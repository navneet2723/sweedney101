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5"/>
    <p:sldMasterId id="2147483819" r:id="rId6"/>
    <p:sldMasterId id="2147483648" r:id="rId7"/>
  </p:sldMasterIdLst>
  <p:notesMasterIdLst>
    <p:notesMasterId r:id="rId47"/>
  </p:notesMasterIdLst>
  <p:handoutMasterIdLst>
    <p:handoutMasterId r:id="rId48"/>
  </p:handoutMasterIdLst>
  <p:sldIdLst>
    <p:sldId id="257" r:id="rId8"/>
    <p:sldId id="320" r:id="rId9"/>
    <p:sldId id="318" r:id="rId10"/>
    <p:sldId id="264" r:id="rId11"/>
    <p:sldId id="258" r:id="rId12"/>
    <p:sldId id="263" r:id="rId13"/>
    <p:sldId id="301" r:id="rId14"/>
    <p:sldId id="265" r:id="rId15"/>
    <p:sldId id="280" r:id="rId16"/>
    <p:sldId id="295" r:id="rId17"/>
    <p:sldId id="296" r:id="rId18"/>
    <p:sldId id="297" r:id="rId19"/>
    <p:sldId id="281" r:id="rId20"/>
    <p:sldId id="299" r:id="rId21"/>
    <p:sldId id="302" r:id="rId22"/>
    <p:sldId id="283" r:id="rId23"/>
    <p:sldId id="304" r:id="rId24"/>
    <p:sldId id="305" r:id="rId25"/>
    <p:sldId id="306" r:id="rId26"/>
    <p:sldId id="286" r:id="rId27"/>
    <p:sldId id="303" r:id="rId28"/>
    <p:sldId id="289" r:id="rId29"/>
    <p:sldId id="309" r:id="rId30"/>
    <p:sldId id="292" r:id="rId31"/>
    <p:sldId id="293" r:id="rId32"/>
    <p:sldId id="310" r:id="rId33"/>
    <p:sldId id="290" r:id="rId34"/>
    <p:sldId id="291" r:id="rId35"/>
    <p:sldId id="311" r:id="rId36"/>
    <p:sldId id="312" r:id="rId37"/>
    <p:sldId id="313" r:id="rId38"/>
    <p:sldId id="314" r:id="rId39"/>
    <p:sldId id="315" r:id="rId40"/>
    <p:sldId id="316" r:id="rId41"/>
    <p:sldId id="317" r:id="rId42"/>
    <p:sldId id="277" r:id="rId43"/>
    <p:sldId id="308" r:id="rId44"/>
    <p:sldId id="319" r:id="rId45"/>
    <p:sldId id="32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F1C"/>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E2FD34-BF11-489B-8FB6-73DBDEA83D08}" v="27" dt="2023-08-12T13:23:40.164"/>
    <p1510:client id="{7CDC145D-7C53-28E2-A9E2-6B88E9AE090B}" v="2" dt="2023-10-10T17:50:41.1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91" autoAdjust="0"/>
  </p:normalViewPr>
  <p:slideViewPr>
    <p:cSldViewPr>
      <p:cViewPr varScale="1">
        <p:scale>
          <a:sx n="63" d="100"/>
          <a:sy n="63" d="100"/>
        </p:scale>
        <p:origin x="780" y="5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jumdar, Abhijan (Cognizant)" userId="4bb79d37-e6fa-4d15-9b62-cf35cbb2da07" providerId="ADAL" clId="{2F6E7197-ADF1-4E11-811F-B4CB0F3F33D3}"/>
    <pc:docChg chg="undo custSel modSld">
      <pc:chgData name="Majumdar, Abhijan (Cognizant)" userId="4bb79d37-e6fa-4d15-9b62-cf35cbb2da07" providerId="ADAL" clId="{2F6E7197-ADF1-4E11-811F-B4CB0F3F33D3}" dt="2023-07-14T16:09:51.180" v="222" actId="1076"/>
      <pc:docMkLst>
        <pc:docMk/>
      </pc:docMkLst>
      <pc:sldChg chg="addSp delSp modSp mod">
        <pc:chgData name="Majumdar, Abhijan (Cognizant)" userId="4bb79d37-e6fa-4d15-9b62-cf35cbb2da07" providerId="ADAL" clId="{2F6E7197-ADF1-4E11-811F-B4CB0F3F33D3}" dt="2023-07-14T15:51:13.346" v="4" actId="14100"/>
        <pc:sldMkLst>
          <pc:docMk/>
          <pc:sldMk cId="1554958992" sldId="281"/>
        </pc:sldMkLst>
        <pc:picChg chg="del">
          <ac:chgData name="Majumdar, Abhijan (Cognizant)" userId="4bb79d37-e6fa-4d15-9b62-cf35cbb2da07" providerId="ADAL" clId="{2F6E7197-ADF1-4E11-811F-B4CB0F3F33D3}" dt="2023-07-14T15:51:07.955" v="0" actId="478"/>
          <ac:picMkLst>
            <pc:docMk/>
            <pc:sldMk cId="1554958992" sldId="281"/>
            <ac:picMk id="7" creationId="{00000000-0000-0000-0000-000000000000}"/>
          </ac:picMkLst>
        </pc:picChg>
        <pc:picChg chg="add mod">
          <ac:chgData name="Majumdar, Abhijan (Cognizant)" userId="4bb79d37-e6fa-4d15-9b62-cf35cbb2da07" providerId="ADAL" clId="{2F6E7197-ADF1-4E11-811F-B4CB0F3F33D3}" dt="2023-07-14T15:51:13.346" v="4" actId="14100"/>
          <ac:picMkLst>
            <pc:docMk/>
            <pc:sldMk cId="1554958992" sldId="281"/>
            <ac:picMk id="8" creationId="{2ECFF477-4565-DE2A-E187-0D8B56C3C90C}"/>
          </ac:picMkLst>
        </pc:picChg>
      </pc:sldChg>
      <pc:sldChg chg="addSp delSp modSp mod">
        <pc:chgData name="Majumdar, Abhijan (Cognizant)" userId="4bb79d37-e6fa-4d15-9b62-cf35cbb2da07" providerId="ADAL" clId="{2F6E7197-ADF1-4E11-811F-B4CB0F3F33D3}" dt="2023-07-14T16:09:51.180" v="222" actId="1076"/>
        <pc:sldMkLst>
          <pc:docMk/>
          <pc:sldMk cId="3306026511" sldId="293"/>
        </pc:sldMkLst>
        <pc:spChg chg="mod ord">
          <ac:chgData name="Majumdar, Abhijan (Cognizant)" userId="4bb79d37-e6fa-4d15-9b62-cf35cbb2da07" providerId="ADAL" clId="{2F6E7197-ADF1-4E11-811F-B4CB0F3F33D3}" dt="2023-07-14T16:09:51.180" v="222" actId="1076"/>
          <ac:spMkLst>
            <pc:docMk/>
            <pc:sldMk cId="3306026511" sldId="293"/>
            <ac:spMk id="7" creationId="{00000000-0000-0000-0000-000000000000}"/>
          </ac:spMkLst>
        </pc:spChg>
        <pc:spChg chg="mod ord">
          <ac:chgData name="Majumdar, Abhijan (Cognizant)" userId="4bb79d37-e6fa-4d15-9b62-cf35cbb2da07" providerId="ADAL" clId="{2F6E7197-ADF1-4E11-811F-B4CB0F3F33D3}" dt="2023-07-14T16:09:30.212" v="217" actId="14100"/>
          <ac:spMkLst>
            <pc:docMk/>
            <pc:sldMk cId="3306026511" sldId="293"/>
            <ac:spMk id="8" creationId="{00000000-0000-0000-0000-000000000000}"/>
          </ac:spMkLst>
        </pc:spChg>
        <pc:spChg chg="mod ord">
          <ac:chgData name="Majumdar, Abhijan (Cognizant)" userId="4bb79d37-e6fa-4d15-9b62-cf35cbb2da07" providerId="ADAL" clId="{2F6E7197-ADF1-4E11-811F-B4CB0F3F33D3}" dt="2023-07-14T16:09:40.946" v="220" actId="1076"/>
          <ac:spMkLst>
            <pc:docMk/>
            <pc:sldMk cId="3306026511" sldId="293"/>
            <ac:spMk id="9" creationId="{00000000-0000-0000-0000-000000000000}"/>
          </ac:spMkLst>
        </pc:spChg>
        <pc:picChg chg="del">
          <ac:chgData name="Majumdar, Abhijan (Cognizant)" userId="4bb79d37-e6fa-4d15-9b62-cf35cbb2da07" providerId="ADAL" clId="{2F6E7197-ADF1-4E11-811F-B4CB0F3F33D3}" dt="2023-07-14T16:08:08.044" v="21" actId="478"/>
          <ac:picMkLst>
            <pc:docMk/>
            <pc:sldMk cId="3306026511" sldId="293"/>
            <ac:picMk id="6" creationId="{00000000-0000-0000-0000-000000000000}"/>
          </ac:picMkLst>
        </pc:picChg>
        <pc:picChg chg="add del">
          <ac:chgData name="Majumdar, Abhijan (Cognizant)" userId="4bb79d37-e6fa-4d15-9b62-cf35cbb2da07" providerId="ADAL" clId="{2F6E7197-ADF1-4E11-811F-B4CB0F3F33D3}" dt="2023-07-14T16:08:09.468" v="23" actId="22"/>
          <ac:picMkLst>
            <pc:docMk/>
            <pc:sldMk cId="3306026511" sldId="293"/>
            <ac:picMk id="11" creationId="{C0F6D7BE-8FFB-1574-EBE2-AF2763C0C15D}"/>
          </ac:picMkLst>
        </pc:picChg>
        <pc:picChg chg="add mod">
          <ac:chgData name="Majumdar, Abhijan (Cognizant)" userId="4bb79d37-e6fa-4d15-9b62-cf35cbb2da07" providerId="ADAL" clId="{2F6E7197-ADF1-4E11-811F-B4CB0F3F33D3}" dt="2023-07-14T16:09:02.143" v="213" actId="14100"/>
          <ac:picMkLst>
            <pc:docMk/>
            <pc:sldMk cId="3306026511" sldId="293"/>
            <ac:picMk id="13" creationId="{BB7FAA1C-54E7-E333-F13D-DFF2485600A3}"/>
          </ac:picMkLst>
        </pc:picChg>
      </pc:sldChg>
      <pc:sldChg chg="addSp delSp modSp mod">
        <pc:chgData name="Majumdar, Abhijan (Cognizant)" userId="4bb79d37-e6fa-4d15-9b62-cf35cbb2da07" providerId="ADAL" clId="{2F6E7197-ADF1-4E11-811F-B4CB0F3F33D3}" dt="2023-07-14T15:59:40.249" v="20" actId="14100"/>
        <pc:sldMkLst>
          <pc:docMk/>
          <pc:sldMk cId="1462384316" sldId="305"/>
        </pc:sldMkLst>
        <pc:picChg chg="del">
          <ac:chgData name="Majumdar, Abhijan (Cognizant)" userId="4bb79d37-e6fa-4d15-9b62-cf35cbb2da07" providerId="ADAL" clId="{2F6E7197-ADF1-4E11-811F-B4CB0F3F33D3}" dt="2023-07-14T15:58:32.171" v="5" actId="478"/>
          <ac:picMkLst>
            <pc:docMk/>
            <pc:sldMk cId="1462384316" sldId="305"/>
            <ac:picMk id="6" creationId="{00000000-0000-0000-0000-000000000000}"/>
          </ac:picMkLst>
        </pc:picChg>
        <pc:picChg chg="del">
          <ac:chgData name="Majumdar, Abhijan (Cognizant)" userId="4bb79d37-e6fa-4d15-9b62-cf35cbb2da07" providerId="ADAL" clId="{2F6E7197-ADF1-4E11-811F-B4CB0F3F33D3}" dt="2023-07-14T15:59:22.199" v="11" actId="478"/>
          <ac:picMkLst>
            <pc:docMk/>
            <pc:sldMk cId="1462384316" sldId="305"/>
            <ac:picMk id="7" creationId="{00000000-0000-0000-0000-000000000000}"/>
          </ac:picMkLst>
        </pc:picChg>
        <pc:picChg chg="add mod">
          <ac:chgData name="Majumdar, Abhijan (Cognizant)" userId="4bb79d37-e6fa-4d15-9b62-cf35cbb2da07" providerId="ADAL" clId="{2F6E7197-ADF1-4E11-811F-B4CB0F3F33D3}" dt="2023-07-14T15:58:40.467" v="10" actId="14100"/>
          <ac:picMkLst>
            <pc:docMk/>
            <pc:sldMk cId="1462384316" sldId="305"/>
            <ac:picMk id="9" creationId="{AA545AF7-2C77-BE1C-AB76-719083792B93}"/>
          </ac:picMkLst>
        </pc:picChg>
        <pc:picChg chg="add mod">
          <ac:chgData name="Majumdar, Abhijan (Cognizant)" userId="4bb79d37-e6fa-4d15-9b62-cf35cbb2da07" providerId="ADAL" clId="{2F6E7197-ADF1-4E11-811F-B4CB0F3F33D3}" dt="2023-07-14T15:59:40.249" v="20" actId="14100"/>
          <ac:picMkLst>
            <pc:docMk/>
            <pc:sldMk cId="1462384316" sldId="305"/>
            <ac:picMk id="11" creationId="{3168EB6A-FD66-0249-4802-2156E525DB04}"/>
          </ac:picMkLst>
        </pc:picChg>
      </pc:sldChg>
    </pc:docChg>
  </pc:docChgLst>
  <pc:docChgLst>
    <pc:chgData name="Janbandhu, Ashish (Cognizant)" userId="S::2133033@cognizant.com::1a2cf4c5-744c-4dc9-b445-d9afd48488f3" providerId="AD" clId="Web-{7CDC145D-7C53-28E2-A9E2-6B88E9AE090B}"/>
    <pc:docChg chg="modSld">
      <pc:chgData name="Janbandhu, Ashish (Cognizant)" userId="S::2133033@cognizant.com::1a2cf4c5-744c-4dc9-b445-d9afd48488f3" providerId="AD" clId="Web-{7CDC145D-7C53-28E2-A9E2-6B88E9AE090B}" dt="2023-10-10T17:50:41.122" v="1" actId="20577"/>
      <pc:docMkLst>
        <pc:docMk/>
      </pc:docMkLst>
      <pc:sldChg chg="modSp">
        <pc:chgData name="Janbandhu, Ashish (Cognizant)" userId="S::2133033@cognizant.com::1a2cf4c5-744c-4dc9-b445-d9afd48488f3" providerId="AD" clId="Web-{7CDC145D-7C53-28E2-A9E2-6B88E9AE090B}" dt="2023-10-10T17:50:41.122" v="1" actId="20577"/>
        <pc:sldMkLst>
          <pc:docMk/>
          <pc:sldMk cId="864648753" sldId="280"/>
        </pc:sldMkLst>
        <pc:spChg chg="mod">
          <ac:chgData name="Janbandhu, Ashish (Cognizant)" userId="S::2133033@cognizant.com::1a2cf4c5-744c-4dc9-b445-d9afd48488f3" providerId="AD" clId="Web-{7CDC145D-7C53-28E2-A9E2-6B88E9AE090B}" dt="2023-10-10T17:50:41.122" v="1" actId="20577"/>
          <ac:spMkLst>
            <pc:docMk/>
            <pc:sldMk cId="864648753" sldId="280"/>
            <ac:spMk id="2" creationId="{00000000-0000-0000-0000-000000000000}"/>
          </ac:spMkLst>
        </pc:spChg>
      </pc:sldChg>
    </pc:docChg>
  </pc:docChgLst>
  <pc:docChgLst>
    <pc:chgData name="Majumdar, Abhijan (Cognizant)" userId="4bb79d37-e6fa-4d15-9b62-cf35cbb2da07" providerId="ADAL" clId="{67E2FD34-BF11-489B-8FB6-73DBDEA83D08}"/>
    <pc:docChg chg="undo custSel addSld delSld modSld addMainMaster modMainMaster">
      <pc:chgData name="Majumdar, Abhijan (Cognizant)" userId="4bb79d37-e6fa-4d15-9b62-cf35cbb2da07" providerId="ADAL" clId="{67E2FD34-BF11-489B-8FB6-73DBDEA83D08}" dt="2023-08-12T13:26:19.877" v="431" actId="47"/>
      <pc:docMkLst>
        <pc:docMk/>
      </pc:docMkLst>
      <pc:sldChg chg="addSp delSp modSp mod modClrScheme chgLayout">
        <pc:chgData name="Majumdar, Abhijan (Cognizant)" userId="4bb79d37-e6fa-4d15-9b62-cf35cbb2da07" providerId="ADAL" clId="{67E2FD34-BF11-489B-8FB6-73DBDEA83D08}" dt="2023-08-12T12:25:15.525" v="8" actId="255"/>
        <pc:sldMkLst>
          <pc:docMk/>
          <pc:sldMk cId="0" sldId="257"/>
        </pc:sldMkLst>
        <pc:spChg chg="add del mod ord">
          <ac:chgData name="Majumdar, Abhijan (Cognizant)" userId="4bb79d37-e6fa-4d15-9b62-cf35cbb2da07" providerId="ADAL" clId="{67E2FD34-BF11-489B-8FB6-73DBDEA83D08}" dt="2023-08-12T12:24:15.766" v="3" actId="21"/>
          <ac:spMkLst>
            <pc:docMk/>
            <pc:sldMk cId="0" sldId="257"/>
            <ac:spMk id="2" creationId="{017CCBE4-55EE-0BB8-BA4A-90DD7C24EAA4}"/>
          </ac:spMkLst>
        </pc:spChg>
        <pc:spChg chg="mod">
          <ac:chgData name="Majumdar, Abhijan (Cognizant)" userId="4bb79d37-e6fa-4d15-9b62-cf35cbb2da07" providerId="ADAL" clId="{67E2FD34-BF11-489B-8FB6-73DBDEA83D08}" dt="2023-08-12T12:25:15.525" v="8" actId="255"/>
          <ac:spMkLst>
            <pc:docMk/>
            <pc:sldMk cId="0" sldId="257"/>
            <ac:spMk id="3" creationId="{00000000-0000-0000-0000-000000000000}"/>
          </ac:spMkLst>
        </pc:spChg>
        <pc:spChg chg="add del mod ord">
          <ac:chgData name="Majumdar, Abhijan (Cognizant)" userId="4bb79d37-e6fa-4d15-9b62-cf35cbb2da07" providerId="ADAL" clId="{67E2FD34-BF11-489B-8FB6-73DBDEA83D08}" dt="2023-08-12T12:24:21.012" v="4" actId="21"/>
          <ac:spMkLst>
            <pc:docMk/>
            <pc:sldMk cId="0" sldId="257"/>
            <ac:spMk id="4" creationId="{D3DB8488-7796-27FC-6A25-6F1B4E84C8D0}"/>
          </ac:spMkLst>
        </pc:spChg>
        <pc:spChg chg="add mod ord">
          <ac:chgData name="Majumdar, Abhijan (Cognizant)" userId="4bb79d37-e6fa-4d15-9b62-cf35cbb2da07" providerId="ADAL" clId="{67E2FD34-BF11-489B-8FB6-73DBDEA83D08}" dt="2023-08-12T12:24:07.555" v="2" actId="700"/>
          <ac:spMkLst>
            <pc:docMk/>
            <pc:sldMk cId="0" sldId="257"/>
            <ac:spMk id="5" creationId="{DE5817F6-9C23-291F-00FA-4CD14A5E4E78}"/>
          </ac:spMkLst>
        </pc:spChg>
        <pc:spChg chg="add mod">
          <ac:chgData name="Majumdar, Abhijan (Cognizant)" userId="4bb79d37-e6fa-4d15-9b62-cf35cbb2da07" providerId="ADAL" clId="{67E2FD34-BF11-489B-8FB6-73DBDEA83D08}" dt="2023-08-12T12:24:45.965" v="7"/>
          <ac:spMkLst>
            <pc:docMk/>
            <pc:sldMk cId="0" sldId="257"/>
            <ac:spMk id="6" creationId="{F25CCAD8-21DC-8CFC-5620-2738DC41694A}"/>
          </ac:spMkLst>
        </pc:spChg>
      </pc:sldChg>
      <pc:sldChg chg="modSp mod chgLayout">
        <pc:chgData name="Majumdar, Abhijan (Cognizant)" userId="4bb79d37-e6fa-4d15-9b62-cf35cbb2da07" providerId="ADAL" clId="{67E2FD34-BF11-489B-8FB6-73DBDEA83D08}" dt="2023-08-12T12:46:52.708" v="49" actId="20577"/>
        <pc:sldMkLst>
          <pc:docMk/>
          <pc:sldMk cId="0" sldId="258"/>
        </pc:sldMkLst>
        <pc:spChg chg="mod ord">
          <ac:chgData name="Majumdar, Abhijan (Cognizant)" userId="4bb79d37-e6fa-4d15-9b62-cf35cbb2da07" providerId="ADAL" clId="{67E2FD34-BF11-489B-8FB6-73DBDEA83D08}" dt="2023-08-12T12:46:09.216" v="42" actId="1076"/>
          <ac:spMkLst>
            <pc:docMk/>
            <pc:sldMk cId="0" sldId="258"/>
            <ac:spMk id="2" creationId="{00000000-0000-0000-0000-000000000000}"/>
          </ac:spMkLst>
        </pc:spChg>
        <pc:spChg chg="mod ord">
          <ac:chgData name="Majumdar, Abhijan (Cognizant)" userId="4bb79d37-e6fa-4d15-9b62-cf35cbb2da07" providerId="ADAL" clId="{67E2FD34-BF11-489B-8FB6-73DBDEA83D08}" dt="2023-08-12T12:46:07.162" v="41" actId="1076"/>
          <ac:spMkLst>
            <pc:docMk/>
            <pc:sldMk cId="0" sldId="258"/>
            <ac:spMk id="3" creationId="{00000000-0000-0000-0000-000000000000}"/>
          </ac:spMkLst>
        </pc:spChg>
        <pc:spChg chg="mod ord">
          <ac:chgData name="Majumdar, Abhijan (Cognizant)" userId="4bb79d37-e6fa-4d15-9b62-cf35cbb2da07" providerId="ADAL" clId="{67E2FD34-BF11-489B-8FB6-73DBDEA83D08}" dt="2023-08-12T12:45:56.701" v="38" actId="700"/>
          <ac:spMkLst>
            <pc:docMk/>
            <pc:sldMk cId="0" sldId="258"/>
            <ac:spMk id="4" creationId="{00000000-0000-0000-0000-000000000000}"/>
          </ac:spMkLst>
        </pc:spChg>
        <pc:spChg chg="mod ord">
          <ac:chgData name="Majumdar, Abhijan (Cognizant)" userId="4bb79d37-e6fa-4d15-9b62-cf35cbb2da07" providerId="ADAL" clId="{67E2FD34-BF11-489B-8FB6-73DBDEA83D08}" dt="2023-08-12T12:46:52.708" v="49" actId="20577"/>
          <ac:spMkLst>
            <pc:docMk/>
            <pc:sldMk cId="0" sldId="258"/>
            <ac:spMk id="7" creationId="{00000000-0000-0000-0000-000000000000}"/>
          </ac:spMkLst>
        </pc:spChg>
        <pc:picChg chg="mod">
          <ac:chgData name="Majumdar, Abhijan (Cognizant)" userId="4bb79d37-e6fa-4d15-9b62-cf35cbb2da07" providerId="ADAL" clId="{67E2FD34-BF11-489B-8FB6-73DBDEA83D08}" dt="2023-08-12T12:46:12.821" v="45" actId="1036"/>
          <ac:picMkLst>
            <pc:docMk/>
            <pc:sldMk cId="0" sldId="258"/>
            <ac:picMk id="3074" creationId="{00000000-0000-0000-0000-000000000000}"/>
          </ac:picMkLst>
        </pc:picChg>
      </pc:sldChg>
      <pc:sldChg chg="modSp del mod">
        <pc:chgData name="Majumdar, Abhijan (Cognizant)" userId="4bb79d37-e6fa-4d15-9b62-cf35cbb2da07" providerId="ADAL" clId="{67E2FD34-BF11-489B-8FB6-73DBDEA83D08}" dt="2023-08-12T12:37:40.982" v="19" actId="47"/>
        <pc:sldMkLst>
          <pc:docMk/>
          <pc:sldMk cId="0" sldId="261"/>
        </pc:sldMkLst>
        <pc:graphicFrameChg chg="modGraphic">
          <ac:chgData name="Majumdar, Abhijan (Cognizant)" userId="4bb79d37-e6fa-4d15-9b62-cf35cbb2da07" providerId="ADAL" clId="{67E2FD34-BF11-489B-8FB6-73DBDEA83D08}" dt="2023-08-12T12:36:39.588" v="13" actId="14734"/>
          <ac:graphicFrameMkLst>
            <pc:docMk/>
            <pc:sldMk cId="0" sldId="261"/>
            <ac:graphicFrameMk id="8" creationId="{00000000-0000-0000-0000-000000000000}"/>
          </ac:graphicFrameMkLst>
        </pc:graphicFrameChg>
      </pc:sldChg>
      <pc:sldChg chg="modSp mod chgLayout">
        <pc:chgData name="Majumdar, Abhijan (Cognizant)" userId="4bb79d37-e6fa-4d15-9b62-cf35cbb2da07" providerId="ADAL" clId="{67E2FD34-BF11-489B-8FB6-73DBDEA83D08}" dt="2023-08-12T12:47:27.969" v="58" actId="20577"/>
        <pc:sldMkLst>
          <pc:docMk/>
          <pc:sldMk cId="0" sldId="263"/>
        </pc:sldMkLst>
        <pc:spChg chg="mod ord">
          <ac:chgData name="Majumdar, Abhijan (Cognizant)" userId="4bb79d37-e6fa-4d15-9b62-cf35cbb2da07" providerId="ADAL" clId="{67E2FD34-BF11-489B-8FB6-73DBDEA83D08}" dt="2023-08-12T12:47:24.487" v="54" actId="1076"/>
          <ac:spMkLst>
            <pc:docMk/>
            <pc:sldMk cId="0" sldId="263"/>
            <ac:spMk id="2" creationId="{00000000-0000-0000-0000-000000000000}"/>
          </ac:spMkLst>
        </pc:spChg>
        <pc:spChg chg="mod ord">
          <ac:chgData name="Majumdar, Abhijan (Cognizant)" userId="4bb79d37-e6fa-4d15-9b62-cf35cbb2da07" providerId="ADAL" clId="{67E2FD34-BF11-489B-8FB6-73DBDEA83D08}" dt="2023-08-12T12:47:22.419" v="53" actId="1076"/>
          <ac:spMkLst>
            <pc:docMk/>
            <pc:sldMk cId="0" sldId="263"/>
            <ac:spMk id="3" creationId="{00000000-0000-0000-0000-000000000000}"/>
          </ac:spMkLst>
        </pc:spChg>
        <pc:spChg chg="mod ord">
          <ac:chgData name="Majumdar, Abhijan (Cognizant)" userId="4bb79d37-e6fa-4d15-9b62-cf35cbb2da07" providerId="ADAL" clId="{67E2FD34-BF11-489B-8FB6-73DBDEA83D08}" dt="2023-08-12T12:47:00.601" v="50" actId="700"/>
          <ac:spMkLst>
            <pc:docMk/>
            <pc:sldMk cId="0" sldId="263"/>
            <ac:spMk id="4" creationId="{00000000-0000-0000-0000-000000000000}"/>
          </ac:spMkLst>
        </pc:spChg>
        <pc:spChg chg="mod ord">
          <ac:chgData name="Majumdar, Abhijan (Cognizant)" userId="4bb79d37-e6fa-4d15-9b62-cf35cbb2da07" providerId="ADAL" clId="{67E2FD34-BF11-489B-8FB6-73DBDEA83D08}" dt="2023-08-12T12:47:27.969" v="58" actId="20577"/>
          <ac:spMkLst>
            <pc:docMk/>
            <pc:sldMk cId="0" sldId="263"/>
            <ac:spMk id="5" creationId="{00000000-0000-0000-0000-000000000000}"/>
          </ac:spMkLst>
        </pc:spChg>
      </pc:sldChg>
      <pc:sldChg chg="modSp mod chgLayout">
        <pc:chgData name="Majumdar, Abhijan (Cognizant)" userId="4bb79d37-e6fa-4d15-9b62-cf35cbb2da07" providerId="ADAL" clId="{67E2FD34-BF11-489B-8FB6-73DBDEA83D08}" dt="2023-08-12T12:45:47.243" v="37" actId="1076"/>
        <pc:sldMkLst>
          <pc:docMk/>
          <pc:sldMk cId="0" sldId="264"/>
        </pc:sldMkLst>
        <pc:spChg chg="mod ord">
          <ac:chgData name="Majumdar, Abhijan (Cognizant)" userId="4bb79d37-e6fa-4d15-9b62-cf35cbb2da07" providerId="ADAL" clId="{67E2FD34-BF11-489B-8FB6-73DBDEA83D08}" dt="2023-08-12T12:45:47.243" v="37" actId="1076"/>
          <ac:spMkLst>
            <pc:docMk/>
            <pc:sldMk cId="0" sldId="264"/>
            <ac:spMk id="2" creationId="{00000000-0000-0000-0000-000000000000}"/>
          </ac:spMkLst>
        </pc:spChg>
        <pc:spChg chg="mod ord">
          <ac:chgData name="Majumdar, Abhijan (Cognizant)" userId="4bb79d37-e6fa-4d15-9b62-cf35cbb2da07" providerId="ADAL" clId="{67E2FD34-BF11-489B-8FB6-73DBDEA83D08}" dt="2023-08-12T12:45:45.280" v="36" actId="1076"/>
          <ac:spMkLst>
            <pc:docMk/>
            <pc:sldMk cId="0" sldId="264"/>
            <ac:spMk id="3" creationId="{00000000-0000-0000-0000-000000000000}"/>
          </ac:spMkLst>
        </pc:spChg>
        <pc:spChg chg="mod ord">
          <ac:chgData name="Majumdar, Abhijan (Cognizant)" userId="4bb79d37-e6fa-4d15-9b62-cf35cbb2da07" providerId="ADAL" clId="{67E2FD34-BF11-489B-8FB6-73DBDEA83D08}" dt="2023-08-12T12:45:33.466" v="29" actId="700"/>
          <ac:spMkLst>
            <pc:docMk/>
            <pc:sldMk cId="0" sldId="264"/>
            <ac:spMk id="4" creationId="{00000000-0000-0000-0000-000000000000}"/>
          </ac:spMkLst>
        </pc:spChg>
        <pc:spChg chg="mod ord">
          <ac:chgData name="Majumdar, Abhijan (Cognizant)" userId="4bb79d37-e6fa-4d15-9b62-cf35cbb2da07" providerId="ADAL" clId="{67E2FD34-BF11-489B-8FB6-73DBDEA83D08}" dt="2023-08-12T12:45:35.852" v="33" actId="20577"/>
          <ac:spMkLst>
            <pc:docMk/>
            <pc:sldMk cId="0" sldId="264"/>
            <ac:spMk id="5" creationId="{00000000-0000-0000-0000-000000000000}"/>
          </ac:spMkLst>
        </pc:spChg>
      </pc:sldChg>
      <pc:sldChg chg="modSp mod chgLayout">
        <pc:chgData name="Majumdar, Abhijan (Cognizant)" userId="4bb79d37-e6fa-4d15-9b62-cf35cbb2da07" providerId="ADAL" clId="{67E2FD34-BF11-489B-8FB6-73DBDEA83D08}" dt="2023-08-12T12:52:47.081" v="82" actId="20577"/>
        <pc:sldMkLst>
          <pc:docMk/>
          <pc:sldMk cId="0" sldId="265"/>
        </pc:sldMkLst>
        <pc:spChg chg="mod ord">
          <ac:chgData name="Majumdar, Abhijan (Cognizant)" userId="4bb79d37-e6fa-4d15-9b62-cf35cbb2da07" providerId="ADAL" clId="{67E2FD34-BF11-489B-8FB6-73DBDEA83D08}" dt="2023-08-12T12:52:17.537" v="73" actId="1076"/>
          <ac:spMkLst>
            <pc:docMk/>
            <pc:sldMk cId="0" sldId="265"/>
            <ac:spMk id="2" creationId="{00000000-0000-0000-0000-000000000000}"/>
          </ac:spMkLst>
        </pc:spChg>
        <pc:spChg chg="mod ord">
          <ac:chgData name="Majumdar, Abhijan (Cognizant)" userId="4bb79d37-e6fa-4d15-9b62-cf35cbb2da07" providerId="ADAL" clId="{67E2FD34-BF11-489B-8FB6-73DBDEA83D08}" dt="2023-08-12T12:52:15.824" v="72" actId="1076"/>
          <ac:spMkLst>
            <pc:docMk/>
            <pc:sldMk cId="0" sldId="265"/>
            <ac:spMk id="3" creationId="{00000000-0000-0000-0000-000000000000}"/>
          </ac:spMkLst>
        </pc:spChg>
        <pc:spChg chg="mod ord">
          <ac:chgData name="Majumdar, Abhijan (Cognizant)" userId="4bb79d37-e6fa-4d15-9b62-cf35cbb2da07" providerId="ADAL" clId="{67E2FD34-BF11-489B-8FB6-73DBDEA83D08}" dt="2023-08-12T12:52:05.856" v="69" actId="700"/>
          <ac:spMkLst>
            <pc:docMk/>
            <pc:sldMk cId="0" sldId="265"/>
            <ac:spMk id="4" creationId="{00000000-0000-0000-0000-000000000000}"/>
          </ac:spMkLst>
        </pc:spChg>
        <pc:spChg chg="mod ord">
          <ac:chgData name="Majumdar, Abhijan (Cognizant)" userId="4bb79d37-e6fa-4d15-9b62-cf35cbb2da07" providerId="ADAL" clId="{67E2FD34-BF11-489B-8FB6-73DBDEA83D08}" dt="2023-08-12T12:52:47.081" v="82" actId="20577"/>
          <ac:spMkLst>
            <pc:docMk/>
            <pc:sldMk cId="0" sldId="265"/>
            <ac:spMk id="5" creationId="{00000000-0000-0000-0000-000000000000}"/>
          </ac:spMkLst>
        </pc:spChg>
      </pc:sldChg>
      <pc:sldChg chg="modSp mod modClrScheme chgLayout">
        <pc:chgData name="Majumdar, Abhijan (Cognizant)" userId="4bb79d37-e6fa-4d15-9b62-cf35cbb2da07" providerId="ADAL" clId="{67E2FD34-BF11-489B-8FB6-73DBDEA83D08}" dt="2023-08-12T13:24:10.457" v="408" actId="20577"/>
        <pc:sldMkLst>
          <pc:docMk/>
          <pc:sldMk cId="0" sldId="277"/>
        </pc:sldMkLst>
        <pc:spChg chg="mod ord">
          <ac:chgData name="Majumdar, Abhijan (Cognizant)" userId="4bb79d37-e6fa-4d15-9b62-cf35cbb2da07" providerId="ADAL" clId="{67E2FD34-BF11-489B-8FB6-73DBDEA83D08}" dt="2023-08-12T13:24:05.762" v="404" actId="20577"/>
          <ac:spMkLst>
            <pc:docMk/>
            <pc:sldMk cId="0" sldId="277"/>
            <ac:spMk id="2" creationId="{00000000-0000-0000-0000-000000000000}"/>
          </ac:spMkLst>
        </pc:spChg>
        <pc:spChg chg="mod ord">
          <ac:chgData name="Majumdar, Abhijan (Cognizant)" userId="4bb79d37-e6fa-4d15-9b62-cf35cbb2da07" providerId="ADAL" clId="{67E2FD34-BF11-489B-8FB6-73DBDEA83D08}" dt="2023-08-12T13:23:35.434" v="397" actId="1076"/>
          <ac:spMkLst>
            <pc:docMk/>
            <pc:sldMk cId="0" sldId="277"/>
            <ac:spMk id="3" creationId="{00000000-0000-0000-0000-000000000000}"/>
          </ac:spMkLst>
        </pc:spChg>
        <pc:spChg chg="mod ord">
          <ac:chgData name="Majumdar, Abhijan (Cognizant)" userId="4bb79d37-e6fa-4d15-9b62-cf35cbb2da07" providerId="ADAL" clId="{67E2FD34-BF11-489B-8FB6-73DBDEA83D08}" dt="2023-08-12T13:23:16.417" v="392" actId="700"/>
          <ac:spMkLst>
            <pc:docMk/>
            <pc:sldMk cId="0" sldId="277"/>
            <ac:spMk id="4" creationId="{00000000-0000-0000-0000-000000000000}"/>
          </ac:spMkLst>
        </pc:spChg>
        <pc:spChg chg="mod ord">
          <ac:chgData name="Majumdar, Abhijan (Cognizant)" userId="4bb79d37-e6fa-4d15-9b62-cf35cbb2da07" providerId="ADAL" clId="{67E2FD34-BF11-489B-8FB6-73DBDEA83D08}" dt="2023-08-12T13:24:10.457" v="408" actId="20577"/>
          <ac:spMkLst>
            <pc:docMk/>
            <pc:sldMk cId="0" sldId="277"/>
            <ac:spMk id="5" creationId="{00000000-0000-0000-0000-000000000000}"/>
          </ac:spMkLst>
        </pc:spChg>
        <pc:spChg chg="mod">
          <ac:chgData name="Majumdar, Abhijan (Cognizant)" userId="4bb79d37-e6fa-4d15-9b62-cf35cbb2da07" providerId="ADAL" clId="{67E2FD34-BF11-489B-8FB6-73DBDEA83D08}" dt="2023-08-12T13:23:49.380" v="402" actId="1076"/>
          <ac:spMkLst>
            <pc:docMk/>
            <pc:sldMk cId="0" sldId="277"/>
            <ac:spMk id="6" creationId="{00000000-0000-0000-0000-000000000000}"/>
          </ac:spMkLst>
        </pc:spChg>
        <pc:picChg chg="mod">
          <ac:chgData name="Majumdar, Abhijan (Cognizant)" userId="4bb79d37-e6fa-4d15-9b62-cf35cbb2da07" providerId="ADAL" clId="{67E2FD34-BF11-489B-8FB6-73DBDEA83D08}" dt="2023-08-12T13:23:40.164" v="400" actId="1076"/>
          <ac:picMkLst>
            <pc:docMk/>
            <pc:sldMk cId="0" sldId="277"/>
            <ac:picMk id="5122" creationId="{00000000-0000-0000-0000-000000000000}"/>
          </ac:picMkLst>
        </pc:picChg>
      </pc:sldChg>
      <pc:sldChg chg="del">
        <pc:chgData name="Majumdar, Abhijan (Cognizant)" userId="4bb79d37-e6fa-4d15-9b62-cf35cbb2da07" providerId="ADAL" clId="{67E2FD34-BF11-489B-8FB6-73DBDEA83D08}" dt="2023-08-12T13:26:19.877" v="431" actId="47"/>
        <pc:sldMkLst>
          <pc:docMk/>
          <pc:sldMk cId="0" sldId="279"/>
        </pc:sldMkLst>
      </pc:sldChg>
      <pc:sldChg chg="modSp mod chgLayout">
        <pc:chgData name="Majumdar, Abhijan (Cognizant)" userId="4bb79d37-e6fa-4d15-9b62-cf35cbb2da07" providerId="ADAL" clId="{67E2FD34-BF11-489B-8FB6-73DBDEA83D08}" dt="2023-08-12T12:52:54.427" v="86" actId="20577"/>
        <pc:sldMkLst>
          <pc:docMk/>
          <pc:sldMk cId="864648753" sldId="280"/>
        </pc:sldMkLst>
        <pc:spChg chg="mod ord">
          <ac:chgData name="Majumdar, Abhijan (Cognizant)" userId="4bb79d37-e6fa-4d15-9b62-cf35cbb2da07" providerId="ADAL" clId="{67E2FD34-BF11-489B-8FB6-73DBDEA83D08}" dt="2023-08-12T12:52:42.371" v="78" actId="1076"/>
          <ac:spMkLst>
            <pc:docMk/>
            <pc:sldMk cId="864648753" sldId="280"/>
            <ac:spMk id="2" creationId="{00000000-0000-0000-0000-000000000000}"/>
          </ac:spMkLst>
        </pc:spChg>
        <pc:spChg chg="mod ord">
          <ac:chgData name="Majumdar, Abhijan (Cognizant)" userId="4bb79d37-e6fa-4d15-9b62-cf35cbb2da07" providerId="ADAL" clId="{67E2FD34-BF11-489B-8FB6-73DBDEA83D08}" dt="2023-08-12T12:52:39.310" v="77" actId="1076"/>
          <ac:spMkLst>
            <pc:docMk/>
            <pc:sldMk cId="864648753" sldId="280"/>
            <ac:spMk id="3" creationId="{00000000-0000-0000-0000-000000000000}"/>
          </ac:spMkLst>
        </pc:spChg>
        <pc:spChg chg="mod ord">
          <ac:chgData name="Majumdar, Abhijan (Cognizant)" userId="4bb79d37-e6fa-4d15-9b62-cf35cbb2da07" providerId="ADAL" clId="{67E2FD34-BF11-489B-8FB6-73DBDEA83D08}" dt="2023-08-12T12:52:30.995" v="74" actId="700"/>
          <ac:spMkLst>
            <pc:docMk/>
            <pc:sldMk cId="864648753" sldId="280"/>
            <ac:spMk id="4" creationId="{00000000-0000-0000-0000-000000000000}"/>
          </ac:spMkLst>
        </pc:spChg>
        <pc:spChg chg="mod ord">
          <ac:chgData name="Majumdar, Abhijan (Cognizant)" userId="4bb79d37-e6fa-4d15-9b62-cf35cbb2da07" providerId="ADAL" clId="{67E2FD34-BF11-489B-8FB6-73DBDEA83D08}" dt="2023-08-12T12:52:54.427" v="86" actId="20577"/>
          <ac:spMkLst>
            <pc:docMk/>
            <pc:sldMk cId="864648753" sldId="280"/>
            <ac:spMk id="5" creationId="{00000000-0000-0000-0000-000000000000}"/>
          </ac:spMkLst>
        </pc:spChg>
      </pc:sldChg>
      <pc:sldChg chg="modSp mod chgLayout">
        <pc:chgData name="Majumdar, Abhijan (Cognizant)" userId="4bb79d37-e6fa-4d15-9b62-cf35cbb2da07" providerId="ADAL" clId="{67E2FD34-BF11-489B-8FB6-73DBDEA83D08}" dt="2023-08-12T12:55:18.284" v="138" actId="20577"/>
        <pc:sldMkLst>
          <pc:docMk/>
          <pc:sldMk cId="1554958992" sldId="281"/>
        </pc:sldMkLst>
        <pc:spChg chg="mod ord">
          <ac:chgData name="Majumdar, Abhijan (Cognizant)" userId="4bb79d37-e6fa-4d15-9b62-cf35cbb2da07" providerId="ADAL" clId="{67E2FD34-BF11-489B-8FB6-73DBDEA83D08}" dt="2023-08-12T12:55:15.240" v="134" actId="1076"/>
          <ac:spMkLst>
            <pc:docMk/>
            <pc:sldMk cId="1554958992" sldId="281"/>
            <ac:spMk id="2" creationId="{00000000-0000-0000-0000-000000000000}"/>
          </ac:spMkLst>
        </pc:spChg>
        <pc:spChg chg="mod ord">
          <ac:chgData name="Majumdar, Abhijan (Cognizant)" userId="4bb79d37-e6fa-4d15-9b62-cf35cbb2da07" providerId="ADAL" clId="{67E2FD34-BF11-489B-8FB6-73DBDEA83D08}" dt="2023-08-12T12:55:11.742" v="133" actId="1076"/>
          <ac:spMkLst>
            <pc:docMk/>
            <pc:sldMk cId="1554958992" sldId="281"/>
            <ac:spMk id="3" creationId="{00000000-0000-0000-0000-000000000000}"/>
          </ac:spMkLst>
        </pc:spChg>
        <pc:spChg chg="mod ord">
          <ac:chgData name="Majumdar, Abhijan (Cognizant)" userId="4bb79d37-e6fa-4d15-9b62-cf35cbb2da07" providerId="ADAL" clId="{67E2FD34-BF11-489B-8FB6-73DBDEA83D08}" dt="2023-08-12T12:55:02.116" v="130" actId="700"/>
          <ac:spMkLst>
            <pc:docMk/>
            <pc:sldMk cId="1554958992" sldId="281"/>
            <ac:spMk id="4" creationId="{00000000-0000-0000-0000-000000000000}"/>
          </ac:spMkLst>
        </pc:spChg>
        <pc:spChg chg="mod ord">
          <ac:chgData name="Majumdar, Abhijan (Cognizant)" userId="4bb79d37-e6fa-4d15-9b62-cf35cbb2da07" providerId="ADAL" clId="{67E2FD34-BF11-489B-8FB6-73DBDEA83D08}" dt="2023-08-12T12:55:18.284" v="138" actId="20577"/>
          <ac:spMkLst>
            <pc:docMk/>
            <pc:sldMk cId="1554958992" sldId="281"/>
            <ac:spMk id="5" creationId="{00000000-0000-0000-0000-000000000000}"/>
          </ac:spMkLst>
        </pc:spChg>
      </pc:sldChg>
      <pc:sldChg chg="modSp mod chgLayout">
        <pc:chgData name="Majumdar, Abhijan (Cognizant)" userId="4bb79d37-e6fa-4d15-9b62-cf35cbb2da07" providerId="ADAL" clId="{67E2FD34-BF11-489B-8FB6-73DBDEA83D08}" dt="2023-08-12T12:57:25.571" v="170" actId="20577"/>
        <pc:sldMkLst>
          <pc:docMk/>
          <pc:sldMk cId="2810854194" sldId="283"/>
        </pc:sldMkLst>
        <pc:spChg chg="mod ord">
          <ac:chgData name="Majumdar, Abhijan (Cognizant)" userId="4bb79d37-e6fa-4d15-9b62-cf35cbb2da07" providerId="ADAL" clId="{67E2FD34-BF11-489B-8FB6-73DBDEA83D08}" dt="2023-08-12T12:57:21.538" v="166" actId="1076"/>
          <ac:spMkLst>
            <pc:docMk/>
            <pc:sldMk cId="2810854194" sldId="283"/>
            <ac:spMk id="2" creationId="{00000000-0000-0000-0000-000000000000}"/>
          </ac:spMkLst>
        </pc:spChg>
        <pc:spChg chg="mod ord">
          <ac:chgData name="Majumdar, Abhijan (Cognizant)" userId="4bb79d37-e6fa-4d15-9b62-cf35cbb2da07" providerId="ADAL" clId="{67E2FD34-BF11-489B-8FB6-73DBDEA83D08}" dt="2023-08-12T12:57:19.390" v="165" actId="1076"/>
          <ac:spMkLst>
            <pc:docMk/>
            <pc:sldMk cId="2810854194" sldId="283"/>
            <ac:spMk id="3" creationId="{00000000-0000-0000-0000-000000000000}"/>
          </ac:spMkLst>
        </pc:spChg>
        <pc:spChg chg="mod ord">
          <ac:chgData name="Majumdar, Abhijan (Cognizant)" userId="4bb79d37-e6fa-4d15-9b62-cf35cbb2da07" providerId="ADAL" clId="{67E2FD34-BF11-489B-8FB6-73DBDEA83D08}" dt="2023-08-12T12:57:11.178" v="162" actId="700"/>
          <ac:spMkLst>
            <pc:docMk/>
            <pc:sldMk cId="2810854194" sldId="283"/>
            <ac:spMk id="4" creationId="{00000000-0000-0000-0000-000000000000}"/>
          </ac:spMkLst>
        </pc:spChg>
        <pc:spChg chg="mod ord">
          <ac:chgData name="Majumdar, Abhijan (Cognizant)" userId="4bb79d37-e6fa-4d15-9b62-cf35cbb2da07" providerId="ADAL" clId="{67E2FD34-BF11-489B-8FB6-73DBDEA83D08}" dt="2023-08-12T12:57:25.571" v="170" actId="20577"/>
          <ac:spMkLst>
            <pc:docMk/>
            <pc:sldMk cId="2810854194" sldId="283"/>
            <ac:spMk id="5" creationId="{00000000-0000-0000-0000-000000000000}"/>
          </ac:spMkLst>
        </pc:spChg>
      </pc:sldChg>
      <pc:sldChg chg="modSp mod chgLayout">
        <pc:chgData name="Majumdar, Abhijan (Cognizant)" userId="4bb79d37-e6fa-4d15-9b62-cf35cbb2da07" providerId="ADAL" clId="{67E2FD34-BF11-489B-8FB6-73DBDEA83D08}" dt="2023-08-12T12:59:52.808" v="211" actId="20577"/>
        <pc:sldMkLst>
          <pc:docMk/>
          <pc:sldMk cId="1289701382" sldId="286"/>
        </pc:sldMkLst>
        <pc:spChg chg="mod ord">
          <ac:chgData name="Majumdar, Abhijan (Cognizant)" userId="4bb79d37-e6fa-4d15-9b62-cf35cbb2da07" providerId="ADAL" clId="{67E2FD34-BF11-489B-8FB6-73DBDEA83D08}" dt="2023-08-12T12:59:45.144" v="207" actId="1076"/>
          <ac:spMkLst>
            <pc:docMk/>
            <pc:sldMk cId="1289701382" sldId="286"/>
            <ac:spMk id="2" creationId="{00000000-0000-0000-0000-000000000000}"/>
          </ac:spMkLst>
        </pc:spChg>
        <pc:spChg chg="mod ord">
          <ac:chgData name="Majumdar, Abhijan (Cognizant)" userId="4bb79d37-e6fa-4d15-9b62-cf35cbb2da07" providerId="ADAL" clId="{67E2FD34-BF11-489B-8FB6-73DBDEA83D08}" dt="2023-08-12T12:59:38.650" v="206" actId="1076"/>
          <ac:spMkLst>
            <pc:docMk/>
            <pc:sldMk cId="1289701382" sldId="286"/>
            <ac:spMk id="3" creationId="{00000000-0000-0000-0000-000000000000}"/>
          </ac:spMkLst>
        </pc:spChg>
        <pc:spChg chg="mod ord">
          <ac:chgData name="Majumdar, Abhijan (Cognizant)" userId="4bb79d37-e6fa-4d15-9b62-cf35cbb2da07" providerId="ADAL" clId="{67E2FD34-BF11-489B-8FB6-73DBDEA83D08}" dt="2023-08-12T12:59:24.932" v="201" actId="700"/>
          <ac:spMkLst>
            <pc:docMk/>
            <pc:sldMk cId="1289701382" sldId="286"/>
            <ac:spMk id="4" creationId="{00000000-0000-0000-0000-000000000000}"/>
          </ac:spMkLst>
        </pc:spChg>
        <pc:spChg chg="mod ord">
          <ac:chgData name="Majumdar, Abhijan (Cognizant)" userId="4bb79d37-e6fa-4d15-9b62-cf35cbb2da07" providerId="ADAL" clId="{67E2FD34-BF11-489B-8FB6-73DBDEA83D08}" dt="2023-08-12T12:59:52.808" v="211" actId="20577"/>
          <ac:spMkLst>
            <pc:docMk/>
            <pc:sldMk cId="1289701382" sldId="286"/>
            <ac:spMk id="5" creationId="{00000000-0000-0000-0000-000000000000}"/>
          </ac:spMkLst>
        </pc:spChg>
      </pc:sldChg>
      <pc:sldChg chg="modSp mod chgLayout">
        <pc:chgData name="Majumdar, Abhijan (Cognizant)" userId="4bb79d37-e6fa-4d15-9b62-cf35cbb2da07" providerId="ADAL" clId="{67E2FD34-BF11-489B-8FB6-73DBDEA83D08}" dt="2023-08-12T13:00:50.714" v="226" actId="20577"/>
        <pc:sldMkLst>
          <pc:docMk/>
          <pc:sldMk cId="3154401704" sldId="289"/>
        </pc:sldMkLst>
        <pc:spChg chg="mod ord">
          <ac:chgData name="Majumdar, Abhijan (Cognizant)" userId="4bb79d37-e6fa-4d15-9b62-cf35cbb2da07" providerId="ADAL" clId="{67E2FD34-BF11-489B-8FB6-73DBDEA83D08}" dt="2023-08-12T13:00:47.382" v="222" actId="1076"/>
          <ac:spMkLst>
            <pc:docMk/>
            <pc:sldMk cId="3154401704" sldId="289"/>
            <ac:spMk id="2" creationId="{00000000-0000-0000-0000-000000000000}"/>
          </ac:spMkLst>
        </pc:spChg>
        <pc:spChg chg="mod ord">
          <ac:chgData name="Majumdar, Abhijan (Cognizant)" userId="4bb79d37-e6fa-4d15-9b62-cf35cbb2da07" providerId="ADAL" clId="{67E2FD34-BF11-489B-8FB6-73DBDEA83D08}" dt="2023-08-12T13:00:43.451" v="221" actId="1076"/>
          <ac:spMkLst>
            <pc:docMk/>
            <pc:sldMk cId="3154401704" sldId="289"/>
            <ac:spMk id="3" creationId="{00000000-0000-0000-0000-000000000000}"/>
          </ac:spMkLst>
        </pc:spChg>
        <pc:spChg chg="mod ord">
          <ac:chgData name="Majumdar, Abhijan (Cognizant)" userId="4bb79d37-e6fa-4d15-9b62-cf35cbb2da07" providerId="ADAL" clId="{67E2FD34-BF11-489B-8FB6-73DBDEA83D08}" dt="2023-08-12T13:00:34.062" v="218" actId="700"/>
          <ac:spMkLst>
            <pc:docMk/>
            <pc:sldMk cId="3154401704" sldId="289"/>
            <ac:spMk id="4" creationId="{00000000-0000-0000-0000-000000000000}"/>
          </ac:spMkLst>
        </pc:spChg>
        <pc:spChg chg="mod ord">
          <ac:chgData name="Majumdar, Abhijan (Cognizant)" userId="4bb79d37-e6fa-4d15-9b62-cf35cbb2da07" providerId="ADAL" clId="{67E2FD34-BF11-489B-8FB6-73DBDEA83D08}" dt="2023-08-12T13:00:50.714" v="226" actId="20577"/>
          <ac:spMkLst>
            <pc:docMk/>
            <pc:sldMk cId="3154401704" sldId="289"/>
            <ac:spMk id="5" creationId="{00000000-0000-0000-0000-000000000000}"/>
          </ac:spMkLst>
        </pc:spChg>
      </pc:sldChg>
      <pc:sldChg chg="modSp mod chgLayout">
        <pc:chgData name="Majumdar, Abhijan (Cognizant)" userId="4bb79d37-e6fa-4d15-9b62-cf35cbb2da07" providerId="ADAL" clId="{67E2FD34-BF11-489B-8FB6-73DBDEA83D08}" dt="2023-08-12T13:07:52.303" v="295" actId="20577"/>
        <pc:sldMkLst>
          <pc:docMk/>
          <pc:sldMk cId="4176597576" sldId="290"/>
        </pc:sldMkLst>
        <pc:spChg chg="mod ord">
          <ac:chgData name="Majumdar, Abhijan (Cognizant)" userId="4bb79d37-e6fa-4d15-9b62-cf35cbb2da07" providerId="ADAL" clId="{67E2FD34-BF11-489B-8FB6-73DBDEA83D08}" dt="2023-08-12T13:07:44.204" v="291" actId="5793"/>
          <ac:spMkLst>
            <pc:docMk/>
            <pc:sldMk cId="4176597576" sldId="290"/>
            <ac:spMk id="2" creationId="{00000000-0000-0000-0000-000000000000}"/>
          </ac:spMkLst>
        </pc:spChg>
        <pc:spChg chg="mod ord">
          <ac:chgData name="Majumdar, Abhijan (Cognizant)" userId="4bb79d37-e6fa-4d15-9b62-cf35cbb2da07" providerId="ADAL" clId="{67E2FD34-BF11-489B-8FB6-73DBDEA83D08}" dt="2023-08-12T13:07:35.363" v="288" actId="1076"/>
          <ac:spMkLst>
            <pc:docMk/>
            <pc:sldMk cId="4176597576" sldId="290"/>
            <ac:spMk id="3" creationId="{00000000-0000-0000-0000-000000000000}"/>
          </ac:spMkLst>
        </pc:spChg>
        <pc:spChg chg="mod ord">
          <ac:chgData name="Majumdar, Abhijan (Cognizant)" userId="4bb79d37-e6fa-4d15-9b62-cf35cbb2da07" providerId="ADAL" clId="{67E2FD34-BF11-489B-8FB6-73DBDEA83D08}" dt="2023-08-12T13:07:26.420" v="285" actId="700"/>
          <ac:spMkLst>
            <pc:docMk/>
            <pc:sldMk cId="4176597576" sldId="290"/>
            <ac:spMk id="4" creationId="{00000000-0000-0000-0000-000000000000}"/>
          </ac:spMkLst>
        </pc:spChg>
        <pc:spChg chg="mod ord">
          <ac:chgData name="Majumdar, Abhijan (Cognizant)" userId="4bb79d37-e6fa-4d15-9b62-cf35cbb2da07" providerId="ADAL" clId="{67E2FD34-BF11-489B-8FB6-73DBDEA83D08}" dt="2023-08-12T13:07:52.303" v="295" actId="20577"/>
          <ac:spMkLst>
            <pc:docMk/>
            <pc:sldMk cId="4176597576" sldId="290"/>
            <ac:spMk id="5" creationId="{00000000-0000-0000-0000-000000000000}"/>
          </ac:spMkLst>
        </pc:spChg>
      </pc:sldChg>
      <pc:sldChg chg="modSp mod chgLayout">
        <pc:chgData name="Majumdar, Abhijan (Cognizant)" userId="4bb79d37-e6fa-4d15-9b62-cf35cbb2da07" providerId="ADAL" clId="{67E2FD34-BF11-489B-8FB6-73DBDEA83D08}" dt="2023-08-12T13:08:18.596" v="304" actId="20577"/>
        <pc:sldMkLst>
          <pc:docMk/>
          <pc:sldMk cId="3435153761" sldId="291"/>
        </pc:sldMkLst>
        <pc:spChg chg="mod ord">
          <ac:chgData name="Majumdar, Abhijan (Cognizant)" userId="4bb79d37-e6fa-4d15-9b62-cf35cbb2da07" providerId="ADAL" clId="{67E2FD34-BF11-489B-8FB6-73DBDEA83D08}" dt="2023-08-12T13:08:15.601" v="300" actId="1076"/>
          <ac:spMkLst>
            <pc:docMk/>
            <pc:sldMk cId="3435153761" sldId="291"/>
            <ac:spMk id="2" creationId="{00000000-0000-0000-0000-000000000000}"/>
          </ac:spMkLst>
        </pc:spChg>
        <pc:spChg chg="mod ord">
          <ac:chgData name="Majumdar, Abhijan (Cognizant)" userId="4bb79d37-e6fa-4d15-9b62-cf35cbb2da07" providerId="ADAL" clId="{67E2FD34-BF11-489B-8FB6-73DBDEA83D08}" dt="2023-08-12T13:08:09.368" v="299" actId="1076"/>
          <ac:spMkLst>
            <pc:docMk/>
            <pc:sldMk cId="3435153761" sldId="291"/>
            <ac:spMk id="3" creationId="{00000000-0000-0000-0000-000000000000}"/>
          </ac:spMkLst>
        </pc:spChg>
        <pc:spChg chg="mod ord">
          <ac:chgData name="Majumdar, Abhijan (Cognizant)" userId="4bb79d37-e6fa-4d15-9b62-cf35cbb2da07" providerId="ADAL" clId="{67E2FD34-BF11-489B-8FB6-73DBDEA83D08}" dt="2023-08-12T13:07:59.981" v="296" actId="700"/>
          <ac:spMkLst>
            <pc:docMk/>
            <pc:sldMk cId="3435153761" sldId="291"/>
            <ac:spMk id="4" creationId="{00000000-0000-0000-0000-000000000000}"/>
          </ac:spMkLst>
        </pc:spChg>
        <pc:spChg chg="mod ord">
          <ac:chgData name="Majumdar, Abhijan (Cognizant)" userId="4bb79d37-e6fa-4d15-9b62-cf35cbb2da07" providerId="ADAL" clId="{67E2FD34-BF11-489B-8FB6-73DBDEA83D08}" dt="2023-08-12T13:08:18.596" v="304" actId="20577"/>
          <ac:spMkLst>
            <pc:docMk/>
            <pc:sldMk cId="3435153761" sldId="291"/>
            <ac:spMk id="5" creationId="{00000000-0000-0000-0000-000000000000}"/>
          </ac:spMkLst>
        </pc:spChg>
      </pc:sldChg>
      <pc:sldChg chg="modSp mod chgLayout">
        <pc:chgData name="Majumdar, Abhijan (Cognizant)" userId="4bb79d37-e6fa-4d15-9b62-cf35cbb2da07" providerId="ADAL" clId="{67E2FD34-BF11-489B-8FB6-73DBDEA83D08}" dt="2023-08-12T13:06:06.235" v="258" actId="20577"/>
        <pc:sldMkLst>
          <pc:docMk/>
          <pc:sldMk cId="4083334697" sldId="292"/>
        </pc:sldMkLst>
        <pc:spChg chg="mod ord">
          <ac:chgData name="Majumdar, Abhijan (Cognizant)" userId="4bb79d37-e6fa-4d15-9b62-cf35cbb2da07" providerId="ADAL" clId="{67E2FD34-BF11-489B-8FB6-73DBDEA83D08}" dt="2023-08-12T13:05:37.055" v="250" actId="1076"/>
          <ac:spMkLst>
            <pc:docMk/>
            <pc:sldMk cId="4083334697" sldId="292"/>
            <ac:spMk id="2" creationId="{00000000-0000-0000-0000-000000000000}"/>
          </ac:spMkLst>
        </pc:spChg>
        <pc:spChg chg="mod ord">
          <ac:chgData name="Majumdar, Abhijan (Cognizant)" userId="4bb79d37-e6fa-4d15-9b62-cf35cbb2da07" providerId="ADAL" clId="{67E2FD34-BF11-489B-8FB6-73DBDEA83D08}" dt="2023-08-12T13:05:34.425" v="249" actId="1076"/>
          <ac:spMkLst>
            <pc:docMk/>
            <pc:sldMk cId="4083334697" sldId="292"/>
            <ac:spMk id="3" creationId="{00000000-0000-0000-0000-000000000000}"/>
          </ac:spMkLst>
        </pc:spChg>
        <pc:spChg chg="mod ord">
          <ac:chgData name="Majumdar, Abhijan (Cognizant)" userId="4bb79d37-e6fa-4d15-9b62-cf35cbb2da07" providerId="ADAL" clId="{67E2FD34-BF11-489B-8FB6-73DBDEA83D08}" dt="2023-08-12T13:05:26.850" v="246" actId="700"/>
          <ac:spMkLst>
            <pc:docMk/>
            <pc:sldMk cId="4083334697" sldId="292"/>
            <ac:spMk id="4" creationId="{00000000-0000-0000-0000-000000000000}"/>
          </ac:spMkLst>
        </pc:spChg>
        <pc:spChg chg="mod ord">
          <ac:chgData name="Majumdar, Abhijan (Cognizant)" userId="4bb79d37-e6fa-4d15-9b62-cf35cbb2da07" providerId="ADAL" clId="{67E2FD34-BF11-489B-8FB6-73DBDEA83D08}" dt="2023-08-12T13:06:06.235" v="258" actId="20577"/>
          <ac:spMkLst>
            <pc:docMk/>
            <pc:sldMk cId="4083334697" sldId="292"/>
            <ac:spMk id="5" creationId="{00000000-0000-0000-0000-000000000000}"/>
          </ac:spMkLst>
        </pc:spChg>
        <pc:spChg chg="mod">
          <ac:chgData name="Majumdar, Abhijan (Cognizant)" userId="4bb79d37-e6fa-4d15-9b62-cf35cbb2da07" providerId="ADAL" clId="{67E2FD34-BF11-489B-8FB6-73DBDEA83D08}" dt="2023-08-12T13:05:40.811" v="251" actId="1076"/>
          <ac:spMkLst>
            <pc:docMk/>
            <pc:sldMk cId="4083334697" sldId="292"/>
            <ac:spMk id="6" creationId="{00000000-0000-0000-0000-000000000000}"/>
          </ac:spMkLst>
        </pc:spChg>
        <pc:spChg chg="mod">
          <ac:chgData name="Majumdar, Abhijan (Cognizant)" userId="4bb79d37-e6fa-4d15-9b62-cf35cbb2da07" providerId="ADAL" clId="{67E2FD34-BF11-489B-8FB6-73DBDEA83D08}" dt="2023-08-12T13:06:02.771" v="254" actId="1076"/>
          <ac:spMkLst>
            <pc:docMk/>
            <pc:sldMk cId="4083334697" sldId="292"/>
            <ac:spMk id="7" creationId="{00000000-0000-0000-0000-000000000000}"/>
          </ac:spMkLst>
        </pc:spChg>
        <pc:spChg chg="mod">
          <ac:chgData name="Majumdar, Abhijan (Cognizant)" userId="4bb79d37-e6fa-4d15-9b62-cf35cbb2da07" providerId="ADAL" clId="{67E2FD34-BF11-489B-8FB6-73DBDEA83D08}" dt="2023-08-12T13:05:50.195" v="253" actId="1076"/>
          <ac:spMkLst>
            <pc:docMk/>
            <pc:sldMk cId="4083334697" sldId="292"/>
            <ac:spMk id="8" creationId="{00000000-0000-0000-0000-000000000000}"/>
          </ac:spMkLst>
        </pc:spChg>
      </pc:sldChg>
      <pc:sldChg chg="modSp mod chgLayout">
        <pc:chgData name="Majumdar, Abhijan (Cognizant)" userId="4bb79d37-e6fa-4d15-9b62-cf35cbb2da07" providerId="ADAL" clId="{67E2FD34-BF11-489B-8FB6-73DBDEA83D08}" dt="2023-08-12T13:06:31.966" v="269" actId="20577"/>
        <pc:sldMkLst>
          <pc:docMk/>
          <pc:sldMk cId="3306026511" sldId="293"/>
        </pc:sldMkLst>
        <pc:spChg chg="mod ord">
          <ac:chgData name="Majumdar, Abhijan (Cognizant)" userId="4bb79d37-e6fa-4d15-9b62-cf35cbb2da07" providerId="ADAL" clId="{67E2FD34-BF11-489B-8FB6-73DBDEA83D08}" dt="2023-08-12T13:06:27.387" v="263" actId="1076"/>
          <ac:spMkLst>
            <pc:docMk/>
            <pc:sldMk cId="3306026511" sldId="293"/>
            <ac:spMk id="2" creationId="{00000000-0000-0000-0000-000000000000}"/>
          </ac:spMkLst>
        </pc:spChg>
        <pc:spChg chg="mod ord">
          <ac:chgData name="Majumdar, Abhijan (Cognizant)" userId="4bb79d37-e6fa-4d15-9b62-cf35cbb2da07" providerId="ADAL" clId="{67E2FD34-BF11-489B-8FB6-73DBDEA83D08}" dt="2023-08-12T13:06:24.819" v="262" actId="1076"/>
          <ac:spMkLst>
            <pc:docMk/>
            <pc:sldMk cId="3306026511" sldId="293"/>
            <ac:spMk id="3" creationId="{00000000-0000-0000-0000-000000000000}"/>
          </ac:spMkLst>
        </pc:spChg>
        <pc:spChg chg="mod ord">
          <ac:chgData name="Majumdar, Abhijan (Cognizant)" userId="4bb79d37-e6fa-4d15-9b62-cf35cbb2da07" providerId="ADAL" clId="{67E2FD34-BF11-489B-8FB6-73DBDEA83D08}" dt="2023-08-12T13:06:15.956" v="259" actId="700"/>
          <ac:spMkLst>
            <pc:docMk/>
            <pc:sldMk cId="3306026511" sldId="293"/>
            <ac:spMk id="4" creationId="{00000000-0000-0000-0000-000000000000}"/>
          </ac:spMkLst>
        </pc:spChg>
        <pc:spChg chg="mod ord">
          <ac:chgData name="Majumdar, Abhijan (Cognizant)" userId="4bb79d37-e6fa-4d15-9b62-cf35cbb2da07" providerId="ADAL" clId="{67E2FD34-BF11-489B-8FB6-73DBDEA83D08}" dt="2023-08-12T13:06:31.966" v="269" actId="20577"/>
          <ac:spMkLst>
            <pc:docMk/>
            <pc:sldMk cId="3306026511" sldId="293"/>
            <ac:spMk id="5" creationId="{00000000-0000-0000-0000-000000000000}"/>
          </ac:spMkLst>
        </pc:spChg>
        <pc:picChg chg="mod">
          <ac:chgData name="Majumdar, Abhijan (Cognizant)" userId="4bb79d37-e6fa-4d15-9b62-cf35cbb2da07" providerId="ADAL" clId="{67E2FD34-BF11-489B-8FB6-73DBDEA83D08}" dt="2023-08-12T13:06:29.989" v="265" actId="1076"/>
          <ac:picMkLst>
            <pc:docMk/>
            <pc:sldMk cId="3306026511" sldId="293"/>
            <ac:picMk id="13" creationId="{BB7FAA1C-54E7-E333-F13D-DFF2485600A3}"/>
          </ac:picMkLst>
        </pc:picChg>
      </pc:sldChg>
      <pc:sldChg chg="modSp mod chgLayout">
        <pc:chgData name="Majumdar, Abhijan (Cognizant)" userId="4bb79d37-e6fa-4d15-9b62-cf35cbb2da07" providerId="ADAL" clId="{67E2FD34-BF11-489B-8FB6-73DBDEA83D08}" dt="2023-08-12T12:53:46.460" v="107" actId="20577"/>
        <pc:sldMkLst>
          <pc:docMk/>
          <pc:sldMk cId="3486296126" sldId="295"/>
        </pc:sldMkLst>
        <pc:spChg chg="mod ord">
          <ac:chgData name="Majumdar, Abhijan (Cognizant)" userId="4bb79d37-e6fa-4d15-9b62-cf35cbb2da07" providerId="ADAL" clId="{67E2FD34-BF11-489B-8FB6-73DBDEA83D08}" dt="2023-08-12T12:53:37.231" v="95" actId="20577"/>
          <ac:spMkLst>
            <pc:docMk/>
            <pc:sldMk cId="3486296126" sldId="295"/>
            <ac:spMk id="2" creationId="{00000000-0000-0000-0000-000000000000}"/>
          </ac:spMkLst>
        </pc:spChg>
        <pc:spChg chg="mod ord">
          <ac:chgData name="Majumdar, Abhijan (Cognizant)" userId="4bb79d37-e6fa-4d15-9b62-cf35cbb2da07" providerId="ADAL" clId="{67E2FD34-BF11-489B-8FB6-73DBDEA83D08}" dt="2023-08-12T12:53:17.464" v="90" actId="1076"/>
          <ac:spMkLst>
            <pc:docMk/>
            <pc:sldMk cId="3486296126" sldId="295"/>
            <ac:spMk id="3" creationId="{00000000-0000-0000-0000-000000000000}"/>
          </ac:spMkLst>
        </pc:spChg>
        <pc:spChg chg="mod ord">
          <ac:chgData name="Majumdar, Abhijan (Cognizant)" userId="4bb79d37-e6fa-4d15-9b62-cf35cbb2da07" providerId="ADAL" clId="{67E2FD34-BF11-489B-8FB6-73DBDEA83D08}" dt="2023-08-12T12:53:09.039" v="87" actId="700"/>
          <ac:spMkLst>
            <pc:docMk/>
            <pc:sldMk cId="3486296126" sldId="295"/>
            <ac:spMk id="4" creationId="{00000000-0000-0000-0000-000000000000}"/>
          </ac:spMkLst>
        </pc:spChg>
        <pc:spChg chg="mod ord">
          <ac:chgData name="Majumdar, Abhijan (Cognizant)" userId="4bb79d37-e6fa-4d15-9b62-cf35cbb2da07" providerId="ADAL" clId="{67E2FD34-BF11-489B-8FB6-73DBDEA83D08}" dt="2023-08-12T12:53:46.460" v="107" actId="20577"/>
          <ac:spMkLst>
            <pc:docMk/>
            <pc:sldMk cId="3486296126" sldId="295"/>
            <ac:spMk id="5" creationId="{00000000-0000-0000-0000-000000000000}"/>
          </ac:spMkLst>
        </pc:spChg>
      </pc:sldChg>
      <pc:sldChg chg="modSp mod chgLayout">
        <pc:chgData name="Majumdar, Abhijan (Cognizant)" userId="4bb79d37-e6fa-4d15-9b62-cf35cbb2da07" providerId="ADAL" clId="{67E2FD34-BF11-489B-8FB6-73DBDEA83D08}" dt="2023-08-12T12:54:22.945" v="119" actId="1076"/>
        <pc:sldMkLst>
          <pc:docMk/>
          <pc:sldMk cId="1978417175" sldId="296"/>
        </pc:sldMkLst>
        <pc:spChg chg="mod ord">
          <ac:chgData name="Majumdar, Abhijan (Cognizant)" userId="4bb79d37-e6fa-4d15-9b62-cf35cbb2da07" providerId="ADAL" clId="{67E2FD34-BF11-489B-8FB6-73DBDEA83D08}" dt="2023-08-12T12:54:08.391" v="111" actId="1076"/>
          <ac:spMkLst>
            <pc:docMk/>
            <pc:sldMk cId="1978417175" sldId="296"/>
            <ac:spMk id="3" creationId="{00000000-0000-0000-0000-000000000000}"/>
          </ac:spMkLst>
        </pc:spChg>
        <pc:spChg chg="mod ord">
          <ac:chgData name="Majumdar, Abhijan (Cognizant)" userId="4bb79d37-e6fa-4d15-9b62-cf35cbb2da07" providerId="ADAL" clId="{67E2FD34-BF11-489B-8FB6-73DBDEA83D08}" dt="2023-08-12T12:54:00.818" v="108" actId="700"/>
          <ac:spMkLst>
            <pc:docMk/>
            <pc:sldMk cId="1978417175" sldId="296"/>
            <ac:spMk id="4" creationId="{00000000-0000-0000-0000-000000000000}"/>
          </ac:spMkLst>
        </pc:spChg>
        <pc:spChg chg="mod ord">
          <ac:chgData name="Majumdar, Abhijan (Cognizant)" userId="4bb79d37-e6fa-4d15-9b62-cf35cbb2da07" providerId="ADAL" clId="{67E2FD34-BF11-489B-8FB6-73DBDEA83D08}" dt="2023-08-12T12:54:16.600" v="117" actId="20577"/>
          <ac:spMkLst>
            <pc:docMk/>
            <pc:sldMk cId="1978417175" sldId="296"/>
            <ac:spMk id="5" creationId="{00000000-0000-0000-0000-000000000000}"/>
          </ac:spMkLst>
        </pc:spChg>
        <pc:spChg chg="mod">
          <ac:chgData name="Majumdar, Abhijan (Cognizant)" userId="4bb79d37-e6fa-4d15-9b62-cf35cbb2da07" providerId="ADAL" clId="{67E2FD34-BF11-489B-8FB6-73DBDEA83D08}" dt="2023-08-12T12:54:20.728" v="118" actId="1076"/>
          <ac:spMkLst>
            <pc:docMk/>
            <pc:sldMk cId="1978417175" sldId="296"/>
            <ac:spMk id="7" creationId="{00000000-0000-0000-0000-000000000000}"/>
          </ac:spMkLst>
        </pc:spChg>
        <pc:spChg chg="mod">
          <ac:chgData name="Majumdar, Abhijan (Cognizant)" userId="4bb79d37-e6fa-4d15-9b62-cf35cbb2da07" providerId="ADAL" clId="{67E2FD34-BF11-489B-8FB6-73DBDEA83D08}" dt="2023-08-12T12:54:22.945" v="119" actId="1076"/>
          <ac:spMkLst>
            <pc:docMk/>
            <pc:sldMk cId="1978417175" sldId="296"/>
            <ac:spMk id="8" creationId="{00000000-0000-0000-0000-000000000000}"/>
          </ac:spMkLst>
        </pc:spChg>
      </pc:sldChg>
      <pc:sldChg chg="modSp mod chgLayout">
        <pc:chgData name="Majumdar, Abhijan (Cognizant)" userId="4bb79d37-e6fa-4d15-9b62-cf35cbb2da07" providerId="ADAL" clId="{67E2FD34-BF11-489B-8FB6-73DBDEA83D08}" dt="2023-08-12T12:54:53.053" v="129" actId="20577"/>
        <pc:sldMkLst>
          <pc:docMk/>
          <pc:sldMk cId="2416103869" sldId="297"/>
        </pc:sldMkLst>
        <pc:spChg chg="mod ord">
          <ac:chgData name="Majumdar, Abhijan (Cognizant)" userId="4bb79d37-e6fa-4d15-9b62-cf35cbb2da07" providerId="ADAL" clId="{67E2FD34-BF11-489B-8FB6-73DBDEA83D08}" dt="2023-08-12T12:54:43.278" v="123" actId="1076"/>
          <ac:spMkLst>
            <pc:docMk/>
            <pc:sldMk cId="2416103869" sldId="297"/>
            <ac:spMk id="3" creationId="{00000000-0000-0000-0000-000000000000}"/>
          </ac:spMkLst>
        </pc:spChg>
        <pc:spChg chg="mod ord">
          <ac:chgData name="Majumdar, Abhijan (Cognizant)" userId="4bb79d37-e6fa-4d15-9b62-cf35cbb2da07" providerId="ADAL" clId="{67E2FD34-BF11-489B-8FB6-73DBDEA83D08}" dt="2023-08-12T12:54:35.018" v="120" actId="700"/>
          <ac:spMkLst>
            <pc:docMk/>
            <pc:sldMk cId="2416103869" sldId="297"/>
            <ac:spMk id="4" creationId="{00000000-0000-0000-0000-000000000000}"/>
          </ac:spMkLst>
        </pc:spChg>
        <pc:spChg chg="mod ord">
          <ac:chgData name="Majumdar, Abhijan (Cognizant)" userId="4bb79d37-e6fa-4d15-9b62-cf35cbb2da07" providerId="ADAL" clId="{67E2FD34-BF11-489B-8FB6-73DBDEA83D08}" dt="2023-08-12T12:54:53.053" v="129" actId="20577"/>
          <ac:spMkLst>
            <pc:docMk/>
            <pc:sldMk cId="2416103869" sldId="297"/>
            <ac:spMk id="5" creationId="{00000000-0000-0000-0000-000000000000}"/>
          </ac:spMkLst>
        </pc:spChg>
        <pc:spChg chg="mod">
          <ac:chgData name="Majumdar, Abhijan (Cognizant)" userId="4bb79d37-e6fa-4d15-9b62-cf35cbb2da07" providerId="ADAL" clId="{67E2FD34-BF11-489B-8FB6-73DBDEA83D08}" dt="2023-08-12T12:54:46.346" v="124" actId="1076"/>
          <ac:spMkLst>
            <pc:docMk/>
            <pc:sldMk cId="2416103869" sldId="297"/>
            <ac:spMk id="7" creationId="{00000000-0000-0000-0000-000000000000}"/>
          </ac:spMkLst>
        </pc:spChg>
        <pc:spChg chg="mod">
          <ac:chgData name="Majumdar, Abhijan (Cognizant)" userId="4bb79d37-e6fa-4d15-9b62-cf35cbb2da07" providerId="ADAL" clId="{67E2FD34-BF11-489B-8FB6-73DBDEA83D08}" dt="2023-08-12T12:54:49.405" v="125" actId="1076"/>
          <ac:spMkLst>
            <pc:docMk/>
            <pc:sldMk cId="2416103869" sldId="297"/>
            <ac:spMk id="8" creationId="{00000000-0000-0000-0000-000000000000}"/>
          </ac:spMkLst>
        </pc:spChg>
      </pc:sldChg>
      <pc:sldChg chg="modSp mod chgLayout">
        <pc:chgData name="Majumdar, Abhijan (Cognizant)" userId="4bb79d37-e6fa-4d15-9b62-cf35cbb2da07" providerId="ADAL" clId="{67E2FD34-BF11-489B-8FB6-73DBDEA83D08}" dt="2023-08-12T12:55:49.591" v="148" actId="20577"/>
        <pc:sldMkLst>
          <pc:docMk/>
          <pc:sldMk cId="658907611" sldId="299"/>
        </pc:sldMkLst>
        <pc:spChg chg="mod ord">
          <ac:chgData name="Majumdar, Abhijan (Cognizant)" userId="4bb79d37-e6fa-4d15-9b62-cf35cbb2da07" providerId="ADAL" clId="{67E2FD34-BF11-489B-8FB6-73DBDEA83D08}" dt="2023-08-12T12:55:47.243" v="144" actId="1076"/>
          <ac:spMkLst>
            <pc:docMk/>
            <pc:sldMk cId="658907611" sldId="299"/>
            <ac:spMk id="2" creationId="{00000000-0000-0000-0000-000000000000}"/>
          </ac:spMkLst>
        </pc:spChg>
        <pc:spChg chg="mod ord">
          <ac:chgData name="Majumdar, Abhijan (Cognizant)" userId="4bb79d37-e6fa-4d15-9b62-cf35cbb2da07" providerId="ADAL" clId="{67E2FD34-BF11-489B-8FB6-73DBDEA83D08}" dt="2023-08-12T12:55:41.914" v="142" actId="1076"/>
          <ac:spMkLst>
            <pc:docMk/>
            <pc:sldMk cId="658907611" sldId="299"/>
            <ac:spMk id="3" creationId="{00000000-0000-0000-0000-000000000000}"/>
          </ac:spMkLst>
        </pc:spChg>
        <pc:spChg chg="mod ord">
          <ac:chgData name="Majumdar, Abhijan (Cognizant)" userId="4bb79d37-e6fa-4d15-9b62-cf35cbb2da07" providerId="ADAL" clId="{67E2FD34-BF11-489B-8FB6-73DBDEA83D08}" dt="2023-08-12T12:55:32.486" v="139" actId="700"/>
          <ac:spMkLst>
            <pc:docMk/>
            <pc:sldMk cId="658907611" sldId="299"/>
            <ac:spMk id="4" creationId="{00000000-0000-0000-0000-000000000000}"/>
          </ac:spMkLst>
        </pc:spChg>
        <pc:spChg chg="mod ord">
          <ac:chgData name="Majumdar, Abhijan (Cognizant)" userId="4bb79d37-e6fa-4d15-9b62-cf35cbb2da07" providerId="ADAL" clId="{67E2FD34-BF11-489B-8FB6-73DBDEA83D08}" dt="2023-08-12T12:55:49.591" v="148" actId="20577"/>
          <ac:spMkLst>
            <pc:docMk/>
            <pc:sldMk cId="658907611" sldId="299"/>
            <ac:spMk id="5" creationId="{00000000-0000-0000-0000-000000000000}"/>
          </ac:spMkLst>
        </pc:spChg>
      </pc:sldChg>
      <pc:sldChg chg="addSp delSp modSp mod modClrScheme chgLayout">
        <pc:chgData name="Majumdar, Abhijan (Cognizant)" userId="4bb79d37-e6fa-4d15-9b62-cf35cbb2da07" providerId="ADAL" clId="{67E2FD34-BF11-489B-8FB6-73DBDEA83D08}" dt="2023-08-12T12:48:16.510" v="68" actId="20577"/>
        <pc:sldMkLst>
          <pc:docMk/>
          <pc:sldMk cId="3914721899" sldId="301"/>
        </pc:sldMkLst>
        <pc:spChg chg="add del mod ord">
          <ac:chgData name="Majumdar, Abhijan (Cognizant)" userId="4bb79d37-e6fa-4d15-9b62-cf35cbb2da07" providerId="ADAL" clId="{67E2FD34-BF11-489B-8FB6-73DBDEA83D08}" dt="2023-08-12T12:47:46.084" v="60" actId="21"/>
          <ac:spMkLst>
            <pc:docMk/>
            <pc:sldMk cId="3914721899" sldId="301"/>
            <ac:spMk id="2" creationId="{BB1DD9B0-E628-AAFF-4D60-14C43490CB7A}"/>
          </ac:spMkLst>
        </pc:spChg>
        <pc:spChg chg="add del mod ord">
          <ac:chgData name="Majumdar, Abhijan (Cognizant)" userId="4bb79d37-e6fa-4d15-9b62-cf35cbb2da07" providerId="ADAL" clId="{67E2FD34-BF11-489B-8FB6-73DBDEA83D08}" dt="2023-08-12T12:47:50.232" v="61" actId="21"/>
          <ac:spMkLst>
            <pc:docMk/>
            <pc:sldMk cId="3914721899" sldId="301"/>
            <ac:spMk id="3" creationId="{175D9DBA-011F-46F7-E3CC-86915785665B}"/>
          </ac:spMkLst>
        </pc:spChg>
        <pc:spChg chg="mod ord">
          <ac:chgData name="Majumdar, Abhijan (Cognizant)" userId="4bb79d37-e6fa-4d15-9b62-cf35cbb2da07" providerId="ADAL" clId="{67E2FD34-BF11-489B-8FB6-73DBDEA83D08}" dt="2023-08-12T12:48:16.510" v="68" actId="20577"/>
          <ac:spMkLst>
            <pc:docMk/>
            <pc:sldMk cId="3914721899" sldId="301"/>
            <ac:spMk id="4" creationId="{00000000-0000-0000-0000-000000000000}"/>
          </ac:spMkLst>
        </pc:spChg>
        <pc:spChg chg="mod ord">
          <ac:chgData name="Majumdar, Abhijan (Cognizant)" userId="4bb79d37-e6fa-4d15-9b62-cf35cbb2da07" providerId="ADAL" clId="{67E2FD34-BF11-489B-8FB6-73DBDEA83D08}" dt="2023-08-12T12:47:40.320" v="59" actId="700"/>
          <ac:spMkLst>
            <pc:docMk/>
            <pc:sldMk cId="3914721899" sldId="301"/>
            <ac:spMk id="5" creationId="{00000000-0000-0000-0000-000000000000}"/>
          </ac:spMkLst>
        </pc:spChg>
        <pc:spChg chg="mod">
          <ac:chgData name="Majumdar, Abhijan (Cognizant)" userId="4bb79d37-e6fa-4d15-9b62-cf35cbb2da07" providerId="ADAL" clId="{67E2FD34-BF11-489B-8FB6-73DBDEA83D08}" dt="2023-08-12T12:48:11.399" v="64" actId="1076"/>
          <ac:spMkLst>
            <pc:docMk/>
            <pc:sldMk cId="3914721899" sldId="301"/>
            <ac:spMk id="6" creationId="{00000000-0000-0000-0000-000000000000}"/>
          </ac:spMkLst>
        </pc:spChg>
        <pc:spChg chg="add mod ord">
          <ac:chgData name="Majumdar, Abhijan (Cognizant)" userId="4bb79d37-e6fa-4d15-9b62-cf35cbb2da07" providerId="ADAL" clId="{67E2FD34-BF11-489B-8FB6-73DBDEA83D08}" dt="2023-08-12T12:47:40.320" v="59" actId="700"/>
          <ac:spMkLst>
            <pc:docMk/>
            <pc:sldMk cId="3914721899" sldId="301"/>
            <ac:spMk id="7" creationId="{11DC6F76-2E9C-B080-D836-50A68258EE98}"/>
          </ac:spMkLst>
        </pc:spChg>
      </pc:sldChg>
      <pc:sldChg chg="addSp delSp modSp mod modClrScheme chgLayout">
        <pc:chgData name="Majumdar, Abhijan (Cognizant)" userId="4bb79d37-e6fa-4d15-9b62-cf35cbb2da07" providerId="ADAL" clId="{67E2FD34-BF11-489B-8FB6-73DBDEA83D08}" dt="2023-08-12T12:56:38.851" v="161" actId="14100"/>
        <pc:sldMkLst>
          <pc:docMk/>
          <pc:sldMk cId="1692571288" sldId="302"/>
        </pc:sldMkLst>
        <pc:spChg chg="add del mod ord">
          <ac:chgData name="Majumdar, Abhijan (Cognizant)" userId="4bb79d37-e6fa-4d15-9b62-cf35cbb2da07" providerId="ADAL" clId="{67E2FD34-BF11-489B-8FB6-73DBDEA83D08}" dt="2023-08-12T12:55:59.696" v="150" actId="21"/>
          <ac:spMkLst>
            <pc:docMk/>
            <pc:sldMk cId="1692571288" sldId="302"/>
            <ac:spMk id="2" creationId="{B76C2140-E71A-2665-6907-A7DFDC116408}"/>
          </ac:spMkLst>
        </pc:spChg>
        <pc:spChg chg="add del mod ord">
          <ac:chgData name="Majumdar, Abhijan (Cognizant)" userId="4bb79d37-e6fa-4d15-9b62-cf35cbb2da07" providerId="ADAL" clId="{67E2FD34-BF11-489B-8FB6-73DBDEA83D08}" dt="2023-08-12T12:56:04.709" v="151" actId="21"/>
          <ac:spMkLst>
            <pc:docMk/>
            <pc:sldMk cId="1692571288" sldId="302"/>
            <ac:spMk id="3" creationId="{E672957C-2931-8CD3-6A42-ABE8DE889D0F}"/>
          </ac:spMkLst>
        </pc:spChg>
        <pc:spChg chg="mod ord">
          <ac:chgData name="Majumdar, Abhijan (Cognizant)" userId="4bb79d37-e6fa-4d15-9b62-cf35cbb2da07" providerId="ADAL" clId="{67E2FD34-BF11-489B-8FB6-73DBDEA83D08}" dt="2023-08-12T12:56:12.963" v="158" actId="20577"/>
          <ac:spMkLst>
            <pc:docMk/>
            <pc:sldMk cId="1692571288" sldId="302"/>
            <ac:spMk id="4" creationId="{00000000-0000-0000-0000-000000000000}"/>
          </ac:spMkLst>
        </pc:spChg>
        <pc:spChg chg="mod ord">
          <ac:chgData name="Majumdar, Abhijan (Cognizant)" userId="4bb79d37-e6fa-4d15-9b62-cf35cbb2da07" providerId="ADAL" clId="{67E2FD34-BF11-489B-8FB6-73DBDEA83D08}" dt="2023-08-12T12:55:57.407" v="149" actId="700"/>
          <ac:spMkLst>
            <pc:docMk/>
            <pc:sldMk cId="1692571288" sldId="302"/>
            <ac:spMk id="5" creationId="{00000000-0000-0000-0000-000000000000}"/>
          </ac:spMkLst>
        </pc:spChg>
        <pc:spChg chg="mod">
          <ac:chgData name="Majumdar, Abhijan (Cognizant)" userId="4bb79d37-e6fa-4d15-9b62-cf35cbb2da07" providerId="ADAL" clId="{67E2FD34-BF11-489B-8FB6-73DBDEA83D08}" dt="2023-08-12T12:56:38.851" v="161" actId="14100"/>
          <ac:spMkLst>
            <pc:docMk/>
            <pc:sldMk cId="1692571288" sldId="302"/>
            <ac:spMk id="6" creationId="{00000000-0000-0000-0000-000000000000}"/>
          </ac:spMkLst>
        </pc:spChg>
        <pc:spChg chg="add mod ord">
          <ac:chgData name="Majumdar, Abhijan (Cognizant)" userId="4bb79d37-e6fa-4d15-9b62-cf35cbb2da07" providerId="ADAL" clId="{67E2FD34-BF11-489B-8FB6-73DBDEA83D08}" dt="2023-08-12T12:55:57.407" v="149" actId="700"/>
          <ac:spMkLst>
            <pc:docMk/>
            <pc:sldMk cId="1692571288" sldId="302"/>
            <ac:spMk id="7" creationId="{720FE21D-9151-A40C-BBF0-51F1740985C5}"/>
          </ac:spMkLst>
        </pc:spChg>
      </pc:sldChg>
      <pc:sldChg chg="addSp delSp modSp mod modClrScheme chgLayout">
        <pc:chgData name="Majumdar, Abhijan (Cognizant)" userId="4bb79d37-e6fa-4d15-9b62-cf35cbb2da07" providerId="ADAL" clId="{67E2FD34-BF11-489B-8FB6-73DBDEA83D08}" dt="2023-08-12T13:00:58.590" v="230" actId="20577"/>
        <pc:sldMkLst>
          <pc:docMk/>
          <pc:sldMk cId="2880967722" sldId="303"/>
        </pc:sldMkLst>
        <pc:spChg chg="add del mod ord">
          <ac:chgData name="Majumdar, Abhijan (Cognizant)" userId="4bb79d37-e6fa-4d15-9b62-cf35cbb2da07" providerId="ADAL" clId="{67E2FD34-BF11-489B-8FB6-73DBDEA83D08}" dt="2023-08-12T13:00:07.298" v="213" actId="21"/>
          <ac:spMkLst>
            <pc:docMk/>
            <pc:sldMk cId="2880967722" sldId="303"/>
            <ac:spMk id="2" creationId="{26CBBB98-9EC1-3108-388B-D13A8CA07B57}"/>
          </ac:spMkLst>
        </pc:spChg>
        <pc:spChg chg="add del mod ord">
          <ac:chgData name="Majumdar, Abhijan (Cognizant)" userId="4bb79d37-e6fa-4d15-9b62-cf35cbb2da07" providerId="ADAL" clId="{67E2FD34-BF11-489B-8FB6-73DBDEA83D08}" dt="2023-08-12T13:00:10.126" v="214" actId="21"/>
          <ac:spMkLst>
            <pc:docMk/>
            <pc:sldMk cId="2880967722" sldId="303"/>
            <ac:spMk id="3" creationId="{5D16D6D6-044E-8556-F6D8-4FDE7D869FE4}"/>
          </ac:spMkLst>
        </pc:spChg>
        <pc:spChg chg="mod ord">
          <ac:chgData name="Majumdar, Abhijan (Cognizant)" userId="4bb79d37-e6fa-4d15-9b62-cf35cbb2da07" providerId="ADAL" clId="{67E2FD34-BF11-489B-8FB6-73DBDEA83D08}" dt="2023-08-12T13:00:58.590" v="230" actId="20577"/>
          <ac:spMkLst>
            <pc:docMk/>
            <pc:sldMk cId="2880967722" sldId="303"/>
            <ac:spMk id="4" creationId="{00000000-0000-0000-0000-000000000000}"/>
          </ac:spMkLst>
        </pc:spChg>
        <pc:spChg chg="mod ord">
          <ac:chgData name="Majumdar, Abhijan (Cognizant)" userId="4bb79d37-e6fa-4d15-9b62-cf35cbb2da07" providerId="ADAL" clId="{67E2FD34-BF11-489B-8FB6-73DBDEA83D08}" dt="2023-08-12T13:00:02.124" v="212" actId="700"/>
          <ac:spMkLst>
            <pc:docMk/>
            <pc:sldMk cId="2880967722" sldId="303"/>
            <ac:spMk id="5" creationId="{00000000-0000-0000-0000-000000000000}"/>
          </ac:spMkLst>
        </pc:spChg>
        <pc:spChg chg="mod">
          <ac:chgData name="Majumdar, Abhijan (Cognizant)" userId="4bb79d37-e6fa-4d15-9b62-cf35cbb2da07" providerId="ADAL" clId="{67E2FD34-BF11-489B-8FB6-73DBDEA83D08}" dt="2023-08-12T13:00:28.346" v="217" actId="1076"/>
          <ac:spMkLst>
            <pc:docMk/>
            <pc:sldMk cId="2880967722" sldId="303"/>
            <ac:spMk id="6" creationId="{00000000-0000-0000-0000-000000000000}"/>
          </ac:spMkLst>
        </pc:spChg>
        <pc:spChg chg="add mod ord">
          <ac:chgData name="Majumdar, Abhijan (Cognizant)" userId="4bb79d37-e6fa-4d15-9b62-cf35cbb2da07" providerId="ADAL" clId="{67E2FD34-BF11-489B-8FB6-73DBDEA83D08}" dt="2023-08-12T13:00:02.124" v="212" actId="700"/>
          <ac:spMkLst>
            <pc:docMk/>
            <pc:sldMk cId="2880967722" sldId="303"/>
            <ac:spMk id="7" creationId="{CAD4C3B0-4013-03EA-9DF2-E4AE821814B6}"/>
          </ac:spMkLst>
        </pc:spChg>
      </pc:sldChg>
      <pc:sldChg chg="modSp mod chgLayout">
        <pc:chgData name="Majumdar, Abhijan (Cognizant)" userId="4bb79d37-e6fa-4d15-9b62-cf35cbb2da07" providerId="ADAL" clId="{67E2FD34-BF11-489B-8FB6-73DBDEA83D08}" dt="2023-08-12T12:57:46.240" v="179" actId="20577"/>
        <pc:sldMkLst>
          <pc:docMk/>
          <pc:sldMk cId="140666554" sldId="304"/>
        </pc:sldMkLst>
        <pc:spChg chg="mod ord">
          <ac:chgData name="Majumdar, Abhijan (Cognizant)" userId="4bb79d37-e6fa-4d15-9b62-cf35cbb2da07" providerId="ADAL" clId="{67E2FD34-BF11-489B-8FB6-73DBDEA83D08}" dt="2023-08-12T12:57:43.930" v="175" actId="1076"/>
          <ac:spMkLst>
            <pc:docMk/>
            <pc:sldMk cId="140666554" sldId="304"/>
            <ac:spMk id="2" creationId="{00000000-0000-0000-0000-000000000000}"/>
          </ac:spMkLst>
        </pc:spChg>
        <pc:spChg chg="mod ord">
          <ac:chgData name="Majumdar, Abhijan (Cognizant)" userId="4bb79d37-e6fa-4d15-9b62-cf35cbb2da07" providerId="ADAL" clId="{67E2FD34-BF11-489B-8FB6-73DBDEA83D08}" dt="2023-08-12T12:57:41.994" v="174" actId="1076"/>
          <ac:spMkLst>
            <pc:docMk/>
            <pc:sldMk cId="140666554" sldId="304"/>
            <ac:spMk id="3" creationId="{00000000-0000-0000-0000-000000000000}"/>
          </ac:spMkLst>
        </pc:spChg>
        <pc:spChg chg="mod ord">
          <ac:chgData name="Majumdar, Abhijan (Cognizant)" userId="4bb79d37-e6fa-4d15-9b62-cf35cbb2da07" providerId="ADAL" clId="{67E2FD34-BF11-489B-8FB6-73DBDEA83D08}" dt="2023-08-12T12:57:34.168" v="171" actId="700"/>
          <ac:spMkLst>
            <pc:docMk/>
            <pc:sldMk cId="140666554" sldId="304"/>
            <ac:spMk id="4" creationId="{00000000-0000-0000-0000-000000000000}"/>
          </ac:spMkLst>
        </pc:spChg>
        <pc:spChg chg="mod ord">
          <ac:chgData name="Majumdar, Abhijan (Cognizant)" userId="4bb79d37-e6fa-4d15-9b62-cf35cbb2da07" providerId="ADAL" clId="{67E2FD34-BF11-489B-8FB6-73DBDEA83D08}" dt="2023-08-12T12:57:46.240" v="179" actId="20577"/>
          <ac:spMkLst>
            <pc:docMk/>
            <pc:sldMk cId="140666554" sldId="304"/>
            <ac:spMk id="5" creationId="{00000000-0000-0000-0000-000000000000}"/>
          </ac:spMkLst>
        </pc:spChg>
      </pc:sldChg>
      <pc:sldChg chg="modSp mod chgLayout">
        <pc:chgData name="Majumdar, Abhijan (Cognizant)" userId="4bb79d37-e6fa-4d15-9b62-cf35cbb2da07" providerId="ADAL" clId="{67E2FD34-BF11-489B-8FB6-73DBDEA83D08}" dt="2023-08-12T12:58:32.986" v="191" actId="20577"/>
        <pc:sldMkLst>
          <pc:docMk/>
          <pc:sldMk cId="1462384316" sldId="305"/>
        </pc:sldMkLst>
        <pc:spChg chg="mod ord">
          <ac:chgData name="Majumdar, Abhijan (Cognizant)" userId="4bb79d37-e6fa-4d15-9b62-cf35cbb2da07" providerId="ADAL" clId="{67E2FD34-BF11-489B-8FB6-73DBDEA83D08}" dt="2023-08-12T12:58:14.346" v="185" actId="1076"/>
          <ac:spMkLst>
            <pc:docMk/>
            <pc:sldMk cId="1462384316" sldId="305"/>
            <ac:spMk id="2" creationId="{00000000-0000-0000-0000-000000000000}"/>
          </ac:spMkLst>
        </pc:spChg>
        <pc:spChg chg="mod ord">
          <ac:chgData name="Majumdar, Abhijan (Cognizant)" userId="4bb79d37-e6fa-4d15-9b62-cf35cbb2da07" providerId="ADAL" clId="{67E2FD34-BF11-489B-8FB6-73DBDEA83D08}" dt="2023-08-12T12:58:04.339" v="183" actId="1076"/>
          <ac:spMkLst>
            <pc:docMk/>
            <pc:sldMk cId="1462384316" sldId="305"/>
            <ac:spMk id="3" creationId="{00000000-0000-0000-0000-000000000000}"/>
          </ac:spMkLst>
        </pc:spChg>
        <pc:spChg chg="mod ord">
          <ac:chgData name="Majumdar, Abhijan (Cognizant)" userId="4bb79d37-e6fa-4d15-9b62-cf35cbb2da07" providerId="ADAL" clId="{67E2FD34-BF11-489B-8FB6-73DBDEA83D08}" dt="2023-08-12T12:57:56.023" v="180" actId="700"/>
          <ac:spMkLst>
            <pc:docMk/>
            <pc:sldMk cId="1462384316" sldId="305"/>
            <ac:spMk id="4" creationId="{00000000-0000-0000-0000-000000000000}"/>
          </ac:spMkLst>
        </pc:spChg>
        <pc:spChg chg="mod ord">
          <ac:chgData name="Majumdar, Abhijan (Cognizant)" userId="4bb79d37-e6fa-4d15-9b62-cf35cbb2da07" providerId="ADAL" clId="{67E2FD34-BF11-489B-8FB6-73DBDEA83D08}" dt="2023-08-12T12:58:32.986" v="191" actId="20577"/>
          <ac:spMkLst>
            <pc:docMk/>
            <pc:sldMk cId="1462384316" sldId="305"/>
            <ac:spMk id="5" creationId="{00000000-0000-0000-0000-000000000000}"/>
          </ac:spMkLst>
        </pc:spChg>
        <pc:picChg chg="mod">
          <ac:chgData name="Majumdar, Abhijan (Cognizant)" userId="4bb79d37-e6fa-4d15-9b62-cf35cbb2da07" providerId="ADAL" clId="{67E2FD34-BF11-489B-8FB6-73DBDEA83D08}" dt="2023-08-12T12:58:17.534" v="186" actId="1076"/>
          <ac:picMkLst>
            <pc:docMk/>
            <pc:sldMk cId="1462384316" sldId="305"/>
            <ac:picMk id="9" creationId="{AA545AF7-2C77-BE1C-AB76-719083792B93}"/>
          </ac:picMkLst>
        </pc:picChg>
        <pc:picChg chg="mod">
          <ac:chgData name="Majumdar, Abhijan (Cognizant)" userId="4bb79d37-e6fa-4d15-9b62-cf35cbb2da07" providerId="ADAL" clId="{67E2FD34-BF11-489B-8FB6-73DBDEA83D08}" dt="2023-08-12T12:58:22.542" v="187" actId="1076"/>
          <ac:picMkLst>
            <pc:docMk/>
            <pc:sldMk cId="1462384316" sldId="305"/>
            <ac:picMk id="11" creationId="{3168EB6A-FD66-0249-4802-2156E525DB04}"/>
          </ac:picMkLst>
        </pc:picChg>
      </pc:sldChg>
      <pc:sldChg chg="modSp mod chgLayout">
        <pc:chgData name="Majumdar, Abhijan (Cognizant)" userId="4bb79d37-e6fa-4d15-9b62-cf35cbb2da07" providerId="ADAL" clId="{67E2FD34-BF11-489B-8FB6-73DBDEA83D08}" dt="2023-08-12T12:59:18.335" v="200" actId="20577"/>
        <pc:sldMkLst>
          <pc:docMk/>
          <pc:sldMk cId="3683186177" sldId="306"/>
        </pc:sldMkLst>
        <pc:spChg chg="mod ord">
          <ac:chgData name="Majumdar, Abhijan (Cognizant)" userId="4bb79d37-e6fa-4d15-9b62-cf35cbb2da07" providerId="ADAL" clId="{67E2FD34-BF11-489B-8FB6-73DBDEA83D08}" dt="2023-08-12T12:59:14" v="196" actId="1076"/>
          <ac:spMkLst>
            <pc:docMk/>
            <pc:sldMk cId="3683186177" sldId="306"/>
            <ac:spMk id="2" creationId="{00000000-0000-0000-0000-000000000000}"/>
          </ac:spMkLst>
        </pc:spChg>
        <pc:spChg chg="mod ord">
          <ac:chgData name="Majumdar, Abhijan (Cognizant)" userId="4bb79d37-e6fa-4d15-9b62-cf35cbb2da07" providerId="ADAL" clId="{67E2FD34-BF11-489B-8FB6-73DBDEA83D08}" dt="2023-08-12T12:59:11.538" v="195" actId="1076"/>
          <ac:spMkLst>
            <pc:docMk/>
            <pc:sldMk cId="3683186177" sldId="306"/>
            <ac:spMk id="3" creationId="{00000000-0000-0000-0000-000000000000}"/>
          </ac:spMkLst>
        </pc:spChg>
        <pc:spChg chg="mod ord">
          <ac:chgData name="Majumdar, Abhijan (Cognizant)" userId="4bb79d37-e6fa-4d15-9b62-cf35cbb2da07" providerId="ADAL" clId="{67E2FD34-BF11-489B-8FB6-73DBDEA83D08}" dt="2023-08-12T12:59:02.930" v="192" actId="700"/>
          <ac:spMkLst>
            <pc:docMk/>
            <pc:sldMk cId="3683186177" sldId="306"/>
            <ac:spMk id="4" creationId="{00000000-0000-0000-0000-000000000000}"/>
          </ac:spMkLst>
        </pc:spChg>
        <pc:spChg chg="mod ord">
          <ac:chgData name="Majumdar, Abhijan (Cognizant)" userId="4bb79d37-e6fa-4d15-9b62-cf35cbb2da07" providerId="ADAL" clId="{67E2FD34-BF11-489B-8FB6-73DBDEA83D08}" dt="2023-08-12T12:59:18.335" v="200" actId="20577"/>
          <ac:spMkLst>
            <pc:docMk/>
            <pc:sldMk cId="3683186177" sldId="306"/>
            <ac:spMk id="5" creationId="{00000000-0000-0000-0000-000000000000}"/>
          </ac:spMkLst>
        </pc:spChg>
      </pc:sldChg>
      <pc:sldChg chg="modSp mod modClrScheme chgLayout">
        <pc:chgData name="Majumdar, Abhijan (Cognizant)" userId="4bb79d37-e6fa-4d15-9b62-cf35cbb2da07" providerId="ADAL" clId="{67E2FD34-BF11-489B-8FB6-73DBDEA83D08}" dt="2023-08-12T13:24:47.983" v="418" actId="20577"/>
        <pc:sldMkLst>
          <pc:docMk/>
          <pc:sldMk cId="2504334678" sldId="308"/>
        </pc:sldMkLst>
        <pc:spChg chg="mod ord">
          <ac:chgData name="Majumdar, Abhijan (Cognizant)" userId="4bb79d37-e6fa-4d15-9b62-cf35cbb2da07" providerId="ADAL" clId="{67E2FD34-BF11-489B-8FB6-73DBDEA83D08}" dt="2023-08-12T13:24:33.373" v="413" actId="1076"/>
          <ac:spMkLst>
            <pc:docMk/>
            <pc:sldMk cId="2504334678" sldId="308"/>
            <ac:spMk id="2" creationId="{00000000-0000-0000-0000-000000000000}"/>
          </ac:spMkLst>
        </pc:spChg>
        <pc:spChg chg="mod ord">
          <ac:chgData name="Majumdar, Abhijan (Cognizant)" userId="4bb79d37-e6fa-4d15-9b62-cf35cbb2da07" providerId="ADAL" clId="{67E2FD34-BF11-489B-8FB6-73DBDEA83D08}" dt="2023-08-12T13:24:30.328" v="412" actId="1076"/>
          <ac:spMkLst>
            <pc:docMk/>
            <pc:sldMk cId="2504334678" sldId="308"/>
            <ac:spMk id="3" creationId="{00000000-0000-0000-0000-000000000000}"/>
          </ac:spMkLst>
        </pc:spChg>
        <pc:spChg chg="mod ord">
          <ac:chgData name="Majumdar, Abhijan (Cognizant)" userId="4bb79d37-e6fa-4d15-9b62-cf35cbb2da07" providerId="ADAL" clId="{67E2FD34-BF11-489B-8FB6-73DBDEA83D08}" dt="2023-08-12T13:24:24.202" v="410" actId="700"/>
          <ac:spMkLst>
            <pc:docMk/>
            <pc:sldMk cId="2504334678" sldId="308"/>
            <ac:spMk id="4" creationId="{00000000-0000-0000-0000-000000000000}"/>
          </ac:spMkLst>
        </pc:spChg>
        <pc:spChg chg="mod ord">
          <ac:chgData name="Majumdar, Abhijan (Cognizant)" userId="4bb79d37-e6fa-4d15-9b62-cf35cbb2da07" providerId="ADAL" clId="{67E2FD34-BF11-489B-8FB6-73DBDEA83D08}" dt="2023-08-12T13:24:47.983" v="418" actId="20577"/>
          <ac:spMkLst>
            <pc:docMk/>
            <pc:sldMk cId="2504334678" sldId="308"/>
            <ac:spMk id="5" creationId="{00000000-0000-0000-0000-000000000000}"/>
          </ac:spMkLst>
        </pc:spChg>
        <pc:spChg chg="mod">
          <ac:chgData name="Majumdar, Abhijan (Cognizant)" userId="4bb79d37-e6fa-4d15-9b62-cf35cbb2da07" providerId="ADAL" clId="{67E2FD34-BF11-489B-8FB6-73DBDEA83D08}" dt="2023-08-12T13:24:36.608" v="414" actId="1076"/>
          <ac:spMkLst>
            <pc:docMk/>
            <pc:sldMk cId="2504334678" sldId="308"/>
            <ac:spMk id="7" creationId="{00000000-0000-0000-0000-000000000000}"/>
          </ac:spMkLst>
        </pc:spChg>
      </pc:sldChg>
      <pc:sldChg chg="modSp mod chgLayout">
        <pc:chgData name="Majumdar, Abhijan (Cognizant)" userId="4bb79d37-e6fa-4d15-9b62-cf35cbb2da07" providerId="ADAL" clId="{67E2FD34-BF11-489B-8FB6-73DBDEA83D08}" dt="2023-08-12T13:05:16.776" v="245" actId="5793"/>
        <pc:sldMkLst>
          <pc:docMk/>
          <pc:sldMk cId="890837333" sldId="309"/>
        </pc:sldMkLst>
        <pc:spChg chg="mod ord">
          <ac:chgData name="Majumdar, Abhijan (Cognizant)" userId="4bb79d37-e6fa-4d15-9b62-cf35cbb2da07" providerId="ADAL" clId="{67E2FD34-BF11-489B-8FB6-73DBDEA83D08}" dt="2023-08-12T13:05:16.776" v="245" actId="5793"/>
          <ac:spMkLst>
            <pc:docMk/>
            <pc:sldMk cId="890837333" sldId="309"/>
            <ac:spMk id="2" creationId="{00000000-0000-0000-0000-000000000000}"/>
          </ac:spMkLst>
        </pc:spChg>
        <pc:spChg chg="mod ord">
          <ac:chgData name="Majumdar, Abhijan (Cognizant)" userId="4bb79d37-e6fa-4d15-9b62-cf35cbb2da07" providerId="ADAL" clId="{67E2FD34-BF11-489B-8FB6-73DBDEA83D08}" dt="2023-08-12T13:04:56.224" v="236" actId="1076"/>
          <ac:spMkLst>
            <pc:docMk/>
            <pc:sldMk cId="890837333" sldId="309"/>
            <ac:spMk id="3" creationId="{00000000-0000-0000-0000-000000000000}"/>
          </ac:spMkLst>
        </pc:spChg>
        <pc:spChg chg="mod ord">
          <ac:chgData name="Majumdar, Abhijan (Cognizant)" userId="4bb79d37-e6fa-4d15-9b62-cf35cbb2da07" providerId="ADAL" clId="{67E2FD34-BF11-489B-8FB6-73DBDEA83D08}" dt="2023-08-12T13:04:40.617" v="231" actId="700"/>
          <ac:spMkLst>
            <pc:docMk/>
            <pc:sldMk cId="890837333" sldId="309"/>
            <ac:spMk id="4" creationId="{00000000-0000-0000-0000-000000000000}"/>
          </ac:spMkLst>
        </pc:spChg>
        <pc:spChg chg="mod ord">
          <ac:chgData name="Majumdar, Abhijan (Cognizant)" userId="4bb79d37-e6fa-4d15-9b62-cf35cbb2da07" providerId="ADAL" clId="{67E2FD34-BF11-489B-8FB6-73DBDEA83D08}" dt="2023-08-12T13:04:59.191" v="240" actId="20577"/>
          <ac:spMkLst>
            <pc:docMk/>
            <pc:sldMk cId="890837333" sldId="309"/>
            <ac:spMk id="5" creationId="{00000000-0000-0000-0000-000000000000}"/>
          </ac:spMkLst>
        </pc:spChg>
      </pc:sldChg>
      <pc:sldChg chg="modSp mod chgLayout">
        <pc:chgData name="Majumdar, Abhijan (Cognizant)" userId="4bb79d37-e6fa-4d15-9b62-cf35cbb2da07" providerId="ADAL" clId="{67E2FD34-BF11-489B-8FB6-73DBDEA83D08}" dt="2023-08-12T13:07:14.697" v="284" actId="5793"/>
        <pc:sldMkLst>
          <pc:docMk/>
          <pc:sldMk cId="2677750270" sldId="310"/>
        </pc:sldMkLst>
        <pc:spChg chg="mod ord">
          <ac:chgData name="Majumdar, Abhijan (Cognizant)" userId="4bb79d37-e6fa-4d15-9b62-cf35cbb2da07" providerId="ADAL" clId="{67E2FD34-BF11-489B-8FB6-73DBDEA83D08}" dt="2023-08-12T13:07:14.697" v="284" actId="5793"/>
          <ac:spMkLst>
            <pc:docMk/>
            <pc:sldMk cId="2677750270" sldId="310"/>
            <ac:spMk id="2" creationId="{00000000-0000-0000-0000-000000000000}"/>
          </ac:spMkLst>
        </pc:spChg>
        <pc:spChg chg="mod ord">
          <ac:chgData name="Majumdar, Abhijan (Cognizant)" userId="4bb79d37-e6fa-4d15-9b62-cf35cbb2da07" providerId="ADAL" clId="{67E2FD34-BF11-489B-8FB6-73DBDEA83D08}" dt="2023-08-12T13:06:56.668" v="273" actId="1076"/>
          <ac:spMkLst>
            <pc:docMk/>
            <pc:sldMk cId="2677750270" sldId="310"/>
            <ac:spMk id="3" creationId="{00000000-0000-0000-0000-000000000000}"/>
          </ac:spMkLst>
        </pc:spChg>
        <pc:spChg chg="mod ord">
          <ac:chgData name="Majumdar, Abhijan (Cognizant)" userId="4bb79d37-e6fa-4d15-9b62-cf35cbb2da07" providerId="ADAL" clId="{67E2FD34-BF11-489B-8FB6-73DBDEA83D08}" dt="2023-08-12T13:06:47.878" v="270" actId="700"/>
          <ac:spMkLst>
            <pc:docMk/>
            <pc:sldMk cId="2677750270" sldId="310"/>
            <ac:spMk id="4" creationId="{00000000-0000-0000-0000-000000000000}"/>
          </ac:spMkLst>
        </pc:spChg>
        <pc:spChg chg="mod ord">
          <ac:chgData name="Majumdar, Abhijan (Cognizant)" userId="4bb79d37-e6fa-4d15-9b62-cf35cbb2da07" providerId="ADAL" clId="{67E2FD34-BF11-489B-8FB6-73DBDEA83D08}" dt="2023-08-12T13:07:02.806" v="278" actId="20577"/>
          <ac:spMkLst>
            <pc:docMk/>
            <pc:sldMk cId="2677750270" sldId="310"/>
            <ac:spMk id="5" creationId="{00000000-0000-0000-0000-000000000000}"/>
          </ac:spMkLst>
        </pc:spChg>
      </pc:sldChg>
      <pc:sldChg chg="modSp mod chgLayout">
        <pc:chgData name="Majumdar, Abhijan (Cognizant)" userId="4bb79d37-e6fa-4d15-9b62-cf35cbb2da07" providerId="ADAL" clId="{67E2FD34-BF11-489B-8FB6-73DBDEA83D08}" dt="2023-08-12T13:08:46.848" v="313" actId="20577"/>
        <pc:sldMkLst>
          <pc:docMk/>
          <pc:sldMk cId="3927770849" sldId="311"/>
        </pc:sldMkLst>
        <pc:spChg chg="mod ord">
          <ac:chgData name="Majumdar, Abhijan (Cognizant)" userId="4bb79d37-e6fa-4d15-9b62-cf35cbb2da07" providerId="ADAL" clId="{67E2FD34-BF11-489B-8FB6-73DBDEA83D08}" dt="2023-08-12T13:08:42.943" v="309" actId="1076"/>
          <ac:spMkLst>
            <pc:docMk/>
            <pc:sldMk cId="3927770849" sldId="311"/>
            <ac:spMk id="2" creationId="{00000000-0000-0000-0000-000000000000}"/>
          </ac:spMkLst>
        </pc:spChg>
        <pc:spChg chg="mod ord">
          <ac:chgData name="Majumdar, Abhijan (Cognizant)" userId="4bb79d37-e6fa-4d15-9b62-cf35cbb2da07" providerId="ADAL" clId="{67E2FD34-BF11-489B-8FB6-73DBDEA83D08}" dt="2023-08-12T13:08:37.924" v="308" actId="1076"/>
          <ac:spMkLst>
            <pc:docMk/>
            <pc:sldMk cId="3927770849" sldId="311"/>
            <ac:spMk id="3" creationId="{00000000-0000-0000-0000-000000000000}"/>
          </ac:spMkLst>
        </pc:spChg>
        <pc:spChg chg="mod ord">
          <ac:chgData name="Majumdar, Abhijan (Cognizant)" userId="4bb79d37-e6fa-4d15-9b62-cf35cbb2da07" providerId="ADAL" clId="{67E2FD34-BF11-489B-8FB6-73DBDEA83D08}" dt="2023-08-12T13:08:30.053" v="305" actId="700"/>
          <ac:spMkLst>
            <pc:docMk/>
            <pc:sldMk cId="3927770849" sldId="311"/>
            <ac:spMk id="4" creationId="{00000000-0000-0000-0000-000000000000}"/>
          </ac:spMkLst>
        </pc:spChg>
        <pc:spChg chg="mod ord">
          <ac:chgData name="Majumdar, Abhijan (Cognizant)" userId="4bb79d37-e6fa-4d15-9b62-cf35cbb2da07" providerId="ADAL" clId="{67E2FD34-BF11-489B-8FB6-73DBDEA83D08}" dt="2023-08-12T13:08:46.848" v="313" actId="20577"/>
          <ac:spMkLst>
            <pc:docMk/>
            <pc:sldMk cId="3927770849" sldId="311"/>
            <ac:spMk id="5" creationId="{00000000-0000-0000-0000-000000000000}"/>
          </ac:spMkLst>
        </pc:spChg>
      </pc:sldChg>
      <pc:sldChg chg="addSp delSp modSp mod modClrScheme chgLayout">
        <pc:chgData name="Majumdar, Abhijan (Cognizant)" userId="4bb79d37-e6fa-4d15-9b62-cf35cbb2da07" providerId="ADAL" clId="{67E2FD34-BF11-489B-8FB6-73DBDEA83D08}" dt="2023-08-12T13:18:12.780" v="349"/>
        <pc:sldMkLst>
          <pc:docMk/>
          <pc:sldMk cId="891463788" sldId="312"/>
        </pc:sldMkLst>
        <pc:spChg chg="mod ord">
          <ac:chgData name="Majumdar, Abhijan (Cognizant)" userId="4bb79d37-e6fa-4d15-9b62-cf35cbb2da07" providerId="ADAL" clId="{67E2FD34-BF11-489B-8FB6-73DBDEA83D08}" dt="2023-08-12T13:13:39.802" v="326" actId="1076"/>
          <ac:spMkLst>
            <pc:docMk/>
            <pc:sldMk cId="891463788" sldId="312"/>
            <ac:spMk id="2" creationId="{00000000-0000-0000-0000-000000000000}"/>
          </ac:spMkLst>
        </pc:spChg>
        <pc:spChg chg="add mod">
          <ac:chgData name="Majumdar, Abhijan (Cognizant)" userId="4bb79d37-e6fa-4d15-9b62-cf35cbb2da07" providerId="ADAL" clId="{67E2FD34-BF11-489B-8FB6-73DBDEA83D08}" dt="2023-08-12T13:18:12.780" v="349"/>
          <ac:spMkLst>
            <pc:docMk/>
            <pc:sldMk cId="891463788" sldId="312"/>
            <ac:spMk id="4" creationId="{BAD96A8A-9F0D-3F23-7D39-F259A6F40F80}"/>
          </ac:spMkLst>
        </pc:spChg>
        <pc:spChg chg="mod ord">
          <ac:chgData name="Majumdar, Abhijan (Cognizant)" userId="4bb79d37-e6fa-4d15-9b62-cf35cbb2da07" providerId="ADAL" clId="{67E2FD34-BF11-489B-8FB6-73DBDEA83D08}" dt="2023-08-12T13:10:48.595" v="316" actId="700"/>
          <ac:spMkLst>
            <pc:docMk/>
            <pc:sldMk cId="891463788" sldId="312"/>
            <ac:spMk id="7" creationId="{00000000-0000-0000-0000-000000000000}"/>
          </ac:spMkLst>
        </pc:spChg>
        <pc:graphicFrameChg chg="mod">
          <ac:chgData name="Majumdar, Abhijan (Cognizant)" userId="4bb79d37-e6fa-4d15-9b62-cf35cbb2da07" providerId="ADAL" clId="{67E2FD34-BF11-489B-8FB6-73DBDEA83D08}" dt="2023-08-12T13:13:34.706" v="325" actId="1076"/>
          <ac:graphicFrameMkLst>
            <pc:docMk/>
            <pc:sldMk cId="891463788" sldId="312"/>
            <ac:graphicFrameMk id="5" creationId="{00000000-0000-0000-0000-000000000000}"/>
          </ac:graphicFrameMkLst>
        </pc:graphicFrameChg>
        <pc:graphicFrameChg chg="mod modGraphic">
          <ac:chgData name="Majumdar, Abhijan (Cognizant)" userId="4bb79d37-e6fa-4d15-9b62-cf35cbb2da07" providerId="ADAL" clId="{67E2FD34-BF11-489B-8FB6-73DBDEA83D08}" dt="2023-08-12T13:13:50.755" v="328"/>
          <ac:graphicFrameMkLst>
            <pc:docMk/>
            <pc:sldMk cId="891463788" sldId="312"/>
            <ac:graphicFrameMk id="23" creationId="{00000000-0000-0000-0000-000000000000}"/>
          </ac:graphicFrameMkLst>
        </pc:graphicFrameChg>
        <pc:picChg chg="del mod">
          <ac:chgData name="Majumdar, Abhijan (Cognizant)" userId="4bb79d37-e6fa-4d15-9b62-cf35cbb2da07" providerId="ADAL" clId="{67E2FD34-BF11-489B-8FB6-73DBDEA83D08}" dt="2023-08-12T13:18:12.246" v="348" actId="478"/>
          <ac:picMkLst>
            <pc:docMk/>
            <pc:sldMk cId="891463788" sldId="312"/>
            <ac:picMk id="3" creationId="{00000000-0000-0000-0000-000000000000}"/>
          </ac:picMkLst>
        </pc:picChg>
      </pc:sldChg>
      <pc:sldChg chg="addSp delSp modSp mod modClrScheme chgLayout">
        <pc:chgData name="Majumdar, Abhijan (Cognizant)" userId="4bb79d37-e6fa-4d15-9b62-cf35cbb2da07" providerId="ADAL" clId="{67E2FD34-BF11-489B-8FB6-73DBDEA83D08}" dt="2023-08-12T13:18:22.541" v="351"/>
        <pc:sldMkLst>
          <pc:docMk/>
          <pc:sldMk cId="1932493404" sldId="313"/>
        </pc:sldMkLst>
        <pc:spChg chg="mod ord">
          <ac:chgData name="Majumdar, Abhijan (Cognizant)" userId="4bb79d37-e6fa-4d15-9b62-cf35cbb2da07" providerId="ADAL" clId="{67E2FD34-BF11-489B-8FB6-73DBDEA83D08}" dt="2023-08-12T13:15:00.202" v="336" actId="1076"/>
          <ac:spMkLst>
            <pc:docMk/>
            <pc:sldMk cId="1932493404" sldId="313"/>
            <ac:spMk id="2" creationId="{00000000-0000-0000-0000-000000000000}"/>
          </ac:spMkLst>
        </pc:spChg>
        <pc:spChg chg="add mod">
          <ac:chgData name="Majumdar, Abhijan (Cognizant)" userId="4bb79d37-e6fa-4d15-9b62-cf35cbb2da07" providerId="ADAL" clId="{67E2FD34-BF11-489B-8FB6-73DBDEA83D08}" dt="2023-08-12T13:18:22.541" v="351"/>
          <ac:spMkLst>
            <pc:docMk/>
            <pc:sldMk cId="1932493404" sldId="313"/>
            <ac:spMk id="3" creationId="{AB06DDDF-2D80-B43E-913B-04A5ED2B0F7E}"/>
          </ac:spMkLst>
        </pc:spChg>
        <pc:spChg chg="mod ord">
          <ac:chgData name="Majumdar, Abhijan (Cognizant)" userId="4bb79d37-e6fa-4d15-9b62-cf35cbb2da07" providerId="ADAL" clId="{67E2FD34-BF11-489B-8FB6-73DBDEA83D08}" dt="2023-08-12T13:14:01.097" v="329" actId="700"/>
          <ac:spMkLst>
            <pc:docMk/>
            <pc:sldMk cId="1932493404" sldId="313"/>
            <ac:spMk id="12" creationId="{00000000-0000-0000-0000-000000000000}"/>
          </ac:spMkLst>
        </pc:spChg>
        <pc:grpChg chg="mod">
          <ac:chgData name="Majumdar, Abhijan (Cognizant)" userId="4bb79d37-e6fa-4d15-9b62-cf35cbb2da07" providerId="ADAL" clId="{67E2FD34-BF11-489B-8FB6-73DBDEA83D08}" dt="2023-08-12T13:14:44.829" v="332" actId="1076"/>
          <ac:grpSpMkLst>
            <pc:docMk/>
            <pc:sldMk cId="1932493404" sldId="313"/>
            <ac:grpSpMk id="8" creationId="{00000000-0000-0000-0000-000000000000}"/>
          </ac:grpSpMkLst>
        </pc:grpChg>
        <pc:graphicFrameChg chg="mod modGraphic">
          <ac:chgData name="Majumdar, Abhijan (Cognizant)" userId="4bb79d37-e6fa-4d15-9b62-cf35cbb2da07" providerId="ADAL" clId="{67E2FD34-BF11-489B-8FB6-73DBDEA83D08}" dt="2023-08-12T13:14:51.045" v="334"/>
          <ac:graphicFrameMkLst>
            <pc:docMk/>
            <pc:sldMk cId="1932493404" sldId="313"/>
            <ac:graphicFrameMk id="23" creationId="{00000000-0000-0000-0000-000000000000}"/>
          </ac:graphicFrameMkLst>
        </pc:graphicFrameChg>
        <pc:picChg chg="del">
          <ac:chgData name="Majumdar, Abhijan (Cognizant)" userId="4bb79d37-e6fa-4d15-9b62-cf35cbb2da07" providerId="ADAL" clId="{67E2FD34-BF11-489B-8FB6-73DBDEA83D08}" dt="2023-08-12T13:18:22.228" v="350" actId="478"/>
          <ac:picMkLst>
            <pc:docMk/>
            <pc:sldMk cId="1932493404" sldId="313"/>
            <ac:picMk id="11" creationId="{00000000-0000-0000-0000-000000000000}"/>
          </ac:picMkLst>
        </pc:picChg>
      </pc:sldChg>
      <pc:sldChg chg="addSp delSp modSp mod modClrScheme chgLayout">
        <pc:chgData name="Majumdar, Abhijan (Cognizant)" userId="4bb79d37-e6fa-4d15-9b62-cf35cbb2da07" providerId="ADAL" clId="{67E2FD34-BF11-489B-8FB6-73DBDEA83D08}" dt="2023-08-12T13:18:25.643" v="353"/>
        <pc:sldMkLst>
          <pc:docMk/>
          <pc:sldMk cId="2820554000" sldId="314"/>
        </pc:sldMkLst>
        <pc:spChg chg="mod ord">
          <ac:chgData name="Majumdar, Abhijan (Cognizant)" userId="4bb79d37-e6fa-4d15-9b62-cf35cbb2da07" providerId="ADAL" clId="{67E2FD34-BF11-489B-8FB6-73DBDEA83D08}" dt="2023-08-12T13:15:51.202" v="343" actId="1076"/>
          <ac:spMkLst>
            <pc:docMk/>
            <pc:sldMk cId="2820554000" sldId="314"/>
            <ac:spMk id="2" creationId="{00000000-0000-0000-0000-000000000000}"/>
          </ac:spMkLst>
        </pc:spChg>
        <pc:spChg chg="add mod">
          <ac:chgData name="Majumdar, Abhijan (Cognizant)" userId="4bb79d37-e6fa-4d15-9b62-cf35cbb2da07" providerId="ADAL" clId="{67E2FD34-BF11-489B-8FB6-73DBDEA83D08}" dt="2023-08-12T13:18:25.643" v="353"/>
          <ac:spMkLst>
            <pc:docMk/>
            <pc:sldMk cId="2820554000" sldId="314"/>
            <ac:spMk id="3" creationId="{CE3AF553-70B2-B060-050B-4E63E454CC19}"/>
          </ac:spMkLst>
        </pc:spChg>
        <pc:spChg chg="mod ord">
          <ac:chgData name="Majumdar, Abhijan (Cognizant)" userId="4bb79d37-e6fa-4d15-9b62-cf35cbb2da07" providerId="ADAL" clId="{67E2FD34-BF11-489B-8FB6-73DBDEA83D08}" dt="2023-08-12T13:15:08.216" v="337" actId="700"/>
          <ac:spMkLst>
            <pc:docMk/>
            <pc:sldMk cId="2820554000" sldId="314"/>
            <ac:spMk id="7" creationId="{00000000-0000-0000-0000-000000000000}"/>
          </ac:spMkLst>
        </pc:spChg>
        <pc:graphicFrameChg chg="mod">
          <ac:chgData name="Majumdar, Abhijan (Cognizant)" userId="4bb79d37-e6fa-4d15-9b62-cf35cbb2da07" providerId="ADAL" clId="{67E2FD34-BF11-489B-8FB6-73DBDEA83D08}" dt="2023-08-12T13:15:37.590" v="340" actId="1076"/>
          <ac:graphicFrameMkLst>
            <pc:docMk/>
            <pc:sldMk cId="2820554000" sldId="314"/>
            <ac:graphicFrameMk id="5" creationId="{00000000-0000-0000-0000-000000000000}"/>
          </ac:graphicFrameMkLst>
        </pc:graphicFrameChg>
        <pc:graphicFrameChg chg="mod modGraphic">
          <ac:chgData name="Majumdar, Abhijan (Cognizant)" userId="4bb79d37-e6fa-4d15-9b62-cf35cbb2da07" providerId="ADAL" clId="{67E2FD34-BF11-489B-8FB6-73DBDEA83D08}" dt="2023-08-12T13:15:41.892" v="341" actId="207"/>
          <ac:graphicFrameMkLst>
            <pc:docMk/>
            <pc:sldMk cId="2820554000" sldId="314"/>
            <ac:graphicFrameMk id="23" creationId="{00000000-0000-0000-0000-000000000000}"/>
          </ac:graphicFrameMkLst>
        </pc:graphicFrameChg>
        <pc:picChg chg="del">
          <ac:chgData name="Majumdar, Abhijan (Cognizant)" userId="4bb79d37-e6fa-4d15-9b62-cf35cbb2da07" providerId="ADAL" clId="{67E2FD34-BF11-489B-8FB6-73DBDEA83D08}" dt="2023-08-12T13:18:25.325" v="352" actId="478"/>
          <ac:picMkLst>
            <pc:docMk/>
            <pc:sldMk cId="2820554000" sldId="314"/>
            <ac:picMk id="6" creationId="{00000000-0000-0000-0000-000000000000}"/>
          </ac:picMkLst>
        </pc:picChg>
      </pc:sldChg>
      <pc:sldChg chg="addSp delSp modSp mod modClrScheme chgLayout">
        <pc:chgData name="Majumdar, Abhijan (Cognizant)" userId="4bb79d37-e6fa-4d15-9b62-cf35cbb2da07" providerId="ADAL" clId="{67E2FD34-BF11-489B-8FB6-73DBDEA83D08}" dt="2023-08-12T13:19:44.415" v="366" actId="1076"/>
        <pc:sldMkLst>
          <pc:docMk/>
          <pc:sldMk cId="15386361" sldId="315"/>
        </pc:sldMkLst>
        <pc:spChg chg="mod ord">
          <ac:chgData name="Majumdar, Abhijan (Cognizant)" userId="4bb79d37-e6fa-4d15-9b62-cf35cbb2da07" providerId="ADAL" clId="{67E2FD34-BF11-489B-8FB6-73DBDEA83D08}" dt="2023-08-12T13:19:44.415" v="366" actId="1076"/>
          <ac:spMkLst>
            <pc:docMk/>
            <pc:sldMk cId="15386361" sldId="315"/>
            <ac:spMk id="2" creationId="{00000000-0000-0000-0000-000000000000}"/>
          </ac:spMkLst>
        </pc:spChg>
        <pc:spChg chg="add mod">
          <ac:chgData name="Majumdar, Abhijan (Cognizant)" userId="4bb79d37-e6fa-4d15-9b62-cf35cbb2da07" providerId="ADAL" clId="{67E2FD34-BF11-489B-8FB6-73DBDEA83D08}" dt="2023-08-12T13:19:05.228" v="356"/>
          <ac:spMkLst>
            <pc:docMk/>
            <pc:sldMk cId="15386361" sldId="315"/>
            <ac:spMk id="3" creationId="{8E67515A-0DDB-4CEB-5AC8-8ABB0A630E24}"/>
          </ac:spMkLst>
        </pc:spChg>
        <pc:spChg chg="mod ord">
          <ac:chgData name="Majumdar, Abhijan (Cognizant)" userId="4bb79d37-e6fa-4d15-9b62-cf35cbb2da07" providerId="ADAL" clId="{67E2FD34-BF11-489B-8FB6-73DBDEA83D08}" dt="2023-08-12T13:18:35.039" v="354" actId="700"/>
          <ac:spMkLst>
            <pc:docMk/>
            <pc:sldMk cId="15386361" sldId="315"/>
            <ac:spMk id="7" creationId="{00000000-0000-0000-0000-000000000000}"/>
          </ac:spMkLst>
        </pc:spChg>
        <pc:graphicFrameChg chg="mod">
          <ac:chgData name="Majumdar, Abhijan (Cognizant)" userId="4bb79d37-e6fa-4d15-9b62-cf35cbb2da07" providerId="ADAL" clId="{67E2FD34-BF11-489B-8FB6-73DBDEA83D08}" dt="2023-08-12T13:19:17.740" v="361" actId="1076"/>
          <ac:graphicFrameMkLst>
            <pc:docMk/>
            <pc:sldMk cId="15386361" sldId="315"/>
            <ac:graphicFrameMk id="5" creationId="{00000000-0000-0000-0000-000000000000}"/>
          </ac:graphicFrameMkLst>
        </pc:graphicFrameChg>
        <pc:graphicFrameChg chg="mod modGraphic">
          <ac:chgData name="Majumdar, Abhijan (Cognizant)" userId="4bb79d37-e6fa-4d15-9b62-cf35cbb2da07" providerId="ADAL" clId="{67E2FD34-BF11-489B-8FB6-73DBDEA83D08}" dt="2023-08-12T13:19:25.118" v="363"/>
          <ac:graphicFrameMkLst>
            <pc:docMk/>
            <pc:sldMk cId="15386361" sldId="315"/>
            <ac:graphicFrameMk id="23" creationId="{00000000-0000-0000-0000-000000000000}"/>
          </ac:graphicFrameMkLst>
        </pc:graphicFrameChg>
        <pc:picChg chg="del">
          <ac:chgData name="Majumdar, Abhijan (Cognizant)" userId="4bb79d37-e6fa-4d15-9b62-cf35cbb2da07" providerId="ADAL" clId="{67E2FD34-BF11-489B-8FB6-73DBDEA83D08}" dt="2023-08-12T13:19:04.982" v="355" actId="478"/>
          <ac:picMkLst>
            <pc:docMk/>
            <pc:sldMk cId="15386361" sldId="315"/>
            <ac:picMk id="6" creationId="{00000000-0000-0000-0000-000000000000}"/>
          </ac:picMkLst>
        </pc:picChg>
      </pc:sldChg>
      <pc:sldChg chg="addSp delSp modSp mod modClrScheme chgLayout">
        <pc:chgData name="Majumdar, Abhijan (Cognizant)" userId="4bb79d37-e6fa-4d15-9b62-cf35cbb2da07" providerId="ADAL" clId="{67E2FD34-BF11-489B-8FB6-73DBDEA83D08}" dt="2023-08-12T13:21:01.144" v="379" actId="1076"/>
        <pc:sldMkLst>
          <pc:docMk/>
          <pc:sldMk cId="1167136735" sldId="316"/>
        </pc:sldMkLst>
        <pc:spChg chg="mod ord">
          <ac:chgData name="Majumdar, Abhijan (Cognizant)" userId="4bb79d37-e6fa-4d15-9b62-cf35cbb2da07" providerId="ADAL" clId="{67E2FD34-BF11-489B-8FB6-73DBDEA83D08}" dt="2023-08-12T13:21:01.144" v="379" actId="1076"/>
          <ac:spMkLst>
            <pc:docMk/>
            <pc:sldMk cId="1167136735" sldId="316"/>
            <ac:spMk id="2" creationId="{00000000-0000-0000-0000-000000000000}"/>
          </ac:spMkLst>
        </pc:spChg>
        <pc:spChg chg="add mod">
          <ac:chgData name="Majumdar, Abhijan (Cognizant)" userId="4bb79d37-e6fa-4d15-9b62-cf35cbb2da07" providerId="ADAL" clId="{67E2FD34-BF11-489B-8FB6-73DBDEA83D08}" dt="2023-08-12T13:20:26.869" v="369"/>
          <ac:spMkLst>
            <pc:docMk/>
            <pc:sldMk cId="1167136735" sldId="316"/>
            <ac:spMk id="3" creationId="{A32855B4-8D8F-DFFB-E19A-B7B374AE46B8}"/>
          </ac:spMkLst>
        </pc:spChg>
        <pc:spChg chg="mod ord">
          <ac:chgData name="Majumdar, Abhijan (Cognizant)" userId="4bb79d37-e6fa-4d15-9b62-cf35cbb2da07" providerId="ADAL" clId="{67E2FD34-BF11-489B-8FB6-73DBDEA83D08}" dt="2023-08-12T13:20:04.567" v="367" actId="700"/>
          <ac:spMkLst>
            <pc:docMk/>
            <pc:sldMk cId="1167136735" sldId="316"/>
            <ac:spMk id="7" creationId="{00000000-0000-0000-0000-000000000000}"/>
          </ac:spMkLst>
        </pc:spChg>
        <pc:graphicFrameChg chg="mod">
          <ac:chgData name="Majumdar, Abhijan (Cognizant)" userId="4bb79d37-e6fa-4d15-9b62-cf35cbb2da07" providerId="ADAL" clId="{67E2FD34-BF11-489B-8FB6-73DBDEA83D08}" dt="2023-08-12T13:20:47.614" v="376" actId="1076"/>
          <ac:graphicFrameMkLst>
            <pc:docMk/>
            <pc:sldMk cId="1167136735" sldId="316"/>
            <ac:graphicFrameMk id="5" creationId="{00000000-0000-0000-0000-000000000000}"/>
          </ac:graphicFrameMkLst>
        </pc:graphicFrameChg>
        <pc:graphicFrameChg chg="mod modGraphic">
          <ac:chgData name="Majumdar, Abhijan (Cognizant)" userId="4bb79d37-e6fa-4d15-9b62-cf35cbb2da07" providerId="ADAL" clId="{67E2FD34-BF11-489B-8FB6-73DBDEA83D08}" dt="2023-08-12T13:20:44.722" v="375"/>
          <ac:graphicFrameMkLst>
            <pc:docMk/>
            <pc:sldMk cId="1167136735" sldId="316"/>
            <ac:graphicFrameMk id="23" creationId="{00000000-0000-0000-0000-000000000000}"/>
          </ac:graphicFrameMkLst>
        </pc:graphicFrameChg>
        <pc:picChg chg="del">
          <ac:chgData name="Majumdar, Abhijan (Cognizant)" userId="4bb79d37-e6fa-4d15-9b62-cf35cbb2da07" providerId="ADAL" clId="{67E2FD34-BF11-489B-8FB6-73DBDEA83D08}" dt="2023-08-12T13:20:26.599" v="368" actId="478"/>
          <ac:picMkLst>
            <pc:docMk/>
            <pc:sldMk cId="1167136735" sldId="316"/>
            <ac:picMk id="6" creationId="{00000000-0000-0000-0000-000000000000}"/>
          </ac:picMkLst>
        </pc:picChg>
      </pc:sldChg>
      <pc:sldChg chg="addSp delSp modSp mod modClrScheme chgLayout">
        <pc:chgData name="Majumdar, Abhijan (Cognizant)" userId="4bb79d37-e6fa-4d15-9b62-cf35cbb2da07" providerId="ADAL" clId="{67E2FD34-BF11-489B-8FB6-73DBDEA83D08}" dt="2023-08-12T13:22:04.526" v="389" actId="1076"/>
        <pc:sldMkLst>
          <pc:docMk/>
          <pc:sldMk cId="2450595228" sldId="317"/>
        </pc:sldMkLst>
        <pc:spChg chg="mod ord">
          <ac:chgData name="Majumdar, Abhijan (Cognizant)" userId="4bb79d37-e6fa-4d15-9b62-cf35cbb2da07" providerId="ADAL" clId="{67E2FD34-BF11-489B-8FB6-73DBDEA83D08}" dt="2023-08-12T13:22:04.526" v="389" actId="1076"/>
          <ac:spMkLst>
            <pc:docMk/>
            <pc:sldMk cId="2450595228" sldId="317"/>
            <ac:spMk id="2" creationId="{00000000-0000-0000-0000-000000000000}"/>
          </ac:spMkLst>
        </pc:spChg>
        <pc:spChg chg="add mod">
          <ac:chgData name="Majumdar, Abhijan (Cognizant)" userId="4bb79d37-e6fa-4d15-9b62-cf35cbb2da07" providerId="ADAL" clId="{67E2FD34-BF11-489B-8FB6-73DBDEA83D08}" dt="2023-08-12T13:21:30.770" v="382"/>
          <ac:spMkLst>
            <pc:docMk/>
            <pc:sldMk cId="2450595228" sldId="317"/>
            <ac:spMk id="3" creationId="{7FFB876A-3824-B564-8375-8C5BB81DFE8C}"/>
          </ac:spMkLst>
        </pc:spChg>
        <pc:spChg chg="mod ord">
          <ac:chgData name="Majumdar, Abhijan (Cognizant)" userId="4bb79d37-e6fa-4d15-9b62-cf35cbb2da07" providerId="ADAL" clId="{67E2FD34-BF11-489B-8FB6-73DBDEA83D08}" dt="2023-08-12T13:21:10.165" v="380" actId="700"/>
          <ac:spMkLst>
            <pc:docMk/>
            <pc:sldMk cId="2450595228" sldId="317"/>
            <ac:spMk id="7" creationId="{00000000-0000-0000-0000-000000000000}"/>
          </ac:spMkLst>
        </pc:spChg>
        <pc:graphicFrameChg chg="mod">
          <ac:chgData name="Majumdar, Abhijan (Cognizant)" userId="4bb79d37-e6fa-4d15-9b62-cf35cbb2da07" providerId="ADAL" clId="{67E2FD34-BF11-489B-8FB6-73DBDEA83D08}" dt="2023-08-12T13:21:57.079" v="387" actId="1076"/>
          <ac:graphicFrameMkLst>
            <pc:docMk/>
            <pc:sldMk cId="2450595228" sldId="317"/>
            <ac:graphicFrameMk id="5" creationId="{00000000-0000-0000-0000-000000000000}"/>
          </ac:graphicFrameMkLst>
        </pc:graphicFrameChg>
        <pc:graphicFrameChg chg="mod modGraphic">
          <ac:chgData name="Majumdar, Abhijan (Cognizant)" userId="4bb79d37-e6fa-4d15-9b62-cf35cbb2da07" providerId="ADAL" clId="{67E2FD34-BF11-489B-8FB6-73DBDEA83D08}" dt="2023-08-12T13:21:52.150" v="386"/>
          <ac:graphicFrameMkLst>
            <pc:docMk/>
            <pc:sldMk cId="2450595228" sldId="317"/>
            <ac:graphicFrameMk id="23" creationId="{00000000-0000-0000-0000-000000000000}"/>
          </ac:graphicFrameMkLst>
        </pc:graphicFrameChg>
        <pc:picChg chg="del">
          <ac:chgData name="Majumdar, Abhijan (Cognizant)" userId="4bb79d37-e6fa-4d15-9b62-cf35cbb2da07" providerId="ADAL" clId="{67E2FD34-BF11-489B-8FB6-73DBDEA83D08}" dt="2023-08-12T13:21:30.540" v="381" actId="478"/>
          <ac:picMkLst>
            <pc:docMk/>
            <pc:sldMk cId="2450595228" sldId="317"/>
            <ac:picMk id="6" creationId="{00000000-0000-0000-0000-000000000000}"/>
          </ac:picMkLst>
        </pc:picChg>
      </pc:sldChg>
      <pc:sldChg chg="modSp mod chgLayout">
        <pc:chgData name="Majumdar, Abhijan (Cognizant)" userId="4bb79d37-e6fa-4d15-9b62-cf35cbb2da07" providerId="ADAL" clId="{67E2FD34-BF11-489B-8FB6-73DBDEA83D08}" dt="2023-08-12T12:45:19.415" v="28" actId="1076"/>
        <pc:sldMkLst>
          <pc:docMk/>
          <pc:sldMk cId="1019655440" sldId="318"/>
        </pc:sldMkLst>
        <pc:spChg chg="mod ord">
          <ac:chgData name="Majumdar, Abhijan (Cognizant)" userId="4bb79d37-e6fa-4d15-9b62-cf35cbb2da07" providerId="ADAL" clId="{67E2FD34-BF11-489B-8FB6-73DBDEA83D08}" dt="2023-08-12T12:45:16.734" v="27" actId="1076"/>
          <ac:spMkLst>
            <pc:docMk/>
            <pc:sldMk cId="1019655440" sldId="318"/>
            <ac:spMk id="2" creationId="{00000000-0000-0000-0000-000000000000}"/>
          </ac:spMkLst>
        </pc:spChg>
        <pc:spChg chg="mod ord">
          <ac:chgData name="Majumdar, Abhijan (Cognizant)" userId="4bb79d37-e6fa-4d15-9b62-cf35cbb2da07" providerId="ADAL" clId="{67E2FD34-BF11-489B-8FB6-73DBDEA83D08}" dt="2023-08-12T12:45:19.415" v="28" actId="1076"/>
          <ac:spMkLst>
            <pc:docMk/>
            <pc:sldMk cId="1019655440" sldId="318"/>
            <ac:spMk id="3" creationId="{00000000-0000-0000-0000-000000000000}"/>
          </ac:spMkLst>
        </pc:spChg>
        <pc:spChg chg="mod ord">
          <ac:chgData name="Majumdar, Abhijan (Cognizant)" userId="4bb79d37-e6fa-4d15-9b62-cf35cbb2da07" providerId="ADAL" clId="{67E2FD34-BF11-489B-8FB6-73DBDEA83D08}" dt="2023-08-12T12:45:03.351" v="24" actId="20577"/>
          <ac:spMkLst>
            <pc:docMk/>
            <pc:sldMk cId="1019655440" sldId="318"/>
            <ac:spMk id="4" creationId="{00000000-0000-0000-0000-000000000000}"/>
          </ac:spMkLst>
        </pc:spChg>
        <pc:spChg chg="mod ord">
          <ac:chgData name="Majumdar, Abhijan (Cognizant)" userId="4bb79d37-e6fa-4d15-9b62-cf35cbb2da07" providerId="ADAL" clId="{67E2FD34-BF11-489B-8FB6-73DBDEA83D08}" dt="2023-08-12T12:38:11.079" v="20" actId="700"/>
          <ac:spMkLst>
            <pc:docMk/>
            <pc:sldMk cId="1019655440" sldId="318"/>
            <ac:spMk id="5" creationId="{00000000-0000-0000-0000-000000000000}"/>
          </ac:spMkLst>
        </pc:spChg>
      </pc:sldChg>
      <pc:sldChg chg="modSp mod modClrScheme chgLayout">
        <pc:chgData name="Majumdar, Abhijan (Cognizant)" userId="4bb79d37-e6fa-4d15-9b62-cf35cbb2da07" providerId="ADAL" clId="{67E2FD34-BF11-489B-8FB6-73DBDEA83D08}" dt="2023-08-12T13:25:20.224" v="427" actId="20577"/>
        <pc:sldMkLst>
          <pc:docMk/>
          <pc:sldMk cId="2630786478" sldId="319"/>
        </pc:sldMkLst>
        <pc:spChg chg="mod">
          <ac:chgData name="Majumdar, Abhijan (Cognizant)" userId="4bb79d37-e6fa-4d15-9b62-cf35cbb2da07" providerId="ADAL" clId="{67E2FD34-BF11-489B-8FB6-73DBDEA83D08}" dt="2023-08-12T13:25:12.437" v="422" actId="1076"/>
          <ac:spMkLst>
            <pc:docMk/>
            <pc:sldMk cId="2630786478" sldId="319"/>
            <ac:spMk id="2" creationId="{00000000-0000-0000-0000-000000000000}"/>
          </ac:spMkLst>
        </pc:spChg>
        <pc:spChg chg="mod ord">
          <ac:chgData name="Majumdar, Abhijan (Cognizant)" userId="4bb79d37-e6fa-4d15-9b62-cf35cbb2da07" providerId="ADAL" clId="{67E2FD34-BF11-489B-8FB6-73DBDEA83D08}" dt="2023-08-12T13:25:14.872" v="423" actId="1076"/>
          <ac:spMkLst>
            <pc:docMk/>
            <pc:sldMk cId="2630786478" sldId="319"/>
            <ac:spMk id="3" creationId="{00000000-0000-0000-0000-000000000000}"/>
          </ac:spMkLst>
        </pc:spChg>
        <pc:spChg chg="mod ord">
          <ac:chgData name="Majumdar, Abhijan (Cognizant)" userId="4bb79d37-e6fa-4d15-9b62-cf35cbb2da07" providerId="ADAL" clId="{67E2FD34-BF11-489B-8FB6-73DBDEA83D08}" dt="2023-08-12T13:25:20.224" v="427" actId="20577"/>
          <ac:spMkLst>
            <pc:docMk/>
            <pc:sldMk cId="2630786478" sldId="319"/>
            <ac:spMk id="4" creationId="{00000000-0000-0000-0000-000000000000}"/>
          </ac:spMkLst>
        </pc:spChg>
        <pc:spChg chg="mod ord">
          <ac:chgData name="Majumdar, Abhijan (Cognizant)" userId="4bb79d37-e6fa-4d15-9b62-cf35cbb2da07" providerId="ADAL" clId="{67E2FD34-BF11-489B-8FB6-73DBDEA83D08}" dt="2023-08-12T13:25:01.275" v="419" actId="700"/>
          <ac:spMkLst>
            <pc:docMk/>
            <pc:sldMk cId="2630786478" sldId="319"/>
            <ac:spMk id="5" creationId="{00000000-0000-0000-0000-000000000000}"/>
          </ac:spMkLst>
        </pc:spChg>
      </pc:sldChg>
      <pc:sldChg chg="modSp add mod">
        <pc:chgData name="Majumdar, Abhijan (Cognizant)" userId="4bb79d37-e6fa-4d15-9b62-cf35cbb2da07" providerId="ADAL" clId="{67E2FD34-BF11-489B-8FB6-73DBDEA83D08}" dt="2023-08-12T12:37:33.741" v="18" actId="20577"/>
        <pc:sldMkLst>
          <pc:docMk/>
          <pc:sldMk cId="2309930151" sldId="320"/>
        </pc:sldMkLst>
        <pc:graphicFrameChg chg="mod modGraphic">
          <ac:chgData name="Majumdar, Abhijan (Cognizant)" userId="4bb79d37-e6fa-4d15-9b62-cf35cbb2da07" providerId="ADAL" clId="{67E2FD34-BF11-489B-8FB6-73DBDEA83D08}" dt="2023-08-12T12:37:33.741" v="18" actId="20577"/>
          <ac:graphicFrameMkLst>
            <pc:docMk/>
            <pc:sldMk cId="2309930151" sldId="320"/>
            <ac:graphicFrameMk id="7" creationId="{8BB9C977-D092-225C-1B5D-24298FA3D4CF}"/>
          </ac:graphicFrameMkLst>
        </pc:graphicFrameChg>
      </pc:sldChg>
      <pc:sldChg chg="add del">
        <pc:chgData name="Majumdar, Abhijan (Cognizant)" userId="4bb79d37-e6fa-4d15-9b62-cf35cbb2da07" providerId="ADAL" clId="{67E2FD34-BF11-489B-8FB6-73DBDEA83D08}" dt="2023-08-12T12:25:22.948" v="9" actId="47"/>
        <pc:sldMkLst>
          <pc:docMk/>
          <pc:sldMk cId="2682367817" sldId="320"/>
        </pc:sldMkLst>
      </pc:sldChg>
      <pc:sldChg chg="add del">
        <pc:chgData name="Majumdar, Abhijan (Cognizant)" userId="4bb79d37-e6fa-4d15-9b62-cf35cbb2da07" providerId="ADAL" clId="{67E2FD34-BF11-489B-8FB6-73DBDEA83D08}" dt="2023-08-12T13:13:03.294" v="317" actId="47"/>
        <pc:sldMkLst>
          <pc:docMk/>
          <pc:sldMk cId="1229218172" sldId="321"/>
        </pc:sldMkLst>
      </pc:sldChg>
      <pc:sldChg chg="modSp add mod">
        <pc:chgData name="Majumdar, Abhijan (Cognizant)" userId="4bb79d37-e6fa-4d15-9b62-cf35cbb2da07" providerId="ADAL" clId="{67E2FD34-BF11-489B-8FB6-73DBDEA83D08}" dt="2023-08-12T13:26:17.080" v="430"/>
        <pc:sldMkLst>
          <pc:docMk/>
          <pc:sldMk cId="2921011842" sldId="321"/>
        </pc:sldMkLst>
        <pc:spChg chg="mod">
          <ac:chgData name="Majumdar, Abhijan (Cognizant)" userId="4bb79d37-e6fa-4d15-9b62-cf35cbb2da07" providerId="ADAL" clId="{67E2FD34-BF11-489B-8FB6-73DBDEA83D08}" dt="2023-08-12T13:26:17.080" v="430"/>
          <ac:spMkLst>
            <pc:docMk/>
            <pc:sldMk cId="2921011842" sldId="321"/>
            <ac:spMk id="4" creationId="{00000000-0000-0000-0000-000000000000}"/>
          </ac:spMkLst>
        </pc:spChg>
      </pc:sldChg>
      <pc:sldChg chg="add del">
        <pc:chgData name="Majumdar, Abhijan (Cognizant)" userId="4bb79d37-e6fa-4d15-9b62-cf35cbb2da07" providerId="ADAL" clId="{67E2FD34-BF11-489B-8FB6-73DBDEA83D08}" dt="2023-08-12T13:24:15.442" v="409" actId="47"/>
        <pc:sldMkLst>
          <pc:docMk/>
          <pc:sldMk cId="3541999765" sldId="321"/>
        </pc:sldMkLst>
      </pc:sldChg>
      <pc:sldMasterChg chg="add addSldLayout">
        <pc:chgData name="Majumdar, Abhijan (Cognizant)" userId="4bb79d37-e6fa-4d15-9b62-cf35cbb2da07" providerId="ADAL" clId="{67E2FD34-BF11-489B-8FB6-73DBDEA83D08}" dt="2023-08-12T13:25:53.677" v="428" actId="27028"/>
        <pc:sldMasterMkLst>
          <pc:docMk/>
          <pc:sldMasterMk cId="216168790" sldId="2147483648"/>
        </pc:sldMasterMkLst>
        <pc:sldLayoutChg chg="add">
          <pc:chgData name="Majumdar, Abhijan (Cognizant)" userId="4bb79d37-e6fa-4d15-9b62-cf35cbb2da07" providerId="ADAL" clId="{67E2FD34-BF11-489B-8FB6-73DBDEA83D08}" dt="2023-08-12T13:25:53.677" v="428" actId="27028"/>
          <pc:sldLayoutMkLst>
            <pc:docMk/>
            <pc:sldMasterMk cId="216168790" sldId="2147483648"/>
            <pc:sldLayoutMk cId="660590956" sldId="2147483773"/>
          </pc:sldLayoutMkLst>
        </pc:sldLayoutChg>
        <pc:sldLayoutChg chg="add">
          <pc:chgData name="Majumdar, Abhijan (Cognizant)" userId="4bb79d37-e6fa-4d15-9b62-cf35cbb2da07" providerId="ADAL" clId="{67E2FD34-BF11-489B-8FB6-73DBDEA83D08}" dt="2023-08-12T13:23:01.544" v="390" actId="27028"/>
          <pc:sldLayoutMkLst>
            <pc:docMk/>
            <pc:sldMasterMk cId="216168790" sldId="2147483648"/>
            <pc:sldLayoutMk cId="1260293168" sldId="2147483817"/>
          </pc:sldLayoutMkLst>
        </pc:sldLayoutChg>
      </pc:sldMasterChg>
      <pc:sldMasterChg chg="addSldLayout delSldLayout modSldLayout">
        <pc:chgData name="Majumdar, Abhijan (Cognizant)" userId="4bb79d37-e6fa-4d15-9b62-cf35cbb2da07" providerId="ADAL" clId="{67E2FD34-BF11-489B-8FB6-73DBDEA83D08}" dt="2023-08-12T13:26:19.877" v="431" actId="47"/>
        <pc:sldMasterMkLst>
          <pc:docMk/>
          <pc:sldMasterMk cId="440358670" sldId="2147483674"/>
        </pc:sldMasterMkLst>
        <pc:sldLayoutChg chg="del">
          <pc:chgData name="Majumdar, Abhijan (Cognizant)" userId="4bb79d37-e6fa-4d15-9b62-cf35cbb2da07" providerId="ADAL" clId="{67E2FD34-BF11-489B-8FB6-73DBDEA83D08}" dt="2023-08-12T12:37:40.982" v="19" actId="47"/>
          <pc:sldLayoutMkLst>
            <pc:docMk/>
            <pc:sldMasterMk cId="440358670" sldId="2147483674"/>
            <pc:sldLayoutMk cId="0" sldId="2147483690"/>
          </pc:sldLayoutMkLst>
        </pc:sldLayoutChg>
        <pc:sldLayoutChg chg="del">
          <pc:chgData name="Majumdar, Abhijan (Cognizant)" userId="4bb79d37-e6fa-4d15-9b62-cf35cbb2da07" providerId="ADAL" clId="{67E2FD34-BF11-489B-8FB6-73DBDEA83D08}" dt="2023-08-12T13:26:19.877" v="431" actId="47"/>
          <pc:sldLayoutMkLst>
            <pc:docMk/>
            <pc:sldMasterMk cId="440358670" sldId="2147483674"/>
            <pc:sldLayoutMk cId="0" sldId="2147483692"/>
          </pc:sldLayoutMkLst>
        </pc:sldLayoutChg>
        <pc:sldLayoutChg chg="add">
          <pc:chgData name="Majumdar, Abhijan (Cognizant)" userId="4bb79d37-e6fa-4d15-9b62-cf35cbb2da07" providerId="ADAL" clId="{67E2FD34-BF11-489B-8FB6-73DBDEA83D08}" dt="2023-08-12T12:23:50.642" v="0" actId="27028"/>
          <pc:sldLayoutMkLst>
            <pc:docMk/>
            <pc:sldMasterMk cId="440358670" sldId="2147483674"/>
            <pc:sldLayoutMk cId="2871592216" sldId="2147483694"/>
          </pc:sldLayoutMkLst>
        </pc:sldLayoutChg>
        <pc:sldLayoutChg chg="add">
          <pc:chgData name="Majumdar, Abhijan (Cognizant)" userId="4bb79d37-e6fa-4d15-9b62-cf35cbb2da07" providerId="ADAL" clId="{67E2FD34-BF11-489B-8FB6-73DBDEA83D08}" dt="2023-08-12T12:25:51.493" v="10" actId="27028"/>
          <pc:sldLayoutMkLst>
            <pc:docMk/>
            <pc:sldMasterMk cId="440358670" sldId="2147483674"/>
            <pc:sldLayoutMk cId="1770713744" sldId="2147483695"/>
          </pc:sldLayoutMkLst>
        </pc:sldLayoutChg>
        <pc:sldLayoutChg chg="replId">
          <pc:chgData name="Majumdar, Abhijan (Cognizant)" userId="4bb79d37-e6fa-4d15-9b62-cf35cbb2da07" providerId="ADAL" clId="{67E2FD34-BF11-489B-8FB6-73DBDEA83D08}" dt="2023-08-12T12:25:51.493" v="10" actId="27028"/>
          <pc:sldLayoutMkLst>
            <pc:docMk/>
            <pc:sldMasterMk cId="440358670" sldId="2147483674"/>
            <pc:sldLayoutMk cId="197194532" sldId="2147483696"/>
          </pc:sldLayoutMkLst>
        </pc:sldLayoutChg>
      </pc:sldMasterChg>
      <pc:sldMasterChg chg="add addSldLayout">
        <pc:chgData name="Majumdar, Abhijan (Cognizant)" userId="4bb79d37-e6fa-4d15-9b62-cf35cbb2da07" providerId="ADAL" clId="{67E2FD34-BF11-489B-8FB6-73DBDEA83D08}" dt="2023-08-12T13:10:27.914" v="314" actId="27028"/>
        <pc:sldMasterMkLst>
          <pc:docMk/>
          <pc:sldMasterMk cId="3433887231" sldId="2147483819"/>
        </pc:sldMasterMkLst>
        <pc:sldLayoutChg chg="add">
          <pc:chgData name="Majumdar, Abhijan (Cognizant)" userId="4bb79d37-e6fa-4d15-9b62-cf35cbb2da07" providerId="ADAL" clId="{67E2FD34-BF11-489B-8FB6-73DBDEA83D08}" dt="2023-08-12T13:10:27.914" v="314" actId="27028"/>
          <pc:sldLayoutMkLst>
            <pc:docMk/>
            <pc:sldMasterMk cId="3433887231" sldId="2147483819"/>
            <pc:sldLayoutMk cId="799818550" sldId="214748382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Admin can configure to disable VEEVA account merge functionality?</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D8B4EE66-F1F2-43ED-AAA2-13BA661A4828}">
      <dgm:prSet custT="1"/>
      <dgm:spPr/>
      <dgm:t>
        <a:bodyPr/>
        <a:lstStyle/>
        <a:p>
          <a:r>
            <a:rPr lang="en-US" sz="1600" dirty="0">
              <a:solidFill>
                <a:schemeClr val="bg1"/>
              </a:solidFill>
              <a:latin typeface="Arial" panose="020B0604020202020204" pitchFamily="34" charset="0"/>
              <a:cs typeface="Arial" panose="020B0604020202020204" pitchFamily="34" charset="0"/>
            </a:rPr>
            <a:t>FALSE</a:t>
          </a:r>
        </a:p>
      </dgm:t>
    </dgm:pt>
    <dgm:pt modelId="{FBEB44E1-9B4C-4D94-98DE-3BF9713E56AA}" type="parTrans" cxnId="{83056852-4BFD-4CDF-9D0B-6344EB1493ED}">
      <dgm:prSet/>
      <dgm:spPr/>
      <dgm:t>
        <a:bodyPr/>
        <a:lstStyle/>
        <a:p>
          <a:endParaRPr lang="en-US"/>
        </a:p>
      </dgm:t>
    </dgm:pt>
    <dgm:pt modelId="{0050A461-8D13-4F88-9F50-A37DE3FA0E4B}" type="sibTrans" cxnId="{83056852-4BFD-4CDF-9D0B-6344EB1493ED}">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X="0" custLinFactNeighborY="25058">
        <dgm:presLayoutVars>
          <dgm:bulletEnabled val="1"/>
        </dgm:presLayoutVars>
      </dgm:prSet>
      <dgm:spPr/>
    </dgm:pt>
  </dgm:ptLst>
  <dgm:cxnLst>
    <dgm:cxn modelId="{2183DD2F-960F-4B6F-A34C-8AF72F48FD9B}" type="presOf" srcId="{D8B4EE66-F1F2-43ED-AAA2-13BA661A4828}" destId="{0EBE7C70-51AD-4402-A9D8-36889ADBC56A}" srcOrd="0" destOrd="1" presId="urn:microsoft.com/office/officeart/2005/8/layout/vList2"/>
    <dgm:cxn modelId="{83056852-4BFD-4CDF-9D0B-6344EB1493ED}" srcId="{2C8EA471-3542-4573-A8BF-295862507B6E}" destId="{D8B4EE66-F1F2-43ED-AAA2-13BA661A4828}" srcOrd="1" destOrd="0" parTransId="{FBEB44E1-9B4C-4D94-98DE-3BF9713E56AA}" sibTransId="{0050A461-8D13-4F88-9F50-A37DE3FA0E4B}"/>
    <dgm:cxn modelId="{7A7F587F-D08F-4CC0-8477-0317FD2C2D4E}" srcId="{2C8EA471-3542-4573-A8BF-295862507B6E}" destId="{C963391F-9B22-4206-A700-8520E04934C9}" srcOrd="2" destOrd="0" parTransId="{AAA05218-474E-4B89-B846-CFA41306222E}" sibTransId="{E65CFCA8-FD79-4A4B-84EE-4695BE91880A}"/>
    <dgm:cxn modelId="{78CB629C-9CE7-4441-8CDF-B9FAE1025707}"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6B2C36C9-A218-4852-89D3-4DB5FCA6AEE7}" type="presOf" srcId="{C963391F-9B22-4206-A700-8520E04934C9}" destId="{0EBE7C70-51AD-4402-A9D8-36889ADBC56A}" srcOrd="0" destOrd="2" presId="urn:microsoft.com/office/officeart/2005/8/layout/vList2"/>
    <dgm:cxn modelId="{538EE1CA-6092-4EF8-8A0D-3DADCE842918}" type="presOf" srcId="{D073AE1F-622F-41F3-83F6-04C7A451C39E}" destId="{0EBE7C70-51AD-4402-A9D8-36889ADBC56A}" srcOrd="0" destOrd="0" presId="urn:microsoft.com/office/officeart/2005/8/layout/vList2"/>
    <dgm:cxn modelId="{DCB435ED-4B36-4E5F-9589-A3096F9875D4}" type="presOf" srcId="{2C8EA471-3542-4573-A8BF-295862507B6E}" destId="{B6F44C7D-37FA-4A88-A65B-56F3574B16C2}" srcOrd="0" destOrd="0" presId="urn:microsoft.com/office/officeart/2005/8/layout/vList2"/>
    <dgm:cxn modelId="{A6B021D7-F236-4005-B88E-FCBE80EEB2AD}" type="presParOf" srcId="{C8FDD220-37AD-4C55-AA28-BC4D9DE2EF3E}" destId="{B6F44C7D-37FA-4A88-A65B-56F3574B16C2}" srcOrd="0" destOrd="0" presId="urn:microsoft.com/office/officeart/2005/8/layout/vList2"/>
    <dgm:cxn modelId="{61D7CD28-75E1-459E-ACE7-6518A9DD088D}"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5BDAB5A-7A6C-4B36-8402-059C7375B2B7}">
      <dgm:prSet phldrT="[Text]" custT="1"/>
      <dgm:spPr>
        <a:solidFill>
          <a:srgbClr val="92D050"/>
        </a:solidFill>
      </dgm:spPr>
      <dgm:t>
        <a:bodyPr/>
        <a:lstStyle/>
        <a:p>
          <a:r>
            <a:rPr lang="en-US" sz="1600" dirty="0">
              <a:latin typeface="Arial" panose="020B0604020202020204" pitchFamily="34" charset="0"/>
              <a:cs typeface="Arial" panose="020B0604020202020204" pitchFamily="34" charset="0"/>
            </a:rPr>
            <a:t>Answer: TRUE</a:t>
          </a:r>
          <a:endParaRPr lang="en-US" sz="16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25005">
        <dgm:presLayoutVars>
          <dgm:chMax val="0"/>
          <dgm:bulletEnabled val="1"/>
        </dgm:presLayoutVars>
      </dgm:prSet>
      <dgm:spPr/>
    </dgm:pt>
  </dgm:ptLst>
  <dgm:cxnLst>
    <dgm:cxn modelId="{78CB629C-9CE7-4441-8CDF-B9FAE1025707}"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BE6781E9-BE84-4CC0-B5B4-46E38BF7106C}" type="presOf" srcId="{15BDAB5A-7A6C-4B36-8402-059C7375B2B7}" destId="{ECFE2E18-2A2C-47CF-9012-1B73D49004F2}" srcOrd="0" destOrd="0" presId="urn:microsoft.com/office/officeart/2005/8/layout/vList2"/>
    <dgm:cxn modelId="{1479ACCD-CBCD-4B12-905C-173C4DFD9898}"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    State license fields exist on the address object </a:t>
          </a:r>
        </a:p>
        <a:p>
          <a:r>
            <a:rPr lang="en-US" sz="1800" dirty="0">
              <a:solidFill>
                <a:schemeClr val="bg1"/>
              </a:solidFill>
              <a:latin typeface="Arial" panose="020B0604020202020204" pitchFamily="34" charset="0"/>
              <a:cs typeface="Arial" panose="020B0604020202020204" pitchFamily="34" charset="0"/>
            </a:rPr>
            <a:t>    VEEVA supports all US state licenses except TEXAS </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D8B4EE66-F1F2-43ED-AAA2-13BA661A4828}">
      <dgm:prSet custT="1"/>
      <dgm:spPr/>
      <dgm:t>
        <a:bodyPr/>
        <a:lstStyle/>
        <a:p>
          <a:r>
            <a:rPr lang="en-US" sz="1600" dirty="0">
              <a:solidFill>
                <a:schemeClr val="bg1"/>
              </a:solidFill>
              <a:latin typeface="Arial" panose="020B0604020202020204" pitchFamily="34" charset="0"/>
              <a:cs typeface="Arial" panose="020B0604020202020204" pitchFamily="34" charset="0"/>
            </a:rPr>
            <a:t>FALSE</a:t>
          </a:r>
        </a:p>
      </dgm:t>
    </dgm:pt>
    <dgm:pt modelId="{FBEB44E1-9B4C-4D94-98DE-3BF9713E56AA}" type="parTrans" cxnId="{83056852-4BFD-4CDF-9D0B-6344EB1493ED}">
      <dgm:prSet/>
      <dgm:spPr/>
      <dgm:t>
        <a:bodyPr/>
        <a:lstStyle/>
        <a:p>
          <a:endParaRPr lang="en-US"/>
        </a:p>
      </dgm:t>
    </dgm:pt>
    <dgm:pt modelId="{0050A461-8D13-4F88-9F50-A37DE3FA0E4B}" type="sibTrans" cxnId="{83056852-4BFD-4CDF-9D0B-6344EB1493ED}">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X="-133" custLinFactNeighborY="22803">
        <dgm:presLayoutVars>
          <dgm:bulletEnabled val="1"/>
        </dgm:presLayoutVars>
      </dgm:prSet>
      <dgm:spPr/>
    </dgm:pt>
  </dgm:ptLst>
  <dgm:cxnLst>
    <dgm:cxn modelId="{2183DD2F-960F-4B6F-A34C-8AF72F48FD9B}" type="presOf" srcId="{D8B4EE66-F1F2-43ED-AAA2-13BA661A4828}" destId="{0EBE7C70-51AD-4402-A9D8-36889ADBC56A}" srcOrd="0" destOrd="1" presId="urn:microsoft.com/office/officeart/2005/8/layout/vList2"/>
    <dgm:cxn modelId="{83056852-4BFD-4CDF-9D0B-6344EB1493ED}" srcId="{2C8EA471-3542-4573-A8BF-295862507B6E}" destId="{D8B4EE66-F1F2-43ED-AAA2-13BA661A4828}" srcOrd="1" destOrd="0" parTransId="{FBEB44E1-9B4C-4D94-98DE-3BF9713E56AA}" sibTransId="{0050A461-8D13-4F88-9F50-A37DE3FA0E4B}"/>
    <dgm:cxn modelId="{7A7F587F-D08F-4CC0-8477-0317FD2C2D4E}" srcId="{2C8EA471-3542-4573-A8BF-295862507B6E}" destId="{C963391F-9B22-4206-A700-8520E04934C9}" srcOrd="2" destOrd="0" parTransId="{AAA05218-474E-4B89-B846-CFA41306222E}" sibTransId="{E65CFCA8-FD79-4A4B-84EE-4695BE91880A}"/>
    <dgm:cxn modelId="{78CB629C-9CE7-4441-8CDF-B9FAE1025707}"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6B2C36C9-A218-4852-89D3-4DB5FCA6AEE7}" type="presOf" srcId="{C963391F-9B22-4206-A700-8520E04934C9}" destId="{0EBE7C70-51AD-4402-A9D8-36889ADBC56A}" srcOrd="0" destOrd="2" presId="urn:microsoft.com/office/officeart/2005/8/layout/vList2"/>
    <dgm:cxn modelId="{538EE1CA-6092-4EF8-8A0D-3DADCE842918}" type="presOf" srcId="{D073AE1F-622F-41F3-83F6-04C7A451C39E}" destId="{0EBE7C70-51AD-4402-A9D8-36889ADBC56A}" srcOrd="0" destOrd="0" presId="urn:microsoft.com/office/officeart/2005/8/layout/vList2"/>
    <dgm:cxn modelId="{DCB435ED-4B36-4E5F-9589-A3096F9875D4}" type="presOf" srcId="{2C8EA471-3542-4573-A8BF-295862507B6E}" destId="{B6F44C7D-37FA-4A88-A65B-56F3574B16C2}" srcOrd="0" destOrd="0" presId="urn:microsoft.com/office/officeart/2005/8/layout/vList2"/>
    <dgm:cxn modelId="{A6B021D7-F236-4005-B88E-FCBE80EEB2AD}" type="presParOf" srcId="{C8FDD220-37AD-4C55-AA28-BC4D9DE2EF3E}" destId="{B6F44C7D-37FA-4A88-A65B-56F3574B16C2}" srcOrd="0" destOrd="0" presId="urn:microsoft.com/office/officeart/2005/8/layout/vList2"/>
    <dgm:cxn modelId="{61D7CD28-75E1-459E-ACE7-6518A9DD088D}"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 Choose which of the following is/are true about relationship between Address objects and Account objects</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dirty="0">
              <a:solidFill>
                <a:schemeClr val="bg1"/>
              </a:solidFill>
              <a:latin typeface="Arial" panose="020B0604020202020204" pitchFamily="34" charset="0"/>
              <a:cs typeface="Arial" panose="020B0604020202020204" pitchFamily="34" charset="0"/>
            </a:rPr>
            <a:t>Account object is the master and address is in the detail</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7464384A-A0BF-4D75-BC43-8011C5A562F6}">
      <dgm:prSet custT="1"/>
      <dgm:spPr/>
      <dgm:t>
        <a:bodyPr/>
        <a:lstStyle/>
        <a:p>
          <a:r>
            <a:rPr lang="en-US" sz="1600" dirty="0">
              <a:solidFill>
                <a:schemeClr val="bg1"/>
              </a:solidFill>
              <a:latin typeface="Arial" panose="020B0604020202020204" pitchFamily="34" charset="0"/>
              <a:cs typeface="Arial" panose="020B0604020202020204" pitchFamily="34" charset="0"/>
            </a:rPr>
            <a:t>Address object is the master and account is in the detail </a:t>
          </a:r>
        </a:p>
      </dgm:t>
    </dgm:pt>
    <dgm:pt modelId="{3CD20560-ADCC-48AD-B903-D56CB9222E24}" type="parTrans" cxnId="{98212753-6AC6-4A3A-94F5-455F7D0BB153}">
      <dgm:prSet/>
      <dgm:spPr/>
      <dgm:t>
        <a:bodyPr/>
        <a:lstStyle/>
        <a:p>
          <a:endParaRPr lang="en-US"/>
        </a:p>
      </dgm:t>
    </dgm:pt>
    <dgm:pt modelId="{C576678D-BD00-4019-A641-2481D8CA36A6}" type="sibTrans" cxnId="{98212753-6AC6-4A3A-94F5-455F7D0BB153}">
      <dgm:prSet/>
      <dgm:spPr/>
      <dgm:t>
        <a:bodyPr/>
        <a:lstStyle/>
        <a:p>
          <a:endParaRPr lang="en-US"/>
        </a:p>
      </dgm:t>
    </dgm:pt>
    <dgm:pt modelId="{875EE05C-2745-4E03-9BB4-2A726E401127}">
      <dgm:prSet custT="1"/>
      <dgm:spPr/>
      <dgm:t>
        <a:bodyPr/>
        <a:lstStyle/>
        <a:p>
          <a:r>
            <a:rPr lang="en-US" sz="1600" dirty="0">
              <a:solidFill>
                <a:schemeClr val="bg1"/>
              </a:solidFill>
              <a:latin typeface="Arial" panose="020B0604020202020204" pitchFamily="34" charset="0"/>
              <a:cs typeface="Arial" panose="020B0604020202020204" pitchFamily="34" charset="0"/>
            </a:rPr>
            <a:t>None of the above </a:t>
          </a:r>
        </a:p>
      </dgm:t>
    </dgm:pt>
    <dgm:pt modelId="{CAD6F26F-B260-4F0C-B841-B93CF1249DB3}" type="parTrans" cxnId="{10FFC07D-372B-4655-89B0-2B80682B967D}">
      <dgm:prSet/>
      <dgm:spPr/>
      <dgm:t>
        <a:bodyPr/>
        <a:lstStyle/>
        <a:p>
          <a:endParaRPr lang="en-US"/>
        </a:p>
      </dgm:t>
    </dgm:pt>
    <dgm:pt modelId="{7D399ABA-44F7-42FE-BA4F-498764A9C04F}" type="sibTrans" cxnId="{10FFC07D-372B-4655-89B0-2B80682B967D}">
      <dgm:prSet/>
      <dgm:spPr/>
      <dgm:t>
        <a:bodyPr/>
        <a:lstStyle/>
        <a:p>
          <a:endParaRPr lang="en-US"/>
        </a:p>
      </dgm:t>
    </dgm:pt>
    <dgm:pt modelId="{1FCA1025-423B-400E-9DE5-C25493269BCF}">
      <dgm:prSet custT="1"/>
      <dgm:spPr/>
      <dgm:t>
        <a:bodyPr/>
        <a:lstStyle/>
        <a:p>
          <a:r>
            <a:rPr lang="en-US" sz="1600" dirty="0" err="1">
              <a:solidFill>
                <a:schemeClr val="bg1"/>
              </a:solidFill>
              <a:latin typeface="Arial" panose="020B0604020202020204" pitchFamily="34" charset="0"/>
              <a:cs typeface="Arial" panose="020B0604020202020204" pitchFamily="34" charset="0"/>
            </a:rPr>
            <a:t>Address_Vod</a:t>
          </a:r>
          <a:r>
            <a:rPr lang="en-US" sz="1600" dirty="0">
              <a:solidFill>
                <a:schemeClr val="bg1"/>
              </a:solidFill>
              <a:latin typeface="Arial" panose="020B0604020202020204" pitchFamily="34" charset="0"/>
              <a:cs typeface="Arial" panose="020B0604020202020204" pitchFamily="34" charset="0"/>
            </a:rPr>
            <a:t> is the child object of the account object</a:t>
          </a:r>
        </a:p>
      </dgm:t>
    </dgm:pt>
    <dgm:pt modelId="{FFB3953F-D4B8-43EC-8CAA-1BB51B6C2192}" type="parTrans" cxnId="{10CE2BE9-D9C3-465E-966F-EC008D638C1E}">
      <dgm:prSet/>
      <dgm:spPr/>
      <dgm:t>
        <a:bodyPr/>
        <a:lstStyle/>
        <a:p>
          <a:endParaRPr lang="en-US"/>
        </a:p>
      </dgm:t>
    </dgm:pt>
    <dgm:pt modelId="{2C9FCFA5-F2FE-4C3C-A78B-DF16AEFB91BE}" type="sibTrans" cxnId="{10CE2BE9-D9C3-465E-966F-EC008D638C1E}">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9355">
        <dgm:presLayoutVars>
          <dgm:bulletEnabled val="1"/>
        </dgm:presLayoutVars>
      </dgm:prSet>
      <dgm:spPr/>
    </dgm:pt>
  </dgm:ptLst>
  <dgm:cxnLst>
    <dgm:cxn modelId="{60DC5D17-6E27-4F08-91A1-4AC121E64DA7}" type="presOf" srcId="{7464384A-A0BF-4D75-BC43-8011C5A562F6}" destId="{0EBE7C70-51AD-4402-A9D8-36889ADBC56A}" srcOrd="0" destOrd="1" presId="urn:microsoft.com/office/officeart/2005/8/layout/vList2"/>
    <dgm:cxn modelId="{98212753-6AC6-4A3A-94F5-455F7D0BB153}" srcId="{2C8EA471-3542-4573-A8BF-295862507B6E}" destId="{7464384A-A0BF-4D75-BC43-8011C5A562F6}" srcOrd="1" destOrd="0" parTransId="{3CD20560-ADCC-48AD-B903-D56CB9222E24}" sibTransId="{C576678D-BD00-4019-A641-2481D8CA36A6}"/>
    <dgm:cxn modelId="{A8953F79-F7D5-4C99-BAE1-05B227B3D4A9}" type="presOf" srcId="{875EE05C-2745-4E03-9BB4-2A726E401127}" destId="{0EBE7C70-51AD-4402-A9D8-36889ADBC56A}" srcOrd="0" destOrd="2" presId="urn:microsoft.com/office/officeart/2005/8/layout/vList2"/>
    <dgm:cxn modelId="{10FFC07D-372B-4655-89B0-2B80682B967D}" srcId="{2C8EA471-3542-4573-A8BF-295862507B6E}" destId="{875EE05C-2745-4E03-9BB4-2A726E401127}" srcOrd="2" destOrd="0" parTransId="{CAD6F26F-B260-4F0C-B841-B93CF1249DB3}" sibTransId="{7D399ABA-44F7-42FE-BA4F-498764A9C04F}"/>
    <dgm:cxn modelId="{7A7F587F-D08F-4CC0-8477-0317FD2C2D4E}" srcId="{2C8EA471-3542-4573-A8BF-295862507B6E}" destId="{C963391F-9B22-4206-A700-8520E04934C9}" srcOrd="4" destOrd="0" parTransId="{AAA05218-474E-4B89-B846-CFA41306222E}" sibTransId="{E65CFCA8-FD79-4A4B-84EE-4695BE91880A}"/>
    <dgm:cxn modelId="{78CB629C-9CE7-4441-8CDF-B9FAE1025707}" type="presOf" srcId="{38FFED07-2629-46AB-A563-EAC94C2A86A4}" destId="{C8FDD220-37AD-4C55-AA28-BC4D9DE2EF3E}" srcOrd="0" destOrd="0" presId="urn:microsoft.com/office/officeart/2005/8/layout/vList2"/>
    <dgm:cxn modelId="{E7E4C0A1-F411-42EF-88AB-D14B64031829}" type="presOf" srcId="{1FCA1025-423B-400E-9DE5-C25493269BCF}" destId="{0EBE7C70-51AD-4402-A9D8-36889ADBC56A}" srcOrd="0" destOrd="3"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6B2C36C9-A218-4852-89D3-4DB5FCA6AEE7}" type="presOf" srcId="{C963391F-9B22-4206-A700-8520E04934C9}" destId="{0EBE7C70-51AD-4402-A9D8-36889ADBC56A}" srcOrd="0" destOrd="4" presId="urn:microsoft.com/office/officeart/2005/8/layout/vList2"/>
    <dgm:cxn modelId="{538EE1CA-6092-4EF8-8A0D-3DADCE842918}" type="presOf" srcId="{D073AE1F-622F-41F3-83F6-04C7A451C39E}" destId="{0EBE7C70-51AD-4402-A9D8-36889ADBC56A}" srcOrd="0" destOrd="0" presId="urn:microsoft.com/office/officeart/2005/8/layout/vList2"/>
    <dgm:cxn modelId="{10CE2BE9-D9C3-465E-966F-EC008D638C1E}" srcId="{2C8EA471-3542-4573-A8BF-295862507B6E}" destId="{1FCA1025-423B-400E-9DE5-C25493269BCF}" srcOrd="3" destOrd="0" parTransId="{FFB3953F-D4B8-43EC-8CAA-1BB51B6C2192}" sibTransId="{2C9FCFA5-F2FE-4C3C-A78B-DF16AEFB91BE}"/>
    <dgm:cxn modelId="{DCB435ED-4B36-4E5F-9589-A3096F9875D4}" type="presOf" srcId="{2C8EA471-3542-4573-A8BF-295862507B6E}" destId="{B6F44C7D-37FA-4A88-A65B-56F3574B16C2}" srcOrd="0" destOrd="0" presId="urn:microsoft.com/office/officeart/2005/8/layout/vList2"/>
    <dgm:cxn modelId="{A6B021D7-F236-4005-B88E-FCBE80EEB2AD}" type="presParOf" srcId="{C8FDD220-37AD-4C55-AA28-BC4D9DE2EF3E}" destId="{B6F44C7D-37FA-4A88-A65B-56F3574B16C2}" srcOrd="0" destOrd="0" presId="urn:microsoft.com/office/officeart/2005/8/layout/vList2"/>
    <dgm:cxn modelId="{61D7CD28-75E1-459E-ACE7-6518A9DD088D}"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5BDAB5A-7A6C-4B36-8402-059C7375B2B7}">
      <dgm:prSet phldrT="[Text]" custT="1"/>
      <dgm:spPr>
        <a:solidFill>
          <a:srgbClr val="92D050"/>
        </a:solidFill>
      </dgm:spPr>
      <dgm:t>
        <a:bodyPr/>
        <a:lstStyle/>
        <a:p>
          <a:r>
            <a:rPr lang="en-US" sz="1600" dirty="0">
              <a:latin typeface="Arial" panose="020B0604020202020204" pitchFamily="34" charset="0"/>
              <a:cs typeface="Arial" panose="020B0604020202020204" pitchFamily="34" charset="0"/>
            </a:rPr>
            <a:t>Answer: </a:t>
          </a:r>
          <a:r>
            <a:rPr lang="en-US" sz="1600" dirty="0">
              <a:solidFill>
                <a:schemeClr val="bg1"/>
              </a:solidFill>
              <a:latin typeface="Arial" panose="020B0604020202020204" pitchFamily="34" charset="0"/>
              <a:cs typeface="Arial" panose="020B0604020202020204" pitchFamily="34" charset="0"/>
            </a:rPr>
            <a:t>Account object is the master and address is in the detail, </a:t>
          </a:r>
        </a:p>
        <a:p>
          <a:r>
            <a:rPr lang="en-US" sz="1600" dirty="0">
              <a:solidFill>
                <a:schemeClr val="bg1"/>
              </a:solidFill>
              <a:latin typeface="Arial" panose="020B0604020202020204" pitchFamily="34" charset="0"/>
              <a:cs typeface="Arial" panose="020B0604020202020204" pitchFamily="34" charset="0"/>
            </a:rPr>
            <a:t>              </a:t>
          </a:r>
          <a:r>
            <a:rPr lang="en-US" sz="1600" dirty="0" err="1">
              <a:solidFill>
                <a:schemeClr val="bg1"/>
              </a:solidFill>
              <a:latin typeface="Arial" panose="020B0604020202020204" pitchFamily="34" charset="0"/>
              <a:cs typeface="Arial" panose="020B0604020202020204" pitchFamily="34" charset="0"/>
            </a:rPr>
            <a:t>Address_Vod</a:t>
          </a:r>
          <a:r>
            <a:rPr lang="en-US" sz="1600" dirty="0">
              <a:solidFill>
                <a:schemeClr val="bg1"/>
              </a:solidFill>
              <a:latin typeface="Arial" panose="020B0604020202020204" pitchFamily="34" charset="0"/>
              <a:cs typeface="Arial" panose="020B0604020202020204" pitchFamily="34" charset="0"/>
            </a:rPr>
            <a:t> is the child object of the account object</a:t>
          </a:r>
          <a:r>
            <a:rPr lang="en-US" sz="1600" dirty="0">
              <a:latin typeface="Arial" panose="020B0604020202020204" pitchFamily="34" charset="0"/>
              <a:cs typeface="Arial" panose="020B0604020202020204" pitchFamily="34" charset="0"/>
            </a:rPr>
            <a:t>  </a:t>
          </a:r>
          <a:endParaRPr lang="en-US" sz="16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30692">
        <dgm:presLayoutVars>
          <dgm:chMax val="0"/>
          <dgm:bulletEnabled val="1"/>
        </dgm:presLayoutVars>
      </dgm:prSet>
      <dgm:spPr/>
    </dgm:pt>
  </dgm:ptLst>
  <dgm:cxnLst>
    <dgm:cxn modelId="{78CB629C-9CE7-4441-8CDF-B9FAE1025707}"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BE6781E9-BE84-4CC0-B5B4-46E38BF7106C}" type="presOf" srcId="{15BDAB5A-7A6C-4B36-8402-059C7375B2B7}" destId="{ECFE2E18-2A2C-47CF-9012-1B73D49004F2}" srcOrd="0" destOrd="0" presId="urn:microsoft.com/office/officeart/2005/8/layout/vList2"/>
    <dgm:cxn modelId="{1479ACCD-CBCD-4B12-905C-173C4DFD9898}"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 Which of the following TSF fields are not displayed by default on the Account      page layout?</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dirty="0">
              <a:solidFill>
                <a:schemeClr val="bg1"/>
              </a:solidFill>
              <a:latin typeface="Arial" panose="020B0604020202020204" pitchFamily="34" charset="0"/>
              <a:cs typeface="Arial" panose="020B0604020202020204" pitchFamily="34" charset="0"/>
            </a:rPr>
            <a:t>YTD activity </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AA193587-5D4C-4014-8170-C200BE5BB82C}">
      <dgm:prSet custT="1"/>
      <dgm:spPr/>
      <dgm:t>
        <a:bodyPr/>
        <a:lstStyle/>
        <a:p>
          <a:r>
            <a:rPr lang="en-US" sz="1600" dirty="0">
              <a:solidFill>
                <a:schemeClr val="bg1"/>
              </a:solidFill>
              <a:latin typeface="Arial" panose="020B0604020202020204" pitchFamily="34" charset="0"/>
              <a:cs typeface="Arial" panose="020B0604020202020204" pitchFamily="34" charset="0"/>
            </a:rPr>
            <a:t>Created by</a:t>
          </a:r>
        </a:p>
      </dgm:t>
    </dgm:pt>
    <dgm:pt modelId="{3506987E-DD23-47E1-9EE6-ED9B44925EDF}" type="parTrans" cxnId="{B57A7821-7542-4BFC-9D50-0FE557E1DEB0}">
      <dgm:prSet/>
      <dgm:spPr/>
      <dgm:t>
        <a:bodyPr/>
        <a:lstStyle/>
        <a:p>
          <a:endParaRPr lang="en-US"/>
        </a:p>
      </dgm:t>
    </dgm:pt>
    <dgm:pt modelId="{0D984D2A-39AA-4941-912E-832685529C55}" type="sibTrans" cxnId="{B57A7821-7542-4BFC-9D50-0FE557E1DEB0}">
      <dgm:prSet/>
      <dgm:spPr/>
      <dgm:t>
        <a:bodyPr/>
        <a:lstStyle/>
        <a:p>
          <a:endParaRPr lang="en-US"/>
        </a:p>
      </dgm:t>
    </dgm:pt>
    <dgm:pt modelId="{0FCD932F-1824-4717-A8ED-28CC1B77C459}">
      <dgm:prSet custT="1"/>
      <dgm:spPr/>
      <dgm:t>
        <a:bodyPr/>
        <a:lstStyle/>
        <a:p>
          <a:r>
            <a:rPr lang="en-US" sz="1600" dirty="0">
              <a:solidFill>
                <a:schemeClr val="bg1"/>
              </a:solidFill>
              <a:latin typeface="Arial" panose="020B0604020202020204" pitchFamily="34" charset="0"/>
              <a:cs typeface="Arial" panose="020B0604020202020204" pitchFamily="34" charset="0"/>
            </a:rPr>
            <a:t>Last Modified By</a:t>
          </a:r>
        </a:p>
      </dgm:t>
    </dgm:pt>
    <dgm:pt modelId="{48CC2C6C-3BAF-47FB-A3AB-662E80BD8A68}" type="parTrans" cxnId="{ECD8CCEF-DF9E-4CE4-A161-34EAC7B6C01E}">
      <dgm:prSet/>
      <dgm:spPr/>
      <dgm:t>
        <a:bodyPr/>
        <a:lstStyle/>
        <a:p>
          <a:endParaRPr lang="en-US"/>
        </a:p>
      </dgm:t>
    </dgm:pt>
    <dgm:pt modelId="{F7493E4E-BD95-4288-BF09-327578989945}" type="sibTrans" cxnId="{ECD8CCEF-DF9E-4CE4-A161-34EAC7B6C01E}">
      <dgm:prSet/>
      <dgm:spPr/>
      <dgm:t>
        <a:bodyPr/>
        <a:lstStyle/>
        <a:p>
          <a:endParaRPr lang="en-US"/>
        </a:p>
      </dgm:t>
    </dgm:pt>
    <dgm:pt modelId="{BD517EAF-F2F4-4F9B-ACDE-3CCC0C6C7202}">
      <dgm:prSet custT="1"/>
      <dgm:spPr/>
      <dgm:t>
        <a:bodyPr/>
        <a:lstStyle/>
        <a:p>
          <a:r>
            <a:rPr lang="en-US" sz="1600" dirty="0">
              <a:solidFill>
                <a:schemeClr val="bg1"/>
              </a:solidFill>
              <a:latin typeface="Arial" panose="020B0604020202020204" pitchFamily="34" charset="0"/>
              <a:cs typeface="Arial" panose="020B0604020202020204" pitchFamily="34" charset="0"/>
            </a:rPr>
            <a:t>MY preferred Address </a:t>
          </a:r>
        </a:p>
      </dgm:t>
    </dgm:pt>
    <dgm:pt modelId="{CD23EB70-BB57-4D79-859D-E2DEA7BC2516}" type="parTrans" cxnId="{18EE83C2-547A-481C-8B1A-AE26287C4553}">
      <dgm:prSet/>
      <dgm:spPr/>
      <dgm:t>
        <a:bodyPr/>
        <a:lstStyle/>
        <a:p>
          <a:endParaRPr lang="en-US"/>
        </a:p>
      </dgm:t>
    </dgm:pt>
    <dgm:pt modelId="{1E1DE5C8-C0F8-44C5-B19A-D3600365000A}" type="sibTrans" cxnId="{18EE83C2-547A-481C-8B1A-AE26287C4553}">
      <dgm:prSet/>
      <dgm:spPr/>
      <dgm:t>
        <a:bodyPr/>
        <a:lstStyle/>
        <a:p>
          <a:endParaRPr lang="en-US"/>
        </a:p>
      </dgm:t>
    </dgm:pt>
    <dgm:pt modelId="{9269D701-A139-410A-B0E9-FF742E2C1A36}">
      <dgm:prSet custT="1"/>
      <dgm:spPr/>
      <dgm:t>
        <a:bodyPr/>
        <a:lstStyle/>
        <a:p>
          <a:endParaRPr lang="en-US" sz="1600" dirty="0">
            <a:solidFill>
              <a:schemeClr val="bg1"/>
            </a:solidFill>
          </a:endParaRPr>
        </a:p>
      </dgm:t>
    </dgm:pt>
    <dgm:pt modelId="{4C0FFA13-5E3E-404B-9596-E59F0B8248C4}" type="parTrans" cxnId="{A4F2FAEF-3EEC-4D8B-98A2-67D8617D9F44}">
      <dgm:prSet/>
      <dgm:spPr/>
      <dgm:t>
        <a:bodyPr/>
        <a:lstStyle/>
        <a:p>
          <a:endParaRPr lang="en-US"/>
        </a:p>
      </dgm:t>
    </dgm:pt>
    <dgm:pt modelId="{250A3E4C-A8D3-4B32-A629-456ED3CF218B}" type="sibTrans" cxnId="{A4F2FAEF-3EEC-4D8B-98A2-67D8617D9F44}">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X="0" custLinFactNeighborY="20354">
        <dgm:presLayoutVars>
          <dgm:bulletEnabled val="1"/>
        </dgm:presLayoutVars>
      </dgm:prSet>
      <dgm:spPr/>
    </dgm:pt>
  </dgm:ptLst>
  <dgm:cxnLst>
    <dgm:cxn modelId="{A0509F17-2C3A-45E0-81F2-080497623B15}" type="presOf" srcId="{AA193587-5D4C-4014-8170-C200BE5BB82C}" destId="{0EBE7C70-51AD-4402-A9D8-36889ADBC56A}" srcOrd="0" destOrd="1" presId="urn:microsoft.com/office/officeart/2005/8/layout/vList2"/>
    <dgm:cxn modelId="{B57A7821-7542-4BFC-9D50-0FE557E1DEB0}" srcId="{2C8EA471-3542-4573-A8BF-295862507B6E}" destId="{AA193587-5D4C-4014-8170-C200BE5BB82C}" srcOrd="1" destOrd="0" parTransId="{3506987E-DD23-47E1-9EE6-ED9B44925EDF}" sibTransId="{0D984D2A-39AA-4941-912E-832685529C55}"/>
    <dgm:cxn modelId="{2FA79441-93EE-4066-81BB-A7F87F8498B7}" type="presOf" srcId="{9269D701-A139-410A-B0E9-FF742E2C1A36}" destId="{0EBE7C70-51AD-4402-A9D8-36889ADBC56A}" srcOrd="0" destOrd="4" presId="urn:microsoft.com/office/officeart/2005/8/layout/vList2"/>
    <dgm:cxn modelId="{51F6BA7A-E75D-4C6C-AC83-29DE81CB1EB4}" type="presOf" srcId="{0FCD932F-1824-4717-A8ED-28CC1B77C459}" destId="{0EBE7C70-51AD-4402-A9D8-36889ADBC56A}" srcOrd="0" destOrd="2" presId="urn:microsoft.com/office/officeart/2005/8/layout/vList2"/>
    <dgm:cxn modelId="{7A7F587F-D08F-4CC0-8477-0317FD2C2D4E}" srcId="{2C8EA471-3542-4573-A8BF-295862507B6E}" destId="{C963391F-9B22-4206-A700-8520E04934C9}" srcOrd="5" destOrd="0" parTransId="{AAA05218-474E-4B89-B846-CFA41306222E}" sibTransId="{E65CFCA8-FD79-4A4B-84EE-4695BE91880A}"/>
    <dgm:cxn modelId="{3672D78C-8CD9-4772-8CDE-E6EAAB7E89B8}" type="presOf" srcId="{BD517EAF-F2F4-4F9B-ACDE-3CCC0C6C7202}" destId="{0EBE7C70-51AD-4402-A9D8-36889ADBC56A}" srcOrd="0" destOrd="3" presId="urn:microsoft.com/office/officeart/2005/8/layout/vList2"/>
    <dgm:cxn modelId="{78CB629C-9CE7-4441-8CDF-B9FAE1025707}"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18EE83C2-547A-481C-8B1A-AE26287C4553}" srcId="{2C8EA471-3542-4573-A8BF-295862507B6E}" destId="{BD517EAF-F2F4-4F9B-ACDE-3CCC0C6C7202}" srcOrd="3" destOrd="0" parTransId="{CD23EB70-BB57-4D79-859D-E2DEA7BC2516}" sibTransId="{1E1DE5C8-C0F8-44C5-B19A-D3600365000A}"/>
    <dgm:cxn modelId="{6B2C36C9-A218-4852-89D3-4DB5FCA6AEE7}" type="presOf" srcId="{C963391F-9B22-4206-A700-8520E04934C9}" destId="{0EBE7C70-51AD-4402-A9D8-36889ADBC56A}" srcOrd="0" destOrd="5" presId="urn:microsoft.com/office/officeart/2005/8/layout/vList2"/>
    <dgm:cxn modelId="{538EE1CA-6092-4EF8-8A0D-3DADCE842918}" type="presOf" srcId="{D073AE1F-622F-41F3-83F6-04C7A451C39E}" destId="{0EBE7C70-51AD-4402-A9D8-36889ADBC56A}" srcOrd="0" destOrd="0" presId="urn:microsoft.com/office/officeart/2005/8/layout/vList2"/>
    <dgm:cxn modelId="{DCB435ED-4B36-4E5F-9589-A3096F9875D4}" type="presOf" srcId="{2C8EA471-3542-4573-A8BF-295862507B6E}" destId="{B6F44C7D-37FA-4A88-A65B-56F3574B16C2}" srcOrd="0" destOrd="0" presId="urn:microsoft.com/office/officeart/2005/8/layout/vList2"/>
    <dgm:cxn modelId="{ECD8CCEF-DF9E-4CE4-A161-34EAC7B6C01E}" srcId="{2C8EA471-3542-4573-A8BF-295862507B6E}" destId="{0FCD932F-1824-4717-A8ED-28CC1B77C459}" srcOrd="2" destOrd="0" parTransId="{48CC2C6C-3BAF-47FB-A3AB-662E80BD8A68}" sibTransId="{F7493E4E-BD95-4288-BF09-327578989945}"/>
    <dgm:cxn modelId="{A4F2FAEF-3EEC-4D8B-98A2-67D8617D9F44}" srcId="{2C8EA471-3542-4573-A8BF-295862507B6E}" destId="{9269D701-A139-410A-B0E9-FF742E2C1A36}" srcOrd="4" destOrd="0" parTransId="{4C0FFA13-5E3E-404B-9596-E59F0B8248C4}" sibTransId="{250A3E4C-A8D3-4B32-A629-456ED3CF218B}"/>
    <dgm:cxn modelId="{A6B021D7-F236-4005-B88E-FCBE80EEB2AD}" type="presParOf" srcId="{C8FDD220-37AD-4C55-AA28-BC4D9DE2EF3E}" destId="{B6F44C7D-37FA-4A88-A65B-56F3574B16C2}" srcOrd="0" destOrd="0" presId="urn:microsoft.com/office/officeart/2005/8/layout/vList2"/>
    <dgm:cxn modelId="{61D7CD28-75E1-459E-ACE7-6518A9DD088D}"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5BDAB5A-7A6C-4B36-8402-059C7375B2B7}">
      <dgm:prSet phldrT="[Text]" custT="1"/>
      <dgm:spPr>
        <a:solidFill>
          <a:srgbClr val="92D050"/>
        </a:solidFill>
      </dgm:spPr>
      <dgm:t>
        <a:bodyPr/>
        <a:lstStyle/>
        <a:p>
          <a:r>
            <a:rPr lang="en-US" sz="1600" dirty="0">
              <a:latin typeface="Arial" panose="020B0604020202020204" pitchFamily="34" charset="0"/>
              <a:cs typeface="Arial" panose="020B0604020202020204" pitchFamily="34" charset="0"/>
            </a:rPr>
            <a:t>Answer: Created by, Last Modified By</a:t>
          </a:r>
          <a:endParaRPr lang="en-US" sz="16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281" custLinFactNeighborY="-9349">
        <dgm:presLayoutVars>
          <dgm:chMax val="0"/>
          <dgm:bulletEnabled val="1"/>
        </dgm:presLayoutVars>
      </dgm:prSet>
      <dgm:spPr/>
    </dgm:pt>
  </dgm:ptLst>
  <dgm:cxnLst>
    <dgm:cxn modelId="{78CB629C-9CE7-4441-8CDF-B9FAE1025707}"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BE6781E9-BE84-4CC0-B5B4-46E38BF7106C}" type="presOf" srcId="{15BDAB5A-7A6C-4B36-8402-059C7375B2B7}" destId="{ECFE2E18-2A2C-47CF-9012-1B73D49004F2}" srcOrd="0" destOrd="0" presId="urn:microsoft.com/office/officeart/2005/8/layout/vList2"/>
    <dgm:cxn modelId="{1479ACCD-CBCD-4B12-905C-173C4DFD9898}"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 During the account merge activity, the INACTIVE FLAG = ‘same as what it       was before’ is for which type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dirty="0">
              <a:solidFill>
                <a:schemeClr val="bg1"/>
              </a:solidFill>
              <a:latin typeface="Arial" panose="020B0604020202020204" pitchFamily="34" charset="0"/>
              <a:cs typeface="Arial" panose="020B0604020202020204" pitchFamily="34" charset="0"/>
            </a:rPr>
            <a:t>INACTIVE </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F23A2568-946A-4551-B42E-F1A726459593}">
      <dgm:prSet custT="1"/>
      <dgm:spPr/>
      <dgm:t>
        <a:bodyPr/>
        <a:lstStyle/>
        <a:p>
          <a:r>
            <a:rPr lang="en-US" sz="1600" dirty="0">
              <a:solidFill>
                <a:schemeClr val="bg1"/>
              </a:solidFill>
              <a:latin typeface="Arial" panose="020B0604020202020204" pitchFamily="34" charset="0"/>
              <a:cs typeface="Arial" panose="020B0604020202020204" pitchFamily="34" charset="0"/>
            </a:rPr>
            <a:t>ASIS</a:t>
          </a:r>
        </a:p>
      </dgm:t>
    </dgm:pt>
    <dgm:pt modelId="{7250098D-4196-474C-9A93-852B51105A79}" type="parTrans" cxnId="{4FEF107D-A672-4097-B715-F66ED559E216}">
      <dgm:prSet/>
      <dgm:spPr/>
      <dgm:t>
        <a:bodyPr/>
        <a:lstStyle/>
        <a:p>
          <a:endParaRPr lang="en-US"/>
        </a:p>
      </dgm:t>
    </dgm:pt>
    <dgm:pt modelId="{BB5AB45B-9BD8-4530-A034-CEE252733C59}" type="sibTrans" cxnId="{4FEF107D-A672-4097-B715-F66ED559E216}">
      <dgm:prSet/>
      <dgm:spPr/>
      <dgm:t>
        <a:bodyPr/>
        <a:lstStyle/>
        <a:p>
          <a:endParaRPr lang="en-US"/>
        </a:p>
      </dgm:t>
    </dgm:pt>
    <dgm:pt modelId="{25314FC7-629F-47FF-8F2B-F9C4BF70063E}">
      <dgm:prSet custT="1"/>
      <dgm:spPr/>
      <dgm:t>
        <a:bodyPr/>
        <a:lstStyle/>
        <a:p>
          <a:r>
            <a:rPr lang="en-US" sz="1600" dirty="0">
              <a:solidFill>
                <a:schemeClr val="bg1"/>
              </a:solidFill>
              <a:latin typeface="Arial" panose="020B0604020202020204" pitchFamily="34" charset="0"/>
              <a:cs typeface="Arial" panose="020B0604020202020204" pitchFamily="34" charset="0"/>
            </a:rPr>
            <a:t>both </a:t>
          </a:r>
        </a:p>
      </dgm:t>
    </dgm:pt>
    <dgm:pt modelId="{C3D3EE20-ECB1-4711-A807-2D6EC875B831}" type="parTrans" cxnId="{65F47EFA-BF5C-4B3C-9AF7-A88229E10FF0}">
      <dgm:prSet/>
      <dgm:spPr/>
      <dgm:t>
        <a:bodyPr/>
        <a:lstStyle/>
        <a:p>
          <a:endParaRPr lang="en-US"/>
        </a:p>
      </dgm:t>
    </dgm:pt>
    <dgm:pt modelId="{379ACE72-D4B0-4A60-8014-A252D49A3557}" type="sibTrans" cxnId="{65F47EFA-BF5C-4B3C-9AF7-A88229E10FF0}">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X="-1177" custLinFactNeighborY="22372">
        <dgm:presLayoutVars>
          <dgm:bulletEnabled val="1"/>
        </dgm:presLayoutVars>
      </dgm:prSet>
      <dgm:spPr/>
    </dgm:pt>
  </dgm:ptLst>
  <dgm:cxnLst>
    <dgm:cxn modelId="{5C036408-4568-4368-B921-0A78BD8CBBF1}" type="presOf" srcId="{25314FC7-629F-47FF-8F2B-F9C4BF70063E}" destId="{0EBE7C70-51AD-4402-A9D8-36889ADBC56A}" srcOrd="0" destOrd="2" presId="urn:microsoft.com/office/officeart/2005/8/layout/vList2"/>
    <dgm:cxn modelId="{EFA6D153-74D9-43E0-8364-86658449B32A}" type="presOf" srcId="{F23A2568-946A-4551-B42E-F1A726459593}" destId="{0EBE7C70-51AD-4402-A9D8-36889ADBC56A}" srcOrd="0" destOrd="1" presId="urn:microsoft.com/office/officeart/2005/8/layout/vList2"/>
    <dgm:cxn modelId="{4FEF107D-A672-4097-B715-F66ED559E216}" srcId="{2C8EA471-3542-4573-A8BF-295862507B6E}" destId="{F23A2568-946A-4551-B42E-F1A726459593}" srcOrd="1" destOrd="0" parTransId="{7250098D-4196-474C-9A93-852B51105A79}" sibTransId="{BB5AB45B-9BD8-4530-A034-CEE252733C59}"/>
    <dgm:cxn modelId="{7A7F587F-D08F-4CC0-8477-0317FD2C2D4E}" srcId="{2C8EA471-3542-4573-A8BF-295862507B6E}" destId="{C963391F-9B22-4206-A700-8520E04934C9}" srcOrd="3" destOrd="0" parTransId="{AAA05218-474E-4B89-B846-CFA41306222E}" sibTransId="{E65CFCA8-FD79-4A4B-84EE-4695BE91880A}"/>
    <dgm:cxn modelId="{78CB629C-9CE7-4441-8CDF-B9FAE1025707}"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6B2C36C9-A218-4852-89D3-4DB5FCA6AEE7}" type="presOf" srcId="{C963391F-9B22-4206-A700-8520E04934C9}" destId="{0EBE7C70-51AD-4402-A9D8-36889ADBC56A}" srcOrd="0" destOrd="3" presId="urn:microsoft.com/office/officeart/2005/8/layout/vList2"/>
    <dgm:cxn modelId="{538EE1CA-6092-4EF8-8A0D-3DADCE842918}" type="presOf" srcId="{D073AE1F-622F-41F3-83F6-04C7A451C39E}" destId="{0EBE7C70-51AD-4402-A9D8-36889ADBC56A}" srcOrd="0" destOrd="0" presId="urn:microsoft.com/office/officeart/2005/8/layout/vList2"/>
    <dgm:cxn modelId="{DCB435ED-4B36-4E5F-9589-A3096F9875D4}" type="presOf" srcId="{2C8EA471-3542-4573-A8BF-295862507B6E}" destId="{B6F44C7D-37FA-4A88-A65B-56F3574B16C2}" srcOrd="0" destOrd="0" presId="urn:microsoft.com/office/officeart/2005/8/layout/vList2"/>
    <dgm:cxn modelId="{65F47EFA-BF5C-4B3C-9AF7-A88229E10FF0}" srcId="{2C8EA471-3542-4573-A8BF-295862507B6E}" destId="{25314FC7-629F-47FF-8F2B-F9C4BF70063E}" srcOrd="2" destOrd="0" parTransId="{C3D3EE20-ECB1-4711-A807-2D6EC875B831}" sibTransId="{379ACE72-D4B0-4A60-8014-A252D49A3557}"/>
    <dgm:cxn modelId="{A6B021D7-F236-4005-B88E-FCBE80EEB2AD}" type="presParOf" srcId="{C8FDD220-37AD-4C55-AA28-BC4D9DE2EF3E}" destId="{B6F44C7D-37FA-4A88-A65B-56F3574B16C2}" srcOrd="0" destOrd="0" presId="urn:microsoft.com/office/officeart/2005/8/layout/vList2"/>
    <dgm:cxn modelId="{61D7CD28-75E1-459E-ACE7-6518A9DD088D}"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5BDAB5A-7A6C-4B36-8402-059C7375B2B7}">
      <dgm:prSet phldrT="[Text]" custT="1"/>
      <dgm:spPr>
        <a:solidFill>
          <a:srgbClr val="92D050"/>
        </a:solidFill>
      </dgm:spPr>
      <dgm:t>
        <a:bodyPr/>
        <a:lstStyle/>
        <a:p>
          <a:r>
            <a:rPr lang="en-US" sz="1600" dirty="0">
              <a:latin typeface="Arial" panose="020B0604020202020204" pitchFamily="34" charset="0"/>
              <a:cs typeface="Arial" panose="020B0604020202020204" pitchFamily="34" charset="0"/>
            </a:rPr>
            <a:t>Answer: ASIS</a:t>
          </a:r>
          <a:endParaRPr lang="en-US" sz="16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62132">
        <dgm:presLayoutVars>
          <dgm:chMax val="0"/>
          <dgm:bulletEnabled val="1"/>
        </dgm:presLayoutVars>
      </dgm:prSet>
      <dgm:spPr/>
    </dgm:pt>
  </dgm:ptLst>
  <dgm:cxnLst>
    <dgm:cxn modelId="{78CB629C-9CE7-4441-8CDF-B9FAE1025707}"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BE6781E9-BE84-4CC0-B5B4-46E38BF7106C}" type="presOf" srcId="{15BDAB5A-7A6C-4B36-8402-059C7375B2B7}" destId="{ECFE2E18-2A2C-47CF-9012-1B73D49004F2}" srcOrd="0" destOrd="0" presId="urn:microsoft.com/office/officeart/2005/8/layout/vList2"/>
    <dgm:cxn modelId="{1479ACCD-CBCD-4B12-905C-173C4DFD9898}"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 During the Account merger activity which of the below statements about TSF record handling is/are TRUE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dirty="0">
              <a:solidFill>
                <a:schemeClr val="bg1"/>
              </a:solidFill>
              <a:latin typeface="Arial" panose="020B0604020202020204" pitchFamily="34" charset="0"/>
              <a:cs typeface="Arial" panose="020B0604020202020204" pitchFamily="34" charset="0"/>
            </a:rPr>
            <a:t>If TSF record exists for the losing account and does not exist for winning account, the losing account TSF record is deleted</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C676B2FC-A74E-4C08-B16F-AB70091DC31F}">
      <dgm:prSet custT="1"/>
      <dgm:spPr/>
      <dgm:t>
        <a:bodyPr/>
        <a:lstStyle/>
        <a:p>
          <a:r>
            <a:rPr lang="en-US" sz="1600" dirty="0">
              <a:solidFill>
                <a:schemeClr val="bg1"/>
              </a:solidFill>
              <a:latin typeface="Arial" panose="020B0604020202020204" pitchFamily="34" charset="0"/>
              <a:cs typeface="Arial" panose="020B0604020202020204" pitchFamily="34" charset="0"/>
            </a:rPr>
            <a:t>If TSF record exists both for the winning account and losing account, the losing accounts TSF record will be deleted</a:t>
          </a:r>
        </a:p>
      </dgm:t>
    </dgm:pt>
    <dgm:pt modelId="{9C21A176-34E9-4EFC-B63E-92325DEA95C3}" type="parTrans" cxnId="{F0D31FE3-7C48-469E-8499-3E3830FDA79E}">
      <dgm:prSet/>
      <dgm:spPr/>
      <dgm:t>
        <a:bodyPr/>
        <a:lstStyle/>
        <a:p>
          <a:endParaRPr lang="en-US"/>
        </a:p>
      </dgm:t>
    </dgm:pt>
    <dgm:pt modelId="{06D37B67-6564-4435-A12B-2D82480B7B76}" type="sibTrans" cxnId="{F0D31FE3-7C48-469E-8499-3E3830FDA79E}">
      <dgm:prSet/>
      <dgm:spPr/>
      <dgm:t>
        <a:bodyPr/>
        <a:lstStyle/>
        <a:p>
          <a:endParaRPr lang="en-US"/>
        </a:p>
      </dgm:t>
    </dgm:pt>
    <dgm:pt modelId="{11CE90F3-6E52-40E2-8CFE-0E8C5AE82E47}">
      <dgm:prSet custT="1"/>
      <dgm:spPr/>
      <dgm:t>
        <a:bodyPr/>
        <a:lstStyle/>
        <a:p>
          <a:r>
            <a:rPr lang="en-US" sz="1600" dirty="0">
              <a:solidFill>
                <a:schemeClr val="bg1"/>
              </a:solidFill>
              <a:latin typeface="Arial" panose="020B0604020202020204" pitchFamily="34" charset="0"/>
              <a:cs typeface="Arial" panose="020B0604020202020204" pitchFamily="34" charset="0"/>
            </a:rPr>
            <a:t>If TSF record exists both for the winning account and losing account, both are merged </a:t>
          </a:r>
        </a:p>
      </dgm:t>
    </dgm:pt>
    <dgm:pt modelId="{1BE37781-F63C-4C36-B3CC-95E23F6170F3}" type="parTrans" cxnId="{71F5A1DC-7235-4B41-9E81-29C183F7E18A}">
      <dgm:prSet/>
      <dgm:spPr/>
      <dgm:t>
        <a:bodyPr/>
        <a:lstStyle/>
        <a:p>
          <a:endParaRPr lang="en-US"/>
        </a:p>
      </dgm:t>
    </dgm:pt>
    <dgm:pt modelId="{437B116A-4018-4E6C-BA8D-A2AD168DFFFF}" type="sibTrans" cxnId="{71F5A1DC-7235-4B41-9E81-29C183F7E18A}">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X="-183" custLinFactNeighborY="16105">
        <dgm:presLayoutVars>
          <dgm:bulletEnabled val="1"/>
        </dgm:presLayoutVars>
      </dgm:prSet>
      <dgm:spPr/>
    </dgm:pt>
  </dgm:ptLst>
  <dgm:cxnLst>
    <dgm:cxn modelId="{59D64950-916C-420D-805B-F77E616987E7}" type="presOf" srcId="{C676B2FC-A74E-4C08-B16F-AB70091DC31F}" destId="{0EBE7C70-51AD-4402-A9D8-36889ADBC56A}" srcOrd="0" destOrd="1" presId="urn:microsoft.com/office/officeart/2005/8/layout/vList2"/>
    <dgm:cxn modelId="{7A7F587F-D08F-4CC0-8477-0317FD2C2D4E}" srcId="{2C8EA471-3542-4573-A8BF-295862507B6E}" destId="{C963391F-9B22-4206-A700-8520E04934C9}" srcOrd="3" destOrd="0" parTransId="{AAA05218-474E-4B89-B846-CFA41306222E}" sibTransId="{E65CFCA8-FD79-4A4B-84EE-4695BE91880A}"/>
    <dgm:cxn modelId="{78CB629C-9CE7-4441-8CDF-B9FAE1025707}"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6B2C36C9-A218-4852-89D3-4DB5FCA6AEE7}" type="presOf" srcId="{C963391F-9B22-4206-A700-8520E04934C9}" destId="{0EBE7C70-51AD-4402-A9D8-36889ADBC56A}" srcOrd="0" destOrd="3" presId="urn:microsoft.com/office/officeart/2005/8/layout/vList2"/>
    <dgm:cxn modelId="{538EE1CA-6092-4EF8-8A0D-3DADCE842918}" type="presOf" srcId="{D073AE1F-622F-41F3-83F6-04C7A451C39E}" destId="{0EBE7C70-51AD-4402-A9D8-36889ADBC56A}" srcOrd="0" destOrd="0" presId="urn:microsoft.com/office/officeart/2005/8/layout/vList2"/>
    <dgm:cxn modelId="{71F5A1DC-7235-4B41-9E81-29C183F7E18A}" srcId="{2C8EA471-3542-4573-A8BF-295862507B6E}" destId="{11CE90F3-6E52-40E2-8CFE-0E8C5AE82E47}" srcOrd="2" destOrd="0" parTransId="{1BE37781-F63C-4C36-B3CC-95E23F6170F3}" sibTransId="{437B116A-4018-4E6C-BA8D-A2AD168DFFFF}"/>
    <dgm:cxn modelId="{B707B8DE-AB37-4F22-ABE7-4C2BC941025A}" type="presOf" srcId="{11CE90F3-6E52-40E2-8CFE-0E8C5AE82E47}" destId="{0EBE7C70-51AD-4402-A9D8-36889ADBC56A}" srcOrd="0" destOrd="2" presId="urn:microsoft.com/office/officeart/2005/8/layout/vList2"/>
    <dgm:cxn modelId="{F0D31FE3-7C48-469E-8499-3E3830FDA79E}" srcId="{2C8EA471-3542-4573-A8BF-295862507B6E}" destId="{C676B2FC-A74E-4C08-B16F-AB70091DC31F}" srcOrd="1" destOrd="0" parTransId="{9C21A176-34E9-4EFC-B63E-92325DEA95C3}" sibTransId="{06D37B67-6564-4435-A12B-2D82480B7B76}"/>
    <dgm:cxn modelId="{DCB435ED-4B36-4E5F-9589-A3096F9875D4}" type="presOf" srcId="{2C8EA471-3542-4573-A8BF-295862507B6E}" destId="{B6F44C7D-37FA-4A88-A65B-56F3574B16C2}" srcOrd="0" destOrd="0" presId="urn:microsoft.com/office/officeart/2005/8/layout/vList2"/>
    <dgm:cxn modelId="{A6B021D7-F236-4005-B88E-FCBE80EEB2AD}" type="presParOf" srcId="{C8FDD220-37AD-4C55-AA28-BC4D9DE2EF3E}" destId="{B6F44C7D-37FA-4A88-A65B-56F3574B16C2}" srcOrd="0" destOrd="0" presId="urn:microsoft.com/office/officeart/2005/8/layout/vList2"/>
    <dgm:cxn modelId="{61D7CD28-75E1-459E-ACE7-6518A9DD088D}"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5BDAB5A-7A6C-4B36-8402-059C7375B2B7}">
      <dgm:prSet phldrT="[Text]" custT="1"/>
      <dgm:spPr>
        <a:solidFill>
          <a:srgbClr val="92D050"/>
        </a:solidFill>
      </dgm:spPr>
      <dgm:t>
        <a:bodyPr/>
        <a:lstStyle/>
        <a:p>
          <a:r>
            <a:rPr lang="en-US" sz="1600" dirty="0">
              <a:latin typeface="Arial" panose="020B0604020202020204" pitchFamily="34" charset="0"/>
              <a:cs typeface="Arial" panose="020B0604020202020204" pitchFamily="34" charset="0"/>
            </a:rPr>
            <a:t>Answer: If TSF record exists both for the winning account and losing account the losing accounts TSF record will be deleted</a:t>
          </a:r>
        </a:p>
      </dgm:t>
    </dgm:pt>
    <dgm:pt modelId="{DC967284-3FCC-4458-980C-DAD748995322}" type="sibTrans" cxnId="{6A694AE2-82BF-44D2-8A04-19C6980E4DCC}">
      <dgm:prSet/>
      <dgm:spPr/>
      <dgm:t>
        <a:bodyPr/>
        <a:lstStyle/>
        <a:p>
          <a:endParaRPr lang="en-US"/>
        </a:p>
      </dgm:t>
    </dgm:pt>
    <dgm:pt modelId="{FAD6FA71-9A29-42E8-A157-BD328AE69490}" type="par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dgm:presLayoutVars>
          <dgm:chMax val="0"/>
          <dgm:bulletEnabled val="1"/>
        </dgm:presLayoutVars>
      </dgm:prSet>
      <dgm:spPr/>
    </dgm:pt>
  </dgm:ptLst>
  <dgm:cxnLst>
    <dgm:cxn modelId="{78CB629C-9CE7-4441-8CDF-B9FAE1025707}"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BE6781E9-BE84-4CC0-B5B4-46E38BF7106C}" type="presOf" srcId="{15BDAB5A-7A6C-4B36-8402-059C7375B2B7}" destId="{ECFE2E18-2A2C-47CF-9012-1B73D49004F2}" srcOrd="0" destOrd="0" presId="urn:microsoft.com/office/officeart/2005/8/layout/vList2"/>
    <dgm:cxn modelId="{1479ACCD-CBCD-4B12-905C-173C4DFD9898}"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39273"/>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Admin can configure to disable VEEVA account merge functionality?</a:t>
          </a:r>
        </a:p>
      </dsp:txBody>
      <dsp:txXfrm>
        <a:off x="42792" y="582065"/>
        <a:ext cx="8248301" cy="791023"/>
      </dsp:txXfrm>
    </dsp:sp>
    <dsp:sp modelId="{0EBE7C70-51AD-4402-A9D8-36889ADBC56A}">
      <dsp:nvSpPr>
        <dsp:cNvPr id="0" name=""/>
        <dsp:cNvSpPr/>
      </dsp:nvSpPr>
      <dsp:spPr>
        <a:xfrm>
          <a:off x="0" y="1720786"/>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TRUE</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FALSE</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720786"/>
        <a:ext cx="8333885" cy="1076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685802"/>
          <a:ext cx="8333885" cy="746628"/>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Answer: TRUE</a:t>
          </a:r>
          <a:endParaRPr lang="en-US" sz="1600" b="1" kern="1200" dirty="0">
            <a:latin typeface="Arial" panose="020B0604020202020204" pitchFamily="34" charset="0"/>
            <a:cs typeface="Arial" panose="020B0604020202020204" pitchFamily="34" charset="0"/>
          </a:endParaRPr>
        </a:p>
      </dsp:txBody>
      <dsp:txXfrm>
        <a:off x="36447" y="722249"/>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86873"/>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    State license fields exist on the address object </a:t>
          </a:r>
        </a:p>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    VEEVA supports all US state licenses except TEXAS </a:t>
          </a:r>
        </a:p>
      </dsp:txBody>
      <dsp:txXfrm>
        <a:off x="42792" y="429665"/>
        <a:ext cx="8248301" cy="791023"/>
      </dsp:txXfrm>
    </dsp:sp>
    <dsp:sp modelId="{0EBE7C70-51AD-4402-A9D8-36889ADBC56A}">
      <dsp:nvSpPr>
        <dsp:cNvPr id="0" name=""/>
        <dsp:cNvSpPr/>
      </dsp:nvSpPr>
      <dsp:spPr>
        <a:xfrm>
          <a:off x="0" y="1540947"/>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TRUE</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FALSE</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540947"/>
        <a:ext cx="8333885" cy="1076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69142"/>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 Choose which of the following is/are true about relationship between Address objects and Account objects</a:t>
          </a:r>
        </a:p>
      </dsp:txBody>
      <dsp:txXfrm>
        <a:off x="42792" y="311934"/>
        <a:ext cx="8248301" cy="791023"/>
      </dsp:txXfrm>
    </dsp:sp>
    <dsp:sp modelId="{0EBE7C70-51AD-4402-A9D8-36889ADBC56A}">
      <dsp:nvSpPr>
        <dsp:cNvPr id="0" name=""/>
        <dsp:cNvSpPr/>
      </dsp:nvSpPr>
      <dsp:spPr>
        <a:xfrm>
          <a:off x="0" y="1381261"/>
          <a:ext cx="8333885" cy="1311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Account object is the master and address is in the detail</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Address object is the master and account is in the detail </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None of the above </a:t>
          </a:r>
        </a:p>
        <a:p>
          <a:pPr marL="171450" lvl="1" indent="-171450" algn="l" defTabSz="711200">
            <a:lnSpc>
              <a:spcPct val="90000"/>
            </a:lnSpc>
            <a:spcBef>
              <a:spcPct val="0"/>
            </a:spcBef>
            <a:spcAft>
              <a:spcPct val="20000"/>
            </a:spcAft>
            <a:buChar char="•"/>
          </a:pPr>
          <a:r>
            <a:rPr lang="en-US" sz="1600" kern="1200" dirty="0" err="1">
              <a:solidFill>
                <a:schemeClr val="bg1"/>
              </a:solidFill>
              <a:latin typeface="Arial" panose="020B0604020202020204" pitchFamily="34" charset="0"/>
              <a:cs typeface="Arial" panose="020B0604020202020204" pitchFamily="34" charset="0"/>
            </a:rPr>
            <a:t>Address_Vod</a:t>
          </a:r>
          <a:r>
            <a:rPr lang="en-US" sz="1600" kern="1200" dirty="0">
              <a:solidFill>
                <a:schemeClr val="bg1"/>
              </a:solidFill>
              <a:latin typeface="Arial" panose="020B0604020202020204" pitchFamily="34" charset="0"/>
              <a:cs typeface="Arial" panose="020B0604020202020204" pitchFamily="34" charset="0"/>
            </a:rPr>
            <a:t> is the child object of the account object</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381261"/>
        <a:ext cx="8333885" cy="13118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616603"/>
          <a:ext cx="8333885" cy="746628"/>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Answer: </a:t>
          </a:r>
          <a:r>
            <a:rPr lang="en-US" sz="1600" kern="1200" dirty="0">
              <a:solidFill>
                <a:schemeClr val="bg1"/>
              </a:solidFill>
              <a:latin typeface="Arial" panose="020B0604020202020204" pitchFamily="34" charset="0"/>
              <a:cs typeface="Arial" panose="020B0604020202020204" pitchFamily="34" charset="0"/>
            </a:rPr>
            <a:t>Account object is the master and address is in the detail, </a:t>
          </a:r>
        </a:p>
        <a:p>
          <a:pPr marL="0" lvl="0" indent="0" algn="l" defTabSz="711200">
            <a:lnSpc>
              <a:spcPct val="90000"/>
            </a:lnSpc>
            <a:spcBef>
              <a:spcPct val="0"/>
            </a:spcBef>
            <a:spcAft>
              <a:spcPct val="35000"/>
            </a:spcAft>
            <a:buNone/>
          </a:pPr>
          <a:r>
            <a:rPr lang="en-US" sz="1600" kern="1200" dirty="0">
              <a:solidFill>
                <a:schemeClr val="bg1"/>
              </a:solidFill>
              <a:latin typeface="Arial" panose="020B0604020202020204" pitchFamily="34" charset="0"/>
              <a:cs typeface="Arial" panose="020B0604020202020204" pitchFamily="34" charset="0"/>
            </a:rPr>
            <a:t>              </a:t>
          </a:r>
          <a:r>
            <a:rPr lang="en-US" sz="1600" kern="1200" dirty="0" err="1">
              <a:solidFill>
                <a:schemeClr val="bg1"/>
              </a:solidFill>
              <a:latin typeface="Arial" panose="020B0604020202020204" pitchFamily="34" charset="0"/>
              <a:cs typeface="Arial" panose="020B0604020202020204" pitchFamily="34" charset="0"/>
            </a:rPr>
            <a:t>Address_Vod</a:t>
          </a:r>
          <a:r>
            <a:rPr lang="en-US" sz="1600" kern="1200" dirty="0">
              <a:solidFill>
                <a:schemeClr val="bg1"/>
              </a:solidFill>
              <a:latin typeface="Arial" panose="020B0604020202020204" pitchFamily="34" charset="0"/>
              <a:cs typeface="Arial" panose="020B0604020202020204" pitchFamily="34" charset="0"/>
            </a:rPr>
            <a:t> is the child object of the account object</a:t>
          </a:r>
          <a:r>
            <a:rPr lang="en-US" sz="1600" kern="1200" dirty="0">
              <a:latin typeface="Arial" panose="020B0604020202020204" pitchFamily="34" charset="0"/>
              <a:cs typeface="Arial" panose="020B0604020202020204" pitchFamily="34" charset="0"/>
            </a:rPr>
            <a:t>  </a:t>
          </a:r>
          <a:endParaRPr lang="en-US" sz="1600" b="1" kern="1200" dirty="0">
            <a:latin typeface="Arial" panose="020B0604020202020204" pitchFamily="34" charset="0"/>
            <a:cs typeface="Arial" panose="020B0604020202020204" pitchFamily="34" charset="0"/>
          </a:endParaRPr>
        </a:p>
      </dsp:txBody>
      <dsp:txXfrm>
        <a:off x="36447" y="653050"/>
        <a:ext cx="8260991" cy="6737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34930"/>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 Which of the following TSF fields are not displayed by default on the Account      page layout?</a:t>
          </a:r>
        </a:p>
      </dsp:txBody>
      <dsp:txXfrm>
        <a:off x="42792" y="477722"/>
        <a:ext cx="8248301" cy="791023"/>
      </dsp:txXfrm>
    </dsp:sp>
    <dsp:sp modelId="{0EBE7C70-51AD-4402-A9D8-36889ADBC56A}">
      <dsp:nvSpPr>
        <dsp:cNvPr id="0" name=""/>
        <dsp:cNvSpPr/>
      </dsp:nvSpPr>
      <dsp:spPr>
        <a:xfrm>
          <a:off x="0" y="1559204"/>
          <a:ext cx="8333885" cy="1513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YTD activity </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Created by</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Last Modified By</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MY preferred Address </a:t>
          </a:r>
        </a:p>
        <a:p>
          <a:pPr marL="171450" lvl="1" indent="-171450" algn="l" defTabSz="711200">
            <a:lnSpc>
              <a:spcPct val="90000"/>
            </a:lnSpc>
            <a:spcBef>
              <a:spcPct val="0"/>
            </a:spcBef>
            <a:spcAft>
              <a:spcPct val="20000"/>
            </a:spcAft>
            <a:buChar char="•"/>
          </a:pPr>
          <a:endParaRPr lang="en-US" sz="1600" kern="1200" dirty="0">
            <a:solidFill>
              <a:schemeClr val="bg1"/>
            </a:solidFill>
          </a:endParaRP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559204"/>
        <a:ext cx="8333885" cy="15136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457204"/>
          <a:ext cx="8333885" cy="746628"/>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Answer: Created by, Last Modified By</a:t>
          </a:r>
          <a:endParaRPr lang="en-US" sz="1600" b="1" kern="1200" dirty="0">
            <a:latin typeface="Arial" panose="020B0604020202020204" pitchFamily="34" charset="0"/>
            <a:cs typeface="Arial" panose="020B0604020202020204" pitchFamily="34" charset="0"/>
          </a:endParaRPr>
        </a:p>
      </dsp:txBody>
      <dsp:txXfrm>
        <a:off x="36447" y="493651"/>
        <a:ext cx="8260991" cy="6737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86873"/>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 During the account merge activity, the INACTIVE FLAG = ‘same as what it       was before’ is for which type</a:t>
          </a:r>
        </a:p>
      </dsp:txBody>
      <dsp:txXfrm>
        <a:off x="42792" y="429665"/>
        <a:ext cx="8248301" cy="791023"/>
      </dsp:txXfrm>
    </dsp:sp>
    <dsp:sp modelId="{0EBE7C70-51AD-4402-A9D8-36889ADBC56A}">
      <dsp:nvSpPr>
        <dsp:cNvPr id="0" name=""/>
        <dsp:cNvSpPr/>
      </dsp:nvSpPr>
      <dsp:spPr>
        <a:xfrm>
          <a:off x="0" y="1535703"/>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INACTIVE </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ASIS</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both </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535703"/>
        <a:ext cx="8333885" cy="10764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234041"/>
          <a:ext cx="8333885" cy="746628"/>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Answer: ASIS</a:t>
          </a:r>
          <a:endParaRPr lang="en-US" sz="1600" b="1" kern="1200" dirty="0">
            <a:latin typeface="Arial" panose="020B0604020202020204" pitchFamily="34" charset="0"/>
            <a:cs typeface="Arial" panose="020B0604020202020204" pitchFamily="34" charset="0"/>
          </a:endParaRPr>
        </a:p>
      </dsp:txBody>
      <dsp:txXfrm>
        <a:off x="36447" y="270488"/>
        <a:ext cx="8260991" cy="6737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06667"/>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 During the Account merger activity which of the below statements about TSF record handling is/are TRUE</a:t>
          </a:r>
        </a:p>
      </dsp:txBody>
      <dsp:txXfrm>
        <a:off x="42792" y="549459"/>
        <a:ext cx="8248301" cy="791023"/>
      </dsp:txXfrm>
    </dsp:sp>
    <dsp:sp modelId="{0EBE7C70-51AD-4402-A9D8-36889ADBC56A}">
      <dsp:nvSpPr>
        <dsp:cNvPr id="0" name=""/>
        <dsp:cNvSpPr/>
      </dsp:nvSpPr>
      <dsp:spPr>
        <a:xfrm>
          <a:off x="0" y="1579240"/>
          <a:ext cx="8333885"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If TSF record exists for the losing account and does not exist for winning account, the losing account TSF record is deleted</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If TSF record exists both for the winning account and losing account, the losing accounts TSF record will be deleted</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If TSF record exists both for the winning account and losing account, both are merged </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579240"/>
        <a:ext cx="8333885" cy="144641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990063"/>
          <a:ext cx="8333885" cy="746628"/>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Answer: If TSF record exists both for the winning account and losing account the losing accounts TSF record will be deleted</a:t>
          </a:r>
        </a:p>
      </dsp:txBody>
      <dsp:txXfrm>
        <a:off x="36447" y="1026510"/>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620BDC-786E-47ED-8055-C365B561F8B7}" type="datetimeFigureOut">
              <a:rPr kumimoji="1" lang="ja-JP" altLang="en-US" smtClean="0"/>
              <a:t>2023/10/10</a:t>
            </a:fld>
            <a:endParaRPr kumimoji="1" lang="ja-JP"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E59F5F-7215-43D1-A580-D50C1EC71936}" type="slidenum">
              <a:rPr kumimoji="1" lang="ja-JP" altLang="en-US" smtClean="0"/>
              <a:t>‹#›</a:t>
            </a:fld>
            <a:endParaRPr kumimoji="1" lang="ja-JP" altLang="en-US"/>
          </a:p>
        </p:txBody>
      </p:sp>
    </p:spTree>
    <p:extLst>
      <p:ext uri="{BB962C8B-B14F-4D97-AF65-F5344CB8AC3E}">
        <p14:creationId xmlns:p14="http://schemas.microsoft.com/office/powerpoint/2010/main" val="2984097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10/10/2023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dirty="0"/>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a:t>
            </a:fld>
            <a:endParaRPr lang="en-US" dirty="0"/>
          </a:p>
        </p:txBody>
      </p:sp>
    </p:spTree>
    <p:extLst>
      <p:ext uri="{BB962C8B-B14F-4D97-AF65-F5344CB8AC3E}">
        <p14:creationId xmlns:p14="http://schemas.microsoft.com/office/powerpoint/2010/main" val="2183918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a:t>
            </a:fld>
            <a:endParaRPr lang="en-US" dirty="0"/>
          </a:p>
        </p:txBody>
      </p:sp>
    </p:spTree>
    <p:extLst>
      <p:ext uri="{BB962C8B-B14F-4D97-AF65-F5344CB8AC3E}">
        <p14:creationId xmlns:p14="http://schemas.microsoft.com/office/powerpoint/2010/main" val="61691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5</a:t>
            </a:fld>
            <a:endParaRPr lang="en-US" dirty="0"/>
          </a:p>
        </p:txBody>
      </p:sp>
    </p:spTree>
    <p:extLst>
      <p:ext uri="{BB962C8B-B14F-4D97-AF65-F5344CB8AC3E}">
        <p14:creationId xmlns:p14="http://schemas.microsoft.com/office/powerpoint/2010/main" val="3150564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6</a:t>
            </a:fld>
            <a:endParaRPr lang="en-US" dirty="0"/>
          </a:p>
        </p:txBody>
      </p:sp>
    </p:spTree>
    <p:extLst>
      <p:ext uri="{BB962C8B-B14F-4D97-AF65-F5344CB8AC3E}">
        <p14:creationId xmlns:p14="http://schemas.microsoft.com/office/powerpoint/2010/main" val="4235262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8</a:t>
            </a:fld>
            <a:endParaRPr lang="en-US" dirty="0"/>
          </a:p>
        </p:txBody>
      </p:sp>
    </p:spTree>
    <p:extLst>
      <p:ext uri="{BB962C8B-B14F-4D97-AF65-F5344CB8AC3E}">
        <p14:creationId xmlns:p14="http://schemas.microsoft.com/office/powerpoint/2010/main" val="1375930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9</a:t>
            </a:fld>
            <a:endParaRPr lang="en-US" dirty="0"/>
          </a:p>
        </p:txBody>
      </p:sp>
    </p:spTree>
    <p:extLst>
      <p:ext uri="{BB962C8B-B14F-4D97-AF65-F5344CB8AC3E}">
        <p14:creationId xmlns:p14="http://schemas.microsoft.com/office/powerpoint/2010/main" val="1179487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10</a:t>
            </a:fld>
            <a:endParaRPr lang="en-US" dirty="0"/>
          </a:p>
        </p:txBody>
      </p:sp>
    </p:spTree>
    <p:extLst>
      <p:ext uri="{BB962C8B-B14F-4D97-AF65-F5344CB8AC3E}">
        <p14:creationId xmlns:p14="http://schemas.microsoft.com/office/powerpoint/2010/main" val="843747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11</a:t>
            </a:fld>
            <a:endParaRPr lang="en-US" dirty="0"/>
          </a:p>
        </p:txBody>
      </p:sp>
    </p:spTree>
    <p:extLst>
      <p:ext uri="{BB962C8B-B14F-4D97-AF65-F5344CB8AC3E}">
        <p14:creationId xmlns:p14="http://schemas.microsoft.com/office/powerpoint/2010/main" val="571939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12</a:t>
            </a:fld>
            <a:endParaRPr lang="en-US" dirty="0"/>
          </a:p>
        </p:txBody>
      </p:sp>
    </p:spTree>
    <p:extLst>
      <p:ext uri="{BB962C8B-B14F-4D97-AF65-F5344CB8AC3E}">
        <p14:creationId xmlns:p14="http://schemas.microsoft.com/office/powerpoint/2010/main" val="1066740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13</a:t>
            </a:fld>
            <a:endParaRPr lang="en-US" dirty="0"/>
          </a:p>
        </p:txBody>
      </p:sp>
    </p:spTree>
    <p:extLst>
      <p:ext uri="{BB962C8B-B14F-4D97-AF65-F5344CB8AC3E}">
        <p14:creationId xmlns:p14="http://schemas.microsoft.com/office/powerpoint/2010/main" val="3961855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14</a:t>
            </a:fld>
            <a:endParaRPr lang="en-US" dirty="0"/>
          </a:p>
        </p:txBody>
      </p:sp>
    </p:spTree>
    <p:extLst>
      <p:ext uri="{BB962C8B-B14F-4D97-AF65-F5344CB8AC3E}">
        <p14:creationId xmlns:p14="http://schemas.microsoft.com/office/powerpoint/2010/main" val="2895203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16</a:t>
            </a:fld>
            <a:endParaRPr lang="en-US" dirty="0"/>
          </a:p>
        </p:txBody>
      </p:sp>
    </p:spTree>
    <p:extLst>
      <p:ext uri="{BB962C8B-B14F-4D97-AF65-F5344CB8AC3E}">
        <p14:creationId xmlns:p14="http://schemas.microsoft.com/office/powerpoint/2010/main" val="537285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17</a:t>
            </a:fld>
            <a:endParaRPr lang="en-US" dirty="0"/>
          </a:p>
        </p:txBody>
      </p:sp>
    </p:spTree>
    <p:extLst>
      <p:ext uri="{BB962C8B-B14F-4D97-AF65-F5344CB8AC3E}">
        <p14:creationId xmlns:p14="http://schemas.microsoft.com/office/powerpoint/2010/main" val="2845274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18</a:t>
            </a:fld>
            <a:endParaRPr lang="en-US" dirty="0"/>
          </a:p>
        </p:txBody>
      </p:sp>
    </p:spTree>
    <p:extLst>
      <p:ext uri="{BB962C8B-B14F-4D97-AF65-F5344CB8AC3E}">
        <p14:creationId xmlns:p14="http://schemas.microsoft.com/office/powerpoint/2010/main" val="2075394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19</a:t>
            </a:fld>
            <a:endParaRPr lang="en-US" dirty="0"/>
          </a:p>
        </p:txBody>
      </p:sp>
    </p:spTree>
    <p:extLst>
      <p:ext uri="{BB962C8B-B14F-4D97-AF65-F5344CB8AC3E}">
        <p14:creationId xmlns:p14="http://schemas.microsoft.com/office/powerpoint/2010/main" val="3221337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20</a:t>
            </a:fld>
            <a:endParaRPr lang="en-US" dirty="0"/>
          </a:p>
        </p:txBody>
      </p:sp>
    </p:spTree>
    <p:extLst>
      <p:ext uri="{BB962C8B-B14F-4D97-AF65-F5344CB8AC3E}">
        <p14:creationId xmlns:p14="http://schemas.microsoft.com/office/powerpoint/2010/main" val="2210515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22</a:t>
            </a:fld>
            <a:endParaRPr lang="en-US" dirty="0"/>
          </a:p>
        </p:txBody>
      </p:sp>
    </p:spTree>
    <p:extLst>
      <p:ext uri="{BB962C8B-B14F-4D97-AF65-F5344CB8AC3E}">
        <p14:creationId xmlns:p14="http://schemas.microsoft.com/office/powerpoint/2010/main" val="4144921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23</a:t>
            </a:fld>
            <a:endParaRPr lang="en-US" dirty="0"/>
          </a:p>
        </p:txBody>
      </p:sp>
    </p:spTree>
    <p:extLst>
      <p:ext uri="{BB962C8B-B14F-4D97-AF65-F5344CB8AC3E}">
        <p14:creationId xmlns:p14="http://schemas.microsoft.com/office/powerpoint/2010/main" val="14006536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24</a:t>
            </a:fld>
            <a:endParaRPr lang="en-US" dirty="0"/>
          </a:p>
        </p:txBody>
      </p:sp>
    </p:spTree>
    <p:extLst>
      <p:ext uri="{BB962C8B-B14F-4D97-AF65-F5344CB8AC3E}">
        <p14:creationId xmlns:p14="http://schemas.microsoft.com/office/powerpoint/2010/main" val="3565020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25</a:t>
            </a:fld>
            <a:endParaRPr lang="en-US" dirty="0"/>
          </a:p>
        </p:txBody>
      </p:sp>
    </p:spTree>
    <p:extLst>
      <p:ext uri="{BB962C8B-B14F-4D97-AF65-F5344CB8AC3E}">
        <p14:creationId xmlns:p14="http://schemas.microsoft.com/office/powerpoint/2010/main" val="29078070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26</a:t>
            </a:fld>
            <a:endParaRPr lang="en-US" dirty="0"/>
          </a:p>
        </p:txBody>
      </p:sp>
    </p:spTree>
    <p:extLst>
      <p:ext uri="{BB962C8B-B14F-4D97-AF65-F5344CB8AC3E}">
        <p14:creationId xmlns:p14="http://schemas.microsoft.com/office/powerpoint/2010/main" val="34928574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27</a:t>
            </a:fld>
            <a:endParaRPr lang="en-US" dirty="0"/>
          </a:p>
        </p:txBody>
      </p:sp>
    </p:spTree>
    <p:extLst>
      <p:ext uri="{BB962C8B-B14F-4D97-AF65-F5344CB8AC3E}">
        <p14:creationId xmlns:p14="http://schemas.microsoft.com/office/powerpoint/2010/main" val="20796395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28</a:t>
            </a:fld>
            <a:endParaRPr lang="en-US" dirty="0"/>
          </a:p>
        </p:txBody>
      </p:sp>
    </p:spTree>
    <p:extLst>
      <p:ext uri="{BB962C8B-B14F-4D97-AF65-F5344CB8AC3E}">
        <p14:creationId xmlns:p14="http://schemas.microsoft.com/office/powerpoint/2010/main" val="28637155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29</a:t>
            </a:fld>
            <a:endParaRPr lang="en-US" dirty="0"/>
          </a:p>
        </p:txBody>
      </p:sp>
    </p:spTree>
    <p:extLst>
      <p:ext uri="{BB962C8B-B14F-4D97-AF65-F5344CB8AC3E}">
        <p14:creationId xmlns:p14="http://schemas.microsoft.com/office/powerpoint/2010/main" val="1980806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36</a:t>
            </a:fld>
            <a:endParaRPr lang="en-US" dirty="0"/>
          </a:p>
        </p:txBody>
      </p:sp>
    </p:spTree>
    <p:extLst>
      <p:ext uri="{BB962C8B-B14F-4D97-AF65-F5344CB8AC3E}">
        <p14:creationId xmlns:p14="http://schemas.microsoft.com/office/powerpoint/2010/main" val="17090431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7707137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287159221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282522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8786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714955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4143701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1373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835905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1902589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97194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dirty="0"/>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dirty="0"/>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95" r:id="rId1"/>
    <p:sldLayoutId id="2147483694" r:id="rId2"/>
    <p:sldLayoutId id="2147483675" r:id="rId3"/>
    <p:sldLayoutId id="2147483676" r:id="rId4"/>
    <p:sldLayoutId id="2147483678" r:id="rId5"/>
    <p:sldLayoutId id="2147483679" r:id="rId6"/>
    <p:sldLayoutId id="2147483680" r:id="rId7"/>
    <p:sldLayoutId id="2147483681" r:id="rId8"/>
    <p:sldLayoutId id="2147483684" r:id="rId9"/>
    <p:sldLayoutId id="2147483693" r:id="rId10"/>
    <p:sldLayoutId id="2147483696" r:id="rId11"/>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6" r:id="rId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773" r:id="rId1"/>
    <p:sldLayoutId id="2147483817" r:id="rId2"/>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34.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12.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35.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12.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3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hyperlink" Target="https://trailhead.salesforce.com/en/home" TargetMode="External"/><Relationship Id="rId2" Type="http://schemas.openxmlformats.org/officeDocument/2006/relationships/hyperlink" Target="https://crmhelp.veeva.com/doc/Content/Home.htm" TargetMode="External"/><Relationship Id="rId1" Type="http://schemas.openxmlformats.org/officeDocument/2006/relationships/slideLayout" Target="../slideLayouts/slideLayout14.xml"/><Relationship Id="rId4" Type="http://schemas.openxmlformats.org/officeDocument/2006/relationships/image" Target="../media/image29.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5800" y="2674257"/>
            <a:ext cx="7010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31775" lvl="1"/>
            <a:r>
              <a:rPr lang="en-US" altLang="ja-JP" sz="3600" b="1" dirty="0">
                <a:solidFill>
                  <a:srgbClr val="00718F"/>
                </a:solidFill>
                <a:latin typeface="Arial" panose="020B0604020202020204" pitchFamily="34" charset="0"/>
                <a:cs typeface="Arial" panose="020B0604020202020204" pitchFamily="34" charset="0"/>
              </a:rPr>
              <a:t>Address, TSF and Account Merge</a:t>
            </a:r>
            <a:endParaRPr lang="en-US" sz="3600" b="1" dirty="0">
              <a:solidFill>
                <a:srgbClr val="00718F"/>
              </a:solidFill>
              <a:latin typeface="Arial" panose="020B0604020202020204" pitchFamily="34" charset="0"/>
              <a:cs typeface="Arial" panose="020B0604020202020204" pitchFamily="34" charset="0"/>
            </a:endParaRPr>
          </a:p>
        </p:txBody>
      </p:sp>
      <p:sp>
        <p:nvSpPr>
          <p:cNvPr id="5" name="Text Placeholder 4">
            <a:extLst>
              <a:ext uri="{FF2B5EF4-FFF2-40B4-BE49-F238E27FC236}">
                <a16:creationId xmlns:a16="http://schemas.microsoft.com/office/drawing/2014/main" id="{DE5817F6-9C23-291F-00FA-4CD14A5E4E78}"/>
              </a:ext>
            </a:extLst>
          </p:cNvPr>
          <p:cNvSpPr>
            <a:spLocks noGrp="1"/>
          </p:cNvSpPr>
          <p:nvPr>
            <p:ph type="body" idx="12"/>
          </p:nvPr>
        </p:nvSpPr>
        <p:spPr/>
        <p:txBody>
          <a:bodyPr/>
          <a:lstStyle/>
          <a:p>
            <a:endParaRPr lang="en-US"/>
          </a:p>
        </p:txBody>
      </p:sp>
      <p:sp>
        <p:nvSpPr>
          <p:cNvPr id="6" name="Subtitle 2">
            <a:extLst>
              <a:ext uri="{FF2B5EF4-FFF2-40B4-BE49-F238E27FC236}">
                <a16:creationId xmlns:a16="http://schemas.microsoft.com/office/drawing/2014/main" id="{F25CCAD8-21DC-8CFC-5620-2738DC41694A}"/>
              </a:ext>
            </a:extLst>
          </p:cNvPr>
          <p:cNvSpPr>
            <a:spLocks noGrp="1"/>
          </p:cNvSpPr>
          <p:nvPr>
            <p:ph type="subTitle" idx="1"/>
          </p:nvPr>
        </p:nvSpPr>
        <p:spPr>
          <a:xfrm>
            <a:off x="1042989" y="4187952"/>
            <a:ext cx="4014215" cy="457200"/>
          </a:xfrm>
        </p:spPr>
        <p:txBody>
          <a:bodyPr/>
          <a:lstStyle/>
          <a:p>
            <a:r>
              <a:rPr lang="en-US" dirty="0"/>
              <a:t>LEVEL - PRACTITIONER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dirty="0"/>
              <a:t>© 2023 Cognizant</a:t>
            </a:r>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sz="2400" dirty="0">
                <a:solidFill>
                  <a:schemeClr val="tx2">
                    <a:lumMod val="50000"/>
                  </a:schemeClr>
                </a:solidFill>
              </a:rPr>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462419363"/>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Sourav Bhattacharjee, Prashant </a:t>
                      </a:r>
                      <a:r>
                        <a:rPr kumimoji="0" lang="en-US" sz="1800" b="0" i="0" u="none" strike="noStrike" kern="1200" cap="none" normalizeH="0" baseline="0" dirty="0" err="1">
                          <a:ln>
                            <a:noFill/>
                          </a:ln>
                          <a:solidFill>
                            <a:schemeClr val="tx1"/>
                          </a:solidFill>
                          <a:effectLst/>
                          <a:latin typeface="+mn-lt"/>
                          <a:ea typeface="+mn-ea"/>
                          <a:cs typeface="+mn-cs"/>
                        </a:rPr>
                        <a:t>Prashant</a:t>
                      </a:r>
                      <a:r>
                        <a:rPr kumimoji="0" lang="en-US" sz="1800" b="0" i="0" u="none" strike="noStrike" kern="1200" cap="none" normalizeH="0" baseline="0" dirty="0">
                          <a:ln>
                            <a:noFill/>
                          </a:ln>
                          <a:solidFill>
                            <a:schemeClr val="tx1"/>
                          </a:solidFill>
                          <a:effectLst/>
                          <a:latin typeface="+mn-lt"/>
                          <a:ea typeface="+mn-ea"/>
                          <a:cs typeface="+mn-cs"/>
                        </a:rPr>
                        <a:t>,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6774224"/>
                  </a:ext>
                </a:extLst>
              </a:tr>
              <a:tr h="458632">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Associate – Projects; Sr. Consultant CRM – EAS Salesforce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V1: 24-Jan-2018, V1.1: August-2023: Updated with Lightning UI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Abhijan Majumdar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a:t>
            </a:fld>
            <a:endParaRPr lang="en-US" dirty="0"/>
          </a:p>
        </p:txBody>
      </p:sp>
      <p:sp>
        <p:nvSpPr>
          <p:cNvPr id="2" name="Title 1"/>
          <p:cNvSpPr>
            <a:spLocks noGrp="1"/>
          </p:cNvSpPr>
          <p:nvPr>
            <p:ph type="title" idx="4294967295"/>
          </p:nvPr>
        </p:nvSpPr>
        <p:spPr>
          <a:xfrm>
            <a:off x="1641505" y="259715"/>
            <a:ext cx="9144000" cy="479425"/>
          </a:xfrm>
        </p:spPr>
        <p:txBody>
          <a:bodyPr/>
          <a:lstStyle/>
          <a:p>
            <a:r>
              <a:rPr lang="en-US" sz="2400" dirty="0">
                <a:solidFill>
                  <a:schemeClr val="tx1"/>
                </a:solidFill>
              </a:rPr>
              <a:t>Recap ... </a:t>
            </a:r>
          </a:p>
        </p:txBody>
      </p:sp>
      <p:sp>
        <p:nvSpPr>
          <p:cNvPr id="3" name="Content Placeholder 2"/>
          <p:cNvSpPr>
            <a:spLocks noGrp="1"/>
          </p:cNvSpPr>
          <p:nvPr>
            <p:ph idx="4294967295"/>
          </p:nvPr>
        </p:nvSpPr>
        <p:spPr>
          <a:xfrm>
            <a:off x="436879" y="1082039"/>
            <a:ext cx="9753600" cy="5181600"/>
          </a:xfrm>
        </p:spPr>
        <p:txBody>
          <a:bodyPr/>
          <a:lstStyle/>
          <a:p>
            <a:pPr marL="0" indent="0">
              <a:buNone/>
            </a:pPr>
            <a:r>
              <a:rPr lang="en-US" sz="1800" dirty="0"/>
              <a:t>In the previous Module - </a:t>
            </a:r>
            <a:r>
              <a:rPr lang="en-US" sz="1800" i="1" dirty="0"/>
              <a:t>Sphere of influence, Affiliation, Account Hierarchy</a:t>
            </a:r>
            <a:r>
              <a:rPr lang="en-US" sz="1800" dirty="0"/>
              <a:t>, you learnt to ...</a:t>
            </a:r>
          </a:p>
          <a:p>
            <a:pPr marL="0" indent="0">
              <a:buNone/>
            </a:pPr>
            <a:endParaRPr lang="en-US" sz="1800" dirty="0"/>
          </a:p>
          <a:p>
            <a:pPr lvl="1"/>
            <a:r>
              <a:rPr lang="en-US" altLang="ja-JP" dirty="0"/>
              <a:t>Track </a:t>
            </a:r>
            <a:r>
              <a:rPr lang="en-US" dirty="0"/>
              <a:t>Parent-Child relationships through Account Hierarchy</a:t>
            </a:r>
            <a:endParaRPr lang="en-US" altLang="ja-JP" dirty="0"/>
          </a:p>
          <a:p>
            <a:pPr lvl="1"/>
            <a:r>
              <a:rPr lang="en-US" dirty="0"/>
              <a:t>Display Affiliations (account) through Sphere of Influence in an intuitive graphical format</a:t>
            </a:r>
            <a:endParaRPr lang="en-US" altLang="ja-JP" dirty="0"/>
          </a:p>
          <a:p>
            <a:pPr marL="0" indent="0">
              <a:buNone/>
            </a:pPr>
            <a:r>
              <a:rPr lang="en-US" sz="1800" dirty="0"/>
              <a:t> </a:t>
            </a:r>
          </a:p>
          <a:p>
            <a:pPr marL="0" indent="0">
              <a:buNone/>
            </a:pPr>
            <a:r>
              <a:rPr lang="en-US" sz="1800" b="1" dirty="0"/>
              <a:t>And now ... </a:t>
            </a:r>
          </a:p>
        </p:txBody>
      </p:sp>
    </p:spTree>
    <p:extLst>
      <p:ext uri="{BB962C8B-B14F-4D97-AF65-F5344CB8AC3E}">
        <p14:creationId xmlns:p14="http://schemas.microsoft.com/office/powerpoint/2010/main" val="1019655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a:t>
            </a:fld>
            <a:endParaRPr lang="en-US" dirty="0"/>
          </a:p>
        </p:txBody>
      </p:sp>
      <p:sp>
        <p:nvSpPr>
          <p:cNvPr id="3" name="Title 2"/>
          <p:cNvSpPr>
            <a:spLocks noGrp="1"/>
          </p:cNvSpPr>
          <p:nvPr>
            <p:ph type="title" idx="4294967295"/>
          </p:nvPr>
        </p:nvSpPr>
        <p:spPr>
          <a:xfrm>
            <a:off x="1524000" y="217487"/>
            <a:ext cx="9144000" cy="479425"/>
          </a:xfrm>
        </p:spPr>
        <p:txBody>
          <a:bodyPr/>
          <a:lstStyle/>
          <a:p>
            <a:r>
              <a:rPr lang="en-US" sz="1700" dirty="0"/>
              <a:t>Do </a:t>
            </a:r>
            <a:r>
              <a:rPr lang="en-US" sz="2400" dirty="0">
                <a:solidFill>
                  <a:schemeClr val="tx1"/>
                </a:solidFill>
              </a:rPr>
              <a:t>You Know</a:t>
            </a:r>
          </a:p>
        </p:txBody>
      </p:sp>
      <p:sp>
        <p:nvSpPr>
          <p:cNvPr id="2" name="Content Placeholder 1"/>
          <p:cNvSpPr>
            <a:spLocks noGrp="1"/>
          </p:cNvSpPr>
          <p:nvPr>
            <p:ph idx="4294967295"/>
          </p:nvPr>
        </p:nvSpPr>
        <p:spPr>
          <a:xfrm>
            <a:off x="320040" y="1088073"/>
            <a:ext cx="10363200" cy="5562600"/>
          </a:xfrm>
        </p:spPr>
        <p:txBody>
          <a:bodyPr/>
          <a:lstStyle/>
          <a:p>
            <a:r>
              <a:rPr lang="en-US" sz="1800" dirty="0"/>
              <a:t>When primary type custom fields are managed by users, the primary setting does not move from the object unless it is changed by a user</a:t>
            </a:r>
          </a:p>
          <a:p>
            <a:r>
              <a:rPr lang="en-US" sz="1800" dirty="0"/>
              <a:t>For example, a sales rep might not get compensated for sampling a doctor if VEEVA OpenData inactivates an address and Network automatically recalculates and moves the primary address to another state or province in the same fiscal quarter </a:t>
            </a:r>
          </a:p>
          <a:p>
            <a:r>
              <a:rPr lang="en-US" sz="1800" dirty="0"/>
              <a:t>Now, customers can choose whether a primary field is managed by Network or managed by users</a:t>
            </a:r>
            <a:endParaRPr lang="en-US" altLang="ja-JP" sz="1800" dirty="0"/>
          </a:p>
          <a:p>
            <a:r>
              <a:rPr lang="en-US" sz="1800" dirty="0"/>
              <a:t>You can’t merge person accounts that are enabled to use portal or community users</a:t>
            </a:r>
          </a:p>
          <a:p>
            <a:endParaRPr lang="en-US" dirty="0"/>
          </a:p>
          <a:p>
            <a:endParaRPr lang="en-US" dirty="0"/>
          </a:p>
          <a:p>
            <a:endParaRPr lang="en-US" altLang="ja-JP" dirty="0"/>
          </a:p>
          <a:p>
            <a:endParaRPr lang="en-US" altLang="ja-JP" dirty="0"/>
          </a:p>
          <a:p>
            <a:endParaRPr lang="en-US" dirty="0"/>
          </a:p>
        </p:txBody>
      </p:sp>
      <p:sp>
        <p:nvSpPr>
          <p:cNvPr id="6" name="Rectangle 5"/>
          <p:cNvSpPr/>
          <p:nvPr/>
        </p:nvSpPr>
        <p:spPr>
          <a:xfrm>
            <a:off x="6923315" y="3772328"/>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2" descr="D:\Images\Images\Question\shutterstock_157594730.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2572" b="14047"/>
          <a:stretch/>
        </p:blipFill>
        <p:spPr bwMode="auto">
          <a:xfrm>
            <a:off x="6992258" y="3835396"/>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dirty="0"/>
          </a:p>
        </p:txBody>
      </p:sp>
      <p:sp>
        <p:nvSpPr>
          <p:cNvPr id="3" name="Title 2"/>
          <p:cNvSpPr>
            <a:spLocks noGrp="1"/>
          </p:cNvSpPr>
          <p:nvPr>
            <p:ph type="title" idx="4294967295"/>
          </p:nvPr>
        </p:nvSpPr>
        <p:spPr>
          <a:xfrm>
            <a:off x="1828800" y="193675"/>
            <a:ext cx="9144000" cy="479425"/>
          </a:xfrm>
        </p:spPr>
        <p:txBody>
          <a:bodyPr/>
          <a:lstStyle/>
          <a:p>
            <a:r>
              <a:rPr lang="en-US" sz="2400" dirty="0">
                <a:solidFill>
                  <a:schemeClr val="tx1"/>
                </a:solidFill>
              </a:rPr>
              <a:t>Overview</a:t>
            </a:r>
          </a:p>
        </p:txBody>
      </p:sp>
      <p:sp>
        <p:nvSpPr>
          <p:cNvPr id="2" name="Content Placeholder 1"/>
          <p:cNvSpPr>
            <a:spLocks noGrp="1"/>
          </p:cNvSpPr>
          <p:nvPr>
            <p:ph idx="4294967295"/>
          </p:nvPr>
        </p:nvSpPr>
        <p:spPr>
          <a:xfrm>
            <a:off x="304800" y="1066800"/>
            <a:ext cx="6781800" cy="6248400"/>
          </a:xfrm>
        </p:spPr>
        <p:txBody>
          <a:bodyPr/>
          <a:lstStyle/>
          <a:p>
            <a:r>
              <a:rPr lang="en-US" altLang="ja-JP" sz="1800" dirty="0">
                <a:solidFill>
                  <a:srgbClr val="2D2926"/>
                </a:solidFill>
              </a:rPr>
              <a:t>In life sciences industry every doctor, pharmacy, hospital, medical institution is treated as an account and broadly categorized as</a:t>
            </a:r>
          </a:p>
          <a:p>
            <a:pPr lvl="1"/>
            <a:r>
              <a:rPr lang="en-US" altLang="ja-JP" sz="1600" dirty="0">
                <a:solidFill>
                  <a:srgbClr val="2D2926"/>
                </a:solidFill>
              </a:rPr>
              <a:t>   Person accounts</a:t>
            </a:r>
          </a:p>
          <a:p>
            <a:pPr lvl="1"/>
            <a:r>
              <a:rPr lang="en-US" altLang="ja-JP" sz="1600" dirty="0">
                <a:solidFill>
                  <a:srgbClr val="2D2926"/>
                </a:solidFill>
              </a:rPr>
              <a:t>   Business accounts</a:t>
            </a:r>
          </a:p>
          <a:p>
            <a:r>
              <a:rPr lang="en-US" altLang="ja-JP" sz="1800" dirty="0">
                <a:solidFill>
                  <a:srgbClr val="2D2926"/>
                </a:solidFill>
              </a:rPr>
              <a:t>Each of these accounts have an associated address. These physical address/addresses are often segregated into various logical groups/territories</a:t>
            </a:r>
          </a:p>
          <a:p>
            <a:r>
              <a:rPr lang="en-US" altLang="ja-JP" sz="1800" dirty="0">
                <a:solidFill>
                  <a:srgbClr val="2D2926"/>
                </a:solidFill>
              </a:rPr>
              <a:t>In this module we will discuss about </a:t>
            </a:r>
          </a:p>
          <a:p>
            <a:pPr lvl="1"/>
            <a:r>
              <a:rPr lang="en-US" altLang="ja-JP" sz="1600" dirty="0">
                <a:solidFill>
                  <a:srgbClr val="2D2926"/>
                </a:solidFill>
              </a:rPr>
              <a:t>The objects that are used to hold the address, territory </a:t>
            </a:r>
          </a:p>
          <a:p>
            <a:pPr lvl="1"/>
            <a:r>
              <a:rPr lang="en-US" altLang="ja-JP" sz="1600" dirty="0">
                <a:solidFill>
                  <a:srgbClr val="2D2926"/>
                </a:solidFill>
              </a:rPr>
              <a:t>Related information about the accounts &amp; account merge functionality</a:t>
            </a:r>
            <a:endParaRPr lang="en-US" sz="1600" dirty="0"/>
          </a:p>
        </p:txBody>
      </p:sp>
      <p:sp>
        <p:nvSpPr>
          <p:cNvPr id="8" name="Rectangle 7"/>
          <p:cNvSpPr/>
          <p:nvPr/>
        </p:nvSpPr>
        <p:spPr>
          <a:xfrm>
            <a:off x="7334262" y="841831"/>
            <a:ext cx="3257539" cy="4775199"/>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074" name="Picture 2" descr="D:\Images\Images\Overview\shutterstock_7268929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1400" y="897391"/>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6</a:t>
            </a:fld>
            <a:endParaRPr lang="en-US" dirty="0"/>
          </a:p>
        </p:txBody>
      </p:sp>
      <p:sp>
        <p:nvSpPr>
          <p:cNvPr id="3" name="Title 2"/>
          <p:cNvSpPr>
            <a:spLocks noGrp="1"/>
          </p:cNvSpPr>
          <p:nvPr>
            <p:ph type="title" idx="4294967295"/>
          </p:nvPr>
        </p:nvSpPr>
        <p:spPr>
          <a:xfrm>
            <a:off x="1905000" y="263524"/>
            <a:ext cx="9144000" cy="479425"/>
          </a:xfrm>
        </p:spPr>
        <p:txBody>
          <a:bodyPr/>
          <a:lstStyle/>
          <a:p>
            <a:r>
              <a:rPr lang="en-US" sz="2400" dirty="0">
                <a:solidFill>
                  <a:schemeClr val="tx1"/>
                </a:solidFill>
              </a:rPr>
              <a:t>Objectives</a:t>
            </a:r>
          </a:p>
        </p:txBody>
      </p:sp>
      <p:sp>
        <p:nvSpPr>
          <p:cNvPr id="2" name="Content Placeholder 1"/>
          <p:cNvSpPr>
            <a:spLocks noGrp="1"/>
          </p:cNvSpPr>
          <p:nvPr>
            <p:ph idx="4294967295"/>
          </p:nvPr>
        </p:nvSpPr>
        <p:spPr>
          <a:xfrm>
            <a:off x="457199" y="1310639"/>
            <a:ext cx="8077200" cy="5135563"/>
          </a:xfrm>
        </p:spPr>
        <p:txBody>
          <a:bodyPr/>
          <a:lstStyle/>
          <a:p>
            <a:r>
              <a:rPr dirty="0"/>
              <a:t>After completing this chapter, you will learn to:</a:t>
            </a:r>
          </a:p>
          <a:p>
            <a:pPr lvl="1"/>
            <a:r>
              <a:rPr lang="en-US" altLang="ja-JP" dirty="0"/>
              <a:t>Define &amp; describe VEEVA Address, its specific fields &amp; type, some sample rules</a:t>
            </a:r>
            <a:endParaRPr dirty="0"/>
          </a:p>
          <a:p>
            <a:pPr lvl="1"/>
            <a:r>
              <a:rPr lang="en-US" altLang="ja-JP" dirty="0"/>
              <a:t>Identify the objects used to hold a new Address, Territory Specific Fields(TSF), VEEVA managed attributes for TSF and TSF configuration </a:t>
            </a:r>
          </a:p>
          <a:p>
            <a:pPr lvl="1"/>
            <a:r>
              <a:rPr lang="en-US" altLang="ja-JP" dirty="0"/>
              <a:t>Describe the account merge functionality used to merge two or more duplicate accounts in order to maintain proper data  </a:t>
            </a:r>
            <a:endParaRPr dirty="0"/>
          </a:p>
          <a:p>
            <a:endParaRPr lang="en-US" dirty="0"/>
          </a:p>
        </p:txBody>
      </p:sp>
      <p:pic>
        <p:nvPicPr>
          <p:cNvPr id="4098" name="Picture 2" descr="D:\Images\Images\Objective\shutterstock_6790168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8458200" y="2057400"/>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11DC6F76-2E9C-B080-D836-50A68258EE98}"/>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7</a:t>
            </a:fld>
            <a:endParaRPr lang="en-US" dirty="0"/>
          </a:p>
        </p:txBody>
      </p:sp>
      <p:sp>
        <p:nvSpPr>
          <p:cNvPr id="6" name="Rectangle 5"/>
          <p:cNvSpPr/>
          <p:nvPr/>
        </p:nvSpPr>
        <p:spPr>
          <a:xfrm>
            <a:off x="381000" y="2819400"/>
            <a:ext cx="7010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800" b="1" dirty="0">
                <a:solidFill>
                  <a:schemeClr val="tx1"/>
                </a:solidFill>
              </a:rPr>
              <a:t>	</a:t>
            </a:r>
            <a:r>
              <a:rPr lang="en-US" sz="3600" b="1" dirty="0">
                <a:solidFill>
                  <a:srgbClr val="00718F"/>
                </a:solidFill>
                <a:latin typeface="Arial" panose="020B0604020202020204" pitchFamily="34" charset="0"/>
                <a:cs typeface="Arial" panose="020B0604020202020204" pitchFamily="34" charset="0"/>
              </a:rPr>
              <a:t>Address</a:t>
            </a:r>
          </a:p>
        </p:txBody>
      </p:sp>
    </p:spTree>
    <p:extLst>
      <p:ext uri="{BB962C8B-B14F-4D97-AF65-F5344CB8AC3E}">
        <p14:creationId xmlns:p14="http://schemas.microsoft.com/office/powerpoint/2010/main" val="3914721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8</a:t>
            </a:fld>
            <a:endParaRPr lang="en-US" dirty="0"/>
          </a:p>
        </p:txBody>
      </p:sp>
      <p:sp>
        <p:nvSpPr>
          <p:cNvPr id="3" name="Title 2"/>
          <p:cNvSpPr>
            <a:spLocks noGrp="1"/>
          </p:cNvSpPr>
          <p:nvPr>
            <p:ph type="title" idx="4294967295"/>
          </p:nvPr>
        </p:nvSpPr>
        <p:spPr>
          <a:xfrm>
            <a:off x="1661825" y="229235"/>
            <a:ext cx="9144000" cy="479425"/>
          </a:xfrm>
        </p:spPr>
        <p:txBody>
          <a:bodyPr/>
          <a:lstStyle/>
          <a:p>
            <a:r>
              <a:rPr lang="en-US" altLang="ja-JP" sz="2400" dirty="0">
                <a:solidFill>
                  <a:schemeClr val="tx1"/>
                </a:solidFill>
              </a:rPr>
              <a:t>Address: Overview</a:t>
            </a:r>
            <a:endParaRPr lang="en-US" sz="2400" dirty="0">
              <a:solidFill>
                <a:schemeClr val="tx1"/>
              </a:solidFill>
            </a:endParaRPr>
          </a:p>
        </p:txBody>
      </p:sp>
      <p:sp>
        <p:nvSpPr>
          <p:cNvPr id="2" name="Content Placeholder 1"/>
          <p:cNvSpPr>
            <a:spLocks noGrp="1"/>
          </p:cNvSpPr>
          <p:nvPr>
            <p:ph idx="4294967295"/>
          </p:nvPr>
        </p:nvSpPr>
        <p:spPr>
          <a:xfrm>
            <a:off x="304800" y="1128076"/>
            <a:ext cx="8610600" cy="5135563"/>
          </a:xfrm>
          <a:noFill/>
          <a:ln w="9525">
            <a:noFill/>
            <a:miter lim="800000"/>
            <a:headEnd/>
            <a:tailEnd/>
          </a:ln>
        </p:spPr>
        <p:txBody>
          <a:bodyPr vert="horz" wrap="square" lIns="91440" tIns="45720" rIns="91440" bIns="45720" numCol="1" anchor="t" anchorCtr="0" compatLnSpc="1">
            <a:prstTxWarp prst="textNoShape">
              <a:avLst/>
            </a:prstTxWarp>
          </a:bodyPr>
          <a:lstStyle/>
          <a:p>
            <a:r>
              <a:rPr lang="en-US" altLang="ja-JP" dirty="0"/>
              <a:t>Addresses in VEEVA, enable users to maintain multiple addresses for each Person or Business Account</a:t>
            </a:r>
          </a:p>
          <a:p>
            <a:endParaRPr lang="en-US" altLang="ja-JP" sz="1800" dirty="0"/>
          </a:p>
          <a:p>
            <a:pPr lvl="1">
              <a:defRPr/>
            </a:pPr>
            <a:r>
              <a:rPr lang="en-US" altLang="ja-JP" dirty="0"/>
              <a:t>Every account can have one or more address associated with it</a:t>
            </a:r>
          </a:p>
          <a:p>
            <a:pPr lvl="1">
              <a:defRPr/>
            </a:pPr>
            <a:endParaRPr lang="en-US" altLang="ja-JP" dirty="0"/>
          </a:p>
          <a:p>
            <a:pPr lvl="1">
              <a:defRPr/>
            </a:pPr>
            <a:r>
              <a:rPr lang="en-US" altLang="ja-JP" dirty="0"/>
              <a:t>In case an account has more than one address then one of the addresses of account is marked as “Primary” or “Preferred” of the account</a:t>
            </a:r>
          </a:p>
          <a:p>
            <a:pPr lvl="1">
              <a:defRPr/>
            </a:pPr>
            <a:endParaRPr lang="en-US" altLang="ja-JP" dirty="0"/>
          </a:p>
          <a:p>
            <a:pPr lvl="1">
              <a:defRPr/>
            </a:pPr>
            <a:r>
              <a:rPr lang="en-US" altLang="ja-JP" dirty="0"/>
              <a:t>Addresses can also be used in the Reports or Order management modules where we can denote an address as billing or shipping address of an order</a:t>
            </a:r>
          </a:p>
          <a:p>
            <a:pPr lvl="1">
              <a:defRPr/>
            </a:pPr>
            <a:endParaRPr lang="en-US" altLang="ja-JP" dirty="0"/>
          </a:p>
          <a:p>
            <a:pPr lvl="1">
              <a:defRPr/>
            </a:pPr>
            <a:r>
              <a:rPr lang="en-US" altLang="ja-JP" dirty="0"/>
              <a:t>State License Fields and DEA License Fields exist on the Address object that store State and DEA license. VEEVA supports US and Canadian state licenses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9</a:t>
            </a:fld>
            <a:endParaRPr lang="en-US" dirty="0"/>
          </a:p>
        </p:txBody>
      </p:sp>
      <p:sp>
        <p:nvSpPr>
          <p:cNvPr id="3" name="Title 2"/>
          <p:cNvSpPr>
            <a:spLocks noGrp="1"/>
          </p:cNvSpPr>
          <p:nvPr>
            <p:ph type="title" idx="4294967295"/>
          </p:nvPr>
        </p:nvSpPr>
        <p:spPr>
          <a:xfrm>
            <a:off x="1828800" y="217487"/>
            <a:ext cx="9144000" cy="479425"/>
          </a:xfrm>
        </p:spPr>
        <p:txBody>
          <a:bodyPr/>
          <a:lstStyle/>
          <a:p>
            <a:r>
              <a:rPr lang="en-US" altLang="ja-JP" sz="2400" dirty="0">
                <a:solidFill>
                  <a:schemeClr val="tx1"/>
                </a:solidFill>
              </a:rPr>
              <a:t>Address Object details Part 1</a:t>
            </a:r>
            <a:endParaRPr lang="en-US" sz="2400" dirty="0">
              <a:solidFill>
                <a:schemeClr val="tx1"/>
              </a:solidFill>
            </a:endParaRPr>
          </a:p>
        </p:txBody>
      </p:sp>
      <p:sp>
        <p:nvSpPr>
          <p:cNvPr id="2" name="Content Placeholder 1"/>
          <p:cNvSpPr>
            <a:spLocks noGrp="1"/>
          </p:cNvSpPr>
          <p:nvPr>
            <p:ph idx="4294967295"/>
          </p:nvPr>
        </p:nvSpPr>
        <p:spPr>
          <a:xfrm>
            <a:off x="304800" y="1030922"/>
            <a:ext cx="9372600" cy="5410200"/>
          </a:xfrm>
          <a:noFill/>
          <a:ln w="9525">
            <a:noFill/>
            <a:miter lim="800000"/>
            <a:headEnd/>
            <a:tailEnd/>
          </a:ln>
        </p:spPr>
        <p:txBody>
          <a:bodyPr vert="horz" wrap="square" lIns="91440" tIns="45720" rIns="91440" bIns="45720" numCol="1" anchor="t" anchorCtr="0" compatLnSpc="1">
            <a:prstTxWarp prst="textNoShape">
              <a:avLst/>
            </a:prstTxWarp>
          </a:bodyPr>
          <a:lstStyle/>
          <a:p>
            <a:r>
              <a:rPr lang="en-US" altLang="ja-JP" sz="1800" dirty="0">
                <a:latin typeface="Arial"/>
                <a:ea typeface="Arial Unicode MS"/>
                <a:cs typeface="Arial"/>
              </a:rPr>
              <a:t>The Address information in VEEVA is stored in the object named Address_vod</a:t>
            </a:r>
          </a:p>
          <a:p>
            <a:endParaRPr lang="en-US" altLang="ja-JP" sz="1800" dirty="0"/>
          </a:p>
          <a:p>
            <a:endParaRPr lang="en-US" altLang="ja-JP" sz="1800" dirty="0"/>
          </a:p>
          <a:p>
            <a:endParaRPr lang="en-US" altLang="ja-JP" sz="1800" dirty="0"/>
          </a:p>
          <a:p>
            <a:endParaRPr lang="en-US" altLang="ja-JP" sz="1800" dirty="0"/>
          </a:p>
          <a:p>
            <a:endParaRPr lang="en-US" altLang="ja-JP" sz="1800" dirty="0"/>
          </a:p>
          <a:p>
            <a:r>
              <a:rPr lang="en-US" altLang="ja-JP" sz="1800" dirty="0"/>
              <a:t>Address_vod is a child object of the Account object within a Master-Detail relationship, where Account is on the master side and </a:t>
            </a:r>
            <a:r>
              <a:rPr lang="en-US" altLang="ja-JP" sz="1800" dirty="0" err="1"/>
              <a:t>Address_vod</a:t>
            </a:r>
            <a:r>
              <a:rPr lang="en-US" altLang="ja-JP" sz="1800" dirty="0"/>
              <a:t> on the detail side</a:t>
            </a:r>
          </a:p>
          <a:p>
            <a:r>
              <a:rPr lang="en-US" altLang="ja-JP" sz="1800" dirty="0"/>
              <a:t>Each address is stored as a separate record</a:t>
            </a:r>
          </a:p>
          <a:p>
            <a:r>
              <a:rPr lang="en-US" altLang="ja-JP" sz="1800" dirty="0"/>
              <a:t>Address records are displayed in account page layout related list</a:t>
            </a:r>
          </a:p>
          <a:p>
            <a:r>
              <a:rPr lang="en-US" altLang="ja-JP" sz="1800" dirty="0"/>
              <a:t>Address_vod object is supported by below VEEVA CRM platforms</a:t>
            </a:r>
          </a:p>
          <a:p>
            <a:pPr lvl="1"/>
            <a:r>
              <a:rPr lang="en-US" altLang="ja-JP" sz="1600" dirty="0"/>
              <a:t>Online</a:t>
            </a:r>
          </a:p>
          <a:p>
            <a:pPr lvl="1"/>
            <a:r>
              <a:rPr lang="en-US" altLang="ja-JP" sz="1600" dirty="0"/>
              <a:t>CRM for iPad</a:t>
            </a:r>
          </a:p>
          <a:p>
            <a:pPr lvl="1"/>
            <a:r>
              <a:rPr lang="en-US" altLang="ja-JP" sz="1600" dirty="0"/>
              <a:t>Windows 10</a:t>
            </a:r>
            <a:endParaRPr sz="1600" dirty="0"/>
          </a:p>
        </p:txBody>
      </p:sp>
      <p:pic>
        <p:nvPicPr>
          <p:cNvPr id="6" name="Picture 5"/>
          <p:cNvPicPr>
            <a:picLocks noChangeAspect="1"/>
          </p:cNvPicPr>
          <p:nvPr/>
        </p:nvPicPr>
        <p:blipFill>
          <a:blip r:embed="rId3"/>
          <a:stretch>
            <a:fillRect/>
          </a:stretch>
        </p:blipFill>
        <p:spPr>
          <a:xfrm>
            <a:off x="4326530" y="1371600"/>
            <a:ext cx="2635328" cy="1609816"/>
          </a:xfrm>
          <a:prstGeom prst="rect">
            <a:avLst/>
          </a:prstGeom>
        </p:spPr>
      </p:pic>
    </p:spTree>
    <p:extLst>
      <p:ext uri="{BB962C8B-B14F-4D97-AF65-F5344CB8AC3E}">
        <p14:creationId xmlns:p14="http://schemas.microsoft.com/office/powerpoint/2010/main" val="864648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10</a:t>
            </a:fld>
            <a:endParaRPr lang="en-US" dirty="0"/>
          </a:p>
        </p:txBody>
      </p:sp>
      <p:sp>
        <p:nvSpPr>
          <p:cNvPr id="3" name="Title 2"/>
          <p:cNvSpPr>
            <a:spLocks noGrp="1"/>
          </p:cNvSpPr>
          <p:nvPr>
            <p:ph type="title" idx="4294967295"/>
          </p:nvPr>
        </p:nvSpPr>
        <p:spPr>
          <a:xfrm>
            <a:off x="1828800" y="228600"/>
            <a:ext cx="9144000" cy="479425"/>
          </a:xfrm>
        </p:spPr>
        <p:txBody>
          <a:bodyPr/>
          <a:lstStyle/>
          <a:p>
            <a:r>
              <a:rPr lang="en-US" altLang="ja-JP" sz="2400" dirty="0">
                <a:solidFill>
                  <a:schemeClr val="tx1"/>
                </a:solidFill>
              </a:rPr>
              <a:t>Address Object details Part 2</a:t>
            </a:r>
            <a:endParaRPr lang="en-US" sz="2400" dirty="0">
              <a:solidFill>
                <a:schemeClr val="tx1"/>
              </a:solidFill>
            </a:endParaRPr>
          </a:p>
        </p:txBody>
      </p:sp>
      <p:sp>
        <p:nvSpPr>
          <p:cNvPr id="2" name="Content Placeholder 1"/>
          <p:cNvSpPr>
            <a:spLocks noGrp="1"/>
          </p:cNvSpPr>
          <p:nvPr>
            <p:ph idx="4294967295"/>
          </p:nvPr>
        </p:nvSpPr>
        <p:spPr>
          <a:xfrm>
            <a:off x="457199" y="1264602"/>
            <a:ext cx="9906000" cy="5181600"/>
          </a:xfrm>
          <a:noFill/>
          <a:ln w="9525">
            <a:noFill/>
            <a:miter lim="800000"/>
            <a:headEnd/>
            <a:tailEnd/>
          </a:ln>
        </p:spPr>
        <p:txBody>
          <a:bodyPr vert="horz" wrap="square" lIns="91440" tIns="45720" rIns="91440" bIns="45720" numCol="1" anchor="t" anchorCtr="0" compatLnSpc="1">
            <a:prstTxWarp prst="textNoShape">
              <a:avLst/>
            </a:prstTxWarp>
          </a:bodyPr>
          <a:lstStyle/>
          <a:p>
            <a:r>
              <a:rPr lang="en-US" altLang="ja-JP" dirty="0"/>
              <a:t>The Address object in VEEVA has two record types:</a:t>
            </a:r>
          </a:p>
          <a:p>
            <a:pPr lvl="1"/>
            <a:r>
              <a:rPr lang="en-US" altLang="ja-JP" b="1" dirty="0"/>
              <a:t>Company Maintained:</a:t>
            </a:r>
            <a:r>
              <a:rPr lang="en-US" altLang="ja-JP" dirty="0"/>
              <a:t> These are the master data for the organization, and sales reps are not allowed to modify this data</a:t>
            </a:r>
          </a:p>
          <a:p>
            <a:pPr lvl="1"/>
            <a:r>
              <a:rPr lang="en-US" altLang="ja-JP" b="1" dirty="0"/>
              <a:t>Rep Maintained: </a:t>
            </a:r>
            <a:r>
              <a:rPr lang="en-US" altLang="ja-JP" dirty="0"/>
              <a:t>Sales reps create and manage this type of data on their own. This data helps them to record call and sampling for other addresses than present in organization master data</a:t>
            </a:r>
          </a:p>
          <a:p>
            <a:pPr lvl="1"/>
            <a:endParaRPr lang="en-US" altLang="ja-JP" sz="1600" dirty="0"/>
          </a:p>
          <a:p>
            <a:r>
              <a:rPr lang="en-US" altLang="ja-JP" sz="1800" dirty="0"/>
              <a:t> </a:t>
            </a:r>
            <a:r>
              <a:rPr lang="en-US" altLang="ja-JP" dirty="0"/>
              <a:t>One account can have multiple addresses associated with it:</a:t>
            </a:r>
          </a:p>
          <a:p>
            <a:pPr lvl="1"/>
            <a:r>
              <a:rPr lang="en-US" altLang="ja-JP" dirty="0"/>
              <a:t>One of those address needs to be marked as ‘Primary’: </a:t>
            </a:r>
          </a:p>
          <a:p>
            <a:pPr lvl="2"/>
            <a:r>
              <a:rPr lang="en-US" altLang="ja-JP" dirty="0"/>
              <a:t>This is needed for territory alignment</a:t>
            </a:r>
          </a:p>
          <a:p>
            <a:pPr lvl="2"/>
            <a:endParaRPr lang="en-US" altLang="ja-JP" sz="1400" dirty="0"/>
          </a:p>
          <a:p>
            <a:pPr lvl="1"/>
            <a:r>
              <a:rPr lang="en-US" altLang="ja-JP" dirty="0"/>
              <a:t>One of those address needs to be marked as ‘Preferred’: </a:t>
            </a:r>
          </a:p>
          <a:p>
            <a:pPr lvl="2"/>
            <a:r>
              <a:rPr lang="en-US" altLang="ja-JP" dirty="0"/>
              <a:t>This is to be done from territory specific field</a:t>
            </a:r>
          </a:p>
          <a:p>
            <a:pPr lvl="2"/>
            <a:r>
              <a:rPr lang="en-US" altLang="ja-JP" dirty="0"/>
              <a:t>This is the last used address on a call for the account</a:t>
            </a:r>
            <a:endParaRPr lang="en-US" altLang="ja-JP" sz="1800" dirty="0"/>
          </a:p>
          <a:p>
            <a:endParaRPr lang="en-US" altLang="ja-JP" sz="1800" dirty="0"/>
          </a:p>
          <a:p>
            <a:endParaRPr lang="en-US" altLang="ja-JP" sz="1800" dirty="0"/>
          </a:p>
        </p:txBody>
      </p:sp>
    </p:spTree>
    <p:extLst>
      <p:ext uri="{BB962C8B-B14F-4D97-AF65-F5344CB8AC3E}">
        <p14:creationId xmlns:p14="http://schemas.microsoft.com/office/powerpoint/2010/main" val="3486296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11</a:t>
            </a:fld>
            <a:endParaRPr lang="en-US" dirty="0"/>
          </a:p>
        </p:txBody>
      </p:sp>
      <p:sp>
        <p:nvSpPr>
          <p:cNvPr id="3" name="Title 2"/>
          <p:cNvSpPr>
            <a:spLocks noGrp="1"/>
          </p:cNvSpPr>
          <p:nvPr>
            <p:ph type="title" idx="4294967295"/>
          </p:nvPr>
        </p:nvSpPr>
        <p:spPr>
          <a:xfrm>
            <a:off x="1905000" y="229235"/>
            <a:ext cx="9144000" cy="479425"/>
          </a:xfrm>
        </p:spPr>
        <p:txBody>
          <a:bodyPr/>
          <a:lstStyle/>
          <a:p>
            <a:r>
              <a:rPr lang="en-US" altLang="ja-JP" sz="2400" dirty="0">
                <a:solidFill>
                  <a:schemeClr val="tx1"/>
                </a:solidFill>
              </a:rPr>
              <a:t>Primary vs Preferred Address</a:t>
            </a:r>
            <a:endParaRPr lang="en-US" sz="2400" dirty="0">
              <a:solidFill>
                <a:schemeClr val="tx1"/>
              </a:solidFill>
            </a:endParaRPr>
          </a:p>
        </p:txBody>
      </p:sp>
      <p:sp>
        <p:nvSpPr>
          <p:cNvPr id="7" name="Content Placeholder 1"/>
          <p:cNvSpPr txBox="1">
            <a:spLocks/>
          </p:cNvSpPr>
          <p:nvPr/>
        </p:nvSpPr>
        <p:spPr>
          <a:xfrm>
            <a:off x="1219200" y="1198880"/>
            <a:ext cx="35052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800" dirty="0"/>
              <a:t>     </a:t>
            </a:r>
            <a:r>
              <a:rPr lang="en-US" sz="1800" b="1" dirty="0"/>
              <a:t>Primary Address</a:t>
            </a:r>
          </a:p>
          <a:p>
            <a:pPr>
              <a:defRPr/>
            </a:pPr>
            <a:endParaRPr lang="en-US" sz="1800" dirty="0"/>
          </a:p>
          <a:p>
            <a:pPr>
              <a:defRPr/>
            </a:pPr>
            <a:r>
              <a:rPr lang="en-US" sz="1800" dirty="0"/>
              <a:t>This address is displayed in My Accounts tab when no Preferred Address exists</a:t>
            </a:r>
          </a:p>
          <a:p>
            <a:pPr>
              <a:defRPr/>
            </a:pPr>
            <a:r>
              <a:rPr lang="en-US" sz="1800" dirty="0"/>
              <a:t>This address applies to the Account and this is not territory specific</a:t>
            </a:r>
          </a:p>
          <a:p>
            <a:pPr>
              <a:defRPr/>
            </a:pPr>
            <a:r>
              <a:rPr lang="en-US" sz="1800" dirty="0"/>
              <a:t>This is defined by Primary checkbox (Primary_vod__c)</a:t>
            </a:r>
          </a:p>
          <a:p>
            <a:pPr>
              <a:defRPr/>
            </a:pPr>
            <a:r>
              <a:rPr lang="en-US" sz="1800" dirty="0"/>
              <a:t>This is used for territory alignment</a:t>
            </a:r>
          </a:p>
        </p:txBody>
      </p:sp>
      <p:sp>
        <p:nvSpPr>
          <p:cNvPr id="8" name="Content Placeholder 1"/>
          <p:cNvSpPr txBox="1">
            <a:spLocks/>
          </p:cNvSpPr>
          <p:nvPr/>
        </p:nvSpPr>
        <p:spPr>
          <a:xfrm>
            <a:off x="5486400" y="1198879"/>
            <a:ext cx="35052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800" dirty="0"/>
              <a:t>     </a:t>
            </a:r>
            <a:r>
              <a:rPr lang="en-US" sz="1800" b="1" dirty="0"/>
              <a:t>Preferred Address</a:t>
            </a:r>
          </a:p>
          <a:p>
            <a:pPr>
              <a:defRPr/>
            </a:pPr>
            <a:endParaRPr lang="en-US" sz="1800" dirty="0"/>
          </a:p>
          <a:p>
            <a:pPr>
              <a:defRPr/>
            </a:pPr>
            <a:r>
              <a:rPr lang="en-US" sz="1800" dirty="0"/>
              <a:t>This address is displayed by default in My Accounts tab</a:t>
            </a:r>
          </a:p>
          <a:p>
            <a:pPr>
              <a:defRPr/>
            </a:pPr>
            <a:r>
              <a:rPr lang="en-US" sz="1800" dirty="0"/>
              <a:t>This is Territory-Specific. Only one territory specific field can be there for a territory, for an account</a:t>
            </a:r>
          </a:p>
          <a:p>
            <a:pPr>
              <a:defRPr/>
            </a:pPr>
            <a:r>
              <a:rPr lang="en-US" sz="1800" dirty="0"/>
              <a:t>This is defined by preferred field in TSF object</a:t>
            </a:r>
          </a:p>
          <a:p>
            <a:pPr>
              <a:defRPr/>
            </a:pPr>
            <a:r>
              <a:rPr lang="en-US" sz="1800" dirty="0"/>
              <a:t>This address is defaulted in call picklists</a:t>
            </a:r>
          </a:p>
          <a:p>
            <a:pPr>
              <a:defRPr/>
            </a:pPr>
            <a:r>
              <a:rPr lang="en-US" sz="1800" dirty="0"/>
              <a:t>Trigger on call object maintains this information based on last address used on a call</a:t>
            </a:r>
          </a:p>
        </p:txBody>
      </p:sp>
    </p:spTree>
    <p:extLst>
      <p:ext uri="{BB962C8B-B14F-4D97-AF65-F5344CB8AC3E}">
        <p14:creationId xmlns:p14="http://schemas.microsoft.com/office/powerpoint/2010/main" val="1978417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12</a:t>
            </a:fld>
            <a:endParaRPr lang="en-US" dirty="0"/>
          </a:p>
        </p:txBody>
      </p:sp>
      <p:sp>
        <p:nvSpPr>
          <p:cNvPr id="3" name="Title 2"/>
          <p:cNvSpPr>
            <a:spLocks noGrp="1"/>
          </p:cNvSpPr>
          <p:nvPr>
            <p:ph type="title" idx="4294967295"/>
          </p:nvPr>
        </p:nvSpPr>
        <p:spPr>
          <a:xfrm>
            <a:off x="1981200" y="229235"/>
            <a:ext cx="9144000" cy="479425"/>
          </a:xfrm>
        </p:spPr>
        <p:txBody>
          <a:bodyPr/>
          <a:lstStyle/>
          <a:p>
            <a:r>
              <a:rPr lang="en-US" altLang="ja-JP" sz="2400" dirty="0">
                <a:solidFill>
                  <a:schemeClr val="tx1"/>
                </a:solidFill>
              </a:rPr>
              <a:t>Key Address Fields</a:t>
            </a:r>
            <a:endParaRPr lang="en-US" sz="2400" dirty="0">
              <a:solidFill>
                <a:schemeClr val="tx1"/>
              </a:solidFill>
            </a:endParaRPr>
          </a:p>
        </p:txBody>
      </p:sp>
      <p:sp>
        <p:nvSpPr>
          <p:cNvPr id="7" name="Content Placeholder 1"/>
          <p:cNvSpPr txBox="1">
            <a:spLocks/>
          </p:cNvSpPr>
          <p:nvPr/>
        </p:nvSpPr>
        <p:spPr>
          <a:xfrm>
            <a:off x="1295400" y="1255394"/>
            <a:ext cx="35052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800" dirty="0"/>
              <a:t>     </a:t>
            </a:r>
            <a:r>
              <a:rPr lang="en-US" sz="1800" b="1" dirty="0"/>
              <a:t>Inactive</a:t>
            </a:r>
          </a:p>
          <a:p>
            <a:pPr>
              <a:defRPr/>
            </a:pPr>
            <a:endParaRPr lang="en-US" sz="1800" dirty="0"/>
          </a:p>
          <a:p>
            <a:pPr>
              <a:defRPr/>
            </a:pPr>
            <a:r>
              <a:rPr lang="en-US" sz="1800" dirty="0"/>
              <a:t>Provides a mechanism to filter addresses available for selection on a Call Report and in My Schedule</a:t>
            </a:r>
          </a:p>
          <a:p>
            <a:pPr>
              <a:defRPr/>
            </a:pPr>
            <a:r>
              <a:rPr lang="en-US" sz="1800" dirty="0"/>
              <a:t>If checked then Address record will not be displayed in Call creation page and My Schedule</a:t>
            </a:r>
          </a:p>
          <a:p>
            <a:pPr>
              <a:defRPr/>
            </a:pPr>
            <a:r>
              <a:rPr lang="en-US" sz="1800" dirty="0"/>
              <a:t>Address object Inactive_vod__c field is being used for this purpose</a:t>
            </a:r>
          </a:p>
          <a:p>
            <a:pPr>
              <a:defRPr/>
            </a:pPr>
            <a:endParaRPr lang="en-US" sz="1800" dirty="0"/>
          </a:p>
        </p:txBody>
      </p:sp>
      <p:sp>
        <p:nvSpPr>
          <p:cNvPr id="8" name="Content Placeholder 1"/>
          <p:cNvSpPr txBox="1">
            <a:spLocks/>
          </p:cNvSpPr>
          <p:nvPr/>
        </p:nvSpPr>
        <p:spPr>
          <a:xfrm>
            <a:off x="5334000" y="1255394"/>
            <a:ext cx="35052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800" dirty="0"/>
              <a:t>     </a:t>
            </a:r>
            <a:r>
              <a:rPr lang="en-US" sz="1800" b="1" dirty="0"/>
              <a:t>Lock</a:t>
            </a:r>
          </a:p>
          <a:p>
            <a:pPr>
              <a:defRPr/>
            </a:pPr>
            <a:endParaRPr lang="en-US" sz="1800" dirty="0"/>
          </a:p>
          <a:p>
            <a:pPr>
              <a:defRPr/>
            </a:pPr>
            <a:r>
              <a:rPr lang="en-US" sz="1800" dirty="0"/>
              <a:t>Provides organizations with a mechanism to prevent an Address from being edited or deleted by an end user</a:t>
            </a:r>
          </a:p>
          <a:p>
            <a:pPr>
              <a:defRPr/>
            </a:pPr>
            <a:r>
              <a:rPr lang="en-US" sz="1800" dirty="0"/>
              <a:t>If checked user cannot edit or delete the Address Line 1 (Name) field online and makes the field read only in offline devices</a:t>
            </a:r>
          </a:p>
          <a:p>
            <a:pPr>
              <a:defRPr/>
            </a:pPr>
            <a:r>
              <a:rPr lang="en-US" sz="1800" dirty="0"/>
              <a:t>Address object Locked_vod__c field is being used for this purpose</a:t>
            </a:r>
          </a:p>
          <a:p>
            <a:pPr>
              <a:defRPr/>
            </a:pPr>
            <a:endParaRPr lang="en-US" sz="1800" dirty="0"/>
          </a:p>
        </p:txBody>
      </p:sp>
    </p:spTree>
    <p:extLst>
      <p:ext uri="{BB962C8B-B14F-4D97-AF65-F5344CB8AC3E}">
        <p14:creationId xmlns:p14="http://schemas.microsoft.com/office/powerpoint/2010/main" val="2416103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13</a:t>
            </a:fld>
            <a:endParaRPr lang="en-US" dirty="0"/>
          </a:p>
        </p:txBody>
      </p:sp>
      <p:sp>
        <p:nvSpPr>
          <p:cNvPr id="3" name="Title 2"/>
          <p:cNvSpPr>
            <a:spLocks noGrp="1"/>
          </p:cNvSpPr>
          <p:nvPr>
            <p:ph type="title" idx="4294967295"/>
          </p:nvPr>
        </p:nvSpPr>
        <p:spPr>
          <a:xfrm>
            <a:off x="2240595" y="176212"/>
            <a:ext cx="9144000" cy="479425"/>
          </a:xfrm>
        </p:spPr>
        <p:txBody>
          <a:bodyPr/>
          <a:lstStyle/>
          <a:p>
            <a:r>
              <a:rPr lang="en-US" sz="2400" dirty="0">
                <a:solidFill>
                  <a:schemeClr val="tx1"/>
                </a:solidFill>
              </a:rPr>
              <a:t>Address Sample Rules</a:t>
            </a:r>
          </a:p>
        </p:txBody>
      </p:sp>
      <p:sp>
        <p:nvSpPr>
          <p:cNvPr id="2" name="Content Placeholder 1"/>
          <p:cNvSpPr>
            <a:spLocks noGrp="1"/>
          </p:cNvSpPr>
          <p:nvPr>
            <p:ph idx="4294967295"/>
          </p:nvPr>
        </p:nvSpPr>
        <p:spPr>
          <a:xfrm>
            <a:off x="574040" y="843280"/>
            <a:ext cx="10134600" cy="5364163"/>
          </a:xfrm>
          <a:noFill/>
          <a:ln w="9525">
            <a:noFill/>
            <a:miter lim="800000"/>
            <a:headEnd/>
            <a:tailEnd/>
          </a:ln>
        </p:spPr>
        <p:txBody>
          <a:bodyPr vert="horz" wrap="square" lIns="91440" tIns="45720" rIns="91440" bIns="45720" numCol="1" anchor="t" anchorCtr="0" compatLnSpc="1">
            <a:prstTxWarp prst="textNoShape">
              <a:avLst/>
            </a:prstTxWarp>
          </a:bodyPr>
          <a:lstStyle/>
          <a:p>
            <a:pPr marL="0" indent="0">
              <a:buNone/>
            </a:pPr>
            <a:endParaRPr lang="en-US" altLang="ja-JP" sz="1800" b="1" dirty="0"/>
          </a:p>
          <a:p>
            <a:pPr marL="0" indent="0">
              <a:buNone/>
            </a:pPr>
            <a:r>
              <a:rPr lang="en-US" altLang="ja-JP" sz="1800" b="1" dirty="0"/>
              <a:t>DEA and State License info stored on Address object:</a:t>
            </a:r>
          </a:p>
          <a:p>
            <a:r>
              <a:rPr lang="en-US" altLang="ja-JP" sz="1800" dirty="0"/>
              <a:t>VEEVA stores state license information in Address object. VEEVA CRM supports US and Canada state license</a:t>
            </a:r>
          </a:p>
          <a:p>
            <a:r>
              <a:rPr lang="en-US" altLang="ja-JP" sz="1800" dirty="0"/>
              <a:t>An Apex trigger on address object ensures license information is shared with various address under same account:</a:t>
            </a:r>
          </a:p>
          <a:p>
            <a:pPr lvl="1"/>
            <a:r>
              <a:rPr lang="en-US" altLang="ja-JP" sz="1600" b="1" dirty="0"/>
              <a:t>US:</a:t>
            </a:r>
            <a:r>
              <a:rPr lang="en-US" altLang="ja-JP" sz="1600" dirty="0"/>
              <a:t> License is copied to all address in same state, when a new address is created</a:t>
            </a:r>
          </a:p>
          <a:p>
            <a:pPr lvl="1"/>
            <a:r>
              <a:rPr lang="en-US" altLang="ja-JP" sz="1600" b="1" dirty="0"/>
              <a:t>Canada: </a:t>
            </a:r>
            <a:r>
              <a:rPr lang="en-US" altLang="ja-JP" sz="1600" dirty="0"/>
              <a:t>License information is copied to all address for same account</a:t>
            </a:r>
          </a:p>
          <a:p>
            <a:pPr lvl="1"/>
            <a:r>
              <a:rPr lang="en-US" altLang="ja-JP" sz="1600" dirty="0"/>
              <a:t>For address license information update, all related fields will be automatically updated for all addresses in same state</a:t>
            </a:r>
          </a:p>
          <a:p>
            <a:pPr lvl="1"/>
            <a:endParaRPr lang="en-US" altLang="ja-JP" sz="1600" dirty="0"/>
          </a:p>
          <a:p>
            <a:pPr marL="0" indent="0">
              <a:buNone/>
            </a:pPr>
            <a:endParaRPr lang="en-US" altLang="ja-JP" sz="1800" dirty="0"/>
          </a:p>
          <a:p>
            <a:pPr>
              <a:buFont typeface="Wingdings" panose="05000000000000000000" pitchFamily="2" charset="2"/>
              <a:buChar char="ü"/>
            </a:pPr>
            <a:endParaRPr sz="1400" dirty="0"/>
          </a:p>
        </p:txBody>
      </p:sp>
      <p:pic>
        <p:nvPicPr>
          <p:cNvPr id="8" name="Picture 7">
            <a:extLst>
              <a:ext uri="{FF2B5EF4-FFF2-40B4-BE49-F238E27FC236}">
                <a16:creationId xmlns:a16="http://schemas.microsoft.com/office/drawing/2014/main" id="{2ECFF477-4565-DE2A-E187-0D8B56C3C90C}"/>
              </a:ext>
            </a:extLst>
          </p:cNvPr>
          <p:cNvPicPr>
            <a:picLocks noChangeAspect="1"/>
          </p:cNvPicPr>
          <p:nvPr/>
        </p:nvPicPr>
        <p:blipFill>
          <a:blip r:embed="rId3"/>
          <a:stretch>
            <a:fillRect/>
          </a:stretch>
        </p:blipFill>
        <p:spPr>
          <a:xfrm>
            <a:off x="685799" y="4241709"/>
            <a:ext cx="10896601" cy="1778091"/>
          </a:xfrm>
          <a:prstGeom prst="rect">
            <a:avLst/>
          </a:prstGeom>
        </p:spPr>
      </p:pic>
    </p:spTree>
    <p:extLst>
      <p:ext uri="{BB962C8B-B14F-4D97-AF65-F5344CB8AC3E}">
        <p14:creationId xmlns:p14="http://schemas.microsoft.com/office/powerpoint/2010/main" val="1554958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14</a:t>
            </a:fld>
            <a:endParaRPr lang="en-US" dirty="0"/>
          </a:p>
        </p:txBody>
      </p:sp>
      <p:sp>
        <p:nvSpPr>
          <p:cNvPr id="3" name="Title 2"/>
          <p:cNvSpPr>
            <a:spLocks noGrp="1"/>
          </p:cNvSpPr>
          <p:nvPr>
            <p:ph type="title" idx="4294967295"/>
          </p:nvPr>
        </p:nvSpPr>
        <p:spPr>
          <a:xfrm>
            <a:off x="2514600" y="206376"/>
            <a:ext cx="9144000" cy="479425"/>
          </a:xfrm>
        </p:spPr>
        <p:txBody>
          <a:bodyPr/>
          <a:lstStyle/>
          <a:p>
            <a:r>
              <a:rPr lang="en-US" sz="2400" dirty="0">
                <a:solidFill>
                  <a:schemeClr val="tx1"/>
                </a:solidFill>
              </a:rPr>
              <a:t>Office Best Time</a:t>
            </a:r>
          </a:p>
        </p:txBody>
      </p:sp>
      <p:sp>
        <p:nvSpPr>
          <p:cNvPr id="2" name="Content Placeholder 1"/>
          <p:cNvSpPr>
            <a:spLocks noGrp="1"/>
          </p:cNvSpPr>
          <p:nvPr>
            <p:ph idx="4294967295"/>
          </p:nvPr>
        </p:nvSpPr>
        <p:spPr>
          <a:xfrm>
            <a:off x="457199" y="929639"/>
            <a:ext cx="10591800" cy="5334000"/>
          </a:xfrm>
          <a:noFill/>
          <a:ln w="9525">
            <a:noFill/>
            <a:miter lim="800000"/>
            <a:headEnd/>
            <a:tailEnd/>
          </a:ln>
        </p:spPr>
        <p:txBody>
          <a:bodyPr vert="horz" wrap="square" lIns="91440" tIns="45720" rIns="91440" bIns="45720" numCol="1" anchor="t" anchorCtr="0" compatLnSpc="1">
            <a:prstTxWarp prst="textNoShape">
              <a:avLst/>
            </a:prstTxWarp>
          </a:bodyPr>
          <a:lstStyle/>
          <a:p>
            <a:pPr marL="0" indent="0">
              <a:buNone/>
            </a:pPr>
            <a:r>
              <a:rPr lang="en-US" altLang="ja-JP" sz="1800" b="1" dirty="0"/>
              <a:t>Office Best time is stored in VEEVA Address object</a:t>
            </a:r>
          </a:p>
          <a:p>
            <a:r>
              <a:rPr lang="en-US" altLang="ja-JP" sz="1800" b="1" dirty="0"/>
              <a:t>VEEVA provides scheduling functionality with office best times</a:t>
            </a:r>
          </a:p>
          <a:p>
            <a:pPr lvl="1"/>
            <a:r>
              <a:rPr lang="en-US" altLang="ja-JP" sz="1600" dirty="0"/>
              <a:t>It</a:t>
            </a:r>
            <a:r>
              <a:rPr lang="en-US" altLang="ja-JP" sz="1600" b="1" dirty="0"/>
              <a:t> </a:t>
            </a:r>
            <a:r>
              <a:rPr lang="en-US" altLang="ja-JP" sz="1600" dirty="0"/>
              <a:t>highlights the best time in my schedule and inserts the call record accordingly</a:t>
            </a:r>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endParaRPr lang="en-US" sz="1800" b="1" dirty="0"/>
          </a:p>
          <a:p>
            <a:r>
              <a:rPr lang="en-US" sz="1800" b="1" dirty="0"/>
              <a:t>Configuration for Office Best Times:</a:t>
            </a:r>
          </a:p>
          <a:p>
            <a:pPr lvl="1"/>
            <a:r>
              <a:rPr lang="en-US" sz="1600" dirty="0"/>
              <a:t>Place the Office Best Times s-control on the Address page layouts</a:t>
            </a:r>
          </a:p>
          <a:p>
            <a:pPr lvl="1"/>
            <a:r>
              <a:rPr lang="en-US" sz="1600" dirty="0"/>
              <a:t>Give user profiles FLS access to the Best_times_vod field in the Address_vod__c object</a:t>
            </a:r>
          </a:p>
          <a:p>
            <a:r>
              <a:rPr lang="en-US" sz="1800" b="1" dirty="0"/>
              <a:t>Provide best times values for address</a:t>
            </a:r>
          </a:p>
          <a:p>
            <a:pPr lvl="1"/>
            <a:r>
              <a:rPr lang="en-US" sz="1600" dirty="0"/>
              <a:t>Users are allowed to enter best time values from both online or offline using CRM (iRep) or load data for them</a:t>
            </a:r>
          </a:p>
        </p:txBody>
      </p:sp>
      <p:pic>
        <p:nvPicPr>
          <p:cNvPr id="9" name="Picture 8"/>
          <p:cNvPicPr>
            <a:picLocks noChangeAspect="1"/>
          </p:cNvPicPr>
          <p:nvPr/>
        </p:nvPicPr>
        <p:blipFill>
          <a:blip r:embed="rId3"/>
          <a:stretch>
            <a:fillRect/>
          </a:stretch>
        </p:blipFill>
        <p:spPr>
          <a:xfrm>
            <a:off x="2514600" y="2057400"/>
            <a:ext cx="6164943" cy="1919048"/>
          </a:xfrm>
          <a:prstGeom prst="rect">
            <a:avLst/>
          </a:prstGeom>
        </p:spPr>
      </p:pic>
    </p:spTree>
    <p:extLst>
      <p:ext uri="{BB962C8B-B14F-4D97-AF65-F5344CB8AC3E}">
        <p14:creationId xmlns:p14="http://schemas.microsoft.com/office/powerpoint/2010/main" val="658907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720FE21D-9151-A40C-BBF0-51F1740985C5}"/>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15</a:t>
            </a:fld>
            <a:endParaRPr lang="en-US" dirty="0"/>
          </a:p>
        </p:txBody>
      </p:sp>
      <p:sp>
        <p:nvSpPr>
          <p:cNvPr id="6" name="Rectangle 5"/>
          <p:cNvSpPr/>
          <p:nvPr/>
        </p:nvSpPr>
        <p:spPr>
          <a:xfrm>
            <a:off x="-228599" y="2895600"/>
            <a:ext cx="63246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800" b="1" dirty="0">
                <a:solidFill>
                  <a:schemeClr val="tx1"/>
                </a:solidFill>
              </a:rPr>
              <a:t>	</a:t>
            </a:r>
            <a:r>
              <a:rPr lang="en-US" sz="3600" b="1" dirty="0">
                <a:solidFill>
                  <a:srgbClr val="00718F"/>
                </a:solidFill>
                <a:latin typeface="Arial" panose="020B0604020202020204" pitchFamily="34" charset="0"/>
                <a:cs typeface="Arial" panose="020B0604020202020204" pitchFamily="34" charset="0"/>
              </a:rPr>
              <a:t>Territory Specific Fields</a:t>
            </a:r>
          </a:p>
        </p:txBody>
      </p:sp>
    </p:spTree>
    <p:extLst>
      <p:ext uri="{BB962C8B-B14F-4D97-AF65-F5344CB8AC3E}">
        <p14:creationId xmlns:p14="http://schemas.microsoft.com/office/powerpoint/2010/main" val="1692571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16</a:t>
            </a:fld>
            <a:endParaRPr lang="en-US" dirty="0"/>
          </a:p>
        </p:txBody>
      </p:sp>
      <p:sp>
        <p:nvSpPr>
          <p:cNvPr id="3" name="Title 2"/>
          <p:cNvSpPr>
            <a:spLocks noGrp="1"/>
          </p:cNvSpPr>
          <p:nvPr>
            <p:ph type="title" idx="4294967295"/>
          </p:nvPr>
        </p:nvSpPr>
        <p:spPr>
          <a:xfrm>
            <a:off x="2057400" y="219075"/>
            <a:ext cx="9144000" cy="479425"/>
          </a:xfrm>
        </p:spPr>
        <p:txBody>
          <a:bodyPr/>
          <a:lstStyle/>
          <a:p>
            <a:r>
              <a:rPr lang="en-US" altLang="ja-JP" sz="2400" dirty="0">
                <a:solidFill>
                  <a:schemeClr val="tx1"/>
                </a:solidFill>
              </a:rPr>
              <a:t>Territory Fields: Overview</a:t>
            </a:r>
            <a:endParaRPr lang="en-US" sz="2400" dirty="0">
              <a:solidFill>
                <a:schemeClr val="tx1"/>
              </a:solidFill>
            </a:endParaRPr>
          </a:p>
        </p:txBody>
      </p:sp>
      <p:sp>
        <p:nvSpPr>
          <p:cNvPr id="2" name="Content Placeholder 1"/>
          <p:cNvSpPr>
            <a:spLocks noGrp="1"/>
          </p:cNvSpPr>
          <p:nvPr>
            <p:ph idx="4294967295"/>
          </p:nvPr>
        </p:nvSpPr>
        <p:spPr>
          <a:xfrm>
            <a:off x="441959" y="1090928"/>
            <a:ext cx="10439400" cy="5105400"/>
          </a:xfrm>
          <a:noFill/>
          <a:ln w="9525">
            <a:noFill/>
            <a:miter lim="800000"/>
            <a:headEnd/>
            <a:tailEnd/>
          </a:ln>
        </p:spPr>
        <p:txBody>
          <a:bodyPr vert="horz" wrap="square" lIns="91440" tIns="45720" rIns="91440" bIns="45720" numCol="1" anchor="t" anchorCtr="0" compatLnSpc="1">
            <a:prstTxWarp prst="textNoShape">
              <a:avLst/>
            </a:prstTxWarp>
          </a:bodyPr>
          <a:lstStyle/>
          <a:p>
            <a:r>
              <a:rPr lang="en-US" sz="1800" dirty="0"/>
              <a:t>Territory Specific Field information is stored in Territory Field (TSF_vod) object. For each account and for each territory VEEVA maintains a TSF record to track activities</a:t>
            </a:r>
          </a:p>
          <a:p>
            <a:endParaRPr lang="en-US" sz="1800" dirty="0"/>
          </a:p>
          <a:p>
            <a:r>
              <a:rPr lang="en-US" sz="1800" dirty="0"/>
              <a:t>Territory Field information is used to track the following:</a:t>
            </a:r>
          </a:p>
          <a:p>
            <a:pPr lvl="1"/>
            <a:r>
              <a:rPr lang="en-US" sz="1600" b="1" dirty="0"/>
              <a:t>YTD Activity </a:t>
            </a:r>
            <a:r>
              <a:rPr lang="en-US" sz="1600" dirty="0"/>
              <a:t>- The YTD total number of recorded calls</a:t>
            </a:r>
          </a:p>
          <a:p>
            <a:pPr lvl="1"/>
            <a:r>
              <a:rPr lang="en-US" sz="1600" b="1" dirty="0"/>
              <a:t>Last Activity Date </a:t>
            </a:r>
            <a:r>
              <a:rPr lang="en-US" sz="1600" dirty="0"/>
              <a:t>- </a:t>
            </a:r>
            <a:r>
              <a:rPr lang="en-US" altLang="ja-JP" sz="1600" dirty="0"/>
              <a:t>The most recent date a call was made to the account for the given territory (excluding “Planned” calls)</a:t>
            </a:r>
          </a:p>
          <a:p>
            <a:pPr lvl="1"/>
            <a:r>
              <a:rPr lang="en-US" sz="1600" b="1" dirty="0"/>
              <a:t>My Preferred Address </a:t>
            </a:r>
            <a:r>
              <a:rPr lang="en-US" sz="1600" dirty="0"/>
              <a:t>- The last address used on a call. This address is displayed by default in My Accounts tab</a:t>
            </a:r>
          </a:p>
          <a:p>
            <a:endParaRPr lang="en-US" sz="1800" dirty="0"/>
          </a:p>
          <a:p>
            <a:r>
              <a:rPr lang="en-US" sz="1800" dirty="0"/>
              <a:t>The YTD Activity, Last Activity Date and My Preferred Address fields on the Territory Field object are updated by a trigger on the Call object</a:t>
            </a:r>
          </a:p>
          <a:p>
            <a:endParaRPr lang="en-US" sz="1800" dirty="0"/>
          </a:p>
          <a:p>
            <a:r>
              <a:rPr lang="en-US" sz="1800" dirty="0"/>
              <a:t>When the TSF records are created, the TSF Name field populates with the Territory ID. Users can change the name </a:t>
            </a:r>
          </a:p>
          <a:p>
            <a:endParaRPr sz="1800" dirty="0"/>
          </a:p>
        </p:txBody>
      </p:sp>
    </p:spTree>
    <p:extLst>
      <p:ext uri="{BB962C8B-B14F-4D97-AF65-F5344CB8AC3E}">
        <p14:creationId xmlns:p14="http://schemas.microsoft.com/office/powerpoint/2010/main" val="2810854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17</a:t>
            </a:fld>
            <a:endParaRPr lang="en-US" dirty="0"/>
          </a:p>
        </p:txBody>
      </p:sp>
      <p:sp>
        <p:nvSpPr>
          <p:cNvPr id="3" name="Title 2"/>
          <p:cNvSpPr>
            <a:spLocks noGrp="1"/>
          </p:cNvSpPr>
          <p:nvPr>
            <p:ph type="title" idx="4294967295"/>
          </p:nvPr>
        </p:nvSpPr>
        <p:spPr>
          <a:xfrm>
            <a:off x="1981200" y="202724"/>
            <a:ext cx="9144000" cy="479425"/>
          </a:xfrm>
        </p:spPr>
        <p:txBody>
          <a:bodyPr/>
          <a:lstStyle/>
          <a:p>
            <a:r>
              <a:rPr lang="en-US" sz="2400" dirty="0">
                <a:solidFill>
                  <a:schemeClr val="tx1"/>
                </a:solidFill>
              </a:rPr>
              <a:t>VEEVA-Managed Attributes</a:t>
            </a:r>
          </a:p>
        </p:txBody>
      </p:sp>
      <p:sp>
        <p:nvSpPr>
          <p:cNvPr id="2" name="Content Placeholder 1"/>
          <p:cNvSpPr>
            <a:spLocks noGrp="1"/>
          </p:cNvSpPr>
          <p:nvPr>
            <p:ph idx="4294967295"/>
          </p:nvPr>
        </p:nvSpPr>
        <p:spPr>
          <a:xfrm>
            <a:off x="381000" y="1057828"/>
            <a:ext cx="10287000" cy="5135563"/>
          </a:xfrm>
          <a:noFill/>
          <a:ln w="9525">
            <a:noFill/>
            <a:miter lim="800000"/>
            <a:headEnd/>
            <a:tailEnd/>
          </a:ln>
        </p:spPr>
        <p:txBody>
          <a:bodyPr vert="horz" wrap="square" lIns="91440" tIns="45720" rIns="91440" bIns="45720" numCol="1" anchor="t" anchorCtr="0" compatLnSpc="1">
            <a:prstTxWarp prst="textNoShape">
              <a:avLst/>
            </a:prstTxWarp>
          </a:bodyPr>
          <a:lstStyle/>
          <a:p>
            <a:r>
              <a:rPr lang="en-US" sz="1800" dirty="0"/>
              <a:t>A TSF record is automatically created for each territory the Account is aligned to:</a:t>
            </a:r>
          </a:p>
          <a:p>
            <a:pPr lvl="1"/>
            <a:r>
              <a:rPr lang="en-US" sz="1600" dirty="0"/>
              <a:t>After creating a Call on an Account</a:t>
            </a:r>
          </a:p>
          <a:p>
            <a:pPr lvl="1"/>
            <a:r>
              <a:rPr lang="en-US" sz="1600" dirty="0"/>
              <a:t>During a mass update of a TSF field</a:t>
            </a:r>
          </a:p>
          <a:p>
            <a:pPr lvl="1"/>
            <a:endParaRPr lang="en-US" sz="1600" dirty="0"/>
          </a:p>
          <a:p>
            <a:r>
              <a:rPr lang="en-US" sz="1800" dirty="0"/>
              <a:t>YTD Activity and Last Activity Date TSF fields are updated as per following logic, by a VEEVA trigger on call object:</a:t>
            </a:r>
          </a:p>
          <a:p>
            <a:pPr lvl="1"/>
            <a:r>
              <a:rPr lang="en-US" sz="1600" dirty="0"/>
              <a:t>Last Activity Date is set to the value of the call date</a:t>
            </a:r>
          </a:p>
          <a:p>
            <a:pPr lvl="1"/>
            <a:r>
              <a:rPr lang="en-US" sz="1600" dirty="0"/>
              <a:t>YTD Activity is incremented by one</a:t>
            </a:r>
          </a:p>
          <a:p>
            <a:pPr lvl="1"/>
            <a:r>
              <a:rPr lang="en-US" sz="1600" dirty="0"/>
              <a:t>Only Saved or Submitted Calls for that Account with date/time prior to the current date/time are counted</a:t>
            </a:r>
          </a:p>
          <a:p>
            <a:pPr lvl="1"/>
            <a:endParaRPr lang="en-US" sz="1600" dirty="0"/>
          </a:p>
          <a:p>
            <a:r>
              <a:rPr lang="en-US" sz="1800" dirty="0"/>
              <a:t>TSF Address field is updated with the most recently saved address selected on the call record for the account:</a:t>
            </a:r>
          </a:p>
          <a:p>
            <a:pPr lvl="1"/>
            <a:r>
              <a:rPr lang="en-US" sz="1600" dirty="0"/>
              <a:t>This one uses My Preferred Address field</a:t>
            </a:r>
          </a:p>
        </p:txBody>
      </p:sp>
    </p:spTree>
    <p:extLst>
      <p:ext uri="{BB962C8B-B14F-4D97-AF65-F5344CB8AC3E}">
        <p14:creationId xmlns:p14="http://schemas.microsoft.com/office/powerpoint/2010/main" val="140666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18</a:t>
            </a:fld>
            <a:endParaRPr lang="en-US" dirty="0"/>
          </a:p>
        </p:txBody>
      </p:sp>
      <p:sp>
        <p:nvSpPr>
          <p:cNvPr id="3" name="Title 2"/>
          <p:cNvSpPr>
            <a:spLocks noGrp="1"/>
          </p:cNvSpPr>
          <p:nvPr>
            <p:ph type="title" idx="4294967295"/>
          </p:nvPr>
        </p:nvSpPr>
        <p:spPr>
          <a:xfrm>
            <a:off x="2138680" y="229235"/>
            <a:ext cx="9144000" cy="479425"/>
          </a:xfrm>
        </p:spPr>
        <p:txBody>
          <a:bodyPr/>
          <a:lstStyle/>
          <a:p>
            <a:r>
              <a:rPr lang="en-US" sz="2400" dirty="0">
                <a:solidFill>
                  <a:schemeClr val="tx1"/>
                </a:solidFill>
              </a:rPr>
              <a:t>Territory Specific Fields from Account</a:t>
            </a:r>
          </a:p>
        </p:txBody>
      </p:sp>
      <p:sp>
        <p:nvSpPr>
          <p:cNvPr id="2" name="Content Placeholder 1"/>
          <p:cNvSpPr>
            <a:spLocks noGrp="1"/>
          </p:cNvSpPr>
          <p:nvPr>
            <p:ph idx="4294967295"/>
          </p:nvPr>
        </p:nvSpPr>
        <p:spPr>
          <a:xfrm>
            <a:off x="457199" y="762087"/>
            <a:ext cx="10287000" cy="5318125"/>
          </a:xfrm>
          <a:noFill/>
          <a:ln w="9525">
            <a:noFill/>
            <a:miter lim="800000"/>
            <a:headEnd/>
            <a:tailEnd/>
          </a:ln>
        </p:spPr>
        <p:txBody>
          <a:bodyPr vert="horz" wrap="square" lIns="91440" tIns="45720" rIns="91440" bIns="45720" numCol="1" anchor="t" anchorCtr="0" compatLnSpc="1">
            <a:prstTxWarp prst="textNoShape">
              <a:avLst/>
            </a:prstTxWarp>
          </a:bodyPr>
          <a:lstStyle/>
          <a:p>
            <a:r>
              <a:rPr lang="en-US" sz="1800" dirty="0"/>
              <a:t>VEEVA Admin can configure to show Territory Specific Fields information on Accounts page layouts by using:</a:t>
            </a:r>
          </a:p>
          <a:p>
            <a:pPr lvl="1"/>
            <a:r>
              <a:rPr lang="en-US" sz="1600" dirty="0"/>
              <a:t>Account Territory Info s-control</a:t>
            </a:r>
          </a:p>
          <a:p>
            <a:pPr lvl="1"/>
            <a:r>
              <a:rPr lang="en-US" sz="1600" dirty="0"/>
              <a:t>TSF visual force page</a:t>
            </a:r>
          </a:p>
          <a:p>
            <a:pPr lvl="1"/>
            <a:endParaRPr lang="en-US" sz="1600" dirty="0"/>
          </a:p>
          <a:p>
            <a:r>
              <a:rPr lang="en-US" sz="1800" dirty="0"/>
              <a:t>TSF Information as related list from Account page layout</a:t>
            </a:r>
          </a:p>
          <a:p>
            <a:endParaRPr lang="en-US" sz="1800" dirty="0"/>
          </a:p>
          <a:p>
            <a:endParaRPr lang="en-US" sz="1800" dirty="0"/>
          </a:p>
          <a:p>
            <a:endParaRPr lang="en-US" sz="1800" dirty="0"/>
          </a:p>
          <a:p>
            <a:endParaRPr lang="en-US" sz="1800" dirty="0"/>
          </a:p>
          <a:p>
            <a:r>
              <a:rPr lang="en-US" sz="1800" dirty="0"/>
              <a:t>For user to see the TSF details in account inline page layout</a:t>
            </a:r>
          </a:p>
          <a:p>
            <a:endParaRPr lang="en-US" sz="1800" dirty="0"/>
          </a:p>
        </p:txBody>
      </p:sp>
      <p:pic>
        <p:nvPicPr>
          <p:cNvPr id="9" name="Picture 8">
            <a:extLst>
              <a:ext uri="{FF2B5EF4-FFF2-40B4-BE49-F238E27FC236}">
                <a16:creationId xmlns:a16="http://schemas.microsoft.com/office/drawing/2014/main" id="{AA545AF7-2C77-BE1C-AB76-719083792B93}"/>
              </a:ext>
            </a:extLst>
          </p:cNvPr>
          <p:cNvPicPr>
            <a:picLocks noChangeAspect="1"/>
          </p:cNvPicPr>
          <p:nvPr/>
        </p:nvPicPr>
        <p:blipFill>
          <a:blip r:embed="rId3"/>
          <a:stretch>
            <a:fillRect/>
          </a:stretch>
        </p:blipFill>
        <p:spPr>
          <a:xfrm>
            <a:off x="675640" y="2561377"/>
            <a:ext cx="10591800" cy="1262375"/>
          </a:xfrm>
          <a:prstGeom prst="rect">
            <a:avLst/>
          </a:prstGeom>
        </p:spPr>
      </p:pic>
      <p:pic>
        <p:nvPicPr>
          <p:cNvPr id="11" name="Picture 10">
            <a:extLst>
              <a:ext uri="{FF2B5EF4-FFF2-40B4-BE49-F238E27FC236}">
                <a16:creationId xmlns:a16="http://schemas.microsoft.com/office/drawing/2014/main" id="{3168EB6A-FD66-0249-4802-2156E525DB04}"/>
              </a:ext>
            </a:extLst>
          </p:cNvPr>
          <p:cNvPicPr>
            <a:picLocks noChangeAspect="1"/>
          </p:cNvPicPr>
          <p:nvPr/>
        </p:nvPicPr>
        <p:blipFill>
          <a:blip r:embed="rId4"/>
          <a:stretch>
            <a:fillRect/>
          </a:stretch>
        </p:blipFill>
        <p:spPr>
          <a:xfrm>
            <a:off x="693420" y="4271642"/>
            <a:ext cx="10556240" cy="1861997"/>
          </a:xfrm>
          <a:prstGeom prst="rect">
            <a:avLst/>
          </a:prstGeom>
        </p:spPr>
      </p:pic>
    </p:spTree>
    <p:extLst>
      <p:ext uri="{BB962C8B-B14F-4D97-AF65-F5344CB8AC3E}">
        <p14:creationId xmlns:p14="http://schemas.microsoft.com/office/powerpoint/2010/main" val="1462384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19</a:t>
            </a:fld>
            <a:endParaRPr lang="en-US" dirty="0"/>
          </a:p>
        </p:txBody>
      </p:sp>
      <p:sp>
        <p:nvSpPr>
          <p:cNvPr id="3" name="Title 2"/>
          <p:cNvSpPr>
            <a:spLocks noGrp="1"/>
          </p:cNvSpPr>
          <p:nvPr>
            <p:ph type="title" idx="4294967295"/>
          </p:nvPr>
        </p:nvSpPr>
        <p:spPr>
          <a:xfrm>
            <a:off x="1661825" y="217487"/>
            <a:ext cx="9144000" cy="479425"/>
          </a:xfrm>
        </p:spPr>
        <p:txBody>
          <a:bodyPr/>
          <a:lstStyle/>
          <a:p>
            <a:r>
              <a:rPr lang="en-US" sz="2400" dirty="0">
                <a:solidFill>
                  <a:schemeClr val="tx1"/>
                </a:solidFill>
              </a:rPr>
              <a:t>Territory Specific Fields Configuration</a:t>
            </a:r>
          </a:p>
        </p:txBody>
      </p:sp>
      <p:sp>
        <p:nvSpPr>
          <p:cNvPr id="2" name="Content Placeholder 1"/>
          <p:cNvSpPr>
            <a:spLocks noGrp="1"/>
          </p:cNvSpPr>
          <p:nvPr>
            <p:ph idx="4294967295"/>
          </p:nvPr>
        </p:nvSpPr>
        <p:spPr>
          <a:xfrm>
            <a:off x="618007" y="1218565"/>
            <a:ext cx="10744200" cy="5410200"/>
          </a:xfrm>
          <a:noFill/>
          <a:ln w="9525">
            <a:noFill/>
            <a:miter lim="800000"/>
            <a:headEnd/>
            <a:tailEnd/>
          </a:ln>
        </p:spPr>
        <p:txBody>
          <a:bodyPr vert="horz" wrap="square" lIns="91440" tIns="45720" rIns="91440" bIns="45720" numCol="1" anchor="t" anchorCtr="0" compatLnSpc="1">
            <a:prstTxWarp prst="textNoShape">
              <a:avLst/>
            </a:prstTxWarp>
          </a:bodyPr>
          <a:lstStyle/>
          <a:p>
            <a:r>
              <a:rPr lang="en-US" sz="1800" dirty="0"/>
              <a:t>Record types are supported on TSF object. Admin may need to configure TSF object to meet the following requirement:</a:t>
            </a:r>
          </a:p>
          <a:p>
            <a:pPr lvl="1"/>
            <a:r>
              <a:rPr lang="en-US" sz="1600" dirty="0"/>
              <a:t>View different TSF page layouts based on type of Account being viewed</a:t>
            </a:r>
          </a:p>
          <a:p>
            <a:pPr lvl="1"/>
            <a:r>
              <a:rPr lang="en-US" sz="1600" dirty="0"/>
              <a:t>Available online and offline</a:t>
            </a:r>
          </a:p>
          <a:p>
            <a:r>
              <a:rPr lang="en-US" sz="1800" dirty="0"/>
              <a:t>Admin will have to make the following changes to meet the requirement:</a:t>
            </a:r>
          </a:p>
          <a:p>
            <a:pPr lvl="1"/>
            <a:r>
              <a:rPr lang="en-US" sz="1600" dirty="0"/>
              <a:t>Create a TSF record type and page layouts with a name that matches the record type name of associated account</a:t>
            </a:r>
          </a:p>
          <a:p>
            <a:pPr lvl="2"/>
            <a:r>
              <a:rPr lang="en-US" sz="1400" dirty="0"/>
              <a:t>If Account record type name = Professional</a:t>
            </a:r>
          </a:p>
          <a:p>
            <a:pPr lvl="2"/>
            <a:r>
              <a:rPr lang="en-US" sz="1400" dirty="0"/>
              <a:t>Then TSF record type name = Professional</a:t>
            </a:r>
          </a:p>
          <a:p>
            <a:endParaRPr lang="en-US" sz="1800" dirty="0"/>
          </a:p>
          <a:p>
            <a:r>
              <a:rPr lang="en-US" sz="1800" dirty="0"/>
              <a:t>Following TSF fields are not by default displayed on Account page layout</a:t>
            </a:r>
          </a:p>
          <a:p>
            <a:pPr lvl="1"/>
            <a:r>
              <a:rPr lang="en-US" sz="1600" dirty="0"/>
              <a:t>Created By</a:t>
            </a:r>
          </a:p>
          <a:p>
            <a:pPr lvl="1"/>
            <a:r>
              <a:rPr lang="en-US" sz="1600" dirty="0"/>
              <a:t>Last Modified By</a:t>
            </a:r>
          </a:p>
          <a:p>
            <a:pPr lvl="1"/>
            <a:r>
              <a:rPr lang="en-US" sz="1600" dirty="0"/>
              <a:t>Account</a:t>
            </a:r>
          </a:p>
          <a:p>
            <a:pPr lvl="1"/>
            <a:r>
              <a:rPr lang="en-US" sz="1600" dirty="0"/>
              <a:t>Territory_VoD</a:t>
            </a:r>
          </a:p>
        </p:txBody>
      </p:sp>
    </p:spTree>
    <p:extLst>
      <p:ext uri="{BB962C8B-B14F-4D97-AF65-F5344CB8AC3E}">
        <p14:creationId xmlns:p14="http://schemas.microsoft.com/office/powerpoint/2010/main" val="3683186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20</a:t>
            </a:fld>
            <a:endParaRPr lang="en-US" dirty="0"/>
          </a:p>
        </p:txBody>
      </p:sp>
      <p:sp>
        <p:nvSpPr>
          <p:cNvPr id="3" name="Title 2"/>
          <p:cNvSpPr>
            <a:spLocks noGrp="1"/>
          </p:cNvSpPr>
          <p:nvPr>
            <p:ph type="title" idx="4294967295"/>
          </p:nvPr>
        </p:nvSpPr>
        <p:spPr>
          <a:xfrm>
            <a:off x="1905000" y="282575"/>
            <a:ext cx="9144000" cy="479425"/>
          </a:xfrm>
        </p:spPr>
        <p:txBody>
          <a:bodyPr/>
          <a:lstStyle/>
          <a:p>
            <a:r>
              <a:rPr lang="en-US" altLang="ja-JP" sz="2400" dirty="0">
                <a:solidFill>
                  <a:schemeClr val="tx1"/>
                </a:solidFill>
              </a:rPr>
              <a:t>Territory Fields - Pre-Requisites</a:t>
            </a:r>
            <a:endParaRPr lang="en-US" sz="2400" dirty="0">
              <a:solidFill>
                <a:schemeClr val="tx1"/>
              </a:solidFill>
            </a:endParaRPr>
          </a:p>
        </p:txBody>
      </p:sp>
      <p:sp>
        <p:nvSpPr>
          <p:cNvPr id="2" name="Content Placeholder 1"/>
          <p:cNvSpPr>
            <a:spLocks noGrp="1"/>
          </p:cNvSpPr>
          <p:nvPr>
            <p:ph idx="4294967295"/>
          </p:nvPr>
        </p:nvSpPr>
        <p:spPr>
          <a:xfrm>
            <a:off x="304800" y="990600"/>
            <a:ext cx="10896600" cy="4876800"/>
          </a:xfrm>
          <a:noFill/>
          <a:ln w="9525">
            <a:noFill/>
            <a:miter lim="800000"/>
            <a:headEnd/>
            <a:tailEnd/>
          </a:ln>
        </p:spPr>
        <p:txBody>
          <a:bodyPr vert="horz" wrap="square" lIns="91440" tIns="45720" rIns="91440" bIns="45720" numCol="1" anchor="t" anchorCtr="0" compatLnSpc="1">
            <a:prstTxWarp prst="textNoShape">
              <a:avLst/>
            </a:prstTxWarp>
          </a:bodyPr>
          <a:lstStyle/>
          <a:p>
            <a:pPr marL="0" indent="0">
              <a:buNone/>
            </a:pPr>
            <a:endParaRPr lang="en-US" altLang="ja-JP" sz="1800" dirty="0"/>
          </a:p>
          <a:p>
            <a:pPr marL="0" indent="0">
              <a:buNone/>
            </a:pPr>
            <a:endParaRPr lang="en-US" altLang="ja-JP" sz="1800" dirty="0"/>
          </a:p>
          <a:p>
            <a:r>
              <a:rPr lang="en-US" altLang="ja-JP" sz="1800" dirty="0"/>
              <a:t>In order to utilize Territory Fields within the VEEVA CRM application, the following is required:</a:t>
            </a:r>
          </a:p>
          <a:p>
            <a:pPr lvl="1"/>
            <a:r>
              <a:rPr lang="en-US" altLang="ja-JP" dirty="0"/>
              <a:t>Territory Management must be enabled and established within the org</a:t>
            </a:r>
          </a:p>
          <a:p>
            <a:pPr lvl="2"/>
            <a:r>
              <a:rPr lang="en-US" altLang="ja-JP" dirty="0"/>
              <a:t>Territory Management Rules</a:t>
            </a:r>
          </a:p>
          <a:p>
            <a:pPr lvl="2"/>
            <a:r>
              <a:rPr lang="en-US" altLang="ja-JP" dirty="0"/>
              <a:t>Manual assignment</a:t>
            </a:r>
          </a:p>
          <a:p>
            <a:pPr lvl="1"/>
            <a:r>
              <a:rPr lang="en-US" altLang="ja-JP" dirty="0"/>
              <a:t>Users must have Read/Create/Edit access to the Territory Field object</a:t>
            </a:r>
          </a:p>
          <a:p>
            <a:pPr lvl="1"/>
            <a:r>
              <a:rPr lang="en-US" altLang="ja-JP" dirty="0"/>
              <a:t>Users must have Read access to the Address object</a:t>
            </a:r>
          </a:p>
          <a:p>
            <a:pPr lvl="1"/>
            <a:endParaRPr lang="en-US" altLang="ja-JP" dirty="0"/>
          </a:p>
          <a:p>
            <a:endParaRPr lang="en-US" altLang="ja-JP" sz="1800" dirty="0"/>
          </a:p>
          <a:p>
            <a:endParaRPr lang="en-US" altLang="ja-JP" sz="1800" dirty="0"/>
          </a:p>
          <a:p>
            <a:endParaRPr lang="en-US" altLang="ja-JP" sz="1800" dirty="0"/>
          </a:p>
          <a:p>
            <a:endParaRPr lang="en-US" altLang="ja-JP" sz="1800" dirty="0"/>
          </a:p>
          <a:p>
            <a:pPr marL="0" indent="0">
              <a:buNone/>
            </a:pPr>
            <a:endParaRPr lang="en-US" altLang="ja-JP" sz="1800" dirty="0"/>
          </a:p>
          <a:p>
            <a:pPr marL="0" indent="0">
              <a:buNone/>
            </a:pPr>
            <a:endParaRPr lang="en-US" altLang="ja-JP" sz="1800" dirty="0"/>
          </a:p>
        </p:txBody>
      </p:sp>
    </p:spTree>
    <p:extLst>
      <p:ext uri="{BB962C8B-B14F-4D97-AF65-F5344CB8AC3E}">
        <p14:creationId xmlns:p14="http://schemas.microsoft.com/office/powerpoint/2010/main" val="1289701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CAD4C3B0-4013-03EA-9DF2-E4AE821814B6}"/>
              </a:ext>
            </a:extLst>
          </p:cNvPr>
          <p:cNvSpPr>
            <a:spLocks noGrp="1"/>
          </p:cNvSpPr>
          <p:nvPr>
            <p:ph type="body" idx="12"/>
          </p:nvPr>
        </p:nvSpPr>
        <p:spPr/>
        <p:txBody>
          <a:bodyPr/>
          <a:lstStyle/>
          <a:p>
            <a:endParaRPr lang="en-US" dirty="0"/>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21</a:t>
            </a:fld>
            <a:endParaRPr lang="en-US" dirty="0"/>
          </a:p>
        </p:txBody>
      </p:sp>
      <p:sp>
        <p:nvSpPr>
          <p:cNvPr id="6" name="Rectangle 5"/>
          <p:cNvSpPr/>
          <p:nvPr/>
        </p:nvSpPr>
        <p:spPr>
          <a:xfrm>
            <a:off x="152400" y="2971800"/>
            <a:ext cx="7010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800" b="1" dirty="0">
                <a:solidFill>
                  <a:schemeClr val="tx1"/>
                </a:solidFill>
              </a:rPr>
              <a:t>	</a:t>
            </a:r>
            <a:r>
              <a:rPr lang="en-US" sz="3600" b="1" dirty="0">
                <a:solidFill>
                  <a:srgbClr val="00718F"/>
                </a:solidFill>
                <a:latin typeface="Arial" panose="020B0604020202020204" pitchFamily="34" charset="0"/>
                <a:cs typeface="Arial" panose="020B0604020202020204" pitchFamily="34" charset="0"/>
              </a:rPr>
              <a:t>Account Merge</a:t>
            </a:r>
          </a:p>
        </p:txBody>
      </p:sp>
    </p:spTree>
    <p:extLst>
      <p:ext uri="{BB962C8B-B14F-4D97-AF65-F5344CB8AC3E}">
        <p14:creationId xmlns:p14="http://schemas.microsoft.com/office/powerpoint/2010/main" val="2880967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22</a:t>
            </a:fld>
            <a:endParaRPr lang="en-US" dirty="0"/>
          </a:p>
        </p:txBody>
      </p:sp>
      <p:sp>
        <p:nvSpPr>
          <p:cNvPr id="3" name="Title 2"/>
          <p:cNvSpPr>
            <a:spLocks noGrp="1"/>
          </p:cNvSpPr>
          <p:nvPr>
            <p:ph type="title" idx="4294967295"/>
          </p:nvPr>
        </p:nvSpPr>
        <p:spPr>
          <a:xfrm>
            <a:off x="1752600" y="242906"/>
            <a:ext cx="9144000" cy="479425"/>
          </a:xfrm>
        </p:spPr>
        <p:txBody>
          <a:bodyPr/>
          <a:lstStyle/>
          <a:p>
            <a:r>
              <a:rPr lang="en-US" altLang="ja-JP" sz="2400" dirty="0">
                <a:solidFill>
                  <a:schemeClr val="tx1"/>
                </a:solidFill>
              </a:rPr>
              <a:t>Account Merge: Overview</a:t>
            </a:r>
            <a:endParaRPr lang="en-US" sz="2400" dirty="0">
              <a:solidFill>
                <a:schemeClr val="tx1"/>
              </a:solidFill>
            </a:endParaRPr>
          </a:p>
        </p:txBody>
      </p:sp>
      <p:sp>
        <p:nvSpPr>
          <p:cNvPr id="2" name="Content Placeholder 1"/>
          <p:cNvSpPr>
            <a:spLocks noGrp="1"/>
          </p:cNvSpPr>
          <p:nvPr>
            <p:ph idx="4294967295"/>
          </p:nvPr>
        </p:nvSpPr>
        <p:spPr>
          <a:xfrm>
            <a:off x="443368" y="1164192"/>
            <a:ext cx="7162800" cy="4927600"/>
          </a:xfrm>
          <a:noFill/>
          <a:ln w="9525">
            <a:noFill/>
            <a:miter lim="800000"/>
            <a:headEnd/>
            <a:tailEnd/>
          </a:ln>
        </p:spPr>
        <p:txBody>
          <a:bodyPr vert="horz" wrap="square" lIns="91440" tIns="45720" rIns="91440" bIns="45720" numCol="1" anchor="t" anchorCtr="0" compatLnSpc="1">
            <a:prstTxWarp prst="textNoShape">
              <a:avLst/>
            </a:prstTxWarp>
          </a:bodyPr>
          <a:lstStyle/>
          <a:p>
            <a:pPr marL="0" indent="0">
              <a:buNone/>
            </a:pPr>
            <a:endParaRPr lang="en-US" altLang="ja-JP" sz="1400" dirty="0"/>
          </a:p>
          <a:p>
            <a:r>
              <a:rPr lang="en-US" altLang="ja-JP" sz="1800" dirty="0"/>
              <a:t>VEEVA admin can merge duplicate accounts to maintain proper data. Up to 3 accounts can be merged in to one account</a:t>
            </a:r>
          </a:p>
          <a:p>
            <a:r>
              <a:rPr lang="en-US" altLang="ja-JP" sz="1800" dirty="0"/>
              <a:t>Apart from Accounts, VEEVA extends the SFDC Account Merger process on below mentioned objects: </a:t>
            </a:r>
          </a:p>
          <a:p>
            <a:pPr lvl="1"/>
            <a:r>
              <a:rPr lang="en-US" altLang="ja-JP" sz="1600" dirty="0"/>
              <a:t>Territory Specific Fields</a:t>
            </a:r>
          </a:p>
          <a:p>
            <a:pPr lvl="1"/>
            <a:r>
              <a:rPr lang="en-US" altLang="ja-JP" sz="1600" dirty="0"/>
              <a:t>Address</a:t>
            </a:r>
          </a:p>
          <a:p>
            <a:pPr lvl="1"/>
            <a:r>
              <a:rPr lang="en-US" altLang="ja-JP" sz="1600" dirty="0"/>
              <a:t>Call</a:t>
            </a:r>
          </a:p>
          <a:p>
            <a:pPr lvl="1"/>
            <a:r>
              <a:rPr lang="en-US" altLang="ja-JP" sz="1600" dirty="0"/>
              <a:t>Sample Limits and Sample Limit Transactions</a:t>
            </a:r>
          </a:p>
          <a:p>
            <a:pPr lvl="1"/>
            <a:r>
              <a:rPr lang="en-US" altLang="ja-JP" sz="1600" dirty="0"/>
              <a:t>All other object in Master-Detail relationship with Account</a:t>
            </a:r>
          </a:p>
          <a:p>
            <a:pPr marL="457200" lvl="1" indent="0">
              <a:buNone/>
            </a:pPr>
            <a:endParaRPr lang="en-US" altLang="ja-JP" sz="1600" dirty="0"/>
          </a:p>
          <a:p>
            <a:pPr marL="57150" indent="0">
              <a:buNone/>
            </a:pPr>
            <a:r>
              <a:rPr lang="en-US" altLang="ja-JP" sz="1800" b="1" dirty="0"/>
              <a:t>Note:</a:t>
            </a:r>
          </a:p>
          <a:p>
            <a:pPr marL="57150" indent="0">
              <a:buNone/>
            </a:pPr>
            <a:r>
              <a:rPr lang="en-US" altLang="ja-JP" sz="1600" dirty="0"/>
              <a:t>It is not possible to merge business account with person account or vice versa.</a:t>
            </a:r>
          </a:p>
          <a:p>
            <a:pPr>
              <a:buFont typeface="Wingdings" panose="05000000000000000000" pitchFamily="2" charset="2"/>
              <a:buChar char="ü"/>
            </a:pPr>
            <a:endParaRPr lang="en-US" altLang="ja-JP" sz="1400" dirty="0"/>
          </a:p>
          <a:p>
            <a:pPr lvl="1"/>
            <a:endParaRPr lang="en-US" altLang="ja-JP" sz="1200" dirty="0"/>
          </a:p>
          <a:p>
            <a:pPr marL="0" indent="0">
              <a:buNone/>
            </a:pPr>
            <a:r>
              <a:rPr lang="en-US" altLang="ja-JP" sz="1400" dirty="0"/>
              <a:t> </a:t>
            </a:r>
          </a:p>
          <a:p>
            <a:pPr marL="0" indent="0">
              <a:buNone/>
            </a:pPr>
            <a:endParaRPr lang="en-US" altLang="ja-JP" sz="1400" dirty="0"/>
          </a:p>
          <a:p>
            <a:pPr marL="0" indent="0">
              <a:buNone/>
            </a:pPr>
            <a:endParaRPr lang="en-US" altLang="ja-JP" sz="1050" dirty="0"/>
          </a:p>
        </p:txBody>
      </p:sp>
      <p:pic>
        <p:nvPicPr>
          <p:cNvPr id="1026" name="Picture 2" descr="Image result for account merge png"/>
          <p:cNvPicPr>
            <a:picLocks noChangeAspect="1" noChangeArrowheads="1"/>
          </p:cNvPicPr>
          <p:nvPr/>
        </p:nvPicPr>
        <p:blipFill rotWithShape="1">
          <a:blip r:embed="rId3">
            <a:extLst>
              <a:ext uri="{28A0092B-C50C-407E-A947-70E740481C1C}">
                <a14:useLocalDpi xmlns:a14="http://schemas.microsoft.com/office/drawing/2010/main" val="0"/>
              </a:ext>
            </a:extLst>
          </a:blip>
          <a:srcRect l="20471" t="42353" r="74512" b="46671"/>
          <a:stretch/>
        </p:blipFill>
        <p:spPr bwMode="auto">
          <a:xfrm>
            <a:off x="8447680" y="2938211"/>
            <a:ext cx="788321" cy="689781"/>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p:cNvGrpSpPr/>
          <p:nvPr/>
        </p:nvGrpSpPr>
        <p:grpSpPr>
          <a:xfrm>
            <a:off x="7391401" y="1701459"/>
            <a:ext cx="1361080" cy="1084350"/>
            <a:chOff x="5867401" y="1701459"/>
            <a:chExt cx="1361080" cy="1084350"/>
          </a:xfrm>
        </p:grpSpPr>
        <p:sp>
          <p:nvSpPr>
            <p:cNvPr id="9" name="Rectangle 8"/>
            <p:cNvSpPr/>
            <p:nvPr/>
          </p:nvSpPr>
          <p:spPr>
            <a:xfrm>
              <a:off x="5867401" y="2588524"/>
              <a:ext cx="1361080" cy="1972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Bob Smith</a:t>
              </a:r>
            </a:p>
          </p:txBody>
        </p:sp>
        <p:pic>
          <p:nvPicPr>
            <p:cNvPr id="1028" name="Picture 4" descr="Image result for person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06629" y="1701459"/>
              <a:ext cx="682625" cy="8870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p:cNvGrpSpPr/>
          <p:nvPr/>
        </p:nvGrpSpPr>
        <p:grpSpPr>
          <a:xfrm>
            <a:off x="9040218" y="1676400"/>
            <a:ext cx="1361080" cy="1084350"/>
            <a:chOff x="5867401" y="1701459"/>
            <a:chExt cx="1361080" cy="1084350"/>
          </a:xfrm>
        </p:grpSpPr>
        <p:sp>
          <p:nvSpPr>
            <p:cNvPr id="14" name="Rectangle 13"/>
            <p:cNvSpPr/>
            <p:nvPr/>
          </p:nvSpPr>
          <p:spPr>
            <a:xfrm>
              <a:off x="5867401" y="2588524"/>
              <a:ext cx="1361080" cy="1972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Bobsmith</a:t>
              </a:r>
            </a:p>
          </p:txBody>
        </p:sp>
        <p:pic>
          <p:nvPicPr>
            <p:cNvPr id="15" name="Picture 4" descr="Image result for person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06629" y="1701459"/>
              <a:ext cx="682625" cy="8870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p:cNvGrpSpPr/>
          <p:nvPr/>
        </p:nvGrpSpPr>
        <p:grpSpPr>
          <a:xfrm>
            <a:off x="8229600" y="3868650"/>
            <a:ext cx="1361080" cy="1084350"/>
            <a:chOff x="5867401" y="1701459"/>
            <a:chExt cx="1361080" cy="1084350"/>
          </a:xfrm>
        </p:grpSpPr>
        <p:sp>
          <p:nvSpPr>
            <p:cNvPr id="17" name="Rectangle 16"/>
            <p:cNvSpPr/>
            <p:nvPr/>
          </p:nvSpPr>
          <p:spPr>
            <a:xfrm>
              <a:off x="5867401" y="2588524"/>
              <a:ext cx="1361080" cy="1972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Bob Smith</a:t>
              </a:r>
            </a:p>
          </p:txBody>
        </p:sp>
        <p:pic>
          <p:nvPicPr>
            <p:cNvPr id="18" name="Picture 4" descr="Image result for person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06629" y="1701459"/>
              <a:ext cx="682625" cy="88706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54401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23</a:t>
            </a:fld>
            <a:endParaRPr lang="en-US" dirty="0"/>
          </a:p>
        </p:txBody>
      </p:sp>
      <p:sp>
        <p:nvSpPr>
          <p:cNvPr id="3" name="Title 2"/>
          <p:cNvSpPr>
            <a:spLocks noGrp="1"/>
          </p:cNvSpPr>
          <p:nvPr>
            <p:ph type="title" idx="4294967295"/>
          </p:nvPr>
        </p:nvSpPr>
        <p:spPr>
          <a:xfrm>
            <a:off x="1905000" y="229235"/>
            <a:ext cx="9144000" cy="479425"/>
          </a:xfrm>
        </p:spPr>
        <p:txBody>
          <a:bodyPr/>
          <a:lstStyle/>
          <a:p>
            <a:r>
              <a:rPr lang="en-US" altLang="ja-JP" sz="2400" dirty="0">
                <a:solidFill>
                  <a:schemeClr val="tx1"/>
                </a:solidFill>
              </a:rPr>
              <a:t>VEEVA Account Merge</a:t>
            </a:r>
            <a:endParaRPr lang="en-US" sz="2400" dirty="0">
              <a:solidFill>
                <a:schemeClr val="tx1"/>
              </a:solidFill>
            </a:endParaRPr>
          </a:p>
        </p:txBody>
      </p:sp>
      <p:sp>
        <p:nvSpPr>
          <p:cNvPr id="2" name="Content Placeholder 1"/>
          <p:cNvSpPr>
            <a:spLocks noGrp="1"/>
          </p:cNvSpPr>
          <p:nvPr>
            <p:ph idx="4294967295"/>
          </p:nvPr>
        </p:nvSpPr>
        <p:spPr>
          <a:xfrm>
            <a:off x="533400" y="1122362"/>
            <a:ext cx="10820400" cy="5334000"/>
          </a:xfrm>
          <a:noFill/>
          <a:ln w="9525">
            <a:noFill/>
            <a:miter lim="800000"/>
            <a:headEnd/>
            <a:tailEnd/>
          </a:ln>
        </p:spPr>
        <p:txBody>
          <a:bodyPr vert="horz" wrap="square" lIns="91440" tIns="45720" rIns="91440" bIns="45720" numCol="1" anchor="t" anchorCtr="0" compatLnSpc="1">
            <a:prstTxWarp prst="textNoShape">
              <a:avLst/>
            </a:prstTxWarp>
          </a:bodyPr>
          <a:lstStyle/>
          <a:p>
            <a:r>
              <a:rPr lang="en-US" altLang="ja-JP" sz="1800" dirty="0"/>
              <a:t>VEEVA Administrators can use the standard SFDC Accounts tab to merge Accounts</a:t>
            </a:r>
          </a:p>
          <a:p>
            <a:pPr lvl="1"/>
            <a:r>
              <a:rPr lang="en-US" altLang="ja-JP" sz="1600" dirty="0"/>
              <a:t>VEEVA end users should not be having access to the standard ‘Account’ tab and the associated </a:t>
            </a:r>
          </a:p>
          <a:p>
            <a:pPr marL="457200" lvl="1" indent="0">
              <a:buNone/>
            </a:pPr>
            <a:r>
              <a:rPr lang="en-US" altLang="ja-JP" sz="1600" dirty="0"/>
              <a:t>standard Salesforce tools. They should use VEEVA ‘My Accounts’ tab instead</a:t>
            </a:r>
          </a:p>
          <a:p>
            <a:endParaRPr lang="en-US" altLang="ja-JP" sz="1800" dirty="0"/>
          </a:p>
          <a:p>
            <a:r>
              <a:rPr lang="en-US" altLang="ja-JP" sz="1800" dirty="0"/>
              <a:t>Admin can also use custom account merge functionality. They will have to deactivate the VEEVA account merge functionality first for the same. Admin will have to perform the following for that purpose:</a:t>
            </a:r>
          </a:p>
          <a:p>
            <a:pPr lvl="1"/>
            <a:r>
              <a:rPr lang="en-US" altLang="ja-JP" sz="1600" dirty="0"/>
              <a:t>Setup </a:t>
            </a:r>
            <a:r>
              <a:rPr lang="en-US" altLang="ja-JP" sz="1600" dirty="0">
                <a:sym typeface="Wingdings" panose="05000000000000000000" pitchFamily="2" charset="2"/>
              </a:rPr>
              <a:t> </a:t>
            </a:r>
            <a:r>
              <a:rPr lang="en-US" altLang="ja-JP" sz="1600" dirty="0"/>
              <a:t>Create </a:t>
            </a:r>
            <a:r>
              <a:rPr lang="en-US" altLang="ja-JP" sz="1600" dirty="0">
                <a:sym typeface="Wingdings" panose="05000000000000000000" pitchFamily="2" charset="2"/>
              </a:rPr>
              <a:t> </a:t>
            </a:r>
            <a:r>
              <a:rPr lang="en-US" altLang="ja-JP" sz="1600" dirty="0"/>
              <a:t>Custom Labels</a:t>
            </a:r>
          </a:p>
          <a:p>
            <a:pPr lvl="1"/>
            <a:r>
              <a:rPr lang="en-US" altLang="ja-JP" sz="1600" dirty="0"/>
              <a:t>Set DISABLE_VEEVA_MERGE_vod Custom Label = True</a:t>
            </a:r>
          </a:p>
          <a:p>
            <a:pPr lvl="1"/>
            <a:endParaRPr lang="en-US" altLang="ja-JP" sz="1600" dirty="0"/>
          </a:p>
          <a:p>
            <a:r>
              <a:rPr lang="en-US" altLang="ja-JP" sz="1800" dirty="0"/>
              <a:t>When admin merge accounts with different account hierarchies, the losing account’s account hierarchy is removed. Admin can also configure to delete the inactive target records of the losing account after successful merge of the active targets with winning account </a:t>
            </a:r>
          </a:p>
          <a:p>
            <a:endParaRPr lang="en-US" altLang="ja-JP" sz="1800" dirty="0"/>
          </a:p>
        </p:txBody>
      </p:sp>
    </p:spTree>
    <p:extLst>
      <p:ext uri="{BB962C8B-B14F-4D97-AF65-F5344CB8AC3E}">
        <p14:creationId xmlns:p14="http://schemas.microsoft.com/office/powerpoint/2010/main" val="890837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24</a:t>
            </a:fld>
            <a:endParaRPr lang="en-US" dirty="0"/>
          </a:p>
        </p:txBody>
      </p:sp>
      <p:sp>
        <p:nvSpPr>
          <p:cNvPr id="3" name="Title 2"/>
          <p:cNvSpPr>
            <a:spLocks noGrp="1"/>
          </p:cNvSpPr>
          <p:nvPr>
            <p:ph type="title" idx="4294967295"/>
          </p:nvPr>
        </p:nvSpPr>
        <p:spPr>
          <a:xfrm>
            <a:off x="2146300" y="209393"/>
            <a:ext cx="9144000" cy="479425"/>
          </a:xfrm>
        </p:spPr>
        <p:txBody>
          <a:bodyPr/>
          <a:lstStyle/>
          <a:p>
            <a:r>
              <a:rPr lang="en-US" altLang="ja-JP" sz="2400" dirty="0">
                <a:solidFill>
                  <a:schemeClr val="tx1"/>
                </a:solidFill>
              </a:rPr>
              <a:t>Account Merge: Address</a:t>
            </a:r>
            <a:endParaRPr lang="en-US" sz="2400" dirty="0">
              <a:solidFill>
                <a:schemeClr val="tx1"/>
              </a:solidFill>
            </a:endParaRPr>
          </a:p>
        </p:txBody>
      </p:sp>
      <p:sp>
        <p:nvSpPr>
          <p:cNvPr id="2" name="Content Placeholder 1"/>
          <p:cNvSpPr>
            <a:spLocks noGrp="1"/>
          </p:cNvSpPr>
          <p:nvPr>
            <p:ph idx="4294967295"/>
          </p:nvPr>
        </p:nvSpPr>
        <p:spPr>
          <a:xfrm>
            <a:off x="0" y="946469"/>
            <a:ext cx="10363200" cy="1524000"/>
          </a:xfrm>
          <a:noFill/>
          <a:ln w="9525">
            <a:noFill/>
            <a:miter lim="800000"/>
            <a:headEnd/>
            <a:tailEnd/>
          </a:ln>
        </p:spPr>
        <p:txBody>
          <a:bodyPr vert="horz" wrap="square" lIns="91440" tIns="45720" rIns="91440" bIns="45720" numCol="1" anchor="t" anchorCtr="0" compatLnSpc="1">
            <a:prstTxWarp prst="textNoShape">
              <a:avLst/>
            </a:prstTxWarp>
          </a:bodyPr>
          <a:lstStyle/>
          <a:p>
            <a:pPr marL="0" indent="0">
              <a:buNone/>
            </a:pPr>
            <a:endParaRPr lang="en-US" altLang="ja-JP" sz="1400" dirty="0"/>
          </a:p>
          <a:p>
            <a:pPr marL="400050" lvl="1" indent="0">
              <a:buNone/>
            </a:pPr>
            <a:r>
              <a:rPr lang="en-US" altLang="ja-JP" dirty="0"/>
              <a:t>The address merge behavior while merging Account, can be controlled by Custom label: ACCOUNT_ADDRESS_MERGE_BEHAVIOR., which has the following options/settings</a:t>
            </a:r>
            <a:endParaRPr lang="en-US" altLang="ja-JP" sz="1600" dirty="0"/>
          </a:p>
          <a:p>
            <a:pPr lvl="1">
              <a:buFont typeface="Wingdings" panose="05000000000000000000" pitchFamily="2" charset="2"/>
              <a:buChar char="l"/>
            </a:pPr>
            <a:endParaRPr lang="en-US" altLang="ja-JP" sz="1400" dirty="0"/>
          </a:p>
          <a:p>
            <a:pPr marL="0" indent="0">
              <a:buNone/>
            </a:pPr>
            <a:endParaRPr lang="en-US" altLang="ja-JP" sz="1050" dirty="0"/>
          </a:p>
        </p:txBody>
      </p:sp>
      <p:sp>
        <p:nvSpPr>
          <p:cNvPr id="6" name="Content Placeholder 1"/>
          <p:cNvSpPr txBox="1">
            <a:spLocks/>
          </p:cNvSpPr>
          <p:nvPr/>
        </p:nvSpPr>
        <p:spPr>
          <a:xfrm>
            <a:off x="1447800" y="2286000"/>
            <a:ext cx="2324100" cy="3382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600" dirty="0"/>
              <a:t> </a:t>
            </a:r>
            <a:r>
              <a:rPr lang="en-US" sz="1600" b="1" dirty="0"/>
              <a:t>INACTIVE</a:t>
            </a:r>
            <a:endParaRPr lang="en-US" sz="1600" dirty="0"/>
          </a:p>
          <a:p>
            <a:pPr>
              <a:defRPr/>
            </a:pPr>
            <a:r>
              <a:rPr lang="en-US" sz="1600" dirty="0"/>
              <a:t>Default value</a:t>
            </a:r>
          </a:p>
          <a:p>
            <a:pPr>
              <a:defRPr/>
            </a:pPr>
            <a:r>
              <a:rPr lang="en-US" sz="1600" dirty="0"/>
              <a:t>Copies all addresses from the losing Account as Inactive</a:t>
            </a:r>
          </a:p>
          <a:p>
            <a:pPr>
              <a:defRPr/>
            </a:pPr>
            <a:r>
              <a:rPr lang="en-US" sz="1600" dirty="0"/>
              <a:t>Inactive flag = true for these records</a:t>
            </a:r>
          </a:p>
          <a:p>
            <a:pPr>
              <a:defRPr/>
            </a:pPr>
            <a:r>
              <a:rPr lang="en-US" sz="1600" dirty="0"/>
              <a:t>Administrator can later change address to Active upon verification</a:t>
            </a:r>
          </a:p>
        </p:txBody>
      </p:sp>
      <p:sp>
        <p:nvSpPr>
          <p:cNvPr id="7" name="Content Placeholder 1"/>
          <p:cNvSpPr txBox="1">
            <a:spLocks/>
          </p:cNvSpPr>
          <p:nvPr/>
        </p:nvSpPr>
        <p:spPr>
          <a:xfrm>
            <a:off x="4495800" y="2284571"/>
            <a:ext cx="2324100" cy="3382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600" dirty="0"/>
              <a:t> </a:t>
            </a:r>
            <a:r>
              <a:rPr lang="en-US" sz="1600" b="1" dirty="0"/>
              <a:t>ACTIVE</a:t>
            </a:r>
            <a:endParaRPr lang="en-US" sz="1600" dirty="0"/>
          </a:p>
          <a:p>
            <a:pPr>
              <a:defRPr/>
            </a:pPr>
            <a:r>
              <a:rPr lang="en-US" sz="1600" dirty="0"/>
              <a:t>Copies all addresses from losing Account, as ACTIVE </a:t>
            </a:r>
          </a:p>
          <a:p>
            <a:pPr>
              <a:defRPr/>
            </a:pPr>
            <a:r>
              <a:rPr lang="en-US" sz="1600" dirty="0"/>
              <a:t>Inactive flag = false for these records</a:t>
            </a:r>
          </a:p>
        </p:txBody>
      </p:sp>
      <p:sp>
        <p:nvSpPr>
          <p:cNvPr id="8" name="Content Placeholder 1"/>
          <p:cNvSpPr txBox="1">
            <a:spLocks/>
          </p:cNvSpPr>
          <p:nvPr/>
        </p:nvSpPr>
        <p:spPr>
          <a:xfrm>
            <a:off x="7391400" y="2284572"/>
            <a:ext cx="2400300" cy="3382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600" dirty="0"/>
              <a:t> </a:t>
            </a:r>
            <a:r>
              <a:rPr lang="en-US" sz="1600" b="1" dirty="0"/>
              <a:t>ASIS</a:t>
            </a:r>
            <a:endParaRPr lang="en-US" sz="1600" dirty="0"/>
          </a:p>
          <a:p>
            <a:pPr>
              <a:defRPr/>
            </a:pPr>
            <a:r>
              <a:rPr lang="en-US" sz="1600" dirty="0"/>
              <a:t>Default Salesforce.com merge behavior in which Addresses are copied over to the winning Account</a:t>
            </a:r>
          </a:p>
          <a:p>
            <a:pPr>
              <a:defRPr/>
            </a:pPr>
            <a:r>
              <a:rPr lang="en-US" sz="1600" dirty="0"/>
              <a:t>Inactive flag = same value as before the merge</a:t>
            </a:r>
          </a:p>
        </p:txBody>
      </p:sp>
    </p:spTree>
    <p:extLst>
      <p:ext uri="{BB962C8B-B14F-4D97-AF65-F5344CB8AC3E}">
        <p14:creationId xmlns:p14="http://schemas.microsoft.com/office/powerpoint/2010/main" val="4083334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25</a:t>
            </a:fld>
            <a:endParaRPr lang="en-US" dirty="0"/>
          </a:p>
        </p:txBody>
      </p:sp>
      <p:sp>
        <p:nvSpPr>
          <p:cNvPr id="3" name="Title 2"/>
          <p:cNvSpPr>
            <a:spLocks noGrp="1"/>
          </p:cNvSpPr>
          <p:nvPr>
            <p:ph type="title" idx="4294967295"/>
          </p:nvPr>
        </p:nvSpPr>
        <p:spPr>
          <a:xfrm>
            <a:off x="1981200" y="203768"/>
            <a:ext cx="9144000" cy="479425"/>
          </a:xfrm>
        </p:spPr>
        <p:txBody>
          <a:bodyPr/>
          <a:lstStyle/>
          <a:p>
            <a:r>
              <a:rPr lang="en-US" altLang="ja-JP" sz="2400" dirty="0">
                <a:solidFill>
                  <a:schemeClr val="tx1"/>
                </a:solidFill>
              </a:rPr>
              <a:t>Account Merge History</a:t>
            </a:r>
          </a:p>
        </p:txBody>
      </p:sp>
      <p:sp>
        <p:nvSpPr>
          <p:cNvPr id="2" name="Content Placeholder 1"/>
          <p:cNvSpPr>
            <a:spLocks noGrp="1"/>
          </p:cNvSpPr>
          <p:nvPr>
            <p:ph idx="4294967295"/>
          </p:nvPr>
        </p:nvSpPr>
        <p:spPr>
          <a:xfrm>
            <a:off x="794056" y="953479"/>
            <a:ext cx="10896600" cy="5181600"/>
          </a:xfrm>
          <a:noFill/>
          <a:ln w="9525">
            <a:noFill/>
            <a:miter lim="800000"/>
            <a:headEnd/>
            <a:tailEnd/>
          </a:ln>
        </p:spPr>
        <p:txBody>
          <a:bodyPr vert="horz" wrap="square" lIns="91440" tIns="45720" rIns="91440" bIns="45720" numCol="1" anchor="t" anchorCtr="0" compatLnSpc="1">
            <a:prstTxWarp prst="textNoShape">
              <a:avLst/>
            </a:prstTxWarp>
          </a:bodyPr>
          <a:lstStyle/>
          <a:p>
            <a:pPr marL="0" indent="0">
              <a:buNone/>
            </a:pPr>
            <a:endParaRPr lang="en-US" altLang="ja-JP" sz="1400" dirty="0"/>
          </a:p>
          <a:p>
            <a:pPr marL="285750"/>
            <a:r>
              <a:rPr lang="en-US" altLang="ja-JP" sz="1800" dirty="0"/>
              <a:t>VEEVA maintains the history of the merges for any account in Account Merge History (Account_Merge_History_vod) object</a:t>
            </a:r>
          </a:p>
          <a:p>
            <a:pPr marL="685800" lvl="1"/>
            <a:r>
              <a:rPr lang="en-US" altLang="ja-JP" sz="1600" dirty="0"/>
              <a:t>Admin can configure the Account merge history to be shown as the related list</a:t>
            </a:r>
          </a:p>
          <a:p>
            <a:pPr marL="685800" lvl="1"/>
            <a:endParaRPr lang="en-US" altLang="ja-JP" sz="1600" dirty="0"/>
          </a:p>
          <a:p>
            <a:pPr marL="685800" lvl="1"/>
            <a:endParaRPr lang="en-US" altLang="ja-JP" sz="1600" dirty="0"/>
          </a:p>
          <a:p>
            <a:pPr marL="685800" lvl="1"/>
            <a:endParaRPr lang="en-US" altLang="ja-JP" sz="1600" dirty="0"/>
          </a:p>
          <a:p>
            <a:pPr lvl="1">
              <a:buFont typeface="Wingdings" panose="05000000000000000000" pitchFamily="2" charset="2"/>
              <a:buChar char="l"/>
            </a:pPr>
            <a:endParaRPr lang="en-US" altLang="ja-JP" sz="1400" dirty="0"/>
          </a:p>
          <a:p>
            <a:pPr marL="0" indent="0">
              <a:buNone/>
            </a:pPr>
            <a:endParaRPr lang="en-US" altLang="ja-JP" sz="1050" dirty="0"/>
          </a:p>
        </p:txBody>
      </p:sp>
      <p:pic>
        <p:nvPicPr>
          <p:cNvPr id="13" name="Picture 12">
            <a:extLst>
              <a:ext uri="{FF2B5EF4-FFF2-40B4-BE49-F238E27FC236}">
                <a16:creationId xmlns:a16="http://schemas.microsoft.com/office/drawing/2014/main" id="{BB7FAA1C-54E7-E333-F13D-DFF2485600A3}"/>
              </a:ext>
            </a:extLst>
          </p:cNvPr>
          <p:cNvPicPr>
            <a:picLocks noChangeAspect="1"/>
          </p:cNvPicPr>
          <p:nvPr/>
        </p:nvPicPr>
        <p:blipFill>
          <a:blip r:embed="rId3"/>
          <a:stretch>
            <a:fillRect/>
          </a:stretch>
        </p:blipFill>
        <p:spPr>
          <a:xfrm>
            <a:off x="648487" y="2482874"/>
            <a:ext cx="10515600" cy="3492679"/>
          </a:xfrm>
          <a:prstGeom prst="rect">
            <a:avLst/>
          </a:prstGeom>
        </p:spPr>
      </p:pic>
      <p:sp>
        <p:nvSpPr>
          <p:cNvPr id="8" name="Rectangle 7"/>
          <p:cNvSpPr/>
          <p:nvPr/>
        </p:nvSpPr>
        <p:spPr>
          <a:xfrm>
            <a:off x="2819400" y="4114800"/>
            <a:ext cx="1600200" cy="35694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9" name="Right Arrow 8"/>
          <p:cNvSpPr/>
          <p:nvPr/>
        </p:nvSpPr>
        <p:spPr>
          <a:xfrm rot="10024481">
            <a:off x="4432801" y="3840376"/>
            <a:ext cx="978852" cy="228920"/>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5435015" y="3413760"/>
            <a:ext cx="2438400" cy="815454"/>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The ‘Account Merge History Name’ field shows the SFDC Id of the looser account</a:t>
            </a:r>
          </a:p>
        </p:txBody>
      </p:sp>
    </p:spTree>
    <p:extLst>
      <p:ext uri="{BB962C8B-B14F-4D97-AF65-F5344CB8AC3E}">
        <p14:creationId xmlns:p14="http://schemas.microsoft.com/office/powerpoint/2010/main" val="3306026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26</a:t>
            </a:fld>
            <a:endParaRPr lang="en-US" dirty="0"/>
          </a:p>
        </p:txBody>
      </p:sp>
      <p:sp>
        <p:nvSpPr>
          <p:cNvPr id="3" name="Title 2"/>
          <p:cNvSpPr>
            <a:spLocks noGrp="1"/>
          </p:cNvSpPr>
          <p:nvPr>
            <p:ph type="title" idx="4294967295"/>
          </p:nvPr>
        </p:nvSpPr>
        <p:spPr>
          <a:xfrm>
            <a:off x="1905000" y="239395"/>
            <a:ext cx="9144000" cy="479425"/>
          </a:xfrm>
        </p:spPr>
        <p:txBody>
          <a:bodyPr/>
          <a:lstStyle/>
          <a:p>
            <a:r>
              <a:rPr lang="en-US" altLang="ja-JP" sz="2400" dirty="0">
                <a:solidFill>
                  <a:schemeClr val="tx1"/>
                </a:solidFill>
              </a:rPr>
              <a:t>Account Merge: Call </a:t>
            </a:r>
          </a:p>
        </p:txBody>
      </p:sp>
      <p:sp>
        <p:nvSpPr>
          <p:cNvPr id="2" name="Content Placeholder 1"/>
          <p:cNvSpPr>
            <a:spLocks noGrp="1"/>
          </p:cNvSpPr>
          <p:nvPr>
            <p:ph idx="4294967295"/>
          </p:nvPr>
        </p:nvSpPr>
        <p:spPr>
          <a:xfrm>
            <a:off x="609600" y="1254442"/>
            <a:ext cx="10972800" cy="5181600"/>
          </a:xfrm>
          <a:noFill/>
          <a:ln w="9525">
            <a:noFill/>
            <a:miter lim="800000"/>
            <a:headEnd/>
            <a:tailEnd/>
          </a:ln>
        </p:spPr>
        <p:txBody>
          <a:bodyPr vert="horz" wrap="square" lIns="91440" tIns="45720" rIns="91440" bIns="45720" numCol="1" anchor="t" anchorCtr="0" compatLnSpc="1">
            <a:prstTxWarp prst="textNoShape">
              <a:avLst/>
            </a:prstTxWarp>
          </a:bodyPr>
          <a:lstStyle/>
          <a:p>
            <a:pPr marL="0" indent="0">
              <a:buNone/>
            </a:pPr>
            <a:endParaRPr lang="en-US" altLang="ja-JP" sz="1400" dirty="0"/>
          </a:p>
          <a:p>
            <a:pPr marL="285750"/>
            <a:r>
              <a:rPr lang="en-US" altLang="ja-JP" sz="1800" dirty="0"/>
              <a:t>If the user has already synced offline device, and the call is present online for the losing </a:t>
            </a:r>
          </a:p>
          <a:p>
            <a:pPr marL="0" indent="0">
              <a:buNone/>
            </a:pPr>
            <a:r>
              <a:rPr lang="en-US" altLang="ja-JP" sz="1800" dirty="0"/>
              <a:t>account, these calls will be migrated to the winner account</a:t>
            </a:r>
          </a:p>
          <a:p>
            <a:pPr marL="285750"/>
            <a:endParaRPr lang="en-US" altLang="ja-JP" sz="1800" dirty="0"/>
          </a:p>
          <a:p>
            <a:pPr marL="285750"/>
            <a:r>
              <a:rPr lang="en-US" altLang="ja-JP" sz="1800" dirty="0"/>
              <a:t>Offline device users can sync calls linked with a loser account.  The calls will be automatically migrated   to the winning Accounts upon successful synchronization</a:t>
            </a:r>
          </a:p>
          <a:p>
            <a:pPr marL="285750"/>
            <a:endParaRPr lang="en-US" altLang="ja-JP" sz="1800" dirty="0"/>
          </a:p>
          <a:p>
            <a:pPr marL="285750"/>
            <a:r>
              <a:rPr lang="en-US" altLang="ja-JP" sz="1800" dirty="0"/>
              <a:t>VEEVA admin need to configure the following for synchronization of offline device calls on looser account:</a:t>
            </a:r>
          </a:p>
          <a:p>
            <a:pPr lvl="1"/>
            <a:r>
              <a:rPr lang="en-US" altLang="ja-JP" sz="1600" dirty="0"/>
              <a:t>The offline user Profile needs to have READ permission for the Account_Merge_History_vod object</a:t>
            </a:r>
          </a:p>
          <a:p>
            <a:pPr lvl="1"/>
            <a:r>
              <a:rPr lang="en-US" altLang="ja-JP" sz="1600" dirty="0"/>
              <a:t>The offline user needs to have an ACTIVE VMOC for the Account_Merge_History_vod object to access the data from their respective devices</a:t>
            </a:r>
          </a:p>
          <a:p>
            <a:pPr marL="400050" lvl="1" indent="0">
              <a:buNone/>
            </a:pPr>
            <a:endParaRPr lang="en-US" altLang="ja-JP" sz="1600" dirty="0"/>
          </a:p>
          <a:p>
            <a:pPr lvl="1">
              <a:buFont typeface="Wingdings" panose="05000000000000000000" pitchFamily="2" charset="2"/>
              <a:buChar char="l"/>
            </a:pPr>
            <a:endParaRPr lang="en-US" altLang="ja-JP" sz="1400" dirty="0"/>
          </a:p>
          <a:p>
            <a:pPr marL="0" indent="0">
              <a:buNone/>
            </a:pPr>
            <a:endParaRPr lang="en-US" altLang="ja-JP" sz="1050" dirty="0"/>
          </a:p>
        </p:txBody>
      </p:sp>
    </p:spTree>
    <p:extLst>
      <p:ext uri="{BB962C8B-B14F-4D97-AF65-F5344CB8AC3E}">
        <p14:creationId xmlns:p14="http://schemas.microsoft.com/office/powerpoint/2010/main" val="2677750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27</a:t>
            </a:fld>
            <a:endParaRPr lang="en-US" dirty="0"/>
          </a:p>
        </p:txBody>
      </p:sp>
      <p:sp>
        <p:nvSpPr>
          <p:cNvPr id="3" name="Title 2"/>
          <p:cNvSpPr>
            <a:spLocks noGrp="1"/>
          </p:cNvSpPr>
          <p:nvPr>
            <p:ph type="title" idx="4294967295"/>
          </p:nvPr>
        </p:nvSpPr>
        <p:spPr>
          <a:xfrm>
            <a:off x="1828800" y="206375"/>
            <a:ext cx="9144000" cy="479425"/>
          </a:xfrm>
        </p:spPr>
        <p:txBody>
          <a:bodyPr/>
          <a:lstStyle/>
          <a:p>
            <a:r>
              <a:rPr lang="en-US" altLang="ja-JP" sz="2400" dirty="0">
                <a:solidFill>
                  <a:schemeClr val="tx1"/>
                </a:solidFill>
              </a:rPr>
              <a:t>Account Merge: Territory Specific Field</a:t>
            </a:r>
            <a:endParaRPr lang="en-US" sz="2400" dirty="0">
              <a:solidFill>
                <a:schemeClr val="tx1"/>
              </a:solidFill>
            </a:endParaRPr>
          </a:p>
        </p:txBody>
      </p:sp>
      <p:sp>
        <p:nvSpPr>
          <p:cNvPr id="2" name="Content Placeholder 1"/>
          <p:cNvSpPr>
            <a:spLocks noGrp="1"/>
          </p:cNvSpPr>
          <p:nvPr>
            <p:ph idx="4294967295"/>
          </p:nvPr>
        </p:nvSpPr>
        <p:spPr>
          <a:xfrm>
            <a:off x="457199" y="1503362"/>
            <a:ext cx="10896600" cy="4953000"/>
          </a:xfrm>
          <a:noFill/>
          <a:ln w="9525">
            <a:noFill/>
            <a:miter lim="800000"/>
            <a:headEnd/>
            <a:tailEnd/>
          </a:ln>
        </p:spPr>
        <p:txBody>
          <a:bodyPr vert="horz" wrap="square" lIns="91440" tIns="45720" rIns="91440" bIns="45720" numCol="1" anchor="t" anchorCtr="0" compatLnSpc="1">
            <a:prstTxWarp prst="textNoShape">
              <a:avLst/>
            </a:prstTxWarp>
          </a:bodyPr>
          <a:lstStyle/>
          <a:p>
            <a:pPr marL="285750"/>
            <a:r>
              <a:rPr lang="en-US" altLang="ja-JP" sz="1800" dirty="0"/>
              <a:t>Territory Specific Field information is stored in Territory Field (TSF_vod) object. For each </a:t>
            </a:r>
          </a:p>
          <a:p>
            <a:pPr marL="0" indent="0">
              <a:buNone/>
            </a:pPr>
            <a:r>
              <a:rPr lang="en-US" altLang="ja-JP" sz="1800" dirty="0"/>
              <a:t>account and for each territory VEEVA maintains a TSF record to track activities. The TSF record maintains – My Preferred Address, YTD Activity, Last Activity Date</a:t>
            </a:r>
          </a:p>
          <a:p>
            <a:pPr marL="285750"/>
            <a:endParaRPr lang="en-US" altLang="ja-JP" sz="1800" dirty="0"/>
          </a:p>
          <a:p>
            <a:pPr marL="285750"/>
            <a:r>
              <a:rPr lang="en-US" altLang="ja-JP" sz="1800" dirty="0"/>
              <a:t>Things to consider in Territory Specific Field (TSF_vod) object records while merging 2 accounts:</a:t>
            </a:r>
            <a:endParaRPr lang="en-US" altLang="ja-JP" sz="1400" dirty="0"/>
          </a:p>
          <a:p>
            <a:pPr lvl="1"/>
            <a:r>
              <a:rPr lang="en-US" altLang="ja-JP" sz="1600" b="1" dirty="0"/>
              <a:t>If a Territory Specific Field (TSF) record exists for the losing Account but not for the winning account</a:t>
            </a:r>
          </a:p>
          <a:p>
            <a:pPr lvl="2"/>
            <a:r>
              <a:rPr lang="en-US" altLang="ja-JP" dirty="0"/>
              <a:t>The losing Account’s TSF record will be copied to the winning Account</a:t>
            </a:r>
          </a:p>
          <a:p>
            <a:pPr lvl="1"/>
            <a:r>
              <a:rPr lang="en-US" altLang="ja-JP" sz="1600" b="1" dirty="0"/>
              <a:t>If a TSF record exists for both the winning as well as loosing account</a:t>
            </a:r>
            <a:endParaRPr lang="en-US" altLang="ja-JP" sz="1600" dirty="0"/>
          </a:p>
          <a:p>
            <a:pPr lvl="2"/>
            <a:r>
              <a:rPr lang="en-US" altLang="ja-JP" dirty="0"/>
              <a:t>The losing Account’s TSF record will be deleted</a:t>
            </a:r>
          </a:p>
          <a:p>
            <a:pPr marL="457200" lvl="1" indent="0">
              <a:buNone/>
            </a:pPr>
            <a:endParaRPr lang="en-US" altLang="ja-JP" sz="1400" dirty="0"/>
          </a:p>
          <a:p>
            <a:pPr marL="57150" indent="0">
              <a:buNone/>
            </a:pPr>
            <a:r>
              <a:rPr lang="en-US" altLang="ja-JP" sz="1800" b="1" dirty="0"/>
              <a:t>Note:</a:t>
            </a:r>
            <a:endParaRPr lang="en-US" altLang="ja-JP" sz="1400" b="1" dirty="0"/>
          </a:p>
          <a:p>
            <a:pPr marL="0" indent="0">
              <a:buNone/>
            </a:pPr>
            <a:r>
              <a:rPr lang="en-US" altLang="ja-JP" sz="1800" dirty="0"/>
              <a:t> This feature is non-configurable if the VEEVA Account Merge processing is being used</a:t>
            </a:r>
          </a:p>
          <a:p>
            <a:pPr marL="0" indent="0">
              <a:buNone/>
            </a:pPr>
            <a:endParaRPr lang="en-US" altLang="ja-JP" sz="1050" dirty="0"/>
          </a:p>
        </p:txBody>
      </p:sp>
    </p:spTree>
    <p:extLst>
      <p:ext uri="{BB962C8B-B14F-4D97-AF65-F5344CB8AC3E}">
        <p14:creationId xmlns:p14="http://schemas.microsoft.com/office/powerpoint/2010/main" val="41765975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28</a:t>
            </a:fld>
            <a:endParaRPr lang="en-US" dirty="0"/>
          </a:p>
        </p:txBody>
      </p:sp>
      <p:sp>
        <p:nvSpPr>
          <p:cNvPr id="3" name="Title 2"/>
          <p:cNvSpPr>
            <a:spLocks noGrp="1"/>
          </p:cNvSpPr>
          <p:nvPr>
            <p:ph type="title" idx="4294967295"/>
          </p:nvPr>
        </p:nvSpPr>
        <p:spPr>
          <a:xfrm>
            <a:off x="1641505" y="249555"/>
            <a:ext cx="9144000" cy="479425"/>
          </a:xfrm>
        </p:spPr>
        <p:txBody>
          <a:bodyPr/>
          <a:lstStyle/>
          <a:p>
            <a:r>
              <a:rPr lang="en-US" altLang="ja-JP" sz="2400" dirty="0">
                <a:solidFill>
                  <a:schemeClr val="tx1"/>
                </a:solidFill>
              </a:rPr>
              <a:t>Account Merge: Account Territory Loader</a:t>
            </a:r>
            <a:endParaRPr lang="en-US" sz="2400" dirty="0">
              <a:solidFill>
                <a:schemeClr val="tx1"/>
              </a:solidFill>
            </a:endParaRPr>
          </a:p>
        </p:txBody>
      </p:sp>
      <p:sp>
        <p:nvSpPr>
          <p:cNvPr id="2" name="Content Placeholder 1"/>
          <p:cNvSpPr>
            <a:spLocks noGrp="1"/>
          </p:cNvSpPr>
          <p:nvPr>
            <p:ph idx="4294967295"/>
          </p:nvPr>
        </p:nvSpPr>
        <p:spPr>
          <a:xfrm>
            <a:off x="457199" y="943609"/>
            <a:ext cx="9601200" cy="5156200"/>
          </a:xfrm>
          <a:noFill/>
          <a:ln w="9525">
            <a:noFill/>
            <a:miter lim="800000"/>
            <a:headEnd/>
            <a:tailEnd/>
          </a:ln>
        </p:spPr>
        <p:txBody>
          <a:bodyPr vert="horz" wrap="square" lIns="91440" tIns="45720" rIns="91440" bIns="45720" numCol="1" anchor="t" anchorCtr="0" compatLnSpc="1">
            <a:prstTxWarp prst="textNoShape">
              <a:avLst/>
            </a:prstTxWarp>
          </a:bodyPr>
          <a:lstStyle/>
          <a:p>
            <a:pPr marL="0" indent="0">
              <a:buNone/>
            </a:pPr>
            <a:endParaRPr lang="en-US" altLang="ja-JP" sz="1600" dirty="0"/>
          </a:p>
          <a:p>
            <a:r>
              <a:rPr lang="en-US" altLang="ja-JP" sz="1800" dirty="0"/>
              <a:t>The Account Territory Loader (ATL) is used for Territory management. The New Account and New Record Type wizards create ATL objects when a user creates Accounts. The wizards also perform a Territory realignment for the current user</a:t>
            </a:r>
          </a:p>
          <a:p>
            <a:r>
              <a:rPr lang="en-US" altLang="ja-JP" sz="1800" dirty="0"/>
              <a:t>Things to consider in Account Territory Loader (ATL_vod) object records while merging 2 accounts-</a:t>
            </a:r>
          </a:p>
          <a:p>
            <a:pPr lvl="1"/>
            <a:r>
              <a:rPr lang="en-US" altLang="ja-JP" sz="1600" dirty="0"/>
              <a:t>The winner account gets aligned to the territories to which the losing account was aligned to</a:t>
            </a:r>
          </a:p>
          <a:p>
            <a:pPr lvl="1"/>
            <a:r>
              <a:rPr lang="en-US" altLang="ja-JP" sz="1600" dirty="0"/>
              <a:t>The duplicate territories will be removed and the ATL Territory field will display a particular territory only once</a:t>
            </a:r>
          </a:p>
          <a:p>
            <a:pPr lvl="1"/>
            <a:r>
              <a:rPr lang="en-US" altLang="ja-JP" sz="1600" dirty="0"/>
              <a:t>The ‘ATL’ record of the losing Account gets deleted</a:t>
            </a:r>
          </a:p>
          <a:p>
            <a:pPr lvl="1"/>
            <a:r>
              <a:rPr lang="en-US" altLang="ja-JP" sz="1600" dirty="0"/>
              <a:t>TO disable VEEVA specific merge process, DISABLE_VEEVA_MERGE_vod label must be set to TRUE</a:t>
            </a:r>
          </a:p>
          <a:p>
            <a:pPr lvl="1"/>
            <a:endParaRPr lang="en-US" altLang="ja-JP" sz="1600" dirty="0"/>
          </a:p>
        </p:txBody>
      </p:sp>
    </p:spTree>
    <p:extLst>
      <p:ext uri="{BB962C8B-B14F-4D97-AF65-F5344CB8AC3E}">
        <p14:creationId xmlns:p14="http://schemas.microsoft.com/office/powerpoint/2010/main" val="3435153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29</a:t>
            </a:fld>
            <a:endParaRPr lang="en-US" dirty="0"/>
          </a:p>
        </p:txBody>
      </p:sp>
      <p:sp>
        <p:nvSpPr>
          <p:cNvPr id="3" name="Title 2"/>
          <p:cNvSpPr>
            <a:spLocks noGrp="1"/>
          </p:cNvSpPr>
          <p:nvPr>
            <p:ph type="title" idx="4294967295"/>
          </p:nvPr>
        </p:nvSpPr>
        <p:spPr>
          <a:xfrm>
            <a:off x="2057400" y="282575"/>
            <a:ext cx="9144000" cy="479425"/>
          </a:xfrm>
        </p:spPr>
        <p:txBody>
          <a:bodyPr/>
          <a:lstStyle/>
          <a:p>
            <a:r>
              <a:rPr lang="en-US" sz="2400" dirty="0">
                <a:solidFill>
                  <a:schemeClr val="tx1"/>
                </a:solidFill>
              </a:rPr>
              <a:t>How to “Unmerge” Accounts</a:t>
            </a:r>
          </a:p>
        </p:txBody>
      </p:sp>
      <p:sp>
        <p:nvSpPr>
          <p:cNvPr id="2" name="Content Placeholder 1"/>
          <p:cNvSpPr>
            <a:spLocks noGrp="1"/>
          </p:cNvSpPr>
          <p:nvPr>
            <p:ph idx="4294967295"/>
          </p:nvPr>
        </p:nvSpPr>
        <p:spPr>
          <a:xfrm>
            <a:off x="304800" y="1158239"/>
            <a:ext cx="10718800" cy="5105400"/>
          </a:xfrm>
          <a:noFill/>
          <a:ln w="9525">
            <a:noFill/>
            <a:miter lim="800000"/>
            <a:headEnd/>
            <a:tailEnd/>
          </a:ln>
        </p:spPr>
        <p:txBody>
          <a:bodyPr vert="horz" wrap="square" lIns="91440" tIns="45720" rIns="91440" bIns="45720" numCol="1" anchor="t" anchorCtr="0" compatLnSpc="1">
            <a:prstTxWarp prst="textNoShape">
              <a:avLst/>
            </a:prstTxWarp>
          </a:bodyPr>
          <a:lstStyle/>
          <a:p>
            <a:endParaRPr lang="en-US" altLang="ja-JP" sz="1800" dirty="0"/>
          </a:p>
          <a:p>
            <a:r>
              <a:rPr lang="en-US" altLang="ja-JP" sz="1800" b="1" dirty="0"/>
              <a:t>Admin need to be cautions before they merge any accounts, as there is no Unmerge button!</a:t>
            </a:r>
          </a:p>
          <a:p>
            <a:endParaRPr lang="en-US" altLang="ja-JP" sz="1800" b="1" dirty="0"/>
          </a:p>
          <a:p>
            <a:r>
              <a:rPr lang="en-US" altLang="ja-JP" sz="1800" dirty="0"/>
              <a:t>If two Accounts are merged through the UI with VEEVA Merge with an incorrect winning account selected, then VEEVA admin should perform the following:</a:t>
            </a:r>
          </a:p>
          <a:p>
            <a:pPr lvl="1"/>
            <a:r>
              <a:rPr lang="en-US" altLang="ja-JP" sz="1600" dirty="0"/>
              <a:t>Go to the Recycle Bin and "undelete" the Account deleted via the merge</a:t>
            </a:r>
          </a:p>
          <a:p>
            <a:pPr lvl="1"/>
            <a:r>
              <a:rPr lang="en-US" altLang="ja-JP" sz="1600" dirty="0"/>
              <a:t>Merge the two Accounts again – be sure to select the </a:t>
            </a:r>
            <a:r>
              <a:rPr lang="en-US" altLang="ja-JP" sz="1600" b="1" dirty="0"/>
              <a:t>correct winning account</a:t>
            </a:r>
          </a:p>
          <a:p>
            <a:pPr lvl="1"/>
            <a:r>
              <a:rPr lang="en-US" altLang="ja-JP" sz="1600" dirty="0"/>
              <a:t>Check to make sure </a:t>
            </a:r>
            <a:r>
              <a:rPr lang="en-US" altLang="ja-JP" sz="1600" b="1" dirty="0"/>
              <a:t>all related data looks correct in the winning account </a:t>
            </a:r>
            <a:r>
              <a:rPr lang="en-US" altLang="ja-JP" sz="1600" dirty="0"/>
              <a:t>detail page</a:t>
            </a:r>
          </a:p>
          <a:p>
            <a:r>
              <a:rPr lang="en-US" altLang="ja-JP" sz="1800" dirty="0"/>
              <a:t>VEEVA admin will need to pay attention to the addresses as they will all likely be set to “Inactive”</a:t>
            </a:r>
          </a:p>
        </p:txBody>
      </p:sp>
    </p:spTree>
    <p:extLst>
      <p:ext uri="{BB962C8B-B14F-4D97-AF65-F5344CB8AC3E}">
        <p14:creationId xmlns:p14="http://schemas.microsoft.com/office/powerpoint/2010/main" val="3927770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7" name="Slide Number Placeholder 3"/>
          <p:cNvSpPr>
            <a:spLocks noGrp="1"/>
          </p:cNvSpPr>
          <p:nvPr>
            <p:ph type="sldNum" sz="quarter" idx="12"/>
          </p:nvPr>
        </p:nvSpPr>
        <p:spPr>
          <a:prstGeom prst="rect">
            <a:avLst/>
          </a:prstGeom>
        </p:spPr>
        <p:txBody>
          <a:bodyPr/>
          <a:lstStyle/>
          <a:p>
            <a:r>
              <a:rPr lang="en-US" sz="1200" dirty="0">
                <a:solidFill>
                  <a:schemeClr val="bg1"/>
                </a:solidFill>
              </a:rPr>
              <a:t>30</a:t>
            </a:r>
          </a:p>
        </p:txBody>
      </p:sp>
      <p:sp>
        <p:nvSpPr>
          <p:cNvPr id="2" name="Title 1"/>
          <p:cNvSpPr>
            <a:spLocks noGrp="1"/>
          </p:cNvSpPr>
          <p:nvPr>
            <p:ph type="ctrTitle"/>
          </p:nvPr>
        </p:nvSpPr>
        <p:spPr>
          <a:xfrm>
            <a:off x="1066800" y="568405"/>
            <a:ext cx="9381744" cy="492443"/>
          </a:xfrm>
        </p:spPr>
        <p:txBody>
          <a:bodyPr/>
          <a:lstStyle/>
          <a:p>
            <a:r>
              <a:rPr lang="en-US" sz="3200" dirty="0"/>
              <a:t>Check Your Understanding 1</a:t>
            </a:r>
          </a:p>
        </p:txBody>
      </p:sp>
      <p:graphicFrame>
        <p:nvGraphicFramePr>
          <p:cNvPr id="23" name="Diagram 22"/>
          <p:cNvGraphicFramePr/>
          <p:nvPr>
            <p:extLst>
              <p:ext uri="{D42A27DB-BD31-4B8C-83A1-F6EECF244321}">
                <p14:modId xmlns:p14="http://schemas.microsoft.com/office/powerpoint/2010/main" val="2554221526"/>
              </p:ext>
            </p:extLst>
          </p:nvPr>
        </p:nvGraphicFramePr>
        <p:xfrm>
          <a:off x="954487" y="1060848"/>
          <a:ext cx="8333885" cy="30315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3003160942"/>
              </p:ext>
            </p:extLst>
          </p:nvPr>
        </p:nvGraphicFramePr>
        <p:xfrm>
          <a:off x="954487" y="3506305"/>
          <a:ext cx="8333885" cy="27267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 name="Footer Placeholder 3">
            <a:extLst>
              <a:ext uri="{FF2B5EF4-FFF2-40B4-BE49-F238E27FC236}">
                <a16:creationId xmlns:a16="http://schemas.microsoft.com/office/drawing/2014/main" id="{BAD96A8A-9F0D-3F23-7D39-F259A6F40F80}"/>
              </a:ext>
            </a:extLst>
          </p:cNvPr>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spTree>
    <p:extLst>
      <p:ext uri="{BB962C8B-B14F-4D97-AF65-F5344CB8AC3E}">
        <p14:creationId xmlns:p14="http://schemas.microsoft.com/office/powerpoint/2010/main" val="89146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5"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12" name="Slide Number Placeholder 3"/>
          <p:cNvSpPr>
            <a:spLocks noGrp="1"/>
          </p:cNvSpPr>
          <p:nvPr>
            <p:ph type="sldNum" sz="quarter" idx="12"/>
          </p:nvPr>
        </p:nvSpPr>
        <p:spPr>
          <a:prstGeom prst="rect">
            <a:avLst/>
          </a:prstGeom>
        </p:spPr>
        <p:txBody>
          <a:bodyPr/>
          <a:lstStyle/>
          <a:p>
            <a:r>
              <a:rPr lang="en-US" sz="1200" dirty="0">
                <a:solidFill>
                  <a:schemeClr val="bg1"/>
                </a:solidFill>
              </a:rPr>
              <a:t>31</a:t>
            </a:r>
          </a:p>
        </p:txBody>
      </p:sp>
      <p:sp>
        <p:nvSpPr>
          <p:cNvPr id="2" name="Title 1"/>
          <p:cNvSpPr>
            <a:spLocks noGrp="1"/>
          </p:cNvSpPr>
          <p:nvPr>
            <p:ph type="ctrTitle"/>
          </p:nvPr>
        </p:nvSpPr>
        <p:spPr>
          <a:xfrm>
            <a:off x="990600" y="546366"/>
            <a:ext cx="9381744" cy="492443"/>
          </a:xfrm>
        </p:spPr>
        <p:txBody>
          <a:bodyPr/>
          <a:lstStyle/>
          <a:p>
            <a:r>
              <a:rPr lang="en-US" sz="3200" dirty="0"/>
              <a:t>Check Your Understanding 2</a:t>
            </a:r>
          </a:p>
        </p:txBody>
      </p:sp>
      <p:graphicFrame>
        <p:nvGraphicFramePr>
          <p:cNvPr id="23" name="Diagram 22"/>
          <p:cNvGraphicFramePr/>
          <p:nvPr>
            <p:extLst>
              <p:ext uri="{D42A27DB-BD31-4B8C-83A1-F6EECF244321}">
                <p14:modId xmlns:p14="http://schemas.microsoft.com/office/powerpoint/2010/main" val="566817952"/>
              </p:ext>
            </p:extLst>
          </p:nvPr>
        </p:nvGraphicFramePr>
        <p:xfrm>
          <a:off x="804218" y="1303254"/>
          <a:ext cx="8333885" cy="2726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8" name="Group 7"/>
          <p:cNvGrpSpPr/>
          <p:nvPr/>
        </p:nvGrpSpPr>
        <p:grpSpPr>
          <a:xfrm>
            <a:off x="804217" y="4162504"/>
            <a:ext cx="8333885" cy="746628"/>
            <a:chOff x="0" y="990063"/>
            <a:chExt cx="8333885" cy="746628"/>
          </a:xfrm>
        </p:grpSpPr>
        <p:sp>
          <p:nvSpPr>
            <p:cNvPr id="9" name="Rounded Rectangle 8"/>
            <p:cNvSpPr/>
            <p:nvPr/>
          </p:nvSpPr>
          <p:spPr>
            <a:xfrm>
              <a:off x="0" y="990063"/>
              <a:ext cx="8333885" cy="746628"/>
            </a:xfrm>
            <a:prstGeom prst="roundRect">
              <a:avLst/>
            </a:prstGeom>
            <a:solidFill>
              <a:srgbClr val="92D050"/>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10" name="Rounded Rectangle 4"/>
            <p:cNvSpPr txBox="1"/>
            <p:nvPr/>
          </p:nvSpPr>
          <p:spPr>
            <a:xfrm>
              <a:off x="36447" y="1026510"/>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dirty="0">
                  <a:latin typeface="Arial" panose="020B0604020202020204" pitchFamily="34" charset="0"/>
                  <a:cs typeface="Arial" panose="020B0604020202020204" pitchFamily="34" charset="0"/>
                </a:rPr>
                <a:t>Answer: FALSE</a:t>
              </a:r>
              <a:endParaRPr lang="en-US" sz="1600" b="1" kern="1200" dirty="0">
                <a:latin typeface="Arial" panose="020B0604020202020204" pitchFamily="34" charset="0"/>
                <a:cs typeface="Arial" panose="020B0604020202020204" pitchFamily="34" charset="0"/>
              </a:endParaRPr>
            </a:p>
          </p:txBody>
        </p:sp>
      </p:grpSp>
      <p:sp>
        <p:nvSpPr>
          <p:cNvPr id="3" name="Footer Placeholder 3">
            <a:extLst>
              <a:ext uri="{FF2B5EF4-FFF2-40B4-BE49-F238E27FC236}">
                <a16:creationId xmlns:a16="http://schemas.microsoft.com/office/drawing/2014/main" id="{AB06DDDF-2D80-B43E-913B-04A5ED2B0F7E}"/>
              </a:ext>
            </a:extLst>
          </p:cNvPr>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spTree>
    <p:extLst>
      <p:ext uri="{BB962C8B-B14F-4D97-AF65-F5344CB8AC3E}">
        <p14:creationId xmlns:p14="http://schemas.microsoft.com/office/powerpoint/2010/main" val="1932493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7" name="Slide Number Placeholder 3"/>
          <p:cNvSpPr>
            <a:spLocks noGrp="1"/>
          </p:cNvSpPr>
          <p:nvPr>
            <p:ph type="sldNum" sz="quarter" idx="12"/>
          </p:nvPr>
        </p:nvSpPr>
        <p:spPr>
          <a:prstGeom prst="rect">
            <a:avLst/>
          </a:prstGeom>
        </p:spPr>
        <p:txBody>
          <a:bodyPr/>
          <a:lstStyle/>
          <a:p>
            <a:r>
              <a:rPr lang="en-US" sz="1200" dirty="0">
                <a:solidFill>
                  <a:schemeClr val="bg1"/>
                </a:solidFill>
              </a:rPr>
              <a:t>32</a:t>
            </a:r>
          </a:p>
        </p:txBody>
      </p:sp>
      <p:sp>
        <p:nvSpPr>
          <p:cNvPr id="2" name="Title 1"/>
          <p:cNvSpPr>
            <a:spLocks noGrp="1"/>
          </p:cNvSpPr>
          <p:nvPr>
            <p:ph type="ctrTitle"/>
          </p:nvPr>
        </p:nvSpPr>
        <p:spPr>
          <a:xfrm>
            <a:off x="1066800" y="421111"/>
            <a:ext cx="9381744" cy="492443"/>
          </a:xfrm>
        </p:spPr>
        <p:txBody>
          <a:bodyPr/>
          <a:lstStyle/>
          <a:p>
            <a:r>
              <a:rPr lang="en-US" sz="3200" dirty="0"/>
              <a:t>Check Your Understanding 3</a:t>
            </a:r>
          </a:p>
        </p:txBody>
      </p:sp>
      <p:graphicFrame>
        <p:nvGraphicFramePr>
          <p:cNvPr id="23" name="Diagram 22"/>
          <p:cNvGraphicFramePr/>
          <p:nvPr>
            <p:extLst>
              <p:ext uri="{D42A27DB-BD31-4B8C-83A1-F6EECF244321}">
                <p14:modId xmlns:p14="http://schemas.microsoft.com/office/powerpoint/2010/main" val="2015327991"/>
              </p:ext>
            </p:extLst>
          </p:nvPr>
        </p:nvGraphicFramePr>
        <p:xfrm>
          <a:off x="834698" y="1214389"/>
          <a:ext cx="8333885" cy="2726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2442333848"/>
              </p:ext>
            </p:extLst>
          </p:nvPr>
        </p:nvGraphicFramePr>
        <p:xfrm>
          <a:off x="849938" y="3552746"/>
          <a:ext cx="8333885" cy="27267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Footer Placeholder 3">
            <a:extLst>
              <a:ext uri="{FF2B5EF4-FFF2-40B4-BE49-F238E27FC236}">
                <a16:creationId xmlns:a16="http://schemas.microsoft.com/office/drawing/2014/main" id="{CE3AF553-70B2-B060-050B-4E63E454CC19}"/>
              </a:ext>
            </a:extLst>
          </p:cNvPr>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spTree>
    <p:extLst>
      <p:ext uri="{BB962C8B-B14F-4D97-AF65-F5344CB8AC3E}">
        <p14:creationId xmlns:p14="http://schemas.microsoft.com/office/powerpoint/2010/main" val="282055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5"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7" name="Slide Number Placeholder 3"/>
          <p:cNvSpPr>
            <a:spLocks noGrp="1"/>
          </p:cNvSpPr>
          <p:nvPr>
            <p:ph type="sldNum" sz="quarter" idx="12"/>
          </p:nvPr>
        </p:nvSpPr>
        <p:spPr>
          <a:prstGeom prst="rect">
            <a:avLst/>
          </a:prstGeom>
        </p:spPr>
        <p:txBody>
          <a:bodyPr/>
          <a:lstStyle/>
          <a:p>
            <a:r>
              <a:rPr lang="en-US" sz="1200" dirty="0">
                <a:solidFill>
                  <a:schemeClr val="bg1"/>
                </a:solidFill>
              </a:rPr>
              <a:t>33</a:t>
            </a:r>
          </a:p>
        </p:txBody>
      </p:sp>
      <p:sp>
        <p:nvSpPr>
          <p:cNvPr id="2" name="Title 1"/>
          <p:cNvSpPr>
            <a:spLocks noGrp="1"/>
          </p:cNvSpPr>
          <p:nvPr>
            <p:ph type="ctrTitle"/>
          </p:nvPr>
        </p:nvSpPr>
        <p:spPr>
          <a:xfrm>
            <a:off x="1066800" y="433452"/>
            <a:ext cx="9381744" cy="492443"/>
          </a:xfrm>
        </p:spPr>
        <p:txBody>
          <a:bodyPr/>
          <a:lstStyle/>
          <a:p>
            <a:r>
              <a:rPr lang="en-US" sz="3200" dirty="0"/>
              <a:t>Check Your Understanding 4</a:t>
            </a:r>
          </a:p>
        </p:txBody>
      </p:sp>
      <p:graphicFrame>
        <p:nvGraphicFramePr>
          <p:cNvPr id="23" name="Diagram 22"/>
          <p:cNvGraphicFramePr/>
          <p:nvPr>
            <p:extLst>
              <p:ext uri="{D42A27DB-BD31-4B8C-83A1-F6EECF244321}">
                <p14:modId xmlns:p14="http://schemas.microsoft.com/office/powerpoint/2010/main" val="3446617593"/>
              </p:ext>
            </p:extLst>
          </p:nvPr>
        </p:nvGraphicFramePr>
        <p:xfrm>
          <a:off x="809298" y="1200818"/>
          <a:ext cx="8333885" cy="32601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3441469468"/>
              </p:ext>
            </p:extLst>
          </p:nvPr>
        </p:nvGraphicFramePr>
        <p:xfrm>
          <a:off x="809297" y="4114800"/>
          <a:ext cx="8333885" cy="18885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Footer Placeholder 3">
            <a:extLst>
              <a:ext uri="{FF2B5EF4-FFF2-40B4-BE49-F238E27FC236}">
                <a16:creationId xmlns:a16="http://schemas.microsoft.com/office/drawing/2014/main" id="{8E67515A-0DDB-4CEB-5AC8-8ABB0A630E24}"/>
              </a:ext>
            </a:extLst>
          </p:cNvPr>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spTree>
    <p:extLst>
      <p:ext uri="{BB962C8B-B14F-4D97-AF65-F5344CB8AC3E}">
        <p14:creationId xmlns:p14="http://schemas.microsoft.com/office/powerpoint/2010/main" val="1538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5" grpId="0">
        <p:bldAsOne/>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7" name="Slide Number Placeholder 3"/>
          <p:cNvSpPr>
            <a:spLocks noGrp="1"/>
          </p:cNvSpPr>
          <p:nvPr>
            <p:ph type="sldNum" sz="quarter" idx="12"/>
          </p:nvPr>
        </p:nvSpPr>
        <p:spPr>
          <a:prstGeom prst="rect">
            <a:avLst/>
          </a:prstGeom>
        </p:spPr>
        <p:txBody>
          <a:bodyPr/>
          <a:lstStyle/>
          <a:p>
            <a:r>
              <a:rPr lang="en-US" sz="1200" dirty="0">
                <a:solidFill>
                  <a:schemeClr val="bg1"/>
                </a:solidFill>
              </a:rPr>
              <a:t>34</a:t>
            </a:r>
          </a:p>
        </p:txBody>
      </p:sp>
      <p:sp>
        <p:nvSpPr>
          <p:cNvPr id="2" name="Title 1"/>
          <p:cNvSpPr>
            <a:spLocks noGrp="1"/>
          </p:cNvSpPr>
          <p:nvPr>
            <p:ph type="ctrTitle"/>
          </p:nvPr>
        </p:nvSpPr>
        <p:spPr>
          <a:xfrm>
            <a:off x="1066800" y="531745"/>
            <a:ext cx="9381744" cy="492443"/>
          </a:xfrm>
        </p:spPr>
        <p:txBody>
          <a:bodyPr/>
          <a:lstStyle/>
          <a:p>
            <a:r>
              <a:rPr lang="en-US" sz="3200" dirty="0"/>
              <a:t>Check Your Understanding 5</a:t>
            </a:r>
          </a:p>
        </p:txBody>
      </p:sp>
      <p:graphicFrame>
        <p:nvGraphicFramePr>
          <p:cNvPr id="23" name="Diagram 22"/>
          <p:cNvGraphicFramePr/>
          <p:nvPr>
            <p:extLst>
              <p:ext uri="{D42A27DB-BD31-4B8C-83A1-F6EECF244321}">
                <p14:modId xmlns:p14="http://schemas.microsoft.com/office/powerpoint/2010/main" val="1236277190"/>
              </p:ext>
            </p:extLst>
          </p:nvPr>
        </p:nvGraphicFramePr>
        <p:xfrm>
          <a:off x="783898" y="1214339"/>
          <a:ext cx="8333885" cy="2726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2592528594"/>
              </p:ext>
            </p:extLst>
          </p:nvPr>
        </p:nvGraphicFramePr>
        <p:xfrm>
          <a:off x="783897" y="3941094"/>
          <a:ext cx="8333885" cy="27267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Footer Placeholder 3">
            <a:extLst>
              <a:ext uri="{FF2B5EF4-FFF2-40B4-BE49-F238E27FC236}">
                <a16:creationId xmlns:a16="http://schemas.microsoft.com/office/drawing/2014/main" id="{A32855B4-8D8F-DFFB-E19A-B7B374AE46B8}"/>
              </a:ext>
            </a:extLst>
          </p:cNvPr>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spTree>
    <p:extLst>
      <p:ext uri="{BB962C8B-B14F-4D97-AF65-F5344CB8AC3E}">
        <p14:creationId xmlns:p14="http://schemas.microsoft.com/office/powerpoint/2010/main" val="116713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5"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7" name="Slide Number Placeholder 3"/>
          <p:cNvSpPr>
            <a:spLocks noGrp="1"/>
          </p:cNvSpPr>
          <p:nvPr>
            <p:ph type="sldNum" sz="quarter" idx="12"/>
          </p:nvPr>
        </p:nvSpPr>
        <p:spPr>
          <a:prstGeom prst="rect">
            <a:avLst/>
          </a:prstGeom>
        </p:spPr>
        <p:txBody>
          <a:bodyPr/>
          <a:lstStyle/>
          <a:p>
            <a:r>
              <a:rPr lang="en-US" sz="1200" dirty="0">
                <a:solidFill>
                  <a:schemeClr val="bg1"/>
                </a:solidFill>
              </a:rPr>
              <a:t>35</a:t>
            </a:r>
          </a:p>
        </p:txBody>
      </p:sp>
      <p:sp>
        <p:nvSpPr>
          <p:cNvPr id="2" name="Title 1"/>
          <p:cNvSpPr>
            <a:spLocks noGrp="1"/>
          </p:cNvSpPr>
          <p:nvPr>
            <p:ph type="ctrTitle"/>
          </p:nvPr>
        </p:nvSpPr>
        <p:spPr>
          <a:xfrm>
            <a:off x="990600" y="527938"/>
            <a:ext cx="9381744" cy="492443"/>
          </a:xfrm>
        </p:spPr>
        <p:txBody>
          <a:bodyPr/>
          <a:lstStyle/>
          <a:p>
            <a:r>
              <a:rPr lang="en-US" sz="3200" dirty="0"/>
              <a:t>Check Your Understanding 6</a:t>
            </a:r>
          </a:p>
        </p:txBody>
      </p:sp>
      <p:graphicFrame>
        <p:nvGraphicFramePr>
          <p:cNvPr id="23" name="Diagram 22"/>
          <p:cNvGraphicFramePr/>
          <p:nvPr>
            <p:extLst>
              <p:ext uri="{D42A27DB-BD31-4B8C-83A1-F6EECF244321}">
                <p14:modId xmlns:p14="http://schemas.microsoft.com/office/powerpoint/2010/main" val="1028484099"/>
              </p:ext>
            </p:extLst>
          </p:nvPr>
        </p:nvGraphicFramePr>
        <p:xfrm>
          <a:off x="809298" y="1066800"/>
          <a:ext cx="8333885" cy="33363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3628427058"/>
              </p:ext>
            </p:extLst>
          </p:nvPr>
        </p:nvGraphicFramePr>
        <p:xfrm>
          <a:off x="809298" y="3562984"/>
          <a:ext cx="8333885" cy="27267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Footer Placeholder 3">
            <a:extLst>
              <a:ext uri="{FF2B5EF4-FFF2-40B4-BE49-F238E27FC236}">
                <a16:creationId xmlns:a16="http://schemas.microsoft.com/office/drawing/2014/main" id="{7FFB876A-3824-B564-8375-8C5BB81DFE8C}"/>
              </a:ext>
            </a:extLst>
          </p:cNvPr>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spTree>
    <p:extLst>
      <p:ext uri="{BB962C8B-B14F-4D97-AF65-F5344CB8AC3E}">
        <p14:creationId xmlns:p14="http://schemas.microsoft.com/office/powerpoint/2010/main" val="245059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5"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36</a:t>
            </a:fld>
            <a:endParaRPr lang="en-US" dirty="0"/>
          </a:p>
        </p:txBody>
      </p:sp>
      <p:sp>
        <p:nvSpPr>
          <p:cNvPr id="3" name="Title 2"/>
          <p:cNvSpPr>
            <a:spLocks noGrp="1"/>
          </p:cNvSpPr>
          <p:nvPr>
            <p:ph type="title" idx="4294967295"/>
          </p:nvPr>
        </p:nvSpPr>
        <p:spPr>
          <a:xfrm>
            <a:off x="1835650" y="366608"/>
            <a:ext cx="9144000" cy="369332"/>
          </a:xfrm>
        </p:spPr>
        <p:txBody>
          <a:bodyPr/>
          <a:lstStyle/>
          <a:p>
            <a:r>
              <a:rPr lang="en-US" dirty="0"/>
              <a:t>Summary</a:t>
            </a:r>
          </a:p>
        </p:txBody>
      </p:sp>
      <p:sp>
        <p:nvSpPr>
          <p:cNvPr id="2" name="Content Placeholder 1"/>
          <p:cNvSpPr>
            <a:spLocks noGrp="1"/>
          </p:cNvSpPr>
          <p:nvPr>
            <p:ph idx="4294967295"/>
          </p:nvPr>
        </p:nvSpPr>
        <p:spPr>
          <a:xfrm>
            <a:off x="628167" y="1151505"/>
            <a:ext cx="10972800" cy="4983162"/>
          </a:xfrm>
        </p:spPr>
        <p:txBody>
          <a:bodyPr/>
          <a:lstStyle/>
          <a:p>
            <a:pPr marL="0" indent="0">
              <a:buNone/>
            </a:pPr>
            <a:r>
              <a:rPr lang="en-US" dirty="0"/>
              <a:t>In this module, you have learnt to:</a:t>
            </a:r>
          </a:p>
          <a:p>
            <a:pPr marL="0" indent="0">
              <a:buNone/>
            </a:pPr>
            <a:endParaRPr lang="en-US" dirty="0"/>
          </a:p>
          <a:p>
            <a:r>
              <a:rPr lang="en-US" dirty="0"/>
              <a:t>De</a:t>
            </a:r>
            <a:r>
              <a:rPr lang="en-US" altLang="ja-JP" dirty="0"/>
              <a:t>fine and describe VEEVA Address, its specific fields &amp; type</a:t>
            </a:r>
            <a:endParaRPr lang="en-US" dirty="0"/>
          </a:p>
          <a:p>
            <a:r>
              <a:rPr lang="en-US" dirty="0"/>
              <a:t>Identify the objects used to hold a new Address, Territory Specific Fields(TSF), VEEVA managed attributes for TSF and TSF configuration </a:t>
            </a:r>
          </a:p>
          <a:p>
            <a:r>
              <a:rPr lang="en-US" altLang="ja-JP" dirty="0"/>
              <a:t>Describe the account merge functionality used to merge two or more duplicate accounts in order to maintain proper data</a:t>
            </a:r>
            <a:endParaRPr lang="en-US" dirty="0"/>
          </a:p>
          <a:p>
            <a:endParaRPr lang="en-US" dirty="0"/>
          </a:p>
          <a:p>
            <a:endParaRPr lang="en-US" dirty="0"/>
          </a:p>
          <a:p>
            <a:pPr lvl="1"/>
            <a:endParaRPr lang="en-US" altLang="ja-JP" dirty="0"/>
          </a:p>
          <a:p>
            <a:endParaRPr lang="en-US" dirty="0"/>
          </a:p>
        </p:txBody>
      </p:sp>
      <p:sp>
        <p:nvSpPr>
          <p:cNvPr id="6" name="Rectangle 5"/>
          <p:cNvSpPr/>
          <p:nvPr/>
        </p:nvSpPr>
        <p:spPr>
          <a:xfrm>
            <a:off x="6324600" y="3643086"/>
            <a:ext cx="3602254" cy="246881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122" name="Picture 2" descr="D:\Images\Images\Objective\shutterstock_12820219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7650" y="3731885"/>
            <a:ext cx="3436154" cy="2291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37</a:t>
            </a:fld>
            <a:endParaRPr lang="en-US" dirty="0"/>
          </a:p>
        </p:txBody>
      </p:sp>
      <p:sp>
        <p:nvSpPr>
          <p:cNvPr id="3" name="Title 2"/>
          <p:cNvSpPr>
            <a:spLocks noGrp="1"/>
          </p:cNvSpPr>
          <p:nvPr>
            <p:ph type="title" idx="4294967295"/>
          </p:nvPr>
        </p:nvSpPr>
        <p:spPr>
          <a:xfrm>
            <a:off x="1752600" y="381085"/>
            <a:ext cx="9144000" cy="369332"/>
          </a:xfrm>
        </p:spPr>
        <p:txBody>
          <a:bodyPr/>
          <a:lstStyle/>
          <a:p>
            <a:r>
              <a:rPr lang="en-US" dirty="0"/>
              <a:t>Source</a:t>
            </a:r>
          </a:p>
        </p:txBody>
      </p:sp>
      <p:sp>
        <p:nvSpPr>
          <p:cNvPr id="2" name="Content Placeholder 1"/>
          <p:cNvSpPr>
            <a:spLocks noGrp="1"/>
          </p:cNvSpPr>
          <p:nvPr>
            <p:ph idx="4294967295"/>
          </p:nvPr>
        </p:nvSpPr>
        <p:spPr>
          <a:xfrm>
            <a:off x="1042416" y="1493752"/>
            <a:ext cx="5421313" cy="4983163"/>
          </a:xfrm>
        </p:spPr>
        <p:txBody>
          <a:bodyPr/>
          <a:lstStyle/>
          <a:p>
            <a:pPr>
              <a:defRPr/>
            </a:pPr>
            <a:r>
              <a:rPr lang="en-US" dirty="0">
                <a:hlinkClick r:id="rId2"/>
              </a:rPr>
              <a:t>https://crmhelp.veeva.com/doc/Content/Home.htm</a:t>
            </a:r>
            <a:endParaRPr lang="en-US" dirty="0"/>
          </a:p>
          <a:p>
            <a:pPr>
              <a:defRPr/>
            </a:pPr>
            <a:r>
              <a:rPr lang="en-US" dirty="0">
                <a:hlinkClick r:id="rId3"/>
              </a:rPr>
              <a:t>https://trailhead.salesforce.com/en/home</a:t>
            </a:r>
            <a:endParaRPr lang="en-US" dirty="0"/>
          </a:p>
          <a:p>
            <a:pPr>
              <a:defRPr/>
            </a:pPr>
            <a:endParaRPr lang="en-US" dirty="0"/>
          </a:p>
        </p:txBody>
      </p:sp>
      <p:sp>
        <p:nvSpPr>
          <p:cNvPr id="7" name="Text Box 4"/>
          <p:cNvSpPr txBox="1">
            <a:spLocks noChangeArrowheads="1"/>
          </p:cNvSpPr>
          <p:nvPr/>
        </p:nvSpPr>
        <p:spPr bwMode="auto">
          <a:xfrm>
            <a:off x="914400" y="4800600"/>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4943" y="1509486"/>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334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38</a:t>
            </a:fld>
            <a:endParaRPr lang="en-US" dirty="0"/>
          </a:p>
        </p:txBody>
      </p:sp>
      <p:sp>
        <p:nvSpPr>
          <p:cNvPr id="3" name="Content Placeholder 2"/>
          <p:cNvSpPr>
            <a:spLocks noGrp="1"/>
          </p:cNvSpPr>
          <p:nvPr>
            <p:ph idx="4294967295"/>
          </p:nvPr>
        </p:nvSpPr>
        <p:spPr>
          <a:xfrm>
            <a:off x="809296" y="1503233"/>
            <a:ext cx="10972800" cy="4983163"/>
          </a:xfrm>
        </p:spPr>
        <p:txBody>
          <a:bodyPr/>
          <a:lstStyle/>
          <a:p>
            <a:pPr marL="0" indent="0">
              <a:buNone/>
            </a:pPr>
            <a:r>
              <a:rPr lang="en-US" dirty="0"/>
              <a:t>In the upcoming module - </a:t>
            </a:r>
            <a:r>
              <a:rPr lang="en-US" i="1" dirty="0"/>
              <a:t>My Schedule, Calendar </a:t>
            </a:r>
            <a:r>
              <a:rPr lang="en-US" dirty="0"/>
              <a:t>you will learn to do scheduling using, </a:t>
            </a:r>
          </a:p>
          <a:p>
            <a:pPr marL="0" indent="0">
              <a:buNone/>
            </a:pPr>
            <a:endParaRPr lang="en-US" dirty="0"/>
          </a:p>
          <a:p>
            <a:pPr lvl="1"/>
            <a:r>
              <a:rPr lang="en-US" altLang="ja-JP" sz="2000" dirty="0"/>
              <a:t>My Schedule Calendar</a:t>
            </a:r>
          </a:p>
          <a:p>
            <a:pPr lvl="1"/>
            <a:r>
              <a:rPr lang="en-US" altLang="ja-JP" sz="2000" dirty="0"/>
              <a:t>SFDC Calendar</a:t>
            </a:r>
          </a:p>
        </p:txBody>
      </p:sp>
      <p:sp>
        <p:nvSpPr>
          <p:cNvPr id="2" name="Rectangle 1"/>
          <p:cNvSpPr/>
          <p:nvPr/>
        </p:nvSpPr>
        <p:spPr>
          <a:xfrm>
            <a:off x="1828800" y="376684"/>
            <a:ext cx="4572000" cy="461665"/>
          </a:xfrm>
          <a:prstGeom prst="rect">
            <a:avLst/>
          </a:prstGeom>
        </p:spPr>
        <p:txBody>
          <a:bodyPr>
            <a:spAutoFit/>
          </a:bodyPr>
          <a:lstStyle/>
          <a:p>
            <a:r>
              <a:rPr lang="en-US" sz="2400" dirty="0">
                <a:solidFill>
                  <a:schemeClr val="tx2">
                    <a:lumMod val="90000"/>
                    <a:lumOff val="10000"/>
                  </a:schemeClr>
                </a:solidFill>
                <a:latin typeface="Arial Rounded MT Bold" pitchFamily="34" charset="0"/>
              </a:rPr>
              <a:t>Coming Next.</a:t>
            </a:r>
            <a:endParaRPr lang="en-US" sz="2400" dirty="0">
              <a:solidFill>
                <a:schemeClr val="tx2">
                  <a:lumMod val="90000"/>
                  <a:lumOff val="10000"/>
                </a:schemeClr>
              </a:solidFill>
            </a:endParaRPr>
          </a:p>
        </p:txBody>
      </p:sp>
    </p:spTree>
    <p:extLst>
      <p:ext uri="{BB962C8B-B14F-4D97-AF65-F5344CB8AC3E}">
        <p14:creationId xmlns:p14="http://schemas.microsoft.com/office/powerpoint/2010/main" val="26307864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3733800"/>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dirty="0">
                <a:solidFill>
                  <a:schemeClr val="tx1">
                    <a:lumMod val="75000"/>
                    <a:lumOff val="25000"/>
                  </a:schemeClr>
                </a:solidFill>
                <a:latin typeface="Arial Rounded MT Bold" pitchFamily="34" charset="0"/>
              </a:rPr>
              <a:t>You have successfully completed</a:t>
            </a:r>
          </a:p>
          <a:p>
            <a:pPr marL="65088" lvl="1"/>
            <a:r>
              <a:rPr lang="en-US" sz="2800" b="1" dirty="0">
                <a:solidFill>
                  <a:srgbClr val="00718F"/>
                </a:solidFill>
                <a:latin typeface="Arial" panose="020B0604020202020204" pitchFamily="34" charset="0"/>
                <a:cs typeface="Arial" panose="020B0604020202020204" pitchFamily="34" charset="0"/>
              </a:rPr>
              <a:t>Address, TSF and Account Merge</a:t>
            </a:r>
          </a:p>
        </p:txBody>
      </p:sp>
      <p:sp>
        <p:nvSpPr>
          <p:cNvPr id="5" name="Title 3">
            <a:extLst>
              <a:ext uri="{FF2B5EF4-FFF2-40B4-BE49-F238E27FC236}">
                <a16:creationId xmlns:a16="http://schemas.microsoft.com/office/drawing/2014/main" id="{94EA25DC-23F3-BFB5-BF58-EDBF9749F224}"/>
              </a:ext>
            </a:extLst>
          </p:cNvPr>
          <p:cNvSpPr>
            <a:spLocks noGrp="1"/>
          </p:cNvSpPr>
          <p:nvPr>
            <p:ph type="ctrTitle"/>
          </p:nvPr>
        </p:nvSpPr>
        <p:spPr>
          <a:xfrm>
            <a:off x="1042416" y="2365335"/>
            <a:ext cx="6053327" cy="923330"/>
          </a:xfrm>
        </p:spPr>
        <p:txBody>
          <a:bodyPr/>
          <a:lstStyle/>
          <a:p>
            <a:r>
              <a:rPr lang="en-US" dirty="0"/>
              <a:t>Thank you</a:t>
            </a:r>
          </a:p>
        </p:txBody>
      </p:sp>
    </p:spTree>
    <p:extLst>
      <p:ext uri="{BB962C8B-B14F-4D97-AF65-F5344CB8AC3E}">
        <p14:creationId xmlns:p14="http://schemas.microsoft.com/office/powerpoint/2010/main" val="29210118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isl xmlns:xsi="http://www.w3.org/2001/XMLSchema-instance" xmlns:xsd="http://www.w3.org/2001/XMLSchema" xmlns="http://www.boldonjames.com/2008/01/sie/internal/label" sislVersion="0" policy="82ad3a63-90ad-4a46-a3cb-757f4658e205" origin="userSelected">
  <element uid="7349a702-6462-4442-88eb-c64cd513835c" value=""/>
  <element uid="03e9b10b-a1f9-4a88-9630-476473f62285" value=""/>
  <element uid="8490d18d-1e1f-4ae2-adbe-3f6683173bee" value=""/>
</sisl>
</file>

<file path=customXml/item2.xml><?xml version="1.0" encoding="utf-8"?>
<p:properties xmlns:p="http://schemas.microsoft.com/office/2006/metadata/properties" xmlns:xsi="http://www.w3.org/2001/XMLSchema-instance">
  <documentManagement>
    <TaxCatchAll xmlns="c1fa1b37-97c2-4738-b9c9-f06e40c084a6" xsi:nil="true"/>
    <lcf76f155ced4ddcb4097134ff3c332f xmlns="a36ce515-a707-4959-aaa2-b339df12b9a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145039A044B60D40B3724930C1FBFD03" ma:contentTypeVersion="16" ma:contentTypeDescription="Create a new document." ma:contentTypeScope="" ma:versionID="7b464aa6ddfb3948d0b6ebd52d50a260">
  <xsd:schema xmlns:xsd="http://www.w3.org/2001/XMLSchema" xmlns:xs="http://www.w3.org/2001/XMLSchema" xmlns:p="http://schemas.microsoft.com/office/2006/metadata/properties" xmlns:ns2="a36ce515-a707-4959-aaa2-b339df12b9ad" xmlns:ns3="c1fa1b37-97c2-4738-b9c9-f06e40c084a6" targetNamespace="http://schemas.microsoft.com/office/2006/metadata/properties" ma:root="true" ma:fieldsID="1ac63ed8350cb60c84dcbc4db0ab2b71" ns2:_="" ns3:_="">
    <xsd:import namespace="a36ce515-a707-4959-aaa2-b339df12b9ad"/>
    <xsd:import namespace="c1fa1b37-97c2-4738-b9c9-f06e40c084a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6ce515-a707-4959-aaa2-b339df12b9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fa1b37-97c2-4738-b9c9-f06e40c084a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000b07d-837c-47c6-83e1-c25618c757b1}" ma:internalName="TaxCatchAll" ma:showField="CatchAllData" ma:web="c1fa1b37-97c2-4738-b9c9-f06e40c084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A17325-9EA5-4591-AA73-E7C6BFB6842A}">
  <ds:schemaRefs>
    <ds:schemaRef ds:uri="http://www.w3.org/2001/XMLSchema"/>
    <ds:schemaRef ds:uri="http://www.boldonjames.com/2008/01/sie/internal/label"/>
  </ds:schemaRefs>
</ds:datastoreItem>
</file>

<file path=customXml/itemProps2.xml><?xml version="1.0" encoding="utf-8"?>
<ds:datastoreItem xmlns:ds="http://schemas.openxmlformats.org/officeDocument/2006/customXml" ds:itemID="{F78FCE96-C8A4-4E92-8467-18B7198B1C7C}">
  <ds:schemaRefs>
    <ds:schemaRef ds:uri="http://schemas.microsoft.com/office/2006/metadata/properties"/>
  </ds:schemaRefs>
</ds:datastoreItem>
</file>

<file path=customXml/itemProps3.xml><?xml version="1.0" encoding="utf-8"?>
<ds:datastoreItem xmlns:ds="http://schemas.openxmlformats.org/officeDocument/2006/customXml" ds:itemID="{8AAEEA49-3EED-4488-A043-7D1DC7843D7D}">
  <ds:schemaRefs>
    <ds:schemaRef ds:uri="http://schemas.microsoft.com/sharepoint/v3/contenttype/forms"/>
  </ds:schemaRefs>
</ds:datastoreItem>
</file>

<file path=customXml/itemProps4.xml><?xml version="1.0" encoding="utf-8"?>
<ds:datastoreItem xmlns:ds="http://schemas.openxmlformats.org/officeDocument/2006/customXml" ds:itemID="{229DA6D7-40D2-4163-9EE5-D86337C1F0A6}"/>
</file>

<file path=docProps/app.xml><?xml version="1.0" encoding="utf-8"?>
<Properties xmlns="http://schemas.openxmlformats.org/officeDocument/2006/extended-properties" xmlns:vt="http://schemas.openxmlformats.org/officeDocument/2006/docPropsVTypes">
  <Template>Theme_3</Template>
  <TotalTime>12907</TotalTime>
  <Words>3180</Words>
  <Application>Microsoft Office PowerPoint</Application>
  <PresentationFormat>Widescreen</PresentationFormat>
  <Paragraphs>437</Paragraphs>
  <Slides>39</Slides>
  <Notes>25</Notes>
  <HiddenSlides>0</HiddenSlides>
  <MMClips>0</MMClips>
  <ScaleCrop>false</ScaleCrop>
  <HeadingPairs>
    <vt:vector size="4" baseType="variant">
      <vt:variant>
        <vt:lpstr>Theme</vt:lpstr>
      </vt:variant>
      <vt:variant>
        <vt:i4>3</vt:i4>
      </vt:variant>
      <vt:variant>
        <vt:lpstr>Slide Titles</vt:lpstr>
      </vt:variant>
      <vt:variant>
        <vt:i4>39</vt:i4>
      </vt:variant>
    </vt:vector>
  </HeadingPairs>
  <TitlesOfParts>
    <vt:vector size="42" baseType="lpstr">
      <vt:lpstr>Custom Design</vt:lpstr>
      <vt:lpstr>Theme2</vt:lpstr>
      <vt:lpstr>Office Theme</vt:lpstr>
      <vt:lpstr>PowerPoint Presentation</vt:lpstr>
      <vt:lpstr>About the Author</vt:lpstr>
      <vt:lpstr>Recap ... </vt:lpstr>
      <vt:lpstr>Do You Know</vt:lpstr>
      <vt:lpstr>Overview</vt:lpstr>
      <vt:lpstr>Objectives</vt:lpstr>
      <vt:lpstr>PowerPoint Presentation</vt:lpstr>
      <vt:lpstr>Address: Overview</vt:lpstr>
      <vt:lpstr>Address Object details Part 1</vt:lpstr>
      <vt:lpstr>Address Object details Part 2</vt:lpstr>
      <vt:lpstr>Primary vs Preferred Address</vt:lpstr>
      <vt:lpstr>Key Address Fields</vt:lpstr>
      <vt:lpstr>Address Sample Rules</vt:lpstr>
      <vt:lpstr>Office Best Time</vt:lpstr>
      <vt:lpstr>PowerPoint Presentation</vt:lpstr>
      <vt:lpstr>Territory Fields: Overview</vt:lpstr>
      <vt:lpstr>VEEVA-Managed Attributes</vt:lpstr>
      <vt:lpstr>Territory Specific Fields from Account</vt:lpstr>
      <vt:lpstr>Territory Specific Fields Configuration</vt:lpstr>
      <vt:lpstr>Territory Fields - Pre-Requisites</vt:lpstr>
      <vt:lpstr>PowerPoint Presentation</vt:lpstr>
      <vt:lpstr>Account Merge: Overview</vt:lpstr>
      <vt:lpstr>VEEVA Account Merge</vt:lpstr>
      <vt:lpstr>Account Merge: Address</vt:lpstr>
      <vt:lpstr>Account Merge History</vt:lpstr>
      <vt:lpstr>Account Merge: Call </vt:lpstr>
      <vt:lpstr>Account Merge: Territory Specific Field</vt:lpstr>
      <vt:lpstr>Account Merge: Account Territory Loader</vt:lpstr>
      <vt:lpstr>How to “Unmerge” Accounts</vt:lpstr>
      <vt:lpstr>Check Your Understanding 1</vt:lpstr>
      <vt:lpstr>Check Your Understanding 2</vt:lpstr>
      <vt:lpstr>Check Your Understanding 3</vt:lpstr>
      <vt:lpstr>Check Your Understanding 4</vt:lpstr>
      <vt:lpstr>Check Your Understanding 5</vt:lpstr>
      <vt:lpstr>Check Your Understanding 6</vt:lpstr>
      <vt:lpstr>Summary</vt:lpstr>
      <vt:lpstr>Source</vt:lpstr>
      <vt:lpstr>PowerPoint Presentation</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keywords>*$%PUB-*$%GenBus</cp:keywords>
  <cp:lastModifiedBy>Majumdar, Abhijan (Cognizant)</cp:lastModifiedBy>
  <cp:revision>305</cp:revision>
  <dcterms:created xsi:type="dcterms:W3CDTF">2011-06-15T11:24:59Z</dcterms:created>
  <dcterms:modified xsi:type="dcterms:W3CDTF">2023-10-10T17:50:50Z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0x010100145039A044B60D40B3724930C1FBFD03</vt:lpwstr>
  </property>
  <property fmtid="{D5CDD505-2E9C-101B-9397-08002B2CF9AE}" pid="3" name="_dlc_DocIdItemGuid">
    <vt:lpwstr>1c19f327-3998-48ba-bd4d-be7aee79e354</vt:lpwstr>
  </property>
  <property fmtid="{D5CDD505-2E9C-101B-9397-08002B2CF9AE}" pid="4" name="docIndexRef">
    <vt:lpwstr>84ce2a70-ddb9-4bde-8c80-680371206e2c</vt:lpwstr>
  </property>
  <property fmtid="{D5CDD505-2E9C-101B-9397-08002B2CF9AE}" pid="5" name="bjSaver">
    <vt:lpwstr>S8y3Fo54J7jfxCVfxFNi0eRK9n+Ux2bt</vt:lpwstr>
  </property>
  <property fmtid="{D5CDD505-2E9C-101B-9397-08002B2CF9AE}" pid="6" name="bjDocumentLabelXML">
    <vt:lpwstr>&lt;?xml version="1.0" encoding="us-ascii"?&gt;&lt;sisl xmlns:xsi="http://www.w3.org/2001/XMLSchema-instance" xmlns:xsd="http://www.w3.org/2001/XMLSchema" sislVersion="0" policy="82ad3a63-90ad-4a46-a3cb-757f4658e205" origin="userSelected" xmlns="http://www.boldonj</vt:lpwstr>
  </property>
  <property fmtid="{D5CDD505-2E9C-101B-9397-08002B2CF9AE}" pid="7" name="bjDocumentLabelXML-0">
    <vt:lpwstr>ames.com/2008/01/sie/internal/label"&gt;&lt;element uid="7349a702-6462-4442-88eb-c64cd513835c" value="" /&gt;&lt;element uid="03e9b10b-a1f9-4a88-9630-476473f62285" value="" /&gt;&lt;element uid="8490d18d-1e1f-4ae2-adbe-3f6683173bee" value="" /&gt;&lt;/sisl&gt;</vt:lpwstr>
  </property>
  <property fmtid="{D5CDD505-2E9C-101B-9397-08002B2CF9AE}" pid="8" name="bjDocumentSecurityLabel">
    <vt:lpwstr>Public - General Business</vt:lpwstr>
  </property>
</Properties>
</file>