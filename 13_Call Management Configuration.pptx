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2.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heme/themeOverride3.xml" ContentType="application/vnd.openxmlformats-officedocument.themeOverride+xml"/>
  <Override PartName="/ppt/notesSlides/notesSlide3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5"/>
    <p:sldMasterId id="2147483819" r:id="rId6"/>
    <p:sldMasterId id="2147483648" r:id="rId7"/>
  </p:sldMasterIdLst>
  <p:notesMasterIdLst>
    <p:notesMasterId r:id="rId68"/>
  </p:notesMasterIdLst>
  <p:handoutMasterIdLst>
    <p:handoutMasterId r:id="rId69"/>
  </p:handoutMasterIdLst>
  <p:sldIdLst>
    <p:sldId id="342" r:id="rId8"/>
    <p:sldId id="343" r:id="rId9"/>
    <p:sldId id="324" r:id="rId10"/>
    <p:sldId id="263" r:id="rId11"/>
    <p:sldId id="313" r:id="rId12"/>
    <p:sldId id="258" r:id="rId13"/>
    <p:sldId id="325" r:id="rId14"/>
    <p:sldId id="265" r:id="rId15"/>
    <p:sldId id="335" r:id="rId16"/>
    <p:sldId id="281" r:id="rId17"/>
    <p:sldId id="341" r:id="rId18"/>
    <p:sldId id="280" r:id="rId19"/>
    <p:sldId id="326" r:id="rId20"/>
    <p:sldId id="282" r:id="rId21"/>
    <p:sldId id="284" r:id="rId22"/>
    <p:sldId id="283" r:id="rId23"/>
    <p:sldId id="285" r:id="rId24"/>
    <p:sldId id="286" r:id="rId25"/>
    <p:sldId id="318" r:id="rId26"/>
    <p:sldId id="287" r:id="rId27"/>
    <p:sldId id="288" r:id="rId28"/>
    <p:sldId id="327" r:id="rId29"/>
    <p:sldId id="272" r:id="rId30"/>
    <p:sldId id="291" r:id="rId31"/>
    <p:sldId id="292" r:id="rId32"/>
    <p:sldId id="319" r:id="rId33"/>
    <p:sldId id="295" r:id="rId34"/>
    <p:sldId id="294" r:id="rId35"/>
    <p:sldId id="293" r:id="rId36"/>
    <p:sldId id="297" r:id="rId37"/>
    <p:sldId id="336" r:id="rId38"/>
    <p:sldId id="302" r:id="rId39"/>
    <p:sldId id="301" r:id="rId40"/>
    <p:sldId id="300" r:id="rId41"/>
    <p:sldId id="299" r:id="rId42"/>
    <p:sldId id="303" r:id="rId43"/>
    <p:sldId id="328" r:id="rId44"/>
    <p:sldId id="311" r:id="rId45"/>
    <p:sldId id="310" r:id="rId46"/>
    <p:sldId id="309" r:id="rId47"/>
    <p:sldId id="308" r:id="rId48"/>
    <p:sldId id="329" r:id="rId49"/>
    <p:sldId id="307" r:id="rId50"/>
    <p:sldId id="306" r:id="rId51"/>
    <p:sldId id="305" r:id="rId52"/>
    <p:sldId id="304" r:id="rId53"/>
    <p:sldId id="312" r:id="rId54"/>
    <p:sldId id="337" r:id="rId55"/>
    <p:sldId id="338" r:id="rId56"/>
    <p:sldId id="340" r:id="rId57"/>
    <p:sldId id="339" r:id="rId58"/>
    <p:sldId id="330" r:id="rId59"/>
    <p:sldId id="331" r:id="rId60"/>
    <p:sldId id="332" r:id="rId61"/>
    <p:sldId id="333" r:id="rId62"/>
    <p:sldId id="334" r:id="rId63"/>
    <p:sldId id="277" r:id="rId64"/>
    <p:sldId id="314" r:id="rId65"/>
    <p:sldId id="323" r:id="rId66"/>
    <p:sldId id="344"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F1C"/>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304DD1-393F-CC09-79EC-C57C917804C0}" v="2" dt="2025-07-29T11:21:59.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491" autoAdjust="0"/>
  </p:normalViewPr>
  <p:slideViewPr>
    <p:cSldViewPr>
      <p:cViewPr varScale="1">
        <p:scale>
          <a:sx n="63" d="100"/>
          <a:sy n="63" d="100"/>
        </p:scale>
        <p:origin x="804" y="5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microsoft.com/office/2016/11/relationships/changesInfo" Target="changesInfos/changesInfo1.xml"/><Relationship Id="rId5" Type="http://schemas.openxmlformats.org/officeDocument/2006/relationships/slideMaster" Target="slideMasters/slideMaster1.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3.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merla, Sai Vignesh (Contractor)" userId="S::2407389@cognizant.com::ca63b75f-7f92-4b44-a9a1-3e1641c9a8c7" providerId="AD" clId="Web-{03304DD1-393F-CC09-79EC-C57C917804C0}"/>
    <pc:docChg chg="addSld delSld">
      <pc:chgData name="Dhamerla, Sai Vignesh (Contractor)" userId="S::2407389@cognizant.com::ca63b75f-7f92-4b44-a9a1-3e1641c9a8c7" providerId="AD" clId="Web-{03304DD1-393F-CC09-79EC-C57C917804C0}" dt="2025-07-29T11:21:59.382" v="1"/>
      <pc:docMkLst>
        <pc:docMk/>
      </pc:docMkLst>
      <pc:sldChg chg="add del">
        <pc:chgData name="Dhamerla, Sai Vignesh (Contractor)" userId="S::2407389@cognizant.com::ca63b75f-7f92-4b44-a9a1-3e1641c9a8c7" providerId="AD" clId="Web-{03304DD1-393F-CC09-79EC-C57C917804C0}" dt="2025-07-29T11:21:59.382" v="1"/>
        <pc:sldMkLst>
          <pc:docMk/>
          <pc:sldMk cId="3321258770" sldId="313"/>
        </pc:sldMkLst>
      </pc:sldChg>
    </pc:docChg>
  </pc:docChgLst>
  <pc:docChgLst>
    <pc:chgData name="Majumdar, Abhijan (Cognizant)" userId="4bb79d37-e6fa-4d15-9b62-cf35cbb2da07" providerId="ADAL" clId="{161B267E-7515-473F-9A73-2C291E037FAB}"/>
    <pc:docChg chg="undo custSel addSld delSld modSld addMainMaster delMainMaster modMainMaster">
      <pc:chgData name="Majumdar, Abhijan (Cognizant)" userId="4bb79d37-e6fa-4d15-9b62-cf35cbb2da07" providerId="ADAL" clId="{161B267E-7515-473F-9A73-2C291E037FAB}" dt="2023-08-12T20:13:18.711" v="1295" actId="20577"/>
      <pc:docMkLst>
        <pc:docMk/>
      </pc:docMkLst>
      <pc:sldChg chg="del">
        <pc:chgData name="Majumdar, Abhijan (Cognizant)" userId="4bb79d37-e6fa-4d15-9b62-cf35cbb2da07" providerId="ADAL" clId="{161B267E-7515-473F-9A73-2C291E037FAB}" dt="2023-08-12T19:28:12.310" v="486" actId="47"/>
        <pc:sldMkLst>
          <pc:docMk/>
          <pc:sldMk cId="0" sldId="257"/>
        </pc:sldMkLst>
      </pc:sldChg>
      <pc:sldChg chg="modSp mod chgLayout">
        <pc:chgData name="Majumdar, Abhijan (Cognizant)" userId="4bb79d37-e6fa-4d15-9b62-cf35cbb2da07" providerId="ADAL" clId="{161B267E-7515-473F-9A73-2C291E037FAB}" dt="2023-08-12T19:31:57.150" v="566" actId="20577"/>
        <pc:sldMkLst>
          <pc:docMk/>
          <pc:sldMk cId="0" sldId="258"/>
        </pc:sldMkLst>
      </pc:sldChg>
      <pc:sldChg chg="modSp del mod">
        <pc:chgData name="Majumdar, Abhijan (Cognizant)" userId="4bb79d37-e6fa-4d15-9b62-cf35cbb2da07" providerId="ADAL" clId="{161B267E-7515-473F-9A73-2C291E037FAB}" dt="2023-08-12T19:29:16.391" v="506" actId="47"/>
        <pc:sldMkLst>
          <pc:docMk/>
          <pc:sldMk cId="0" sldId="261"/>
        </pc:sldMkLst>
      </pc:sldChg>
      <pc:sldChg chg="modSp mod chgLayout">
        <pc:chgData name="Majumdar, Abhijan (Cognizant)" userId="4bb79d37-e6fa-4d15-9b62-cf35cbb2da07" providerId="ADAL" clId="{161B267E-7515-473F-9A73-2C291E037FAB}" dt="2023-08-12T19:30:28.855" v="529" actId="20577"/>
        <pc:sldMkLst>
          <pc:docMk/>
          <pc:sldMk cId="0" sldId="263"/>
        </pc:sldMkLst>
      </pc:sldChg>
      <pc:sldChg chg="modSp mod chgLayout">
        <pc:chgData name="Majumdar, Abhijan (Cognizant)" userId="4bb79d37-e6fa-4d15-9b62-cf35cbb2da07" providerId="ADAL" clId="{161B267E-7515-473F-9A73-2C291E037FAB}" dt="2023-08-12T19:33:01.079" v="585" actId="20577"/>
        <pc:sldMkLst>
          <pc:docMk/>
          <pc:sldMk cId="0" sldId="265"/>
        </pc:sldMkLst>
      </pc:sldChg>
      <pc:sldChg chg="addSp delSp modSp mod chgLayout">
        <pc:chgData name="Majumdar, Abhijan (Cognizant)" userId="4bb79d37-e6fa-4d15-9b62-cf35cbb2da07" providerId="ADAL" clId="{161B267E-7515-473F-9A73-2C291E037FAB}" dt="2023-08-12T19:40:11.266" v="741" actId="20577"/>
        <pc:sldMkLst>
          <pc:docMk/>
          <pc:sldMk cId="0" sldId="272"/>
        </pc:sldMkLst>
      </pc:sldChg>
      <pc:sldChg chg="modSp mod modClrScheme chgLayout">
        <pc:chgData name="Majumdar, Abhijan (Cognizant)" userId="4bb79d37-e6fa-4d15-9b62-cf35cbb2da07" providerId="ADAL" clId="{161B267E-7515-473F-9A73-2C291E037FAB}" dt="2023-08-12T20:10:53.895" v="1255" actId="20577"/>
        <pc:sldMkLst>
          <pc:docMk/>
          <pc:sldMk cId="0" sldId="277"/>
        </pc:sldMkLst>
      </pc:sldChg>
      <pc:sldChg chg="del">
        <pc:chgData name="Majumdar, Abhijan (Cognizant)" userId="4bb79d37-e6fa-4d15-9b62-cf35cbb2da07" providerId="ADAL" clId="{161B267E-7515-473F-9A73-2C291E037FAB}" dt="2023-08-12T20:09:06.633" v="1231" actId="47"/>
        <pc:sldMkLst>
          <pc:docMk/>
          <pc:sldMk cId="0" sldId="279"/>
        </pc:sldMkLst>
      </pc:sldChg>
      <pc:sldChg chg="modSp mod chgLayout">
        <pc:chgData name="Majumdar, Abhijan (Cognizant)" userId="4bb79d37-e6fa-4d15-9b62-cf35cbb2da07" providerId="ADAL" clId="{161B267E-7515-473F-9A73-2C291E037FAB}" dt="2023-08-12T19:34:53.611" v="624" actId="20577"/>
        <pc:sldMkLst>
          <pc:docMk/>
          <pc:sldMk cId="2913242042" sldId="280"/>
        </pc:sldMkLst>
      </pc:sldChg>
      <pc:sldChg chg="addSp delSp modSp mod chgLayout">
        <pc:chgData name="Majumdar, Abhijan (Cognizant)" userId="4bb79d37-e6fa-4d15-9b62-cf35cbb2da07" providerId="ADAL" clId="{161B267E-7515-473F-9A73-2C291E037FAB}" dt="2023-08-12T19:33:58.062" v="605" actId="20577"/>
        <pc:sldMkLst>
          <pc:docMk/>
          <pc:sldMk cId="3336658933" sldId="281"/>
        </pc:sldMkLst>
      </pc:sldChg>
      <pc:sldChg chg="modSp mod chgLayout">
        <pc:chgData name="Majumdar, Abhijan (Cognizant)" userId="4bb79d37-e6fa-4d15-9b62-cf35cbb2da07" providerId="ADAL" clId="{161B267E-7515-473F-9A73-2C291E037FAB}" dt="2023-08-12T19:36:07.849" v="644" actId="20577"/>
        <pc:sldMkLst>
          <pc:docMk/>
          <pc:sldMk cId="609407028" sldId="282"/>
        </pc:sldMkLst>
      </pc:sldChg>
      <pc:sldChg chg="modSp mod chgLayout">
        <pc:chgData name="Majumdar, Abhijan (Cognizant)" userId="4bb79d37-e6fa-4d15-9b62-cf35cbb2da07" providerId="ADAL" clId="{161B267E-7515-473F-9A73-2C291E037FAB}" dt="2023-08-12T20:12:54.364" v="1273" actId="20577"/>
        <pc:sldMkLst>
          <pc:docMk/>
          <pc:sldMk cId="1506357935" sldId="283"/>
        </pc:sldMkLst>
      </pc:sldChg>
      <pc:sldChg chg="modSp mod chgLayout">
        <pc:chgData name="Majumdar, Abhijan (Cognizant)" userId="4bb79d37-e6fa-4d15-9b62-cf35cbb2da07" providerId="ADAL" clId="{161B267E-7515-473F-9A73-2C291E037FAB}" dt="2023-08-12T20:12:47.721" v="1267" actId="20577"/>
        <pc:sldMkLst>
          <pc:docMk/>
          <pc:sldMk cId="2732812485" sldId="284"/>
        </pc:sldMkLst>
      </pc:sldChg>
      <pc:sldChg chg="modSp mod chgLayout">
        <pc:chgData name="Majumdar, Abhijan (Cognizant)" userId="4bb79d37-e6fa-4d15-9b62-cf35cbb2da07" providerId="ADAL" clId="{161B267E-7515-473F-9A73-2C291E037FAB}" dt="2023-08-12T20:12:57.664" v="1275" actId="20577"/>
        <pc:sldMkLst>
          <pc:docMk/>
          <pc:sldMk cId="4145343735" sldId="285"/>
        </pc:sldMkLst>
      </pc:sldChg>
      <pc:sldChg chg="modSp mod chgLayout">
        <pc:chgData name="Majumdar, Abhijan (Cognizant)" userId="4bb79d37-e6fa-4d15-9b62-cf35cbb2da07" providerId="ADAL" clId="{161B267E-7515-473F-9A73-2C291E037FAB}" dt="2023-08-12T20:13:02.861" v="1281" actId="20577"/>
        <pc:sldMkLst>
          <pc:docMk/>
          <pc:sldMk cId="904943755" sldId="286"/>
        </pc:sldMkLst>
      </pc:sldChg>
      <pc:sldChg chg="modSp mod chgLayout">
        <pc:chgData name="Majumdar, Abhijan (Cognizant)" userId="4bb79d37-e6fa-4d15-9b62-cf35cbb2da07" providerId="ADAL" clId="{161B267E-7515-473F-9A73-2C291E037FAB}" dt="2023-08-12T20:13:11.685" v="1289" actId="20577"/>
        <pc:sldMkLst>
          <pc:docMk/>
          <pc:sldMk cId="4231150335" sldId="287"/>
        </pc:sldMkLst>
      </pc:sldChg>
      <pc:sldChg chg="modSp mod chgLayout">
        <pc:chgData name="Majumdar, Abhijan (Cognizant)" userId="4bb79d37-e6fa-4d15-9b62-cf35cbb2da07" providerId="ADAL" clId="{161B267E-7515-473F-9A73-2C291E037FAB}" dt="2023-08-12T20:13:18.711" v="1295" actId="20577"/>
        <pc:sldMkLst>
          <pc:docMk/>
          <pc:sldMk cId="1010093476" sldId="288"/>
        </pc:sldMkLst>
      </pc:sldChg>
      <pc:sldChg chg="addSp delSp modSp mod chgLayout">
        <pc:chgData name="Majumdar, Abhijan (Cognizant)" userId="4bb79d37-e6fa-4d15-9b62-cf35cbb2da07" providerId="ADAL" clId="{161B267E-7515-473F-9A73-2C291E037FAB}" dt="2023-08-12T19:40:44.274" v="752" actId="20577"/>
        <pc:sldMkLst>
          <pc:docMk/>
          <pc:sldMk cId="3065066566" sldId="291"/>
        </pc:sldMkLst>
      </pc:sldChg>
      <pc:sldChg chg="addSp delSp modSp mod chgLayout">
        <pc:chgData name="Majumdar, Abhijan (Cognizant)" userId="4bb79d37-e6fa-4d15-9b62-cf35cbb2da07" providerId="ADAL" clId="{161B267E-7515-473F-9A73-2C291E037FAB}" dt="2023-08-12T19:41:15.847" v="763" actId="20577"/>
        <pc:sldMkLst>
          <pc:docMk/>
          <pc:sldMk cId="3451276266" sldId="292"/>
        </pc:sldMkLst>
      </pc:sldChg>
      <pc:sldChg chg="addSp delSp modSp mod chgLayout">
        <pc:chgData name="Majumdar, Abhijan (Cognizant)" userId="4bb79d37-e6fa-4d15-9b62-cf35cbb2da07" providerId="ADAL" clId="{161B267E-7515-473F-9A73-2C291E037FAB}" dt="2023-08-12T19:43:39.651" v="810" actId="20577"/>
        <pc:sldMkLst>
          <pc:docMk/>
          <pc:sldMk cId="2774277146" sldId="293"/>
        </pc:sldMkLst>
      </pc:sldChg>
      <pc:sldChg chg="addSp delSp modSp mod chgLayout">
        <pc:chgData name="Majumdar, Abhijan (Cognizant)" userId="4bb79d37-e6fa-4d15-9b62-cf35cbb2da07" providerId="ADAL" clId="{161B267E-7515-473F-9A73-2C291E037FAB}" dt="2023-08-12T19:43:04.783" v="799" actId="20577"/>
        <pc:sldMkLst>
          <pc:docMk/>
          <pc:sldMk cId="1648517731" sldId="294"/>
        </pc:sldMkLst>
      </pc:sldChg>
      <pc:sldChg chg="addSp delSp modSp mod chgLayout">
        <pc:chgData name="Majumdar, Abhijan (Cognizant)" userId="4bb79d37-e6fa-4d15-9b62-cf35cbb2da07" providerId="ADAL" clId="{161B267E-7515-473F-9A73-2C291E037FAB}" dt="2023-08-12T19:42:29.732" v="788" actId="20577"/>
        <pc:sldMkLst>
          <pc:docMk/>
          <pc:sldMk cId="307444913" sldId="295"/>
        </pc:sldMkLst>
      </pc:sldChg>
      <pc:sldChg chg="addSp delSp modSp mod chgLayout">
        <pc:chgData name="Majumdar, Abhijan (Cognizant)" userId="4bb79d37-e6fa-4d15-9b62-cf35cbb2da07" providerId="ADAL" clId="{161B267E-7515-473F-9A73-2C291E037FAB}" dt="2023-08-12T19:44:55.047" v="826" actId="20577"/>
        <pc:sldMkLst>
          <pc:docMk/>
          <pc:sldMk cId="2865628313" sldId="297"/>
        </pc:sldMkLst>
      </pc:sldChg>
      <pc:sldChg chg="addSp delSp modSp mod chgLayout">
        <pc:chgData name="Majumdar, Abhijan (Cognizant)" userId="4bb79d37-e6fa-4d15-9b62-cf35cbb2da07" providerId="ADAL" clId="{161B267E-7515-473F-9A73-2C291E037FAB}" dt="2023-08-12T19:48:11.356" v="886" actId="20577"/>
        <pc:sldMkLst>
          <pc:docMk/>
          <pc:sldMk cId="1265939544" sldId="299"/>
        </pc:sldMkLst>
      </pc:sldChg>
      <pc:sldChg chg="addSp delSp modSp mod chgLayout">
        <pc:chgData name="Majumdar, Abhijan (Cognizant)" userId="4bb79d37-e6fa-4d15-9b62-cf35cbb2da07" providerId="ADAL" clId="{161B267E-7515-473F-9A73-2C291E037FAB}" dt="2023-08-12T19:47:35.343" v="872" actId="20577"/>
        <pc:sldMkLst>
          <pc:docMk/>
          <pc:sldMk cId="4272891203" sldId="300"/>
        </pc:sldMkLst>
      </pc:sldChg>
      <pc:sldChg chg="addSp delSp modSp mod modClrScheme chgLayout">
        <pc:chgData name="Majumdar, Abhijan (Cognizant)" userId="4bb79d37-e6fa-4d15-9b62-cf35cbb2da07" providerId="ADAL" clId="{161B267E-7515-473F-9A73-2C291E037FAB}" dt="2023-08-12T19:47:07.117" v="861" actId="20577"/>
        <pc:sldMkLst>
          <pc:docMk/>
          <pc:sldMk cId="2154934434" sldId="301"/>
        </pc:sldMkLst>
      </pc:sldChg>
      <pc:sldChg chg="addSp delSp modSp mod chgLayout">
        <pc:chgData name="Majumdar, Abhijan (Cognizant)" userId="4bb79d37-e6fa-4d15-9b62-cf35cbb2da07" providerId="ADAL" clId="{161B267E-7515-473F-9A73-2C291E037FAB}" dt="2023-08-12T19:46:32.922" v="848" actId="20577"/>
        <pc:sldMkLst>
          <pc:docMk/>
          <pc:sldMk cId="1575441341" sldId="302"/>
        </pc:sldMkLst>
      </pc:sldChg>
      <pc:sldChg chg="modSp mod chgLayout">
        <pc:chgData name="Majumdar, Abhijan (Cognizant)" userId="4bb79d37-e6fa-4d15-9b62-cf35cbb2da07" providerId="ADAL" clId="{161B267E-7515-473F-9A73-2C291E037FAB}" dt="2023-08-12T19:48:30.743" v="895" actId="20577"/>
        <pc:sldMkLst>
          <pc:docMk/>
          <pc:sldMk cId="1743837846" sldId="303"/>
        </pc:sldMkLst>
      </pc:sldChg>
      <pc:sldChg chg="modSp mod chgLayout">
        <pc:chgData name="Majumdar, Abhijan (Cognizant)" userId="4bb79d37-e6fa-4d15-9b62-cf35cbb2da07" providerId="ADAL" clId="{161B267E-7515-473F-9A73-2C291E037FAB}" dt="2023-08-12T19:55:51.605" v="1051" actId="20577"/>
        <pc:sldMkLst>
          <pc:docMk/>
          <pc:sldMk cId="2252242045" sldId="304"/>
        </pc:sldMkLst>
      </pc:sldChg>
      <pc:sldChg chg="modSp mod chgLayout">
        <pc:chgData name="Majumdar, Abhijan (Cognizant)" userId="4bb79d37-e6fa-4d15-9b62-cf35cbb2da07" providerId="ADAL" clId="{161B267E-7515-473F-9A73-2C291E037FAB}" dt="2023-08-12T19:54:42.225" v="1024" actId="20577"/>
        <pc:sldMkLst>
          <pc:docMk/>
          <pc:sldMk cId="2947841386" sldId="305"/>
        </pc:sldMkLst>
      </pc:sldChg>
      <pc:sldChg chg="modSp mod chgLayout">
        <pc:chgData name="Majumdar, Abhijan (Cognizant)" userId="4bb79d37-e6fa-4d15-9b62-cf35cbb2da07" providerId="ADAL" clId="{161B267E-7515-473F-9A73-2C291E037FAB}" dt="2023-08-12T19:54:05.607" v="1011" actId="20577"/>
        <pc:sldMkLst>
          <pc:docMk/>
          <pc:sldMk cId="4287966331" sldId="306"/>
        </pc:sldMkLst>
      </pc:sldChg>
      <pc:sldChg chg="modSp mod chgLayout">
        <pc:chgData name="Majumdar, Abhijan (Cognizant)" userId="4bb79d37-e6fa-4d15-9b62-cf35cbb2da07" providerId="ADAL" clId="{161B267E-7515-473F-9A73-2C291E037FAB}" dt="2023-08-12T19:53:43.040" v="996" actId="20577"/>
        <pc:sldMkLst>
          <pc:docMk/>
          <pc:sldMk cId="4185868270" sldId="307"/>
        </pc:sldMkLst>
      </pc:sldChg>
      <pc:sldChg chg="addSp delSp modSp mod chgLayout">
        <pc:chgData name="Majumdar, Abhijan (Cognizant)" userId="4bb79d37-e6fa-4d15-9b62-cf35cbb2da07" providerId="ADAL" clId="{161B267E-7515-473F-9A73-2C291E037FAB}" dt="2023-08-12T19:51:50.056" v="967" actId="20577"/>
        <pc:sldMkLst>
          <pc:docMk/>
          <pc:sldMk cId="4021002211" sldId="308"/>
        </pc:sldMkLst>
      </pc:sldChg>
      <pc:sldChg chg="modSp mod chgLayout">
        <pc:chgData name="Majumdar, Abhijan (Cognizant)" userId="4bb79d37-e6fa-4d15-9b62-cf35cbb2da07" providerId="ADAL" clId="{161B267E-7515-473F-9A73-2C291E037FAB}" dt="2023-08-12T19:51:25.043" v="954" actId="20577"/>
        <pc:sldMkLst>
          <pc:docMk/>
          <pc:sldMk cId="3509951447" sldId="309"/>
        </pc:sldMkLst>
      </pc:sldChg>
      <pc:sldChg chg="addSp delSp modSp mod chgLayout">
        <pc:chgData name="Majumdar, Abhijan (Cognizant)" userId="4bb79d37-e6fa-4d15-9b62-cf35cbb2da07" providerId="ADAL" clId="{161B267E-7515-473F-9A73-2C291E037FAB}" dt="2023-08-12T19:50:35.785" v="936" actId="20577"/>
        <pc:sldMkLst>
          <pc:docMk/>
          <pc:sldMk cId="1245728596" sldId="310"/>
        </pc:sldMkLst>
      </pc:sldChg>
      <pc:sldChg chg="modSp mod chgLayout">
        <pc:chgData name="Majumdar, Abhijan (Cognizant)" userId="4bb79d37-e6fa-4d15-9b62-cf35cbb2da07" providerId="ADAL" clId="{161B267E-7515-473F-9A73-2C291E037FAB}" dt="2023-08-12T19:49:54.436" v="921" actId="20577"/>
        <pc:sldMkLst>
          <pc:docMk/>
          <pc:sldMk cId="627145845" sldId="311"/>
        </pc:sldMkLst>
      </pc:sldChg>
      <pc:sldChg chg="modSp mod chgLayout">
        <pc:chgData name="Majumdar, Abhijan (Cognizant)" userId="4bb79d37-e6fa-4d15-9b62-cf35cbb2da07" providerId="ADAL" clId="{161B267E-7515-473F-9A73-2C291E037FAB}" dt="2023-08-12T19:55:56.725" v="1052" actId="20577"/>
        <pc:sldMkLst>
          <pc:docMk/>
          <pc:sldMk cId="2943058493" sldId="312"/>
        </pc:sldMkLst>
      </pc:sldChg>
      <pc:sldChg chg="modSp mod chgLayout">
        <pc:chgData name="Majumdar, Abhijan (Cognizant)" userId="4bb79d37-e6fa-4d15-9b62-cf35cbb2da07" providerId="ADAL" clId="{161B267E-7515-473F-9A73-2C291E037FAB}" dt="2023-08-12T19:31:33.632" v="557" actId="20577"/>
        <pc:sldMkLst>
          <pc:docMk/>
          <pc:sldMk cId="3321258770" sldId="313"/>
        </pc:sldMkLst>
      </pc:sldChg>
      <pc:sldChg chg="modSp mod modClrScheme chgLayout">
        <pc:chgData name="Majumdar, Abhijan (Cognizant)" userId="4bb79d37-e6fa-4d15-9b62-cf35cbb2da07" providerId="ADAL" clId="{161B267E-7515-473F-9A73-2C291E037FAB}" dt="2023-08-12T20:10:57.869" v="1257" actId="20577"/>
        <pc:sldMkLst>
          <pc:docMk/>
          <pc:sldMk cId="2876242239" sldId="314"/>
        </pc:sldMkLst>
      </pc:sldChg>
      <pc:sldChg chg="modSp mod chgLayout">
        <pc:chgData name="Majumdar, Abhijan (Cognizant)" userId="4bb79d37-e6fa-4d15-9b62-cf35cbb2da07" providerId="ADAL" clId="{161B267E-7515-473F-9A73-2C291E037FAB}" dt="2023-08-12T20:13:06.177" v="1283" actId="20577"/>
        <pc:sldMkLst>
          <pc:docMk/>
          <pc:sldMk cId="3667985181" sldId="318"/>
        </pc:sldMkLst>
      </pc:sldChg>
      <pc:sldChg chg="addSp delSp modSp mod chgLayout">
        <pc:chgData name="Majumdar, Abhijan (Cognizant)" userId="4bb79d37-e6fa-4d15-9b62-cf35cbb2da07" providerId="ADAL" clId="{161B267E-7515-473F-9A73-2C291E037FAB}" dt="2023-08-12T19:41:43.463" v="774" actId="20577"/>
        <pc:sldMkLst>
          <pc:docMk/>
          <pc:sldMk cId="3612478872" sldId="319"/>
        </pc:sldMkLst>
      </pc:sldChg>
      <pc:sldChg chg="delSp modSp mod modClrScheme chgLayout">
        <pc:chgData name="Majumdar, Abhijan (Cognizant)" userId="4bb79d37-e6fa-4d15-9b62-cf35cbb2da07" providerId="ADAL" clId="{161B267E-7515-473F-9A73-2C291E037FAB}" dt="2023-08-12T20:11:03.266" v="1259" actId="20577"/>
        <pc:sldMkLst>
          <pc:docMk/>
          <pc:sldMk cId="2342038391" sldId="323"/>
        </pc:sldMkLst>
      </pc:sldChg>
      <pc:sldChg chg="modSp mod chgLayout">
        <pc:chgData name="Majumdar, Abhijan (Cognizant)" userId="4bb79d37-e6fa-4d15-9b62-cf35cbb2da07" providerId="ADAL" clId="{161B267E-7515-473F-9A73-2C291E037FAB}" dt="2023-08-12T19:29:56.707" v="518" actId="20577"/>
        <pc:sldMkLst>
          <pc:docMk/>
          <pc:sldMk cId="3274526958" sldId="324"/>
        </pc:sldMkLst>
      </pc:sldChg>
      <pc:sldChg chg="addSp delSp modSp mod modClrScheme chgLayout">
        <pc:chgData name="Majumdar, Abhijan (Cognizant)" userId="4bb79d37-e6fa-4d15-9b62-cf35cbb2da07" providerId="ADAL" clId="{161B267E-7515-473F-9A73-2C291E037FAB}" dt="2023-08-12T19:32:31.559" v="576" actId="20577"/>
        <pc:sldMkLst>
          <pc:docMk/>
          <pc:sldMk cId="3295886158" sldId="325"/>
        </pc:sldMkLst>
      </pc:sldChg>
      <pc:sldChg chg="addSp delSp modSp mod modClrScheme chgLayout">
        <pc:chgData name="Majumdar, Abhijan (Cognizant)" userId="4bb79d37-e6fa-4d15-9b62-cf35cbb2da07" providerId="ADAL" clId="{161B267E-7515-473F-9A73-2C291E037FAB}" dt="2023-08-12T19:35:26.734" v="635" actId="20577"/>
        <pc:sldMkLst>
          <pc:docMk/>
          <pc:sldMk cId="4131926853" sldId="326"/>
        </pc:sldMkLst>
      </pc:sldChg>
      <pc:sldChg chg="addSp delSp modSp mod modClrScheme chgLayout">
        <pc:chgData name="Majumdar, Abhijan (Cognizant)" userId="4bb79d37-e6fa-4d15-9b62-cf35cbb2da07" providerId="ADAL" clId="{161B267E-7515-473F-9A73-2C291E037FAB}" dt="2023-08-12T19:39:43.603" v="731" actId="20577"/>
        <pc:sldMkLst>
          <pc:docMk/>
          <pc:sldMk cId="340867687" sldId="327"/>
        </pc:sldMkLst>
      </pc:sldChg>
      <pc:sldChg chg="addSp delSp modSp mod modClrScheme chgLayout">
        <pc:chgData name="Majumdar, Abhijan (Cognizant)" userId="4bb79d37-e6fa-4d15-9b62-cf35cbb2da07" providerId="ADAL" clId="{161B267E-7515-473F-9A73-2C291E037FAB}" dt="2023-08-12T19:49:22.368" v="909" actId="20577"/>
        <pc:sldMkLst>
          <pc:docMk/>
          <pc:sldMk cId="2974550272" sldId="328"/>
        </pc:sldMkLst>
      </pc:sldChg>
      <pc:sldChg chg="addSp delSp modSp mod modClrScheme chgLayout">
        <pc:chgData name="Majumdar, Abhijan (Cognizant)" userId="4bb79d37-e6fa-4d15-9b62-cf35cbb2da07" providerId="ADAL" clId="{161B267E-7515-473F-9A73-2C291E037FAB}" dt="2023-08-12T19:52:48.583" v="986" actId="20577"/>
        <pc:sldMkLst>
          <pc:docMk/>
          <pc:sldMk cId="3765200679" sldId="329"/>
        </pc:sldMkLst>
      </pc:sldChg>
      <pc:sldChg chg="modSp mod modClrScheme chgLayout">
        <pc:chgData name="Majumdar, Abhijan (Cognizant)" userId="4bb79d37-e6fa-4d15-9b62-cf35cbb2da07" providerId="ADAL" clId="{161B267E-7515-473F-9A73-2C291E037FAB}" dt="2023-08-12T20:10:32.410" v="1243" actId="20577"/>
        <pc:sldMkLst>
          <pc:docMk/>
          <pc:sldMk cId="1928411231" sldId="330"/>
        </pc:sldMkLst>
      </pc:sldChg>
      <pc:sldChg chg="modSp mod modClrScheme chgLayout">
        <pc:chgData name="Majumdar, Abhijan (Cognizant)" userId="4bb79d37-e6fa-4d15-9b62-cf35cbb2da07" providerId="ADAL" clId="{161B267E-7515-473F-9A73-2C291E037FAB}" dt="2023-08-12T20:10:35.851" v="1245" actId="20577"/>
        <pc:sldMkLst>
          <pc:docMk/>
          <pc:sldMk cId="3011614243" sldId="331"/>
        </pc:sldMkLst>
      </pc:sldChg>
      <pc:sldChg chg="modSp mod modClrScheme chgLayout">
        <pc:chgData name="Majumdar, Abhijan (Cognizant)" userId="4bb79d37-e6fa-4d15-9b62-cf35cbb2da07" providerId="ADAL" clId="{161B267E-7515-473F-9A73-2C291E037FAB}" dt="2023-08-12T20:10:42.234" v="1249" actId="20577"/>
        <pc:sldMkLst>
          <pc:docMk/>
          <pc:sldMk cId="2157026638" sldId="332"/>
        </pc:sldMkLst>
      </pc:sldChg>
      <pc:sldChg chg="modSp mod modClrScheme chgLayout">
        <pc:chgData name="Majumdar, Abhijan (Cognizant)" userId="4bb79d37-e6fa-4d15-9b62-cf35cbb2da07" providerId="ADAL" clId="{161B267E-7515-473F-9A73-2C291E037FAB}" dt="2023-08-12T20:10:46.232" v="1251" actId="20577"/>
        <pc:sldMkLst>
          <pc:docMk/>
          <pc:sldMk cId="1444624211" sldId="333"/>
        </pc:sldMkLst>
      </pc:sldChg>
      <pc:sldChg chg="modSp mod modClrScheme chgLayout">
        <pc:chgData name="Majumdar, Abhijan (Cognizant)" userId="4bb79d37-e6fa-4d15-9b62-cf35cbb2da07" providerId="ADAL" clId="{161B267E-7515-473F-9A73-2C291E037FAB}" dt="2023-08-12T20:10:50.259" v="1253" actId="20577"/>
        <pc:sldMkLst>
          <pc:docMk/>
          <pc:sldMk cId="854224158" sldId="334"/>
        </pc:sldMkLst>
      </pc:sldChg>
      <pc:sldChg chg="modSp mod chgLayout">
        <pc:chgData name="Majumdar, Abhijan (Cognizant)" userId="4bb79d37-e6fa-4d15-9b62-cf35cbb2da07" providerId="ADAL" clId="{161B267E-7515-473F-9A73-2C291E037FAB}" dt="2023-08-12T19:33:29.667" v="596" actId="1076"/>
        <pc:sldMkLst>
          <pc:docMk/>
          <pc:sldMk cId="1608728251" sldId="335"/>
        </pc:sldMkLst>
      </pc:sldChg>
      <pc:sldChg chg="addSp delSp modSp mod chgLayout">
        <pc:chgData name="Majumdar, Abhijan (Cognizant)" userId="4bb79d37-e6fa-4d15-9b62-cf35cbb2da07" providerId="ADAL" clId="{161B267E-7515-473F-9A73-2C291E037FAB}" dt="2023-08-12T19:46:07.495" v="837" actId="20577"/>
        <pc:sldMkLst>
          <pc:docMk/>
          <pc:sldMk cId="1457964216" sldId="336"/>
        </pc:sldMkLst>
      </pc:sldChg>
      <pc:sldChg chg="addSp delSp modSp mod modClrScheme chgLayout">
        <pc:chgData name="Majumdar, Abhijan (Cognizant)" userId="4bb79d37-e6fa-4d15-9b62-cf35cbb2da07" providerId="ADAL" clId="{161B267E-7515-473F-9A73-2C291E037FAB}" dt="2023-08-12T19:56:27.792" v="1062" actId="20577"/>
        <pc:sldMkLst>
          <pc:docMk/>
          <pc:sldMk cId="549119314" sldId="337"/>
        </pc:sldMkLst>
      </pc:sldChg>
      <pc:sldChg chg="modSp mod chgLayout">
        <pc:chgData name="Majumdar, Abhijan (Cognizant)" userId="4bb79d37-e6fa-4d15-9b62-cf35cbb2da07" providerId="ADAL" clId="{161B267E-7515-473F-9A73-2C291E037FAB}" dt="2023-08-12T19:57:16.567" v="1075" actId="20577"/>
        <pc:sldMkLst>
          <pc:docMk/>
          <pc:sldMk cId="1943811851" sldId="338"/>
        </pc:sldMkLst>
      </pc:sldChg>
      <pc:sldChg chg="modSp mod chgLayout">
        <pc:chgData name="Majumdar, Abhijan (Cognizant)" userId="4bb79d37-e6fa-4d15-9b62-cf35cbb2da07" providerId="ADAL" clId="{161B267E-7515-473F-9A73-2C291E037FAB}" dt="2023-08-12T19:58:43.154" v="1110" actId="1076"/>
        <pc:sldMkLst>
          <pc:docMk/>
          <pc:sldMk cId="977469227" sldId="339"/>
        </pc:sldMkLst>
      </pc:sldChg>
      <pc:sldChg chg="modSp mod chgLayout">
        <pc:chgData name="Majumdar, Abhijan (Cognizant)" userId="4bb79d37-e6fa-4d15-9b62-cf35cbb2da07" providerId="ADAL" clId="{161B267E-7515-473F-9A73-2C291E037FAB}" dt="2023-08-12T19:57:37.066" v="1084" actId="20577"/>
        <pc:sldMkLst>
          <pc:docMk/>
          <pc:sldMk cId="8182401" sldId="340"/>
        </pc:sldMkLst>
      </pc:sldChg>
      <pc:sldChg chg="addSp delSp modSp add mod chgLayout">
        <pc:chgData name="Majumdar, Abhijan (Cognizant)" userId="4bb79d37-e6fa-4d15-9b62-cf35cbb2da07" providerId="ADAL" clId="{161B267E-7515-473F-9A73-2C291E037FAB}" dt="2023-08-12T19:34:28.400" v="614" actId="20577"/>
        <pc:sldMkLst>
          <pc:docMk/>
          <pc:sldMk cId="2589940137" sldId="341"/>
        </pc:sldMkLst>
      </pc:sldChg>
      <pc:sldChg chg="modSp add mod">
        <pc:chgData name="Majumdar, Abhijan (Cognizant)" userId="4bb79d37-e6fa-4d15-9b62-cf35cbb2da07" providerId="ADAL" clId="{161B267E-7515-473F-9A73-2C291E037FAB}" dt="2023-08-12T19:28:02.732" v="485" actId="1076"/>
        <pc:sldMkLst>
          <pc:docMk/>
          <pc:sldMk cId="2682367817" sldId="342"/>
        </pc:sldMkLst>
      </pc:sldChg>
      <pc:sldChg chg="modSp add mod">
        <pc:chgData name="Majumdar, Abhijan (Cognizant)" userId="4bb79d37-e6fa-4d15-9b62-cf35cbb2da07" providerId="ADAL" clId="{161B267E-7515-473F-9A73-2C291E037FAB}" dt="2023-08-12T19:29:12.658" v="505" actId="20577"/>
        <pc:sldMkLst>
          <pc:docMk/>
          <pc:sldMk cId="2309930151" sldId="343"/>
        </pc:sldMkLst>
      </pc:sldChg>
      <pc:sldChg chg="add del">
        <pc:chgData name="Majumdar, Abhijan (Cognizant)" userId="4bb79d37-e6fa-4d15-9b62-cf35cbb2da07" providerId="ADAL" clId="{161B267E-7515-473F-9A73-2C291E037FAB}" dt="2023-08-12T19:30:07.867" v="519" actId="47"/>
        <pc:sldMkLst>
          <pc:docMk/>
          <pc:sldMk cId="179362370" sldId="344"/>
        </pc:sldMkLst>
      </pc:sldChg>
      <pc:sldChg chg="add del">
        <pc:chgData name="Majumdar, Abhijan (Cognizant)" userId="4bb79d37-e6fa-4d15-9b62-cf35cbb2da07" providerId="ADAL" clId="{161B267E-7515-473F-9A73-2C291E037FAB}" dt="2023-08-12T19:59:40.515" v="1113" actId="47"/>
        <pc:sldMkLst>
          <pc:docMk/>
          <pc:sldMk cId="1905292904" sldId="344"/>
        </pc:sldMkLst>
      </pc:sldChg>
      <pc:sldChg chg="modSp add mod">
        <pc:chgData name="Majumdar, Abhijan (Cognizant)" userId="4bb79d37-e6fa-4d15-9b62-cf35cbb2da07" providerId="ADAL" clId="{161B267E-7515-473F-9A73-2C291E037FAB}" dt="2023-08-12T20:09:04.458" v="1230"/>
        <pc:sldMkLst>
          <pc:docMk/>
          <pc:sldMk cId="2921011842" sldId="344"/>
        </pc:sldMkLst>
      </pc:sldChg>
      <pc:sldChg chg="add del">
        <pc:chgData name="Majumdar, Abhijan (Cognizant)" userId="4bb79d37-e6fa-4d15-9b62-cf35cbb2da07" providerId="ADAL" clId="{161B267E-7515-473F-9A73-2C291E037FAB}" dt="2023-08-12T20:07:35.997" v="1204" actId="47"/>
        <pc:sldMkLst>
          <pc:docMk/>
          <pc:sldMk cId="3541999765" sldId="344"/>
        </pc:sldMkLst>
      </pc:sldChg>
      <pc:sldChg chg="add del">
        <pc:chgData name="Majumdar, Abhijan (Cognizant)" userId="4bb79d37-e6fa-4d15-9b62-cf35cbb2da07" providerId="ADAL" clId="{161B267E-7515-473F-9A73-2C291E037FAB}" dt="2023-08-12T20:01:08.030" v="1128" actId="47"/>
        <pc:sldMkLst>
          <pc:docMk/>
          <pc:sldMk cId="3674595698" sldId="344"/>
        </pc:sldMkLst>
      </pc:sldChg>
      <pc:sldMasterChg chg="add del addSldLayout delSldLayout">
        <pc:chgData name="Majumdar, Abhijan (Cognizant)" userId="4bb79d37-e6fa-4d15-9b62-cf35cbb2da07" providerId="ADAL" clId="{161B267E-7515-473F-9A73-2C291E037FAB}" dt="2023-08-12T20:07:02.549" v="1194" actId="27028"/>
        <pc:sldMasterMkLst>
          <pc:docMk/>
          <pc:sldMasterMk cId="216168790" sldId="2147483648"/>
        </pc:sldMasterMkLst>
        <pc:sldLayoutChg chg="add del">
          <pc:chgData name="Majumdar, Abhijan (Cognizant)" userId="4bb79d37-e6fa-4d15-9b62-cf35cbb2da07" providerId="ADAL" clId="{161B267E-7515-473F-9A73-2C291E037FAB}" dt="2023-08-12T20:07:02.549" v="1194" actId="27028"/>
          <pc:sldLayoutMkLst>
            <pc:docMk/>
            <pc:sldMasterMk cId="216168790" sldId="2147483648"/>
            <pc:sldLayoutMk cId="1260293168" sldId="2147483817"/>
          </pc:sldLayoutMkLst>
        </pc:sldLayoutChg>
      </pc:sldMasterChg>
      <pc:sldMasterChg chg="addSldLayout delSldLayout modSldLayout">
        <pc:chgData name="Majumdar, Abhijan (Cognizant)" userId="4bb79d37-e6fa-4d15-9b62-cf35cbb2da07" providerId="ADAL" clId="{161B267E-7515-473F-9A73-2C291E037FAB}" dt="2023-08-12T20:09:06.633" v="1231" actId="47"/>
        <pc:sldMasterMkLst>
          <pc:docMk/>
          <pc:sldMasterMk cId="440358670" sldId="2147483674"/>
        </pc:sldMasterMkLst>
        <pc:sldLayoutChg chg="del">
          <pc:chgData name="Majumdar, Abhijan (Cognizant)" userId="4bb79d37-e6fa-4d15-9b62-cf35cbb2da07" providerId="ADAL" clId="{161B267E-7515-473F-9A73-2C291E037FAB}" dt="2023-08-12T19:29:16.391" v="506" actId="47"/>
          <pc:sldLayoutMkLst>
            <pc:docMk/>
            <pc:sldMasterMk cId="440358670" sldId="2147483674"/>
            <pc:sldLayoutMk cId="0" sldId="2147483690"/>
          </pc:sldLayoutMkLst>
        </pc:sldLayoutChg>
        <pc:sldLayoutChg chg="del">
          <pc:chgData name="Majumdar, Abhijan (Cognizant)" userId="4bb79d37-e6fa-4d15-9b62-cf35cbb2da07" providerId="ADAL" clId="{161B267E-7515-473F-9A73-2C291E037FAB}" dt="2023-08-12T20:09:06.633" v="1231" actId="47"/>
          <pc:sldLayoutMkLst>
            <pc:docMk/>
            <pc:sldMasterMk cId="440358670" sldId="2147483674"/>
            <pc:sldLayoutMk cId="0" sldId="2147483692"/>
          </pc:sldLayoutMkLst>
        </pc:sldLayoutChg>
        <pc:sldLayoutChg chg="add">
          <pc:chgData name="Majumdar, Abhijan (Cognizant)" userId="4bb79d37-e6fa-4d15-9b62-cf35cbb2da07" providerId="ADAL" clId="{161B267E-7515-473F-9A73-2C291E037FAB}" dt="2023-08-12T19:27:43.885" v="481" actId="27028"/>
          <pc:sldLayoutMkLst>
            <pc:docMk/>
            <pc:sldMasterMk cId="440358670" sldId="2147483674"/>
            <pc:sldLayoutMk cId="2871592216" sldId="2147483694"/>
          </pc:sldLayoutMkLst>
        </pc:sldLayoutChg>
        <pc:sldLayoutChg chg="add">
          <pc:chgData name="Majumdar, Abhijan (Cognizant)" userId="4bb79d37-e6fa-4d15-9b62-cf35cbb2da07" providerId="ADAL" clId="{161B267E-7515-473F-9A73-2C291E037FAB}" dt="2023-08-12T19:28:22.954" v="487" actId="27028"/>
          <pc:sldLayoutMkLst>
            <pc:docMk/>
            <pc:sldMasterMk cId="440358670" sldId="2147483674"/>
            <pc:sldLayoutMk cId="1770713744" sldId="2147483695"/>
          </pc:sldLayoutMkLst>
        </pc:sldLayoutChg>
        <pc:sldLayoutChg chg="replId">
          <pc:chgData name="Majumdar, Abhijan (Cognizant)" userId="4bb79d37-e6fa-4d15-9b62-cf35cbb2da07" providerId="ADAL" clId="{161B267E-7515-473F-9A73-2C291E037FAB}" dt="2023-08-12T19:28:22.954" v="487" actId="27028"/>
          <pc:sldLayoutMkLst>
            <pc:docMk/>
            <pc:sldMasterMk cId="440358670" sldId="2147483674"/>
            <pc:sldLayoutMk cId="3219230857" sldId="2147483696"/>
          </pc:sldLayoutMkLst>
        </pc:sldLayoutChg>
      </pc:sldMasterChg>
      <pc:sldMasterChg chg="add addSldLayout">
        <pc:chgData name="Majumdar, Abhijan (Cognizant)" userId="4bb79d37-e6fa-4d15-9b62-cf35cbb2da07" providerId="ADAL" clId="{161B267E-7515-473F-9A73-2C291E037FAB}" dt="2023-08-12T20:00:06.841" v="1114" actId="27028"/>
        <pc:sldMasterMkLst>
          <pc:docMk/>
          <pc:sldMasterMk cId="3433887231" sldId="2147483819"/>
        </pc:sldMasterMkLst>
        <pc:sldLayoutChg chg="add">
          <pc:chgData name="Majumdar, Abhijan (Cognizant)" userId="4bb79d37-e6fa-4d15-9b62-cf35cbb2da07" providerId="ADAL" clId="{161B267E-7515-473F-9A73-2C291E037FAB}" dt="2023-08-12T20:00:06.841" v="1114" actId="27028"/>
          <pc:sldLayoutMkLst>
            <pc:docMk/>
            <pc:sldMasterMk cId="3433887231" sldId="2147483819"/>
            <pc:sldLayoutMk cId="799818550" sldId="214748382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69E23C-C97D-4126-B6B8-8D2CC63A6FB1}" type="doc">
      <dgm:prSet loTypeId="urn:microsoft.com/office/officeart/2005/8/layout/hProcess4" loCatId="process" qsTypeId="urn:microsoft.com/office/officeart/2005/8/quickstyle/3d1" qsCatId="3D" csTypeId="urn:microsoft.com/office/officeart/2005/8/colors/colorful1" csCatId="colorful" phldr="1"/>
      <dgm:spPr/>
      <dgm:t>
        <a:bodyPr/>
        <a:lstStyle/>
        <a:p>
          <a:endParaRPr lang="en-US"/>
        </a:p>
      </dgm:t>
    </dgm:pt>
    <dgm:pt modelId="{0B33D158-312D-4F7F-8471-F02629D7215B}">
      <dgm:prSet phldrT="[Text]" custT="1"/>
      <dgm:spPr>
        <a:solidFill>
          <a:schemeClr val="accent6">
            <a:lumMod val="75000"/>
          </a:schemeClr>
        </a:solidFill>
        <a:effectLst/>
        <a:scene3d>
          <a:camera prst="orthographicFront"/>
          <a:lightRig rig="flat" dir="t"/>
        </a:scene3d>
        <a:sp3d prstMaterial="plastic">
          <a:bevelB w="88900" h="31750" prst="angle"/>
        </a:sp3d>
      </dgm:spPr>
      <dgm:t>
        <a:bodyPr/>
        <a:lstStyle/>
        <a:p>
          <a:r>
            <a:rPr lang="en-US" sz="1400" b="1" dirty="0">
              <a:latin typeface="Arial" panose="020B0604020202020204" pitchFamily="34" charset="0"/>
              <a:cs typeface="Arial" panose="020B0604020202020204" pitchFamily="34" charset="0"/>
            </a:rPr>
            <a:t>ALLOWED_CALL_RECORD_TYPES</a:t>
          </a:r>
        </a:p>
      </dgm:t>
    </dgm:pt>
    <dgm:pt modelId="{CC479BAD-B2A9-4989-8D70-39AD0C73BE81}" type="parTrans" cxnId="{ABA26860-219D-47F1-A05A-37EE0F0EFDFB}">
      <dgm:prSet/>
      <dgm:spPr/>
      <dgm:t>
        <a:bodyPr/>
        <a:lstStyle/>
        <a:p>
          <a:endParaRPr lang="en-US"/>
        </a:p>
      </dgm:t>
    </dgm:pt>
    <dgm:pt modelId="{8E4AFCC2-F66F-439B-9AEF-66FD0B31E16F}" type="sibTrans" cxnId="{ABA26860-219D-47F1-A05A-37EE0F0EFDFB}">
      <dgm:prSet/>
      <dgm:spPr>
        <a:solidFill>
          <a:schemeClr val="accent6">
            <a:lumMod val="75000"/>
          </a:schemeClr>
        </a:solidFill>
      </dgm:spPr>
      <dgm:t>
        <a:bodyPr/>
        <a:lstStyle/>
        <a:p>
          <a:endParaRPr lang="en-US"/>
        </a:p>
      </dgm:t>
    </dgm:pt>
    <dgm:pt modelId="{43305B26-A411-46ED-B897-6FD12B6482A5}">
      <dgm:prSet phldrT="[Text]" custT="1"/>
      <dgm:spPr/>
      <dgm:t>
        <a:bodyPr/>
        <a:lstStyle/>
        <a:p>
          <a:r>
            <a:rPr lang="en-US" sz="1400" dirty="0">
              <a:latin typeface="Arial" panose="020B0604020202020204" pitchFamily="34" charset="0"/>
              <a:cs typeface="Arial" panose="020B0604020202020204" pitchFamily="34" charset="0"/>
            </a:rPr>
            <a:t>Use the this VEEVA Message/VEEVA Setting to configure – enter the account and call type labels</a:t>
          </a:r>
        </a:p>
      </dgm:t>
    </dgm:pt>
    <dgm:pt modelId="{F6DB5F1B-8ADC-43B6-9AF3-CEC0205D6F15}" type="parTrans" cxnId="{63D50ECB-CE2D-4D30-BEC8-01517981DA67}">
      <dgm:prSet/>
      <dgm:spPr/>
      <dgm:t>
        <a:bodyPr/>
        <a:lstStyle/>
        <a:p>
          <a:endParaRPr lang="en-US"/>
        </a:p>
      </dgm:t>
    </dgm:pt>
    <dgm:pt modelId="{7960B5A9-1C8B-437D-AF6C-25C5F23C4AA0}" type="sibTrans" cxnId="{63D50ECB-CE2D-4D30-BEC8-01517981DA67}">
      <dgm:prSet/>
      <dgm:spPr/>
      <dgm:t>
        <a:bodyPr/>
        <a:lstStyle/>
        <a:p>
          <a:endParaRPr lang="en-US"/>
        </a:p>
      </dgm:t>
    </dgm:pt>
    <dgm:pt modelId="{8E8A8A55-7F3C-4DDC-9B1C-F987635A7AF1}">
      <dgm:prSet phldrT="[Text]" custT="1"/>
      <dgm:spPr>
        <a:solidFill>
          <a:schemeClr val="accent6">
            <a:lumMod val="75000"/>
          </a:schemeClr>
        </a:solidFill>
        <a:effectLst/>
        <a:scene3d>
          <a:camera prst="orthographicFront"/>
          <a:lightRig rig="flat" dir="t"/>
        </a:scene3d>
        <a:sp3d prstMaterial="plastic">
          <a:bevelB w="88900" h="31750" prst="angle"/>
        </a:sp3d>
      </dgm:spPr>
      <dgm:t>
        <a:bodyPr/>
        <a:lstStyle/>
        <a:p>
          <a:r>
            <a:rPr lang="en-US" sz="1400" b="1" dirty="0">
              <a:latin typeface="Arial" panose="020B0604020202020204" pitchFamily="34" charset="0"/>
              <a:cs typeface="Arial" panose="020B0604020202020204" pitchFamily="34" charset="0"/>
            </a:rPr>
            <a:t>Hospital_vod,Call Report_vod;;</a:t>
          </a:r>
        </a:p>
      </dgm:t>
    </dgm:pt>
    <dgm:pt modelId="{C27DA480-41D9-4B32-9A1A-618015C00228}" type="parTrans" cxnId="{09C52520-9A6F-4CE6-B0C9-55084EB21BF7}">
      <dgm:prSet/>
      <dgm:spPr/>
      <dgm:t>
        <a:bodyPr/>
        <a:lstStyle/>
        <a:p>
          <a:endParaRPr lang="en-US"/>
        </a:p>
      </dgm:t>
    </dgm:pt>
    <dgm:pt modelId="{8382618D-02C4-4507-A44F-578576D6C9EF}" type="sibTrans" cxnId="{09C52520-9A6F-4CE6-B0C9-55084EB21BF7}">
      <dgm:prSet/>
      <dgm:spPr>
        <a:solidFill>
          <a:schemeClr val="accent6">
            <a:lumMod val="75000"/>
          </a:schemeClr>
        </a:solidFill>
      </dgm:spPr>
      <dgm:t>
        <a:bodyPr/>
        <a:lstStyle/>
        <a:p>
          <a:endParaRPr lang="en-US"/>
        </a:p>
      </dgm:t>
    </dgm:pt>
    <dgm:pt modelId="{4E8FF49B-6493-4BEF-9E9E-44684740EBEC}">
      <dgm:prSet phldrT="[Text]" custT="1"/>
      <dgm:spPr/>
      <dgm:t>
        <a:bodyPr/>
        <a:lstStyle/>
        <a:p>
          <a:r>
            <a:rPr lang="en-US" sz="1400" dirty="0">
              <a:latin typeface="Arial" panose="020B0604020202020204" pitchFamily="34" charset="0"/>
              <a:cs typeface="Arial" panose="020B0604020202020204" pitchFamily="34" charset="0"/>
            </a:rPr>
            <a:t>E.g. For Hospital Accounts, only allow calls of type Call Report</a:t>
          </a:r>
        </a:p>
      </dgm:t>
    </dgm:pt>
    <dgm:pt modelId="{1C773438-E66C-45E3-80A1-ECA716DE6C80}" type="parTrans" cxnId="{D3647CAE-E7F5-4BFD-9279-B527079DD5FB}">
      <dgm:prSet/>
      <dgm:spPr/>
      <dgm:t>
        <a:bodyPr/>
        <a:lstStyle/>
        <a:p>
          <a:endParaRPr lang="en-US"/>
        </a:p>
      </dgm:t>
    </dgm:pt>
    <dgm:pt modelId="{826A2F3E-A012-4C4F-9360-7BF9334369DC}" type="sibTrans" cxnId="{D3647CAE-E7F5-4BFD-9279-B527079DD5FB}">
      <dgm:prSet/>
      <dgm:spPr/>
      <dgm:t>
        <a:bodyPr/>
        <a:lstStyle/>
        <a:p>
          <a:endParaRPr lang="en-US"/>
        </a:p>
      </dgm:t>
    </dgm:pt>
    <dgm:pt modelId="{4CBF31D7-C495-4ED1-8123-7C6F1F640C59}">
      <dgm:prSet phldrT="[Text]" custT="1"/>
      <dgm:spPr>
        <a:solidFill>
          <a:schemeClr val="accent6">
            <a:lumMod val="75000"/>
          </a:schemeClr>
        </a:solidFill>
        <a:effectLst/>
        <a:scene3d>
          <a:camera prst="orthographicFront"/>
          <a:lightRig rig="flat" dir="t"/>
        </a:scene3d>
        <a:sp3d prstMaterial="plastic">
          <a:bevelB w="88900" h="31750" prst="angle"/>
        </a:sp3d>
      </dgm:spPr>
      <dgm:t>
        <a:bodyPr/>
        <a:lstStyle/>
        <a:p>
          <a:r>
            <a:rPr lang="en-US" sz="1400" b="1" dirty="0">
              <a:latin typeface="Arial" panose="020B0604020202020204" pitchFamily="34" charset="0"/>
              <a:cs typeface="Arial" panose="020B0604020202020204" pitchFamily="34" charset="0"/>
            </a:rPr>
            <a:t>Hospital Department_vod</a:t>
          </a:r>
          <a:r>
            <a:rPr lang="en-US" sz="1900" b="1" dirty="0"/>
            <a:t>;;</a:t>
          </a:r>
        </a:p>
      </dgm:t>
    </dgm:pt>
    <dgm:pt modelId="{42CB3092-8063-445A-B4EC-8FBCA00BDE0C}" type="parTrans" cxnId="{B7DCEF10-A555-425C-9491-CF3CBD3598A1}">
      <dgm:prSet/>
      <dgm:spPr/>
      <dgm:t>
        <a:bodyPr/>
        <a:lstStyle/>
        <a:p>
          <a:endParaRPr lang="en-US"/>
        </a:p>
      </dgm:t>
    </dgm:pt>
    <dgm:pt modelId="{28589C77-9A19-456E-81C0-5498CACFD8D0}" type="sibTrans" cxnId="{B7DCEF10-A555-425C-9491-CF3CBD3598A1}">
      <dgm:prSet/>
      <dgm:spPr/>
      <dgm:t>
        <a:bodyPr/>
        <a:lstStyle/>
        <a:p>
          <a:endParaRPr lang="en-US"/>
        </a:p>
      </dgm:t>
    </dgm:pt>
    <dgm:pt modelId="{944E48C6-3F31-4AA5-9CB4-304ACAE61C96}">
      <dgm:prSet phldrT="[Text]" custT="1"/>
      <dgm:spPr/>
      <dgm:t>
        <a:bodyPr/>
        <a:lstStyle/>
        <a:p>
          <a:r>
            <a:rPr lang="en-US" sz="1400" dirty="0">
              <a:latin typeface="Arial" panose="020B0604020202020204" pitchFamily="34" charset="0"/>
              <a:cs typeface="Arial" panose="020B0604020202020204" pitchFamily="34" charset="0"/>
            </a:rPr>
            <a:t>E.g. Prevent calls of any type from being recorded for Hospital Departments</a:t>
          </a:r>
        </a:p>
      </dgm:t>
    </dgm:pt>
    <dgm:pt modelId="{A5AFA170-321C-4F33-B7A9-00D266EE15DD}" type="parTrans" cxnId="{D138A7A1-3442-48F1-B421-ACC3AF120487}">
      <dgm:prSet/>
      <dgm:spPr/>
      <dgm:t>
        <a:bodyPr/>
        <a:lstStyle/>
        <a:p>
          <a:endParaRPr lang="en-US"/>
        </a:p>
      </dgm:t>
    </dgm:pt>
    <dgm:pt modelId="{11C613A2-910D-41E1-8831-E9FBE5CB75BA}" type="sibTrans" cxnId="{D138A7A1-3442-48F1-B421-ACC3AF120487}">
      <dgm:prSet/>
      <dgm:spPr/>
      <dgm:t>
        <a:bodyPr/>
        <a:lstStyle/>
        <a:p>
          <a:endParaRPr lang="en-US"/>
        </a:p>
      </dgm:t>
    </dgm:pt>
    <dgm:pt modelId="{D44154F0-F100-43D4-AAEC-73CDB92A58F0}" type="pres">
      <dgm:prSet presAssocID="{B469E23C-C97D-4126-B6B8-8D2CC63A6FB1}" presName="Name0" presStyleCnt="0">
        <dgm:presLayoutVars>
          <dgm:dir/>
          <dgm:animLvl val="lvl"/>
          <dgm:resizeHandles val="exact"/>
        </dgm:presLayoutVars>
      </dgm:prSet>
      <dgm:spPr/>
    </dgm:pt>
    <dgm:pt modelId="{3E8FD4A2-8DF5-4CB7-8DEA-E0C0CA1CA987}" type="pres">
      <dgm:prSet presAssocID="{B469E23C-C97D-4126-B6B8-8D2CC63A6FB1}" presName="tSp" presStyleCnt="0"/>
      <dgm:spPr/>
    </dgm:pt>
    <dgm:pt modelId="{C017E67E-E082-42AF-A0F3-A90AEB5B089F}" type="pres">
      <dgm:prSet presAssocID="{B469E23C-C97D-4126-B6B8-8D2CC63A6FB1}" presName="bSp" presStyleCnt="0"/>
      <dgm:spPr/>
    </dgm:pt>
    <dgm:pt modelId="{B83D825B-DE3B-4B90-A887-A45B065C5D61}" type="pres">
      <dgm:prSet presAssocID="{B469E23C-C97D-4126-B6B8-8D2CC63A6FB1}" presName="process" presStyleCnt="0"/>
      <dgm:spPr/>
    </dgm:pt>
    <dgm:pt modelId="{5CCC8953-A142-4EA5-A737-913DD7430525}" type="pres">
      <dgm:prSet presAssocID="{0B33D158-312D-4F7F-8471-F02629D7215B}" presName="composite1" presStyleCnt="0"/>
      <dgm:spPr/>
    </dgm:pt>
    <dgm:pt modelId="{896B5DCF-647F-42A6-B85E-7D1345079EEE}" type="pres">
      <dgm:prSet presAssocID="{0B33D158-312D-4F7F-8471-F02629D7215B}" presName="dummyNode1" presStyleLbl="node1" presStyleIdx="0" presStyleCnt="3"/>
      <dgm:spPr/>
    </dgm:pt>
    <dgm:pt modelId="{16FEC939-BEEC-4D49-8761-606A6FCFA37F}" type="pres">
      <dgm:prSet presAssocID="{0B33D158-312D-4F7F-8471-F02629D7215B}" presName="childNode1" presStyleLbl="bgAcc1" presStyleIdx="0" presStyleCnt="3" custScaleX="167196" custScaleY="124921" custLinFactNeighborX="-7447" custLinFactNeighborY="-37000">
        <dgm:presLayoutVars>
          <dgm:bulletEnabled val="1"/>
        </dgm:presLayoutVars>
      </dgm:prSet>
      <dgm:spPr/>
    </dgm:pt>
    <dgm:pt modelId="{0A73C08B-9CFA-4302-9DB0-A9485800211A}" type="pres">
      <dgm:prSet presAssocID="{0B33D158-312D-4F7F-8471-F02629D7215B}" presName="childNode1tx" presStyleLbl="bgAcc1" presStyleIdx="0" presStyleCnt="3">
        <dgm:presLayoutVars>
          <dgm:bulletEnabled val="1"/>
        </dgm:presLayoutVars>
      </dgm:prSet>
      <dgm:spPr/>
    </dgm:pt>
    <dgm:pt modelId="{3829A928-4918-490E-8C79-0C1A7CF9A7B6}" type="pres">
      <dgm:prSet presAssocID="{0B33D158-312D-4F7F-8471-F02629D7215B}" presName="parentNode1" presStyleLbl="node1" presStyleIdx="0" presStyleCnt="3" custScaleX="162580" custLinFactNeighborX="-38301">
        <dgm:presLayoutVars>
          <dgm:chMax val="1"/>
          <dgm:bulletEnabled val="1"/>
        </dgm:presLayoutVars>
      </dgm:prSet>
      <dgm:spPr/>
    </dgm:pt>
    <dgm:pt modelId="{BACFA02D-02E6-48EF-8DB0-9D1EBE4017E9}" type="pres">
      <dgm:prSet presAssocID="{0B33D158-312D-4F7F-8471-F02629D7215B}" presName="connSite1" presStyleCnt="0"/>
      <dgm:spPr/>
    </dgm:pt>
    <dgm:pt modelId="{F9E96CA5-B037-47DC-BD5E-21203749CC4D}" type="pres">
      <dgm:prSet presAssocID="{8E4AFCC2-F66F-439B-9AEF-66FD0B31E16F}" presName="Name9" presStyleLbl="sibTrans2D1" presStyleIdx="0" presStyleCnt="2" custScaleX="95424" custLinFactNeighborY="-5966"/>
      <dgm:spPr/>
    </dgm:pt>
    <dgm:pt modelId="{7BB1B7B8-67B0-416C-94EF-8CB68632B5C6}" type="pres">
      <dgm:prSet presAssocID="{8E8A8A55-7F3C-4DDC-9B1C-F987635A7AF1}" presName="composite2" presStyleCnt="0"/>
      <dgm:spPr/>
    </dgm:pt>
    <dgm:pt modelId="{C4A33C83-FBB1-492B-B350-ED76898C9014}" type="pres">
      <dgm:prSet presAssocID="{8E8A8A55-7F3C-4DDC-9B1C-F987635A7AF1}" presName="dummyNode2" presStyleLbl="node1" presStyleIdx="0" presStyleCnt="3"/>
      <dgm:spPr/>
    </dgm:pt>
    <dgm:pt modelId="{7771F2F4-763E-48F1-B0FF-CB2EB8E13C80}" type="pres">
      <dgm:prSet presAssocID="{8E8A8A55-7F3C-4DDC-9B1C-F987635A7AF1}" presName="childNode2" presStyleLbl="bgAcc1" presStyleIdx="1" presStyleCnt="3" custScaleX="167910" custScaleY="87045" custLinFactNeighborY="19939">
        <dgm:presLayoutVars>
          <dgm:bulletEnabled val="1"/>
        </dgm:presLayoutVars>
      </dgm:prSet>
      <dgm:spPr/>
    </dgm:pt>
    <dgm:pt modelId="{48363C81-E87A-47D5-BF1E-D99C5C50F96D}" type="pres">
      <dgm:prSet presAssocID="{8E8A8A55-7F3C-4DDC-9B1C-F987635A7AF1}" presName="childNode2tx" presStyleLbl="bgAcc1" presStyleIdx="1" presStyleCnt="3">
        <dgm:presLayoutVars>
          <dgm:bulletEnabled val="1"/>
        </dgm:presLayoutVars>
      </dgm:prSet>
      <dgm:spPr/>
    </dgm:pt>
    <dgm:pt modelId="{F6B5593E-4553-4D74-A9DD-7D59A13B4083}" type="pres">
      <dgm:prSet presAssocID="{8E8A8A55-7F3C-4DDC-9B1C-F987635A7AF1}" presName="parentNode2" presStyleLbl="node1" presStyleIdx="1" presStyleCnt="3" custScaleX="151261" custLinFactNeighborY="-40341">
        <dgm:presLayoutVars>
          <dgm:chMax val="0"/>
          <dgm:bulletEnabled val="1"/>
        </dgm:presLayoutVars>
      </dgm:prSet>
      <dgm:spPr/>
    </dgm:pt>
    <dgm:pt modelId="{F20FA59A-6F94-408F-B5E4-510B5DCAE3DE}" type="pres">
      <dgm:prSet presAssocID="{8E8A8A55-7F3C-4DDC-9B1C-F987635A7AF1}" presName="connSite2" presStyleCnt="0"/>
      <dgm:spPr/>
    </dgm:pt>
    <dgm:pt modelId="{3A07C71E-D73C-424D-9358-BEF77F9A6E22}" type="pres">
      <dgm:prSet presAssocID="{8382618D-02C4-4507-A44F-578576D6C9EF}" presName="Name18" presStyleLbl="sibTrans2D1" presStyleIdx="1" presStyleCnt="2" custLinFactNeighborX="5837" custLinFactNeighborY="10937"/>
      <dgm:spPr/>
    </dgm:pt>
    <dgm:pt modelId="{13BB4DE8-A954-49BB-9BB7-1E1812763DFA}" type="pres">
      <dgm:prSet presAssocID="{4CBF31D7-C495-4ED1-8123-7C6F1F640C59}" presName="composite1" presStyleCnt="0"/>
      <dgm:spPr/>
    </dgm:pt>
    <dgm:pt modelId="{41509209-510D-4E81-944A-ABD29440F1D2}" type="pres">
      <dgm:prSet presAssocID="{4CBF31D7-C495-4ED1-8123-7C6F1F640C59}" presName="dummyNode1" presStyleLbl="node1" presStyleIdx="1" presStyleCnt="3"/>
      <dgm:spPr/>
    </dgm:pt>
    <dgm:pt modelId="{A32B8099-4E51-4650-94CA-AE960CBF63B8}" type="pres">
      <dgm:prSet presAssocID="{4CBF31D7-C495-4ED1-8123-7C6F1F640C59}" presName="childNode1" presStyleLbl="bgAcc1" presStyleIdx="2" presStyleCnt="3" custScaleX="169165" custScaleY="74202" custLinFactNeighborX="-133" custLinFactNeighborY="-14265">
        <dgm:presLayoutVars>
          <dgm:bulletEnabled val="1"/>
        </dgm:presLayoutVars>
      </dgm:prSet>
      <dgm:spPr/>
    </dgm:pt>
    <dgm:pt modelId="{98071EE9-081A-4A3B-99BF-2EEBBC3DC426}" type="pres">
      <dgm:prSet presAssocID="{4CBF31D7-C495-4ED1-8123-7C6F1F640C59}" presName="childNode1tx" presStyleLbl="bgAcc1" presStyleIdx="2" presStyleCnt="3">
        <dgm:presLayoutVars>
          <dgm:bulletEnabled val="1"/>
        </dgm:presLayoutVars>
      </dgm:prSet>
      <dgm:spPr/>
    </dgm:pt>
    <dgm:pt modelId="{E8A87503-D032-4660-BA10-E3B97BDA2E84}" type="pres">
      <dgm:prSet presAssocID="{4CBF31D7-C495-4ED1-8123-7C6F1F640C59}" presName="parentNode1" presStyleLbl="node1" presStyleIdx="2" presStyleCnt="3" custScaleX="134449" custScaleY="107330" custLinFactNeighborX="9031" custLinFactNeighborY="34686">
        <dgm:presLayoutVars>
          <dgm:chMax val="1"/>
          <dgm:bulletEnabled val="1"/>
        </dgm:presLayoutVars>
      </dgm:prSet>
      <dgm:spPr/>
    </dgm:pt>
    <dgm:pt modelId="{63CFC7C0-8E2B-40BB-A84C-C88DE241FDED}" type="pres">
      <dgm:prSet presAssocID="{4CBF31D7-C495-4ED1-8123-7C6F1F640C59}" presName="connSite1" presStyleCnt="0"/>
      <dgm:spPr/>
    </dgm:pt>
  </dgm:ptLst>
  <dgm:cxnLst>
    <dgm:cxn modelId="{B7DCEF10-A555-425C-9491-CF3CBD3598A1}" srcId="{B469E23C-C97D-4126-B6B8-8D2CC63A6FB1}" destId="{4CBF31D7-C495-4ED1-8123-7C6F1F640C59}" srcOrd="2" destOrd="0" parTransId="{42CB3092-8063-445A-B4EC-8FBCA00BDE0C}" sibTransId="{28589C77-9A19-456E-81C0-5498CACFD8D0}"/>
    <dgm:cxn modelId="{09C52520-9A6F-4CE6-B0C9-55084EB21BF7}" srcId="{B469E23C-C97D-4126-B6B8-8D2CC63A6FB1}" destId="{8E8A8A55-7F3C-4DDC-9B1C-F987635A7AF1}" srcOrd="1" destOrd="0" parTransId="{C27DA480-41D9-4B32-9A1A-618015C00228}" sibTransId="{8382618D-02C4-4507-A44F-578576D6C9EF}"/>
    <dgm:cxn modelId="{ABA26860-219D-47F1-A05A-37EE0F0EFDFB}" srcId="{B469E23C-C97D-4126-B6B8-8D2CC63A6FB1}" destId="{0B33D158-312D-4F7F-8471-F02629D7215B}" srcOrd="0" destOrd="0" parTransId="{CC479BAD-B2A9-4989-8D70-39AD0C73BE81}" sibTransId="{8E4AFCC2-F66F-439B-9AEF-66FD0B31E16F}"/>
    <dgm:cxn modelId="{975AAF6A-FEFE-4903-ABD1-F9B3739C8BA8}" type="presOf" srcId="{8382618D-02C4-4507-A44F-578576D6C9EF}" destId="{3A07C71E-D73C-424D-9358-BEF77F9A6E22}" srcOrd="0" destOrd="0" presId="urn:microsoft.com/office/officeart/2005/8/layout/hProcess4"/>
    <dgm:cxn modelId="{335F0B82-29C7-4128-B2F3-0BAC41C9F7FA}" type="presOf" srcId="{944E48C6-3F31-4AA5-9CB4-304ACAE61C96}" destId="{98071EE9-081A-4A3B-99BF-2EEBBC3DC426}" srcOrd="1" destOrd="0" presId="urn:microsoft.com/office/officeart/2005/8/layout/hProcess4"/>
    <dgm:cxn modelId="{3333728C-E1B5-4B67-AAA6-859E36235BD5}" type="presOf" srcId="{944E48C6-3F31-4AA5-9CB4-304ACAE61C96}" destId="{A32B8099-4E51-4650-94CA-AE960CBF63B8}" srcOrd="0" destOrd="0" presId="urn:microsoft.com/office/officeart/2005/8/layout/hProcess4"/>
    <dgm:cxn modelId="{D138A7A1-3442-48F1-B421-ACC3AF120487}" srcId="{4CBF31D7-C495-4ED1-8123-7C6F1F640C59}" destId="{944E48C6-3F31-4AA5-9CB4-304ACAE61C96}" srcOrd="0" destOrd="0" parTransId="{A5AFA170-321C-4F33-B7A9-00D266EE15DD}" sibTransId="{11C613A2-910D-41E1-8831-E9FBE5CB75BA}"/>
    <dgm:cxn modelId="{58A6E6A4-42F4-46D5-B003-8F85E734F69A}" type="presOf" srcId="{4CBF31D7-C495-4ED1-8123-7C6F1F640C59}" destId="{E8A87503-D032-4660-BA10-E3B97BDA2E84}" srcOrd="0" destOrd="0" presId="urn:microsoft.com/office/officeart/2005/8/layout/hProcess4"/>
    <dgm:cxn modelId="{CDD8ACAD-48CA-4206-9E41-561E8AD08E28}" type="presOf" srcId="{4E8FF49B-6493-4BEF-9E9E-44684740EBEC}" destId="{7771F2F4-763E-48F1-B0FF-CB2EB8E13C80}" srcOrd="0" destOrd="0" presId="urn:microsoft.com/office/officeart/2005/8/layout/hProcess4"/>
    <dgm:cxn modelId="{D3647CAE-E7F5-4BFD-9279-B527079DD5FB}" srcId="{8E8A8A55-7F3C-4DDC-9B1C-F987635A7AF1}" destId="{4E8FF49B-6493-4BEF-9E9E-44684740EBEC}" srcOrd="0" destOrd="0" parTransId="{1C773438-E66C-45E3-80A1-ECA716DE6C80}" sibTransId="{826A2F3E-A012-4C4F-9360-7BF9334369DC}"/>
    <dgm:cxn modelId="{B8CD16B5-36BB-473D-8456-AC730AB326C6}" type="presOf" srcId="{0B33D158-312D-4F7F-8471-F02629D7215B}" destId="{3829A928-4918-490E-8C79-0C1A7CF9A7B6}" srcOrd="0" destOrd="0" presId="urn:microsoft.com/office/officeart/2005/8/layout/hProcess4"/>
    <dgm:cxn modelId="{2EE601BB-FC27-47E8-AA47-F9C7298D0FF3}" type="presOf" srcId="{8E8A8A55-7F3C-4DDC-9B1C-F987635A7AF1}" destId="{F6B5593E-4553-4D74-A9DD-7D59A13B4083}" srcOrd="0" destOrd="0" presId="urn:microsoft.com/office/officeart/2005/8/layout/hProcess4"/>
    <dgm:cxn modelId="{63D50ECB-CE2D-4D30-BEC8-01517981DA67}" srcId="{0B33D158-312D-4F7F-8471-F02629D7215B}" destId="{43305B26-A411-46ED-B897-6FD12B6482A5}" srcOrd="0" destOrd="0" parTransId="{F6DB5F1B-8ADC-43B6-9AF3-CEC0205D6F15}" sibTransId="{7960B5A9-1C8B-437D-AF6C-25C5F23C4AA0}"/>
    <dgm:cxn modelId="{F1459ED3-40B2-4A76-A6DA-28EAD635C5A8}" type="presOf" srcId="{8E4AFCC2-F66F-439B-9AEF-66FD0B31E16F}" destId="{F9E96CA5-B037-47DC-BD5E-21203749CC4D}" srcOrd="0" destOrd="0" presId="urn:microsoft.com/office/officeart/2005/8/layout/hProcess4"/>
    <dgm:cxn modelId="{EF756ED5-2403-4AAE-95C8-6F2E90AD8DD2}" type="presOf" srcId="{43305B26-A411-46ED-B897-6FD12B6482A5}" destId="{0A73C08B-9CFA-4302-9DB0-A9485800211A}" srcOrd="1" destOrd="0" presId="urn:microsoft.com/office/officeart/2005/8/layout/hProcess4"/>
    <dgm:cxn modelId="{DBA590E0-C0CD-4ACE-A62A-A290BD98B6F4}" type="presOf" srcId="{B469E23C-C97D-4126-B6B8-8D2CC63A6FB1}" destId="{D44154F0-F100-43D4-AAEC-73CDB92A58F0}" srcOrd="0" destOrd="0" presId="urn:microsoft.com/office/officeart/2005/8/layout/hProcess4"/>
    <dgm:cxn modelId="{CFA027E1-428D-473F-89D2-0CDBE5FE390A}" type="presOf" srcId="{43305B26-A411-46ED-B897-6FD12B6482A5}" destId="{16FEC939-BEEC-4D49-8761-606A6FCFA37F}" srcOrd="0" destOrd="0" presId="urn:microsoft.com/office/officeart/2005/8/layout/hProcess4"/>
    <dgm:cxn modelId="{72D26AE7-ED83-4D47-B7B3-E1C37BCB7CC9}" type="presOf" srcId="{4E8FF49B-6493-4BEF-9E9E-44684740EBEC}" destId="{48363C81-E87A-47D5-BF1E-D99C5C50F96D}" srcOrd="1" destOrd="0" presId="urn:microsoft.com/office/officeart/2005/8/layout/hProcess4"/>
    <dgm:cxn modelId="{1EDD43DF-C028-42C0-A7D5-3E43A2FCB029}" type="presParOf" srcId="{D44154F0-F100-43D4-AAEC-73CDB92A58F0}" destId="{3E8FD4A2-8DF5-4CB7-8DEA-E0C0CA1CA987}" srcOrd="0" destOrd="0" presId="urn:microsoft.com/office/officeart/2005/8/layout/hProcess4"/>
    <dgm:cxn modelId="{A644CE7E-442D-429B-AE46-B50CF6FA6D7F}" type="presParOf" srcId="{D44154F0-F100-43D4-AAEC-73CDB92A58F0}" destId="{C017E67E-E082-42AF-A0F3-A90AEB5B089F}" srcOrd="1" destOrd="0" presId="urn:microsoft.com/office/officeart/2005/8/layout/hProcess4"/>
    <dgm:cxn modelId="{8326538E-FD77-435C-9185-CF8BE986171C}" type="presParOf" srcId="{D44154F0-F100-43D4-AAEC-73CDB92A58F0}" destId="{B83D825B-DE3B-4B90-A887-A45B065C5D61}" srcOrd="2" destOrd="0" presId="urn:microsoft.com/office/officeart/2005/8/layout/hProcess4"/>
    <dgm:cxn modelId="{F7089275-7448-4ED3-879B-94C99FEF28AC}" type="presParOf" srcId="{B83D825B-DE3B-4B90-A887-A45B065C5D61}" destId="{5CCC8953-A142-4EA5-A737-913DD7430525}" srcOrd="0" destOrd="0" presId="urn:microsoft.com/office/officeart/2005/8/layout/hProcess4"/>
    <dgm:cxn modelId="{E4D87331-39AE-4C2D-8417-0A539E413FD6}" type="presParOf" srcId="{5CCC8953-A142-4EA5-A737-913DD7430525}" destId="{896B5DCF-647F-42A6-B85E-7D1345079EEE}" srcOrd="0" destOrd="0" presId="urn:microsoft.com/office/officeart/2005/8/layout/hProcess4"/>
    <dgm:cxn modelId="{79A77962-CB72-4FB8-8631-13C03D8A10E6}" type="presParOf" srcId="{5CCC8953-A142-4EA5-A737-913DD7430525}" destId="{16FEC939-BEEC-4D49-8761-606A6FCFA37F}" srcOrd="1" destOrd="0" presId="urn:microsoft.com/office/officeart/2005/8/layout/hProcess4"/>
    <dgm:cxn modelId="{3F4C55BC-2081-46FB-BFF2-DA4BE3E6939C}" type="presParOf" srcId="{5CCC8953-A142-4EA5-A737-913DD7430525}" destId="{0A73C08B-9CFA-4302-9DB0-A9485800211A}" srcOrd="2" destOrd="0" presId="urn:microsoft.com/office/officeart/2005/8/layout/hProcess4"/>
    <dgm:cxn modelId="{533BCDBA-E17F-41F7-BCA2-EE8D48435F59}" type="presParOf" srcId="{5CCC8953-A142-4EA5-A737-913DD7430525}" destId="{3829A928-4918-490E-8C79-0C1A7CF9A7B6}" srcOrd="3" destOrd="0" presId="urn:microsoft.com/office/officeart/2005/8/layout/hProcess4"/>
    <dgm:cxn modelId="{19B2AD62-3AD5-4FC6-9B74-73997ECC3653}" type="presParOf" srcId="{5CCC8953-A142-4EA5-A737-913DD7430525}" destId="{BACFA02D-02E6-48EF-8DB0-9D1EBE4017E9}" srcOrd="4" destOrd="0" presId="urn:microsoft.com/office/officeart/2005/8/layout/hProcess4"/>
    <dgm:cxn modelId="{7E501C19-080E-4DBA-8C62-03DD41664E9D}" type="presParOf" srcId="{B83D825B-DE3B-4B90-A887-A45B065C5D61}" destId="{F9E96CA5-B037-47DC-BD5E-21203749CC4D}" srcOrd="1" destOrd="0" presId="urn:microsoft.com/office/officeart/2005/8/layout/hProcess4"/>
    <dgm:cxn modelId="{618C4D8D-E49E-4E93-AE7D-8A708B2A249C}" type="presParOf" srcId="{B83D825B-DE3B-4B90-A887-A45B065C5D61}" destId="{7BB1B7B8-67B0-416C-94EF-8CB68632B5C6}" srcOrd="2" destOrd="0" presId="urn:microsoft.com/office/officeart/2005/8/layout/hProcess4"/>
    <dgm:cxn modelId="{4BC4F329-9DC0-439D-BB39-7C33AF9FDC09}" type="presParOf" srcId="{7BB1B7B8-67B0-416C-94EF-8CB68632B5C6}" destId="{C4A33C83-FBB1-492B-B350-ED76898C9014}" srcOrd="0" destOrd="0" presId="urn:microsoft.com/office/officeart/2005/8/layout/hProcess4"/>
    <dgm:cxn modelId="{945796A8-1F85-4928-95E9-4F48FBE6D214}" type="presParOf" srcId="{7BB1B7B8-67B0-416C-94EF-8CB68632B5C6}" destId="{7771F2F4-763E-48F1-B0FF-CB2EB8E13C80}" srcOrd="1" destOrd="0" presId="urn:microsoft.com/office/officeart/2005/8/layout/hProcess4"/>
    <dgm:cxn modelId="{BDF53F2E-B10C-4F6D-917C-62905F3A437C}" type="presParOf" srcId="{7BB1B7B8-67B0-416C-94EF-8CB68632B5C6}" destId="{48363C81-E87A-47D5-BF1E-D99C5C50F96D}" srcOrd="2" destOrd="0" presId="urn:microsoft.com/office/officeart/2005/8/layout/hProcess4"/>
    <dgm:cxn modelId="{1495A07B-6171-4902-B97E-E7503ACDBA3A}" type="presParOf" srcId="{7BB1B7B8-67B0-416C-94EF-8CB68632B5C6}" destId="{F6B5593E-4553-4D74-A9DD-7D59A13B4083}" srcOrd="3" destOrd="0" presId="urn:microsoft.com/office/officeart/2005/8/layout/hProcess4"/>
    <dgm:cxn modelId="{9373F5FE-9EB6-4FC2-803E-67F74A8CBF9B}" type="presParOf" srcId="{7BB1B7B8-67B0-416C-94EF-8CB68632B5C6}" destId="{F20FA59A-6F94-408F-B5E4-510B5DCAE3DE}" srcOrd="4" destOrd="0" presId="urn:microsoft.com/office/officeart/2005/8/layout/hProcess4"/>
    <dgm:cxn modelId="{1A6535C4-2BC8-4761-8A4C-78E6E60D840E}" type="presParOf" srcId="{B83D825B-DE3B-4B90-A887-A45B065C5D61}" destId="{3A07C71E-D73C-424D-9358-BEF77F9A6E22}" srcOrd="3" destOrd="0" presId="urn:microsoft.com/office/officeart/2005/8/layout/hProcess4"/>
    <dgm:cxn modelId="{DA539FAD-1A14-4925-A9B2-70B2398AEB98}" type="presParOf" srcId="{B83D825B-DE3B-4B90-A887-A45B065C5D61}" destId="{13BB4DE8-A954-49BB-9BB7-1E1812763DFA}" srcOrd="4" destOrd="0" presId="urn:microsoft.com/office/officeart/2005/8/layout/hProcess4"/>
    <dgm:cxn modelId="{4EBAED89-3206-496B-9FEB-385B48299356}" type="presParOf" srcId="{13BB4DE8-A954-49BB-9BB7-1E1812763DFA}" destId="{41509209-510D-4E81-944A-ABD29440F1D2}" srcOrd="0" destOrd="0" presId="urn:microsoft.com/office/officeart/2005/8/layout/hProcess4"/>
    <dgm:cxn modelId="{7F116D67-CD0E-4645-A3D4-6C8029C580EE}" type="presParOf" srcId="{13BB4DE8-A954-49BB-9BB7-1E1812763DFA}" destId="{A32B8099-4E51-4650-94CA-AE960CBF63B8}" srcOrd="1" destOrd="0" presId="urn:microsoft.com/office/officeart/2005/8/layout/hProcess4"/>
    <dgm:cxn modelId="{5F48EE8A-9084-42D1-968F-C4E3A90EEB74}" type="presParOf" srcId="{13BB4DE8-A954-49BB-9BB7-1E1812763DFA}" destId="{98071EE9-081A-4A3B-99BF-2EEBBC3DC426}" srcOrd="2" destOrd="0" presId="urn:microsoft.com/office/officeart/2005/8/layout/hProcess4"/>
    <dgm:cxn modelId="{61A7677A-D1CB-4E89-B6B5-00C31E0492D2}" type="presParOf" srcId="{13BB4DE8-A954-49BB-9BB7-1E1812763DFA}" destId="{E8A87503-D032-4660-BA10-E3B97BDA2E84}" srcOrd="3" destOrd="0" presId="urn:microsoft.com/office/officeart/2005/8/layout/hProcess4"/>
    <dgm:cxn modelId="{BF168B9A-6D3D-4605-82D5-67EAE627A70E}" type="presParOf" srcId="{13BB4DE8-A954-49BB-9BB7-1E1812763DFA}" destId="{63CFC7C0-8E2B-40BB-A84C-C88DE241FDED}" srcOrd="4" destOrd="0" presId="urn:microsoft.com/office/officeart/2005/8/layout/h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69E23C-C97D-4126-B6B8-8D2CC63A6FB1}" type="doc">
      <dgm:prSet loTypeId="urn:microsoft.com/office/officeart/2005/8/layout/hProcess4" loCatId="process" qsTypeId="urn:microsoft.com/office/officeart/2005/8/quickstyle/3d1" qsCatId="3D" csTypeId="urn:microsoft.com/office/officeart/2005/8/colors/colorful1" csCatId="colorful" phldr="1"/>
      <dgm:spPr/>
      <dgm:t>
        <a:bodyPr/>
        <a:lstStyle/>
        <a:p>
          <a:endParaRPr lang="en-US"/>
        </a:p>
      </dgm:t>
    </dgm:pt>
    <dgm:pt modelId="{0B33D158-312D-4F7F-8471-F02629D7215B}">
      <dgm:prSet phldrT="[Text]" custT="1"/>
      <dgm:spPr>
        <a:solidFill>
          <a:schemeClr val="accent6">
            <a:lumMod val="75000"/>
          </a:schemeClr>
        </a:solidFill>
        <a:effectLst/>
        <a:scene3d>
          <a:camera prst="orthographicFront"/>
          <a:lightRig rig="flat" dir="t"/>
        </a:scene3d>
        <a:sp3d prstMaterial="plastic">
          <a:bevelB w="88900" h="31750" prst="angle"/>
        </a:sp3d>
      </dgm:spPr>
      <dgm:t>
        <a:bodyPr/>
        <a:lstStyle/>
        <a:p>
          <a:r>
            <a:rPr lang="en-US" sz="1400" b="1" dirty="0">
              <a:latin typeface="Arial" panose="020B0604020202020204" pitchFamily="34" charset="0"/>
              <a:cs typeface="Arial" panose="020B0604020202020204" pitchFamily="34" charset="0"/>
            </a:rPr>
            <a:t>DEFAULT_CALL_RECORD_TYPE</a:t>
          </a:r>
        </a:p>
      </dgm:t>
    </dgm:pt>
    <dgm:pt modelId="{CC479BAD-B2A9-4989-8D70-39AD0C73BE81}" type="parTrans" cxnId="{ABA26860-219D-47F1-A05A-37EE0F0EFDFB}">
      <dgm:prSet/>
      <dgm:spPr/>
      <dgm:t>
        <a:bodyPr/>
        <a:lstStyle/>
        <a:p>
          <a:endParaRPr lang="en-US"/>
        </a:p>
      </dgm:t>
    </dgm:pt>
    <dgm:pt modelId="{8E4AFCC2-F66F-439B-9AEF-66FD0B31E16F}" type="sibTrans" cxnId="{ABA26860-219D-47F1-A05A-37EE0F0EFDFB}">
      <dgm:prSet/>
      <dgm:spPr>
        <a:solidFill>
          <a:schemeClr val="accent6">
            <a:lumMod val="75000"/>
          </a:schemeClr>
        </a:solidFill>
      </dgm:spPr>
      <dgm:t>
        <a:bodyPr/>
        <a:lstStyle/>
        <a:p>
          <a:endParaRPr lang="en-US"/>
        </a:p>
      </dgm:t>
    </dgm:pt>
    <dgm:pt modelId="{43305B26-A411-46ED-B897-6FD12B6482A5}">
      <dgm:prSet phldrT="[Text]" custT="1"/>
      <dgm:spPr/>
      <dgm:t>
        <a:bodyPr/>
        <a:lstStyle/>
        <a:p>
          <a:r>
            <a:rPr lang="en-US" sz="1400" dirty="0">
              <a:latin typeface="Arial" panose="020B0604020202020204" pitchFamily="34" charset="0"/>
              <a:cs typeface="Arial" panose="020B0604020202020204" pitchFamily="34" charset="0"/>
            </a:rPr>
            <a:t>Use this VEEVA Message/VEEVA Setting to configure </a:t>
          </a:r>
        </a:p>
      </dgm:t>
    </dgm:pt>
    <dgm:pt modelId="{F6DB5F1B-8ADC-43B6-9AF3-CEC0205D6F15}" type="parTrans" cxnId="{63D50ECB-CE2D-4D30-BEC8-01517981DA67}">
      <dgm:prSet/>
      <dgm:spPr/>
      <dgm:t>
        <a:bodyPr/>
        <a:lstStyle/>
        <a:p>
          <a:endParaRPr lang="en-US"/>
        </a:p>
      </dgm:t>
    </dgm:pt>
    <dgm:pt modelId="{7960B5A9-1C8B-437D-AF6C-25C5F23C4AA0}" type="sibTrans" cxnId="{63D50ECB-CE2D-4D30-BEC8-01517981DA67}">
      <dgm:prSet/>
      <dgm:spPr/>
      <dgm:t>
        <a:bodyPr/>
        <a:lstStyle/>
        <a:p>
          <a:endParaRPr lang="en-US"/>
        </a:p>
      </dgm:t>
    </dgm:pt>
    <dgm:pt modelId="{8E8A8A55-7F3C-4DDC-9B1C-F987635A7AF1}">
      <dgm:prSet phldrT="[Text]" custT="1"/>
      <dgm:spPr>
        <a:solidFill>
          <a:schemeClr val="accent6">
            <a:lumMod val="75000"/>
          </a:schemeClr>
        </a:solidFill>
        <a:effectLst/>
        <a:scene3d>
          <a:camera prst="orthographicFront"/>
          <a:lightRig rig="flat" dir="t"/>
        </a:scene3d>
        <a:sp3d prstMaterial="plastic">
          <a:bevelB w="88900" h="31750" prst="angle"/>
        </a:sp3d>
      </dgm:spPr>
      <dgm:t>
        <a:bodyPr/>
        <a:lstStyle/>
        <a:p>
          <a:r>
            <a:rPr lang="en-US" sz="1400" b="1" dirty="0">
              <a:latin typeface="Arial" panose="020B0604020202020204" pitchFamily="34" charset="0"/>
              <a:cs typeface="Arial" panose="020B0604020202020204" pitchFamily="34" charset="0"/>
            </a:rPr>
            <a:t>Hospital_vod,Call Report_vod;;</a:t>
          </a:r>
        </a:p>
      </dgm:t>
    </dgm:pt>
    <dgm:pt modelId="{C27DA480-41D9-4B32-9A1A-618015C00228}" type="parTrans" cxnId="{09C52520-9A6F-4CE6-B0C9-55084EB21BF7}">
      <dgm:prSet/>
      <dgm:spPr/>
      <dgm:t>
        <a:bodyPr/>
        <a:lstStyle/>
        <a:p>
          <a:endParaRPr lang="en-US"/>
        </a:p>
      </dgm:t>
    </dgm:pt>
    <dgm:pt modelId="{8382618D-02C4-4507-A44F-578576D6C9EF}" type="sibTrans" cxnId="{09C52520-9A6F-4CE6-B0C9-55084EB21BF7}">
      <dgm:prSet/>
      <dgm:spPr/>
      <dgm:t>
        <a:bodyPr/>
        <a:lstStyle/>
        <a:p>
          <a:endParaRPr lang="en-US"/>
        </a:p>
      </dgm:t>
    </dgm:pt>
    <dgm:pt modelId="{4E8FF49B-6493-4BEF-9E9E-44684740EBEC}">
      <dgm:prSet phldrT="[Text]" custT="1"/>
      <dgm:spPr/>
      <dgm:t>
        <a:bodyPr/>
        <a:lstStyle/>
        <a:p>
          <a:r>
            <a:rPr lang="en-US" sz="1400" dirty="0">
              <a:latin typeface="Arial" panose="020B0604020202020204" pitchFamily="34" charset="0"/>
              <a:cs typeface="Arial" panose="020B0604020202020204" pitchFamily="34" charset="0"/>
            </a:rPr>
            <a:t>Make Meeting Brief calls the default record type for Hospital calls</a:t>
          </a:r>
        </a:p>
      </dgm:t>
    </dgm:pt>
    <dgm:pt modelId="{1C773438-E66C-45E3-80A1-ECA716DE6C80}" type="parTrans" cxnId="{D3647CAE-E7F5-4BFD-9279-B527079DD5FB}">
      <dgm:prSet/>
      <dgm:spPr/>
      <dgm:t>
        <a:bodyPr/>
        <a:lstStyle/>
        <a:p>
          <a:endParaRPr lang="en-US"/>
        </a:p>
      </dgm:t>
    </dgm:pt>
    <dgm:pt modelId="{826A2F3E-A012-4C4F-9360-7BF9334369DC}" type="sibTrans" cxnId="{D3647CAE-E7F5-4BFD-9279-B527079DD5FB}">
      <dgm:prSet/>
      <dgm:spPr/>
      <dgm:t>
        <a:bodyPr/>
        <a:lstStyle/>
        <a:p>
          <a:endParaRPr lang="en-US"/>
        </a:p>
      </dgm:t>
    </dgm:pt>
    <dgm:pt modelId="{D44154F0-F100-43D4-AAEC-73CDB92A58F0}" type="pres">
      <dgm:prSet presAssocID="{B469E23C-C97D-4126-B6B8-8D2CC63A6FB1}" presName="Name0" presStyleCnt="0">
        <dgm:presLayoutVars>
          <dgm:dir/>
          <dgm:animLvl val="lvl"/>
          <dgm:resizeHandles val="exact"/>
        </dgm:presLayoutVars>
      </dgm:prSet>
      <dgm:spPr/>
    </dgm:pt>
    <dgm:pt modelId="{3E8FD4A2-8DF5-4CB7-8DEA-E0C0CA1CA987}" type="pres">
      <dgm:prSet presAssocID="{B469E23C-C97D-4126-B6B8-8D2CC63A6FB1}" presName="tSp" presStyleCnt="0"/>
      <dgm:spPr/>
    </dgm:pt>
    <dgm:pt modelId="{C017E67E-E082-42AF-A0F3-A90AEB5B089F}" type="pres">
      <dgm:prSet presAssocID="{B469E23C-C97D-4126-B6B8-8D2CC63A6FB1}" presName="bSp" presStyleCnt="0"/>
      <dgm:spPr/>
    </dgm:pt>
    <dgm:pt modelId="{B83D825B-DE3B-4B90-A887-A45B065C5D61}" type="pres">
      <dgm:prSet presAssocID="{B469E23C-C97D-4126-B6B8-8D2CC63A6FB1}" presName="process" presStyleCnt="0"/>
      <dgm:spPr/>
    </dgm:pt>
    <dgm:pt modelId="{5CCC8953-A142-4EA5-A737-913DD7430525}" type="pres">
      <dgm:prSet presAssocID="{0B33D158-312D-4F7F-8471-F02629D7215B}" presName="composite1" presStyleCnt="0"/>
      <dgm:spPr/>
    </dgm:pt>
    <dgm:pt modelId="{896B5DCF-647F-42A6-B85E-7D1345079EEE}" type="pres">
      <dgm:prSet presAssocID="{0B33D158-312D-4F7F-8471-F02629D7215B}" presName="dummyNode1" presStyleLbl="node1" presStyleIdx="0" presStyleCnt="2"/>
      <dgm:spPr/>
    </dgm:pt>
    <dgm:pt modelId="{16FEC939-BEEC-4D49-8761-606A6FCFA37F}" type="pres">
      <dgm:prSet presAssocID="{0B33D158-312D-4F7F-8471-F02629D7215B}" presName="childNode1" presStyleLbl="bgAcc1" presStyleIdx="0" presStyleCnt="2" custScaleX="208524" custScaleY="63721">
        <dgm:presLayoutVars>
          <dgm:bulletEnabled val="1"/>
        </dgm:presLayoutVars>
      </dgm:prSet>
      <dgm:spPr/>
    </dgm:pt>
    <dgm:pt modelId="{0A73C08B-9CFA-4302-9DB0-A9485800211A}" type="pres">
      <dgm:prSet presAssocID="{0B33D158-312D-4F7F-8471-F02629D7215B}" presName="childNode1tx" presStyleLbl="bgAcc1" presStyleIdx="0" presStyleCnt="2">
        <dgm:presLayoutVars>
          <dgm:bulletEnabled val="1"/>
        </dgm:presLayoutVars>
      </dgm:prSet>
      <dgm:spPr/>
    </dgm:pt>
    <dgm:pt modelId="{3829A928-4918-490E-8C79-0C1A7CF9A7B6}" type="pres">
      <dgm:prSet presAssocID="{0B33D158-312D-4F7F-8471-F02629D7215B}" presName="parentNode1" presStyleLbl="node1" presStyleIdx="0" presStyleCnt="2" custScaleX="114646">
        <dgm:presLayoutVars>
          <dgm:chMax val="1"/>
          <dgm:bulletEnabled val="1"/>
        </dgm:presLayoutVars>
      </dgm:prSet>
      <dgm:spPr/>
    </dgm:pt>
    <dgm:pt modelId="{BACFA02D-02E6-48EF-8DB0-9D1EBE4017E9}" type="pres">
      <dgm:prSet presAssocID="{0B33D158-312D-4F7F-8471-F02629D7215B}" presName="connSite1" presStyleCnt="0"/>
      <dgm:spPr/>
    </dgm:pt>
    <dgm:pt modelId="{F9E96CA5-B037-47DC-BD5E-21203749CC4D}" type="pres">
      <dgm:prSet presAssocID="{8E4AFCC2-F66F-439B-9AEF-66FD0B31E16F}" presName="Name9" presStyleLbl="sibTrans2D1" presStyleIdx="0" presStyleCnt="1" custLinFactNeighborY="-2776"/>
      <dgm:spPr/>
    </dgm:pt>
    <dgm:pt modelId="{7BB1B7B8-67B0-416C-94EF-8CB68632B5C6}" type="pres">
      <dgm:prSet presAssocID="{8E8A8A55-7F3C-4DDC-9B1C-F987635A7AF1}" presName="composite2" presStyleCnt="0"/>
      <dgm:spPr/>
    </dgm:pt>
    <dgm:pt modelId="{C4A33C83-FBB1-492B-B350-ED76898C9014}" type="pres">
      <dgm:prSet presAssocID="{8E8A8A55-7F3C-4DDC-9B1C-F987635A7AF1}" presName="dummyNode2" presStyleLbl="node1" presStyleIdx="0" presStyleCnt="2"/>
      <dgm:spPr/>
    </dgm:pt>
    <dgm:pt modelId="{7771F2F4-763E-48F1-B0FF-CB2EB8E13C80}" type="pres">
      <dgm:prSet presAssocID="{8E8A8A55-7F3C-4DDC-9B1C-F987635A7AF1}" presName="childNode2" presStyleLbl="bgAcc1" presStyleIdx="1" presStyleCnt="2" custScaleX="165720">
        <dgm:presLayoutVars>
          <dgm:bulletEnabled val="1"/>
        </dgm:presLayoutVars>
      </dgm:prSet>
      <dgm:spPr/>
    </dgm:pt>
    <dgm:pt modelId="{48363C81-E87A-47D5-BF1E-D99C5C50F96D}" type="pres">
      <dgm:prSet presAssocID="{8E8A8A55-7F3C-4DDC-9B1C-F987635A7AF1}" presName="childNode2tx" presStyleLbl="bgAcc1" presStyleIdx="1" presStyleCnt="2">
        <dgm:presLayoutVars>
          <dgm:bulletEnabled val="1"/>
        </dgm:presLayoutVars>
      </dgm:prSet>
      <dgm:spPr/>
    </dgm:pt>
    <dgm:pt modelId="{F6B5593E-4553-4D74-A9DD-7D59A13B4083}" type="pres">
      <dgm:prSet presAssocID="{8E8A8A55-7F3C-4DDC-9B1C-F987635A7AF1}" presName="parentNode2" presStyleLbl="node1" presStyleIdx="1" presStyleCnt="2" custScaleX="129111" custLinFactNeighborX="-16007">
        <dgm:presLayoutVars>
          <dgm:chMax val="0"/>
          <dgm:bulletEnabled val="1"/>
        </dgm:presLayoutVars>
      </dgm:prSet>
      <dgm:spPr/>
    </dgm:pt>
    <dgm:pt modelId="{F20FA59A-6F94-408F-B5E4-510B5DCAE3DE}" type="pres">
      <dgm:prSet presAssocID="{8E8A8A55-7F3C-4DDC-9B1C-F987635A7AF1}" presName="connSite2" presStyleCnt="0"/>
      <dgm:spPr/>
    </dgm:pt>
  </dgm:ptLst>
  <dgm:cxnLst>
    <dgm:cxn modelId="{09C52520-9A6F-4CE6-B0C9-55084EB21BF7}" srcId="{B469E23C-C97D-4126-B6B8-8D2CC63A6FB1}" destId="{8E8A8A55-7F3C-4DDC-9B1C-F987635A7AF1}" srcOrd="1" destOrd="0" parTransId="{C27DA480-41D9-4B32-9A1A-618015C00228}" sibTransId="{8382618D-02C4-4507-A44F-578576D6C9EF}"/>
    <dgm:cxn modelId="{ABA26860-219D-47F1-A05A-37EE0F0EFDFB}" srcId="{B469E23C-C97D-4126-B6B8-8D2CC63A6FB1}" destId="{0B33D158-312D-4F7F-8471-F02629D7215B}" srcOrd="0" destOrd="0" parTransId="{CC479BAD-B2A9-4989-8D70-39AD0C73BE81}" sibTransId="{8E4AFCC2-F66F-439B-9AEF-66FD0B31E16F}"/>
    <dgm:cxn modelId="{2FF31442-E309-42E7-A521-EEDE8AAF3573}" type="presOf" srcId="{43305B26-A411-46ED-B897-6FD12B6482A5}" destId="{16FEC939-BEEC-4D49-8761-606A6FCFA37F}" srcOrd="0" destOrd="0" presId="urn:microsoft.com/office/officeart/2005/8/layout/hProcess4"/>
    <dgm:cxn modelId="{C444BF47-AFE3-4E82-90EB-604C786B3128}" type="presOf" srcId="{4E8FF49B-6493-4BEF-9E9E-44684740EBEC}" destId="{7771F2F4-763E-48F1-B0FF-CB2EB8E13C80}" srcOrd="0" destOrd="0" presId="urn:microsoft.com/office/officeart/2005/8/layout/hProcess4"/>
    <dgm:cxn modelId="{C9E09370-B3BE-495E-9418-6E358F82D832}" type="presOf" srcId="{43305B26-A411-46ED-B897-6FD12B6482A5}" destId="{0A73C08B-9CFA-4302-9DB0-A9485800211A}" srcOrd="1" destOrd="0" presId="urn:microsoft.com/office/officeart/2005/8/layout/hProcess4"/>
    <dgm:cxn modelId="{7C2A7085-A31B-462A-AB32-6F95A9A7A3AE}" type="presOf" srcId="{8E8A8A55-7F3C-4DDC-9B1C-F987635A7AF1}" destId="{F6B5593E-4553-4D74-A9DD-7D59A13B4083}" srcOrd="0" destOrd="0" presId="urn:microsoft.com/office/officeart/2005/8/layout/hProcess4"/>
    <dgm:cxn modelId="{0901DA8B-CE0C-4A7F-AFAE-BCF68B42339F}" type="presOf" srcId="{B469E23C-C97D-4126-B6B8-8D2CC63A6FB1}" destId="{D44154F0-F100-43D4-AAEC-73CDB92A58F0}" srcOrd="0" destOrd="0" presId="urn:microsoft.com/office/officeart/2005/8/layout/hProcess4"/>
    <dgm:cxn modelId="{D3647CAE-E7F5-4BFD-9279-B527079DD5FB}" srcId="{8E8A8A55-7F3C-4DDC-9B1C-F987635A7AF1}" destId="{4E8FF49B-6493-4BEF-9E9E-44684740EBEC}" srcOrd="0" destOrd="0" parTransId="{1C773438-E66C-45E3-80A1-ECA716DE6C80}" sibTransId="{826A2F3E-A012-4C4F-9360-7BF9334369DC}"/>
    <dgm:cxn modelId="{863D97C5-CB0D-4B56-A061-F094C897102F}" type="presOf" srcId="{4E8FF49B-6493-4BEF-9E9E-44684740EBEC}" destId="{48363C81-E87A-47D5-BF1E-D99C5C50F96D}" srcOrd="1" destOrd="0" presId="urn:microsoft.com/office/officeart/2005/8/layout/hProcess4"/>
    <dgm:cxn modelId="{63D50ECB-CE2D-4D30-BEC8-01517981DA67}" srcId="{0B33D158-312D-4F7F-8471-F02629D7215B}" destId="{43305B26-A411-46ED-B897-6FD12B6482A5}" srcOrd="0" destOrd="0" parTransId="{F6DB5F1B-8ADC-43B6-9AF3-CEC0205D6F15}" sibTransId="{7960B5A9-1C8B-437D-AF6C-25C5F23C4AA0}"/>
    <dgm:cxn modelId="{36E9E6E3-2E75-40A7-9650-F4205F1CDB69}" type="presOf" srcId="{8E4AFCC2-F66F-439B-9AEF-66FD0B31E16F}" destId="{F9E96CA5-B037-47DC-BD5E-21203749CC4D}" srcOrd="0" destOrd="0" presId="urn:microsoft.com/office/officeart/2005/8/layout/hProcess4"/>
    <dgm:cxn modelId="{1217A3ED-B388-4BD8-9807-BBBCCB23BE33}" type="presOf" srcId="{0B33D158-312D-4F7F-8471-F02629D7215B}" destId="{3829A928-4918-490E-8C79-0C1A7CF9A7B6}" srcOrd="0" destOrd="0" presId="urn:microsoft.com/office/officeart/2005/8/layout/hProcess4"/>
    <dgm:cxn modelId="{9DB661B0-7DBD-4EFC-9404-24F485969C6B}" type="presParOf" srcId="{D44154F0-F100-43D4-AAEC-73CDB92A58F0}" destId="{3E8FD4A2-8DF5-4CB7-8DEA-E0C0CA1CA987}" srcOrd="0" destOrd="0" presId="urn:microsoft.com/office/officeart/2005/8/layout/hProcess4"/>
    <dgm:cxn modelId="{D989A8F9-5435-4B80-B45B-37A31EA97E7D}" type="presParOf" srcId="{D44154F0-F100-43D4-AAEC-73CDB92A58F0}" destId="{C017E67E-E082-42AF-A0F3-A90AEB5B089F}" srcOrd="1" destOrd="0" presId="urn:microsoft.com/office/officeart/2005/8/layout/hProcess4"/>
    <dgm:cxn modelId="{2069A148-750A-4915-9DFC-ABBE1314B8EE}" type="presParOf" srcId="{D44154F0-F100-43D4-AAEC-73CDB92A58F0}" destId="{B83D825B-DE3B-4B90-A887-A45B065C5D61}" srcOrd="2" destOrd="0" presId="urn:microsoft.com/office/officeart/2005/8/layout/hProcess4"/>
    <dgm:cxn modelId="{89CB3E51-B4CD-4CAA-AB71-6A90E3914730}" type="presParOf" srcId="{B83D825B-DE3B-4B90-A887-A45B065C5D61}" destId="{5CCC8953-A142-4EA5-A737-913DD7430525}" srcOrd="0" destOrd="0" presId="urn:microsoft.com/office/officeart/2005/8/layout/hProcess4"/>
    <dgm:cxn modelId="{6D7E3C1E-D503-4749-BEF5-358FC7ED85A3}" type="presParOf" srcId="{5CCC8953-A142-4EA5-A737-913DD7430525}" destId="{896B5DCF-647F-42A6-B85E-7D1345079EEE}" srcOrd="0" destOrd="0" presId="urn:microsoft.com/office/officeart/2005/8/layout/hProcess4"/>
    <dgm:cxn modelId="{FD7579F0-BD94-4DA0-8FFB-364E1982B3AF}" type="presParOf" srcId="{5CCC8953-A142-4EA5-A737-913DD7430525}" destId="{16FEC939-BEEC-4D49-8761-606A6FCFA37F}" srcOrd="1" destOrd="0" presId="urn:microsoft.com/office/officeart/2005/8/layout/hProcess4"/>
    <dgm:cxn modelId="{1FCF2A9A-988C-4A76-9538-379548B7B65D}" type="presParOf" srcId="{5CCC8953-A142-4EA5-A737-913DD7430525}" destId="{0A73C08B-9CFA-4302-9DB0-A9485800211A}" srcOrd="2" destOrd="0" presId="urn:microsoft.com/office/officeart/2005/8/layout/hProcess4"/>
    <dgm:cxn modelId="{A41DBEF5-B8F1-444D-8954-AF93A43F719E}" type="presParOf" srcId="{5CCC8953-A142-4EA5-A737-913DD7430525}" destId="{3829A928-4918-490E-8C79-0C1A7CF9A7B6}" srcOrd="3" destOrd="0" presId="urn:microsoft.com/office/officeart/2005/8/layout/hProcess4"/>
    <dgm:cxn modelId="{9EBDC54C-88F4-43FD-9638-AC65950C3520}" type="presParOf" srcId="{5CCC8953-A142-4EA5-A737-913DD7430525}" destId="{BACFA02D-02E6-48EF-8DB0-9D1EBE4017E9}" srcOrd="4" destOrd="0" presId="urn:microsoft.com/office/officeart/2005/8/layout/hProcess4"/>
    <dgm:cxn modelId="{304DB9E2-119D-4E10-88F7-C8B0DD1A8594}" type="presParOf" srcId="{B83D825B-DE3B-4B90-A887-A45B065C5D61}" destId="{F9E96CA5-B037-47DC-BD5E-21203749CC4D}" srcOrd="1" destOrd="0" presId="urn:microsoft.com/office/officeart/2005/8/layout/hProcess4"/>
    <dgm:cxn modelId="{7B9FE568-5184-4096-81DC-E7286DCDFD48}" type="presParOf" srcId="{B83D825B-DE3B-4B90-A887-A45B065C5D61}" destId="{7BB1B7B8-67B0-416C-94EF-8CB68632B5C6}" srcOrd="2" destOrd="0" presId="urn:microsoft.com/office/officeart/2005/8/layout/hProcess4"/>
    <dgm:cxn modelId="{4F0C7FB3-E660-4C04-A1FF-031A2B8442BF}" type="presParOf" srcId="{7BB1B7B8-67B0-416C-94EF-8CB68632B5C6}" destId="{C4A33C83-FBB1-492B-B350-ED76898C9014}" srcOrd="0" destOrd="0" presId="urn:microsoft.com/office/officeart/2005/8/layout/hProcess4"/>
    <dgm:cxn modelId="{921CDA6C-8011-46AB-9B34-0ED4B07F782F}" type="presParOf" srcId="{7BB1B7B8-67B0-416C-94EF-8CB68632B5C6}" destId="{7771F2F4-763E-48F1-B0FF-CB2EB8E13C80}" srcOrd="1" destOrd="0" presId="urn:microsoft.com/office/officeart/2005/8/layout/hProcess4"/>
    <dgm:cxn modelId="{CCE37E33-65D0-4422-B728-6D6FCA0B0920}" type="presParOf" srcId="{7BB1B7B8-67B0-416C-94EF-8CB68632B5C6}" destId="{48363C81-E87A-47D5-BF1E-D99C5C50F96D}" srcOrd="2" destOrd="0" presId="urn:microsoft.com/office/officeart/2005/8/layout/hProcess4"/>
    <dgm:cxn modelId="{F53777A5-2AE5-44F3-9344-F344AE79B523}" type="presParOf" srcId="{7BB1B7B8-67B0-416C-94EF-8CB68632B5C6}" destId="{F6B5593E-4553-4D74-A9DD-7D59A13B4083}" srcOrd="3" destOrd="0" presId="urn:microsoft.com/office/officeart/2005/8/layout/hProcess4"/>
    <dgm:cxn modelId="{00FC3D31-7916-4958-A5C6-03CD9F1030F3}" type="presParOf" srcId="{7BB1B7B8-67B0-416C-94EF-8CB68632B5C6}" destId="{F20FA59A-6F94-408F-B5E4-510B5DCAE3DE}"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1.</a:t>
          </a:r>
          <a:r>
            <a:rPr lang="en-US" sz="1800" b="0" i="0" dirty="0">
              <a:latin typeface="Arial" panose="020B0604020202020204" pitchFamily="34" charset="0"/>
              <a:cs typeface="Arial" panose="020B0604020202020204" pitchFamily="34" charset="0"/>
            </a:rPr>
            <a:t> The </a:t>
          </a:r>
          <a:r>
            <a:rPr lang="en-US" sz="1800" b="0" i="0" dirty="0" err="1">
              <a:latin typeface="Arial" panose="020B0604020202020204" pitchFamily="34" charset="0"/>
              <a:cs typeface="Arial" panose="020B0604020202020204" pitchFamily="34" charset="0"/>
            </a:rPr>
            <a:t>Duration_vod</a:t>
          </a:r>
          <a:r>
            <a:rPr lang="en-US" sz="1800" b="0" i="0" dirty="0">
              <a:latin typeface="Arial" panose="020B0604020202020204" pitchFamily="34" charset="0"/>
              <a:cs typeface="Arial" panose="020B0604020202020204" pitchFamily="34" charset="0"/>
            </a:rPr>
            <a:t> field displays on the Call page only for Calls scheduled in My Schedule. If the Call originated elsewhere, </a:t>
          </a:r>
          <a:r>
            <a:rPr lang="en-US" sz="1800" b="0" i="0" dirty="0" err="1">
              <a:latin typeface="Arial" panose="020B0604020202020204" pitchFamily="34" charset="0"/>
              <a:cs typeface="Arial" panose="020B0604020202020204" pitchFamily="34" charset="0"/>
            </a:rPr>
            <a:t>Duration_vod</a:t>
          </a:r>
          <a:r>
            <a:rPr lang="en-US" sz="1800" b="0" i="0" dirty="0">
              <a:latin typeface="Arial" panose="020B0604020202020204" pitchFamily="34" charset="0"/>
              <a:cs typeface="Arial" panose="020B0604020202020204" pitchFamily="34" charset="0"/>
            </a:rPr>
            <a:t> does not display.</a:t>
          </a:r>
        </a:p>
        <a:p>
          <a:r>
            <a:rPr lang="en-US" sz="1800" b="0" i="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7122AE5-3C13-4E35-BFCB-AA4F15640BF5}">
      <dgm:prSet phldrT="[Tex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93B3D263-928B-4E71-905B-CF0D478B4C75}" type="parTrans" cxnId="{E7D9C4F2-3E4A-46DA-AEEE-5D3BA8420B7C}">
      <dgm:prSet/>
      <dgm:spPr/>
      <dgm:t>
        <a:bodyPr/>
        <a:lstStyle/>
        <a:p>
          <a:endParaRPr lang="en-US"/>
        </a:p>
      </dgm:t>
    </dgm:pt>
    <dgm:pt modelId="{0C4D5EDD-C115-4F69-AB6D-1034407C88A4}" type="sibTrans" cxnId="{E7D9C4F2-3E4A-46DA-AEEE-5D3BA8420B7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37FECF88-5170-4EBF-9134-6FC6EDB1821A}" type="presOf" srcId="{97122AE5-3C13-4E35-BFCB-AA4F15640BF5}"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E7D9C4F2-3E4A-46DA-AEEE-5D3BA8420B7C}" srcId="{2C8EA471-3542-4573-A8BF-295862507B6E}" destId="{97122AE5-3C13-4E35-BFCB-AA4F15640BF5}" srcOrd="1" destOrd="0" parTransId="{93B3D263-928B-4E71-905B-CF0D478B4C75}" sibTransId="{0C4D5EDD-C115-4F69-AB6D-1034407C88A4}"/>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 </a:t>
          </a:r>
          <a:r>
            <a:rPr lang="en-US" sz="1800" b="0" i="0" dirty="0">
              <a:latin typeface="Arial" panose="020B0604020202020204" pitchFamily="34" charset="0"/>
              <a:cs typeface="Arial" panose="020B0604020202020204" pitchFamily="34" charset="0"/>
            </a:rPr>
            <a:t>Product Detailing is stored in the _____ custom object.</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b="0" i="0" dirty="0">
              <a:solidFill>
                <a:schemeClr val="bg1"/>
              </a:solidFill>
              <a:latin typeface="Arial" panose="020B0604020202020204" pitchFamily="34" charset="0"/>
              <a:cs typeface="Arial" panose="020B0604020202020204" pitchFamily="34" charset="0"/>
            </a:rPr>
            <a:t>Call2_Detail_vod </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F33EA0D-0804-4180-A6A6-49D0457A42DD}">
      <dgm:prSet custT="1"/>
      <dgm:spPr/>
      <dgm:t>
        <a:bodyPr/>
        <a:lstStyle/>
        <a:p>
          <a:r>
            <a:rPr lang="en-US" sz="1800" b="0" i="0" dirty="0" err="1">
              <a:solidFill>
                <a:schemeClr val="bg1"/>
              </a:solidFill>
              <a:latin typeface="Arial" panose="020B0604020202020204" pitchFamily="34" charset="0"/>
              <a:cs typeface="Arial" panose="020B0604020202020204" pitchFamily="34" charset="0"/>
            </a:rPr>
            <a:t>Call_Detail_vod</a:t>
          </a:r>
          <a:r>
            <a:rPr lang="en-US" sz="1800" b="0" i="0" dirty="0">
              <a:solidFill>
                <a:schemeClr val="bg1"/>
              </a:solidFill>
              <a:latin typeface="Arial" panose="020B0604020202020204" pitchFamily="34" charset="0"/>
              <a:cs typeface="Arial" panose="020B0604020202020204" pitchFamily="34" charset="0"/>
            </a:rPr>
            <a:t> </a:t>
          </a:r>
          <a:endParaRPr lang="en-US" sz="1800" dirty="0">
            <a:solidFill>
              <a:schemeClr val="bg1"/>
            </a:solidFill>
            <a:latin typeface="Arial" panose="020B0604020202020204" pitchFamily="34" charset="0"/>
            <a:cs typeface="Arial" panose="020B0604020202020204" pitchFamily="34" charset="0"/>
          </a:endParaRPr>
        </a:p>
      </dgm:t>
    </dgm:pt>
    <dgm:pt modelId="{A8444E17-A4F1-4731-995A-E3896FEA5C11}" type="parTrans" cxnId="{70855EBA-0BB5-489F-B675-B03761956893}">
      <dgm:prSet/>
      <dgm:spPr/>
      <dgm:t>
        <a:bodyPr/>
        <a:lstStyle/>
        <a:p>
          <a:endParaRPr lang="en-US"/>
        </a:p>
      </dgm:t>
    </dgm:pt>
    <dgm:pt modelId="{0BB19C62-1331-461D-9A95-8E6A9C7115C7}" type="sibTrans" cxnId="{70855EBA-0BB5-489F-B675-B03761956893}">
      <dgm:prSet/>
      <dgm:spPr/>
      <dgm:t>
        <a:bodyPr/>
        <a:lstStyle/>
        <a:p>
          <a:endParaRPr lang="en-US"/>
        </a:p>
      </dgm:t>
    </dgm:pt>
    <dgm:pt modelId="{075FAEEA-67BA-4F12-8FA1-78DCEDA8E597}">
      <dgm:prSet custT="1"/>
      <dgm:spPr/>
      <dgm:t>
        <a:bodyPr/>
        <a:lstStyle/>
        <a:p>
          <a:r>
            <a:rPr lang="en-US" sz="1800" b="0" i="0">
              <a:solidFill>
                <a:schemeClr val="bg1"/>
              </a:solidFill>
              <a:latin typeface="Arial" panose="020B0604020202020204" pitchFamily="34" charset="0"/>
              <a:cs typeface="Arial" panose="020B0604020202020204" pitchFamily="34" charset="0"/>
            </a:rPr>
            <a:t>Call2_Detail</a:t>
          </a:r>
          <a:endParaRPr lang="en-US" sz="1800" dirty="0">
            <a:solidFill>
              <a:schemeClr val="bg1"/>
            </a:solidFill>
            <a:latin typeface="Arial" panose="020B0604020202020204" pitchFamily="34" charset="0"/>
            <a:cs typeface="Arial" panose="020B0604020202020204" pitchFamily="34" charset="0"/>
          </a:endParaRPr>
        </a:p>
      </dgm:t>
    </dgm:pt>
    <dgm:pt modelId="{011250FF-4529-42B2-A5B0-0F317430C197}" type="parTrans" cxnId="{23DDF773-034B-435B-8D0C-D392E8C01713}">
      <dgm:prSet/>
      <dgm:spPr/>
      <dgm:t>
        <a:bodyPr/>
        <a:lstStyle/>
        <a:p>
          <a:endParaRPr lang="en-US"/>
        </a:p>
      </dgm:t>
    </dgm:pt>
    <dgm:pt modelId="{7A1AC4E8-85EF-4991-96AF-AD42D428498B}" type="sibTrans" cxnId="{23DDF773-034B-435B-8D0C-D392E8C01713}">
      <dgm:prSet/>
      <dgm:spPr/>
      <dgm:t>
        <a:bodyPr/>
        <a:lstStyle/>
        <a:p>
          <a:endParaRPr lang="en-US"/>
        </a:p>
      </dgm:t>
    </dgm:pt>
    <dgm:pt modelId="{5562283E-1CE9-43B9-9D66-6D43DDC07038}">
      <dgm:prSet custT="1"/>
      <dgm:spPr/>
      <dgm:t>
        <a:bodyPr/>
        <a:lstStyle/>
        <a:p>
          <a:r>
            <a:rPr lang="en-US" sz="1800" b="0" i="0" dirty="0">
              <a:solidFill>
                <a:schemeClr val="bg1"/>
              </a:solidFill>
              <a:latin typeface="Arial" panose="020B0604020202020204" pitchFamily="34" charset="0"/>
              <a:cs typeface="Arial" panose="020B0604020202020204" pitchFamily="34" charset="0"/>
            </a:rPr>
            <a:t>Cal2_Detail</a:t>
          </a:r>
          <a:endParaRPr lang="en-US" sz="1800" dirty="0">
            <a:solidFill>
              <a:schemeClr val="bg1"/>
            </a:solidFill>
            <a:latin typeface="Arial" panose="020B0604020202020204" pitchFamily="34" charset="0"/>
            <a:cs typeface="Arial" panose="020B0604020202020204" pitchFamily="34" charset="0"/>
          </a:endParaRPr>
        </a:p>
      </dgm:t>
    </dgm:pt>
    <dgm:pt modelId="{3B89812F-785B-4ECA-9114-5DC058C961B9}" type="parTrans" cxnId="{3727C1E6-1261-47EB-AE8F-E5916476D9B0}">
      <dgm:prSet/>
      <dgm:spPr/>
      <dgm:t>
        <a:bodyPr/>
        <a:lstStyle/>
        <a:p>
          <a:endParaRPr lang="en-US"/>
        </a:p>
      </dgm:t>
    </dgm:pt>
    <dgm:pt modelId="{80C3BBFC-249A-42C7-9764-14FAE54590CC}" type="sibTrans" cxnId="{3727C1E6-1261-47EB-AE8F-E5916476D9B0}">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3998" custLinFactNeighborY="-892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63E64649-9211-4F03-AE84-B591A6D00844}" type="presOf" srcId="{CF33EA0D-0804-4180-A6A6-49D0457A42DD}" destId="{0EBE7C70-51AD-4402-A9D8-36889ADBC56A}" srcOrd="0" destOrd="1" presId="urn:microsoft.com/office/officeart/2005/8/layout/vList2"/>
    <dgm:cxn modelId="{BD62DE51-A7F1-4C52-BCD5-18D8AED44AD9}" type="presOf" srcId="{075FAEEA-67BA-4F12-8FA1-78DCEDA8E597}" destId="{0EBE7C70-51AD-4402-A9D8-36889ADBC56A}" srcOrd="0" destOrd="2" presId="urn:microsoft.com/office/officeart/2005/8/layout/vList2"/>
    <dgm:cxn modelId="{23DDF773-034B-435B-8D0C-D392E8C01713}" srcId="{2C8EA471-3542-4573-A8BF-295862507B6E}" destId="{075FAEEA-67BA-4F12-8FA1-78DCEDA8E597}" srcOrd="2" destOrd="0" parTransId="{011250FF-4529-42B2-A5B0-0F317430C197}" sibTransId="{7A1AC4E8-85EF-4991-96AF-AD42D428498B}"/>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70855EBA-0BB5-489F-B675-B03761956893}" srcId="{2C8EA471-3542-4573-A8BF-295862507B6E}" destId="{CF33EA0D-0804-4180-A6A6-49D0457A42DD}" srcOrd="1" destOrd="0" parTransId="{A8444E17-A4F1-4731-995A-E3896FEA5C11}" sibTransId="{0BB19C62-1331-461D-9A95-8E6A9C7115C7}"/>
    <dgm:cxn modelId="{42C701BD-9304-43B0-BEE0-4718A400C443}" type="presOf" srcId="{D073AE1F-622F-41F3-83F6-04C7A451C39E}" destId="{0EBE7C70-51AD-4402-A9D8-36889ADBC56A}" srcOrd="0" destOrd="0" presId="urn:microsoft.com/office/officeart/2005/8/layout/vList2"/>
    <dgm:cxn modelId="{ED2534BE-5D89-4D01-90EB-2AF60D79E34E}" type="presOf" srcId="{5562283E-1CE9-43B9-9D66-6D43DDC07038}" destId="{0EBE7C70-51AD-4402-A9D8-36889ADBC56A}" srcOrd="0" destOrd="3" presId="urn:microsoft.com/office/officeart/2005/8/layout/vList2"/>
    <dgm:cxn modelId="{3727C1E6-1261-47EB-AE8F-E5916476D9B0}" srcId="{2C8EA471-3542-4573-A8BF-295862507B6E}" destId="{5562283E-1CE9-43B9-9D66-6D43DDC07038}" srcOrd="3" destOrd="0" parTransId="{3B89812F-785B-4ECA-9114-5DC058C961B9}" sibTransId="{80C3BBFC-249A-42C7-9764-14FAE54590CC}"/>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Call2_Detail_vod</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5354" custLinFactNeighborY="31606">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3. </a:t>
          </a:r>
          <a:r>
            <a:rPr lang="en-US" sz="1800" b="0" i="0" dirty="0">
              <a:latin typeface="Arial" panose="020B0604020202020204" pitchFamily="34" charset="0"/>
              <a:cs typeface="Arial" panose="020B0604020202020204" pitchFamily="34" charset="0"/>
            </a:rPr>
            <a:t>The call reporting module can also be easily configured to use with other components of VEEVA CRM such as Account Plans, Product Plans, Call Objectives, and Sample Limits.</a:t>
          </a:r>
        </a:p>
        <a:p>
          <a:r>
            <a:rPr lang="en-US" sz="1800" b="0" i="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51543652-B76D-402C-BD0A-FD4366E9FFA6}">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67047979-E2D1-42DA-A518-226316F5D709}" type="parTrans" cxnId="{8DE91051-77BC-4B45-9188-FBF897759F58}">
      <dgm:prSet/>
      <dgm:spPr/>
      <dgm:t>
        <a:bodyPr/>
        <a:lstStyle/>
        <a:p>
          <a:endParaRPr lang="en-US"/>
        </a:p>
      </dgm:t>
    </dgm:pt>
    <dgm:pt modelId="{6A568B23-B81A-400A-87F6-FAE3C82D28E1}" type="sibTrans" cxnId="{8DE91051-77BC-4B45-9188-FBF897759F58}">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7490" custLinFactNeighborX="-10131" custLinFactNeighborY="-10124">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8DE91051-77BC-4B45-9188-FBF897759F58}" srcId="{2C8EA471-3542-4573-A8BF-295862507B6E}" destId="{51543652-B76D-402C-BD0A-FD4366E9FFA6}" srcOrd="1" destOrd="0" parTransId="{67047979-E2D1-42DA-A518-226316F5D709}" sibTransId="{6A568B23-B81A-400A-87F6-FAE3C82D28E1}"/>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9EB351C0-5593-4224-978E-FD3242927060}" type="presOf" srcId="{51543652-B76D-402C-BD0A-FD4366E9FFA6}" destId="{0EBE7C70-51AD-4402-A9D8-36889ADBC56A}" srcOrd="0" destOrd="1"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6796" custLinFactNeighborY="38446">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4. What are the call status VEEVA provides?</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Planned</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01B32E04-50C7-4577-908C-DEB84FF713B2}">
      <dgm:prSet custT="1"/>
      <dgm:spPr/>
      <dgm:t>
        <a:bodyPr/>
        <a:lstStyle/>
        <a:p>
          <a:r>
            <a:rPr lang="en-US" sz="1800">
              <a:solidFill>
                <a:schemeClr val="bg1"/>
              </a:solidFill>
              <a:latin typeface="Arial" panose="020B0604020202020204" pitchFamily="34" charset="0"/>
              <a:cs typeface="Arial" panose="020B0604020202020204" pitchFamily="34" charset="0"/>
            </a:rPr>
            <a:t>Saved</a:t>
          </a:r>
          <a:endParaRPr lang="en-US" sz="1800" dirty="0">
            <a:solidFill>
              <a:schemeClr val="bg1"/>
            </a:solidFill>
            <a:latin typeface="Arial" panose="020B0604020202020204" pitchFamily="34" charset="0"/>
            <a:cs typeface="Arial" panose="020B0604020202020204" pitchFamily="34" charset="0"/>
          </a:endParaRPr>
        </a:p>
      </dgm:t>
    </dgm:pt>
    <dgm:pt modelId="{3CC984B4-6092-44EA-94A9-4B8D4D9C5086}" type="parTrans" cxnId="{7A8D0A57-69FC-44D1-B3E1-E7C11A480FD6}">
      <dgm:prSet/>
      <dgm:spPr/>
      <dgm:t>
        <a:bodyPr/>
        <a:lstStyle/>
        <a:p>
          <a:endParaRPr lang="en-US"/>
        </a:p>
      </dgm:t>
    </dgm:pt>
    <dgm:pt modelId="{94D61E79-5FA1-48CF-9C94-7E5C577CB18A}" type="sibTrans" cxnId="{7A8D0A57-69FC-44D1-B3E1-E7C11A480FD6}">
      <dgm:prSet/>
      <dgm:spPr/>
      <dgm:t>
        <a:bodyPr/>
        <a:lstStyle/>
        <a:p>
          <a:endParaRPr lang="en-US"/>
        </a:p>
      </dgm:t>
    </dgm:pt>
    <dgm:pt modelId="{8A4ACDF4-9180-4FA0-8666-52F8DA67EA9E}">
      <dgm:prSet custT="1"/>
      <dgm:spPr/>
      <dgm:t>
        <a:bodyPr/>
        <a:lstStyle/>
        <a:p>
          <a:r>
            <a:rPr lang="en-US" sz="1800" dirty="0">
              <a:solidFill>
                <a:schemeClr val="bg1"/>
              </a:solidFill>
              <a:latin typeface="Arial" panose="020B0604020202020204" pitchFamily="34" charset="0"/>
              <a:cs typeface="Arial" panose="020B0604020202020204" pitchFamily="34" charset="0"/>
            </a:rPr>
            <a:t>Submitted</a:t>
          </a:r>
        </a:p>
      </dgm:t>
    </dgm:pt>
    <dgm:pt modelId="{E9F2DB36-9569-478C-BAC7-6417696555B1}" type="parTrans" cxnId="{9BDCCF29-1476-4295-8EDF-22DF4B943079}">
      <dgm:prSet/>
      <dgm:spPr/>
      <dgm:t>
        <a:bodyPr/>
        <a:lstStyle/>
        <a:p>
          <a:endParaRPr lang="en-US"/>
        </a:p>
      </dgm:t>
    </dgm:pt>
    <dgm:pt modelId="{61D75F04-7579-4D41-931A-079FD87FF2B2}" type="sibTrans" cxnId="{9BDCCF29-1476-4295-8EDF-22DF4B943079}">
      <dgm:prSet/>
      <dgm:spPr/>
      <dgm:t>
        <a:bodyPr/>
        <a:lstStyle/>
        <a:p>
          <a:endParaRPr lang="en-US"/>
        </a:p>
      </dgm:t>
    </dgm:pt>
    <dgm:pt modelId="{1630FE69-FE6F-4B21-ADAE-2BE83A0A973D}">
      <dgm:prSet custT="1"/>
      <dgm:spPr/>
      <dgm:t>
        <a:bodyPr/>
        <a:lstStyle/>
        <a:p>
          <a:r>
            <a:rPr lang="en-US" sz="1800" dirty="0">
              <a:solidFill>
                <a:schemeClr val="bg1"/>
              </a:solidFill>
              <a:latin typeface="Arial" panose="020B0604020202020204" pitchFamily="34" charset="0"/>
              <a:cs typeface="Arial" panose="020B0604020202020204" pitchFamily="34" charset="0"/>
            </a:rPr>
            <a:t>All of the above</a:t>
          </a:r>
        </a:p>
      </dgm:t>
    </dgm:pt>
    <dgm:pt modelId="{26F8AEA8-9A5E-434F-9326-425592D0B055}" type="parTrans" cxnId="{81E18D5B-5247-47FD-9959-74652B576122}">
      <dgm:prSet/>
      <dgm:spPr/>
      <dgm:t>
        <a:bodyPr/>
        <a:lstStyle/>
        <a:p>
          <a:endParaRPr lang="en-US"/>
        </a:p>
      </dgm:t>
    </dgm:pt>
    <dgm:pt modelId="{13992DDB-D6EB-4626-A113-B99C5AFDF939}" type="sibTrans" cxnId="{81E18D5B-5247-47FD-9959-74652B576122}">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1473"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9BDCCF29-1476-4295-8EDF-22DF4B943079}" srcId="{2C8EA471-3542-4573-A8BF-295862507B6E}" destId="{8A4ACDF4-9180-4FA0-8666-52F8DA67EA9E}" srcOrd="2" destOrd="0" parTransId="{E9F2DB36-9569-478C-BAC7-6417696555B1}" sibTransId="{61D75F04-7579-4D41-931A-079FD87FF2B2}"/>
    <dgm:cxn modelId="{81E18D5B-5247-47FD-9959-74652B576122}" srcId="{2C8EA471-3542-4573-A8BF-295862507B6E}" destId="{1630FE69-FE6F-4B21-ADAE-2BE83A0A973D}" srcOrd="3" destOrd="0" parTransId="{26F8AEA8-9A5E-434F-9326-425592D0B055}" sibTransId="{13992DDB-D6EB-4626-A113-B99C5AFDF939}"/>
    <dgm:cxn modelId="{7A8D0A57-69FC-44D1-B3E1-E7C11A480FD6}" srcId="{2C8EA471-3542-4573-A8BF-295862507B6E}" destId="{01B32E04-50C7-4577-908C-DEB84FF713B2}" srcOrd="1" destOrd="0" parTransId="{3CC984B4-6092-44EA-94A9-4B8D4D9C5086}" sibTransId="{94D61E79-5FA1-48CF-9C94-7E5C577CB18A}"/>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A33BACAD-5709-41AE-8162-42716D939310}" type="presOf" srcId="{8A4ACDF4-9180-4FA0-8666-52F8DA67EA9E}" destId="{0EBE7C70-51AD-4402-A9D8-36889ADBC56A}" srcOrd="0" destOrd="2" presId="urn:microsoft.com/office/officeart/2005/8/layout/vList2"/>
    <dgm:cxn modelId="{1DF3F2AE-9C7C-47EB-81EB-2FE2284E6F78}" type="presOf" srcId="{1630FE69-FE6F-4B21-ADAE-2BE83A0A973D}" destId="{0EBE7C70-51AD-4402-A9D8-36889ADBC56A}" srcOrd="0" destOrd="3" presId="urn:microsoft.com/office/officeart/2005/8/layout/vList2"/>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CA3D5BCC-2CE4-4964-81D4-1EE4B587C47C}" type="presOf" srcId="{01B32E04-50C7-4577-908C-DEB84FF713B2}" destId="{0EBE7C70-51AD-4402-A9D8-36889ADBC56A}" srcOrd="0" destOrd="1"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All of the above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6470" custLinFactNeighborY="36407">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5. Call attendees gets stored in which VEEVA object?</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Call2_Attendee_vod</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7BAD6599-E0FE-4600-A8ED-A13F90F76B42}">
      <dgm:prSet custT="1"/>
      <dgm:spPr/>
      <dgm:t>
        <a:bodyPr/>
        <a:lstStyle/>
        <a:p>
          <a:r>
            <a:rPr lang="en-US" sz="1800" b="0" i="0" dirty="0">
              <a:solidFill>
                <a:schemeClr val="bg1"/>
              </a:solidFill>
              <a:latin typeface="Arial" panose="020B0604020202020204" pitchFamily="34" charset="0"/>
              <a:cs typeface="Arial" panose="020B0604020202020204" pitchFamily="34" charset="0"/>
            </a:rPr>
            <a:t>Call2_vod</a:t>
          </a:r>
          <a:endParaRPr lang="en-US" sz="1800" dirty="0">
            <a:solidFill>
              <a:schemeClr val="bg1"/>
            </a:solidFill>
            <a:latin typeface="Arial" panose="020B0604020202020204" pitchFamily="34" charset="0"/>
            <a:cs typeface="Arial" panose="020B0604020202020204" pitchFamily="34" charset="0"/>
          </a:endParaRPr>
        </a:p>
      </dgm:t>
    </dgm:pt>
    <dgm:pt modelId="{A319739B-E293-4CBE-95AE-2779DD6A897E}" type="parTrans" cxnId="{87F6B9CA-C7CF-4BD3-BF79-6BEEEAA9B848}">
      <dgm:prSet/>
      <dgm:spPr/>
      <dgm:t>
        <a:bodyPr/>
        <a:lstStyle/>
        <a:p>
          <a:endParaRPr lang="en-US"/>
        </a:p>
      </dgm:t>
    </dgm:pt>
    <dgm:pt modelId="{885929AA-C810-4E93-B3F5-5EF67CD5B2A0}" type="sibTrans" cxnId="{87F6B9CA-C7CF-4BD3-BF79-6BEEEAA9B848}">
      <dgm:prSet/>
      <dgm:spPr/>
      <dgm:t>
        <a:bodyPr/>
        <a:lstStyle/>
        <a:p>
          <a:endParaRPr lang="en-US"/>
        </a:p>
      </dgm:t>
    </dgm:pt>
    <dgm:pt modelId="{82507C82-5899-4626-9DD5-14F5B0AA9DAC}">
      <dgm:prSet custT="1"/>
      <dgm:spPr/>
      <dgm:t>
        <a:bodyPr/>
        <a:lstStyle/>
        <a:p>
          <a:r>
            <a:rPr lang="en-US" sz="1800" b="0" i="0" dirty="0">
              <a:solidFill>
                <a:schemeClr val="bg1"/>
              </a:solidFill>
              <a:latin typeface="Arial" panose="020B0604020202020204" pitchFamily="34" charset="0"/>
              <a:cs typeface="Arial" panose="020B0604020202020204" pitchFamily="34" charset="0"/>
            </a:rPr>
            <a:t>Call2_Detail_vod</a:t>
          </a:r>
          <a:endParaRPr lang="en-US" sz="1800" dirty="0">
            <a:solidFill>
              <a:schemeClr val="bg1"/>
            </a:solidFill>
            <a:latin typeface="Arial" panose="020B0604020202020204" pitchFamily="34" charset="0"/>
            <a:cs typeface="Arial" panose="020B0604020202020204" pitchFamily="34" charset="0"/>
          </a:endParaRPr>
        </a:p>
      </dgm:t>
    </dgm:pt>
    <dgm:pt modelId="{1FD6859E-B05F-4DC5-BAAE-C16B6ACB93E5}" type="parTrans" cxnId="{A4A5BCAC-D713-462E-B2DD-152ADA96D255}">
      <dgm:prSet/>
      <dgm:spPr/>
      <dgm:t>
        <a:bodyPr/>
        <a:lstStyle/>
        <a:p>
          <a:endParaRPr lang="en-US"/>
        </a:p>
      </dgm:t>
    </dgm:pt>
    <dgm:pt modelId="{363584BF-1BDE-4CF0-832E-B73989FBA351}" type="sibTrans" cxnId="{A4A5BCAC-D713-462E-B2DD-152ADA96D255}">
      <dgm:prSet/>
      <dgm:spPr/>
      <dgm:t>
        <a:bodyPr/>
        <a:lstStyle/>
        <a:p>
          <a:endParaRPr lang="en-US"/>
        </a:p>
      </dgm:t>
    </dgm:pt>
    <dgm:pt modelId="{8AE98598-37DB-471D-924F-D3865104640B}">
      <dgm:prSet custT="1"/>
      <dgm:spPr/>
      <dgm:t>
        <a:bodyPr/>
        <a:lstStyle/>
        <a:p>
          <a:r>
            <a:rPr lang="en-US" sz="1800" b="0" i="0" dirty="0">
              <a:solidFill>
                <a:schemeClr val="bg1"/>
              </a:solidFill>
              <a:latin typeface="Arial" panose="020B0604020202020204" pitchFamily="34" charset="0"/>
              <a:cs typeface="Arial" panose="020B0604020202020204" pitchFamily="34" charset="0"/>
            </a:rPr>
            <a:t>Call2_Discussion_vod</a:t>
          </a:r>
          <a:endParaRPr lang="en-US" sz="1800" dirty="0">
            <a:solidFill>
              <a:schemeClr val="bg1"/>
            </a:solidFill>
            <a:latin typeface="Arial" panose="020B0604020202020204" pitchFamily="34" charset="0"/>
            <a:cs typeface="Arial" panose="020B0604020202020204" pitchFamily="34" charset="0"/>
          </a:endParaRPr>
        </a:p>
      </dgm:t>
    </dgm:pt>
    <dgm:pt modelId="{325FEB9E-86AB-46B3-90D2-FFDEB6134A68}" type="parTrans" cxnId="{423ABC13-AC80-48A0-A40E-398B2426849D}">
      <dgm:prSet/>
      <dgm:spPr/>
      <dgm:t>
        <a:bodyPr/>
        <a:lstStyle/>
        <a:p>
          <a:endParaRPr lang="en-US"/>
        </a:p>
      </dgm:t>
    </dgm:pt>
    <dgm:pt modelId="{67514B27-2927-47DB-843F-81FBB30C27D5}" type="sibTrans" cxnId="{423ABC13-AC80-48A0-A40E-398B2426849D}">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1473"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423ABC13-AC80-48A0-A40E-398B2426849D}" srcId="{2C8EA471-3542-4573-A8BF-295862507B6E}" destId="{8AE98598-37DB-471D-924F-D3865104640B}" srcOrd="3" destOrd="0" parTransId="{325FEB9E-86AB-46B3-90D2-FFDEB6134A68}" sibTransId="{67514B27-2927-47DB-843F-81FBB30C27D5}"/>
    <dgm:cxn modelId="{F3264B52-F8BA-443A-BE7F-AAA07A993BA3}" type="presOf" srcId="{8AE98598-37DB-471D-924F-D3865104640B}" destId="{0EBE7C70-51AD-4402-A9D8-36889ADBC56A}" srcOrd="0" destOrd="3" presId="urn:microsoft.com/office/officeart/2005/8/layout/vList2"/>
    <dgm:cxn modelId="{1D047388-E1C8-4E9A-84E3-7A36769A8092}" type="presOf" srcId="{7BAD6599-E0FE-4600-A8ED-A13F90F76B42}"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A4A5BCAC-D713-462E-B2DD-152ADA96D255}" srcId="{2C8EA471-3542-4573-A8BF-295862507B6E}" destId="{82507C82-5899-4626-9DD5-14F5B0AA9DAC}" srcOrd="2" destOrd="0" parTransId="{1FD6859E-B05F-4DC5-BAAE-C16B6ACB93E5}" sibTransId="{363584BF-1BDE-4CF0-832E-B73989FBA351}"/>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DE9D29C1-F4ED-4D13-8A0A-27CC50B47D38}" type="presOf" srcId="{82507C82-5899-4626-9DD5-14F5B0AA9DAC}" destId="{0EBE7C70-51AD-4402-A9D8-36889ADBC56A}" srcOrd="0" destOrd="2" presId="urn:microsoft.com/office/officeart/2005/8/layout/vList2"/>
    <dgm:cxn modelId="{87F6B9CA-C7CF-4BD3-BF79-6BEEEAA9B848}" srcId="{2C8EA471-3542-4573-A8BF-295862507B6E}" destId="{7BAD6599-E0FE-4600-A8ED-A13F90F76B42}" srcOrd="1" destOrd="0" parTransId="{A319739B-E293-4CBE-95AE-2779DD6A897E}" sibTransId="{885929AA-C810-4E93-B3F5-5EF67CD5B2A0}"/>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b="0" i="0" dirty="0">
              <a:latin typeface="Arial" panose="020B0604020202020204" pitchFamily="34" charset="0"/>
              <a:cs typeface="Arial" panose="020B0604020202020204" pitchFamily="34" charset="0"/>
            </a:rPr>
            <a:t>Call2_vod</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5049" custLinFactNeighborY="62369">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FEC939-BEEC-4D49-8761-606A6FCFA37F}">
      <dsp:nvSpPr>
        <dsp:cNvPr id="0" name=""/>
        <dsp:cNvSpPr/>
      </dsp:nvSpPr>
      <dsp:spPr>
        <a:xfrm>
          <a:off x="0" y="102183"/>
          <a:ext cx="2354929" cy="1451213"/>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latin typeface="Arial" panose="020B0604020202020204" pitchFamily="34" charset="0"/>
              <a:cs typeface="Arial" panose="020B0604020202020204" pitchFamily="34" charset="0"/>
            </a:rPr>
            <a:t>Use the this VEEVA Message/VEEVA Setting to configure – enter the account and call type labels</a:t>
          </a:r>
        </a:p>
      </dsp:txBody>
      <dsp:txXfrm>
        <a:off x="33396" y="135579"/>
        <a:ext cx="2288137" cy="1073447"/>
      </dsp:txXfrm>
    </dsp:sp>
    <dsp:sp modelId="{F9E96CA5-B037-47DC-BD5E-21203749CC4D}">
      <dsp:nvSpPr>
        <dsp:cNvPr id="0" name=""/>
        <dsp:cNvSpPr/>
      </dsp:nvSpPr>
      <dsp:spPr>
        <a:xfrm>
          <a:off x="866668" y="-369802"/>
          <a:ext cx="3095866" cy="3244326"/>
        </a:xfrm>
        <a:prstGeom prst="leftCircularArrow">
          <a:avLst>
            <a:gd name="adj1" fmla="val 2420"/>
            <a:gd name="adj2" fmla="val 292704"/>
            <a:gd name="adj3" fmla="val 2363741"/>
            <a:gd name="adj4" fmla="val 9320016"/>
            <a:gd name="adj5" fmla="val 2823"/>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3829A928-4918-490E-8C79-0C1A7CF9A7B6}">
      <dsp:nvSpPr>
        <dsp:cNvPr id="0" name=""/>
        <dsp:cNvSpPr/>
      </dsp:nvSpPr>
      <dsp:spPr>
        <a:xfrm>
          <a:off x="0" y="1589536"/>
          <a:ext cx="2035478" cy="497873"/>
        </a:xfrm>
        <a:prstGeom prst="roundRect">
          <a:avLst>
            <a:gd name="adj" fmla="val 10000"/>
          </a:avLst>
        </a:prstGeom>
        <a:solidFill>
          <a:schemeClr val="accent6">
            <a:lumMod val="75000"/>
          </a:schemeClr>
        </a:solidFill>
        <a:ln>
          <a:noFill/>
        </a:ln>
        <a:effectLst/>
        <a:scene3d>
          <a:camera prst="orthographicFront"/>
          <a:lightRig rig="flat" dir="t"/>
        </a:scene3d>
        <a:sp3d prstMaterial="plastic">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ALLOWED_CALL_RECORD_TYPES</a:t>
          </a:r>
        </a:p>
      </dsp:txBody>
      <dsp:txXfrm>
        <a:off x="14582" y="1604118"/>
        <a:ext cx="2006314" cy="468709"/>
      </dsp:txXfrm>
    </dsp:sp>
    <dsp:sp modelId="{7771F2F4-763E-48F1-B0FF-CB2EB8E13C80}">
      <dsp:nvSpPr>
        <dsp:cNvPr id="0" name=""/>
        <dsp:cNvSpPr/>
      </dsp:nvSpPr>
      <dsp:spPr>
        <a:xfrm>
          <a:off x="2803797" y="982616"/>
          <a:ext cx="2364985" cy="1011205"/>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latin typeface="Arial" panose="020B0604020202020204" pitchFamily="34" charset="0"/>
              <a:cs typeface="Arial" panose="020B0604020202020204" pitchFamily="34" charset="0"/>
            </a:rPr>
            <a:t>E.g. For Hospital Accounts, only allow calls of type Call Report</a:t>
          </a:r>
        </a:p>
      </dsp:txBody>
      <dsp:txXfrm>
        <a:off x="2827068" y="1222574"/>
        <a:ext cx="2318443" cy="747976"/>
      </dsp:txXfrm>
    </dsp:sp>
    <dsp:sp modelId="{3A07C71E-D73C-424D-9358-BEF77F9A6E22}">
      <dsp:nvSpPr>
        <dsp:cNvPr id="0" name=""/>
        <dsp:cNvSpPr/>
      </dsp:nvSpPr>
      <dsp:spPr>
        <a:xfrm>
          <a:off x="4119242" y="-216939"/>
          <a:ext cx="2886983" cy="2886983"/>
        </a:xfrm>
        <a:prstGeom prst="circularArrow">
          <a:avLst>
            <a:gd name="adj1" fmla="val 2719"/>
            <a:gd name="adj2" fmla="val 331230"/>
            <a:gd name="adj3" fmla="val 19534218"/>
            <a:gd name="adj4" fmla="val 12616469"/>
            <a:gd name="adj5" fmla="val 3172"/>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F6B5593E-4553-4D74-A9DD-7D59A13B4083}">
      <dsp:nvSpPr>
        <dsp:cNvPr id="0" name=""/>
        <dsp:cNvSpPr/>
      </dsp:nvSpPr>
      <dsp:spPr>
        <a:xfrm>
          <a:off x="3274154" y="225950"/>
          <a:ext cx="1893766" cy="497873"/>
        </a:xfrm>
        <a:prstGeom prst="roundRect">
          <a:avLst>
            <a:gd name="adj" fmla="val 10000"/>
          </a:avLst>
        </a:prstGeom>
        <a:solidFill>
          <a:schemeClr val="accent6">
            <a:lumMod val="75000"/>
          </a:schemeClr>
        </a:solidFill>
        <a:ln>
          <a:noFill/>
        </a:ln>
        <a:effectLst/>
        <a:scene3d>
          <a:camera prst="orthographicFront"/>
          <a:lightRig rig="flat" dir="t"/>
        </a:scene3d>
        <a:sp3d prstMaterial="plastic">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Hospital_vod,Call Report_vod;;</a:t>
          </a:r>
        </a:p>
      </dsp:txBody>
      <dsp:txXfrm>
        <a:off x="3288736" y="240532"/>
        <a:ext cx="1864602" cy="468709"/>
      </dsp:txXfrm>
    </dsp:sp>
    <dsp:sp modelId="{A32B8099-4E51-4650-94CA-AE960CBF63B8}">
      <dsp:nvSpPr>
        <dsp:cNvPr id="0" name=""/>
        <dsp:cNvSpPr/>
      </dsp:nvSpPr>
      <dsp:spPr>
        <a:xfrm>
          <a:off x="5540730" y="650742"/>
          <a:ext cx="2382662" cy="862008"/>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latin typeface="Arial" panose="020B0604020202020204" pitchFamily="34" charset="0"/>
              <a:cs typeface="Arial" panose="020B0604020202020204" pitchFamily="34" charset="0"/>
            </a:rPr>
            <a:t>E.g. Prevent calls of any type from being recorded for Hospital Departments</a:t>
          </a:r>
        </a:p>
      </dsp:txBody>
      <dsp:txXfrm>
        <a:off x="5560567" y="670579"/>
        <a:ext cx="2342988" cy="637618"/>
      </dsp:txXfrm>
    </dsp:sp>
    <dsp:sp modelId="{E8A87503-D032-4660-BA10-E3B97BDA2E84}">
      <dsp:nvSpPr>
        <dsp:cNvPr id="0" name=""/>
        <dsp:cNvSpPr/>
      </dsp:nvSpPr>
      <dsp:spPr>
        <a:xfrm>
          <a:off x="6240107" y="1733824"/>
          <a:ext cx="1683282" cy="534367"/>
        </a:xfrm>
        <a:prstGeom prst="roundRect">
          <a:avLst>
            <a:gd name="adj" fmla="val 10000"/>
          </a:avLst>
        </a:prstGeom>
        <a:solidFill>
          <a:schemeClr val="accent6">
            <a:lumMod val="75000"/>
          </a:schemeClr>
        </a:solidFill>
        <a:ln>
          <a:noFill/>
        </a:ln>
        <a:effectLst/>
        <a:scene3d>
          <a:camera prst="orthographicFront"/>
          <a:lightRig rig="flat" dir="t"/>
        </a:scene3d>
        <a:sp3d prstMaterial="plastic">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Hospital Department_vod</a:t>
          </a:r>
          <a:r>
            <a:rPr lang="en-US" sz="1900" b="1" kern="1200" dirty="0"/>
            <a:t>;;</a:t>
          </a:r>
        </a:p>
      </dsp:txBody>
      <dsp:txXfrm>
        <a:off x="6255758" y="1749475"/>
        <a:ext cx="1651980" cy="5030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FEC939-BEEC-4D49-8761-606A6FCFA37F}">
      <dsp:nvSpPr>
        <dsp:cNvPr id="0" name=""/>
        <dsp:cNvSpPr/>
      </dsp:nvSpPr>
      <dsp:spPr>
        <a:xfrm>
          <a:off x="1114458" y="911752"/>
          <a:ext cx="3284534" cy="827835"/>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latin typeface="Arial" panose="020B0604020202020204" pitchFamily="34" charset="0"/>
              <a:cs typeface="Arial" panose="020B0604020202020204" pitchFamily="34" charset="0"/>
            </a:rPr>
            <a:t>Use this VEEVA Message/VEEVA Setting to configure </a:t>
          </a:r>
        </a:p>
      </dsp:txBody>
      <dsp:txXfrm>
        <a:off x="1133509" y="930803"/>
        <a:ext cx="3246432" cy="612340"/>
      </dsp:txXfrm>
    </dsp:sp>
    <dsp:sp modelId="{F9E96CA5-B037-47DC-BD5E-21203749CC4D}">
      <dsp:nvSpPr>
        <dsp:cNvPr id="0" name=""/>
        <dsp:cNvSpPr/>
      </dsp:nvSpPr>
      <dsp:spPr>
        <a:xfrm>
          <a:off x="2714138" y="-317799"/>
          <a:ext cx="3381410" cy="3381410"/>
        </a:xfrm>
        <a:prstGeom prst="leftCircularArrow">
          <a:avLst>
            <a:gd name="adj1" fmla="val 2655"/>
            <a:gd name="adj2" fmla="val 322977"/>
            <a:gd name="adj3" fmla="val 2098488"/>
            <a:gd name="adj4" fmla="val 9024489"/>
            <a:gd name="adj5" fmla="val 3098"/>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3829A928-4918-490E-8C79-0C1A7CF9A7B6}">
      <dsp:nvSpPr>
        <dsp:cNvPr id="0" name=""/>
        <dsp:cNvSpPr/>
      </dsp:nvSpPr>
      <dsp:spPr>
        <a:xfrm>
          <a:off x="2216657" y="1696858"/>
          <a:ext cx="1605181" cy="556781"/>
        </a:xfrm>
        <a:prstGeom prst="roundRect">
          <a:avLst>
            <a:gd name="adj" fmla="val 10000"/>
          </a:avLst>
        </a:prstGeom>
        <a:solidFill>
          <a:schemeClr val="accent6">
            <a:lumMod val="75000"/>
          </a:schemeClr>
        </a:solidFill>
        <a:ln>
          <a:noFill/>
        </a:ln>
        <a:effectLst/>
        <a:scene3d>
          <a:camera prst="orthographicFront"/>
          <a:lightRig rig="flat" dir="t"/>
        </a:scene3d>
        <a:sp3d prstMaterial="plastic">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DEFAULT_CALL_RECORD_TYPE</a:t>
          </a:r>
        </a:p>
      </dsp:txBody>
      <dsp:txXfrm>
        <a:off x="2232965" y="1713166"/>
        <a:ext cx="1572565" cy="524165"/>
      </dsp:txXfrm>
    </dsp:sp>
    <dsp:sp modelId="{7771F2F4-763E-48F1-B0FF-CB2EB8E13C80}">
      <dsp:nvSpPr>
        <dsp:cNvPr id="0" name=""/>
        <dsp:cNvSpPr/>
      </dsp:nvSpPr>
      <dsp:spPr>
        <a:xfrm>
          <a:off x="4826560" y="676091"/>
          <a:ext cx="2610314" cy="1299157"/>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latin typeface="Arial" panose="020B0604020202020204" pitchFamily="34" charset="0"/>
              <a:cs typeface="Arial" panose="020B0604020202020204" pitchFamily="34" charset="0"/>
            </a:rPr>
            <a:t>Make Meeting Brief calls the default record type for Hospital calls</a:t>
          </a:r>
        </a:p>
      </dsp:txBody>
      <dsp:txXfrm>
        <a:off x="4856457" y="984379"/>
        <a:ext cx="2550520" cy="960972"/>
      </dsp:txXfrm>
    </dsp:sp>
    <dsp:sp modelId="{F6B5593E-4553-4D74-A9DD-7D59A13B4083}">
      <dsp:nvSpPr>
        <dsp:cNvPr id="0" name=""/>
        <dsp:cNvSpPr/>
      </dsp:nvSpPr>
      <dsp:spPr>
        <a:xfrm>
          <a:off x="5266267" y="397701"/>
          <a:ext cx="1807709" cy="556781"/>
        </a:xfrm>
        <a:prstGeom prst="roundRect">
          <a:avLst>
            <a:gd name="adj" fmla="val 10000"/>
          </a:avLst>
        </a:prstGeom>
        <a:solidFill>
          <a:schemeClr val="accent6">
            <a:lumMod val="75000"/>
          </a:schemeClr>
        </a:solidFill>
        <a:ln>
          <a:noFill/>
        </a:ln>
        <a:effectLst/>
        <a:scene3d>
          <a:camera prst="orthographicFront"/>
          <a:lightRig rig="flat" dir="t"/>
        </a:scene3d>
        <a:sp3d prstMaterial="plastic">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Hospital_vod,Call Report_vod;;</a:t>
          </a:r>
        </a:p>
      </dsp:txBody>
      <dsp:txXfrm>
        <a:off x="5282575" y="414009"/>
        <a:ext cx="1775093" cy="5241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92454"/>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1.</a:t>
          </a:r>
          <a:r>
            <a:rPr lang="en-US" sz="1800" b="0" i="0" kern="1200" dirty="0">
              <a:latin typeface="Arial" panose="020B0604020202020204" pitchFamily="34" charset="0"/>
              <a:cs typeface="Arial" panose="020B0604020202020204" pitchFamily="34" charset="0"/>
            </a:rPr>
            <a:t> The </a:t>
          </a:r>
          <a:r>
            <a:rPr lang="en-US" sz="1800" b="0" i="0" kern="1200" dirty="0" err="1">
              <a:latin typeface="Arial" panose="020B0604020202020204" pitchFamily="34" charset="0"/>
              <a:cs typeface="Arial" panose="020B0604020202020204" pitchFamily="34" charset="0"/>
            </a:rPr>
            <a:t>Duration_vod</a:t>
          </a:r>
          <a:r>
            <a:rPr lang="en-US" sz="1800" b="0" i="0" kern="1200" dirty="0">
              <a:latin typeface="Arial" panose="020B0604020202020204" pitchFamily="34" charset="0"/>
              <a:cs typeface="Arial" panose="020B0604020202020204" pitchFamily="34" charset="0"/>
            </a:rPr>
            <a:t> field displays on the Call page only for Calls scheduled in My Schedule. If the Call originated elsewhere, </a:t>
          </a:r>
          <a:r>
            <a:rPr lang="en-US" sz="1800" b="0" i="0" kern="1200" dirty="0" err="1">
              <a:latin typeface="Arial" panose="020B0604020202020204" pitchFamily="34" charset="0"/>
              <a:cs typeface="Arial" panose="020B0604020202020204" pitchFamily="34" charset="0"/>
            </a:rPr>
            <a:t>Duration_vod</a:t>
          </a:r>
          <a:r>
            <a:rPr lang="en-US" sz="1800" b="0" i="0" kern="1200" dirty="0">
              <a:latin typeface="Arial" panose="020B0604020202020204" pitchFamily="34" charset="0"/>
              <a:cs typeface="Arial" panose="020B0604020202020204" pitchFamily="34" charset="0"/>
            </a:rPr>
            <a:t> does not display.</a:t>
          </a:r>
        </a:p>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4318" y="256772"/>
        <a:ext cx="8205249" cy="1188915"/>
      </dsp:txXfrm>
    </dsp:sp>
    <dsp:sp modelId="{0EBE7C70-51AD-4402-A9D8-36889ADBC56A}">
      <dsp:nvSpPr>
        <dsp:cNvPr id="0" name=""/>
        <dsp:cNvSpPr/>
      </dsp:nvSpPr>
      <dsp:spPr>
        <a:xfrm>
          <a:off x="0" y="1786272"/>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786272"/>
        <a:ext cx="8333885"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09001"/>
          <a:ext cx="8333885" cy="9004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 </a:t>
          </a:r>
          <a:r>
            <a:rPr lang="en-US" sz="1800" b="0" i="0" kern="1200" dirty="0">
              <a:latin typeface="Arial" panose="020B0604020202020204" pitchFamily="34" charset="0"/>
              <a:cs typeface="Arial" panose="020B0604020202020204" pitchFamily="34" charset="0"/>
            </a:rPr>
            <a:t>Product Detailing is stored in the _____ custom object.</a:t>
          </a:r>
          <a:endParaRPr lang="en-US" sz="1800" kern="1200" dirty="0">
            <a:solidFill>
              <a:schemeClr val="bg1"/>
            </a:solidFill>
            <a:latin typeface="Arial" panose="020B0604020202020204" pitchFamily="34" charset="0"/>
            <a:cs typeface="Arial" panose="020B0604020202020204" pitchFamily="34" charset="0"/>
          </a:endParaRPr>
        </a:p>
      </dsp:txBody>
      <dsp:txXfrm>
        <a:off x="43954" y="452955"/>
        <a:ext cx="8245977" cy="812499"/>
      </dsp:txXfrm>
    </dsp:sp>
    <dsp:sp modelId="{0EBE7C70-51AD-4402-A9D8-36889ADBC56A}">
      <dsp:nvSpPr>
        <dsp:cNvPr id="0" name=""/>
        <dsp:cNvSpPr/>
      </dsp:nvSpPr>
      <dsp:spPr>
        <a:xfrm>
          <a:off x="0" y="1544062"/>
          <a:ext cx="8333885" cy="1143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Call2_Detail_vod </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dirty="0" err="1">
              <a:solidFill>
                <a:schemeClr val="bg1"/>
              </a:solidFill>
              <a:latin typeface="Arial" panose="020B0604020202020204" pitchFamily="34" charset="0"/>
              <a:cs typeface="Arial" panose="020B0604020202020204" pitchFamily="34" charset="0"/>
            </a:rPr>
            <a:t>Call_Detail_vod</a:t>
          </a:r>
          <a:r>
            <a:rPr lang="en-US" sz="1800" b="0" i="0" kern="1200" dirty="0">
              <a:solidFill>
                <a:schemeClr val="bg1"/>
              </a:solidFill>
              <a:latin typeface="Arial" panose="020B0604020202020204" pitchFamily="34" charset="0"/>
              <a:cs typeface="Arial" panose="020B0604020202020204" pitchFamily="34" charset="0"/>
            </a:rPr>
            <a:t> </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a:solidFill>
                <a:schemeClr val="bg1"/>
              </a:solidFill>
              <a:latin typeface="Arial" panose="020B0604020202020204" pitchFamily="34" charset="0"/>
              <a:cs typeface="Arial" panose="020B0604020202020204" pitchFamily="34" charset="0"/>
            </a:rPr>
            <a:t>Call2_Detail</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Cal2_Detail</a:t>
          </a:r>
          <a:endParaRPr lang="en-US" sz="1800" kern="1200" dirty="0">
            <a:solidFill>
              <a:schemeClr val="bg1"/>
            </a:solidFill>
            <a:latin typeface="Arial" panose="020B0604020202020204" pitchFamily="34" charset="0"/>
            <a:cs typeface="Arial" panose="020B0604020202020204" pitchFamily="34" charset="0"/>
          </a:endParaRPr>
        </a:p>
      </dsp:txBody>
      <dsp:txXfrm>
        <a:off x="0" y="1544062"/>
        <a:ext cx="8333885" cy="11436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Call2_Detail_vod</a:t>
          </a:r>
          <a:endParaRPr lang="en-US" sz="1800" b="1" kern="1200" dirty="0">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91133"/>
          <a:ext cx="8333885" cy="138968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3. </a:t>
          </a:r>
          <a:r>
            <a:rPr lang="en-US" sz="1800" b="0" i="0" kern="1200" dirty="0">
              <a:latin typeface="Arial" panose="020B0604020202020204" pitchFamily="34" charset="0"/>
              <a:cs typeface="Arial" panose="020B0604020202020204" pitchFamily="34" charset="0"/>
            </a:rPr>
            <a:t>The call reporting module can also be easily configured to use with other components of VEEVA CRM such as Account Plans, Product Plans, Call Objectives, and Sample Limits.</a:t>
          </a:r>
        </a:p>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7839" y="258972"/>
        <a:ext cx="8198207" cy="1254006"/>
      </dsp:txXfrm>
    </dsp:sp>
    <dsp:sp modelId="{0EBE7C70-51AD-4402-A9D8-36889ADBC56A}">
      <dsp:nvSpPr>
        <dsp:cNvPr id="0" name=""/>
        <dsp:cNvSpPr/>
      </dsp:nvSpPr>
      <dsp:spPr>
        <a:xfrm>
          <a:off x="0" y="1830622"/>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830622"/>
        <a:ext cx="8333885" cy="10764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34607"/>
          <a:ext cx="8333885" cy="7480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4. What are the call status VEEVA provides?</a:t>
          </a:r>
        </a:p>
      </dsp:txBody>
      <dsp:txXfrm>
        <a:off x="36514" y="471121"/>
        <a:ext cx="8260857" cy="674975"/>
      </dsp:txXfrm>
    </dsp:sp>
    <dsp:sp modelId="{0EBE7C70-51AD-4402-A9D8-36889ADBC56A}">
      <dsp:nvSpPr>
        <dsp:cNvPr id="0" name=""/>
        <dsp:cNvSpPr/>
      </dsp:nvSpPr>
      <dsp:spPr>
        <a:xfrm>
          <a:off x="0" y="1467860"/>
          <a:ext cx="8333885" cy="1143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Planned</a:t>
          </a:r>
        </a:p>
        <a:p>
          <a:pPr marL="171450" lvl="1" indent="-171450" algn="l" defTabSz="800100">
            <a:lnSpc>
              <a:spcPct val="90000"/>
            </a:lnSpc>
            <a:spcBef>
              <a:spcPct val="0"/>
            </a:spcBef>
            <a:spcAft>
              <a:spcPct val="20000"/>
            </a:spcAft>
            <a:buChar char="•"/>
          </a:pPr>
          <a:r>
            <a:rPr lang="en-US" sz="1800" kern="1200">
              <a:solidFill>
                <a:schemeClr val="bg1"/>
              </a:solidFill>
              <a:latin typeface="Arial" panose="020B0604020202020204" pitchFamily="34" charset="0"/>
              <a:cs typeface="Arial" panose="020B0604020202020204" pitchFamily="34" charset="0"/>
            </a:rPr>
            <a:t>Saved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Submitted</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All of the above</a:t>
          </a:r>
        </a:p>
      </dsp:txBody>
      <dsp:txXfrm>
        <a:off x="0" y="1467860"/>
        <a:ext cx="8333885" cy="11436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All of the above</a:t>
          </a:r>
          <a:endParaRPr lang="en-US" sz="1800" b="1" kern="1200" dirty="0">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34607"/>
          <a:ext cx="8333885" cy="7480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5. Call attendees gets stored in which VEEVA object?</a:t>
          </a:r>
        </a:p>
      </dsp:txBody>
      <dsp:txXfrm>
        <a:off x="36514" y="471121"/>
        <a:ext cx="8260857" cy="674975"/>
      </dsp:txXfrm>
    </dsp:sp>
    <dsp:sp modelId="{0EBE7C70-51AD-4402-A9D8-36889ADBC56A}">
      <dsp:nvSpPr>
        <dsp:cNvPr id="0" name=""/>
        <dsp:cNvSpPr/>
      </dsp:nvSpPr>
      <dsp:spPr>
        <a:xfrm>
          <a:off x="0" y="1467860"/>
          <a:ext cx="8333885" cy="1143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Call2_Attendee_vod</a:t>
          </a:r>
        </a:p>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Call2_vod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Call2_Detail_vod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Call2_Discussion_vod</a:t>
          </a:r>
          <a:endParaRPr lang="en-US" sz="1800" kern="1200" dirty="0">
            <a:solidFill>
              <a:schemeClr val="bg1"/>
            </a:solidFill>
            <a:latin typeface="Arial" panose="020B0604020202020204" pitchFamily="34" charset="0"/>
            <a:cs typeface="Arial" panose="020B0604020202020204" pitchFamily="34" charset="0"/>
          </a:endParaRPr>
        </a:p>
      </dsp:txBody>
      <dsp:txXfrm>
        <a:off x="0" y="1467860"/>
        <a:ext cx="8333885" cy="11436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b="0" i="0" kern="1200" dirty="0">
              <a:latin typeface="Arial" panose="020B0604020202020204" pitchFamily="34" charset="0"/>
              <a:cs typeface="Arial" panose="020B0604020202020204" pitchFamily="34" charset="0"/>
            </a:rPr>
            <a:t>Call2_vod</a:t>
          </a:r>
          <a:endParaRPr lang="en-US" sz="1800" b="1" kern="1200" dirty="0">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0FE121-B9CD-4047-B6B0-D0F09B57F9E9}" type="datetimeFigureOut">
              <a:rPr kumimoji="1" lang="ja-JP" altLang="en-US" smtClean="0"/>
              <a:t>2025/7/29</a:t>
            </a:fld>
            <a:endParaRPr kumimoji="1" lang="ja-JP"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1E0DF2-D658-46FA-9351-0C815E5677A9}" type="slidenum">
              <a:rPr kumimoji="1" lang="ja-JP" altLang="en-US" smtClean="0"/>
              <a:t>‹#›</a:t>
            </a:fld>
            <a:endParaRPr kumimoji="1" lang="ja-JP" altLang="en-US"/>
          </a:p>
        </p:txBody>
      </p:sp>
    </p:spTree>
    <p:extLst>
      <p:ext uri="{BB962C8B-B14F-4D97-AF65-F5344CB8AC3E}">
        <p14:creationId xmlns:p14="http://schemas.microsoft.com/office/powerpoint/2010/main" val="2525463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7/29/2025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dirty="0"/>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a:t>
            </a:fld>
            <a:endParaRPr lang="en-US" dirty="0"/>
          </a:p>
        </p:txBody>
      </p:sp>
    </p:spTree>
    <p:extLst>
      <p:ext uri="{BB962C8B-B14F-4D97-AF65-F5344CB8AC3E}">
        <p14:creationId xmlns:p14="http://schemas.microsoft.com/office/powerpoint/2010/main" val="3156856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6</a:t>
            </a:fld>
            <a:endParaRPr lang="en-US" dirty="0"/>
          </a:p>
        </p:txBody>
      </p:sp>
    </p:spTree>
    <p:extLst>
      <p:ext uri="{BB962C8B-B14F-4D97-AF65-F5344CB8AC3E}">
        <p14:creationId xmlns:p14="http://schemas.microsoft.com/office/powerpoint/2010/main" val="414139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7</a:t>
            </a:fld>
            <a:endParaRPr lang="en-US" dirty="0"/>
          </a:p>
        </p:txBody>
      </p:sp>
    </p:spTree>
    <p:extLst>
      <p:ext uri="{BB962C8B-B14F-4D97-AF65-F5344CB8AC3E}">
        <p14:creationId xmlns:p14="http://schemas.microsoft.com/office/powerpoint/2010/main" val="4179388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8</a:t>
            </a:fld>
            <a:endParaRPr lang="en-US" dirty="0"/>
          </a:p>
        </p:txBody>
      </p:sp>
    </p:spTree>
    <p:extLst>
      <p:ext uri="{BB962C8B-B14F-4D97-AF65-F5344CB8AC3E}">
        <p14:creationId xmlns:p14="http://schemas.microsoft.com/office/powerpoint/2010/main" val="1535249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9</a:t>
            </a:fld>
            <a:endParaRPr lang="en-US" dirty="0"/>
          </a:p>
        </p:txBody>
      </p:sp>
    </p:spTree>
    <p:extLst>
      <p:ext uri="{BB962C8B-B14F-4D97-AF65-F5344CB8AC3E}">
        <p14:creationId xmlns:p14="http://schemas.microsoft.com/office/powerpoint/2010/main" val="194105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10</a:t>
            </a:fld>
            <a:endParaRPr lang="en-US" dirty="0"/>
          </a:p>
        </p:txBody>
      </p:sp>
    </p:spTree>
    <p:extLst>
      <p:ext uri="{BB962C8B-B14F-4D97-AF65-F5344CB8AC3E}">
        <p14:creationId xmlns:p14="http://schemas.microsoft.com/office/powerpoint/2010/main" val="888209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11</a:t>
            </a:fld>
            <a:endParaRPr lang="en-US" dirty="0"/>
          </a:p>
        </p:txBody>
      </p:sp>
    </p:spTree>
    <p:extLst>
      <p:ext uri="{BB962C8B-B14F-4D97-AF65-F5344CB8AC3E}">
        <p14:creationId xmlns:p14="http://schemas.microsoft.com/office/powerpoint/2010/main" val="3686548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13</a:t>
            </a:fld>
            <a:endParaRPr lang="en-US" dirty="0"/>
          </a:p>
        </p:txBody>
      </p:sp>
    </p:spTree>
    <p:extLst>
      <p:ext uri="{BB962C8B-B14F-4D97-AF65-F5344CB8AC3E}">
        <p14:creationId xmlns:p14="http://schemas.microsoft.com/office/powerpoint/2010/main" val="3211849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14</a:t>
            </a:fld>
            <a:endParaRPr lang="en-US" dirty="0"/>
          </a:p>
        </p:txBody>
      </p:sp>
    </p:spTree>
    <p:extLst>
      <p:ext uri="{BB962C8B-B14F-4D97-AF65-F5344CB8AC3E}">
        <p14:creationId xmlns:p14="http://schemas.microsoft.com/office/powerpoint/2010/main" val="1149524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15</a:t>
            </a:fld>
            <a:endParaRPr lang="en-US" dirty="0"/>
          </a:p>
        </p:txBody>
      </p:sp>
    </p:spTree>
    <p:extLst>
      <p:ext uri="{BB962C8B-B14F-4D97-AF65-F5344CB8AC3E}">
        <p14:creationId xmlns:p14="http://schemas.microsoft.com/office/powerpoint/2010/main" val="2189705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16</a:t>
            </a:fld>
            <a:endParaRPr lang="en-US" dirty="0"/>
          </a:p>
        </p:txBody>
      </p:sp>
    </p:spTree>
    <p:extLst>
      <p:ext uri="{BB962C8B-B14F-4D97-AF65-F5344CB8AC3E}">
        <p14:creationId xmlns:p14="http://schemas.microsoft.com/office/powerpoint/2010/main" val="2592819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17</a:t>
            </a:fld>
            <a:endParaRPr lang="en-US" dirty="0"/>
          </a:p>
        </p:txBody>
      </p:sp>
    </p:spTree>
    <p:extLst>
      <p:ext uri="{BB962C8B-B14F-4D97-AF65-F5344CB8AC3E}">
        <p14:creationId xmlns:p14="http://schemas.microsoft.com/office/powerpoint/2010/main" val="317986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18</a:t>
            </a:fld>
            <a:endParaRPr lang="en-US" dirty="0"/>
          </a:p>
        </p:txBody>
      </p:sp>
    </p:spTree>
    <p:extLst>
      <p:ext uri="{BB962C8B-B14F-4D97-AF65-F5344CB8AC3E}">
        <p14:creationId xmlns:p14="http://schemas.microsoft.com/office/powerpoint/2010/main" val="1789820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19</a:t>
            </a:fld>
            <a:endParaRPr lang="en-US" dirty="0"/>
          </a:p>
        </p:txBody>
      </p:sp>
    </p:spTree>
    <p:extLst>
      <p:ext uri="{BB962C8B-B14F-4D97-AF65-F5344CB8AC3E}">
        <p14:creationId xmlns:p14="http://schemas.microsoft.com/office/powerpoint/2010/main" val="799126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20</a:t>
            </a:fld>
            <a:endParaRPr lang="en-US" dirty="0"/>
          </a:p>
        </p:txBody>
      </p:sp>
    </p:spTree>
    <p:extLst>
      <p:ext uri="{BB962C8B-B14F-4D97-AF65-F5344CB8AC3E}">
        <p14:creationId xmlns:p14="http://schemas.microsoft.com/office/powerpoint/2010/main" val="3250403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22</a:t>
            </a:fld>
            <a:endParaRPr lang="en-US" dirty="0"/>
          </a:p>
        </p:txBody>
      </p:sp>
    </p:spTree>
    <p:extLst>
      <p:ext uri="{BB962C8B-B14F-4D97-AF65-F5344CB8AC3E}">
        <p14:creationId xmlns:p14="http://schemas.microsoft.com/office/powerpoint/2010/main" val="655591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23</a:t>
            </a:fld>
            <a:endParaRPr lang="en-US" dirty="0"/>
          </a:p>
        </p:txBody>
      </p:sp>
    </p:spTree>
    <p:extLst>
      <p:ext uri="{BB962C8B-B14F-4D97-AF65-F5344CB8AC3E}">
        <p14:creationId xmlns:p14="http://schemas.microsoft.com/office/powerpoint/2010/main" val="2735548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24</a:t>
            </a:fld>
            <a:endParaRPr lang="en-US" dirty="0"/>
          </a:p>
        </p:txBody>
      </p:sp>
    </p:spTree>
    <p:extLst>
      <p:ext uri="{BB962C8B-B14F-4D97-AF65-F5344CB8AC3E}">
        <p14:creationId xmlns:p14="http://schemas.microsoft.com/office/powerpoint/2010/main" val="2589836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25</a:t>
            </a:fld>
            <a:endParaRPr lang="en-US" dirty="0"/>
          </a:p>
        </p:txBody>
      </p:sp>
    </p:spTree>
    <p:extLst>
      <p:ext uri="{BB962C8B-B14F-4D97-AF65-F5344CB8AC3E}">
        <p14:creationId xmlns:p14="http://schemas.microsoft.com/office/powerpoint/2010/main" val="1581085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26</a:t>
            </a:fld>
            <a:endParaRPr lang="en-US" dirty="0"/>
          </a:p>
        </p:txBody>
      </p:sp>
    </p:spTree>
    <p:extLst>
      <p:ext uri="{BB962C8B-B14F-4D97-AF65-F5344CB8AC3E}">
        <p14:creationId xmlns:p14="http://schemas.microsoft.com/office/powerpoint/2010/main" val="39732573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27</a:t>
            </a:fld>
            <a:endParaRPr lang="en-US" dirty="0"/>
          </a:p>
        </p:txBody>
      </p:sp>
    </p:spTree>
    <p:extLst>
      <p:ext uri="{BB962C8B-B14F-4D97-AF65-F5344CB8AC3E}">
        <p14:creationId xmlns:p14="http://schemas.microsoft.com/office/powerpoint/2010/main" val="3686975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28</a:t>
            </a:fld>
            <a:endParaRPr lang="en-US" dirty="0"/>
          </a:p>
        </p:txBody>
      </p:sp>
    </p:spTree>
    <p:extLst>
      <p:ext uri="{BB962C8B-B14F-4D97-AF65-F5344CB8AC3E}">
        <p14:creationId xmlns:p14="http://schemas.microsoft.com/office/powerpoint/2010/main" val="1999239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29</a:t>
            </a:fld>
            <a:endParaRPr lang="en-US" dirty="0"/>
          </a:p>
        </p:txBody>
      </p:sp>
    </p:spTree>
    <p:extLst>
      <p:ext uri="{BB962C8B-B14F-4D97-AF65-F5344CB8AC3E}">
        <p14:creationId xmlns:p14="http://schemas.microsoft.com/office/powerpoint/2010/main" val="42192877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30</a:t>
            </a:fld>
            <a:endParaRPr lang="en-US" dirty="0"/>
          </a:p>
        </p:txBody>
      </p:sp>
    </p:spTree>
    <p:extLst>
      <p:ext uri="{BB962C8B-B14F-4D97-AF65-F5344CB8AC3E}">
        <p14:creationId xmlns:p14="http://schemas.microsoft.com/office/powerpoint/2010/main" val="3977379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31</a:t>
            </a:fld>
            <a:endParaRPr lang="en-US" dirty="0"/>
          </a:p>
        </p:txBody>
      </p:sp>
    </p:spTree>
    <p:extLst>
      <p:ext uri="{BB962C8B-B14F-4D97-AF65-F5344CB8AC3E}">
        <p14:creationId xmlns:p14="http://schemas.microsoft.com/office/powerpoint/2010/main" val="4155201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32</a:t>
            </a:fld>
            <a:endParaRPr lang="en-US" dirty="0"/>
          </a:p>
        </p:txBody>
      </p:sp>
    </p:spTree>
    <p:extLst>
      <p:ext uri="{BB962C8B-B14F-4D97-AF65-F5344CB8AC3E}">
        <p14:creationId xmlns:p14="http://schemas.microsoft.com/office/powerpoint/2010/main" val="29414404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33</a:t>
            </a:fld>
            <a:endParaRPr lang="en-US" dirty="0"/>
          </a:p>
        </p:txBody>
      </p:sp>
    </p:spTree>
    <p:extLst>
      <p:ext uri="{BB962C8B-B14F-4D97-AF65-F5344CB8AC3E}">
        <p14:creationId xmlns:p14="http://schemas.microsoft.com/office/powerpoint/2010/main" val="747523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34</a:t>
            </a:fld>
            <a:endParaRPr lang="en-US" dirty="0"/>
          </a:p>
        </p:txBody>
      </p:sp>
    </p:spTree>
    <p:extLst>
      <p:ext uri="{BB962C8B-B14F-4D97-AF65-F5344CB8AC3E}">
        <p14:creationId xmlns:p14="http://schemas.microsoft.com/office/powerpoint/2010/main" val="21837126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35</a:t>
            </a:fld>
            <a:endParaRPr lang="en-US" dirty="0"/>
          </a:p>
        </p:txBody>
      </p:sp>
    </p:spTree>
    <p:extLst>
      <p:ext uri="{BB962C8B-B14F-4D97-AF65-F5344CB8AC3E}">
        <p14:creationId xmlns:p14="http://schemas.microsoft.com/office/powerpoint/2010/main" val="5678887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37</a:t>
            </a:fld>
            <a:endParaRPr lang="en-US" dirty="0"/>
          </a:p>
        </p:txBody>
      </p:sp>
    </p:spTree>
    <p:extLst>
      <p:ext uri="{BB962C8B-B14F-4D97-AF65-F5344CB8AC3E}">
        <p14:creationId xmlns:p14="http://schemas.microsoft.com/office/powerpoint/2010/main" val="31402535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38</a:t>
            </a:fld>
            <a:endParaRPr lang="en-US" dirty="0"/>
          </a:p>
        </p:txBody>
      </p:sp>
    </p:spTree>
    <p:extLst>
      <p:ext uri="{BB962C8B-B14F-4D97-AF65-F5344CB8AC3E}">
        <p14:creationId xmlns:p14="http://schemas.microsoft.com/office/powerpoint/2010/main" val="29679378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39</a:t>
            </a:fld>
            <a:endParaRPr lang="en-US" dirty="0"/>
          </a:p>
        </p:txBody>
      </p:sp>
    </p:spTree>
    <p:extLst>
      <p:ext uri="{BB962C8B-B14F-4D97-AF65-F5344CB8AC3E}">
        <p14:creationId xmlns:p14="http://schemas.microsoft.com/office/powerpoint/2010/main" val="3029613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40</a:t>
            </a:fld>
            <a:endParaRPr lang="en-US" dirty="0"/>
          </a:p>
        </p:txBody>
      </p:sp>
    </p:spTree>
    <p:extLst>
      <p:ext uri="{BB962C8B-B14F-4D97-AF65-F5344CB8AC3E}">
        <p14:creationId xmlns:p14="http://schemas.microsoft.com/office/powerpoint/2010/main" val="829645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42</a:t>
            </a:fld>
            <a:endParaRPr lang="en-US" dirty="0"/>
          </a:p>
        </p:txBody>
      </p:sp>
    </p:spTree>
    <p:extLst>
      <p:ext uri="{BB962C8B-B14F-4D97-AF65-F5344CB8AC3E}">
        <p14:creationId xmlns:p14="http://schemas.microsoft.com/office/powerpoint/2010/main" val="35489002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43</a:t>
            </a:fld>
            <a:endParaRPr lang="en-US" dirty="0"/>
          </a:p>
        </p:txBody>
      </p:sp>
    </p:spTree>
    <p:extLst>
      <p:ext uri="{BB962C8B-B14F-4D97-AF65-F5344CB8AC3E}">
        <p14:creationId xmlns:p14="http://schemas.microsoft.com/office/powerpoint/2010/main" val="11598390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44</a:t>
            </a:fld>
            <a:endParaRPr lang="en-US" dirty="0"/>
          </a:p>
        </p:txBody>
      </p:sp>
    </p:spTree>
    <p:extLst>
      <p:ext uri="{BB962C8B-B14F-4D97-AF65-F5344CB8AC3E}">
        <p14:creationId xmlns:p14="http://schemas.microsoft.com/office/powerpoint/2010/main" val="29921819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45</a:t>
            </a:fld>
            <a:endParaRPr lang="en-US" dirty="0"/>
          </a:p>
        </p:txBody>
      </p:sp>
    </p:spTree>
    <p:extLst>
      <p:ext uri="{BB962C8B-B14F-4D97-AF65-F5344CB8AC3E}">
        <p14:creationId xmlns:p14="http://schemas.microsoft.com/office/powerpoint/2010/main" val="10929341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46</a:t>
            </a:fld>
            <a:endParaRPr lang="en-US" dirty="0"/>
          </a:p>
        </p:txBody>
      </p:sp>
    </p:spTree>
    <p:extLst>
      <p:ext uri="{BB962C8B-B14F-4D97-AF65-F5344CB8AC3E}">
        <p14:creationId xmlns:p14="http://schemas.microsoft.com/office/powerpoint/2010/main" val="11008074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48</a:t>
            </a:fld>
            <a:endParaRPr lang="en-US" dirty="0"/>
          </a:p>
        </p:txBody>
      </p:sp>
    </p:spTree>
    <p:extLst>
      <p:ext uri="{BB962C8B-B14F-4D97-AF65-F5344CB8AC3E}">
        <p14:creationId xmlns:p14="http://schemas.microsoft.com/office/powerpoint/2010/main" val="28091808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49</a:t>
            </a:fld>
            <a:endParaRPr lang="en-US" dirty="0"/>
          </a:p>
        </p:txBody>
      </p:sp>
    </p:spTree>
    <p:extLst>
      <p:ext uri="{BB962C8B-B14F-4D97-AF65-F5344CB8AC3E}">
        <p14:creationId xmlns:p14="http://schemas.microsoft.com/office/powerpoint/2010/main" val="41815916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50</a:t>
            </a:fld>
            <a:endParaRPr lang="en-US" dirty="0"/>
          </a:p>
        </p:txBody>
      </p:sp>
    </p:spTree>
    <p:extLst>
      <p:ext uri="{BB962C8B-B14F-4D97-AF65-F5344CB8AC3E}">
        <p14:creationId xmlns:p14="http://schemas.microsoft.com/office/powerpoint/2010/main" val="33880716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A8B6E77-EC63-4CD7-8F8A-914122582C5F}" type="slidenum">
              <a:rPr lang="en-US" smtClean="0"/>
              <a:pPr/>
              <a:t>56</a:t>
            </a:fld>
            <a:endParaRPr lang="en-US" dirty="0"/>
          </a:p>
        </p:txBody>
      </p:sp>
    </p:spTree>
    <p:extLst>
      <p:ext uri="{BB962C8B-B14F-4D97-AF65-F5344CB8AC3E}">
        <p14:creationId xmlns:p14="http://schemas.microsoft.com/office/powerpoint/2010/main" val="115628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7707137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287159221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282522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8786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71495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4143701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1373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83590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2575054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3219230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10559295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dirty="0"/>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dirty="0"/>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95" r:id="rId1"/>
    <p:sldLayoutId id="2147483694" r:id="rId2"/>
    <p:sldLayoutId id="2147483675" r:id="rId3"/>
    <p:sldLayoutId id="2147483676" r:id="rId4"/>
    <p:sldLayoutId id="2147483678" r:id="rId5"/>
    <p:sldLayoutId id="2147483679" r:id="rId6"/>
    <p:sldLayoutId id="2147483680" r:id="rId7"/>
    <p:sldLayoutId id="2147483681" r:id="rId8"/>
    <p:sldLayoutId id="2147483684" r:id="rId9"/>
    <p:sldLayoutId id="2147483693" r:id="rId10"/>
    <p:sldLayoutId id="2147483696" r:id="rId11"/>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6" r:id="rId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7" r:id="rId1"/>
    <p:sldLayoutId id="2147483827"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4.xml"/><Relationship Id="rId7" Type="http://schemas.openxmlformats.org/officeDocument/2006/relationships/diagramColors" Target="../diagrams/colors1.xml"/><Relationship Id="rId2" Type="http://schemas.openxmlformats.org/officeDocument/2006/relationships/slideLayout" Target="../slideLayouts/slideLayout1.xml"/><Relationship Id="rId1" Type="http://schemas.openxmlformats.org/officeDocument/2006/relationships/themeOverride" Target="../theme/themeOverride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53.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54.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55.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56.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12.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5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hyperlink" Target="https://crmhelp.veeva.com/doc/Content/Home.htm" TargetMode="Externa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09600" y="2133600"/>
            <a:ext cx="6245891" cy="1828469"/>
          </a:xfrm>
        </p:spPr>
        <p:txBody>
          <a:bodyPr anchor="ctr"/>
          <a:lstStyle/>
          <a:p>
            <a:pPr marL="238125" lvl="1"/>
            <a:r>
              <a:rPr lang="en-US" altLang="ja-JP" sz="3600" b="1" dirty="0">
                <a:solidFill>
                  <a:srgbClr val="00718F"/>
                </a:solidFill>
                <a:latin typeface="Arial" panose="020B0604020202020204" pitchFamily="34" charset="0"/>
                <a:cs typeface="Arial" panose="020B0604020202020204" pitchFamily="34" charset="0"/>
              </a:rPr>
              <a:t>Call Management Configurations</a:t>
            </a:r>
            <a:endParaRPr lang="en-US" sz="3600" b="1" dirty="0">
              <a:solidFill>
                <a:srgbClr val="00718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dirty="0"/>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sz="2400" dirty="0">
                <a:solidFill>
                  <a:schemeClr val="tx2">
                    <a:lumMod val="50000"/>
                  </a:schemeClr>
                </a:solidFill>
              </a:rPr>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3265495789"/>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normalizeH="0" baseline="0" dirty="0">
                          <a:ln>
                            <a:noFill/>
                          </a:ln>
                          <a:solidFill>
                            <a:schemeClr val="tx1"/>
                          </a:solidFill>
                          <a:effectLst/>
                          <a:latin typeface="+mn-lt"/>
                          <a:ea typeface="+mn-ea"/>
                          <a:cs typeface="+mn-cs"/>
                        </a:rPr>
                        <a:t>Sourav Bhattacharjee</a:t>
                      </a:r>
                      <a:r>
                        <a:rPr kumimoji="0" lang="en-US" sz="1800" b="0" i="0" u="none" strike="noStrike" kern="1200" cap="none" normalizeH="0" baseline="0" dirty="0">
                          <a:ln>
                            <a:noFill/>
                          </a:ln>
                          <a:solidFill>
                            <a:schemeClr val="tx1"/>
                          </a:solidFill>
                          <a:effectLst/>
                          <a:latin typeface="+mn-lt"/>
                          <a:ea typeface="+mn-ea"/>
                          <a:cs typeface="+mn-cs"/>
                        </a:rPr>
                        <a:t>, Saibal Roy,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774224"/>
                  </a:ext>
                </a:extLst>
              </a:tr>
              <a:tr h="458632">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Associate – Projects; Sr. Consultant CRM – EAS Salesforce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V0.1: 18-Jan-2018, V0.2: August-2023: Updated with Lightning UI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Abhijan Majumdar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a:t>
            </a:fld>
            <a:endParaRPr lang="en-US" dirty="0"/>
          </a:p>
        </p:txBody>
      </p:sp>
      <p:sp>
        <p:nvSpPr>
          <p:cNvPr id="2" name="Title 1"/>
          <p:cNvSpPr>
            <a:spLocks noGrp="1"/>
          </p:cNvSpPr>
          <p:nvPr>
            <p:ph type="title" idx="4294967295"/>
          </p:nvPr>
        </p:nvSpPr>
        <p:spPr>
          <a:xfrm>
            <a:off x="1524000" y="287735"/>
            <a:ext cx="9144000" cy="479425"/>
          </a:xfrm>
        </p:spPr>
        <p:txBody>
          <a:bodyPr vert="horz" lIns="91440" tIns="45720" rIns="91440" bIns="45720" rtlCol="0" anchor="ctr">
            <a:noAutofit/>
          </a:bodyPr>
          <a:lstStyle/>
          <a:p>
            <a:r>
              <a:rPr lang="en-US" sz="2400" dirty="0">
                <a:solidFill>
                  <a:schemeClr val="tx1"/>
                </a:solidFill>
              </a:rPr>
              <a:t>Recap ... </a:t>
            </a:r>
          </a:p>
        </p:txBody>
      </p:sp>
      <p:sp>
        <p:nvSpPr>
          <p:cNvPr id="3" name="Content Placeholder 2"/>
          <p:cNvSpPr>
            <a:spLocks noGrp="1"/>
          </p:cNvSpPr>
          <p:nvPr>
            <p:ph idx="4294967295"/>
          </p:nvPr>
        </p:nvSpPr>
        <p:spPr>
          <a:xfrm>
            <a:off x="612927" y="1052432"/>
            <a:ext cx="10363200" cy="4983163"/>
          </a:xfrm>
        </p:spPr>
        <p:txBody>
          <a:bodyPr/>
          <a:lstStyle/>
          <a:p>
            <a:pPr marL="0" indent="0">
              <a:buNone/>
            </a:pPr>
            <a:r>
              <a:rPr lang="en-US" dirty="0">
                <a:solidFill>
                  <a:schemeClr val="tx1"/>
                </a:solidFill>
              </a:rPr>
              <a:t>In the previous Module - </a:t>
            </a:r>
            <a:r>
              <a:rPr lang="en-US" i="1" dirty="0">
                <a:solidFill>
                  <a:schemeClr val="tx1"/>
                </a:solidFill>
              </a:rPr>
              <a:t>Product Metrics Configurations</a:t>
            </a:r>
            <a:r>
              <a:rPr lang="en-US" dirty="0">
                <a:solidFill>
                  <a:schemeClr val="tx1"/>
                </a:solidFill>
              </a:rPr>
              <a:t>, you learnt to:</a:t>
            </a:r>
          </a:p>
          <a:p>
            <a:pPr marL="0" indent="0">
              <a:buNone/>
            </a:pPr>
            <a:endParaRPr lang="en-US" dirty="0">
              <a:solidFill>
                <a:schemeClr val="tx1"/>
              </a:solidFill>
            </a:endParaRPr>
          </a:p>
          <a:p>
            <a:pPr lvl="1"/>
            <a:r>
              <a:rPr lang="en-US" sz="1600" dirty="0">
                <a:solidFill>
                  <a:schemeClr val="tx1"/>
                </a:solidFill>
              </a:rPr>
              <a:t>Define Product Metrics</a:t>
            </a:r>
          </a:p>
          <a:p>
            <a:pPr lvl="1"/>
            <a:r>
              <a:rPr lang="en-US" sz="1600" dirty="0">
                <a:solidFill>
                  <a:schemeClr val="tx1"/>
                </a:solidFill>
              </a:rPr>
              <a:t>Define different types of Metric fields</a:t>
            </a:r>
          </a:p>
          <a:p>
            <a:pPr lvl="1"/>
            <a:r>
              <a:rPr lang="en-US" sz="1600" dirty="0">
                <a:solidFill>
                  <a:schemeClr val="tx1"/>
                </a:solidFill>
              </a:rPr>
              <a:t>Configure Product Metrics section on Account profile</a:t>
            </a:r>
          </a:p>
          <a:p>
            <a:pPr lvl="1"/>
            <a:r>
              <a:rPr lang="en-US" sz="1600" dirty="0">
                <a:solidFill>
                  <a:schemeClr val="tx1"/>
                </a:solidFill>
              </a:rPr>
              <a:t>Create a new Product Metrics</a:t>
            </a:r>
          </a:p>
          <a:p>
            <a:pPr lvl="1"/>
            <a:r>
              <a:rPr lang="en-US" sz="1600" dirty="0">
                <a:solidFill>
                  <a:schemeClr val="tx1"/>
                </a:solidFill>
              </a:rPr>
              <a:t>Create Metric Configuration</a:t>
            </a:r>
          </a:p>
          <a:p>
            <a:pPr lvl="1"/>
            <a:r>
              <a:rPr lang="en-US" sz="1600" dirty="0">
                <a:solidFill>
                  <a:schemeClr val="tx1"/>
                </a:solidFill>
              </a:rPr>
              <a:t>Explain how users can control Metric on Account Profile</a:t>
            </a:r>
          </a:p>
          <a:p>
            <a:endParaRPr lang="en-US" sz="1800" dirty="0">
              <a:solidFill>
                <a:schemeClr val="tx1"/>
              </a:solidFill>
            </a:endParaRPr>
          </a:p>
          <a:p>
            <a:pPr marL="0" indent="0">
              <a:buNone/>
            </a:pPr>
            <a:r>
              <a:rPr lang="en-US" dirty="0">
                <a:solidFill>
                  <a:schemeClr val="tx1"/>
                </a:solidFill>
              </a:rPr>
              <a:t>And now ... </a:t>
            </a:r>
          </a:p>
        </p:txBody>
      </p:sp>
    </p:spTree>
    <p:extLst>
      <p:ext uri="{BB962C8B-B14F-4D97-AF65-F5344CB8AC3E}">
        <p14:creationId xmlns:p14="http://schemas.microsoft.com/office/powerpoint/2010/main" val="3274526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a:t>
            </a:fld>
            <a:endParaRPr lang="en-US" dirty="0"/>
          </a:p>
        </p:txBody>
      </p:sp>
      <p:sp>
        <p:nvSpPr>
          <p:cNvPr id="3" name="Title 2"/>
          <p:cNvSpPr>
            <a:spLocks noGrp="1"/>
          </p:cNvSpPr>
          <p:nvPr>
            <p:ph type="title" idx="4294967295"/>
          </p:nvPr>
        </p:nvSpPr>
        <p:spPr>
          <a:xfrm>
            <a:off x="2057400" y="213995"/>
            <a:ext cx="9144000" cy="479425"/>
          </a:xfrm>
        </p:spPr>
        <p:txBody>
          <a:bodyPr vert="horz" lIns="91440" tIns="45720" rIns="91440" bIns="45720" rtlCol="0" anchor="ctr">
            <a:noAutofit/>
          </a:bodyPr>
          <a:lstStyle/>
          <a:p>
            <a:r>
              <a:rPr lang="en-US" sz="2400" dirty="0">
                <a:solidFill>
                  <a:schemeClr val="tx1"/>
                </a:solidFill>
              </a:rPr>
              <a:t>Objectives</a:t>
            </a:r>
          </a:p>
        </p:txBody>
      </p:sp>
      <p:sp>
        <p:nvSpPr>
          <p:cNvPr id="2" name="Content Placeholder 1"/>
          <p:cNvSpPr>
            <a:spLocks noGrp="1"/>
          </p:cNvSpPr>
          <p:nvPr>
            <p:ph idx="4294967295"/>
          </p:nvPr>
        </p:nvSpPr>
        <p:spPr>
          <a:xfrm>
            <a:off x="612927" y="1128738"/>
            <a:ext cx="7467600" cy="4983163"/>
          </a:xfrm>
        </p:spPr>
        <p:txBody>
          <a:bodyPr/>
          <a:lstStyle/>
          <a:p>
            <a:r>
              <a:rPr lang="en-US" altLang="ja-JP" dirty="0">
                <a:solidFill>
                  <a:schemeClr val="tx1"/>
                </a:solidFill>
              </a:rPr>
              <a:t>After completing this chapter, you will learn to:</a:t>
            </a:r>
          </a:p>
          <a:p>
            <a:endParaRPr lang="en-US" altLang="ja-JP" dirty="0">
              <a:solidFill>
                <a:schemeClr val="tx1"/>
              </a:solidFill>
            </a:endParaRPr>
          </a:p>
          <a:p>
            <a:pPr lvl="1"/>
            <a:r>
              <a:rPr lang="en-US" altLang="ja-JP" sz="1600" dirty="0">
                <a:solidFill>
                  <a:schemeClr val="tx1"/>
                </a:solidFill>
              </a:rPr>
              <a:t>Describe Call Data Model</a:t>
            </a:r>
          </a:p>
          <a:p>
            <a:pPr lvl="1"/>
            <a:r>
              <a:rPr lang="en-US" altLang="ja-JP" sz="1600" dirty="0">
                <a:solidFill>
                  <a:schemeClr val="tx1"/>
                </a:solidFill>
              </a:rPr>
              <a:t>Review Marker Fields and Section Signals</a:t>
            </a:r>
          </a:p>
          <a:p>
            <a:pPr lvl="1"/>
            <a:r>
              <a:rPr lang="en-US" altLang="ja-JP" sz="1600" dirty="0">
                <a:solidFill>
                  <a:schemeClr val="tx1"/>
                </a:solidFill>
              </a:rPr>
              <a:t>Define call page layout sections including:</a:t>
            </a:r>
          </a:p>
          <a:p>
            <a:pPr lvl="3">
              <a:buFont typeface="Arial" panose="020B0604020202020204" pitchFamily="34" charset="0"/>
              <a:buChar char="•"/>
            </a:pPr>
            <a:r>
              <a:rPr lang="en-US" altLang="ja-JP" sz="1600" dirty="0">
                <a:solidFill>
                  <a:schemeClr val="tx1"/>
                </a:solidFill>
              </a:rPr>
              <a:t>Call Attendees</a:t>
            </a:r>
          </a:p>
          <a:p>
            <a:pPr lvl="3">
              <a:buFont typeface="Arial" panose="020B0604020202020204" pitchFamily="34" charset="0"/>
              <a:buChar char="•"/>
            </a:pPr>
            <a:r>
              <a:rPr lang="en-US" altLang="ja-JP" sz="1600" dirty="0">
                <a:solidFill>
                  <a:schemeClr val="tx1"/>
                </a:solidFill>
              </a:rPr>
              <a:t>Product Details</a:t>
            </a:r>
          </a:p>
          <a:p>
            <a:pPr lvl="3">
              <a:buFont typeface="Arial" panose="020B0604020202020204" pitchFamily="34" charset="0"/>
              <a:buChar char="•"/>
            </a:pPr>
            <a:r>
              <a:rPr lang="en-US" altLang="ja-JP" sz="1600" dirty="0">
                <a:solidFill>
                  <a:schemeClr val="tx1"/>
                </a:solidFill>
              </a:rPr>
              <a:t>Key Messages</a:t>
            </a:r>
          </a:p>
          <a:p>
            <a:pPr lvl="3">
              <a:buFont typeface="Arial" panose="020B0604020202020204" pitchFamily="34" charset="0"/>
              <a:buChar char="•"/>
            </a:pPr>
            <a:r>
              <a:rPr lang="en-US" altLang="ja-JP" sz="1600" dirty="0">
                <a:solidFill>
                  <a:schemeClr val="tx1"/>
                </a:solidFill>
              </a:rPr>
              <a:t>Pre and Post Call Notes</a:t>
            </a:r>
          </a:p>
          <a:p>
            <a:pPr lvl="1"/>
            <a:r>
              <a:rPr lang="en-US" altLang="ja-JP" sz="1600" dirty="0">
                <a:solidFill>
                  <a:schemeClr val="tx1"/>
                </a:solidFill>
              </a:rPr>
              <a:t>Configure call page layout assignment</a:t>
            </a:r>
          </a:p>
          <a:p>
            <a:pPr lvl="1"/>
            <a:r>
              <a:rPr lang="en-US" altLang="ja-JP" sz="1600" dirty="0">
                <a:solidFill>
                  <a:schemeClr val="tx1"/>
                </a:solidFill>
              </a:rPr>
              <a:t>Review Restrict and default Call types by Account record types</a:t>
            </a:r>
            <a:endParaRPr lang="en-US" sz="1600" dirty="0">
              <a:solidFill>
                <a:schemeClr val="tx1"/>
              </a:solidFill>
            </a:endParaRPr>
          </a:p>
        </p:txBody>
      </p:sp>
      <p:pic>
        <p:nvPicPr>
          <p:cNvPr id="4098" name="Picture 2" descr="D:\Images\Images\Objective\shutterstock_6790168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529562" y="1989844"/>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1385888" y="314373"/>
            <a:ext cx="9144000" cy="479425"/>
          </a:xfrm>
        </p:spPr>
        <p:txBody>
          <a:bodyPr vert="horz" lIns="91440" tIns="45720" rIns="91440" bIns="45720" rtlCol="0" anchor="ctr">
            <a:noAutofit/>
          </a:bodyPr>
          <a:lstStyle/>
          <a:p>
            <a:r>
              <a:rPr lang="en-US" sz="1700" dirty="0"/>
              <a:t>Do </a:t>
            </a:r>
            <a:r>
              <a:rPr lang="en-US" sz="2400" dirty="0">
                <a:solidFill>
                  <a:schemeClr val="tx1"/>
                </a:solidFill>
              </a:rPr>
              <a:t>You Know</a:t>
            </a:r>
          </a:p>
        </p:txBody>
      </p:sp>
      <p:sp>
        <p:nvSpPr>
          <p:cNvPr id="10" name="Content Placeholder 4"/>
          <p:cNvSpPr>
            <a:spLocks noGrp="1"/>
          </p:cNvSpPr>
          <p:nvPr>
            <p:ph sz="quarter" idx="4294967295"/>
          </p:nvPr>
        </p:nvSpPr>
        <p:spPr>
          <a:xfrm>
            <a:off x="329249" y="1100322"/>
            <a:ext cx="9982200" cy="2028825"/>
          </a:xfrm>
          <a:prstGeom prst="rect">
            <a:avLst/>
          </a:prstGeom>
        </p:spPr>
        <p:txBody>
          <a:bodyPr/>
          <a:lstStyle/>
          <a:p>
            <a:pPr indent="-285750"/>
            <a:r>
              <a:rPr lang="en-US" sz="1800" b="1" dirty="0">
                <a:solidFill>
                  <a:schemeClr val="tx1"/>
                </a:solidFill>
              </a:rPr>
              <a:t>Section Signals: </a:t>
            </a:r>
          </a:p>
          <a:p>
            <a:pPr indent="-285750"/>
            <a:endParaRPr lang="en-US" sz="1800" b="1" dirty="0">
              <a:solidFill>
                <a:schemeClr val="tx1"/>
              </a:solidFill>
            </a:endParaRPr>
          </a:p>
          <a:p>
            <a:pPr lvl="1"/>
            <a:r>
              <a:rPr lang="en-US" sz="1600" dirty="0">
                <a:solidFill>
                  <a:schemeClr val="tx1"/>
                </a:solidFill>
              </a:rPr>
              <a:t>Section signals are strings appended to the end of a Section Name on a page layout</a:t>
            </a:r>
          </a:p>
          <a:p>
            <a:pPr lvl="1"/>
            <a:r>
              <a:rPr lang="en-US" sz="1600" dirty="0">
                <a:solidFill>
                  <a:schemeClr val="tx1"/>
                </a:solidFill>
              </a:rPr>
              <a:t>These section signals communicate configuration instructions that are carried out by custom VEEVA pages both online and offline</a:t>
            </a:r>
          </a:p>
        </p:txBody>
      </p:sp>
      <p:sp>
        <p:nvSpPr>
          <p:cNvPr id="8" name="Content Placeholder 4"/>
          <p:cNvSpPr>
            <a:spLocks noGrp="1"/>
          </p:cNvSpPr>
          <p:nvPr>
            <p:ph sz="quarter" idx="4294967295"/>
          </p:nvPr>
        </p:nvSpPr>
        <p:spPr>
          <a:xfrm>
            <a:off x="329249" y="2766364"/>
            <a:ext cx="5957888" cy="2028825"/>
          </a:xfrm>
          <a:prstGeom prst="rect">
            <a:avLst/>
          </a:prstGeom>
        </p:spPr>
        <p:txBody>
          <a:bodyPr/>
          <a:lstStyle/>
          <a:p>
            <a:pPr indent="-285750"/>
            <a:r>
              <a:rPr lang="en-US" sz="1800" dirty="0">
                <a:solidFill>
                  <a:schemeClr val="tx1"/>
                </a:solidFill>
              </a:rPr>
              <a:t>Call object stores the main header information. Related objects store call Detail, Expenses, Discussions, Key Messages, Samples and Promotional, Attendees information</a:t>
            </a:r>
          </a:p>
          <a:p>
            <a:pPr indent="-285750"/>
            <a:endParaRPr lang="en-US" sz="1800" dirty="0">
              <a:solidFill>
                <a:schemeClr val="tx1"/>
              </a:solidFill>
            </a:endParaRPr>
          </a:p>
          <a:p>
            <a:pPr indent="-285750"/>
            <a:r>
              <a:rPr lang="en-US" sz="1800" dirty="0">
                <a:solidFill>
                  <a:schemeClr val="tx1"/>
                </a:solidFill>
              </a:rPr>
              <a:t>Special VEEVA CRM Marker Fields are needed for specific functionality in call details:</a:t>
            </a:r>
          </a:p>
          <a:p>
            <a:pPr lvl="1"/>
            <a:r>
              <a:rPr lang="en-US" sz="1600" dirty="0">
                <a:solidFill>
                  <a:schemeClr val="tx1"/>
                </a:solidFill>
              </a:rPr>
              <a:t>Call Attendees</a:t>
            </a:r>
          </a:p>
          <a:p>
            <a:pPr lvl="1"/>
            <a:r>
              <a:rPr lang="en-US" sz="1600" dirty="0">
                <a:solidFill>
                  <a:schemeClr val="tx1"/>
                </a:solidFill>
              </a:rPr>
              <a:t>Products Detailed</a:t>
            </a:r>
          </a:p>
          <a:p>
            <a:pPr lvl="1"/>
            <a:r>
              <a:rPr lang="en-US" sz="1600" dirty="0">
                <a:solidFill>
                  <a:schemeClr val="tx1"/>
                </a:solidFill>
              </a:rPr>
              <a:t>Key Messages</a:t>
            </a:r>
          </a:p>
        </p:txBody>
      </p:sp>
      <p:sp>
        <p:nvSpPr>
          <p:cNvPr id="6" name="Rectangle 5"/>
          <p:cNvSpPr/>
          <p:nvPr/>
        </p:nvSpPr>
        <p:spPr>
          <a:xfrm>
            <a:off x="6923315" y="3483429"/>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6992258" y="3546497"/>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258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1219200" y="298133"/>
            <a:ext cx="9144000" cy="479425"/>
          </a:xfrm>
        </p:spPr>
        <p:txBody>
          <a:bodyPr vert="horz" lIns="91440" tIns="45720" rIns="91440" bIns="45720" rtlCol="0" anchor="ctr">
            <a:noAutofit/>
          </a:bodyPr>
          <a:lstStyle/>
          <a:p>
            <a:r>
              <a:rPr lang="en-US" sz="2400" dirty="0">
                <a:solidFill>
                  <a:schemeClr val="tx1"/>
                </a:solidFill>
              </a:rPr>
              <a:t>Overview</a:t>
            </a:r>
          </a:p>
        </p:txBody>
      </p:sp>
      <p:sp>
        <p:nvSpPr>
          <p:cNvPr id="2" name="Content Placeholder 1"/>
          <p:cNvSpPr>
            <a:spLocks noGrp="1"/>
          </p:cNvSpPr>
          <p:nvPr>
            <p:ph idx="4294967295"/>
          </p:nvPr>
        </p:nvSpPr>
        <p:spPr>
          <a:xfrm>
            <a:off x="457199" y="1295400"/>
            <a:ext cx="7696200" cy="2438400"/>
          </a:xfrm>
        </p:spPr>
        <p:txBody>
          <a:bodyPr/>
          <a:lstStyle/>
          <a:p>
            <a:r>
              <a:rPr lang="en-US" altLang="ja-JP" sz="1800" dirty="0">
                <a:solidFill>
                  <a:schemeClr val="tx1"/>
                </a:solidFill>
              </a:rPr>
              <a:t>Introduction:</a:t>
            </a:r>
          </a:p>
          <a:p>
            <a:pPr lvl="1"/>
            <a:endParaRPr lang="en-US" altLang="ja-JP" dirty="0">
              <a:solidFill>
                <a:schemeClr val="tx1"/>
              </a:solidFill>
            </a:endParaRPr>
          </a:p>
          <a:p>
            <a:pPr lvl="1"/>
            <a:r>
              <a:rPr lang="en-US" altLang="ja-JP" dirty="0">
                <a:solidFill>
                  <a:schemeClr val="tx1"/>
                </a:solidFill>
              </a:rPr>
              <a:t>The Call Reporting module allows users to capture every aspect of their interactions with HCPs</a:t>
            </a:r>
          </a:p>
          <a:p>
            <a:pPr lvl="1"/>
            <a:endParaRPr lang="en-US" altLang="ja-JP" dirty="0">
              <a:solidFill>
                <a:schemeClr val="tx1"/>
              </a:solidFill>
            </a:endParaRPr>
          </a:p>
          <a:p>
            <a:pPr lvl="1"/>
            <a:r>
              <a:rPr lang="en-US" altLang="ja-JP" dirty="0">
                <a:solidFill>
                  <a:schemeClr val="tx1"/>
                </a:solidFill>
              </a:rPr>
              <a:t>With dozens of configuration options, Call Reporting can be tailored to specific business needs by user profile</a:t>
            </a:r>
          </a:p>
        </p:txBody>
      </p:sp>
      <p:sp>
        <p:nvSpPr>
          <p:cNvPr id="8" name="Rectangle 7"/>
          <p:cNvSpPr/>
          <p:nvPr/>
        </p:nvSpPr>
        <p:spPr>
          <a:xfrm>
            <a:off x="8458200" y="863601"/>
            <a:ext cx="3257539" cy="4775199"/>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074" name="Picture 2" descr="D:\Images\Images\Overview\shutterstock_7268929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2276" y="919161"/>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D75C249D-7C8F-BDA4-2C0D-9F1B4D6C3F42}"/>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7</a:t>
            </a:fld>
            <a:endParaRPr lang="en-US" dirty="0"/>
          </a:p>
        </p:txBody>
      </p:sp>
      <p:sp>
        <p:nvSpPr>
          <p:cNvPr id="6" name="Rectangle 5"/>
          <p:cNvSpPr/>
          <p:nvPr/>
        </p:nvSpPr>
        <p:spPr>
          <a:xfrm>
            <a:off x="838200" y="2971800"/>
            <a:ext cx="77724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Call Data Model</a:t>
            </a:r>
          </a:p>
        </p:txBody>
      </p:sp>
    </p:spTree>
    <p:extLst>
      <p:ext uri="{BB962C8B-B14F-4D97-AF65-F5344CB8AC3E}">
        <p14:creationId xmlns:p14="http://schemas.microsoft.com/office/powerpoint/2010/main" val="3295886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8</a:t>
            </a:fld>
            <a:endParaRPr lang="en-US" dirty="0"/>
          </a:p>
        </p:txBody>
      </p:sp>
      <p:sp>
        <p:nvSpPr>
          <p:cNvPr id="3" name="Title 2"/>
          <p:cNvSpPr>
            <a:spLocks noGrp="1"/>
          </p:cNvSpPr>
          <p:nvPr>
            <p:ph type="title" idx="4294967295"/>
          </p:nvPr>
        </p:nvSpPr>
        <p:spPr>
          <a:xfrm>
            <a:off x="1621185" y="229235"/>
            <a:ext cx="9144000" cy="479425"/>
          </a:xfrm>
        </p:spPr>
        <p:txBody>
          <a:bodyPr vert="horz" lIns="91440" tIns="45720" rIns="91440" bIns="45720" rtlCol="0" anchor="ctr">
            <a:noAutofit/>
          </a:bodyPr>
          <a:lstStyle/>
          <a:p>
            <a:r>
              <a:rPr lang="en-US" altLang="ja-JP" sz="2400" dirty="0">
                <a:solidFill>
                  <a:schemeClr val="tx1"/>
                </a:solidFill>
              </a:rPr>
              <a:t>Call Data Model ... 1</a:t>
            </a:r>
            <a:endParaRPr lang="en-US" sz="2400" dirty="0">
              <a:solidFill>
                <a:schemeClr val="tx1"/>
              </a:solidFill>
            </a:endParaRPr>
          </a:p>
        </p:txBody>
      </p:sp>
      <p:sp>
        <p:nvSpPr>
          <p:cNvPr id="2" name="Content Placeholder 1"/>
          <p:cNvSpPr>
            <a:spLocks noGrp="1"/>
          </p:cNvSpPr>
          <p:nvPr>
            <p:ph idx="4294967295"/>
          </p:nvPr>
        </p:nvSpPr>
        <p:spPr>
          <a:xfrm>
            <a:off x="152400" y="1447800"/>
            <a:ext cx="7239000" cy="2514600"/>
          </a:xfrm>
          <a:noFill/>
          <a:ln w="9525">
            <a:noFill/>
            <a:miter lim="800000"/>
            <a:headEnd/>
            <a:tailEnd/>
          </a:ln>
        </p:spPr>
        <p:txBody>
          <a:bodyPr vert="horz" wrap="square" lIns="91440" tIns="45720" rIns="91440" bIns="45720" numCol="1" anchor="t" anchorCtr="0" compatLnSpc="1">
            <a:prstTxWarp prst="textNoShape">
              <a:avLst/>
            </a:prstTxWarp>
          </a:bodyPr>
          <a:lstStyle/>
          <a:p>
            <a:pPr marL="522288" lvl="1">
              <a:buFont typeface="Arial" panose="020B0604020202020204" pitchFamily="34" charset="0"/>
              <a:buChar char="•"/>
            </a:pPr>
            <a:r>
              <a:rPr lang="en-US" altLang="ja-JP" dirty="0">
                <a:solidFill>
                  <a:schemeClr val="tx1"/>
                </a:solidFill>
              </a:rPr>
              <a:t>Calls and Accounts are the center of the VEEVA data model</a:t>
            </a:r>
          </a:p>
          <a:p>
            <a:pPr marL="522288" lvl="1">
              <a:buFont typeface="Arial" panose="020B0604020202020204" pitchFamily="34" charset="0"/>
              <a:buChar char="•"/>
            </a:pPr>
            <a:endParaRPr lang="en-US" altLang="ja-JP" dirty="0">
              <a:solidFill>
                <a:schemeClr val="tx1"/>
              </a:solidFill>
            </a:endParaRPr>
          </a:p>
          <a:p>
            <a:pPr marL="522288" lvl="1">
              <a:buFont typeface="Arial" panose="020B0604020202020204" pitchFamily="34" charset="0"/>
              <a:buChar char="•"/>
            </a:pPr>
            <a:r>
              <a:rPr lang="en-US" altLang="ja-JP" dirty="0">
                <a:solidFill>
                  <a:schemeClr val="tx1"/>
                </a:solidFill>
              </a:rPr>
              <a:t>Call Report object stores all the main call header information</a:t>
            </a:r>
          </a:p>
          <a:p>
            <a:pPr marL="522288" lvl="1">
              <a:buFont typeface="Arial" panose="020B0604020202020204" pitchFamily="34" charset="0"/>
              <a:buChar char="•"/>
            </a:pPr>
            <a:endParaRPr lang="en-US" altLang="ja-JP" dirty="0">
              <a:solidFill>
                <a:schemeClr val="tx1"/>
              </a:solidFill>
            </a:endParaRPr>
          </a:p>
          <a:p>
            <a:pPr marL="979488" lvl="2" indent="-285750">
              <a:buFont typeface="Arial" panose="020B0604020202020204" pitchFamily="34" charset="0"/>
              <a:buChar char="-"/>
            </a:pPr>
            <a:r>
              <a:rPr lang="en-US" altLang="ja-JP" dirty="0">
                <a:solidFill>
                  <a:schemeClr val="tx1"/>
                </a:solidFill>
              </a:rPr>
              <a:t>Lookup relationship to Account object</a:t>
            </a:r>
          </a:p>
          <a:p>
            <a:pPr marL="979488" lvl="2" indent="-285750">
              <a:buFont typeface="Arial" panose="020B0604020202020204" pitchFamily="34" charset="0"/>
              <a:buChar char="-"/>
            </a:pPr>
            <a:r>
              <a:rPr lang="en-US" altLang="ja-JP" dirty="0">
                <a:solidFill>
                  <a:schemeClr val="tx1"/>
                </a:solidFill>
              </a:rPr>
              <a:t>Related objects are Detail, Expenses, Discussions, Key Messages, </a:t>
            </a:r>
          </a:p>
          <a:p>
            <a:pPr marL="693738" lvl="2" indent="0">
              <a:buNone/>
            </a:pPr>
            <a:r>
              <a:rPr lang="en-US" altLang="ja-JP" dirty="0">
                <a:solidFill>
                  <a:schemeClr val="tx1"/>
                </a:solidFill>
              </a:rPr>
              <a:t>     Samples and Promotional, Attendees</a:t>
            </a:r>
          </a:p>
        </p:txBody>
      </p:sp>
      <p:pic>
        <p:nvPicPr>
          <p:cNvPr id="7" name="Picture 6"/>
          <p:cNvPicPr>
            <a:picLocks noChangeAspect="1"/>
          </p:cNvPicPr>
          <p:nvPr/>
        </p:nvPicPr>
        <p:blipFill>
          <a:blip r:embed="rId3"/>
          <a:stretch>
            <a:fillRect/>
          </a:stretch>
        </p:blipFill>
        <p:spPr>
          <a:xfrm>
            <a:off x="7479323" y="1143000"/>
            <a:ext cx="4402892" cy="463366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9</a:t>
            </a:fld>
            <a:endParaRPr lang="en-US" dirty="0"/>
          </a:p>
        </p:txBody>
      </p:sp>
      <p:sp>
        <p:nvSpPr>
          <p:cNvPr id="3" name="Title 2"/>
          <p:cNvSpPr>
            <a:spLocks noGrp="1"/>
          </p:cNvSpPr>
          <p:nvPr>
            <p:ph type="title" idx="4294967295"/>
          </p:nvPr>
        </p:nvSpPr>
        <p:spPr>
          <a:xfrm>
            <a:off x="1752600" y="229235"/>
            <a:ext cx="9144000" cy="479425"/>
          </a:xfrm>
        </p:spPr>
        <p:txBody>
          <a:bodyPr vert="horz" lIns="91440" tIns="45720" rIns="91440" bIns="45720" rtlCol="0" anchor="ctr">
            <a:noAutofit/>
          </a:bodyPr>
          <a:lstStyle/>
          <a:p>
            <a:r>
              <a:rPr lang="en-US" altLang="ja-JP" sz="2400" dirty="0">
                <a:solidFill>
                  <a:schemeClr val="tx1"/>
                </a:solidFill>
              </a:rPr>
              <a:t>Call Data Model ... 2</a:t>
            </a:r>
            <a:endParaRPr lang="en-US" sz="24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239586406"/>
              </p:ext>
            </p:extLst>
          </p:nvPr>
        </p:nvGraphicFramePr>
        <p:xfrm>
          <a:off x="381000" y="955158"/>
          <a:ext cx="11277600" cy="5061982"/>
        </p:xfrm>
        <a:graphic>
          <a:graphicData uri="http://schemas.openxmlformats.org/drawingml/2006/table">
            <a:tbl>
              <a:tblPr firstRow="1" firstCol="1" bandRow="1">
                <a:tableStyleId>{F5AB1C69-6EDB-4FF4-983F-18BD219EF322}</a:tableStyleId>
              </a:tblPr>
              <a:tblGrid>
                <a:gridCol w="2927011">
                  <a:extLst>
                    <a:ext uri="{9D8B030D-6E8A-4147-A177-3AD203B41FA5}">
                      <a16:colId xmlns:a16="http://schemas.microsoft.com/office/drawing/2014/main" val="2272826469"/>
                    </a:ext>
                  </a:extLst>
                </a:gridCol>
                <a:gridCol w="8350589">
                  <a:extLst>
                    <a:ext uri="{9D8B030D-6E8A-4147-A177-3AD203B41FA5}">
                      <a16:colId xmlns:a16="http://schemas.microsoft.com/office/drawing/2014/main" val="3488720100"/>
                    </a:ext>
                  </a:extLst>
                </a:gridCol>
              </a:tblGrid>
              <a:tr h="316885">
                <a:tc>
                  <a:txBody>
                    <a:bodyPr/>
                    <a:lstStyle/>
                    <a:p>
                      <a:pPr marL="0" marR="0">
                        <a:spcBef>
                          <a:spcPts val="0"/>
                        </a:spcBef>
                        <a:spcAft>
                          <a:spcPts val="0"/>
                        </a:spcAft>
                      </a:pPr>
                      <a:r>
                        <a:rPr lang="en-US" sz="1600" b="1" dirty="0">
                          <a:solidFill>
                            <a:schemeClr val="tx1"/>
                          </a:solidFill>
                          <a:effectLst/>
                          <a:latin typeface="Arial" panose="020B0604020202020204" pitchFamily="34" charset="0"/>
                          <a:cs typeface="Arial" panose="020B0604020202020204" pitchFamily="34" charset="0"/>
                        </a:rPr>
                        <a:t>Object</a:t>
                      </a:r>
                      <a:endParaRPr lang="en-US"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600" b="1" dirty="0">
                          <a:solidFill>
                            <a:schemeClr val="tx1"/>
                          </a:solidFill>
                          <a:effectLst/>
                          <a:latin typeface="Arial" panose="020B0604020202020204" pitchFamily="34" charset="0"/>
                          <a:cs typeface="Arial" panose="020B0604020202020204" pitchFamily="34" charset="0"/>
                        </a:rPr>
                        <a:t>Key Feature</a:t>
                      </a:r>
                      <a:endParaRPr lang="en-US"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71430809"/>
                  </a:ext>
                </a:extLst>
              </a:tr>
              <a:tr h="978515">
                <a:tc>
                  <a:txBody>
                    <a:bodyPr/>
                    <a:lstStyle/>
                    <a:p>
                      <a:pPr marL="0" marR="0">
                        <a:spcBef>
                          <a:spcPts val="0"/>
                        </a:spcBef>
                        <a:spcAft>
                          <a:spcPts val="0"/>
                        </a:spcAft>
                      </a:pPr>
                      <a:r>
                        <a:rPr lang="en-US" sz="1800" b="0" dirty="0">
                          <a:solidFill>
                            <a:schemeClr val="tx1"/>
                          </a:solidFill>
                          <a:effectLst/>
                          <a:latin typeface="Arial" panose="020B0604020202020204" pitchFamily="34" charset="0"/>
                          <a:cs typeface="Arial" panose="020B0604020202020204" pitchFamily="34" charset="0"/>
                        </a:rPr>
                        <a:t>Call Report (Call2_vod__c)</a:t>
                      </a:r>
                      <a:endParaRPr lang="en-US" sz="18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600" b="0" i="0" kern="1200" dirty="0">
                          <a:solidFill>
                            <a:schemeClr val="dk1"/>
                          </a:solidFill>
                          <a:effectLst/>
                          <a:latin typeface="Arial" panose="020B0604020202020204" pitchFamily="34" charset="0"/>
                          <a:ea typeface="+mn-ea"/>
                          <a:cs typeface="Arial" panose="020B0604020202020204" pitchFamily="34" charset="0"/>
                        </a:rPr>
                        <a:t>This object stores the main call header information including account, address,</a:t>
                      </a:r>
                      <a:r>
                        <a:rPr lang="en-US" sz="1600" b="0" i="0" kern="1200" baseline="0" dirty="0">
                          <a:solidFill>
                            <a:schemeClr val="dk1"/>
                          </a:solidFill>
                          <a:effectLst/>
                          <a:latin typeface="Arial" panose="020B0604020202020204" pitchFamily="34" charset="0"/>
                          <a:ea typeface="+mn-ea"/>
                          <a:cs typeface="Arial" panose="020B0604020202020204" pitchFamily="34" charset="0"/>
                        </a:rPr>
                        <a:t> call date time information</a:t>
                      </a:r>
                      <a:r>
                        <a:rPr lang="en-US" sz="1600" b="0" i="0" kern="1200" dirty="0">
                          <a:solidFill>
                            <a:schemeClr val="dk1"/>
                          </a:solidFill>
                          <a:effectLst/>
                          <a:latin typeface="Arial" panose="020B0604020202020204" pitchFamily="34" charset="0"/>
                          <a:ea typeface="+mn-ea"/>
                          <a:cs typeface="Arial" panose="020B0604020202020204" pitchFamily="34" charset="0"/>
                        </a:rPr>
                        <a:t>. There is one call row for every account or contact on the call. A group call with 3 doctors will produce 4 call rows.</a:t>
                      </a:r>
                      <a:endParaRPr lang="en-US" sz="1400" b="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01795448"/>
                  </a:ext>
                </a:extLst>
              </a:tr>
              <a:tr h="685800">
                <a:tc>
                  <a:txBody>
                    <a:bodyPr/>
                    <a:lstStyle/>
                    <a:p>
                      <a:pPr marL="0" marR="0">
                        <a:spcBef>
                          <a:spcPts val="0"/>
                        </a:spcBef>
                        <a:spcAft>
                          <a:spcPts val="0"/>
                        </a:spcAft>
                      </a:pPr>
                      <a:r>
                        <a:rPr lang="en-US" sz="1800" b="0" dirty="0">
                          <a:solidFill>
                            <a:schemeClr val="tx1"/>
                          </a:solidFill>
                          <a:effectLst/>
                          <a:latin typeface="Arial" panose="020B0604020202020204" pitchFamily="34" charset="0"/>
                          <a:cs typeface="Arial" panose="020B0604020202020204" pitchFamily="34" charset="0"/>
                        </a:rPr>
                        <a:t>Call Detail (Call2_Detail_vod__c)</a:t>
                      </a:r>
                      <a:endParaRPr lang="en-US" sz="18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600" b="0" i="0" kern="1200" dirty="0">
                          <a:solidFill>
                            <a:schemeClr val="dk1"/>
                          </a:solidFill>
                          <a:effectLst/>
                          <a:latin typeface="Arial" panose="020B0604020202020204" pitchFamily="34" charset="0"/>
                          <a:ea typeface="+mn-ea"/>
                          <a:cs typeface="Arial" panose="020B0604020202020204" pitchFamily="34" charset="0"/>
                        </a:rPr>
                        <a:t>This object stores all product details data recorded on any call. Product used in call and</a:t>
                      </a:r>
                      <a:r>
                        <a:rPr lang="en-US" sz="1600" b="0" i="0" kern="1200" baseline="0" dirty="0">
                          <a:solidFill>
                            <a:schemeClr val="dk1"/>
                          </a:solidFill>
                          <a:effectLst/>
                          <a:latin typeface="Arial" panose="020B0604020202020204" pitchFamily="34" charset="0"/>
                          <a:ea typeface="+mn-ea"/>
                          <a:cs typeface="Arial" panose="020B0604020202020204" pitchFamily="34" charset="0"/>
                        </a:rPr>
                        <a:t> their </a:t>
                      </a:r>
                      <a:r>
                        <a:rPr lang="en-US" sz="1600" b="0" i="0" kern="1200" dirty="0">
                          <a:solidFill>
                            <a:schemeClr val="dk1"/>
                          </a:solidFill>
                          <a:effectLst/>
                          <a:latin typeface="Arial" panose="020B0604020202020204" pitchFamily="34" charset="0"/>
                          <a:ea typeface="+mn-ea"/>
                          <a:cs typeface="Arial" panose="020B0604020202020204" pitchFamily="34" charset="0"/>
                        </a:rPr>
                        <a:t>order in which the detail was delivered is stored here.</a:t>
                      </a:r>
                      <a:endParaRPr lang="en-US" sz="1400" b="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28036777"/>
                  </a:ext>
                </a:extLst>
              </a:tr>
              <a:tr h="685800">
                <a:tc>
                  <a:txBody>
                    <a:bodyPr/>
                    <a:lstStyle/>
                    <a:p>
                      <a:pPr marL="0" marR="0">
                        <a:spcBef>
                          <a:spcPts val="0"/>
                        </a:spcBef>
                        <a:spcAft>
                          <a:spcPts val="0"/>
                        </a:spcAft>
                      </a:pPr>
                      <a:r>
                        <a:rPr lang="en-US" sz="1800" b="0" dirty="0">
                          <a:solidFill>
                            <a:schemeClr val="tx1"/>
                          </a:solidFill>
                          <a:effectLst/>
                          <a:latin typeface="Arial" panose="020B0604020202020204" pitchFamily="34" charset="0"/>
                          <a:cs typeface="Arial" panose="020B0604020202020204" pitchFamily="34" charset="0"/>
                        </a:rPr>
                        <a:t>Call Discussion (Call2_Discussion_vod__c)</a:t>
                      </a:r>
                      <a:endParaRPr lang="en-US" sz="18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600" b="0" i="0" kern="1200" dirty="0">
                          <a:solidFill>
                            <a:schemeClr val="dk1"/>
                          </a:solidFill>
                          <a:effectLst/>
                          <a:latin typeface="Arial" panose="020B0604020202020204" pitchFamily="34" charset="0"/>
                          <a:ea typeface="+mn-ea"/>
                          <a:cs typeface="Arial" panose="020B0604020202020204" pitchFamily="34" charset="0"/>
                        </a:rPr>
                        <a:t>This object stores all product discussions data recorded on any call</a:t>
                      </a:r>
                      <a:endParaRPr lang="en-US" sz="1400" b="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35515975"/>
                  </a:ext>
                </a:extLst>
              </a:tr>
              <a:tr h="725748">
                <a:tc>
                  <a:txBody>
                    <a:bodyPr/>
                    <a:lstStyle/>
                    <a:p>
                      <a:pPr marL="0" marR="0">
                        <a:spcBef>
                          <a:spcPts val="0"/>
                        </a:spcBef>
                        <a:spcAft>
                          <a:spcPts val="0"/>
                        </a:spcAft>
                      </a:pPr>
                      <a:r>
                        <a:rPr lang="en-US" sz="1800" b="0" dirty="0">
                          <a:solidFill>
                            <a:schemeClr val="tx1"/>
                          </a:solidFill>
                          <a:effectLst/>
                          <a:latin typeface="Arial" panose="020B0604020202020204" pitchFamily="34" charset="0"/>
                          <a:cs typeface="Arial" panose="020B0604020202020204" pitchFamily="34" charset="0"/>
                        </a:rPr>
                        <a:t>Call Expense (Call2_Expense_vod__c)</a:t>
                      </a:r>
                      <a:endParaRPr lang="en-US" sz="1800" b="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600" b="0" i="0" kern="1200" dirty="0">
                          <a:solidFill>
                            <a:schemeClr val="dk1"/>
                          </a:solidFill>
                          <a:effectLst/>
                          <a:latin typeface="Arial" panose="020B0604020202020204" pitchFamily="34" charset="0"/>
                          <a:ea typeface="+mn-ea"/>
                          <a:cs typeface="Arial" panose="020B0604020202020204" pitchFamily="34" charset="0"/>
                        </a:rPr>
                        <a:t>This object stores all expense data recorded on a call</a:t>
                      </a:r>
                      <a:endParaRPr lang="en-US" sz="1400" b="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76344563"/>
                  </a:ext>
                </a:extLst>
              </a:tr>
              <a:tr h="834617">
                <a:tc>
                  <a:txBody>
                    <a:bodyPr/>
                    <a:lstStyle/>
                    <a:p>
                      <a:pPr marL="0" marR="0">
                        <a:spcBef>
                          <a:spcPts val="0"/>
                        </a:spcBef>
                        <a:spcAft>
                          <a:spcPts val="0"/>
                        </a:spcAft>
                      </a:pPr>
                      <a:r>
                        <a:rPr lang="en-US" sz="1800" b="0" kern="1200" dirty="0">
                          <a:solidFill>
                            <a:schemeClr val="tx1"/>
                          </a:solidFill>
                          <a:effectLst/>
                          <a:latin typeface="Arial" panose="020B0604020202020204" pitchFamily="34" charset="0"/>
                          <a:ea typeface="+mn-ea"/>
                          <a:cs typeface="Arial" panose="020B0604020202020204" pitchFamily="34" charset="0"/>
                        </a:rPr>
                        <a:t>Call Key Message (Call2_Key_Message_vod__c)</a:t>
                      </a:r>
                    </a:p>
                  </a:txBody>
                  <a:tcPr marL="68580" marR="68580" marT="0" marB="0"/>
                </a:tc>
                <a:tc>
                  <a:txBody>
                    <a:bodyPr/>
                    <a:lstStyle/>
                    <a:p>
                      <a:pPr marL="0" marR="0">
                        <a:spcBef>
                          <a:spcPts val="0"/>
                        </a:spcBef>
                        <a:spcAft>
                          <a:spcPts val="0"/>
                        </a:spcAft>
                      </a:pPr>
                      <a:r>
                        <a:rPr lang="en-US" sz="1600" b="0" i="0" kern="1200" dirty="0">
                          <a:solidFill>
                            <a:schemeClr val="dk1"/>
                          </a:solidFill>
                          <a:effectLst/>
                          <a:latin typeface="Arial" panose="020B0604020202020204" pitchFamily="34" charset="0"/>
                          <a:ea typeface="+mn-ea"/>
                          <a:cs typeface="Arial" panose="020B0604020202020204" pitchFamily="34" charset="0"/>
                        </a:rPr>
                        <a:t>This object stores all Key Messages recorded on a call. This also stores the CLM presentation details used in</a:t>
                      </a:r>
                      <a:r>
                        <a:rPr lang="en-US" sz="1600" b="0" i="0" kern="1200" baseline="0" dirty="0">
                          <a:solidFill>
                            <a:schemeClr val="dk1"/>
                          </a:solidFill>
                          <a:effectLst/>
                          <a:latin typeface="Arial" panose="020B0604020202020204" pitchFamily="34" charset="0"/>
                          <a:ea typeface="+mn-ea"/>
                          <a:cs typeface="Arial" panose="020B0604020202020204" pitchFamily="34" charset="0"/>
                        </a:rPr>
                        <a:t> call</a:t>
                      </a:r>
                      <a:endParaRPr lang="en-US" sz="1400" b="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30979718"/>
                  </a:ext>
                </a:extLst>
              </a:tr>
              <a:tr h="834617">
                <a:tc>
                  <a:txBody>
                    <a:bodyPr/>
                    <a:lstStyle/>
                    <a:p>
                      <a:pPr marL="0" marR="0">
                        <a:spcBef>
                          <a:spcPts val="0"/>
                        </a:spcBef>
                        <a:spcAft>
                          <a:spcPts val="0"/>
                        </a:spcAft>
                      </a:pPr>
                      <a:r>
                        <a:rPr lang="en-US" sz="1800" b="0" kern="1200" dirty="0">
                          <a:solidFill>
                            <a:schemeClr val="tx1"/>
                          </a:solidFill>
                          <a:effectLst/>
                          <a:latin typeface="Arial" panose="020B0604020202020204" pitchFamily="34" charset="0"/>
                          <a:ea typeface="+mn-ea"/>
                          <a:cs typeface="Arial" panose="020B0604020202020204" pitchFamily="34" charset="0"/>
                        </a:rPr>
                        <a:t>Call Sample (Call2_Sample_vod__c)</a:t>
                      </a:r>
                    </a:p>
                  </a:txBody>
                  <a:tcPr marL="68580" marR="68580" marT="0" marB="0"/>
                </a:tc>
                <a:tc>
                  <a:txBody>
                    <a:bodyPr/>
                    <a:lstStyle/>
                    <a:p>
                      <a:pPr marL="0" marR="0">
                        <a:spcBef>
                          <a:spcPts val="0"/>
                        </a:spcBef>
                        <a:spcAft>
                          <a:spcPts val="0"/>
                        </a:spcAft>
                      </a:pPr>
                      <a:r>
                        <a:rPr lang="en-US" sz="1600" b="0" dirty="0">
                          <a:effectLst/>
                          <a:latin typeface="Arial" panose="020B0604020202020204" pitchFamily="34" charset="0"/>
                          <a:ea typeface="Calibri" panose="020F0502020204030204" pitchFamily="34" charset="0"/>
                          <a:cs typeface="Arial" panose="020B0604020202020204" pitchFamily="34" charset="0"/>
                        </a:rPr>
                        <a:t>Samples and Promotional Items itemized on Call Reports</a:t>
                      </a:r>
                    </a:p>
                  </a:txBody>
                  <a:tcPr marL="68580" marR="68580" marT="0" marB="0"/>
                </a:tc>
                <a:extLst>
                  <a:ext uri="{0D108BD9-81ED-4DB2-BD59-A6C34878D82A}">
                    <a16:rowId xmlns:a16="http://schemas.microsoft.com/office/drawing/2014/main" val="489444548"/>
                  </a:ext>
                </a:extLst>
              </a:tr>
            </a:tbl>
          </a:graphicData>
        </a:graphic>
      </p:graphicFrame>
    </p:spTree>
    <p:extLst>
      <p:ext uri="{BB962C8B-B14F-4D97-AF65-F5344CB8AC3E}">
        <p14:creationId xmlns:p14="http://schemas.microsoft.com/office/powerpoint/2010/main" val="1608728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dirty="0"/>
          </a:p>
        </p:txBody>
      </p:sp>
      <p:sp>
        <p:nvSpPr>
          <p:cNvPr id="3" name="Title 2"/>
          <p:cNvSpPr>
            <a:spLocks noGrp="1"/>
          </p:cNvSpPr>
          <p:nvPr>
            <p:ph type="title" idx="4294967295"/>
          </p:nvPr>
        </p:nvSpPr>
        <p:spPr>
          <a:xfrm>
            <a:off x="1853263" y="163178"/>
            <a:ext cx="9144000" cy="479425"/>
          </a:xfrm>
        </p:spPr>
        <p:txBody>
          <a:bodyPr vert="horz" lIns="91440" tIns="45720" rIns="91440" bIns="45720" rtlCol="0" anchor="ctr">
            <a:noAutofit/>
          </a:bodyPr>
          <a:lstStyle/>
          <a:p>
            <a:r>
              <a:rPr lang="en-US" altLang="ja-JP" sz="2400" dirty="0">
                <a:solidFill>
                  <a:schemeClr val="tx1"/>
                </a:solidFill>
              </a:rPr>
              <a:t>Call Reporting Functionality</a:t>
            </a:r>
            <a:endParaRPr lang="en-US" sz="2400" dirty="0">
              <a:solidFill>
                <a:schemeClr val="tx1"/>
              </a:solidFill>
            </a:endParaRPr>
          </a:p>
        </p:txBody>
      </p:sp>
      <p:sp>
        <p:nvSpPr>
          <p:cNvPr id="22" name="Content Placeholder 1"/>
          <p:cNvSpPr>
            <a:spLocks noGrp="1"/>
          </p:cNvSpPr>
          <p:nvPr>
            <p:ph idx="4294967295"/>
          </p:nvPr>
        </p:nvSpPr>
        <p:spPr>
          <a:xfrm>
            <a:off x="633247" y="764525"/>
            <a:ext cx="10790237" cy="2514600"/>
          </a:xfrm>
          <a:noFill/>
          <a:ln w="9525">
            <a:noFill/>
            <a:miter lim="800000"/>
            <a:headEnd/>
            <a:tailEnd/>
          </a:ln>
        </p:spPr>
        <p:txBody>
          <a:bodyPr vert="horz" wrap="square" lIns="91440" tIns="45720" rIns="91440" bIns="45720" numCol="1" anchor="t" anchorCtr="0" compatLnSpc="1">
            <a:prstTxWarp prst="textNoShape">
              <a:avLst/>
            </a:prstTxWarp>
          </a:bodyPr>
          <a:lstStyle/>
          <a:p>
            <a:pPr marL="236538" lvl="1" indent="0">
              <a:buNone/>
            </a:pPr>
            <a:r>
              <a:rPr lang="en-US" altLang="ja-JP" dirty="0">
                <a:solidFill>
                  <a:schemeClr val="tx1"/>
                </a:solidFill>
              </a:rPr>
              <a:t>The below snapshot describes which section in call page is stored in which object.</a:t>
            </a:r>
          </a:p>
        </p:txBody>
      </p:sp>
      <p:sp>
        <p:nvSpPr>
          <p:cNvPr id="9" name="TextBox 8"/>
          <p:cNvSpPr txBox="1"/>
          <p:nvPr/>
        </p:nvSpPr>
        <p:spPr>
          <a:xfrm>
            <a:off x="1676400" y="1408011"/>
            <a:ext cx="1617406" cy="46166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Account Information</a:t>
            </a:r>
          </a:p>
        </p:txBody>
      </p:sp>
      <p:sp>
        <p:nvSpPr>
          <p:cNvPr id="10" name="TextBox 9"/>
          <p:cNvSpPr txBox="1"/>
          <p:nvPr/>
        </p:nvSpPr>
        <p:spPr>
          <a:xfrm>
            <a:off x="1676400" y="2694793"/>
            <a:ext cx="1617406"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Products Detailed</a:t>
            </a:r>
          </a:p>
        </p:txBody>
      </p:sp>
      <p:sp>
        <p:nvSpPr>
          <p:cNvPr id="11" name="TextBox 10"/>
          <p:cNvSpPr txBox="1"/>
          <p:nvPr/>
        </p:nvSpPr>
        <p:spPr>
          <a:xfrm>
            <a:off x="9372600" y="3651650"/>
            <a:ext cx="1624663"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Key Messages</a:t>
            </a:r>
          </a:p>
        </p:txBody>
      </p:sp>
      <p:sp>
        <p:nvSpPr>
          <p:cNvPr id="12" name="TextBox 11"/>
          <p:cNvSpPr txBox="1"/>
          <p:nvPr/>
        </p:nvSpPr>
        <p:spPr>
          <a:xfrm>
            <a:off x="9379856" y="4673700"/>
            <a:ext cx="1617407"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Call Notes</a:t>
            </a:r>
          </a:p>
        </p:txBody>
      </p:sp>
      <p:sp>
        <p:nvSpPr>
          <p:cNvPr id="13" name="TextBox 12"/>
          <p:cNvSpPr txBox="1"/>
          <p:nvPr/>
        </p:nvSpPr>
        <p:spPr>
          <a:xfrm>
            <a:off x="8898194" y="1408011"/>
            <a:ext cx="1541206"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Call Report Details</a:t>
            </a:r>
          </a:p>
        </p:txBody>
      </p:sp>
      <p:cxnSp>
        <p:nvCxnSpPr>
          <p:cNvPr id="17" name="Straight Arrow Connector 16"/>
          <p:cNvCxnSpPr>
            <a:cxnSpLocks/>
          </p:cNvCxnSpPr>
          <p:nvPr/>
        </p:nvCxnSpPr>
        <p:spPr>
          <a:xfrm>
            <a:off x="2239296" y="1876491"/>
            <a:ext cx="1477670" cy="270166"/>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a:off x="2544471" y="3012791"/>
            <a:ext cx="1172497" cy="141789"/>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flipH="1">
            <a:off x="8529286" y="3967786"/>
            <a:ext cx="1423875" cy="29627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stCxn id="12" idx="1"/>
          </p:cNvCxnSpPr>
          <p:nvPr/>
        </p:nvCxnSpPr>
        <p:spPr>
          <a:xfrm flipH="1">
            <a:off x="8522887" y="4812200"/>
            <a:ext cx="856969" cy="441127"/>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cxnSpLocks/>
          </p:cNvCxnSpPr>
          <p:nvPr/>
        </p:nvCxnSpPr>
        <p:spPr>
          <a:xfrm flipH="1">
            <a:off x="8600485" y="1704063"/>
            <a:ext cx="1275078" cy="710816"/>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F745437-7C3F-4BF6-0A56-DFBD8E1BD66B}"/>
              </a:ext>
            </a:extLst>
          </p:cNvPr>
          <p:cNvPicPr>
            <a:picLocks noChangeAspect="1"/>
          </p:cNvPicPr>
          <p:nvPr/>
        </p:nvPicPr>
        <p:blipFill>
          <a:blip r:embed="rId3"/>
          <a:stretch>
            <a:fillRect/>
          </a:stretch>
        </p:blipFill>
        <p:spPr>
          <a:xfrm>
            <a:off x="3716968" y="1343195"/>
            <a:ext cx="4812319" cy="1394443"/>
          </a:xfrm>
          <a:prstGeom prst="rect">
            <a:avLst/>
          </a:prstGeom>
        </p:spPr>
      </p:pic>
      <p:pic>
        <p:nvPicPr>
          <p:cNvPr id="19" name="Picture 18">
            <a:extLst>
              <a:ext uri="{FF2B5EF4-FFF2-40B4-BE49-F238E27FC236}">
                <a16:creationId xmlns:a16="http://schemas.microsoft.com/office/drawing/2014/main" id="{4205FC0D-7582-6A22-44C8-F7A67A963574}"/>
              </a:ext>
            </a:extLst>
          </p:cNvPr>
          <p:cNvPicPr>
            <a:picLocks noChangeAspect="1"/>
          </p:cNvPicPr>
          <p:nvPr/>
        </p:nvPicPr>
        <p:blipFill>
          <a:blip r:embed="rId4"/>
          <a:stretch>
            <a:fillRect/>
          </a:stretch>
        </p:blipFill>
        <p:spPr>
          <a:xfrm>
            <a:off x="3716968" y="2734457"/>
            <a:ext cx="4812319" cy="1631700"/>
          </a:xfrm>
          <a:prstGeom prst="rect">
            <a:avLst/>
          </a:prstGeom>
        </p:spPr>
      </p:pic>
      <p:pic>
        <p:nvPicPr>
          <p:cNvPr id="23" name="Picture 22">
            <a:extLst>
              <a:ext uri="{FF2B5EF4-FFF2-40B4-BE49-F238E27FC236}">
                <a16:creationId xmlns:a16="http://schemas.microsoft.com/office/drawing/2014/main" id="{02C2039C-7F27-6410-051A-7F61911299D5}"/>
              </a:ext>
            </a:extLst>
          </p:cNvPr>
          <p:cNvPicPr>
            <a:picLocks noChangeAspect="1"/>
          </p:cNvPicPr>
          <p:nvPr/>
        </p:nvPicPr>
        <p:blipFill>
          <a:blip r:embed="rId5"/>
          <a:stretch>
            <a:fillRect/>
          </a:stretch>
        </p:blipFill>
        <p:spPr>
          <a:xfrm>
            <a:off x="3716967" y="4378916"/>
            <a:ext cx="4812319" cy="1592477"/>
          </a:xfrm>
          <a:prstGeom prst="rect">
            <a:avLst/>
          </a:prstGeom>
        </p:spPr>
      </p:pic>
      <p:sp>
        <p:nvSpPr>
          <p:cNvPr id="25" name="TextBox 24">
            <a:extLst>
              <a:ext uri="{FF2B5EF4-FFF2-40B4-BE49-F238E27FC236}">
                <a16:creationId xmlns:a16="http://schemas.microsoft.com/office/drawing/2014/main" id="{7EBA5A7E-22BE-097F-1FBD-D9D354821B2C}"/>
              </a:ext>
            </a:extLst>
          </p:cNvPr>
          <p:cNvSpPr txBox="1"/>
          <p:nvPr/>
        </p:nvSpPr>
        <p:spPr>
          <a:xfrm>
            <a:off x="1430593" y="4126352"/>
            <a:ext cx="1617407"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Call Objectives</a:t>
            </a:r>
          </a:p>
        </p:txBody>
      </p:sp>
      <p:cxnSp>
        <p:nvCxnSpPr>
          <p:cNvPr id="26" name="Straight Arrow Connector 25">
            <a:extLst>
              <a:ext uri="{FF2B5EF4-FFF2-40B4-BE49-F238E27FC236}">
                <a16:creationId xmlns:a16="http://schemas.microsoft.com/office/drawing/2014/main" id="{07EEEEC8-B76C-59AF-B5EC-C3D7C0A09EB8}"/>
              </a:ext>
            </a:extLst>
          </p:cNvPr>
          <p:cNvCxnSpPr>
            <a:cxnSpLocks/>
          </p:cNvCxnSpPr>
          <p:nvPr/>
        </p:nvCxnSpPr>
        <p:spPr>
          <a:xfrm>
            <a:off x="2620668" y="4413926"/>
            <a:ext cx="1096298" cy="265019"/>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F107D8C-9FDA-7ABA-B52B-2FFCA2D23C38}"/>
              </a:ext>
            </a:extLst>
          </p:cNvPr>
          <p:cNvSpPr txBox="1"/>
          <p:nvPr/>
        </p:nvSpPr>
        <p:spPr>
          <a:xfrm>
            <a:off x="1430593" y="5561358"/>
            <a:ext cx="1617407"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Survey Target</a:t>
            </a:r>
          </a:p>
        </p:txBody>
      </p:sp>
      <p:cxnSp>
        <p:nvCxnSpPr>
          <p:cNvPr id="30" name="Straight Arrow Connector 29">
            <a:extLst>
              <a:ext uri="{FF2B5EF4-FFF2-40B4-BE49-F238E27FC236}">
                <a16:creationId xmlns:a16="http://schemas.microsoft.com/office/drawing/2014/main" id="{5CA5203C-D033-ABD7-BBA4-4DBCD0977AE8}"/>
              </a:ext>
            </a:extLst>
          </p:cNvPr>
          <p:cNvCxnSpPr>
            <a:cxnSpLocks/>
          </p:cNvCxnSpPr>
          <p:nvPr/>
        </p:nvCxnSpPr>
        <p:spPr>
          <a:xfrm>
            <a:off x="3037105" y="5696015"/>
            <a:ext cx="679861" cy="3842"/>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658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dirty="0"/>
          </a:p>
        </p:txBody>
      </p:sp>
      <p:sp>
        <p:nvSpPr>
          <p:cNvPr id="3" name="Title 2"/>
          <p:cNvSpPr>
            <a:spLocks noGrp="1"/>
          </p:cNvSpPr>
          <p:nvPr>
            <p:ph type="title" idx="4294967295"/>
          </p:nvPr>
        </p:nvSpPr>
        <p:spPr>
          <a:xfrm>
            <a:off x="1641505" y="144190"/>
            <a:ext cx="9144000" cy="479425"/>
          </a:xfrm>
        </p:spPr>
        <p:txBody>
          <a:bodyPr vert="horz" lIns="91440" tIns="45720" rIns="91440" bIns="45720" rtlCol="0" anchor="ctr">
            <a:noAutofit/>
          </a:bodyPr>
          <a:lstStyle/>
          <a:p>
            <a:r>
              <a:rPr lang="en-US" altLang="ja-JP" sz="2400" dirty="0">
                <a:solidFill>
                  <a:schemeClr val="tx1"/>
                </a:solidFill>
              </a:rPr>
              <a:t>Call Reporting Functionality (continued)</a:t>
            </a:r>
            <a:endParaRPr lang="en-US" sz="2400" dirty="0">
              <a:solidFill>
                <a:schemeClr val="tx1"/>
              </a:solidFill>
            </a:endParaRPr>
          </a:p>
        </p:txBody>
      </p:sp>
      <p:sp>
        <p:nvSpPr>
          <p:cNvPr id="22" name="Content Placeholder 1"/>
          <p:cNvSpPr>
            <a:spLocks noGrp="1"/>
          </p:cNvSpPr>
          <p:nvPr>
            <p:ph idx="4294967295"/>
          </p:nvPr>
        </p:nvSpPr>
        <p:spPr>
          <a:xfrm>
            <a:off x="502164" y="860567"/>
            <a:ext cx="10790237" cy="2514600"/>
          </a:xfrm>
          <a:noFill/>
          <a:ln w="9525">
            <a:noFill/>
            <a:miter lim="800000"/>
            <a:headEnd/>
            <a:tailEnd/>
          </a:ln>
        </p:spPr>
        <p:txBody>
          <a:bodyPr vert="horz" wrap="square" lIns="91440" tIns="45720" rIns="91440" bIns="45720" numCol="1" anchor="t" anchorCtr="0" compatLnSpc="1">
            <a:prstTxWarp prst="textNoShape">
              <a:avLst/>
            </a:prstTxWarp>
          </a:bodyPr>
          <a:lstStyle/>
          <a:p>
            <a:pPr marL="236538" lvl="1" indent="0">
              <a:buNone/>
            </a:pPr>
            <a:r>
              <a:rPr lang="en-US" altLang="ja-JP" dirty="0">
                <a:solidFill>
                  <a:schemeClr val="tx1"/>
                </a:solidFill>
              </a:rPr>
              <a:t>The below snapshot describes which section in call page is stored in which object.</a:t>
            </a:r>
          </a:p>
        </p:txBody>
      </p:sp>
      <p:sp>
        <p:nvSpPr>
          <p:cNvPr id="9" name="TextBox 8"/>
          <p:cNvSpPr txBox="1"/>
          <p:nvPr/>
        </p:nvSpPr>
        <p:spPr>
          <a:xfrm>
            <a:off x="879279" y="2132151"/>
            <a:ext cx="1617406" cy="59350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Samples &amp; Promotional Materials</a:t>
            </a:r>
          </a:p>
        </p:txBody>
      </p:sp>
      <p:sp>
        <p:nvSpPr>
          <p:cNvPr id="11" name="TextBox 10"/>
          <p:cNvSpPr txBox="1"/>
          <p:nvPr/>
        </p:nvSpPr>
        <p:spPr>
          <a:xfrm>
            <a:off x="9372600" y="3651650"/>
            <a:ext cx="1624663"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Follow-up Activities</a:t>
            </a:r>
          </a:p>
        </p:txBody>
      </p:sp>
      <p:cxnSp>
        <p:nvCxnSpPr>
          <p:cNvPr id="17" name="Straight Arrow Connector 16"/>
          <p:cNvCxnSpPr>
            <a:cxnSpLocks/>
            <a:stCxn id="9" idx="3"/>
          </p:cNvCxnSpPr>
          <p:nvPr/>
        </p:nvCxnSpPr>
        <p:spPr>
          <a:xfrm flipV="1">
            <a:off x="2496685" y="2146657"/>
            <a:ext cx="1220281" cy="282249"/>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flipH="1">
            <a:off x="8529286" y="3967786"/>
            <a:ext cx="1423875" cy="29627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F107D8C-9FDA-7ABA-B52B-2FFCA2D23C38}"/>
              </a:ext>
            </a:extLst>
          </p:cNvPr>
          <p:cNvSpPr txBox="1"/>
          <p:nvPr/>
        </p:nvSpPr>
        <p:spPr>
          <a:xfrm>
            <a:off x="1249845" y="5114827"/>
            <a:ext cx="1617407" cy="27699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b="1">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Call Expenses</a:t>
            </a:r>
          </a:p>
        </p:txBody>
      </p:sp>
      <p:cxnSp>
        <p:nvCxnSpPr>
          <p:cNvPr id="30" name="Straight Arrow Connector 29">
            <a:extLst>
              <a:ext uri="{FF2B5EF4-FFF2-40B4-BE49-F238E27FC236}">
                <a16:creationId xmlns:a16="http://schemas.microsoft.com/office/drawing/2014/main" id="{5CA5203C-D033-ABD7-BBA4-4DBCD0977AE8}"/>
              </a:ext>
            </a:extLst>
          </p:cNvPr>
          <p:cNvCxnSpPr>
            <a:cxnSpLocks/>
          </p:cNvCxnSpPr>
          <p:nvPr/>
        </p:nvCxnSpPr>
        <p:spPr>
          <a:xfrm>
            <a:off x="2867252" y="5249484"/>
            <a:ext cx="843314" cy="3842"/>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FDB9785-0056-5B6E-E8CF-15F02737BD8B}"/>
              </a:ext>
            </a:extLst>
          </p:cNvPr>
          <p:cNvPicPr>
            <a:picLocks noChangeAspect="1"/>
          </p:cNvPicPr>
          <p:nvPr/>
        </p:nvPicPr>
        <p:blipFill>
          <a:blip r:embed="rId3"/>
          <a:stretch>
            <a:fillRect/>
          </a:stretch>
        </p:blipFill>
        <p:spPr>
          <a:xfrm>
            <a:off x="3716965" y="1311181"/>
            <a:ext cx="4805921" cy="2340469"/>
          </a:xfrm>
          <a:prstGeom prst="rect">
            <a:avLst/>
          </a:prstGeom>
        </p:spPr>
      </p:pic>
      <p:pic>
        <p:nvPicPr>
          <p:cNvPr id="14" name="Picture 13">
            <a:extLst>
              <a:ext uri="{FF2B5EF4-FFF2-40B4-BE49-F238E27FC236}">
                <a16:creationId xmlns:a16="http://schemas.microsoft.com/office/drawing/2014/main" id="{05D70037-3B5E-1DBE-2BF6-5806EE66F702}"/>
              </a:ext>
            </a:extLst>
          </p:cNvPr>
          <p:cNvPicPr>
            <a:picLocks noChangeAspect="1"/>
          </p:cNvPicPr>
          <p:nvPr/>
        </p:nvPicPr>
        <p:blipFill>
          <a:blip r:embed="rId4"/>
          <a:stretch>
            <a:fillRect/>
          </a:stretch>
        </p:blipFill>
        <p:spPr>
          <a:xfrm>
            <a:off x="3716965" y="3661937"/>
            <a:ext cx="4805922" cy="2438525"/>
          </a:xfrm>
          <a:prstGeom prst="rect">
            <a:avLst/>
          </a:prstGeom>
        </p:spPr>
      </p:pic>
    </p:spTree>
    <p:extLst>
      <p:ext uri="{BB962C8B-B14F-4D97-AF65-F5344CB8AC3E}">
        <p14:creationId xmlns:p14="http://schemas.microsoft.com/office/powerpoint/2010/main" val="2589940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12</a:t>
            </a:fld>
            <a:endParaRPr lang="en-US" dirty="0"/>
          </a:p>
        </p:txBody>
      </p:sp>
      <p:sp>
        <p:nvSpPr>
          <p:cNvPr id="3" name="Title 2"/>
          <p:cNvSpPr>
            <a:spLocks noGrp="1"/>
          </p:cNvSpPr>
          <p:nvPr>
            <p:ph type="title" idx="4294967295"/>
          </p:nvPr>
        </p:nvSpPr>
        <p:spPr>
          <a:xfrm>
            <a:off x="1447800" y="219075"/>
            <a:ext cx="9144000" cy="479425"/>
          </a:xfrm>
        </p:spPr>
        <p:txBody>
          <a:bodyPr vert="horz" lIns="91440" tIns="45720" rIns="91440" bIns="45720" rtlCol="0" anchor="ctr">
            <a:noAutofit/>
          </a:bodyPr>
          <a:lstStyle/>
          <a:p>
            <a:r>
              <a:rPr lang="en-US" altLang="ja-JP" sz="1700" dirty="0"/>
              <a:t>Call </a:t>
            </a:r>
            <a:r>
              <a:rPr lang="en-US" altLang="ja-JP" sz="2400" dirty="0">
                <a:solidFill>
                  <a:schemeClr val="tx1"/>
                </a:solidFill>
              </a:rPr>
              <a:t>Report Configuration Overview</a:t>
            </a:r>
            <a:endParaRPr lang="en-US" sz="2400" dirty="0">
              <a:solidFill>
                <a:schemeClr val="tx1"/>
              </a:solidFill>
            </a:endParaRPr>
          </a:p>
        </p:txBody>
      </p:sp>
      <p:sp>
        <p:nvSpPr>
          <p:cNvPr id="2" name="Content Placeholder 1"/>
          <p:cNvSpPr>
            <a:spLocks noGrp="1"/>
          </p:cNvSpPr>
          <p:nvPr>
            <p:ph idx="4294967295"/>
          </p:nvPr>
        </p:nvSpPr>
        <p:spPr>
          <a:xfrm>
            <a:off x="597687" y="1143000"/>
            <a:ext cx="9829800" cy="4983162"/>
          </a:xfrm>
          <a:noFill/>
          <a:ln w="9525">
            <a:noFill/>
            <a:miter lim="800000"/>
            <a:headEnd/>
            <a:tailEnd/>
          </a:ln>
        </p:spPr>
        <p:txBody>
          <a:bodyPr vert="horz" wrap="square" lIns="91440" tIns="45720" rIns="91440" bIns="45720" numCol="1" anchor="t" anchorCtr="0" compatLnSpc="1">
            <a:prstTxWarp prst="textNoShape">
              <a:avLst/>
            </a:prstTxWarp>
          </a:bodyPr>
          <a:lstStyle/>
          <a:p>
            <a:r>
              <a:rPr lang="en-US" altLang="ja-JP" sz="1800" dirty="0">
                <a:solidFill>
                  <a:schemeClr val="tx1"/>
                </a:solidFill>
              </a:rPr>
              <a:t>Customize any Call Page Layout</a:t>
            </a:r>
          </a:p>
          <a:p>
            <a:endParaRPr lang="en-US" altLang="ja-JP" sz="1800" dirty="0">
              <a:solidFill>
                <a:schemeClr val="tx1"/>
              </a:solidFill>
            </a:endParaRPr>
          </a:p>
          <a:p>
            <a:r>
              <a:rPr lang="en-US" altLang="ja-JP" sz="1800" dirty="0">
                <a:solidFill>
                  <a:schemeClr val="tx1"/>
                </a:solidFill>
              </a:rPr>
              <a:t>Create your own Call Report Record Types and corresponding Page Layouts</a:t>
            </a:r>
          </a:p>
          <a:p>
            <a:endParaRPr lang="en-US" altLang="ja-JP" sz="1800" dirty="0">
              <a:solidFill>
                <a:schemeClr val="tx1"/>
              </a:solidFill>
            </a:endParaRPr>
          </a:p>
          <a:p>
            <a:r>
              <a:rPr lang="en-US" altLang="ja-JP" sz="1800" dirty="0">
                <a:solidFill>
                  <a:schemeClr val="tx1"/>
                </a:solidFill>
              </a:rPr>
              <a:t>Every call page layout is composed of a set of sections and standard or custom fields</a:t>
            </a:r>
          </a:p>
          <a:p>
            <a:endParaRPr lang="en-US" altLang="ja-JP" sz="1800" dirty="0">
              <a:solidFill>
                <a:schemeClr val="tx1"/>
              </a:solidFill>
            </a:endParaRPr>
          </a:p>
          <a:p>
            <a:r>
              <a:rPr lang="en-US" altLang="ja-JP" sz="1800" dirty="0">
                <a:solidFill>
                  <a:schemeClr val="tx1"/>
                </a:solidFill>
              </a:rPr>
              <a:t>Special VEEVA CRM Marker Fields for specific functionality:</a:t>
            </a:r>
          </a:p>
          <a:p>
            <a:pPr lvl="1"/>
            <a:r>
              <a:rPr lang="en-US" altLang="ja-JP" sz="1600" dirty="0">
                <a:solidFill>
                  <a:schemeClr val="tx1"/>
                </a:solidFill>
              </a:rPr>
              <a:t>Call Attendees</a:t>
            </a:r>
          </a:p>
          <a:p>
            <a:pPr lvl="1"/>
            <a:r>
              <a:rPr lang="en-US" altLang="ja-JP" sz="1600" dirty="0">
                <a:solidFill>
                  <a:schemeClr val="tx1"/>
                </a:solidFill>
              </a:rPr>
              <a:t>Products Detailed</a:t>
            </a:r>
          </a:p>
          <a:p>
            <a:pPr lvl="1"/>
            <a:r>
              <a:rPr lang="en-US" altLang="ja-JP" sz="1600" dirty="0">
                <a:solidFill>
                  <a:schemeClr val="tx1"/>
                </a:solidFill>
              </a:rPr>
              <a:t>Key Messages</a:t>
            </a:r>
            <a:endParaRPr dirty="0">
              <a:solidFill>
                <a:schemeClr val="tx1"/>
              </a:solidFill>
            </a:endParaRPr>
          </a:p>
        </p:txBody>
      </p:sp>
    </p:spTree>
    <p:extLst>
      <p:ext uri="{BB962C8B-B14F-4D97-AF65-F5344CB8AC3E}">
        <p14:creationId xmlns:p14="http://schemas.microsoft.com/office/powerpoint/2010/main" val="2913242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0C8E77EB-04CE-5161-8333-589228FB3A68}"/>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13</a:t>
            </a:fld>
            <a:endParaRPr lang="en-US" dirty="0"/>
          </a:p>
        </p:txBody>
      </p:sp>
      <p:sp>
        <p:nvSpPr>
          <p:cNvPr id="6" name="Rectangle 5"/>
          <p:cNvSpPr/>
          <p:nvPr/>
        </p:nvSpPr>
        <p:spPr>
          <a:xfrm>
            <a:off x="685800" y="3051628"/>
            <a:ext cx="78486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Marker Fields and </a:t>
            </a:r>
          </a:p>
          <a:p>
            <a:r>
              <a:rPr lang="en-US" sz="3600" b="1" dirty="0">
                <a:solidFill>
                  <a:srgbClr val="00718F"/>
                </a:solidFill>
                <a:latin typeface="Arial" panose="020B0604020202020204" pitchFamily="34" charset="0"/>
                <a:cs typeface="Arial" panose="020B0604020202020204" pitchFamily="34" charset="0"/>
              </a:rPr>
              <a:t>Section Signals</a:t>
            </a:r>
          </a:p>
        </p:txBody>
      </p:sp>
    </p:spTree>
    <p:extLst>
      <p:ext uri="{BB962C8B-B14F-4D97-AF65-F5344CB8AC3E}">
        <p14:creationId xmlns:p14="http://schemas.microsoft.com/office/powerpoint/2010/main" val="4131926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14</a:t>
            </a:fld>
            <a:endParaRPr lang="en-US" dirty="0"/>
          </a:p>
        </p:txBody>
      </p:sp>
      <p:sp>
        <p:nvSpPr>
          <p:cNvPr id="3" name="Title 2"/>
          <p:cNvSpPr>
            <a:spLocks noGrp="1"/>
          </p:cNvSpPr>
          <p:nvPr>
            <p:ph type="title" idx="4294967295"/>
          </p:nvPr>
        </p:nvSpPr>
        <p:spPr>
          <a:xfrm>
            <a:off x="1519237" y="229235"/>
            <a:ext cx="9144000" cy="479425"/>
          </a:xfrm>
        </p:spPr>
        <p:txBody>
          <a:bodyPr vert="horz" lIns="91440" tIns="45720" rIns="91440" bIns="45720" rtlCol="0" anchor="ctr">
            <a:noAutofit/>
          </a:bodyPr>
          <a:lstStyle/>
          <a:p>
            <a:r>
              <a:rPr lang="en-US" altLang="ja-JP" sz="2400" dirty="0">
                <a:solidFill>
                  <a:schemeClr val="tx1"/>
                </a:solidFill>
              </a:rPr>
              <a:t>Marker Fields</a:t>
            </a:r>
            <a:endParaRPr lang="en-US" sz="2400" dirty="0">
              <a:solidFill>
                <a:schemeClr val="tx1"/>
              </a:solidFill>
            </a:endParaRPr>
          </a:p>
        </p:txBody>
      </p:sp>
      <p:sp>
        <p:nvSpPr>
          <p:cNvPr id="14" name="TextBox 13"/>
          <p:cNvSpPr txBox="1"/>
          <p:nvPr/>
        </p:nvSpPr>
        <p:spPr>
          <a:xfrm>
            <a:off x="457199" y="839176"/>
            <a:ext cx="8686800" cy="293618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Contain special code that renders a custom piece of user interface</a:t>
            </a:r>
          </a:p>
          <a:p>
            <a:pPr marL="742950" lvl="1" indent="-285750">
              <a:spcBef>
                <a:spcPct val="20000"/>
              </a:spcBef>
              <a:buFont typeface="Arial" pitchFamily="34" charset="0"/>
              <a:buChar char="–"/>
            </a:pPr>
            <a:r>
              <a:rPr lang="en-US" sz="1600" dirty="0">
                <a:latin typeface="Arial" pitchFamily="34" charset="0"/>
                <a:ea typeface="Arial Unicode MS" pitchFamily="34" charset="-128"/>
                <a:cs typeface="Arial" pitchFamily="34" charset="0"/>
              </a:rPr>
              <a:t>Stores no data, only add functionality to page layouts</a:t>
            </a:r>
          </a:p>
          <a:p>
            <a:pPr marL="742950" lvl="1" indent="-285750">
              <a:spcBef>
                <a:spcPct val="20000"/>
              </a:spcBef>
              <a:buFont typeface="Arial" pitchFamily="34" charset="0"/>
              <a:buChar char="–"/>
            </a:pPr>
            <a:endParaRPr lang="en-US" sz="1600"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Mainly used on layouts for Call Reporting, Medical Inquiries, and other objects</a:t>
            </a:r>
          </a:p>
          <a:p>
            <a:pPr marL="285750" indent="-285750">
              <a:buFont typeface="Arial" panose="020B0604020202020204" pitchFamily="34" charset="0"/>
              <a:buChar char="•"/>
            </a:pPr>
            <a:endParaRPr lang="en-US"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Denoted with the prefix “zvod_” and the suffix “_</a:t>
            </a:r>
            <a:r>
              <a:rPr lang="en-US" dirty="0" err="1">
                <a:latin typeface="Arial" pitchFamily="34" charset="0"/>
                <a:ea typeface="Arial Unicode MS" pitchFamily="34" charset="-128"/>
                <a:cs typeface="Arial" pitchFamily="34" charset="0"/>
              </a:rPr>
              <a:t>vod</a:t>
            </a:r>
            <a:r>
              <a:rPr lang="en-US" dirty="0">
                <a:latin typeface="Arial" pitchFamily="34" charset="0"/>
                <a:ea typeface="Arial Unicode MS" pitchFamily="34" charset="-128"/>
                <a:cs typeface="Arial" pitchFamily="34" charset="0"/>
              </a:rPr>
              <a:t>”</a:t>
            </a:r>
          </a:p>
          <a:p>
            <a:pPr marL="285750" indent="-285750">
              <a:buFont typeface="Arial" panose="020B0604020202020204" pitchFamily="34" charset="0"/>
              <a:buChar char="•"/>
            </a:pPr>
            <a:endParaRPr lang="en-US"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For Call Management, add the following marker fields to page layout(s):</a:t>
            </a:r>
          </a:p>
          <a:p>
            <a:pPr marL="742950" lvl="1" indent="-285750">
              <a:spcBef>
                <a:spcPct val="20000"/>
              </a:spcBef>
              <a:buFont typeface="Arial" pitchFamily="34" charset="0"/>
              <a:buChar char="–"/>
            </a:pPr>
            <a:r>
              <a:rPr lang="en-US" sz="1600" dirty="0">
                <a:latin typeface="Arial" pitchFamily="34" charset="0"/>
                <a:ea typeface="Arial Unicode MS" pitchFamily="34" charset="-128"/>
                <a:cs typeface="Arial" pitchFamily="34" charset="0"/>
              </a:rPr>
              <a:t>zvod_Account_Primary_Parent_vod__c</a:t>
            </a:r>
          </a:p>
          <a:p>
            <a:pPr marL="742950" lvl="1" indent="-285750">
              <a:spcBef>
                <a:spcPct val="20000"/>
              </a:spcBef>
              <a:buFont typeface="Arial" pitchFamily="34" charset="0"/>
              <a:buChar char="–"/>
            </a:pPr>
            <a:r>
              <a:rPr lang="en-US" sz="1600" dirty="0">
                <a:latin typeface="Arial" pitchFamily="34" charset="0"/>
                <a:ea typeface="Arial Unicode MS" pitchFamily="34" charset="-128"/>
                <a:cs typeface="Arial" pitchFamily="34" charset="0"/>
              </a:rPr>
              <a:t>zvod_Account_Account_Identifier_vod__c</a:t>
            </a:r>
            <a:endParaRPr lang="en-US" sz="1400" b="1" dirty="0">
              <a:latin typeface="Arial" panose="020B0604020202020204" pitchFamily="34" charset="0"/>
              <a:cs typeface="Arial" panose="020B0604020202020204" pitchFamily="34" charset="0"/>
            </a:endParaRPr>
          </a:p>
        </p:txBody>
      </p:sp>
      <p:pic>
        <p:nvPicPr>
          <p:cNvPr id="15" name="Picture 14"/>
          <p:cNvPicPr>
            <a:picLocks noChangeAspect="1"/>
          </p:cNvPicPr>
          <p:nvPr/>
        </p:nvPicPr>
        <p:blipFill>
          <a:blip r:embed="rId3"/>
          <a:stretch>
            <a:fillRect/>
          </a:stretch>
        </p:blipFill>
        <p:spPr>
          <a:xfrm>
            <a:off x="2415453" y="3775364"/>
            <a:ext cx="7351568" cy="1939636"/>
          </a:xfrm>
          <a:prstGeom prst="rect">
            <a:avLst/>
          </a:prstGeom>
          <a:effectLst>
            <a:outerShdw blurRad="50800" dist="38100" dir="2700000" algn="tl" rotWithShape="0">
              <a:prstClr val="black">
                <a:alpha val="40000"/>
              </a:prstClr>
            </a:outerShdw>
          </a:effectLst>
        </p:spPr>
      </p:pic>
      <p:sp>
        <p:nvSpPr>
          <p:cNvPr id="16" name="Rectangle 15"/>
          <p:cNvSpPr/>
          <p:nvPr/>
        </p:nvSpPr>
        <p:spPr>
          <a:xfrm>
            <a:off x="2288090" y="5763411"/>
            <a:ext cx="3807910" cy="75218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latin typeface="Arial" panose="020B0604020202020204" pitchFamily="34" charset="0"/>
                <a:cs typeface="Arial" panose="020B0604020202020204" pitchFamily="34" charset="0"/>
              </a:rPr>
              <a:t>Don’t:</a:t>
            </a:r>
          </a:p>
          <a:p>
            <a:pPr marL="285750" indent="-285750">
              <a:buFont typeface="Arial" panose="020B0604020202020204" pitchFamily="34" charset="0"/>
              <a:buChar char="•"/>
            </a:pPr>
            <a:r>
              <a:rPr lang="en-US" sz="1400" b="1" dirty="0">
                <a:solidFill>
                  <a:schemeClr val="tx1"/>
                </a:solidFill>
                <a:latin typeface="Arial" panose="020B0604020202020204" pitchFamily="34" charset="0"/>
                <a:cs typeface="Arial" panose="020B0604020202020204" pitchFamily="34" charset="0"/>
              </a:rPr>
              <a:t>Delete Marker Fields</a:t>
            </a:r>
          </a:p>
          <a:p>
            <a:pPr marL="285750" indent="-285750">
              <a:buFont typeface="Arial" panose="020B0604020202020204" pitchFamily="34" charset="0"/>
              <a:buChar char="•"/>
            </a:pPr>
            <a:r>
              <a:rPr lang="en-US" sz="1400" b="1" dirty="0">
                <a:solidFill>
                  <a:schemeClr val="tx1"/>
                </a:solidFill>
                <a:latin typeface="Arial" panose="020B0604020202020204" pitchFamily="34" charset="0"/>
                <a:cs typeface="Arial" panose="020B0604020202020204" pitchFamily="34" charset="0"/>
              </a:rPr>
              <a:t>Edit the name or data type fields</a:t>
            </a:r>
          </a:p>
        </p:txBody>
      </p:sp>
      <p:sp>
        <p:nvSpPr>
          <p:cNvPr id="17" name="Rectangle 16"/>
          <p:cNvSpPr/>
          <p:nvPr/>
        </p:nvSpPr>
        <p:spPr>
          <a:xfrm>
            <a:off x="6248400" y="5763410"/>
            <a:ext cx="3702080" cy="75218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00B050"/>
                </a:solidFill>
                <a:latin typeface="Arial" panose="020B0604020202020204" pitchFamily="34" charset="0"/>
                <a:cs typeface="Arial" panose="020B0604020202020204" pitchFamily="34" charset="0"/>
              </a:rPr>
              <a:t>Admin can only: </a:t>
            </a:r>
          </a:p>
          <a:p>
            <a:pPr marL="285750" indent="-285750">
              <a:buFont typeface="Arial" panose="020B0604020202020204" pitchFamily="34" charset="0"/>
              <a:buChar char="•"/>
            </a:pPr>
            <a:r>
              <a:rPr lang="en-US" sz="1400" b="1" dirty="0">
                <a:solidFill>
                  <a:schemeClr val="tx1"/>
                </a:solidFill>
                <a:latin typeface="Arial" panose="020B0604020202020204" pitchFamily="34" charset="0"/>
                <a:cs typeface="Arial" panose="020B0604020202020204" pitchFamily="34" charset="0"/>
              </a:rPr>
              <a:t>Add or remove Marker fields from page layouts</a:t>
            </a:r>
          </a:p>
        </p:txBody>
      </p:sp>
    </p:spTree>
    <p:extLst>
      <p:ext uri="{BB962C8B-B14F-4D97-AF65-F5344CB8AC3E}">
        <p14:creationId xmlns:p14="http://schemas.microsoft.com/office/powerpoint/2010/main" val="609407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8" name="Slide Number Placeholder 3"/>
          <p:cNvSpPr>
            <a:spLocks noGrp="1"/>
          </p:cNvSpPr>
          <p:nvPr>
            <p:ph type="sldNum" sz="quarter" idx="12"/>
          </p:nvPr>
        </p:nvSpPr>
        <p:spPr/>
        <p:txBody>
          <a:bodyPr/>
          <a:lstStyle/>
          <a:p>
            <a:r>
              <a:rPr lang="en-US" dirty="0"/>
              <a:t>15</a:t>
            </a:r>
          </a:p>
        </p:txBody>
      </p:sp>
      <p:sp>
        <p:nvSpPr>
          <p:cNvPr id="6" name="Title 5"/>
          <p:cNvSpPr>
            <a:spLocks noGrp="1"/>
          </p:cNvSpPr>
          <p:nvPr>
            <p:ph type="title" idx="4294967295"/>
          </p:nvPr>
        </p:nvSpPr>
        <p:spPr>
          <a:xfrm>
            <a:off x="1066800" y="208138"/>
            <a:ext cx="9144000" cy="479425"/>
          </a:xfrm>
        </p:spPr>
        <p:txBody>
          <a:bodyPr vert="horz" lIns="91440" tIns="45720" rIns="91440" bIns="45720" rtlCol="0" anchor="ctr">
            <a:noAutofit/>
          </a:bodyPr>
          <a:lstStyle/>
          <a:p>
            <a:r>
              <a:rPr lang="en-US" altLang="ja-JP" sz="2400" dirty="0">
                <a:solidFill>
                  <a:schemeClr val="tx1"/>
                </a:solidFill>
              </a:rPr>
              <a:t>Call Page Layout Configuration</a:t>
            </a:r>
            <a:endParaRPr lang="ja-JP" altLang="en-US" sz="2400" dirty="0">
              <a:solidFill>
                <a:schemeClr val="tx1"/>
              </a:solidFill>
            </a:endParaRPr>
          </a:p>
        </p:txBody>
      </p:sp>
      <p:sp>
        <p:nvSpPr>
          <p:cNvPr id="20" name="TextBox 19"/>
          <p:cNvSpPr txBox="1"/>
          <p:nvPr/>
        </p:nvSpPr>
        <p:spPr>
          <a:xfrm>
            <a:off x="533400" y="967291"/>
            <a:ext cx="8461436" cy="151426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Identify the call page layout to be modified</a:t>
            </a:r>
          </a:p>
          <a:p>
            <a:pPr marL="285750" indent="-285750">
              <a:buFont typeface="Arial" panose="020B0604020202020204" pitchFamily="34" charset="0"/>
              <a:buChar char="•"/>
            </a:pPr>
            <a:endParaRPr lang="en-US"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To edit a call page layout:</a:t>
            </a:r>
          </a:p>
          <a:p>
            <a:pPr marL="742950" lvl="1" indent="-285750">
              <a:spcBef>
                <a:spcPct val="20000"/>
              </a:spcBef>
              <a:buFont typeface="Arial" pitchFamily="34" charset="0"/>
              <a:buChar char="–"/>
            </a:pPr>
            <a:r>
              <a:rPr lang="en-US" sz="1600" b="1" dirty="0">
                <a:latin typeface="Arial" pitchFamily="34" charset="0"/>
                <a:ea typeface="Arial Unicode MS" pitchFamily="34" charset="-128"/>
                <a:cs typeface="Arial" pitchFamily="34" charset="0"/>
              </a:rPr>
              <a:t>Setup &gt; Create &gt; Objects &gt; Call &gt; Page Layouts </a:t>
            </a:r>
            <a:r>
              <a:rPr lang="en-US" sz="1600" dirty="0">
                <a:latin typeface="Arial" pitchFamily="34" charset="0"/>
                <a:ea typeface="Arial Unicode MS" pitchFamily="34" charset="-128"/>
                <a:cs typeface="Arial" pitchFamily="34" charset="0"/>
              </a:rPr>
              <a:t>section</a:t>
            </a:r>
          </a:p>
          <a:p>
            <a:pPr marL="742950" lvl="1" indent="-285750">
              <a:spcBef>
                <a:spcPct val="20000"/>
              </a:spcBef>
              <a:buFont typeface="Arial" pitchFamily="34" charset="0"/>
              <a:buChar char="–"/>
            </a:pPr>
            <a:r>
              <a:rPr lang="en-US" sz="1600" dirty="0">
                <a:latin typeface="Arial" pitchFamily="34" charset="0"/>
                <a:ea typeface="Arial Unicode MS" pitchFamily="34" charset="-128"/>
                <a:cs typeface="Arial" pitchFamily="34" charset="0"/>
              </a:rPr>
              <a:t>Click the </a:t>
            </a:r>
            <a:r>
              <a:rPr lang="en-US" sz="1600" b="1" dirty="0">
                <a:latin typeface="Arial" pitchFamily="34" charset="0"/>
                <a:ea typeface="Arial Unicode MS" pitchFamily="34" charset="-128"/>
                <a:cs typeface="Arial" pitchFamily="34" charset="0"/>
              </a:rPr>
              <a:t>Edit</a:t>
            </a:r>
            <a:r>
              <a:rPr lang="en-US" sz="1600" dirty="0">
                <a:latin typeface="Arial" pitchFamily="34" charset="0"/>
                <a:ea typeface="Arial Unicode MS" pitchFamily="34" charset="-128"/>
                <a:cs typeface="Arial" pitchFamily="34" charset="0"/>
              </a:rPr>
              <a:t> link for the desired page layout</a:t>
            </a:r>
          </a:p>
        </p:txBody>
      </p:sp>
      <p:pic>
        <p:nvPicPr>
          <p:cNvPr id="21" name="Picture 20"/>
          <p:cNvPicPr>
            <a:picLocks noChangeAspect="1"/>
          </p:cNvPicPr>
          <p:nvPr/>
        </p:nvPicPr>
        <p:blipFill>
          <a:blip r:embed="rId3"/>
          <a:stretch>
            <a:fillRect/>
          </a:stretch>
        </p:blipFill>
        <p:spPr>
          <a:xfrm>
            <a:off x="1894858" y="2537594"/>
            <a:ext cx="6400800" cy="3933825"/>
          </a:xfrm>
          <a:prstGeom prst="rect">
            <a:avLst/>
          </a:prstGeom>
          <a:effectLst>
            <a:outerShdw blurRad="50800" dist="38100" dir="2700000" algn="tl" rotWithShape="0">
              <a:prstClr val="black">
                <a:alpha val="40000"/>
              </a:prstClr>
            </a:outerShdw>
          </a:effectLst>
        </p:spPr>
      </p:pic>
      <p:sp>
        <p:nvSpPr>
          <p:cNvPr id="22" name="TextBox 21"/>
          <p:cNvSpPr txBox="1"/>
          <p:nvPr/>
        </p:nvSpPr>
        <p:spPr>
          <a:xfrm>
            <a:off x="8481941" y="2537594"/>
            <a:ext cx="3457718" cy="1323439"/>
          </a:xfrm>
          <a:prstGeom prst="rect">
            <a:avLst/>
          </a:prstGeom>
          <a:solidFill>
            <a:schemeClr val="bg1">
              <a:lumMod val="95000"/>
            </a:schemeClr>
          </a:solidFill>
          <a:ln>
            <a:solidFill>
              <a:schemeClr val="tx1"/>
            </a:solidFill>
          </a:ln>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Create 1-column sections.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Place Marker fields in their respective section</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Use Section Signals to change the behavior of the Marker field</a:t>
            </a:r>
            <a:endParaRPr lang="en-US" sz="1400" dirty="0">
              <a:latin typeface="Arial" panose="020B0604020202020204" pitchFamily="34" charset="0"/>
              <a:cs typeface="Arial" panose="020B0604020202020204" pitchFamily="34" charset="0"/>
            </a:endParaRPr>
          </a:p>
        </p:txBody>
      </p:sp>
      <p:cxnSp>
        <p:nvCxnSpPr>
          <p:cNvPr id="23" name="Straight Arrow Connector 22"/>
          <p:cNvCxnSpPr>
            <a:stCxn id="22" idx="1"/>
          </p:cNvCxnSpPr>
          <p:nvPr/>
        </p:nvCxnSpPr>
        <p:spPr>
          <a:xfrm flipH="1">
            <a:off x="4167261" y="3199314"/>
            <a:ext cx="4314680" cy="2735436"/>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812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9" name="Slide Number Placeholder 3"/>
          <p:cNvSpPr>
            <a:spLocks noGrp="1"/>
          </p:cNvSpPr>
          <p:nvPr>
            <p:ph type="sldNum" sz="quarter" idx="12"/>
          </p:nvPr>
        </p:nvSpPr>
        <p:spPr/>
        <p:txBody>
          <a:bodyPr/>
          <a:lstStyle/>
          <a:p>
            <a:r>
              <a:rPr lang="en-US" dirty="0"/>
              <a:t>16</a:t>
            </a:r>
          </a:p>
        </p:txBody>
      </p:sp>
      <p:sp>
        <p:nvSpPr>
          <p:cNvPr id="6" name="Title 5"/>
          <p:cNvSpPr>
            <a:spLocks noGrp="1"/>
          </p:cNvSpPr>
          <p:nvPr>
            <p:ph type="title" idx="4294967295"/>
          </p:nvPr>
        </p:nvSpPr>
        <p:spPr>
          <a:xfrm>
            <a:off x="1335118" y="295896"/>
            <a:ext cx="9144000" cy="479425"/>
          </a:xfrm>
        </p:spPr>
        <p:txBody>
          <a:bodyPr vert="horz" lIns="91440" tIns="45720" rIns="91440" bIns="45720" rtlCol="0" anchor="ctr">
            <a:noAutofit/>
          </a:bodyPr>
          <a:lstStyle/>
          <a:p>
            <a:r>
              <a:rPr lang="en-US" altLang="ja-JP" sz="2400" dirty="0">
                <a:solidFill>
                  <a:schemeClr val="tx1"/>
                </a:solidFill>
              </a:rPr>
              <a:t>Section Signals ... 1</a:t>
            </a:r>
            <a:endParaRPr lang="ja-JP" altLang="en-US" sz="2400" dirty="0">
              <a:solidFill>
                <a:schemeClr val="tx1"/>
              </a:solidFill>
            </a:endParaRPr>
          </a:p>
        </p:txBody>
      </p:sp>
      <p:sp>
        <p:nvSpPr>
          <p:cNvPr id="7" name="TextBox 6"/>
          <p:cNvSpPr txBox="1"/>
          <p:nvPr/>
        </p:nvSpPr>
        <p:spPr>
          <a:xfrm>
            <a:off x="633247" y="1112846"/>
            <a:ext cx="8766236" cy="295465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Used to configure the behavior of Marker Fields:</a:t>
            </a:r>
          </a:p>
          <a:p>
            <a:pPr marL="285750" indent="-285750">
              <a:buFont typeface="Arial" panose="020B0604020202020204" pitchFamily="34" charset="0"/>
              <a:buChar char="•"/>
            </a:pPr>
            <a:endParaRPr lang="en-US" dirty="0">
              <a:latin typeface="Arial" pitchFamily="34" charset="0"/>
              <a:ea typeface="Arial Unicode MS" pitchFamily="34" charset="-128"/>
              <a:cs typeface="Arial" pitchFamily="34" charset="0"/>
            </a:endParaRPr>
          </a:p>
          <a:p>
            <a:pPr marL="742950" lvl="1"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Used primarily on the Call and Medical Inquiries page layouts</a:t>
            </a:r>
          </a:p>
          <a:p>
            <a:pPr marL="742950" lvl="1"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Each call page layout section has its own set of section signals</a:t>
            </a:r>
          </a:p>
          <a:p>
            <a:endParaRPr lang="en-US"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Denoted by “</a:t>
            </a:r>
            <a:r>
              <a:rPr lang="en-US" b="1" dirty="0">
                <a:latin typeface="Arial" pitchFamily="34" charset="0"/>
                <a:ea typeface="Arial Unicode MS" pitchFamily="34" charset="-128"/>
                <a:cs typeface="Arial" pitchFamily="34" charset="0"/>
              </a:rPr>
              <a:t>--</a:t>
            </a:r>
            <a:r>
              <a:rPr lang="en-US" dirty="0">
                <a:latin typeface="Arial" pitchFamily="34" charset="0"/>
                <a:ea typeface="Arial Unicode MS" pitchFamily="34" charset="-128"/>
                <a:cs typeface="Arial" pitchFamily="34" charset="0"/>
              </a:rPr>
              <a:t>”:</a:t>
            </a:r>
          </a:p>
          <a:p>
            <a:pPr marL="285750" indent="-285750">
              <a:buFont typeface="Arial" panose="020B0604020202020204" pitchFamily="34" charset="0"/>
              <a:buChar char="•"/>
            </a:pPr>
            <a:endParaRPr lang="en-US" dirty="0">
              <a:latin typeface="Arial" pitchFamily="34" charset="0"/>
              <a:ea typeface="Arial Unicode MS" pitchFamily="34" charset="-128"/>
              <a:cs typeface="Arial" pitchFamily="34" charset="0"/>
            </a:endParaRPr>
          </a:p>
          <a:p>
            <a:pPr marL="742950" lvl="1"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Example: </a:t>
            </a:r>
            <a:r>
              <a:rPr lang="en-US" sz="1600" b="1" dirty="0">
                <a:latin typeface="Arial" pitchFamily="34" charset="0"/>
                <a:ea typeface="Arial Unicode MS" pitchFamily="34" charset="-128"/>
                <a:cs typeface="Arial" pitchFamily="34" charset="0"/>
              </a:rPr>
              <a:t>--nnc</a:t>
            </a:r>
            <a:r>
              <a:rPr lang="en-US" sz="1600" dirty="0">
                <a:latin typeface="Arial" pitchFamily="34" charset="0"/>
                <a:ea typeface="Arial Unicode MS" pitchFamily="34" charset="-128"/>
                <a:cs typeface="Arial" pitchFamily="34" charset="0"/>
              </a:rPr>
              <a:t> to hide the New Contact button in Attendees</a:t>
            </a:r>
          </a:p>
          <a:p>
            <a:pPr marL="742950" lvl="1"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For a complete list of section signals, see VEEVA CRM Admin Guide</a:t>
            </a:r>
          </a:p>
          <a:p>
            <a:pPr marL="742950" lvl="1"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Can include multiple Section Signals in a single section property</a:t>
            </a:r>
          </a:p>
          <a:p>
            <a:pPr marL="742950" lvl="1"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Not displayed to users</a:t>
            </a:r>
          </a:p>
        </p:txBody>
      </p:sp>
      <p:pic>
        <p:nvPicPr>
          <p:cNvPr id="8" name="Picture 7"/>
          <p:cNvPicPr>
            <a:picLocks noChangeAspect="1"/>
          </p:cNvPicPr>
          <p:nvPr/>
        </p:nvPicPr>
        <p:blipFill>
          <a:blip r:embed="rId4"/>
          <a:stretch>
            <a:fillRect/>
          </a:stretch>
        </p:blipFill>
        <p:spPr>
          <a:xfrm>
            <a:off x="1380148" y="4278398"/>
            <a:ext cx="7272433" cy="145218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06357935"/>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7" name="Slide Number Placeholder 3"/>
          <p:cNvSpPr>
            <a:spLocks noGrp="1"/>
          </p:cNvSpPr>
          <p:nvPr>
            <p:ph type="sldNum" sz="quarter" idx="12"/>
          </p:nvPr>
        </p:nvSpPr>
        <p:spPr/>
        <p:txBody>
          <a:bodyPr/>
          <a:lstStyle/>
          <a:p>
            <a:r>
              <a:rPr lang="en-US" dirty="0"/>
              <a:t>17</a:t>
            </a:r>
          </a:p>
        </p:txBody>
      </p:sp>
      <p:sp>
        <p:nvSpPr>
          <p:cNvPr id="6" name="Title 5"/>
          <p:cNvSpPr>
            <a:spLocks noGrp="1"/>
          </p:cNvSpPr>
          <p:nvPr>
            <p:ph type="title" idx="4294967295"/>
          </p:nvPr>
        </p:nvSpPr>
        <p:spPr>
          <a:xfrm>
            <a:off x="1242847" y="457200"/>
            <a:ext cx="9144000" cy="479425"/>
          </a:xfrm>
        </p:spPr>
        <p:txBody>
          <a:bodyPr vert="horz" lIns="91440" tIns="45720" rIns="91440" bIns="45720" rtlCol="0" anchor="ctr">
            <a:noAutofit/>
          </a:bodyPr>
          <a:lstStyle/>
          <a:p>
            <a:r>
              <a:rPr lang="en-US" altLang="ja-JP" sz="2400" dirty="0">
                <a:solidFill>
                  <a:schemeClr val="tx1"/>
                </a:solidFill>
              </a:rPr>
              <a:t>Section Signals ... 2</a:t>
            </a:r>
            <a:endParaRPr lang="ja-JP" altLang="en-US" sz="2400" dirty="0">
              <a:solidFill>
                <a:schemeClr val="tx1"/>
              </a:solidFill>
            </a:endParaRPr>
          </a:p>
        </p:txBody>
      </p:sp>
      <p:sp>
        <p:nvSpPr>
          <p:cNvPr id="8" name="Rectangle 7"/>
          <p:cNvSpPr/>
          <p:nvPr/>
        </p:nvSpPr>
        <p:spPr>
          <a:xfrm>
            <a:off x="633247" y="1524000"/>
            <a:ext cx="10363200" cy="33528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pPr>
            <a:r>
              <a:rPr lang="en-US" b="1" dirty="0">
                <a:solidFill>
                  <a:schemeClr val="tx1">
                    <a:lumMod val="95000"/>
                    <a:lumOff val="5000"/>
                  </a:schemeClr>
                </a:solidFill>
                <a:latin typeface="Arial" pitchFamily="34" charset="0"/>
                <a:ea typeface="Arial Unicode MS" pitchFamily="34" charset="-128"/>
                <a:cs typeface="Arial" pitchFamily="34" charset="0"/>
              </a:rPr>
              <a:t>Attendees Section</a:t>
            </a:r>
          </a:p>
          <a:p>
            <a:pPr marL="285750" indent="-285750">
              <a:lnSpc>
                <a:spcPct val="150000"/>
              </a:lnSpc>
              <a:buFont typeface="Arial" panose="020B0604020202020204" pitchFamily="34" charset="0"/>
              <a:buChar char="•"/>
            </a:pPr>
            <a:endParaRPr lang="en-US" b="1" dirty="0">
              <a:solidFill>
                <a:schemeClr val="tx1">
                  <a:lumMod val="95000"/>
                  <a:lumOff val="5000"/>
                </a:schemeClr>
              </a:solidFill>
              <a:latin typeface="Arial" pitchFamily="34" charset="0"/>
              <a:ea typeface="Arial Unicode MS" pitchFamily="34" charset="-128"/>
              <a:cs typeface="Arial" pitchFamily="34" charset="0"/>
            </a:endParaRP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--ao</a:t>
            </a:r>
            <a:r>
              <a:rPr lang="en-US" sz="1600" dirty="0">
                <a:solidFill>
                  <a:schemeClr val="tx1"/>
                </a:solidFill>
                <a:latin typeface="Arial" panose="020B0604020202020204" pitchFamily="34" charset="0"/>
                <a:cs typeface="Arial" panose="020B0604020202020204" pitchFamily="34" charset="0"/>
              </a:rPr>
              <a:t>: Defines attendees as a non-required field</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--nnc</a:t>
            </a:r>
            <a:r>
              <a:rPr lang="en-US" sz="1600" dirty="0">
                <a:solidFill>
                  <a:schemeClr val="tx1"/>
                </a:solidFill>
                <a:latin typeface="Arial" panose="020B0604020202020204" pitchFamily="34" charset="0"/>
                <a:cs typeface="Arial" panose="020B0604020202020204" pitchFamily="34" charset="0"/>
              </a:rPr>
              <a:t>: To hide the New Contact button</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--asf: </a:t>
            </a:r>
            <a:r>
              <a:rPr lang="en-US" sz="1600" dirty="0">
                <a:solidFill>
                  <a:schemeClr val="tx1"/>
                </a:solidFill>
                <a:latin typeface="Arial" panose="020B0604020202020204" pitchFamily="34" charset="0"/>
                <a:cs typeface="Arial" panose="020B0604020202020204" pitchFamily="34" charset="0"/>
              </a:rPr>
              <a:t>Enables Attendee Specific Fields</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--atf: </a:t>
            </a:r>
            <a:r>
              <a:rPr lang="en-US" sz="1600" dirty="0">
                <a:solidFill>
                  <a:schemeClr val="tx1"/>
                </a:solidFill>
                <a:latin typeface="Arial" panose="020B0604020202020204" pitchFamily="34" charset="0"/>
                <a:cs typeface="Arial" panose="020B0604020202020204" pitchFamily="34" charset="0"/>
              </a:rPr>
              <a:t>Filtered to display just those attendees that are targets for the user recording the call</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--st: </a:t>
            </a:r>
            <a:r>
              <a:rPr lang="en-US" sz="1600" dirty="0">
                <a:solidFill>
                  <a:schemeClr val="tx1"/>
                </a:solidFill>
                <a:latin typeface="Arial" panose="020B0604020202020204" pitchFamily="34" charset="0"/>
                <a:cs typeface="Arial" panose="020B0604020202020204" pitchFamily="34" charset="0"/>
              </a:rPr>
              <a:t>Adds a Type column to the Attendees list on calls</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--su: </a:t>
            </a:r>
            <a:r>
              <a:rPr lang="en-US" sz="1600" dirty="0">
                <a:solidFill>
                  <a:schemeClr val="tx1"/>
                </a:solidFill>
                <a:latin typeface="Arial" panose="020B0604020202020204" pitchFamily="34" charset="0"/>
                <a:cs typeface="Arial" panose="020B0604020202020204" pitchFamily="34" charset="0"/>
              </a:rPr>
              <a:t>Includes Users records when searching</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--paa: </a:t>
            </a:r>
            <a:r>
              <a:rPr lang="en-US" sz="1600" dirty="0">
                <a:solidFill>
                  <a:schemeClr val="tx1"/>
                </a:solidFill>
                <a:latin typeface="Arial" panose="020B0604020202020204" pitchFamily="34" charset="0"/>
                <a:cs typeface="Arial" panose="020B0604020202020204" pitchFamily="34" charset="0"/>
              </a:rPr>
              <a:t>Displays the attendees section for individual calls</a:t>
            </a:r>
            <a:endParaRPr lang="en-US"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5343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5" name="Slide Number Placeholder 3"/>
          <p:cNvSpPr>
            <a:spLocks noGrp="1"/>
          </p:cNvSpPr>
          <p:nvPr>
            <p:ph type="sldNum" sz="quarter" idx="12"/>
          </p:nvPr>
        </p:nvSpPr>
        <p:spPr/>
        <p:txBody>
          <a:bodyPr/>
          <a:lstStyle/>
          <a:p>
            <a:r>
              <a:rPr lang="en-US" dirty="0"/>
              <a:t>18</a:t>
            </a:r>
          </a:p>
        </p:txBody>
      </p:sp>
      <p:sp>
        <p:nvSpPr>
          <p:cNvPr id="6" name="Title 5"/>
          <p:cNvSpPr>
            <a:spLocks noGrp="1"/>
          </p:cNvSpPr>
          <p:nvPr>
            <p:ph type="title" idx="4294967295"/>
          </p:nvPr>
        </p:nvSpPr>
        <p:spPr>
          <a:xfrm>
            <a:off x="1524000" y="304800"/>
            <a:ext cx="9144000" cy="479425"/>
          </a:xfrm>
        </p:spPr>
        <p:txBody>
          <a:bodyPr vert="horz" lIns="91440" tIns="45720" rIns="91440" bIns="45720" rtlCol="0" anchor="ctr">
            <a:noAutofit/>
          </a:bodyPr>
          <a:lstStyle/>
          <a:p>
            <a:r>
              <a:rPr lang="en-US" altLang="ja-JP" sz="2400" dirty="0">
                <a:solidFill>
                  <a:schemeClr val="tx1"/>
                </a:solidFill>
              </a:rPr>
              <a:t>Section Signals ... 3</a:t>
            </a:r>
            <a:endParaRPr lang="ja-JP" altLang="en-US" sz="2400" dirty="0">
              <a:solidFill>
                <a:schemeClr val="tx1"/>
              </a:solidFill>
            </a:endParaRPr>
          </a:p>
        </p:txBody>
      </p:sp>
      <p:sp>
        <p:nvSpPr>
          <p:cNvPr id="8" name="Rectangle 7"/>
          <p:cNvSpPr/>
          <p:nvPr/>
        </p:nvSpPr>
        <p:spPr>
          <a:xfrm>
            <a:off x="633247" y="1066800"/>
            <a:ext cx="8382001" cy="3929751"/>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spcAft>
                <a:spcPts val="200"/>
              </a:spcAft>
              <a:buFont typeface="Arial" panose="020B0604020202020204" pitchFamily="34" charset="0"/>
              <a:buChar char="•"/>
            </a:pPr>
            <a:r>
              <a:rPr lang="en-US" b="1" dirty="0">
                <a:solidFill>
                  <a:schemeClr val="tx1">
                    <a:lumMod val="95000"/>
                    <a:lumOff val="5000"/>
                  </a:schemeClr>
                </a:solidFill>
                <a:latin typeface="Arial" pitchFamily="34" charset="0"/>
                <a:ea typeface="Arial Unicode MS" pitchFamily="34" charset="-128"/>
                <a:cs typeface="Arial" pitchFamily="34" charset="0"/>
              </a:rPr>
              <a:t>Promotional Items Section</a:t>
            </a:r>
          </a:p>
          <a:p>
            <a:pPr marL="285750" indent="-285750">
              <a:lnSpc>
                <a:spcPct val="150000"/>
              </a:lnSpc>
              <a:spcAft>
                <a:spcPts val="200"/>
              </a:spcAft>
              <a:buFont typeface="Arial" panose="020B0604020202020204" pitchFamily="34" charset="0"/>
              <a:buChar char="•"/>
            </a:pPr>
            <a:endParaRPr lang="en-US" b="1" dirty="0">
              <a:solidFill>
                <a:schemeClr val="tx1">
                  <a:lumMod val="95000"/>
                  <a:lumOff val="5000"/>
                </a:schemeClr>
              </a:solidFill>
              <a:latin typeface="Arial" pitchFamily="34" charset="0"/>
              <a:ea typeface="Arial Unicode MS" pitchFamily="34" charset="-128"/>
              <a:cs typeface="Arial"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--ns: </a:t>
            </a:r>
            <a:r>
              <a:rPr lang="en-US" sz="1600" dirty="0">
                <a:solidFill>
                  <a:schemeClr val="tx1"/>
                </a:solidFill>
                <a:latin typeface="Arial" panose="020B0604020202020204" pitchFamily="34" charset="0"/>
                <a:cs typeface="Arial" panose="020B0604020202020204" pitchFamily="34" charset="0"/>
              </a:rPr>
              <a:t>No sampling</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--np: </a:t>
            </a:r>
            <a:r>
              <a:rPr lang="en-US" sz="1600" dirty="0">
                <a:solidFill>
                  <a:schemeClr val="tx1"/>
                </a:solidFill>
                <a:latin typeface="Arial" panose="020B0604020202020204" pitchFamily="34" charset="0"/>
                <a:cs typeface="Arial" panose="020B0604020202020204" pitchFamily="34" charset="0"/>
              </a:rPr>
              <a:t>No Promotional Items</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--gp: </a:t>
            </a:r>
            <a:r>
              <a:rPr lang="en-US" sz="1600" dirty="0">
                <a:solidFill>
                  <a:schemeClr val="tx1"/>
                </a:solidFill>
                <a:latin typeface="Arial" panose="020B0604020202020204" pitchFamily="34" charset="0"/>
                <a:cs typeface="Arial" panose="020B0604020202020204" pitchFamily="34" charset="0"/>
              </a:rPr>
              <a:t>Disable deletion of CLM Call Key Messages on the Call</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--so: </a:t>
            </a:r>
            <a:r>
              <a:rPr lang="en-US" sz="1600" dirty="0">
                <a:solidFill>
                  <a:schemeClr val="tx1"/>
                </a:solidFill>
                <a:latin typeface="Arial" panose="020B0604020202020204" pitchFamily="34" charset="0"/>
                <a:cs typeface="Arial" panose="020B0604020202020204" pitchFamily="34" charset="0"/>
              </a:rPr>
              <a:t>Enables the signature button regardless if samples are selected</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--pg: </a:t>
            </a:r>
            <a:r>
              <a:rPr lang="en-US" sz="1600" dirty="0">
                <a:solidFill>
                  <a:schemeClr val="tx1"/>
                </a:solidFill>
                <a:latin typeface="Arial" panose="020B0604020202020204" pitchFamily="34" charset="0"/>
                <a:cs typeface="Arial" panose="020B0604020202020204" pitchFamily="34" charset="0"/>
              </a:rPr>
              <a:t>Displays samples and promotional items in collapsible groupings</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--ded: </a:t>
            </a:r>
            <a:r>
              <a:rPr lang="en-US" sz="1600" dirty="0">
                <a:solidFill>
                  <a:schemeClr val="tx1"/>
                </a:solidFill>
                <a:latin typeface="Arial" panose="020B0604020202020204" pitchFamily="34" charset="0"/>
                <a:cs typeface="Arial" panose="020B0604020202020204" pitchFamily="34" charset="0"/>
              </a:rPr>
              <a:t>Disable deletion of CLM Call Key Messages on the Call</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--cat: </a:t>
            </a:r>
            <a:r>
              <a:rPr lang="en-US" sz="1600" dirty="0">
                <a:solidFill>
                  <a:schemeClr val="tx1"/>
                </a:solidFill>
                <a:latin typeface="Arial" panose="020B0604020202020204" pitchFamily="34" charset="0"/>
                <a:cs typeface="Arial" panose="020B0604020202020204" pitchFamily="34" charset="0"/>
              </a:rPr>
              <a:t>Displays the category grouping and the vehicle field for each Key Message</a:t>
            </a:r>
            <a:endParaRPr lang="en-US" sz="16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943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dirty="0"/>
              <a:t>© Cognizant 2023</a:t>
            </a:r>
          </a:p>
        </p:txBody>
      </p:sp>
      <p:sp>
        <p:nvSpPr>
          <p:cNvPr id="5" name="Slide Number Placeholder 3"/>
          <p:cNvSpPr>
            <a:spLocks noGrp="1"/>
          </p:cNvSpPr>
          <p:nvPr>
            <p:ph type="sldNum" sz="quarter" idx="12"/>
          </p:nvPr>
        </p:nvSpPr>
        <p:spPr/>
        <p:txBody>
          <a:bodyPr/>
          <a:lstStyle/>
          <a:p>
            <a:r>
              <a:rPr lang="en-US" dirty="0"/>
              <a:t>19</a:t>
            </a:r>
          </a:p>
        </p:txBody>
      </p:sp>
      <p:sp>
        <p:nvSpPr>
          <p:cNvPr id="6" name="Title 5"/>
          <p:cNvSpPr>
            <a:spLocks noGrp="1"/>
          </p:cNvSpPr>
          <p:nvPr>
            <p:ph type="title" idx="4294967295"/>
          </p:nvPr>
        </p:nvSpPr>
        <p:spPr>
          <a:xfrm>
            <a:off x="1371600" y="424468"/>
            <a:ext cx="9144000" cy="479425"/>
          </a:xfrm>
        </p:spPr>
        <p:txBody>
          <a:bodyPr vert="horz" lIns="91440" tIns="45720" rIns="91440" bIns="45720" rtlCol="0" anchor="ctr">
            <a:noAutofit/>
          </a:bodyPr>
          <a:lstStyle/>
          <a:p>
            <a:r>
              <a:rPr lang="en-US" altLang="ja-JP" sz="2400" dirty="0">
                <a:solidFill>
                  <a:schemeClr val="tx1"/>
                </a:solidFill>
              </a:rPr>
              <a:t>Section Signals ... 4</a:t>
            </a:r>
            <a:endParaRPr lang="ja-JP" altLang="en-US" sz="2400" dirty="0">
              <a:solidFill>
                <a:schemeClr val="tx1"/>
              </a:solidFill>
            </a:endParaRPr>
          </a:p>
        </p:txBody>
      </p:sp>
      <p:sp>
        <p:nvSpPr>
          <p:cNvPr id="8" name="Rectangle 7"/>
          <p:cNvSpPr/>
          <p:nvPr/>
        </p:nvSpPr>
        <p:spPr>
          <a:xfrm>
            <a:off x="457199" y="1066800"/>
            <a:ext cx="11277600" cy="440688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spcAft>
                <a:spcPts val="200"/>
              </a:spcAft>
              <a:buFont typeface="Arial" panose="020B0604020202020204" pitchFamily="34" charset="0"/>
              <a:buChar char="•"/>
            </a:pPr>
            <a:r>
              <a:rPr lang="en-US" b="1" dirty="0">
                <a:solidFill>
                  <a:schemeClr val="tx1">
                    <a:lumMod val="95000"/>
                    <a:lumOff val="5000"/>
                  </a:schemeClr>
                </a:solidFill>
                <a:latin typeface="Arial" pitchFamily="34" charset="0"/>
                <a:ea typeface="Arial Unicode MS" pitchFamily="34" charset="-128"/>
                <a:cs typeface="Arial" pitchFamily="34" charset="0"/>
              </a:rPr>
              <a:t>Promotional Items Section</a:t>
            </a:r>
          </a:p>
          <a:p>
            <a:pPr marL="285750" indent="-285750">
              <a:lnSpc>
                <a:spcPct val="150000"/>
              </a:lnSpc>
              <a:spcAft>
                <a:spcPts val="200"/>
              </a:spcAft>
              <a:buFont typeface="Arial" panose="020B0604020202020204" pitchFamily="34" charset="0"/>
              <a:buChar char="•"/>
            </a:pPr>
            <a:endParaRPr lang="en-US" b="1" dirty="0">
              <a:solidFill>
                <a:schemeClr val="tx1">
                  <a:lumMod val="95000"/>
                  <a:lumOff val="5000"/>
                </a:schemeClr>
              </a:solidFill>
              <a:latin typeface="Arial" pitchFamily="34" charset="0"/>
              <a:ea typeface="Arial Unicode MS" pitchFamily="34" charset="-128"/>
              <a:cs typeface="Arial"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--ra: </a:t>
            </a:r>
            <a:r>
              <a:rPr lang="en-US" sz="1600" dirty="0">
                <a:solidFill>
                  <a:schemeClr val="tx1"/>
                </a:solidFill>
                <a:latin typeface="Arial" panose="020B0604020202020204" pitchFamily="34" charset="0"/>
                <a:cs typeface="Arial" panose="020B0604020202020204" pitchFamily="34" charset="0"/>
              </a:rPr>
              <a:t>Enables the Clear Selection button allowing the user to quickly clear all Sample and Promotional Item entries</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--nb: </a:t>
            </a:r>
            <a:r>
              <a:rPr lang="en-US" sz="1600" dirty="0">
                <a:solidFill>
                  <a:schemeClr val="tx1"/>
                </a:solidFill>
                <a:latin typeface="Arial" panose="020B0604020202020204" pitchFamily="34" charset="0"/>
                <a:cs typeface="Arial" panose="020B0604020202020204" pitchFamily="34" charset="0"/>
              </a:rPr>
              <a:t>No BRC/Sample Request product catalog records display</a:t>
            </a: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--no: </a:t>
            </a:r>
            <a:r>
              <a:rPr lang="en-US" sz="1600" dirty="0">
                <a:solidFill>
                  <a:schemeClr val="tx1"/>
                </a:solidFill>
                <a:latin typeface="Arial" panose="020B0604020202020204" pitchFamily="34" charset="0"/>
                <a:cs typeface="Arial" panose="020B0604020202020204" pitchFamily="34" charset="0"/>
              </a:rPr>
              <a:t>No items of any other type (e.g. reprints) in the samples section</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--np: </a:t>
            </a:r>
            <a:r>
              <a:rPr lang="en-US" sz="1600" dirty="0">
                <a:solidFill>
                  <a:schemeClr val="tx1"/>
                </a:solidFill>
                <a:latin typeface="Arial" panose="020B0604020202020204" pitchFamily="34" charset="0"/>
                <a:cs typeface="Arial" panose="020B0604020202020204" pitchFamily="34" charset="0"/>
              </a:rPr>
              <a:t>No promo items in the sample column</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--npdma: </a:t>
            </a:r>
            <a:r>
              <a:rPr lang="en-US" sz="1600" dirty="0">
                <a:solidFill>
                  <a:schemeClr val="tx1"/>
                </a:solidFill>
                <a:latin typeface="Arial" panose="020B0604020202020204" pitchFamily="34" charset="0"/>
                <a:cs typeface="Arial" panose="020B0604020202020204" pitchFamily="34" charset="0"/>
              </a:rPr>
              <a:t>Non-PDMA sampling; does not enforce validation of signature date or sample cards</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--ns: </a:t>
            </a:r>
            <a:r>
              <a:rPr lang="en-US" sz="1600" dirty="0">
                <a:solidFill>
                  <a:schemeClr val="tx1"/>
                </a:solidFill>
                <a:latin typeface="Arial" panose="020B0604020202020204" pitchFamily="34" charset="0"/>
                <a:cs typeface="Arial" panose="020B0604020202020204" pitchFamily="34" charset="0"/>
              </a:rPr>
              <a:t>No sample products and no lot #'s in the samples section</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spcAft>
                <a:spcPts val="200"/>
              </a:spcAft>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--nsl: </a:t>
            </a:r>
            <a:r>
              <a:rPr lang="en-US" sz="1600" dirty="0">
                <a:solidFill>
                  <a:schemeClr val="tx1"/>
                </a:solidFill>
                <a:latin typeface="Arial" panose="020B0604020202020204" pitchFamily="34" charset="0"/>
                <a:cs typeface="Arial" panose="020B0604020202020204" pitchFamily="34" charset="0"/>
              </a:rPr>
              <a:t>No Sample License</a:t>
            </a:r>
          </a:p>
        </p:txBody>
      </p:sp>
    </p:spTree>
    <p:extLst>
      <p:ext uri="{BB962C8B-B14F-4D97-AF65-F5344CB8AC3E}">
        <p14:creationId xmlns:p14="http://schemas.microsoft.com/office/powerpoint/2010/main" val="3667985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4"/>
          <p:cNvSpPr>
            <a:spLocks noGrp="1"/>
          </p:cNvSpPr>
          <p:nvPr>
            <p:ph type="ftr" sz="quarter" idx="11"/>
          </p:nvPr>
        </p:nvSpPr>
        <p:spPr/>
        <p:txBody>
          <a:bodyPr/>
          <a:lstStyle/>
          <a:p>
            <a:r>
              <a:rPr lang="en-US" dirty="0"/>
              <a:t>© Cognizant 2023</a:t>
            </a:r>
          </a:p>
        </p:txBody>
      </p:sp>
      <p:sp>
        <p:nvSpPr>
          <p:cNvPr id="7" name="Slide Number Placeholder 3"/>
          <p:cNvSpPr>
            <a:spLocks noGrp="1"/>
          </p:cNvSpPr>
          <p:nvPr>
            <p:ph type="sldNum" sz="quarter" idx="12"/>
          </p:nvPr>
        </p:nvSpPr>
        <p:spPr/>
        <p:txBody>
          <a:bodyPr/>
          <a:lstStyle/>
          <a:p>
            <a:r>
              <a:rPr lang="en-US" dirty="0"/>
              <a:t>20</a:t>
            </a:r>
          </a:p>
        </p:txBody>
      </p:sp>
      <p:sp>
        <p:nvSpPr>
          <p:cNvPr id="6" name="Title 5"/>
          <p:cNvSpPr>
            <a:spLocks noGrp="1"/>
          </p:cNvSpPr>
          <p:nvPr>
            <p:ph type="title" idx="4294967295"/>
          </p:nvPr>
        </p:nvSpPr>
        <p:spPr>
          <a:xfrm>
            <a:off x="1661160" y="381000"/>
            <a:ext cx="9144000" cy="479425"/>
          </a:xfrm>
        </p:spPr>
        <p:txBody>
          <a:bodyPr vert="horz" lIns="91440" tIns="45720" rIns="91440" bIns="45720" rtlCol="0" anchor="ctr">
            <a:noAutofit/>
          </a:bodyPr>
          <a:lstStyle/>
          <a:p>
            <a:r>
              <a:rPr lang="en-US" altLang="ja-JP" sz="2400" dirty="0">
                <a:solidFill>
                  <a:schemeClr val="tx1"/>
                </a:solidFill>
              </a:rPr>
              <a:t>Section Signals ... 5</a:t>
            </a:r>
            <a:endParaRPr lang="ja-JP" altLang="en-US" sz="2400" dirty="0">
              <a:solidFill>
                <a:schemeClr val="tx1"/>
              </a:solidFill>
            </a:endParaRPr>
          </a:p>
        </p:txBody>
      </p:sp>
      <p:sp>
        <p:nvSpPr>
          <p:cNvPr id="11" name="Rectangle 10"/>
          <p:cNvSpPr/>
          <p:nvPr/>
        </p:nvSpPr>
        <p:spPr>
          <a:xfrm>
            <a:off x="633247" y="1144194"/>
            <a:ext cx="10363200" cy="24384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US" sz="1600" b="1" dirty="0">
              <a:solidFill>
                <a:schemeClr val="tx1"/>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b="1" dirty="0">
                <a:solidFill>
                  <a:schemeClr val="tx1">
                    <a:lumMod val="95000"/>
                    <a:lumOff val="5000"/>
                  </a:schemeClr>
                </a:solidFill>
                <a:latin typeface="Arial" pitchFamily="34" charset="0"/>
                <a:ea typeface="Arial Unicode MS" pitchFamily="34" charset="-128"/>
                <a:cs typeface="Arial" pitchFamily="34" charset="0"/>
              </a:rPr>
              <a:t>Detail Section</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--rd: </a:t>
            </a:r>
            <a:r>
              <a:rPr lang="en-US" sz="1600" dirty="0">
                <a:solidFill>
                  <a:schemeClr val="tx1"/>
                </a:solidFill>
                <a:latin typeface="Arial" panose="020B0604020202020204" pitchFamily="34" charset="0"/>
                <a:cs typeface="Arial" panose="020B0604020202020204" pitchFamily="34" charset="0"/>
              </a:rPr>
              <a:t>To require a user to select a detail in order to submit a call</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--htp: </a:t>
            </a:r>
            <a:r>
              <a:rPr lang="en-US" sz="1600" dirty="0">
                <a:solidFill>
                  <a:schemeClr val="tx1"/>
                </a:solidFill>
                <a:latin typeface="Arial" panose="020B0604020202020204" pitchFamily="34" charset="0"/>
                <a:cs typeface="Arial" panose="020B0604020202020204" pitchFamily="34" charset="0"/>
              </a:rPr>
              <a:t>Highlights detail products that exist as Cycle Plan Details in the current and active cycle plan</a:t>
            </a: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--sd: </a:t>
            </a:r>
            <a:r>
              <a:rPr lang="en-US" sz="1600" dirty="0">
                <a:solidFill>
                  <a:schemeClr val="tx1"/>
                </a:solidFill>
                <a:latin typeface="Arial" panose="020B0604020202020204" pitchFamily="34" charset="0"/>
                <a:cs typeface="Arial" panose="020B0604020202020204" pitchFamily="34" charset="0"/>
              </a:rPr>
              <a:t>Enables signed details</a:t>
            </a:r>
          </a:p>
          <a:p>
            <a:pPr marL="742950" lvl="1" indent="-285750">
              <a:lnSpc>
                <a:spcPct val="150000"/>
              </a:lnSpc>
              <a:buFont typeface="Wingdings" panose="05000000000000000000" pitchFamily="2" charset="2"/>
              <a:buChar char="§"/>
            </a:pPr>
            <a:endParaRPr lang="en-US" sz="1600" dirty="0">
              <a:solidFill>
                <a:schemeClr val="tx1"/>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US" sz="1600" b="1" dirty="0">
              <a:solidFill>
                <a:schemeClr val="tx1"/>
              </a:solidFill>
              <a:latin typeface="Arial" panose="020B0604020202020204" pitchFamily="34" charset="0"/>
              <a:cs typeface="Arial" panose="020B0604020202020204" pitchFamily="34" charset="0"/>
            </a:endParaRPr>
          </a:p>
        </p:txBody>
      </p:sp>
      <p:sp>
        <p:nvSpPr>
          <p:cNvPr id="12" name="Rectangle 11"/>
          <p:cNvSpPr/>
          <p:nvPr/>
        </p:nvSpPr>
        <p:spPr>
          <a:xfrm>
            <a:off x="633247" y="3098800"/>
            <a:ext cx="9982200" cy="259976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US" sz="1600" b="1" dirty="0">
              <a:solidFill>
                <a:schemeClr val="tx1">
                  <a:lumMod val="95000"/>
                  <a:lumOff val="5000"/>
                </a:schemeClr>
              </a:solidFill>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b="1" dirty="0">
                <a:solidFill>
                  <a:schemeClr val="tx1">
                    <a:lumMod val="95000"/>
                    <a:lumOff val="5000"/>
                  </a:schemeClr>
                </a:solidFill>
                <a:latin typeface="Arial" pitchFamily="34" charset="0"/>
                <a:ea typeface="Arial Unicode MS" pitchFamily="34" charset="-128"/>
                <a:cs typeface="Arial" pitchFamily="34" charset="0"/>
              </a:rPr>
              <a:t>Samples Section</a:t>
            </a:r>
          </a:p>
          <a:p>
            <a:pPr marL="285750" indent="-285750">
              <a:buFont typeface="Arial" panose="020B0604020202020204" pitchFamily="34" charset="0"/>
              <a:buChar char="•"/>
            </a:pP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--rd: </a:t>
            </a:r>
            <a:r>
              <a:rPr lang="en-US" sz="1600" dirty="0">
                <a:solidFill>
                  <a:schemeClr val="tx1"/>
                </a:solidFill>
                <a:latin typeface="Arial" panose="020B0604020202020204" pitchFamily="34" charset="0"/>
                <a:cs typeface="Arial" panose="020B0604020202020204" pitchFamily="34" charset="0"/>
              </a:rPr>
              <a:t>To require a user to select a detail in order to submit a call</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a:t>
            </a:r>
            <a:r>
              <a:rPr lang="en-US" sz="1600" b="1" dirty="0" err="1">
                <a:solidFill>
                  <a:schemeClr val="tx1"/>
                </a:solidFill>
                <a:latin typeface="Arial" panose="020B0604020202020204" pitchFamily="34" charset="0"/>
                <a:cs typeface="Arial" panose="020B0604020202020204" pitchFamily="34" charset="0"/>
              </a:rPr>
              <a:t>htp</a:t>
            </a:r>
            <a:r>
              <a:rPr lang="en-US" sz="1600" b="1"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Highlights detail products that exist as Cycle Plan Details in the current and active cycle plan</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--sd: </a:t>
            </a:r>
            <a:r>
              <a:rPr lang="en-US" sz="1600" dirty="0">
                <a:solidFill>
                  <a:schemeClr val="tx1"/>
                </a:solidFill>
                <a:latin typeface="Arial" panose="020B0604020202020204" pitchFamily="34" charset="0"/>
                <a:cs typeface="Arial" panose="020B0604020202020204" pitchFamily="34" charset="0"/>
              </a:rPr>
              <a:t>Enables signed details</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--nhvp: </a:t>
            </a:r>
            <a:r>
              <a:rPr lang="en-US" sz="1600" dirty="0">
                <a:solidFill>
                  <a:schemeClr val="tx1"/>
                </a:solidFill>
                <a:latin typeface="Arial" panose="020B0604020202020204" pitchFamily="34" charset="0"/>
                <a:cs typeface="Arial" panose="020B0604020202020204" pitchFamily="34" charset="0"/>
              </a:rPr>
              <a:t>No High Value Promotional Items product records are displayed</a:t>
            </a:r>
            <a:endParaRPr lang="en-US" sz="1600" b="1" dirty="0">
              <a:solidFill>
                <a:schemeClr val="tx1"/>
              </a:solidFill>
              <a:latin typeface="Arial" panose="020B0604020202020204" pitchFamily="34" charset="0"/>
              <a:cs typeface="Arial" panose="020B0604020202020204" pitchFamily="34" charset="0"/>
            </a:endParaRPr>
          </a:p>
          <a:p>
            <a:pPr marL="742950" lvl="1" indent="-285750">
              <a:lnSpc>
                <a:spcPct val="150000"/>
              </a:lnSpc>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-nslns: </a:t>
            </a:r>
            <a:r>
              <a:rPr lang="en-US" sz="1600" dirty="0">
                <a:solidFill>
                  <a:schemeClr val="tx1"/>
                </a:solidFill>
                <a:latin typeface="Arial" panose="020B0604020202020204" pitchFamily="34" charset="0"/>
                <a:cs typeface="Arial" panose="020B0604020202020204" pitchFamily="34" charset="0"/>
              </a:rPr>
              <a:t>No Sampling license and no signature required</a:t>
            </a:r>
            <a:endParaRPr lang="en-US" sz="16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1150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4"/>
          <p:cNvSpPr>
            <a:spLocks noGrp="1"/>
          </p:cNvSpPr>
          <p:nvPr>
            <p:ph type="ftr" sz="quarter" idx="11"/>
          </p:nvPr>
        </p:nvSpPr>
        <p:spPr/>
        <p:txBody>
          <a:bodyPr/>
          <a:lstStyle/>
          <a:p>
            <a:r>
              <a:rPr lang="en-US" dirty="0"/>
              <a:t>© Cognizant 2023</a:t>
            </a:r>
          </a:p>
        </p:txBody>
      </p:sp>
      <p:sp>
        <p:nvSpPr>
          <p:cNvPr id="7" name="Slide Number Placeholder 3"/>
          <p:cNvSpPr>
            <a:spLocks noGrp="1"/>
          </p:cNvSpPr>
          <p:nvPr>
            <p:ph type="sldNum" sz="quarter" idx="12"/>
          </p:nvPr>
        </p:nvSpPr>
        <p:spPr/>
        <p:txBody>
          <a:bodyPr/>
          <a:lstStyle/>
          <a:p>
            <a:r>
              <a:rPr lang="en-US" dirty="0"/>
              <a:t>21</a:t>
            </a:r>
          </a:p>
        </p:txBody>
      </p:sp>
      <p:sp>
        <p:nvSpPr>
          <p:cNvPr id="6" name="Title 5"/>
          <p:cNvSpPr>
            <a:spLocks noGrp="1"/>
          </p:cNvSpPr>
          <p:nvPr>
            <p:ph type="title" idx="4294967295"/>
          </p:nvPr>
        </p:nvSpPr>
        <p:spPr>
          <a:xfrm>
            <a:off x="1524000" y="381000"/>
            <a:ext cx="9144000" cy="479425"/>
          </a:xfrm>
        </p:spPr>
        <p:txBody>
          <a:bodyPr vert="horz" lIns="91440" tIns="45720" rIns="91440" bIns="45720" rtlCol="0" anchor="ctr">
            <a:noAutofit/>
          </a:bodyPr>
          <a:lstStyle/>
          <a:p>
            <a:r>
              <a:rPr lang="en-US" altLang="ja-JP" sz="2400" dirty="0">
                <a:solidFill>
                  <a:schemeClr val="tx1"/>
                </a:solidFill>
              </a:rPr>
              <a:t>Section Signals ... 6</a:t>
            </a:r>
            <a:endParaRPr lang="ja-JP" altLang="en-US" sz="2400" dirty="0">
              <a:solidFill>
                <a:schemeClr val="tx1"/>
              </a:solidFill>
            </a:endParaRPr>
          </a:p>
        </p:txBody>
      </p:sp>
      <p:sp>
        <p:nvSpPr>
          <p:cNvPr id="5" name="Rectangle 4"/>
          <p:cNvSpPr/>
          <p:nvPr/>
        </p:nvSpPr>
        <p:spPr>
          <a:xfrm>
            <a:off x="457199" y="1236344"/>
            <a:ext cx="10363200" cy="31242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b="1" dirty="0">
                <a:solidFill>
                  <a:schemeClr val="tx1">
                    <a:lumMod val="95000"/>
                    <a:lumOff val="5000"/>
                  </a:schemeClr>
                </a:solidFill>
                <a:latin typeface="Arial" pitchFamily="34" charset="0"/>
                <a:ea typeface="Arial Unicode MS" pitchFamily="34" charset="-128"/>
                <a:cs typeface="Arial" pitchFamily="34" charset="0"/>
              </a:rPr>
              <a:t>Account / Address Information Section</a:t>
            </a:r>
          </a:p>
          <a:p>
            <a:pPr marL="285750" indent="-285750">
              <a:buFont typeface="Arial" panose="020B0604020202020204" pitchFamily="34" charset="0"/>
              <a:buChar char="•"/>
            </a:pPr>
            <a:endParaRPr lang="en-US" sz="1600" b="1" dirty="0">
              <a:solidFill>
                <a:schemeClr val="tx1"/>
              </a:solidFill>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--nab: </a:t>
            </a:r>
            <a:r>
              <a:rPr lang="en-US" sz="1600" dirty="0">
                <a:solidFill>
                  <a:schemeClr val="tx1"/>
                </a:solidFill>
                <a:latin typeface="Arial" panose="020B0604020202020204" pitchFamily="34" charset="0"/>
                <a:cs typeface="Arial" panose="020B0604020202020204" pitchFamily="34" charset="0"/>
              </a:rPr>
              <a:t>Prevents the "&lt;Add New Address&gt;" option from displaying in the drop down list for Business (Group) Accounts</a:t>
            </a:r>
          </a:p>
          <a:p>
            <a:pPr marL="285750" indent="-285750">
              <a:buFont typeface="Wingdings" panose="05000000000000000000" pitchFamily="2" charset="2"/>
              <a:buChar char="§"/>
            </a:pPr>
            <a:endParaRPr lang="en-US" sz="1600" b="1" dirty="0">
              <a:solidFill>
                <a:schemeClr val="tx1"/>
              </a:solidFill>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--nap: </a:t>
            </a:r>
            <a:r>
              <a:rPr lang="en-US" sz="1600" dirty="0">
                <a:solidFill>
                  <a:schemeClr val="tx1"/>
                </a:solidFill>
                <a:latin typeface="Arial" panose="020B0604020202020204" pitchFamily="34" charset="0"/>
                <a:cs typeface="Arial" panose="020B0604020202020204" pitchFamily="34" charset="0"/>
              </a:rPr>
              <a:t>Prevents the “&lt;Add New Address&gt;” option from displaying</a:t>
            </a:r>
          </a:p>
          <a:p>
            <a:pPr marL="285750" indent="-285750">
              <a:buFont typeface="Wingdings" panose="05000000000000000000" pitchFamily="2" charset="2"/>
              <a:buChar char="§"/>
            </a:pPr>
            <a:endParaRPr lang="en-US" sz="1600" b="1" dirty="0">
              <a:solidFill>
                <a:schemeClr val="tx1"/>
              </a:solidFill>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en-US" sz="1600" b="1" dirty="0">
                <a:solidFill>
                  <a:schemeClr val="tx1"/>
                </a:solidFill>
                <a:latin typeface="Arial" panose="020B0604020202020204" pitchFamily="34" charset="0"/>
                <a:cs typeface="Arial" panose="020B0604020202020204" pitchFamily="34" charset="0"/>
              </a:rPr>
              <a:t>--nno: </a:t>
            </a:r>
            <a:r>
              <a:rPr lang="en-US" sz="1600" dirty="0">
                <a:solidFill>
                  <a:schemeClr val="tx1"/>
                </a:solidFill>
                <a:latin typeface="Arial" panose="020B0604020202020204" pitchFamily="34" charset="0"/>
                <a:cs typeface="Arial" panose="020B0604020202020204" pitchFamily="34" charset="0"/>
              </a:rPr>
              <a:t>Disables the Submit button online when placed in the button section on a Call Report page</a:t>
            </a:r>
            <a:endParaRPr lang="en-US" sz="1600" b="1" dirty="0">
              <a:solidFill>
                <a:schemeClr val="tx1"/>
              </a:solidFill>
              <a:latin typeface="Arial" panose="020B0604020202020204" pitchFamily="34" charset="0"/>
              <a:cs typeface="Arial" panose="020B0604020202020204" pitchFamily="34" charset="0"/>
            </a:endParaRPr>
          </a:p>
        </p:txBody>
      </p:sp>
      <p:sp>
        <p:nvSpPr>
          <p:cNvPr id="8" name="Rectangle 7"/>
          <p:cNvSpPr/>
          <p:nvPr/>
        </p:nvSpPr>
        <p:spPr>
          <a:xfrm>
            <a:off x="633247" y="5105400"/>
            <a:ext cx="10972800" cy="615553"/>
          </a:xfrm>
          <a:prstGeom prst="rect">
            <a:avLst/>
          </a:prstGeom>
        </p:spPr>
        <p:txBody>
          <a:bodyPr wrap="square">
            <a:spAutoFit/>
          </a:bodyPr>
          <a:lstStyle/>
          <a:p>
            <a:pPr marL="285750" indent="-285750">
              <a:buFont typeface="Arial" panose="020B0604020202020204" pitchFamily="34" charset="0"/>
              <a:buChar char="•"/>
            </a:pPr>
            <a:r>
              <a:rPr lang="en-US" b="1" dirty="0">
                <a:solidFill>
                  <a:schemeClr val="tx1">
                    <a:lumMod val="95000"/>
                    <a:lumOff val="5000"/>
                  </a:schemeClr>
                </a:solidFill>
                <a:latin typeface="Arial" pitchFamily="34" charset="0"/>
                <a:ea typeface="Arial Unicode MS" pitchFamily="34" charset="-128"/>
                <a:cs typeface="Arial" pitchFamily="34" charset="0"/>
              </a:rPr>
              <a:t>Note: </a:t>
            </a:r>
          </a:p>
          <a:p>
            <a:pPr marL="742950" lvl="1" indent="-285750">
              <a:buFont typeface="Arial" panose="020B0604020202020204" pitchFamily="34" charset="0"/>
              <a:buChar char="-"/>
            </a:pPr>
            <a:r>
              <a:rPr lang="en-US" sz="1600" b="1" dirty="0">
                <a:latin typeface="Arial" pitchFamily="34" charset="0"/>
                <a:ea typeface="Arial Unicode MS" pitchFamily="34" charset="-128"/>
                <a:cs typeface="Arial" pitchFamily="34" charset="0"/>
              </a:rPr>
              <a:t>Always Clear VEEVA Cache after configuring call page layouts with Marker fields and Section Signals</a:t>
            </a:r>
          </a:p>
        </p:txBody>
      </p:sp>
    </p:spTree>
    <p:extLst>
      <p:ext uri="{BB962C8B-B14F-4D97-AF65-F5344CB8AC3E}">
        <p14:creationId xmlns:p14="http://schemas.microsoft.com/office/powerpoint/2010/main" val="1010093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2D8153C1-C86E-A191-B14E-D6A7B14E1EDB}"/>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22</a:t>
            </a:fld>
            <a:endParaRPr lang="en-US" dirty="0"/>
          </a:p>
        </p:txBody>
      </p:sp>
      <p:sp>
        <p:nvSpPr>
          <p:cNvPr id="6" name="Rectangle 5"/>
          <p:cNvSpPr/>
          <p:nvPr/>
        </p:nvSpPr>
        <p:spPr>
          <a:xfrm>
            <a:off x="838200" y="3051628"/>
            <a:ext cx="76200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3600" b="1" dirty="0">
                <a:solidFill>
                  <a:srgbClr val="00718F"/>
                </a:solidFill>
                <a:latin typeface="Arial" panose="020B0604020202020204" pitchFamily="34" charset="0"/>
                <a:cs typeface="Arial" panose="020B0604020202020204" pitchFamily="34" charset="0"/>
              </a:rPr>
              <a:t>Call Page Layout </a:t>
            </a:r>
          </a:p>
          <a:p>
            <a:r>
              <a:rPr lang="en-US" sz="3600" b="1" dirty="0">
                <a:solidFill>
                  <a:srgbClr val="00718F"/>
                </a:solidFill>
                <a:latin typeface="Arial" panose="020B0604020202020204" pitchFamily="34" charset="0"/>
                <a:cs typeface="Arial" panose="020B0604020202020204" pitchFamily="34" charset="0"/>
              </a:rPr>
              <a:t>Sections</a:t>
            </a:r>
          </a:p>
        </p:txBody>
      </p:sp>
    </p:spTree>
    <p:extLst>
      <p:ext uri="{BB962C8B-B14F-4D97-AF65-F5344CB8AC3E}">
        <p14:creationId xmlns:p14="http://schemas.microsoft.com/office/powerpoint/2010/main" val="340867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23</a:t>
            </a:fld>
            <a:endParaRPr lang="en-US" dirty="0"/>
          </a:p>
        </p:txBody>
      </p:sp>
      <p:sp>
        <p:nvSpPr>
          <p:cNvPr id="3" name="Title 2"/>
          <p:cNvSpPr>
            <a:spLocks noGrp="1"/>
          </p:cNvSpPr>
          <p:nvPr>
            <p:ph type="title" idx="4294967295"/>
          </p:nvPr>
        </p:nvSpPr>
        <p:spPr>
          <a:xfrm>
            <a:off x="1524000" y="203686"/>
            <a:ext cx="9144000" cy="479425"/>
          </a:xfrm>
        </p:spPr>
        <p:txBody>
          <a:bodyPr vert="horz" lIns="91440" tIns="45720" rIns="91440" bIns="45720" rtlCol="0" anchor="ctr">
            <a:noAutofit/>
          </a:bodyPr>
          <a:lstStyle/>
          <a:p>
            <a:r>
              <a:rPr lang="en-US" altLang="ja-JP" sz="2400" dirty="0">
                <a:solidFill>
                  <a:schemeClr val="tx1"/>
                </a:solidFill>
              </a:rPr>
              <a:t>Call Status</a:t>
            </a:r>
            <a:endParaRPr lang="en-US" sz="2400" dirty="0">
              <a:solidFill>
                <a:schemeClr val="tx1"/>
              </a:solidFill>
            </a:endParaRPr>
          </a:p>
        </p:txBody>
      </p:sp>
      <p:grpSp>
        <p:nvGrpSpPr>
          <p:cNvPr id="9" name="Group 8"/>
          <p:cNvGrpSpPr/>
          <p:nvPr/>
        </p:nvGrpSpPr>
        <p:grpSpPr>
          <a:xfrm>
            <a:off x="1905000" y="3260965"/>
            <a:ext cx="3085018" cy="892459"/>
            <a:chOff x="0" y="1352"/>
            <a:chExt cx="3085018" cy="892459"/>
          </a:xfrm>
          <a:solidFill>
            <a:schemeClr val="accent6">
              <a:lumMod val="75000"/>
            </a:schemeClr>
          </a:solidFill>
        </p:grpSpPr>
        <p:sp>
          <p:nvSpPr>
            <p:cNvPr id="10" name="Rounded Rectangle 9"/>
            <p:cNvSpPr/>
            <p:nvPr/>
          </p:nvSpPr>
          <p:spPr>
            <a:xfrm>
              <a:off x="0" y="1352"/>
              <a:ext cx="3085018" cy="892459"/>
            </a:xfrm>
            <a:prstGeom prst="roundRect">
              <a:avLst/>
            </a:prstGeom>
            <a:grpFill/>
          </p:spPr>
          <p:style>
            <a:lnRef idx="0">
              <a:schemeClr val="lt1">
                <a:hueOff val="0"/>
                <a:satOff val="0"/>
                <a:lumOff val="0"/>
                <a:alphaOff val="0"/>
              </a:schemeClr>
            </a:lnRef>
            <a:fillRef idx="3">
              <a:scrgbClr r="0" g="0" b="0"/>
            </a:fillRef>
            <a:effectRef idx="2">
              <a:schemeClr val="accent2">
                <a:hueOff val="0"/>
                <a:satOff val="0"/>
                <a:lumOff val="0"/>
                <a:alphaOff val="0"/>
              </a:schemeClr>
            </a:effectRef>
            <a:fontRef idx="minor">
              <a:schemeClr val="lt1"/>
            </a:fontRef>
          </p:style>
        </p:sp>
        <p:sp>
          <p:nvSpPr>
            <p:cNvPr id="11" name="Rounded Rectangle 4"/>
            <p:cNvSpPr/>
            <p:nvPr/>
          </p:nvSpPr>
          <p:spPr>
            <a:xfrm>
              <a:off x="43566" y="44918"/>
              <a:ext cx="2997886" cy="8053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6680" tIns="53340" rIns="106680" bIns="53340" numCol="1" spcCol="1270" anchor="ctr" anchorCtr="0">
              <a:noAutofit/>
            </a:bodyPr>
            <a:lstStyle/>
            <a:p>
              <a:pPr algn="ctr" defTabSz="1244600">
                <a:lnSpc>
                  <a:spcPct val="90000"/>
                </a:lnSpc>
                <a:spcBef>
                  <a:spcPct val="0"/>
                </a:spcBef>
                <a:spcAft>
                  <a:spcPct val="35000"/>
                </a:spcAft>
              </a:pPr>
              <a:r>
                <a:rPr lang="en-US" sz="2800" dirty="0">
                  <a:latin typeface="Arial" panose="020B0604020202020204" pitchFamily="34" charset="0"/>
                  <a:cs typeface="Arial" panose="020B0604020202020204" pitchFamily="34" charset="0"/>
                </a:rPr>
                <a:t>Planned </a:t>
              </a:r>
            </a:p>
          </p:txBody>
        </p:sp>
      </p:grpSp>
      <p:grpSp>
        <p:nvGrpSpPr>
          <p:cNvPr id="12" name="Group 11"/>
          <p:cNvGrpSpPr/>
          <p:nvPr/>
        </p:nvGrpSpPr>
        <p:grpSpPr>
          <a:xfrm>
            <a:off x="1902725" y="4318848"/>
            <a:ext cx="3085018" cy="892459"/>
            <a:chOff x="0" y="938434"/>
            <a:chExt cx="3085018" cy="892459"/>
          </a:xfrm>
          <a:solidFill>
            <a:schemeClr val="accent6">
              <a:lumMod val="75000"/>
            </a:schemeClr>
          </a:solidFill>
        </p:grpSpPr>
        <p:sp>
          <p:nvSpPr>
            <p:cNvPr id="13" name="Rounded Rectangle 12"/>
            <p:cNvSpPr/>
            <p:nvPr/>
          </p:nvSpPr>
          <p:spPr>
            <a:xfrm>
              <a:off x="0" y="938434"/>
              <a:ext cx="3085018" cy="892459"/>
            </a:xfrm>
            <a:prstGeom prst="roundRect">
              <a:avLst/>
            </a:prstGeom>
            <a:grpFill/>
          </p:spPr>
          <p:style>
            <a:lnRef idx="0">
              <a:schemeClr val="lt1">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14" name="Rounded Rectangle 4"/>
            <p:cNvSpPr/>
            <p:nvPr/>
          </p:nvSpPr>
          <p:spPr>
            <a:xfrm>
              <a:off x="43566" y="982000"/>
              <a:ext cx="2997886" cy="8053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6680" tIns="53340" rIns="106680" bIns="53340" numCol="1" spcCol="1270" anchor="ctr" anchorCtr="0">
              <a:noAutofit/>
            </a:bodyPr>
            <a:lstStyle/>
            <a:p>
              <a:pPr algn="ctr" defTabSz="1244600">
                <a:lnSpc>
                  <a:spcPct val="90000"/>
                </a:lnSpc>
                <a:spcBef>
                  <a:spcPct val="0"/>
                </a:spcBef>
                <a:spcAft>
                  <a:spcPct val="35000"/>
                </a:spcAft>
              </a:pPr>
              <a:r>
                <a:rPr lang="en-US" sz="2800" dirty="0">
                  <a:latin typeface="Arial" panose="020B0604020202020204" pitchFamily="34" charset="0"/>
                  <a:cs typeface="Arial" panose="020B0604020202020204" pitchFamily="34" charset="0"/>
                </a:rPr>
                <a:t>Saved</a:t>
              </a:r>
            </a:p>
          </p:txBody>
        </p:sp>
      </p:grpSp>
      <p:grpSp>
        <p:nvGrpSpPr>
          <p:cNvPr id="15" name="Group 14"/>
          <p:cNvGrpSpPr/>
          <p:nvPr/>
        </p:nvGrpSpPr>
        <p:grpSpPr>
          <a:xfrm>
            <a:off x="1902725" y="5393791"/>
            <a:ext cx="3085018" cy="892459"/>
            <a:chOff x="0" y="1875517"/>
            <a:chExt cx="3085018" cy="892459"/>
          </a:xfrm>
          <a:solidFill>
            <a:schemeClr val="accent6">
              <a:lumMod val="75000"/>
            </a:schemeClr>
          </a:solidFill>
        </p:grpSpPr>
        <p:sp>
          <p:nvSpPr>
            <p:cNvPr id="16" name="Rounded Rectangle 15"/>
            <p:cNvSpPr/>
            <p:nvPr/>
          </p:nvSpPr>
          <p:spPr>
            <a:xfrm>
              <a:off x="0" y="1875517"/>
              <a:ext cx="3085018" cy="892459"/>
            </a:xfrm>
            <a:prstGeom prst="roundRect">
              <a:avLst/>
            </a:prstGeom>
            <a:grpFill/>
          </p:spPr>
          <p:style>
            <a:lnRef idx="0">
              <a:schemeClr val="lt1">
                <a:hueOff val="0"/>
                <a:satOff val="0"/>
                <a:lumOff val="0"/>
                <a:alphaOff val="0"/>
              </a:schemeClr>
            </a:lnRef>
            <a:fillRef idx="3">
              <a:scrgbClr r="0" g="0" b="0"/>
            </a:fillRef>
            <a:effectRef idx="2">
              <a:schemeClr val="accent4">
                <a:hueOff val="0"/>
                <a:satOff val="0"/>
                <a:lumOff val="0"/>
                <a:alphaOff val="0"/>
              </a:schemeClr>
            </a:effectRef>
            <a:fontRef idx="minor">
              <a:schemeClr val="lt1"/>
            </a:fontRef>
          </p:style>
        </p:sp>
        <p:sp>
          <p:nvSpPr>
            <p:cNvPr id="17" name="Rounded Rectangle 4"/>
            <p:cNvSpPr/>
            <p:nvPr/>
          </p:nvSpPr>
          <p:spPr>
            <a:xfrm>
              <a:off x="43566" y="1919083"/>
              <a:ext cx="2997886" cy="80532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6680" tIns="53340" rIns="106680" bIns="53340" numCol="1" spcCol="1270" anchor="ctr" anchorCtr="0">
              <a:noAutofit/>
            </a:bodyPr>
            <a:lstStyle/>
            <a:p>
              <a:pPr algn="ctr" defTabSz="1244600">
                <a:lnSpc>
                  <a:spcPct val="90000"/>
                </a:lnSpc>
                <a:spcBef>
                  <a:spcPct val="0"/>
                </a:spcBef>
                <a:spcAft>
                  <a:spcPct val="35000"/>
                </a:spcAft>
              </a:pPr>
              <a:r>
                <a:rPr lang="en-US" sz="2800" dirty="0">
                  <a:latin typeface="Arial" panose="020B0604020202020204" pitchFamily="34" charset="0"/>
                  <a:cs typeface="Arial" panose="020B0604020202020204" pitchFamily="34" charset="0"/>
                </a:rPr>
                <a:t>Submitted</a:t>
              </a:r>
            </a:p>
          </p:txBody>
        </p:sp>
      </p:grpSp>
      <p:grpSp>
        <p:nvGrpSpPr>
          <p:cNvPr id="18" name="Group 17"/>
          <p:cNvGrpSpPr/>
          <p:nvPr/>
        </p:nvGrpSpPr>
        <p:grpSpPr>
          <a:xfrm>
            <a:off x="4987743" y="3350210"/>
            <a:ext cx="5484476" cy="713967"/>
            <a:chOff x="3085018" y="90598"/>
            <a:chExt cx="5484476" cy="713967"/>
          </a:xfrm>
        </p:grpSpPr>
        <p:sp>
          <p:nvSpPr>
            <p:cNvPr id="19" name="Round Same Side Corner Rectangle 18"/>
            <p:cNvSpPr/>
            <p:nvPr/>
          </p:nvSpPr>
          <p:spPr>
            <a:xfrm rot="5400000">
              <a:off x="5470272" y="-2294656"/>
              <a:ext cx="713967" cy="5484476"/>
            </a:xfrm>
            <a:prstGeom prst="round2SameRect">
              <a:avLst/>
            </a:prstGeom>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sp>
        <p:sp>
          <p:nvSpPr>
            <p:cNvPr id="20" name="Round Same Side Corner Rectangle 4"/>
            <p:cNvSpPr/>
            <p:nvPr/>
          </p:nvSpPr>
          <p:spPr>
            <a:xfrm>
              <a:off x="3085018" y="125451"/>
              <a:ext cx="5449623" cy="6442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85750" lvl="1" indent="-285750" defTabSz="622300">
                <a:lnSpc>
                  <a:spcPct val="90000"/>
                </a:lnSpc>
                <a:spcBef>
                  <a:spcPct val="0"/>
                </a:spcBef>
                <a:spcAft>
                  <a:spcPct val="15000"/>
                </a:spcAft>
                <a:buFont typeface="Arial" panose="020B0604020202020204" pitchFamily="34" charset="0"/>
                <a:buChar char="•"/>
              </a:pPr>
              <a:r>
                <a:rPr lang="en-US" sz="1600" dirty="0">
                  <a:solidFill>
                    <a:schemeClr val="tx1"/>
                  </a:solidFill>
                  <a:latin typeface="Arial" pitchFamily="34" charset="0"/>
                  <a:ea typeface="Arial Unicode MS" pitchFamily="34" charset="-128"/>
                  <a:cs typeface="Arial" pitchFamily="34" charset="0"/>
                </a:rPr>
                <a:t>Call is scheduled using the My Schedule call Planned scheduler</a:t>
              </a:r>
              <a:endParaRPr lang="en-US" dirty="0">
                <a:solidFill>
                  <a:schemeClr val="tx1"/>
                </a:solidFill>
                <a:latin typeface="Arial" pitchFamily="34" charset="0"/>
                <a:ea typeface="Arial Unicode MS" pitchFamily="34" charset="-128"/>
                <a:cs typeface="Arial" pitchFamily="34" charset="0"/>
              </a:endParaRPr>
            </a:p>
          </p:txBody>
        </p:sp>
      </p:grpSp>
      <p:grpSp>
        <p:nvGrpSpPr>
          <p:cNvPr id="21" name="Group 20"/>
          <p:cNvGrpSpPr/>
          <p:nvPr/>
        </p:nvGrpSpPr>
        <p:grpSpPr>
          <a:xfrm>
            <a:off x="5010489" y="4408093"/>
            <a:ext cx="5484476" cy="713967"/>
            <a:chOff x="3085018" y="1027681"/>
            <a:chExt cx="5484476" cy="713967"/>
          </a:xfrm>
        </p:grpSpPr>
        <p:sp>
          <p:nvSpPr>
            <p:cNvPr id="22" name="Round Same Side Corner Rectangle 21"/>
            <p:cNvSpPr/>
            <p:nvPr/>
          </p:nvSpPr>
          <p:spPr>
            <a:xfrm rot="5400000">
              <a:off x="5470272" y="-1357573"/>
              <a:ext cx="713967" cy="5484476"/>
            </a:xfrm>
            <a:prstGeom prst="round2SameRect">
              <a:avLst/>
            </a:prstGeom>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sp>
        <p:sp>
          <p:nvSpPr>
            <p:cNvPr id="23" name="Round Same Side Corner Rectangle 4"/>
            <p:cNvSpPr/>
            <p:nvPr/>
          </p:nvSpPr>
          <p:spPr>
            <a:xfrm>
              <a:off x="3085018" y="1062534"/>
              <a:ext cx="5449623" cy="6442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85750" lvl="1" indent="-285750" defTabSz="622300">
                <a:lnSpc>
                  <a:spcPct val="90000"/>
                </a:lnSpc>
                <a:spcBef>
                  <a:spcPct val="0"/>
                </a:spcBef>
                <a:spcAft>
                  <a:spcPct val="15000"/>
                </a:spcAft>
                <a:buFont typeface="Arial" panose="020B0604020202020204" pitchFamily="34" charset="0"/>
                <a:buChar char="•"/>
              </a:pPr>
              <a:r>
                <a:rPr lang="en-US" sz="1600" dirty="0">
                  <a:solidFill>
                    <a:schemeClr val="tx1"/>
                  </a:solidFill>
                  <a:latin typeface="Arial" pitchFamily="34" charset="0"/>
                  <a:ea typeface="Arial Unicode MS" pitchFamily="34" charset="-128"/>
                  <a:cs typeface="Arial" pitchFamily="34" charset="0"/>
                </a:rPr>
                <a:t>Set once the user has saved the call by clicking the Save button on the call report</a:t>
              </a:r>
              <a:endParaRPr lang="en-US" dirty="0">
                <a:solidFill>
                  <a:schemeClr val="tx1"/>
                </a:solidFill>
                <a:latin typeface="Arial" pitchFamily="34" charset="0"/>
                <a:ea typeface="Arial Unicode MS" pitchFamily="34" charset="-128"/>
                <a:cs typeface="Arial" pitchFamily="34" charset="0"/>
              </a:endParaRPr>
            </a:p>
          </p:txBody>
        </p:sp>
      </p:grpSp>
      <p:grpSp>
        <p:nvGrpSpPr>
          <p:cNvPr id="27" name="Group 26"/>
          <p:cNvGrpSpPr/>
          <p:nvPr/>
        </p:nvGrpSpPr>
        <p:grpSpPr>
          <a:xfrm>
            <a:off x="4987743" y="5428128"/>
            <a:ext cx="5484477" cy="820272"/>
            <a:chOff x="3085018" y="1993894"/>
            <a:chExt cx="5484477" cy="713967"/>
          </a:xfrm>
        </p:grpSpPr>
        <p:sp>
          <p:nvSpPr>
            <p:cNvPr id="28" name="Round Same Side Corner Rectangle 27"/>
            <p:cNvSpPr/>
            <p:nvPr/>
          </p:nvSpPr>
          <p:spPr>
            <a:xfrm rot="5400000">
              <a:off x="5470273" y="-391360"/>
              <a:ext cx="713967" cy="5484476"/>
            </a:xfrm>
            <a:prstGeom prst="round2SameRect">
              <a:avLst/>
            </a:prstGeom>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sp>
        <p:sp>
          <p:nvSpPr>
            <p:cNvPr id="29" name="Round Same Side Corner Rectangle 4"/>
            <p:cNvSpPr/>
            <p:nvPr/>
          </p:nvSpPr>
          <p:spPr>
            <a:xfrm>
              <a:off x="3085018" y="1999616"/>
              <a:ext cx="5449623" cy="6442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85750" lvl="1" indent="-285750" defTabSz="622300">
                <a:lnSpc>
                  <a:spcPct val="90000"/>
                </a:lnSpc>
                <a:spcBef>
                  <a:spcPct val="0"/>
                </a:spcBef>
                <a:spcAft>
                  <a:spcPct val="15000"/>
                </a:spcAft>
                <a:buFont typeface="Arial" panose="020B0604020202020204" pitchFamily="34" charset="0"/>
                <a:buChar char="•"/>
              </a:pPr>
              <a:r>
                <a:rPr lang="en-US" sz="1600" dirty="0">
                  <a:solidFill>
                    <a:schemeClr val="tx1"/>
                  </a:solidFill>
                  <a:latin typeface="Arial" pitchFamily="34" charset="0"/>
                  <a:ea typeface="Arial Unicode MS" pitchFamily="34" charset="-128"/>
                  <a:cs typeface="Arial" pitchFamily="34" charset="0"/>
                </a:rPr>
                <a:t>Call is completed</a:t>
              </a:r>
            </a:p>
            <a:p>
              <a:pPr marL="285750" lvl="1" indent="-285750" defTabSz="622300">
                <a:lnSpc>
                  <a:spcPct val="90000"/>
                </a:lnSpc>
                <a:spcBef>
                  <a:spcPct val="0"/>
                </a:spcBef>
                <a:spcAft>
                  <a:spcPct val="15000"/>
                </a:spcAft>
                <a:buFont typeface="Arial" panose="020B0604020202020204" pitchFamily="34" charset="0"/>
                <a:buChar char="•"/>
              </a:pPr>
              <a:r>
                <a:rPr lang="en-US" sz="1600" dirty="0">
                  <a:solidFill>
                    <a:schemeClr val="tx1"/>
                  </a:solidFill>
                  <a:latin typeface="Arial" pitchFamily="34" charset="0"/>
                  <a:ea typeface="Arial Unicode MS" pitchFamily="34" charset="-128"/>
                  <a:cs typeface="Arial" pitchFamily="34" charset="0"/>
                </a:rPr>
                <a:t>All fields are locked and cannot be edited</a:t>
              </a:r>
            </a:p>
            <a:p>
              <a:pPr marL="285750" lvl="1" indent="-285750" defTabSz="622300">
                <a:lnSpc>
                  <a:spcPct val="90000"/>
                </a:lnSpc>
                <a:spcBef>
                  <a:spcPct val="0"/>
                </a:spcBef>
                <a:spcAft>
                  <a:spcPct val="15000"/>
                </a:spcAft>
                <a:buFont typeface="Arial" panose="020B0604020202020204" pitchFamily="34" charset="0"/>
                <a:buChar char="•"/>
              </a:pPr>
              <a:r>
                <a:rPr lang="en-US" sz="1600" dirty="0">
                  <a:solidFill>
                    <a:schemeClr val="tx1"/>
                  </a:solidFill>
                  <a:latin typeface="Arial" pitchFamily="34" charset="0"/>
                  <a:ea typeface="Arial Unicode MS" pitchFamily="34" charset="-128"/>
                  <a:cs typeface="Arial" pitchFamily="34" charset="0"/>
                </a:rPr>
                <a:t>Must be unlocked for further editing Submitted</a:t>
              </a:r>
            </a:p>
          </p:txBody>
        </p:sp>
      </p:grpSp>
      <p:pic>
        <p:nvPicPr>
          <p:cNvPr id="5" name="Picture 4">
            <a:extLst>
              <a:ext uri="{FF2B5EF4-FFF2-40B4-BE49-F238E27FC236}">
                <a16:creationId xmlns:a16="http://schemas.microsoft.com/office/drawing/2014/main" id="{83D3826C-6EDC-1577-FEF1-7A392FCBE7A8}"/>
              </a:ext>
            </a:extLst>
          </p:cNvPr>
          <p:cNvPicPr>
            <a:picLocks noChangeAspect="1"/>
          </p:cNvPicPr>
          <p:nvPr/>
        </p:nvPicPr>
        <p:blipFill>
          <a:blip r:embed="rId3"/>
          <a:stretch>
            <a:fillRect/>
          </a:stretch>
        </p:blipFill>
        <p:spPr>
          <a:xfrm>
            <a:off x="633247" y="848535"/>
            <a:ext cx="9677400" cy="226948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24</a:t>
            </a:fld>
            <a:endParaRPr lang="en-US" dirty="0"/>
          </a:p>
        </p:txBody>
      </p:sp>
      <p:sp>
        <p:nvSpPr>
          <p:cNvPr id="2" name="Title 1"/>
          <p:cNvSpPr>
            <a:spLocks noGrp="1"/>
          </p:cNvSpPr>
          <p:nvPr>
            <p:ph type="title" idx="4294967295"/>
          </p:nvPr>
        </p:nvSpPr>
        <p:spPr>
          <a:xfrm>
            <a:off x="1362223" y="259540"/>
            <a:ext cx="9144000" cy="479425"/>
          </a:xfrm>
        </p:spPr>
        <p:txBody>
          <a:bodyPr vert="horz" lIns="91440" tIns="45720" rIns="91440" bIns="45720" rtlCol="0" anchor="ctr">
            <a:noAutofit/>
          </a:bodyPr>
          <a:lstStyle/>
          <a:p>
            <a:r>
              <a:rPr lang="en-US" altLang="ja-JP" sz="2400" dirty="0">
                <a:solidFill>
                  <a:schemeClr val="tx1"/>
                </a:solidFill>
              </a:rPr>
              <a:t>Call Address</a:t>
            </a:r>
            <a:endParaRPr lang="ja-JP" altLang="en-US" sz="2400" dirty="0">
              <a:solidFill>
                <a:schemeClr val="tx1"/>
              </a:solidFill>
            </a:endParaRPr>
          </a:p>
        </p:txBody>
      </p:sp>
      <p:sp>
        <p:nvSpPr>
          <p:cNvPr id="6" name="TextBox 5"/>
          <p:cNvSpPr txBox="1"/>
          <p:nvPr/>
        </p:nvSpPr>
        <p:spPr>
          <a:xfrm>
            <a:off x="633247" y="1143000"/>
            <a:ext cx="9601200" cy="123726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Select address for the call from the address picklist</a:t>
            </a:r>
          </a:p>
          <a:p>
            <a:pPr marL="285750" indent="-285750">
              <a:buFont typeface="Wingdings" panose="05000000000000000000" pitchFamily="2" charset="2"/>
              <a:buChar char="v"/>
            </a:pPr>
            <a:endParaRPr lang="en-US" dirty="0">
              <a:latin typeface="Arial" pitchFamily="34" charset="0"/>
              <a:ea typeface="Arial Unicode MS" pitchFamily="34" charset="-128"/>
              <a:cs typeface="Arial" pitchFamily="34" charset="0"/>
            </a:endParaRPr>
          </a:p>
          <a:p>
            <a:pPr marL="742950" lvl="1" indent="-285750">
              <a:spcBef>
                <a:spcPct val="20000"/>
              </a:spcBef>
              <a:buFont typeface="Arial" pitchFamily="34" charset="0"/>
              <a:buChar char="–"/>
              <a:defRPr/>
            </a:pPr>
            <a:r>
              <a:rPr lang="en-US" sz="1600" dirty="0">
                <a:latin typeface="Arial" pitchFamily="34" charset="0"/>
                <a:ea typeface="Arial Unicode MS" pitchFamily="34" charset="-128"/>
                <a:cs typeface="Arial" pitchFamily="34" charset="0"/>
              </a:rPr>
              <a:t>Displays all active addresses for the selected account</a:t>
            </a:r>
          </a:p>
          <a:p>
            <a:pPr marL="742950" lvl="1" indent="-285750">
              <a:spcBef>
                <a:spcPct val="20000"/>
              </a:spcBef>
              <a:buFont typeface="Arial" pitchFamily="34" charset="0"/>
              <a:buChar char="–"/>
              <a:defRPr/>
            </a:pPr>
            <a:r>
              <a:rPr lang="en-US" sz="1600" dirty="0">
                <a:latin typeface="Arial" pitchFamily="34" charset="0"/>
                <a:ea typeface="Arial Unicode MS" pitchFamily="34" charset="-128"/>
                <a:cs typeface="Arial" pitchFamily="34" charset="0"/>
              </a:rPr>
              <a:t>Selected address will be set as the Preferred Address in the user’s TSF record</a:t>
            </a:r>
            <a:endParaRPr lang="en-US" sz="14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18CBA5C-B1E7-DE3C-5753-725D784116CB}"/>
              </a:ext>
            </a:extLst>
          </p:cNvPr>
          <p:cNvPicPr>
            <a:picLocks noChangeAspect="1"/>
          </p:cNvPicPr>
          <p:nvPr/>
        </p:nvPicPr>
        <p:blipFill>
          <a:blip r:embed="rId3"/>
          <a:stretch>
            <a:fillRect/>
          </a:stretch>
        </p:blipFill>
        <p:spPr>
          <a:xfrm>
            <a:off x="2362200" y="2608632"/>
            <a:ext cx="5772447" cy="3416476"/>
          </a:xfrm>
          <a:prstGeom prst="rect">
            <a:avLst/>
          </a:prstGeom>
        </p:spPr>
      </p:pic>
    </p:spTree>
    <p:extLst>
      <p:ext uri="{BB962C8B-B14F-4D97-AF65-F5344CB8AC3E}">
        <p14:creationId xmlns:p14="http://schemas.microsoft.com/office/powerpoint/2010/main" val="3065066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25</a:t>
            </a:fld>
            <a:endParaRPr lang="en-US" dirty="0"/>
          </a:p>
        </p:txBody>
      </p:sp>
      <p:sp>
        <p:nvSpPr>
          <p:cNvPr id="2" name="Title 1"/>
          <p:cNvSpPr>
            <a:spLocks noGrp="1"/>
          </p:cNvSpPr>
          <p:nvPr>
            <p:ph type="title" idx="4294967295"/>
          </p:nvPr>
        </p:nvSpPr>
        <p:spPr>
          <a:xfrm>
            <a:off x="1067816" y="336617"/>
            <a:ext cx="9144000" cy="479425"/>
          </a:xfrm>
        </p:spPr>
        <p:txBody>
          <a:bodyPr vert="horz" lIns="91440" tIns="45720" rIns="91440" bIns="45720" rtlCol="0" anchor="ctr">
            <a:noAutofit/>
          </a:bodyPr>
          <a:lstStyle/>
          <a:p>
            <a:r>
              <a:rPr lang="en-US" altLang="ja-JP" sz="2400" dirty="0">
                <a:solidFill>
                  <a:schemeClr val="tx1"/>
                </a:solidFill>
              </a:rPr>
              <a:t>Group Call Attendees</a:t>
            </a:r>
            <a:endParaRPr lang="ja-JP" altLang="en-US" sz="2400" dirty="0">
              <a:solidFill>
                <a:schemeClr val="tx1"/>
              </a:solidFill>
            </a:endParaRPr>
          </a:p>
        </p:txBody>
      </p:sp>
      <p:sp>
        <p:nvSpPr>
          <p:cNvPr id="6" name="TextBox 5"/>
          <p:cNvSpPr txBox="1"/>
          <p:nvPr/>
        </p:nvSpPr>
        <p:spPr>
          <a:xfrm>
            <a:off x="534416" y="1219200"/>
            <a:ext cx="102108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 list of all person Accounts affiliated through the Sphere of Influence and/or the Account Hierarchy with the selected business Account are available as potential attendees</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Search for other Accounts to add as attendees or create new Account</a:t>
            </a:r>
          </a:p>
        </p:txBody>
      </p:sp>
      <p:pic>
        <p:nvPicPr>
          <p:cNvPr id="8" name="Picture 7">
            <a:extLst>
              <a:ext uri="{FF2B5EF4-FFF2-40B4-BE49-F238E27FC236}">
                <a16:creationId xmlns:a16="http://schemas.microsoft.com/office/drawing/2014/main" id="{219EE1A7-DC8D-F664-9874-ED4BEC4EBF6A}"/>
              </a:ext>
            </a:extLst>
          </p:cNvPr>
          <p:cNvPicPr>
            <a:picLocks noChangeAspect="1"/>
          </p:cNvPicPr>
          <p:nvPr/>
        </p:nvPicPr>
        <p:blipFill>
          <a:blip r:embed="rId4"/>
          <a:stretch>
            <a:fillRect/>
          </a:stretch>
        </p:blipFill>
        <p:spPr>
          <a:xfrm>
            <a:off x="1295400" y="2868432"/>
            <a:ext cx="8484036" cy="2495678"/>
          </a:xfrm>
          <a:prstGeom prst="rect">
            <a:avLst/>
          </a:prstGeom>
        </p:spPr>
      </p:pic>
    </p:spTree>
    <p:extLst>
      <p:ext uri="{BB962C8B-B14F-4D97-AF65-F5344CB8AC3E}">
        <p14:creationId xmlns:p14="http://schemas.microsoft.com/office/powerpoint/2010/main" val="3451276266"/>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26</a:t>
            </a:fld>
            <a:endParaRPr lang="en-US" dirty="0"/>
          </a:p>
        </p:txBody>
      </p:sp>
      <p:sp>
        <p:nvSpPr>
          <p:cNvPr id="2" name="Title 1"/>
          <p:cNvSpPr>
            <a:spLocks noGrp="1"/>
          </p:cNvSpPr>
          <p:nvPr>
            <p:ph type="title" idx="4294967295"/>
          </p:nvPr>
        </p:nvSpPr>
        <p:spPr>
          <a:xfrm>
            <a:off x="1595785" y="301943"/>
            <a:ext cx="9144000" cy="479425"/>
          </a:xfrm>
        </p:spPr>
        <p:txBody>
          <a:bodyPr vert="horz" lIns="91440" tIns="45720" rIns="91440" bIns="45720" rtlCol="0" anchor="ctr">
            <a:noAutofit/>
          </a:bodyPr>
          <a:lstStyle/>
          <a:p>
            <a:r>
              <a:rPr lang="en-US" altLang="ja-JP" sz="2400" dirty="0">
                <a:solidFill>
                  <a:schemeClr val="tx1"/>
                </a:solidFill>
              </a:rPr>
              <a:t>Call Report - Attendees</a:t>
            </a:r>
            <a:endParaRPr lang="ja-JP" altLang="en-US" sz="2400" dirty="0">
              <a:solidFill>
                <a:schemeClr val="tx1"/>
              </a:solidFill>
            </a:endParaRPr>
          </a:p>
        </p:txBody>
      </p:sp>
      <p:sp>
        <p:nvSpPr>
          <p:cNvPr id="7" name="Rectangle 6"/>
          <p:cNvSpPr/>
          <p:nvPr/>
        </p:nvSpPr>
        <p:spPr>
          <a:xfrm>
            <a:off x="1981200" y="978201"/>
            <a:ext cx="4267200" cy="369332"/>
          </a:xfrm>
          <a:prstGeom prst="rect">
            <a:avLst/>
          </a:prstGeom>
          <a:noFill/>
        </p:spPr>
        <p:txBody>
          <a:bodyPr wrap="square" rtlCol="0">
            <a:spAutoFit/>
          </a:bodyPr>
          <a:lstStyle/>
          <a:p>
            <a:endParaRPr lang="en-US" dirty="0"/>
          </a:p>
        </p:txBody>
      </p:sp>
      <p:sp>
        <p:nvSpPr>
          <p:cNvPr id="8" name="TextBox 7"/>
          <p:cNvSpPr txBox="1"/>
          <p:nvPr/>
        </p:nvSpPr>
        <p:spPr>
          <a:xfrm>
            <a:off x="457200" y="1514728"/>
            <a:ext cx="73152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Separate call record is created for every attendee on the call.</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Call record for the business Account becomes the parent for each attendee call record</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To display Attendees </a:t>
            </a:r>
            <a:r>
              <a:rPr lang="en-US" dirty="0" err="1">
                <a:latin typeface="Arial" panose="020B0604020202020204" pitchFamily="34" charset="0"/>
                <a:cs typeface="Arial" panose="020B0604020202020204" pitchFamily="34" charset="0"/>
              </a:rPr>
              <a:t>zvod_attendees</a:t>
            </a:r>
            <a:r>
              <a:rPr lang="en-US" dirty="0">
                <a:latin typeface="Arial" panose="020B0604020202020204" pitchFamily="34" charset="0"/>
                <a:cs typeface="Arial" panose="020B0604020202020204" pitchFamily="34" charset="0"/>
              </a:rPr>
              <a:t> marker field is needed on the Call Report page layout, under attendees section</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Additional Section Signals:</a:t>
            </a:r>
          </a:p>
          <a:p>
            <a:pPr marL="742950" lvl="1"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--ns </a:t>
            </a:r>
            <a:r>
              <a:rPr lang="en-US" dirty="0">
                <a:latin typeface="Arial" panose="020B0604020202020204" pitchFamily="34" charset="0"/>
                <a:cs typeface="Arial" panose="020B0604020202020204" pitchFamily="34" charset="0"/>
              </a:rPr>
              <a:t>= Hides sampling radio buttons and corresponding labels</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ao</a:t>
            </a:r>
            <a:r>
              <a:rPr lang="en-US" dirty="0">
                <a:latin typeface="Arial" panose="020B0604020202020204" pitchFamily="34" charset="0"/>
                <a:cs typeface="Arial" panose="020B0604020202020204" pitchFamily="34" charset="0"/>
              </a:rPr>
              <a:t> = Makes attendees optional</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nnc</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Hides New Contact button</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su</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Displays User records when searching</a:t>
            </a:r>
            <a:endParaRPr lang="en-US" sz="1600" dirty="0">
              <a:latin typeface="Arial" pitchFamily="34" charset="0"/>
              <a:ea typeface="Arial Unicode MS" pitchFamily="34" charset="-128"/>
              <a:cs typeface="Arial" pitchFamily="34" charset="0"/>
            </a:endParaRPr>
          </a:p>
        </p:txBody>
      </p:sp>
      <p:pic>
        <p:nvPicPr>
          <p:cNvPr id="9" name="Picture 8">
            <a:extLst>
              <a:ext uri="{FF2B5EF4-FFF2-40B4-BE49-F238E27FC236}">
                <a16:creationId xmlns:a16="http://schemas.microsoft.com/office/drawing/2014/main" id="{66E14F6A-9AC7-61E7-CAFF-B9E675F6BCD6}"/>
              </a:ext>
            </a:extLst>
          </p:cNvPr>
          <p:cNvPicPr>
            <a:picLocks noChangeAspect="1"/>
          </p:cNvPicPr>
          <p:nvPr/>
        </p:nvPicPr>
        <p:blipFill>
          <a:blip r:embed="rId3"/>
          <a:stretch>
            <a:fillRect/>
          </a:stretch>
        </p:blipFill>
        <p:spPr>
          <a:xfrm>
            <a:off x="7620000" y="1837387"/>
            <a:ext cx="4419603" cy="3048000"/>
          </a:xfrm>
          <a:prstGeom prst="rect">
            <a:avLst/>
          </a:prstGeom>
        </p:spPr>
      </p:pic>
    </p:spTree>
    <p:extLst>
      <p:ext uri="{BB962C8B-B14F-4D97-AF65-F5344CB8AC3E}">
        <p14:creationId xmlns:p14="http://schemas.microsoft.com/office/powerpoint/2010/main" val="3612478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27</a:t>
            </a:fld>
            <a:endParaRPr lang="en-US" dirty="0"/>
          </a:p>
        </p:txBody>
      </p:sp>
      <p:sp>
        <p:nvSpPr>
          <p:cNvPr id="2" name="Title 1"/>
          <p:cNvSpPr>
            <a:spLocks noGrp="1"/>
          </p:cNvSpPr>
          <p:nvPr>
            <p:ph type="title" idx="4294967295"/>
          </p:nvPr>
        </p:nvSpPr>
        <p:spPr>
          <a:xfrm>
            <a:off x="1586111" y="282363"/>
            <a:ext cx="9144000" cy="479425"/>
          </a:xfrm>
        </p:spPr>
        <p:txBody>
          <a:bodyPr vert="horz" lIns="91440" tIns="45720" rIns="91440" bIns="45720" rtlCol="0" anchor="ctr">
            <a:noAutofit/>
          </a:bodyPr>
          <a:lstStyle/>
          <a:p>
            <a:r>
              <a:rPr lang="en-US" altLang="ja-JP" sz="2400" dirty="0">
                <a:solidFill>
                  <a:schemeClr val="tx1"/>
                </a:solidFill>
              </a:rPr>
              <a:t>Attendee Specific Fields</a:t>
            </a:r>
            <a:endParaRPr lang="ja-JP" altLang="en-US" sz="2400" dirty="0">
              <a:solidFill>
                <a:schemeClr val="tx1"/>
              </a:solidFill>
            </a:endParaRPr>
          </a:p>
        </p:txBody>
      </p:sp>
      <p:sp>
        <p:nvSpPr>
          <p:cNvPr id="8" name="Rectangle 7"/>
          <p:cNvSpPr/>
          <p:nvPr/>
        </p:nvSpPr>
        <p:spPr>
          <a:xfrm>
            <a:off x="1828800" y="999399"/>
            <a:ext cx="8658623" cy="369332"/>
          </a:xfrm>
          <a:prstGeom prst="rect">
            <a:avLst/>
          </a:prstGeom>
          <a:noFill/>
        </p:spPr>
        <p:txBody>
          <a:bodyPr wrap="square" rtlCol="0">
            <a:spAutoFit/>
          </a:bodyPr>
          <a:lstStyle/>
          <a:p>
            <a:endParaRPr lang="en-US" dirty="0"/>
          </a:p>
        </p:txBody>
      </p:sp>
      <p:sp>
        <p:nvSpPr>
          <p:cNvPr id="7" name="Rectangle 6"/>
          <p:cNvSpPr/>
          <p:nvPr/>
        </p:nvSpPr>
        <p:spPr>
          <a:xfrm>
            <a:off x="381000" y="1183710"/>
            <a:ext cx="10591799" cy="1930144"/>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VEEVA provides the ability to enter information specific to each attendee call record on a </a:t>
            </a:r>
          </a:p>
          <a:p>
            <a:pPr>
              <a:lnSpc>
                <a:spcPct val="107000"/>
              </a:lnSpc>
              <a:spcAft>
                <a:spcPts val="800"/>
              </a:spcAft>
            </a:pPr>
            <a:r>
              <a:rPr lang="en-US" dirty="0">
                <a:latin typeface="Arial" panose="020B0604020202020204" pitchFamily="34" charset="0"/>
                <a:ea typeface="Calibri" panose="020F0502020204030204" pitchFamily="34" charset="0"/>
                <a:cs typeface="Arial" panose="020B0604020202020204" pitchFamily="34" charset="0"/>
              </a:rPr>
              <a:t>group call</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Admin need to create a section on the call page layout and with the --</a:t>
            </a:r>
            <a:r>
              <a:rPr lang="en-US" b="1" dirty="0">
                <a:latin typeface="Arial" panose="020B0604020202020204" pitchFamily="34" charset="0"/>
                <a:ea typeface="Calibri" panose="020F0502020204030204" pitchFamily="34" charset="0"/>
                <a:cs typeface="Arial" panose="020B0604020202020204" pitchFamily="34" charset="0"/>
              </a:rPr>
              <a:t>asf</a:t>
            </a:r>
            <a:r>
              <a:rPr lang="en-US" dirty="0">
                <a:latin typeface="Arial" panose="020B0604020202020204" pitchFamily="34" charset="0"/>
                <a:ea typeface="Calibri" panose="020F0502020204030204" pitchFamily="34" charset="0"/>
                <a:cs typeface="Arial" panose="020B0604020202020204" pitchFamily="34" charset="0"/>
              </a:rPr>
              <a:t> section signal</a:t>
            </a: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Add attendee specific fields as needed in the same section</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Renders section for each attendee</a:t>
            </a:r>
          </a:p>
        </p:txBody>
      </p:sp>
      <p:pic>
        <p:nvPicPr>
          <p:cNvPr id="9" name="Picture 8">
            <a:extLst>
              <a:ext uri="{FF2B5EF4-FFF2-40B4-BE49-F238E27FC236}">
                <a16:creationId xmlns:a16="http://schemas.microsoft.com/office/drawing/2014/main" id="{DBBD1104-01BC-09BE-060B-4D4C1864A474}"/>
              </a:ext>
            </a:extLst>
          </p:cNvPr>
          <p:cNvPicPr>
            <a:picLocks noChangeAspect="1"/>
          </p:cNvPicPr>
          <p:nvPr/>
        </p:nvPicPr>
        <p:blipFill>
          <a:blip r:embed="rId3"/>
          <a:stretch>
            <a:fillRect/>
          </a:stretch>
        </p:blipFill>
        <p:spPr>
          <a:xfrm>
            <a:off x="2444583" y="3230527"/>
            <a:ext cx="6464632" cy="2844946"/>
          </a:xfrm>
          <a:prstGeom prst="rect">
            <a:avLst/>
          </a:prstGeom>
        </p:spPr>
      </p:pic>
      <p:sp>
        <p:nvSpPr>
          <p:cNvPr id="11" name="Rectangle 10"/>
          <p:cNvSpPr/>
          <p:nvPr/>
        </p:nvSpPr>
        <p:spPr>
          <a:xfrm>
            <a:off x="2590800" y="5562600"/>
            <a:ext cx="2438400" cy="45720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307444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28</a:t>
            </a:fld>
            <a:endParaRPr lang="en-US" dirty="0"/>
          </a:p>
        </p:txBody>
      </p:sp>
      <p:sp>
        <p:nvSpPr>
          <p:cNvPr id="2" name="Title 1"/>
          <p:cNvSpPr>
            <a:spLocks noGrp="1"/>
          </p:cNvSpPr>
          <p:nvPr>
            <p:ph type="title" idx="4294967295"/>
          </p:nvPr>
        </p:nvSpPr>
        <p:spPr>
          <a:xfrm>
            <a:off x="1371600" y="234525"/>
            <a:ext cx="9144000" cy="479425"/>
          </a:xfrm>
        </p:spPr>
        <p:txBody>
          <a:bodyPr vert="horz" lIns="91440" tIns="45720" rIns="91440" bIns="45720" rtlCol="0" anchor="ctr">
            <a:noAutofit/>
          </a:bodyPr>
          <a:lstStyle/>
          <a:p>
            <a:r>
              <a:rPr lang="en-US" altLang="ja-JP" sz="2400" dirty="0">
                <a:solidFill>
                  <a:schemeClr val="tx1"/>
                </a:solidFill>
              </a:rPr>
              <a:t>Product Details</a:t>
            </a:r>
            <a:endParaRPr lang="ja-JP" altLang="en-US" sz="2400" dirty="0">
              <a:solidFill>
                <a:schemeClr val="tx1"/>
              </a:solidFill>
            </a:endParaRPr>
          </a:p>
        </p:txBody>
      </p:sp>
      <p:sp>
        <p:nvSpPr>
          <p:cNvPr id="6" name="Rectangle 5"/>
          <p:cNvSpPr/>
          <p:nvPr/>
        </p:nvSpPr>
        <p:spPr>
          <a:xfrm>
            <a:off x="1772403" y="1420585"/>
            <a:ext cx="3900714" cy="369332"/>
          </a:xfrm>
          <a:prstGeom prst="rect">
            <a:avLst/>
          </a:prstGeom>
          <a:noFill/>
        </p:spPr>
        <p:txBody>
          <a:bodyPr wrap="square" rtlCol="0">
            <a:spAutoFit/>
          </a:bodyPr>
          <a:lstStyle/>
          <a:p>
            <a:endParaRPr lang="en-US" dirty="0"/>
          </a:p>
        </p:txBody>
      </p:sp>
      <p:sp>
        <p:nvSpPr>
          <p:cNvPr id="3" name="Rectangle 2"/>
          <p:cNvSpPr/>
          <p:nvPr/>
        </p:nvSpPr>
        <p:spPr>
          <a:xfrm>
            <a:off x="361196" y="975244"/>
            <a:ext cx="10058401" cy="2343077"/>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Allows users to indicate which products were detailed and in what order</a:t>
            </a: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User’s My Setup controls which detail products are available for selection</a:t>
            </a: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The sequence of product details is determined by the order in which the user selects them. The user may also explicitly reorder the details using arrow buttons (online) or drag and drop (offline platforms).</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Products inserted automatically create a corresponding line in the Product Discussions and Key Messages sections</a:t>
            </a:r>
          </a:p>
        </p:txBody>
      </p:sp>
      <p:sp>
        <p:nvSpPr>
          <p:cNvPr id="8" name="Rectangle 7"/>
          <p:cNvSpPr/>
          <p:nvPr/>
        </p:nvSpPr>
        <p:spPr>
          <a:xfrm>
            <a:off x="5791994" y="4876800"/>
            <a:ext cx="6096000" cy="1323439"/>
          </a:xfrm>
          <a:prstGeom prst="rect">
            <a:avLst/>
          </a:prstGeom>
          <a:ln>
            <a:solidFill>
              <a:schemeClr val="accent6"/>
            </a:solidFill>
          </a:ln>
        </p:spPr>
        <p:txBody>
          <a:bodyPr>
            <a:spAutoFit/>
          </a:bodyPr>
          <a:lstStyle/>
          <a:p>
            <a:pPr marL="285750"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Products marked as “</a:t>
            </a:r>
            <a:r>
              <a:rPr lang="en-US" sz="1600" b="1" dirty="0">
                <a:latin typeface="Arial" pitchFamily="34" charset="0"/>
                <a:ea typeface="Arial Unicode MS" pitchFamily="34" charset="-128"/>
                <a:cs typeface="Arial" pitchFamily="34" charset="0"/>
              </a:rPr>
              <a:t>Favorites</a:t>
            </a:r>
            <a:r>
              <a:rPr lang="en-US" sz="1600" dirty="0">
                <a:latin typeface="Arial" pitchFamily="34" charset="0"/>
                <a:ea typeface="Arial Unicode MS" pitchFamily="34" charset="-128"/>
                <a:cs typeface="Arial" pitchFamily="34" charset="0"/>
              </a:rPr>
              <a:t>” in My Setup will display by default under specified Detail Groups</a:t>
            </a:r>
          </a:p>
          <a:p>
            <a:pPr marL="285750"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Products into categories based on an understanding of the essential properties and relationships between them. </a:t>
            </a:r>
          </a:p>
          <a:p>
            <a:pPr marL="285750"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Products not in a Detail Group will be listed under Common.</a:t>
            </a:r>
          </a:p>
        </p:txBody>
      </p:sp>
      <p:pic>
        <p:nvPicPr>
          <p:cNvPr id="12" name="Picture 11">
            <a:extLst>
              <a:ext uri="{FF2B5EF4-FFF2-40B4-BE49-F238E27FC236}">
                <a16:creationId xmlns:a16="http://schemas.microsoft.com/office/drawing/2014/main" id="{7CA39A8C-BC74-2305-8902-5BE6DBF8A8B4}"/>
              </a:ext>
            </a:extLst>
          </p:cNvPr>
          <p:cNvPicPr>
            <a:picLocks noChangeAspect="1"/>
          </p:cNvPicPr>
          <p:nvPr/>
        </p:nvPicPr>
        <p:blipFill>
          <a:blip r:embed="rId3"/>
          <a:stretch>
            <a:fillRect/>
          </a:stretch>
        </p:blipFill>
        <p:spPr>
          <a:xfrm>
            <a:off x="4305296" y="3222750"/>
            <a:ext cx="6629401" cy="1585362"/>
          </a:xfrm>
          <a:prstGeom prst="rect">
            <a:avLst/>
          </a:prstGeom>
        </p:spPr>
      </p:pic>
      <p:sp>
        <p:nvSpPr>
          <p:cNvPr id="11" name="Rectangle 10"/>
          <p:cNvSpPr/>
          <p:nvPr/>
        </p:nvSpPr>
        <p:spPr>
          <a:xfrm>
            <a:off x="8495506" y="3878270"/>
            <a:ext cx="808170" cy="404170"/>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6ABC1A48-3CF5-EA7D-54A0-69331ABFFBB7}"/>
              </a:ext>
            </a:extLst>
          </p:cNvPr>
          <p:cNvPicPr>
            <a:picLocks noChangeAspect="1"/>
          </p:cNvPicPr>
          <p:nvPr/>
        </p:nvPicPr>
        <p:blipFill>
          <a:blip r:embed="rId4"/>
          <a:stretch>
            <a:fillRect/>
          </a:stretch>
        </p:blipFill>
        <p:spPr>
          <a:xfrm>
            <a:off x="556769" y="4286430"/>
            <a:ext cx="4929631" cy="1797142"/>
          </a:xfrm>
          <a:prstGeom prst="rect">
            <a:avLst/>
          </a:prstGeom>
        </p:spPr>
      </p:pic>
      <p:cxnSp>
        <p:nvCxnSpPr>
          <p:cNvPr id="13" name="Straight Arrow Connector 12"/>
          <p:cNvCxnSpPr>
            <a:cxnSpLocks/>
          </p:cNvCxnSpPr>
          <p:nvPr/>
        </p:nvCxnSpPr>
        <p:spPr>
          <a:xfrm flipH="1">
            <a:off x="4038600" y="4195869"/>
            <a:ext cx="4456906" cy="62331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48517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29</a:t>
            </a:fld>
            <a:endParaRPr lang="en-US" dirty="0"/>
          </a:p>
        </p:txBody>
      </p:sp>
      <p:sp>
        <p:nvSpPr>
          <p:cNvPr id="2" name="Title 1"/>
          <p:cNvSpPr>
            <a:spLocks noGrp="1"/>
          </p:cNvSpPr>
          <p:nvPr>
            <p:ph type="title" idx="4294967295"/>
          </p:nvPr>
        </p:nvSpPr>
        <p:spPr>
          <a:xfrm>
            <a:off x="1295400" y="251936"/>
            <a:ext cx="9144000" cy="479425"/>
          </a:xfrm>
        </p:spPr>
        <p:txBody>
          <a:bodyPr vert="horz" lIns="91440" tIns="45720" rIns="91440" bIns="45720" rtlCol="0" anchor="ctr">
            <a:noAutofit/>
          </a:bodyPr>
          <a:lstStyle/>
          <a:p>
            <a:r>
              <a:rPr lang="en-US" altLang="ja-JP" sz="1700" dirty="0"/>
              <a:t>Key </a:t>
            </a:r>
            <a:r>
              <a:rPr lang="en-US" altLang="ja-JP" sz="2400" dirty="0">
                <a:solidFill>
                  <a:schemeClr val="tx1"/>
                </a:solidFill>
              </a:rPr>
              <a:t>Messages Configuration</a:t>
            </a:r>
            <a:endParaRPr lang="ja-JP" altLang="en-US" sz="2400" dirty="0">
              <a:solidFill>
                <a:schemeClr val="tx1"/>
              </a:solidFill>
            </a:endParaRPr>
          </a:p>
        </p:txBody>
      </p:sp>
      <p:sp>
        <p:nvSpPr>
          <p:cNvPr id="6" name="Rectangle 5"/>
          <p:cNvSpPr/>
          <p:nvPr/>
        </p:nvSpPr>
        <p:spPr>
          <a:xfrm>
            <a:off x="2243215" y="990600"/>
            <a:ext cx="7807194" cy="369332"/>
          </a:xfrm>
          <a:prstGeom prst="rect">
            <a:avLst/>
          </a:prstGeom>
          <a:noFill/>
        </p:spPr>
        <p:txBody>
          <a:bodyPr wrap="square" rtlCol="0">
            <a:spAutoFit/>
          </a:bodyPr>
          <a:lstStyle/>
          <a:p>
            <a:r>
              <a:rPr lang="en-US" dirty="0"/>
              <a:t> </a:t>
            </a:r>
          </a:p>
        </p:txBody>
      </p:sp>
      <p:sp>
        <p:nvSpPr>
          <p:cNvPr id="9" name="Rectangle 8"/>
          <p:cNvSpPr/>
          <p:nvPr/>
        </p:nvSpPr>
        <p:spPr>
          <a:xfrm>
            <a:off x="4724530" y="5541672"/>
            <a:ext cx="2362070" cy="738664"/>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General Key Messages not related to a product can be displayed</a:t>
            </a:r>
          </a:p>
        </p:txBody>
      </p:sp>
      <p:sp>
        <p:nvSpPr>
          <p:cNvPr id="10" name="Rectangle 9"/>
          <p:cNvSpPr/>
          <p:nvPr/>
        </p:nvSpPr>
        <p:spPr>
          <a:xfrm>
            <a:off x="7269490" y="5501966"/>
            <a:ext cx="3169910" cy="954107"/>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Hide the Reaction field by removing visibility to the field on the Call Key Message object via Field Level Security</a:t>
            </a:r>
          </a:p>
        </p:txBody>
      </p:sp>
      <p:sp>
        <p:nvSpPr>
          <p:cNvPr id="11" name="Rectangle 10"/>
          <p:cNvSpPr/>
          <p:nvPr/>
        </p:nvSpPr>
        <p:spPr>
          <a:xfrm>
            <a:off x="2057400" y="5522894"/>
            <a:ext cx="2484240" cy="954107"/>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Key Messages associated with each product detailed are automatically added to Call Report</a:t>
            </a:r>
          </a:p>
        </p:txBody>
      </p:sp>
      <p:sp>
        <p:nvSpPr>
          <p:cNvPr id="3" name="Rectangle 2"/>
          <p:cNvSpPr/>
          <p:nvPr/>
        </p:nvSpPr>
        <p:spPr>
          <a:xfrm>
            <a:off x="533400" y="929880"/>
            <a:ext cx="10896599" cy="1564083"/>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Branded marketing messages associated with product strategies and product tactics</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Key messages are usually determined by Marketing team and approved by Legal</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To enable Key Messages, place the </a:t>
            </a:r>
            <a:r>
              <a:rPr lang="en-US" b="1" dirty="0">
                <a:latin typeface="Arial" panose="020B0604020202020204" pitchFamily="34" charset="0"/>
                <a:ea typeface="Calibri" panose="020F0502020204030204" pitchFamily="34" charset="0"/>
                <a:cs typeface="Arial" panose="020B0604020202020204" pitchFamily="34" charset="0"/>
              </a:rPr>
              <a:t>zvod_key_messages</a:t>
            </a:r>
            <a:r>
              <a:rPr lang="en-US" dirty="0">
                <a:latin typeface="Arial" panose="020B0604020202020204" pitchFamily="34" charset="0"/>
                <a:ea typeface="Calibri" panose="020F0502020204030204" pitchFamily="34" charset="0"/>
                <a:cs typeface="Arial" panose="020B0604020202020204" pitchFamily="34" charset="0"/>
              </a:rPr>
              <a:t> marker field on the Call page </a:t>
            </a:r>
          </a:p>
          <a:p>
            <a:pPr>
              <a:lnSpc>
                <a:spcPct val="107000"/>
              </a:lnSpc>
              <a:spcAft>
                <a:spcPts val="800"/>
              </a:spcAft>
            </a:pPr>
            <a:r>
              <a:rPr lang="en-US" dirty="0">
                <a:latin typeface="Arial" panose="020B0604020202020204" pitchFamily="34" charset="0"/>
                <a:ea typeface="Calibri" panose="020F0502020204030204" pitchFamily="34" charset="0"/>
                <a:cs typeface="Arial" panose="020B0604020202020204" pitchFamily="34" charset="0"/>
              </a:rPr>
              <a:t>layout</a:t>
            </a:r>
          </a:p>
        </p:txBody>
      </p:sp>
      <p:pic>
        <p:nvPicPr>
          <p:cNvPr id="16" name="Picture 15">
            <a:extLst>
              <a:ext uri="{FF2B5EF4-FFF2-40B4-BE49-F238E27FC236}">
                <a16:creationId xmlns:a16="http://schemas.microsoft.com/office/drawing/2014/main" id="{19F28337-A991-0B67-DBEC-9161E4DB69A1}"/>
              </a:ext>
            </a:extLst>
          </p:cNvPr>
          <p:cNvPicPr>
            <a:picLocks noChangeAspect="1"/>
          </p:cNvPicPr>
          <p:nvPr/>
        </p:nvPicPr>
        <p:blipFill>
          <a:blip r:embed="rId3"/>
          <a:stretch>
            <a:fillRect/>
          </a:stretch>
        </p:blipFill>
        <p:spPr>
          <a:xfrm>
            <a:off x="914400" y="2441327"/>
            <a:ext cx="10345512" cy="2883048"/>
          </a:xfrm>
          <a:prstGeom prst="rect">
            <a:avLst/>
          </a:prstGeom>
        </p:spPr>
      </p:pic>
      <p:cxnSp>
        <p:nvCxnSpPr>
          <p:cNvPr id="12" name="Straight Arrow Connector 11"/>
          <p:cNvCxnSpPr>
            <a:cxnSpLocks/>
            <a:stCxn id="11" idx="0"/>
          </p:cNvCxnSpPr>
          <p:nvPr/>
        </p:nvCxnSpPr>
        <p:spPr>
          <a:xfrm flipH="1" flipV="1">
            <a:off x="3048000" y="3810000"/>
            <a:ext cx="251520" cy="171289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a:stCxn id="9" idx="0"/>
          </p:cNvCxnSpPr>
          <p:nvPr/>
        </p:nvCxnSpPr>
        <p:spPr>
          <a:xfrm flipH="1" flipV="1">
            <a:off x="4541640" y="3200400"/>
            <a:ext cx="1363925" cy="2341272"/>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a:stCxn id="10" idx="0"/>
          </p:cNvCxnSpPr>
          <p:nvPr/>
        </p:nvCxnSpPr>
        <p:spPr>
          <a:xfrm flipV="1">
            <a:off x="8854445" y="4547859"/>
            <a:ext cx="289555" cy="954107"/>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4277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30</a:t>
            </a:fld>
            <a:endParaRPr lang="en-US" dirty="0"/>
          </a:p>
        </p:txBody>
      </p:sp>
      <p:sp>
        <p:nvSpPr>
          <p:cNvPr id="2" name="Title 1"/>
          <p:cNvSpPr>
            <a:spLocks noGrp="1"/>
          </p:cNvSpPr>
          <p:nvPr>
            <p:ph type="title" idx="4294967295"/>
          </p:nvPr>
        </p:nvSpPr>
        <p:spPr>
          <a:xfrm>
            <a:off x="1632230" y="194443"/>
            <a:ext cx="9144000" cy="479425"/>
          </a:xfrm>
        </p:spPr>
        <p:txBody>
          <a:bodyPr vert="horz" lIns="91440" tIns="45720" rIns="91440" bIns="45720" rtlCol="0" anchor="ctr">
            <a:noAutofit/>
          </a:bodyPr>
          <a:lstStyle/>
          <a:p>
            <a:r>
              <a:rPr lang="en-US" altLang="ja-JP" sz="2400" dirty="0">
                <a:solidFill>
                  <a:schemeClr val="tx1"/>
                </a:solidFill>
              </a:rPr>
              <a:t>Key Messages</a:t>
            </a:r>
            <a:endParaRPr lang="ja-JP" altLang="en-US" sz="2400" dirty="0">
              <a:solidFill>
                <a:schemeClr val="tx1"/>
              </a:solidFill>
            </a:endParaRPr>
          </a:p>
        </p:txBody>
      </p:sp>
      <p:sp>
        <p:nvSpPr>
          <p:cNvPr id="7" name="Rectangle 6"/>
          <p:cNvSpPr/>
          <p:nvPr/>
        </p:nvSpPr>
        <p:spPr>
          <a:xfrm>
            <a:off x="1894708" y="1154668"/>
            <a:ext cx="3379882" cy="369332"/>
          </a:xfrm>
          <a:prstGeom prst="rect">
            <a:avLst/>
          </a:prstGeom>
          <a:noFill/>
        </p:spPr>
        <p:txBody>
          <a:bodyPr wrap="square" rtlCol="0">
            <a:spAutoFit/>
          </a:bodyPr>
          <a:lstStyle/>
          <a:p>
            <a:endParaRPr lang="en-US" dirty="0"/>
          </a:p>
        </p:txBody>
      </p:sp>
      <p:sp>
        <p:nvSpPr>
          <p:cNvPr id="8" name="Rectangle 7"/>
          <p:cNvSpPr/>
          <p:nvPr/>
        </p:nvSpPr>
        <p:spPr>
          <a:xfrm>
            <a:off x="1907218" y="3767344"/>
            <a:ext cx="3579182" cy="369332"/>
          </a:xfrm>
          <a:prstGeom prst="rect">
            <a:avLst/>
          </a:prstGeom>
          <a:noFill/>
        </p:spPr>
        <p:txBody>
          <a:bodyPr wrap="square" rtlCol="0">
            <a:spAutoFit/>
          </a:bodyPr>
          <a:lstStyle/>
          <a:p>
            <a:endParaRPr lang="en-US" dirty="0"/>
          </a:p>
        </p:txBody>
      </p:sp>
      <p:sp>
        <p:nvSpPr>
          <p:cNvPr id="12" name="Rectangle 11"/>
          <p:cNvSpPr/>
          <p:nvPr/>
        </p:nvSpPr>
        <p:spPr>
          <a:xfrm>
            <a:off x="8669324" y="4519833"/>
            <a:ext cx="2273097" cy="1384995"/>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Go to Product Catalog to indicate whether a Key Message is required when a product is detailed via the Require Key Message On Detail checkbox.</a:t>
            </a:r>
          </a:p>
        </p:txBody>
      </p:sp>
      <p:sp>
        <p:nvSpPr>
          <p:cNvPr id="3" name="Rectangle 2"/>
          <p:cNvSpPr/>
          <p:nvPr/>
        </p:nvSpPr>
        <p:spPr>
          <a:xfrm>
            <a:off x="426719" y="808419"/>
            <a:ext cx="10566400" cy="766172"/>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To create a new key message and associate with a product, go to: </a:t>
            </a:r>
          </a:p>
          <a:p>
            <a:pPr marL="285750" indent="-285750">
              <a:lnSpc>
                <a:spcPct val="107000"/>
              </a:lnSpc>
              <a:spcAft>
                <a:spcPts val="800"/>
              </a:spcAft>
              <a:buFont typeface="Arial" panose="020B0604020202020204" pitchFamily="34" charset="0"/>
              <a:buChar char="•"/>
            </a:pPr>
            <a:r>
              <a:rPr lang="en-US" b="1" dirty="0">
                <a:latin typeface="Arial" panose="020B0604020202020204" pitchFamily="34" charset="0"/>
                <a:ea typeface="Calibri" panose="020F0502020204030204" pitchFamily="34" charset="0"/>
                <a:cs typeface="Arial" panose="020B0604020202020204" pitchFamily="34" charset="0"/>
              </a:rPr>
              <a:t>All Tabs &gt; Key Messages</a:t>
            </a:r>
            <a:endParaRPr lang="en-US" dirty="0">
              <a:latin typeface="Arial" panose="020B0604020202020204" pitchFamily="34" charset="0"/>
              <a:ea typeface="Calibri" panose="020F0502020204030204" pitchFamily="34" charset="0"/>
              <a:cs typeface="Arial" panose="020B0604020202020204" pitchFamily="34" charset="0"/>
            </a:endParaRPr>
          </a:p>
        </p:txBody>
      </p:sp>
      <p:sp>
        <p:nvSpPr>
          <p:cNvPr id="13" name="Rectangle 12"/>
          <p:cNvSpPr/>
          <p:nvPr/>
        </p:nvSpPr>
        <p:spPr>
          <a:xfrm>
            <a:off x="462279" y="3690493"/>
            <a:ext cx="8001001" cy="388696"/>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Product Catalogs can be created from: </a:t>
            </a:r>
            <a:r>
              <a:rPr lang="en-US" b="1" dirty="0">
                <a:latin typeface="Arial" panose="020B0604020202020204" pitchFamily="34" charset="0"/>
                <a:ea typeface="Calibri" panose="020F0502020204030204" pitchFamily="34" charset="0"/>
                <a:cs typeface="Arial" panose="020B0604020202020204" pitchFamily="34" charset="0"/>
              </a:rPr>
              <a:t>All Tabs &gt; Product Catalog</a:t>
            </a:r>
            <a:endParaRPr lang="en-US" dirty="0">
              <a:latin typeface="Arial" panose="020B0604020202020204" pitchFamily="34" charset="0"/>
              <a:ea typeface="Calibri" panose="020F050202020403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E43C45A9-73C4-AED3-8548-C45DE35C6407}"/>
              </a:ext>
            </a:extLst>
          </p:cNvPr>
          <p:cNvPicPr>
            <a:picLocks noChangeAspect="1"/>
          </p:cNvPicPr>
          <p:nvPr/>
        </p:nvPicPr>
        <p:blipFill>
          <a:blip r:embed="rId3"/>
          <a:stretch>
            <a:fillRect/>
          </a:stretch>
        </p:blipFill>
        <p:spPr>
          <a:xfrm>
            <a:off x="1524000" y="1565337"/>
            <a:ext cx="8160169" cy="2073156"/>
          </a:xfrm>
          <a:prstGeom prst="rect">
            <a:avLst/>
          </a:prstGeom>
        </p:spPr>
      </p:pic>
      <p:pic>
        <p:nvPicPr>
          <p:cNvPr id="15" name="Picture 14">
            <a:extLst>
              <a:ext uri="{FF2B5EF4-FFF2-40B4-BE49-F238E27FC236}">
                <a16:creationId xmlns:a16="http://schemas.microsoft.com/office/drawing/2014/main" id="{FD8BD778-BE15-0F7D-9D40-57C17C1F253B}"/>
              </a:ext>
            </a:extLst>
          </p:cNvPr>
          <p:cNvPicPr>
            <a:picLocks noChangeAspect="1"/>
          </p:cNvPicPr>
          <p:nvPr/>
        </p:nvPicPr>
        <p:blipFill>
          <a:blip r:embed="rId4"/>
          <a:stretch>
            <a:fillRect/>
          </a:stretch>
        </p:blipFill>
        <p:spPr>
          <a:xfrm>
            <a:off x="1227630" y="4099194"/>
            <a:ext cx="6361991" cy="894357"/>
          </a:xfrm>
          <a:prstGeom prst="rect">
            <a:avLst/>
          </a:prstGeom>
        </p:spPr>
      </p:pic>
      <p:pic>
        <p:nvPicPr>
          <p:cNvPr id="18" name="Picture 17">
            <a:extLst>
              <a:ext uri="{FF2B5EF4-FFF2-40B4-BE49-F238E27FC236}">
                <a16:creationId xmlns:a16="http://schemas.microsoft.com/office/drawing/2014/main" id="{671C797B-2B39-B93E-2714-B47391036FBF}"/>
              </a:ext>
            </a:extLst>
          </p:cNvPr>
          <p:cNvPicPr>
            <a:picLocks noChangeAspect="1"/>
          </p:cNvPicPr>
          <p:nvPr/>
        </p:nvPicPr>
        <p:blipFill>
          <a:blip r:embed="rId5"/>
          <a:stretch>
            <a:fillRect/>
          </a:stretch>
        </p:blipFill>
        <p:spPr>
          <a:xfrm>
            <a:off x="1942792" y="4993551"/>
            <a:ext cx="6011370" cy="1412110"/>
          </a:xfrm>
          <a:prstGeom prst="rect">
            <a:avLst/>
          </a:prstGeom>
        </p:spPr>
      </p:pic>
      <p:cxnSp>
        <p:nvCxnSpPr>
          <p:cNvPr id="17" name="Straight Arrow Connector 16"/>
          <p:cNvCxnSpPr>
            <a:cxnSpLocks/>
            <a:stCxn id="12" idx="1"/>
          </p:cNvCxnSpPr>
          <p:nvPr/>
        </p:nvCxnSpPr>
        <p:spPr>
          <a:xfrm flipH="1">
            <a:off x="2712821" y="5212331"/>
            <a:ext cx="5956503" cy="692497"/>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6283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31</a:t>
            </a:fld>
            <a:endParaRPr lang="en-US" dirty="0"/>
          </a:p>
        </p:txBody>
      </p:sp>
      <p:sp>
        <p:nvSpPr>
          <p:cNvPr id="2" name="Title 1"/>
          <p:cNvSpPr>
            <a:spLocks noGrp="1"/>
          </p:cNvSpPr>
          <p:nvPr>
            <p:ph type="title" idx="4294967295"/>
          </p:nvPr>
        </p:nvSpPr>
        <p:spPr>
          <a:xfrm>
            <a:off x="1524000" y="251316"/>
            <a:ext cx="9144000" cy="479425"/>
          </a:xfrm>
        </p:spPr>
        <p:txBody>
          <a:bodyPr vert="horz" lIns="91440" tIns="45720" rIns="91440" bIns="45720" rtlCol="0" anchor="ctr">
            <a:noAutofit/>
          </a:bodyPr>
          <a:lstStyle/>
          <a:p>
            <a:r>
              <a:rPr lang="en-US" altLang="ja-JP" sz="2400" dirty="0">
                <a:solidFill>
                  <a:schemeClr val="tx1"/>
                </a:solidFill>
              </a:rPr>
              <a:t>Sample and Promotional Items</a:t>
            </a:r>
            <a:endParaRPr lang="ja-JP" altLang="en-US" sz="2400" dirty="0">
              <a:solidFill>
                <a:schemeClr val="tx1"/>
              </a:solidFill>
            </a:endParaRPr>
          </a:p>
        </p:txBody>
      </p:sp>
      <p:sp>
        <p:nvSpPr>
          <p:cNvPr id="7" name="Rectangle 6"/>
          <p:cNvSpPr/>
          <p:nvPr/>
        </p:nvSpPr>
        <p:spPr>
          <a:xfrm>
            <a:off x="1894708" y="1154668"/>
            <a:ext cx="3379882" cy="369332"/>
          </a:xfrm>
          <a:prstGeom prst="rect">
            <a:avLst/>
          </a:prstGeom>
          <a:noFill/>
        </p:spPr>
        <p:txBody>
          <a:bodyPr wrap="square" rtlCol="0">
            <a:spAutoFit/>
          </a:bodyPr>
          <a:lstStyle/>
          <a:p>
            <a:endParaRPr lang="en-US" dirty="0"/>
          </a:p>
        </p:txBody>
      </p:sp>
      <p:sp>
        <p:nvSpPr>
          <p:cNvPr id="3" name="Rectangle 2"/>
          <p:cNvSpPr/>
          <p:nvPr/>
        </p:nvSpPr>
        <p:spPr>
          <a:xfrm>
            <a:off x="430520" y="881620"/>
            <a:ext cx="10566400" cy="766172"/>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Allow users to indicate which sample, BRC or Promotional item was provided to the </a:t>
            </a:r>
          </a:p>
          <a:p>
            <a:pPr>
              <a:lnSpc>
                <a:spcPct val="107000"/>
              </a:lnSpc>
              <a:spcAft>
                <a:spcPts val="800"/>
              </a:spcAft>
            </a:pPr>
            <a:r>
              <a:rPr lang="en-US" dirty="0">
                <a:latin typeface="Arial" panose="020B0604020202020204" pitchFamily="34" charset="0"/>
                <a:ea typeface="Calibri" panose="020F0502020204030204" pitchFamily="34" charset="0"/>
                <a:cs typeface="Arial" panose="020B0604020202020204" pitchFamily="34" charset="0"/>
              </a:rPr>
              <a:t>HCP during the interaction</a:t>
            </a:r>
          </a:p>
        </p:txBody>
      </p:sp>
      <p:sp>
        <p:nvSpPr>
          <p:cNvPr id="14" name="Rectangle 13"/>
          <p:cNvSpPr/>
          <p:nvPr/>
        </p:nvSpPr>
        <p:spPr>
          <a:xfrm>
            <a:off x="1524001" y="5108010"/>
            <a:ext cx="2273097" cy="307777"/>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Sample product name</a:t>
            </a:r>
          </a:p>
        </p:txBody>
      </p:sp>
      <p:sp>
        <p:nvSpPr>
          <p:cNvPr id="15" name="Rectangle 14"/>
          <p:cNvSpPr/>
          <p:nvPr/>
        </p:nvSpPr>
        <p:spPr>
          <a:xfrm>
            <a:off x="4659536" y="5261899"/>
            <a:ext cx="2273097" cy="307777"/>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Quantity of disbursement</a:t>
            </a:r>
          </a:p>
        </p:txBody>
      </p:sp>
      <p:sp>
        <p:nvSpPr>
          <p:cNvPr id="16" name="Rectangle 15"/>
          <p:cNvSpPr/>
          <p:nvPr/>
        </p:nvSpPr>
        <p:spPr>
          <a:xfrm>
            <a:off x="8394903" y="5052729"/>
            <a:ext cx="2273097" cy="307777"/>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Recipient HCP</a:t>
            </a:r>
          </a:p>
        </p:txBody>
      </p:sp>
      <p:pic>
        <p:nvPicPr>
          <p:cNvPr id="8" name="Picture 7">
            <a:extLst>
              <a:ext uri="{FF2B5EF4-FFF2-40B4-BE49-F238E27FC236}">
                <a16:creationId xmlns:a16="http://schemas.microsoft.com/office/drawing/2014/main" id="{91303D5C-4CB9-4C12-91D2-4427F743184E}"/>
              </a:ext>
            </a:extLst>
          </p:cNvPr>
          <p:cNvPicPr>
            <a:picLocks noChangeAspect="1"/>
          </p:cNvPicPr>
          <p:nvPr/>
        </p:nvPicPr>
        <p:blipFill>
          <a:blip r:embed="rId3"/>
          <a:stretch>
            <a:fillRect/>
          </a:stretch>
        </p:blipFill>
        <p:spPr>
          <a:xfrm>
            <a:off x="1295400" y="1848144"/>
            <a:ext cx="9372600" cy="2787793"/>
          </a:xfrm>
          <a:prstGeom prst="rect">
            <a:avLst/>
          </a:prstGeom>
        </p:spPr>
      </p:pic>
      <p:cxnSp>
        <p:nvCxnSpPr>
          <p:cNvPr id="21" name="Straight Arrow Connector 20"/>
          <p:cNvCxnSpPr>
            <a:cxnSpLocks/>
          </p:cNvCxnSpPr>
          <p:nvPr/>
        </p:nvCxnSpPr>
        <p:spPr>
          <a:xfrm flipH="1" flipV="1">
            <a:off x="7156993" y="4447388"/>
            <a:ext cx="1237910" cy="605341"/>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p:cNvCxnSpPr>
          <p:nvPr/>
        </p:nvCxnSpPr>
        <p:spPr>
          <a:xfrm flipH="1" flipV="1">
            <a:off x="5632786" y="4447388"/>
            <a:ext cx="550957" cy="812732"/>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flipV="1">
            <a:off x="2503161" y="4343400"/>
            <a:ext cx="544839" cy="744657"/>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7964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32</a:t>
            </a:fld>
            <a:endParaRPr lang="en-US" dirty="0"/>
          </a:p>
        </p:txBody>
      </p:sp>
      <p:sp>
        <p:nvSpPr>
          <p:cNvPr id="2" name="Title 1"/>
          <p:cNvSpPr>
            <a:spLocks noGrp="1"/>
          </p:cNvSpPr>
          <p:nvPr>
            <p:ph type="title" idx="4294967295"/>
          </p:nvPr>
        </p:nvSpPr>
        <p:spPr>
          <a:xfrm>
            <a:off x="1295400" y="401845"/>
            <a:ext cx="9144000" cy="479425"/>
          </a:xfrm>
        </p:spPr>
        <p:txBody>
          <a:bodyPr vert="horz" lIns="91440" tIns="45720" rIns="91440" bIns="45720" rtlCol="0" anchor="ctr">
            <a:noAutofit/>
          </a:bodyPr>
          <a:lstStyle/>
          <a:p>
            <a:r>
              <a:rPr lang="en-US" altLang="ja-JP" sz="2400" dirty="0">
                <a:solidFill>
                  <a:schemeClr val="tx1"/>
                </a:solidFill>
              </a:rPr>
              <a:t>Pre-Call and Next Call Notes</a:t>
            </a:r>
            <a:endParaRPr lang="ja-JP" altLang="en-US" sz="2400" dirty="0">
              <a:solidFill>
                <a:schemeClr val="tx1"/>
              </a:solidFill>
            </a:endParaRPr>
          </a:p>
        </p:txBody>
      </p:sp>
      <p:sp>
        <p:nvSpPr>
          <p:cNvPr id="7" name="TextBox 6"/>
          <p:cNvSpPr txBox="1"/>
          <p:nvPr/>
        </p:nvSpPr>
        <p:spPr>
          <a:xfrm>
            <a:off x="457199" y="1196847"/>
            <a:ext cx="11506200" cy="141577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Next Call Notes recorded on a call will automatically appear in the Pre-Call Notes section </a:t>
            </a:r>
          </a:p>
          <a:p>
            <a:r>
              <a:rPr lang="en-US" dirty="0">
                <a:latin typeface="Arial" panose="020B0604020202020204" pitchFamily="34" charset="0"/>
                <a:cs typeface="Arial" panose="020B0604020202020204" pitchFamily="34" charset="0"/>
              </a:rPr>
              <a:t>for the next call.</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My Schedule also includes Pre-Call Notes functionality</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Gives insight into the activities or action items that were recorded on the previous call</a:t>
            </a:r>
          </a:p>
        </p:txBody>
      </p:sp>
      <p:sp>
        <p:nvSpPr>
          <p:cNvPr id="9" name="Rectangle 8"/>
          <p:cNvSpPr/>
          <p:nvPr/>
        </p:nvSpPr>
        <p:spPr>
          <a:xfrm>
            <a:off x="3499484" y="4884334"/>
            <a:ext cx="2243600" cy="893783"/>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Use FLS to hide Pre Call Notes from the Call &amp; My Schedule.</a:t>
            </a:r>
          </a:p>
        </p:txBody>
      </p:sp>
      <p:sp>
        <p:nvSpPr>
          <p:cNvPr id="10" name="Rectangle 9"/>
          <p:cNvSpPr/>
          <p:nvPr/>
        </p:nvSpPr>
        <p:spPr>
          <a:xfrm>
            <a:off x="7961484" y="4884334"/>
            <a:ext cx="2243600" cy="893783"/>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Remove Next Call Notes from the page layout to hide the field.</a:t>
            </a:r>
          </a:p>
        </p:txBody>
      </p:sp>
      <p:pic>
        <p:nvPicPr>
          <p:cNvPr id="6" name="Picture 5">
            <a:extLst>
              <a:ext uri="{FF2B5EF4-FFF2-40B4-BE49-F238E27FC236}">
                <a16:creationId xmlns:a16="http://schemas.microsoft.com/office/drawing/2014/main" id="{F20B3EE1-DCC1-DCE0-5955-6B4E8553C322}"/>
              </a:ext>
            </a:extLst>
          </p:cNvPr>
          <p:cNvPicPr>
            <a:picLocks noChangeAspect="1"/>
          </p:cNvPicPr>
          <p:nvPr/>
        </p:nvPicPr>
        <p:blipFill>
          <a:blip r:embed="rId3"/>
          <a:stretch>
            <a:fillRect/>
          </a:stretch>
        </p:blipFill>
        <p:spPr>
          <a:xfrm>
            <a:off x="609600" y="2877880"/>
            <a:ext cx="10972800" cy="1200212"/>
          </a:xfrm>
          <a:prstGeom prst="rect">
            <a:avLst/>
          </a:prstGeom>
        </p:spPr>
      </p:pic>
      <p:cxnSp>
        <p:nvCxnSpPr>
          <p:cNvPr id="11" name="Straight Arrow Connector 10"/>
          <p:cNvCxnSpPr>
            <a:cxnSpLocks/>
            <a:stCxn id="9" idx="0"/>
          </p:cNvCxnSpPr>
          <p:nvPr/>
        </p:nvCxnSpPr>
        <p:spPr>
          <a:xfrm flipH="1" flipV="1">
            <a:off x="4495800" y="3962400"/>
            <a:ext cx="125484" cy="92193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a:stCxn id="10" idx="0"/>
          </p:cNvCxnSpPr>
          <p:nvPr/>
        </p:nvCxnSpPr>
        <p:spPr>
          <a:xfrm flipV="1">
            <a:off x="9083284" y="3962400"/>
            <a:ext cx="441716" cy="92193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5441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33</a:t>
            </a:fld>
            <a:endParaRPr lang="en-US" dirty="0"/>
          </a:p>
        </p:txBody>
      </p:sp>
      <p:sp>
        <p:nvSpPr>
          <p:cNvPr id="2" name="Title 1"/>
          <p:cNvSpPr>
            <a:spLocks noGrp="1"/>
          </p:cNvSpPr>
          <p:nvPr>
            <p:ph type="title" idx="4294967295"/>
          </p:nvPr>
        </p:nvSpPr>
        <p:spPr>
          <a:xfrm>
            <a:off x="1524000" y="304800"/>
            <a:ext cx="9144000" cy="479425"/>
          </a:xfrm>
        </p:spPr>
        <p:txBody>
          <a:bodyPr vert="horz" lIns="91440" tIns="45720" rIns="91440" bIns="45720" rtlCol="0" anchor="ctr">
            <a:noAutofit/>
          </a:bodyPr>
          <a:lstStyle/>
          <a:p>
            <a:r>
              <a:rPr lang="en-US" altLang="ja-JP" sz="2400" dirty="0">
                <a:solidFill>
                  <a:schemeClr val="tx1"/>
                </a:solidFill>
              </a:rPr>
              <a:t>More Actions</a:t>
            </a:r>
            <a:endParaRPr lang="ja-JP" altLang="en-US" sz="2400" dirty="0">
              <a:solidFill>
                <a:schemeClr val="tx1"/>
              </a:solidFill>
            </a:endParaRPr>
          </a:p>
        </p:txBody>
      </p:sp>
      <p:sp>
        <p:nvSpPr>
          <p:cNvPr id="3" name="Rectangle 2"/>
          <p:cNvSpPr/>
          <p:nvPr/>
        </p:nvSpPr>
        <p:spPr>
          <a:xfrm>
            <a:off x="457199" y="1197487"/>
            <a:ext cx="10871200" cy="1860446"/>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A button and dropdown menu called More Actions can be added to the Call Report page </a:t>
            </a:r>
          </a:p>
          <a:p>
            <a:pPr>
              <a:lnSpc>
                <a:spcPct val="107000"/>
              </a:lnSpc>
              <a:spcAft>
                <a:spcPts val="800"/>
              </a:spcAft>
            </a:pPr>
            <a:r>
              <a:rPr lang="en-US" dirty="0">
                <a:latin typeface="Arial" panose="020B0604020202020204" pitchFamily="34" charset="0"/>
                <a:ea typeface="Calibri" panose="020F0502020204030204" pitchFamily="34" charset="0"/>
                <a:cs typeface="Arial" panose="020B0604020202020204" pitchFamily="34" charset="0"/>
              </a:rPr>
              <a:t>layout</a:t>
            </a:r>
          </a:p>
          <a:p>
            <a:pPr marL="285750" indent="-285750">
              <a:lnSpc>
                <a:spcPct val="107000"/>
              </a:lnSpc>
              <a:spcAft>
                <a:spcPts val="800"/>
              </a:spcAft>
              <a:buFont typeface="Arial" panose="020B0604020202020204" pitchFamily="34" charset="0"/>
              <a:buChar char="•"/>
            </a:pPr>
            <a:endParaRPr lang="en-US"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Allow users to create a new Medical Inquiry, Order or Inventory Monitoring, and Send Approved Email directly from a Call Report</a:t>
            </a:r>
          </a:p>
        </p:txBody>
      </p:sp>
      <p:pic>
        <p:nvPicPr>
          <p:cNvPr id="8" name="Picture 7">
            <a:extLst>
              <a:ext uri="{FF2B5EF4-FFF2-40B4-BE49-F238E27FC236}">
                <a16:creationId xmlns:a16="http://schemas.microsoft.com/office/drawing/2014/main" id="{C97E6A4B-9C0F-0DEA-33CA-BC9EA74C165D}"/>
              </a:ext>
            </a:extLst>
          </p:cNvPr>
          <p:cNvPicPr>
            <a:picLocks noChangeAspect="1"/>
          </p:cNvPicPr>
          <p:nvPr/>
        </p:nvPicPr>
        <p:blipFill>
          <a:blip r:embed="rId3"/>
          <a:stretch>
            <a:fillRect/>
          </a:stretch>
        </p:blipFill>
        <p:spPr>
          <a:xfrm>
            <a:off x="2438400" y="3276600"/>
            <a:ext cx="6331275" cy="2159111"/>
          </a:xfrm>
          <a:prstGeom prst="rect">
            <a:avLst/>
          </a:prstGeom>
        </p:spPr>
      </p:pic>
    </p:spTree>
    <p:extLst>
      <p:ext uri="{BB962C8B-B14F-4D97-AF65-F5344CB8AC3E}">
        <p14:creationId xmlns:p14="http://schemas.microsoft.com/office/powerpoint/2010/main" val="2154934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34</a:t>
            </a:fld>
            <a:endParaRPr lang="en-US" dirty="0"/>
          </a:p>
        </p:txBody>
      </p:sp>
      <p:sp>
        <p:nvSpPr>
          <p:cNvPr id="2" name="Title 1"/>
          <p:cNvSpPr>
            <a:spLocks noGrp="1"/>
          </p:cNvSpPr>
          <p:nvPr>
            <p:ph type="title" idx="4294967295"/>
          </p:nvPr>
        </p:nvSpPr>
        <p:spPr>
          <a:xfrm>
            <a:off x="1219200" y="229235"/>
            <a:ext cx="9144000" cy="479425"/>
          </a:xfrm>
        </p:spPr>
        <p:txBody>
          <a:bodyPr vert="horz" lIns="91440" tIns="45720" rIns="91440" bIns="45720" rtlCol="0" anchor="ctr">
            <a:noAutofit/>
          </a:bodyPr>
          <a:lstStyle/>
          <a:p>
            <a:r>
              <a:rPr lang="en-US" altLang="ja-JP" sz="2400" dirty="0"/>
              <a:t>Call </a:t>
            </a:r>
            <a:r>
              <a:rPr lang="en-US" altLang="ja-JP" sz="2400" dirty="0">
                <a:solidFill>
                  <a:schemeClr val="tx1"/>
                </a:solidFill>
              </a:rPr>
              <a:t>Submission Cut Off Date</a:t>
            </a:r>
            <a:endParaRPr lang="ja-JP" altLang="en-US" sz="2400" dirty="0">
              <a:solidFill>
                <a:schemeClr val="tx1"/>
              </a:solidFill>
            </a:endParaRPr>
          </a:p>
        </p:txBody>
      </p:sp>
      <p:sp>
        <p:nvSpPr>
          <p:cNvPr id="6" name="Rectangle 5"/>
          <p:cNvSpPr/>
          <p:nvPr/>
        </p:nvSpPr>
        <p:spPr>
          <a:xfrm>
            <a:off x="1752600" y="1115886"/>
            <a:ext cx="8763000" cy="369332"/>
          </a:xfrm>
          <a:prstGeom prst="rect">
            <a:avLst/>
          </a:prstGeom>
          <a:noFill/>
        </p:spPr>
        <p:txBody>
          <a:bodyPr wrap="square" rtlCol="0">
            <a:spAutoFit/>
          </a:bodyPr>
          <a:lstStyle/>
          <a:p>
            <a:endParaRPr lang="en-US" dirty="0"/>
          </a:p>
        </p:txBody>
      </p:sp>
      <p:sp>
        <p:nvSpPr>
          <p:cNvPr id="8" name="Rectangle 7"/>
          <p:cNvSpPr/>
          <p:nvPr/>
        </p:nvSpPr>
        <p:spPr>
          <a:xfrm>
            <a:off x="426719" y="935811"/>
            <a:ext cx="11099799" cy="1564083"/>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Configure a cutoff date for call submission. Prevents users from submitting calls </a:t>
            </a:r>
          </a:p>
          <a:p>
            <a:pPr>
              <a:lnSpc>
                <a:spcPct val="107000"/>
              </a:lnSpc>
              <a:spcAft>
                <a:spcPts val="800"/>
              </a:spcAft>
            </a:pPr>
            <a:r>
              <a:rPr lang="en-US" dirty="0">
                <a:latin typeface="Arial" panose="020B0604020202020204" pitchFamily="34" charset="0"/>
                <a:ea typeface="Calibri" panose="020F0502020204030204" pitchFamily="34" charset="0"/>
                <a:cs typeface="Arial" panose="020B0604020202020204" pitchFamily="34" charset="0"/>
              </a:rPr>
              <a:t>recorded in the previous month after a set date in the current month</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Configure the Call Submission Monthly Window VEEVA Message</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Syntax: Month, Day;</a:t>
            </a:r>
          </a:p>
        </p:txBody>
      </p:sp>
      <p:pic>
        <p:nvPicPr>
          <p:cNvPr id="12" name="Picture 11">
            <a:extLst>
              <a:ext uri="{FF2B5EF4-FFF2-40B4-BE49-F238E27FC236}">
                <a16:creationId xmlns:a16="http://schemas.microsoft.com/office/drawing/2014/main" id="{64ED186C-BB01-B0FA-D1A5-5C7AAD64C57D}"/>
              </a:ext>
            </a:extLst>
          </p:cNvPr>
          <p:cNvPicPr>
            <a:picLocks noChangeAspect="1"/>
          </p:cNvPicPr>
          <p:nvPr/>
        </p:nvPicPr>
        <p:blipFill>
          <a:blip r:embed="rId3"/>
          <a:stretch>
            <a:fillRect/>
          </a:stretch>
        </p:blipFill>
        <p:spPr>
          <a:xfrm>
            <a:off x="619072" y="3531395"/>
            <a:ext cx="10953858" cy="2564606"/>
          </a:xfrm>
          <a:prstGeom prst="rect">
            <a:avLst/>
          </a:prstGeom>
        </p:spPr>
      </p:pic>
      <p:pic>
        <p:nvPicPr>
          <p:cNvPr id="14" name="Picture 13">
            <a:extLst>
              <a:ext uri="{FF2B5EF4-FFF2-40B4-BE49-F238E27FC236}">
                <a16:creationId xmlns:a16="http://schemas.microsoft.com/office/drawing/2014/main" id="{8AEE6D29-3222-EB57-6937-6C7F22EDECCA}"/>
              </a:ext>
            </a:extLst>
          </p:cNvPr>
          <p:cNvPicPr>
            <a:picLocks noChangeAspect="1"/>
          </p:cNvPicPr>
          <p:nvPr/>
        </p:nvPicPr>
        <p:blipFill>
          <a:blip r:embed="rId4"/>
          <a:stretch>
            <a:fillRect/>
          </a:stretch>
        </p:blipFill>
        <p:spPr>
          <a:xfrm>
            <a:off x="619072" y="2690001"/>
            <a:ext cx="10953858" cy="768389"/>
          </a:xfrm>
          <a:prstGeom prst="rect">
            <a:avLst/>
          </a:prstGeom>
        </p:spPr>
      </p:pic>
    </p:spTree>
    <p:extLst>
      <p:ext uri="{BB962C8B-B14F-4D97-AF65-F5344CB8AC3E}">
        <p14:creationId xmlns:p14="http://schemas.microsoft.com/office/powerpoint/2010/main" val="4272891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35</a:t>
            </a:fld>
            <a:endParaRPr lang="en-US" dirty="0"/>
          </a:p>
        </p:txBody>
      </p:sp>
      <p:sp>
        <p:nvSpPr>
          <p:cNvPr id="2" name="Title 1"/>
          <p:cNvSpPr>
            <a:spLocks noGrp="1"/>
          </p:cNvSpPr>
          <p:nvPr>
            <p:ph type="title" idx="4294967295"/>
          </p:nvPr>
        </p:nvSpPr>
        <p:spPr>
          <a:xfrm>
            <a:off x="1371600" y="229235"/>
            <a:ext cx="9144000" cy="479425"/>
          </a:xfrm>
        </p:spPr>
        <p:txBody>
          <a:bodyPr vert="horz" lIns="91440" tIns="45720" rIns="91440" bIns="45720" rtlCol="0" anchor="ctr">
            <a:noAutofit/>
          </a:bodyPr>
          <a:lstStyle/>
          <a:p>
            <a:r>
              <a:rPr lang="en-US" altLang="ja-JP" sz="2400" dirty="0"/>
              <a:t>Call </a:t>
            </a:r>
            <a:r>
              <a:rPr lang="en-US" altLang="ja-JP" sz="2400" dirty="0">
                <a:solidFill>
                  <a:schemeClr val="tx1"/>
                </a:solidFill>
              </a:rPr>
              <a:t>Conflict Warning</a:t>
            </a:r>
            <a:endParaRPr lang="ja-JP" altLang="en-US" sz="2400" dirty="0">
              <a:solidFill>
                <a:schemeClr val="tx1"/>
              </a:solidFill>
            </a:endParaRPr>
          </a:p>
        </p:txBody>
      </p:sp>
      <p:sp>
        <p:nvSpPr>
          <p:cNvPr id="7" name="TextBox 6"/>
          <p:cNvSpPr txBox="1"/>
          <p:nvPr/>
        </p:nvSpPr>
        <p:spPr>
          <a:xfrm>
            <a:off x="401320" y="914400"/>
            <a:ext cx="110490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To avoid call planning conflicts, display a warning sign according to different call conflict </a:t>
            </a:r>
          </a:p>
          <a:p>
            <a:r>
              <a:rPr lang="en-US" dirty="0">
                <a:latin typeface="Arial" panose="020B0604020202020204" pitchFamily="34" charset="0"/>
                <a:cs typeface="Arial" panose="020B0604020202020204" pitchFamily="34" charset="0"/>
              </a:rPr>
              <a:t>date thresholds</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Helps identify calls on accounts for which other calls have already been scheduled within a </a:t>
            </a:r>
          </a:p>
          <a:p>
            <a:r>
              <a:rPr lang="en-US" dirty="0">
                <a:latin typeface="Arial" panose="020B0604020202020204" pitchFamily="34" charset="0"/>
                <a:cs typeface="Arial" panose="020B0604020202020204" pitchFamily="34" charset="0"/>
              </a:rPr>
              <a:t>specified time period</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Warning is visible on My Schedule and within a Call Report</a:t>
            </a:r>
          </a:p>
        </p:txBody>
      </p:sp>
      <p:pic>
        <p:nvPicPr>
          <p:cNvPr id="6" name="Picture 5">
            <a:extLst>
              <a:ext uri="{FF2B5EF4-FFF2-40B4-BE49-F238E27FC236}">
                <a16:creationId xmlns:a16="http://schemas.microsoft.com/office/drawing/2014/main" id="{0FFD045A-24E0-3A7A-9931-94A3033A92F6}"/>
              </a:ext>
            </a:extLst>
          </p:cNvPr>
          <p:cNvPicPr>
            <a:picLocks noChangeAspect="1"/>
          </p:cNvPicPr>
          <p:nvPr/>
        </p:nvPicPr>
        <p:blipFill>
          <a:blip r:embed="rId3"/>
          <a:stretch>
            <a:fillRect/>
          </a:stretch>
        </p:blipFill>
        <p:spPr>
          <a:xfrm>
            <a:off x="609600" y="3056806"/>
            <a:ext cx="10871200" cy="3115394"/>
          </a:xfrm>
          <a:prstGeom prst="rect">
            <a:avLst/>
          </a:prstGeom>
        </p:spPr>
      </p:pic>
    </p:spTree>
    <p:extLst>
      <p:ext uri="{BB962C8B-B14F-4D97-AF65-F5344CB8AC3E}">
        <p14:creationId xmlns:p14="http://schemas.microsoft.com/office/powerpoint/2010/main" val="1265939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36</a:t>
            </a:fld>
            <a:endParaRPr lang="en-US" dirty="0"/>
          </a:p>
        </p:txBody>
      </p:sp>
      <p:sp>
        <p:nvSpPr>
          <p:cNvPr id="2" name="Title 1"/>
          <p:cNvSpPr>
            <a:spLocks noGrp="1"/>
          </p:cNvSpPr>
          <p:nvPr>
            <p:ph type="title" idx="4294967295"/>
          </p:nvPr>
        </p:nvSpPr>
        <p:spPr>
          <a:xfrm>
            <a:off x="1686561" y="307227"/>
            <a:ext cx="9144000" cy="479425"/>
          </a:xfrm>
        </p:spPr>
        <p:txBody>
          <a:bodyPr vert="horz" lIns="91440" tIns="45720" rIns="91440" bIns="45720" rtlCol="0" anchor="ctr">
            <a:noAutofit/>
          </a:bodyPr>
          <a:lstStyle/>
          <a:p>
            <a:r>
              <a:rPr lang="en-US" altLang="ja-JP" sz="2400" dirty="0">
                <a:solidFill>
                  <a:schemeClr val="tx1"/>
                </a:solidFill>
              </a:rPr>
              <a:t>Call Conflict Warning Configuration</a:t>
            </a:r>
            <a:endParaRPr lang="ja-JP" altLang="en-US" sz="2400" dirty="0">
              <a:solidFill>
                <a:schemeClr val="tx1"/>
              </a:solidFill>
            </a:endParaRPr>
          </a:p>
        </p:txBody>
      </p:sp>
      <p:sp>
        <p:nvSpPr>
          <p:cNvPr id="6" name="Rectangle 5"/>
          <p:cNvSpPr/>
          <p:nvPr/>
        </p:nvSpPr>
        <p:spPr>
          <a:xfrm>
            <a:off x="1676401" y="1141443"/>
            <a:ext cx="8839200" cy="369332"/>
          </a:xfrm>
          <a:prstGeom prst="rect">
            <a:avLst/>
          </a:prstGeom>
          <a:noFill/>
        </p:spPr>
        <p:txBody>
          <a:bodyPr wrap="square" rtlCol="0">
            <a:spAutoFit/>
          </a:bodyPr>
          <a:lstStyle/>
          <a:p>
            <a:endParaRPr lang="en-US" dirty="0"/>
          </a:p>
        </p:txBody>
      </p:sp>
      <p:sp>
        <p:nvSpPr>
          <p:cNvPr id="3" name="Rectangle 2"/>
          <p:cNvSpPr/>
          <p:nvPr/>
        </p:nvSpPr>
        <p:spPr>
          <a:xfrm>
            <a:off x="633247" y="1326109"/>
            <a:ext cx="9829801" cy="3187860"/>
          </a:xfrm>
          <a:prstGeom prst="rect">
            <a:avLst/>
          </a:prstGeom>
        </p:spPr>
        <p:txBody>
          <a:bodyPr wrap="square">
            <a:spAutoFit/>
          </a:bodyPr>
          <a:lstStyle/>
          <a:p>
            <a:pPr marL="342900" indent="-342900">
              <a:lnSpc>
                <a:spcPct val="107000"/>
              </a:lnSpc>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Add the zvod_Call_Conflict_Status_vod field to the desired Call Report Page Layouts</a:t>
            </a:r>
          </a:p>
          <a:p>
            <a:pPr marL="342900" indent="-342900">
              <a:lnSpc>
                <a:spcPct val="107000"/>
              </a:lnSpc>
              <a:buFont typeface="Symbol" panose="05050102010706020507" pitchFamily="18" charset="2"/>
              <a:buChar char=""/>
            </a:pPr>
            <a:endParaRPr lang="en-US"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Set the </a:t>
            </a:r>
            <a:r>
              <a:rPr lang="en-US" dirty="0" err="1">
                <a:latin typeface="Arial" panose="020B0604020202020204" pitchFamily="34" charset="0"/>
                <a:ea typeface="Calibri" panose="020F0502020204030204" pitchFamily="34" charset="0"/>
                <a:cs typeface="Arial" panose="020B0604020202020204" pitchFamily="34" charset="0"/>
              </a:rPr>
              <a:t>Call_ScheduleConflict_Threshold_vod</a:t>
            </a:r>
            <a:r>
              <a:rPr lang="en-US" dirty="0">
                <a:latin typeface="Arial" panose="020B0604020202020204" pitchFamily="34" charset="0"/>
                <a:ea typeface="Calibri" panose="020F0502020204030204" pitchFamily="34" charset="0"/>
                <a:cs typeface="Arial" panose="020B0604020202020204" pitchFamily="34" charset="0"/>
              </a:rPr>
              <a:t> VEEVA Setting to the desired value</a:t>
            </a:r>
          </a:p>
          <a:p>
            <a:pPr marL="342900" indent="-342900">
              <a:lnSpc>
                <a:spcPct val="107000"/>
              </a:lnSpc>
              <a:buFont typeface="Symbol" panose="05050102010706020507" pitchFamily="18" charset="2"/>
              <a:buChar char=""/>
            </a:pPr>
            <a:endParaRPr lang="en-US"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Value must be between 0 and 3:</a:t>
            </a:r>
          </a:p>
          <a:p>
            <a:pPr marL="742950" lvl="1" indent="-285750">
              <a:lnSpc>
                <a:spcPct val="107000"/>
              </a:lnSpc>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0 = no conflict control</a:t>
            </a:r>
          </a:p>
          <a:p>
            <a:pPr marL="742950" lvl="1" indent="-285750">
              <a:lnSpc>
                <a:spcPct val="107000"/>
              </a:lnSpc>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1 = system checks if another call is present on the selected date</a:t>
            </a:r>
          </a:p>
          <a:p>
            <a:pPr marL="742950" lvl="1" indent="-285750">
              <a:lnSpc>
                <a:spcPct val="107000"/>
              </a:lnSpc>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2 = system checks if another call is present 1 day before or after the selected date</a:t>
            </a:r>
          </a:p>
          <a:p>
            <a:pPr marL="742950" lvl="1" indent="-285750">
              <a:lnSpc>
                <a:spcPct val="107000"/>
              </a:lnSpc>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3 = system checks if another call is present within 2 days before or after the selected date</a:t>
            </a:r>
          </a:p>
          <a:p>
            <a:pPr marL="742950" lvl="1" indent="-285750">
              <a:lnSpc>
                <a:spcPct val="107000"/>
              </a:lnSpc>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spcAft>
                <a:spcPts val="80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This feature is supported on the online and offline platforms</a:t>
            </a:r>
          </a:p>
        </p:txBody>
      </p:sp>
    </p:spTree>
    <p:extLst>
      <p:ext uri="{BB962C8B-B14F-4D97-AF65-F5344CB8AC3E}">
        <p14:creationId xmlns:p14="http://schemas.microsoft.com/office/powerpoint/2010/main" val="1743837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E8E07199-B81F-8A66-2B03-A5A5DBB3A9ED}"/>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37</a:t>
            </a:fld>
            <a:endParaRPr lang="en-US" dirty="0"/>
          </a:p>
        </p:txBody>
      </p:sp>
      <p:sp>
        <p:nvSpPr>
          <p:cNvPr id="6" name="Rectangle 5"/>
          <p:cNvSpPr/>
          <p:nvPr/>
        </p:nvSpPr>
        <p:spPr>
          <a:xfrm>
            <a:off x="685800" y="2971800"/>
            <a:ext cx="8524724"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a:r>
              <a:rPr lang="en-US" sz="3600" b="1" dirty="0">
                <a:solidFill>
                  <a:srgbClr val="00718F"/>
                </a:solidFill>
                <a:latin typeface="Arial" panose="020B0604020202020204" pitchFamily="34" charset="0"/>
                <a:cs typeface="Arial" panose="020B0604020202020204" pitchFamily="34" charset="0"/>
              </a:rPr>
              <a:t>Configuration of Call </a:t>
            </a:r>
          </a:p>
          <a:p>
            <a:pPr marL="0" lvl="1"/>
            <a:r>
              <a:rPr lang="en-US" sz="3600" b="1" dirty="0">
                <a:solidFill>
                  <a:srgbClr val="00718F"/>
                </a:solidFill>
                <a:latin typeface="Arial" panose="020B0604020202020204" pitchFamily="34" charset="0"/>
                <a:cs typeface="Arial" panose="020B0604020202020204" pitchFamily="34" charset="0"/>
              </a:rPr>
              <a:t>Page Layout </a:t>
            </a:r>
          </a:p>
          <a:p>
            <a:pPr marL="0" lvl="1"/>
            <a:r>
              <a:rPr lang="en-US" sz="3600" b="1" dirty="0">
                <a:solidFill>
                  <a:srgbClr val="00718F"/>
                </a:solidFill>
                <a:latin typeface="Arial" panose="020B0604020202020204" pitchFamily="34" charset="0"/>
                <a:cs typeface="Arial" panose="020B0604020202020204" pitchFamily="34" charset="0"/>
              </a:rPr>
              <a:t>Assignment</a:t>
            </a:r>
          </a:p>
        </p:txBody>
      </p:sp>
    </p:spTree>
    <p:extLst>
      <p:ext uri="{BB962C8B-B14F-4D97-AF65-F5344CB8AC3E}">
        <p14:creationId xmlns:p14="http://schemas.microsoft.com/office/powerpoint/2010/main" val="2974550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38</a:t>
            </a:fld>
            <a:endParaRPr lang="en-US" dirty="0"/>
          </a:p>
        </p:txBody>
      </p:sp>
      <p:sp>
        <p:nvSpPr>
          <p:cNvPr id="2" name="Title 1"/>
          <p:cNvSpPr>
            <a:spLocks noGrp="1"/>
          </p:cNvSpPr>
          <p:nvPr>
            <p:ph type="title" idx="4294967295"/>
          </p:nvPr>
        </p:nvSpPr>
        <p:spPr>
          <a:xfrm>
            <a:off x="1219200" y="281827"/>
            <a:ext cx="9144000" cy="479425"/>
          </a:xfrm>
        </p:spPr>
        <p:txBody>
          <a:bodyPr vert="horz" lIns="91440" tIns="45720" rIns="91440" bIns="45720" rtlCol="0" anchor="ctr">
            <a:noAutofit/>
          </a:bodyPr>
          <a:lstStyle/>
          <a:p>
            <a:r>
              <a:rPr lang="en-US" altLang="ja-JP" sz="1700" dirty="0"/>
              <a:t>Call </a:t>
            </a:r>
            <a:r>
              <a:rPr lang="en-US" altLang="ja-JP" sz="2400" dirty="0">
                <a:solidFill>
                  <a:schemeClr val="tx1"/>
                </a:solidFill>
              </a:rPr>
              <a:t>Record Page Layout</a:t>
            </a:r>
            <a:endParaRPr lang="ja-JP" altLang="en-US" sz="2400" dirty="0">
              <a:solidFill>
                <a:schemeClr val="tx1"/>
              </a:solidFill>
            </a:endParaRPr>
          </a:p>
        </p:txBody>
      </p:sp>
      <p:sp>
        <p:nvSpPr>
          <p:cNvPr id="6" name="Rectangle 5"/>
          <p:cNvSpPr/>
          <p:nvPr/>
        </p:nvSpPr>
        <p:spPr>
          <a:xfrm>
            <a:off x="1752600" y="1066801"/>
            <a:ext cx="8610600" cy="369332"/>
          </a:xfrm>
          <a:prstGeom prst="rect">
            <a:avLst/>
          </a:prstGeom>
          <a:noFill/>
        </p:spPr>
        <p:txBody>
          <a:bodyPr wrap="square" rtlCol="0">
            <a:spAutoFit/>
          </a:bodyPr>
          <a:lstStyle/>
          <a:p>
            <a:endParaRPr lang="en-US" dirty="0"/>
          </a:p>
        </p:txBody>
      </p:sp>
      <p:sp>
        <p:nvSpPr>
          <p:cNvPr id="7" name="TextBox 6"/>
          <p:cNvSpPr txBox="1"/>
          <p:nvPr/>
        </p:nvSpPr>
        <p:spPr>
          <a:xfrm>
            <a:off x="381000" y="1251467"/>
            <a:ext cx="10515600" cy="113877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Assign call record page layouts using the page layout assignment matrix in the Call object:</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Setup &gt; Create &gt; Objects &gt; Call &gt; Page Layouts</a:t>
            </a:r>
            <a:r>
              <a:rPr lang="en-US" sz="1600" dirty="0">
                <a:latin typeface="Arial" panose="020B0604020202020204" pitchFamily="34" charset="0"/>
                <a:cs typeface="Arial" panose="020B0604020202020204" pitchFamily="34" charset="0"/>
              </a:rPr>
              <a:t> section and click the Page Layout Assignment </a:t>
            </a:r>
          </a:p>
          <a:p>
            <a:pPr lvl="1"/>
            <a:r>
              <a:rPr lang="en-US" sz="1600" dirty="0">
                <a:latin typeface="Arial" panose="020B0604020202020204" pitchFamily="34" charset="0"/>
                <a:cs typeface="Arial" panose="020B0604020202020204" pitchFamily="34" charset="0"/>
              </a:rPr>
              <a:t>button</a:t>
            </a:r>
          </a:p>
        </p:txBody>
      </p:sp>
      <p:pic>
        <p:nvPicPr>
          <p:cNvPr id="3" name="Picture 2"/>
          <p:cNvPicPr>
            <a:picLocks noChangeAspect="1"/>
          </p:cNvPicPr>
          <p:nvPr/>
        </p:nvPicPr>
        <p:blipFill>
          <a:blip r:embed="rId3"/>
          <a:stretch>
            <a:fillRect/>
          </a:stretch>
        </p:blipFill>
        <p:spPr>
          <a:xfrm>
            <a:off x="1219200" y="2926900"/>
            <a:ext cx="9799345" cy="2419932"/>
          </a:xfrm>
          <a:prstGeom prst="rect">
            <a:avLst/>
          </a:prstGeom>
        </p:spPr>
      </p:pic>
    </p:spTree>
    <p:extLst>
      <p:ext uri="{BB962C8B-B14F-4D97-AF65-F5344CB8AC3E}">
        <p14:creationId xmlns:p14="http://schemas.microsoft.com/office/powerpoint/2010/main" val="6271458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39</a:t>
            </a:fld>
            <a:endParaRPr lang="en-US" dirty="0"/>
          </a:p>
        </p:txBody>
      </p:sp>
      <p:sp>
        <p:nvSpPr>
          <p:cNvPr id="2" name="Title 1"/>
          <p:cNvSpPr>
            <a:spLocks noGrp="1"/>
          </p:cNvSpPr>
          <p:nvPr>
            <p:ph type="title" idx="4294967295"/>
          </p:nvPr>
        </p:nvSpPr>
        <p:spPr>
          <a:xfrm>
            <a:off x="1295401" y="318921"/>
            <a:ext cx="9144000" cy="479425"/>
          </a:xfrm>
        </p:spPr>
        <p:txBody>
          <a:bodyPr vert="horz" lIns="91440" tIns="45720" rIns="91440" bIns="45720" rtlCol="0" anchor="ctr">
            <a:noAutofit/>
          </a:bodyPr>
          <a:lstStyle/>
          <a:p>
            <a:r>
              <a:rPr lang="en-US" altLang="ja-JP" sz="2400" dirty="0">
                <a:solidFill>
                  <a:schemeClr val="tx1"/>
                </a:solidFill>
              </a:rPr>
              <a:t>Call Record Type</a:t>
            </a:r>
            <a:endParaRPr lang="ja-JP" altLang="en-US" sz="2400" dirty="0">
              <a:solidFill>
                <a:schemeClr val="tx1"/>
              </a:solidFill>
            </a:endParaRPr>
          </a:p>
        </p:txBody>
      </p:sp>
      <p:sp>
        <p:nvSpPr>
          <p:cNvPr id="6" name="Rectangle 5"/>
          <p:cNvSpPr/>
          <p:nvPr/>
        </p:nvSpPr>
        <p:spPr>
          <a:xfrm>
            <a:off x="1752601" y="1066800"/>
            <a:ext cx="8686800" cy="369332"/>
          </a:xfrm>
          <a:prstGeom prst="rect">
            <a:avLst/>
          </a:prstGeom>
          <a:noFill/>
        </p:spPr>
        <p:txBody>
          <a:bodyPr wrap="square" rtlCol="0">
            <a:spAutoFit/>
          </a:bodyPr>
          <a:lstStyle/>
          <a:p>
            <a:r>
              <a:rPr lang="en-US" dirty="0"/>
              <a:t> </a:t>
            </a:r>
          </a:p>
        </p:txBody>
      </p:sp>
      <p:sp>
        <p:nvSpPr>
          <p:cNvPr id="3" name="Rectangle 2"/>
          <p:cNvSpPr/>
          <p:nvPr/>
        </p:nvSpPr>
        <p:spPr>
          <a:xfrm>
            <a:off x="304800" y="913059"/>
            <a:ext cx="10490200" cy="1134541"/>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A picklist can be displayed on the call page layout allowing the user to change the call </a:t>
            </a:r>
          </a:p>
          <a:p>
            <a:pPr>
              <a:lnSpc>
                <a:spcPct val="107000"/>
              </a:lnSpc>
              <a:spcAft>
                <a:spcPts val="800"/>
              </a:spcAft>
            </a:pPr>
            <a:r>
              <a:rPr lang="en-US" dirty="0">
                <a:latin typeface="Arial" panose="020B0604020202020204" pitchFamily="34" charset="0"/>
                <a:ea typeface="Calibri" panose="020F0502020204030204" pitchFamily="34" charset="0"/>
                <a:cs typeface="Arial" panose="020B0604020202020204" pitchFamily="34" charset="0"/>
              </a:rPr>
              <a:t>record type</a:t>
            </a: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Add the Record Type field (default &amp; custom values) to all call page layouts (default &amp; custom layouts)</a:t>
            </a:r>
          </a:p>
        </p:txBody>
      </p:sp>
      <p:pic>
        <p:nvPicPr>
          <p:cNvPr id="9" name="Picture 8">
            <a:extLst>
              <a:ext uri="{FF2B5EF4-FFF2-40B4-BE49-F238E27FC236}">
                <a16:creationId xmlns:a16="http://schemas.microsoft.com/office/drawing/2014/main" id="{03949390-6911-3363-84E1-784756B8F8E6}"/>
              </a:ext>
            </a:extLst>
          </p:cNvPr>
          <p:cNvPicPr>
            <a:picLocks noChangeAspect="1"/>
          </p:cNvPicPr>
          <p:nvPr/>
        </p:nvPicPr>
        <p:blipFill>
          <a:blip r:embed="rId3"/>
          <a:stretch>
            <a:fillRect/>
          </a:stretch>
        </p:blipFill>
        <p:spPr>
          <a:xfrm>
            <a:off x="457199" y="2046680"/>
            <a:ext cx="11125200" cy="4216959"/>
          </a:xfrm>
          <a:prstGeom prst="rect">
            <a:avLst/>
          </a:prstGeom>
        </p:spPr>
      </p:pic>
    </p:spTree>
    <p:extLst>
      <p:ext uri="{BB962C8B-B14F-4D97-AF65-F5344CB8AC3E}">
        <p14:creationId xmlns:p14="http://schemas.microsoft.com/office/powerpoint/2010/main" val="1245728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40</a:t>
            </a:fld>
            <a:endParaRPr lang="en-US" dirty="0"/>
          </a:p>
        </p:txBody>
      </p:sp>
      <p:sp>
        <p:nvSpPr>
          <p:cNvPr id="2" name="Title 1"/>
          <p:cNvSpPr>
            <a:spLocks noGrp="1"/>
          </p:cNvSpPr>
          <p:nvPr>
            <p:ph type="title" idx="4294967295"/>
          </p:nvPr>
        </p:nvSpPr>
        <p:spPr>
          <a:xfrm>
            <a:off x="1447800" y="304800"/>
            <a:ext cx="7696200" cy="479425"/>
          </a:xfrm>
        </p:spPr>
        <p:txBody>
          <a:bodyPr vert="horz" lIns="91440" tIns="45720" rIns="91440" bIns="45720" rtlCol="0" anchor="ctr">
            <a:noAutofit/>
          </a:bodyPr>
          <a:lstStyle/>
          <a:p>
            <a:r>
              <a:rPr lang="en-US" altLang="ja-JP" sz="2400" dirty="0">
                <a:solidFill>
                  <a:schemeClr val="tx1"/>
                </a:solidFill>
              </a:rPr>
              <a:t>Default Call Record Type values</a:t>
            </a:r>
            <a:endParaRPr lang="ja-JP" altLang="en-US" sz="2400" dirty="0">
              <a:solidFill>
                <a:schemeClr val="tx1"/>
              </a:solidFill>
            </a:endParaRPr>
          </a:p>
        </p:txBody>
      </p:sp>
      <p:sp>
        <p:nvSpPr>
          <p:cNvPr id="6" name="Rectangle 5"/>
          <p:cNvSpPr/>
          <p:nvPr/>
        </p:nvSpPr>
        <p:spPr>
          <a:xfrm>
            <a:off x="1752601" y="1066800"/>
            <a:ext cx="8762999" cy="369332"/>
          </a:xfrm>
          <a:prstGeom prst="rect">
            <a:avLst/>
          </a:prstGeom>
          <a:noFill/>
        </p:spPr>
        <p:txBody>
          <a:bodyPr wrap="square" rtlCol="0">
            <a:spAutoFit/>
          </a:bodyPr>
          <a:lstStyle/>
          <a:p>
            <a:endParaRPr lang="en-US" dirty="0"/>
          </a:p>
        </p:txBody>
      </p:sp>
      <p:sp>
        <p:nvSpPr>
          <p:cNvPr id="3" name="Rectangle 2"/>
          <p:cNvSpPr/>
          <p:nvPr/>
        </p:nvSpPr>
        <p:spPr>
          <a:xfrm>
            <a:off x="381000" y="1312465"/>
            <a:ext cx="10556724" cy="3693319"/>
          </a:xfrm>
          <a:prstGeom prst="rect">
            <a:avLst/>
          </a:prstGeom>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Below are the default Call Record types in VEEVA: </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err="1">
                <a:latin typeface="Arial" panose="020B0604020202020204" pitchFamily="34" charset="0"/>
                <a:cs typeface="Arial" panose="020B0604020202020204" pitchFamily="34" charset="0"/>
              </a:rPr>
              <a:t>Call_Report_vod</a:t>
            </a:r>
            <a:r>
              <a:rPr lang="en-US" sz="1600" dirty="0">
                <a:latin typeface="Arial" panose="020B0604020202020204" pitchFamily="34" charset="0"/>
                <a:cs typeface="Arial" panose="020B0604020202020204" pitchFamily="34" charset="0"/>
              </a:rPr>
              <a:t>- Used for Primary Care or Specialty sales representatives to record a Call with one </a:t>
            </a:r>
          </a:p>
          <a:p>
            <a:pPr lvl="1"/>
            <a:r>
              <a:rPr lang="en-US" sz="1600" dirty="0">
                <a:latin typeface="Arial" panose="020B0604020202020204" pitchFamily="34" charset="0"/>
                <a:cs typeface="Arial" panose="020B0604020202020204" pitchFamily="34" charset="0"/>
              </a:rPr>
              <a:t>or more HCPs, and typically includes product detailing and discussions, Key Messages, as well as </a:t>
            </a:r>
          </a:p>
          <a:p>
            <a:pPr lvl="1"/>
            <a:r>
              <a:rPr lang="en-US" sz="1600" dirty="0">
                <a:latin typeface="Arial" panose="020B0604020202020204" pitchFamily="34" charset="0"/>
                <a:cs typeface="Arial" panose="020B0604020202020204" pitchFamily="34" charset="0"/>
              </a:rPr>
              <a:t>samples and promotional items distributed</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err="1">
                <a:latin typeface="Arial" panose="020B0604020202020204" pitchFamily="34" charset="0"/>
                <a:cs typeface="Arial" panose="020B0604020202020204" pitchFamily="34" charset="0"/>
              </a:rPr>
              <a:t>Event_vod</a:t>
            </a:r>
            <a:r>
              <a:rPr lang="en-US" sz="1600" dirty="0">
                <a:latin typeface="Arial" panose="020B0604020202020204" pitchFamily="34" charset="0"/>
                <a:cs typeface="Arial" panose="020B0604020202020204" pitchFamily="34" charset="0"/>
              </a:rPr>
              <a:t>- Used to record a call related to a Medical Event that typically includes product detailing, discussions, and Key Messages</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err="1">
                <a:latin typeface="Arial" panose="020B0604020202020204" pitchFamily="34" charset="0"/>
                <a:cs typeface="Arial" panose="020B0604020202020204" pitchFamily="34" charset="0"/>
              </a:rPr>
              <a:t>MSL_Meeting_Brief_vod</a:t>
            </a:r>
            <a:r>
              <a:rPr lang="en-US" sz="1600" dirty="0">
                <a:latin typeface="Arial" panose="020B0604020202020204" pitchFamily="34" charset="0"/>
                <a:cs typeface="Arial" panose="020B0604020202020204" pitchFamily="34" charset="0"/>
              </a:rPr>
              <a:t>- Used to record an interaction between an HCP and a Medical Science Liaison that typically includes product detailing, discussions, and Key Messages</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err="1">
                <a:latin typeface="Arial" panose="020B0604020202020204" pitchFamily="34" charset="0"/>
                <a:cs typeface="Arial" panose="020B0604020202020204" pitchFamily="34" charset="0"/>
              </a:rPr>
              <a:t>Meeting_Brief_vod</a:t>
            </a:r>
            <a:r>
              <a:rPr lang="en-US" sz="1600" dirty="0">
                <a:latin typeface="Arial" panose="020B0604020202020204" pitchFamily="34" charset="0"/>
                <a:cs typeface="Arial" panose="020B0604020202020204" pitchFamily="34" charset="0"/>
              </a:rPr>
              <a:t>- Used for a Managed Markets representative to record meetings with payers and typically includes product details and discussions</a:t>
            </a:r>
            <a:endParaRPr lang="en-US" sz="14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09951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41</a:t>
            </a:fld>
            <a:endParaRPr lang="en-US" dirty="0"/>
          </a:p>
        </p:txBody>
      </p:sp>
      <p:sp>
        <p:nvSpPr>
          <p:cNvPr id="2" name="Title 1"/>
          <p:cNvSpPr>
            <a:spLocks noGrp="1"/>
          </p:cNvSpPr>
          <p:nvPr>
            <p:ph type="title" idx="4294967295"/>
          </p:nvPr>
        </p:nvSpPr>
        <p:spPr>
          <a:xfrm>
            <a:off x="1783080" y="345011"/>
            <a:ext cx="9144000" cy="479425"/>
          </a:xfrm>
        </p:spPr>
        <p:txBody>
          <a:bodyPr vert="horz" lIns="91440" tIns="45720" rIns="91440" bIns="45720" rtlCol="0" anchor="ctr">
            <a:noAutofit/>
          </a:bodyPr>
          <a:lstStyle/>
          <a:p>
            <a:r>
              <a:rPr lang="en-US" altLang="ja-JP" sz="2400" dirty="0">
                <a:solidFill>
                  <a:schemeClr val="tx1"/>
                </a:solidFill>
              </a:rPr>
              <a:t>New Call Buttons - Online</a:t>
            </a:r>
            <a:endParaRPr lang="ja-JP" altLang="en-US" sz="2400" dirty="0">
              <a:solidFill>
                <a:schemeClr val="tx1"/>
              </a:solidFill>
            </a:endParaRPr>
          </a:p>
        </p:txBody>
      </p:sp>
      <p:sp>
        <p:nvSpPr>
          <p:cNvPr id="6" name="Rectangle 5"/>
          <p:cNvSpPr/>
          <p:nvPr/>
        </p:nvSpPr>
        <p:spPr>
          <a:xfrm>
            <a:off x="1752600" y="1143000"/>
            <a:ext cx="8686800" cy="369332"/>
          </a:xfrm>
          <a:prstGeom prst="rect">
            <a:avLst/>
          </a:prstGeom>
          <a:noFill/>
        </p:spPr>
        <p:txBody>
          <a:bodyPr wrap="square" rtlCol="0">
            <a:spAutoFit/>
          </a:bodyPr>
          <a:lstStyle/>
          <a:p>
            <a:endParaRPr lang="en-US" dirty="0"/>
          </a:p>
        </p:txBody>
      </p:sp>
      <p:sp>
        <p:nvSpPr>
          <p:cNvPr id="7" name="TextBox 6"/>
          <p:cNvSpPr txBox="1"/>
          <p:nvPr/>
        </p:nvSpPr>
        <p:spPr>
          <a:xfrm>
            <a:off x="487679" y="1327666"/>
            <a:ext cx="10820400" cy="332398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Record a Call </a:t>
            </a:r>
            <a:r>
              <a:rPr lang="en-US" dirty="0">
                <a:latin typeface="Arial" panose="020B0604020202020204" pitchFamily="34" charset="0"/>
                <a:cs typeface="Arial" panose="020B0604020202020204" pitchFamily="34" charset="0"/>
              </a:rPr>
              <a:t>button can be placed on specific pages online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like Hospital, Hospital </a:t>
            </a:r>
          </a:p>
          <a:p>
            <a:r>
              <a:rPr lang="en-US" dirty="0">
                <a:latin typeface="Arial" panose="020B0604020202020204" pitchFamily="34" charset="0"/>
                <a:cs typeface="Arial" panose="020B0604020202020204" pitchFamily="34" charset="0"/>
              </a:rPr>
              <a:t>Department, Professional, Medical Events</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Users should only be allowed to record a call from a single page rather than from multiple pages by </a:t>
            </a:r>
          </a:p>
          <a:p>
            <a:pPr lvl="1"/>
            <a:r>
              <a:rPr lang="en-US" sz="1600" dirty="0">
                <a:latin typeface="Arial" panose="020B0604020202020204" pitchFamily="34" charset="0"/>
                <a:cs typeface="Arial" panose="020B0604020202020204" pitchFamily="34" charset="0"/>
              </a:rPr>
              <a:t>removing the Record a Call button from pages</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To set default call record type: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Setup &gt; Manage Users &gt; Profile &gt; [Profile] &gt; Record Type Settings &gt; Calls</a:t>
            </a:r>
            <a:endParaRPr lang="en-US" sz="1600" dirty="0">
              <a:latin typeface="Arial" panose="020B0604020202020204" pitchFamily="34" charset="0"/>
              <a:cs typeface="Arial" panose="020B0604020202020204" pitchFamily="34" charset="0"/>
            </a:endParaRPr>
          </a:p>
        </p:txBody>
      </p:sp>
      <p:sp>
        <p:nvSpPr>
          <p:cNvPr id="9" name="Rectangle 8"/>
          <p:cNvSpPr/>
          <p:nvPr/>
        </p:nvSpPr>
        <p:spPr>
          <a:xfrm>
            <a:off x="7292452" y="2709674"/>
            <a:ext cx="2232548" cy="738664"/>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Automatically creates the default Call Report record type for the user</a:t>
            </a:r>
          </a:p>
        </p:txBody>
      </p:sp>
      <p:cxnSp>
        <p:nvCxnSpPr>
          <p:cNvPr id="10" name="Straight Arrow Connector 9"/>
          <p:cNvCxnSpPr>
            <a:stCxn id="9" idx="1"/>
          </p:cNvCxnSpPr>
          <p:nvPr/>
        </p:nvCxnSpPr>
        <p:spPr>
          <a:xfrm flipH="1" flipV="1">
            <a:off x="5232712" y="3041516"/>
            <a:ext cx="2059740" cy="3749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2248C2DB-AA44-7776-DCE8-38C70A56A7CA}"/>
              </a:ext>
            </a:extLst>
          </p:cNvPr>
          <p:cNvPicPr>
            <a:picLocks noChangeAspect="1"/>
          </p:cNvPicPr>
          <p:nvPr/>
        </p:nvPicPr>
        <p:blipFill>
          <a:blip r:embed="rId3"/>
          <a:stretch>
            <a:fillRect/>
          </a:stretch>
        </p:blipFill>
        <p:spPr>
          <a:xfrm>
            <a:off x="3975300" y="2844184"/>
            <a:ext cx="1257412" cy="448653"/>
          </a:xfrm>
          <a:prstGeom prst="rect">
            <a:avLst/>
          </a:prstGeom>
        </p:spPr>
      </p:pic>
    </p:spTree>
    <p:extLst>
      <p:ext uri="{BB962C8B-B14F-4D97-AF65-F5344CB8AC3E}">
        <p14:creationId xmlns:p14="http://schemas.microsoft.com/office/powerpoint/2010/main" val="4021002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C11E6B3D-C6EC-2492-F0E8-F64945C19655}"/>
              </a:ext>
            </a:extLst>
          </p:cNvPr>
          <p:cNvSpPr>
            <a:spLocks noGrp="1"/>
          </p:cNvSpPr>
          <p:nvPr>
            <p:ph type="body" idx="12"/>
          </p:nvPr>
        </p:nvSpPr>
        <p:spPr/>
        <p:txBody>
          <a:bodyPr/>
          <a:lstStyle/>
          <a:p>
            <a:endParaRPr lang="en-US" dirty="0"/>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42</a:t>
            </a:fld>
            <a:endParaRPr lang="en-US" dirty="0"/>
          </a:p>
        </p:txBody>
      </p:sp>
      <p:sp>
        <p:nvSpPr>
          <p:cNvPr id="6" name="Rectangle 5"/>
          <p:cNvSpPr/>
          <p:nvPr/>
        </p:nvSpPr>
        <p:spPr>
          <a:xfrm>
            <a:off x="-1828800" y="3051628"/>
            <a:ext cx="9296399"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1" algn="ctr"/>
            <a:r>
              <a:rPr lang="en-US" sz="3600" b="1" dirty="0">
                <a:solidFill>
                  <a:srgbClr val="00718F"/>
                </a:solidFill>
                <a:latin typeface="Arial" panose="020B0604020202020204" pitchFamily="34" charset="0"/>
                <a:cs typeface="Arial" panose="020B0604020202020204" pitchFamily="34" charset="0"/>
              </a:rPr>
              <a:t>Review Restrict and </a:t>
            </a:r>
          </a:p>
          <a:p>
            <a:pPr lvl="1" algn="ctr"/>
            <a:r>
              <a:rPr lang="en-US" sz="3600" b="1" dirty="0">
                <a:solidFill>
                  <a:srgbClr val="00718F"/>
                </a:solidFill>
                <a:latin typeface="Arial" panose="020B0604020202020204" pitchFamily="34" charset="0"/>
                <a:cs typeface="Arial" panose="020B0604020202020204" pitchFamily="34" charset="0"/>
              </a:rPr>
              <a:t>default Call types by </a:t>
            </a:r>
          </a:p>
          <a:p>
            <a:pPr lvl="1" algn="ctr"/>
            <a:r>
              <a:rPr lang="en-US" sz="3600" b="1" dirty="0">
                <a:solidFill>
                  <a:srgbClr val="00718F"/>
                </a:solidFill>
                <a:latin typeface="Arial" panose="020B0604020202020204" pitchFamily="34" charset="0"/>
                <a:cs typeface="Arial" panose="020B0604020202020204" pitchFamily="34" charset="0"/>
              </a:rPr>
              <a:t>Account record types</a:t>
            </a:r>
          </a:p>
        </p:txBody>
      </p:sp>
    </p:spTree>
    <p:extLst>
      <p:ext uri="{BB962C8B-B14F-4D97-AF65-F5344CB8AC3E}">
        <p14:creationId xmlns:p14="http://schemas.microsoft.com/office/powerpoint/2010/main" val="3765200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43</a:t>
            </a:fld>
            <a:endParaRPr lang="en-US" dirty="0"/>
          </a:p>
        </p:txBody>
      </p:sp>
      <p:sp>
        <p:nvSpPr>
          <p:cNvPr id="2" name="Title 1"/>
          <p:cNvSpPr>
            <a:spLocks noGrp="1"/>
          </p:cNvSpPr>
          <p:nvPr>
            <p:ph type="title" idx="4294967295"/>
          </p:nvPr>
        </p:nvSpPr>
        <p:spPr>
          <a:xfrm>
            <a:off x="1330960" y="229235"/>
            <a:ext cx="9144000" cy="479425"/>
          </a:xfrm>
        </p:spPr>
        <p:txBody>
          <a:bodyPr vert="horz" lIns="91440" tIns="45720" rIns="91440" bIns="45720" rtlCol="0" anchor="ctr">
            <a:noAutofit/>
          </a:bodyPr>
          <a:lstStyle/>
          <a:p>
            <a:r>
              <a:rPr lang="en-US" altLang="ja-JP" sz="2400" dirty="0">
                <a:solidFill>
                  <a:schemeClr val="tx1"/>
                </a:solidFill>
              </a:rPr>
              <a:t>Restricting Call Type by Account Type</a:t>
            </a:r>
            <a:endParaRPr lang="ja-JP" altLang="en-US" sz="2400" dirty="0">
              <a:solidFill>
                <a:schemeClr val="tx1"/>
              </a:solidFill>
            </a:endParaRPr>
          </a:p>
        </p:txBody>
      </p:sp>
      <p:sp>
        <p:nvSpPr>
          <p:cNvPr id="6" name="Rectangle 5"/>
          <p:cNvSpPr/>
          <p:nvPr/>
        </p:nvSpPr>
        <p:spPr>
          <a:xfrm>
            <a:off x="1752600" y="914401"/>
            <a:ext cx="8686800" cy="369332"/>
          </a:xfrm>
          <a:prstGeom prst="rect">
            <a:avLst/>
          </a:prstGeom>
          <a:noFill/>
        </p:spPr>
        <p:txBody>
          <a:bodyPr wrap="square" rtlCol="0">
            <a:spAutoFit/>
          </a:bodyPr>
          <a:lstStyle/>
          <a:p>
            <a:endParaRPr lang="en-US" dirty="0"/>
          </a:p>
        </p:txBody>
      </p:sp>
      <p:graphicFrame>
        <p:nvGraphicFramePr>
          <p:cNvPr id="18" name="Diagram 17"/>
          <p:cNvGraphicFramePr/>
          <p:nvPr>
            <p:extLst>
              <p:ext uri="{D42A27DB-BD31-4B8C-83A1-F6EECF244321}">
                <p14:modId xmlns:p14="http://schemas.microsoft.com/office/powerpoint/2010/main" val="3175310938"/>
              </p:ext>
            </p:extLst>
          </p:nvPr>
        </p:nvGraphicFramePr>
        <p:xfrm>
          <a:off x="2133600" y="3811426"/>
          <a:ext cx="7925292" cy="251317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Rectangle 2"/>
          <p:cNvSpPr/>
          <p:nvPr/>
        </p:nvSpPr>
        <p:spPr>
          <a:xfrm>
            <a:off x="228600" y="1078748"/>
            <a:ext cx="10795000" cy="2614049"/>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Removing the ‘Record a Call’ button from Account pages only affects calls recorded online</a:t>
            </a: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Record a Call menu still appears offline on iRep for all Account record types</a:t>
            </a:r>
            <a:endParaRPr lang="en-US" dirty="0">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Font typeface="Arial" panose="020B0604020202020204" pitchFamily="34" charset="0"/>
              <a:buChar char="-"/>
            </a:pPr>
            <a:endParaRPr lang="en-US"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Restrict the Call record types available when recording a call for specific Account record types both online and offline</a:t>
            </a: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E.g. When recording a call for hospitals, only allow calls of type Call Report</a:t>
            </a: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E.g. Prevent users from recording calls for Hospital Departments both online and offline VEEVA Only</a:t>
            </a:r>
          </a:p>
        </p:txBody>
      </p:sp>
    </p:spTree>
    <p:extLst>
      <p:ext uri="{BB962C8B-B14F-4D97-AF65-F5344CB8AC3E}">
        <p14:creationId xmlns:p14="http://schemas.microsoft.com/office/powerpoint/2010/main" val="4185868270"/>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44</a:t>
            </a:fld>
            <a:endParaRPr lang="en-US" dirty="0"/>
          </a:p>
        </p:txBody>
      </p:sp>
      <p:sp>
        <p:nvSpPr>
          <p:cNvPr id="2" name="Title 1"/>
          <p:cNvSpPr>
            <a:spLocks noGrp="1"/>
          </p:cNvSpPr>
          <p:nvPr>
            <p:ph type="title" idx="4294967295"/>
          </p:nvPr>
        </p:nvSpPr>
        <p:spPr>
          <a:xfrm>
            <a:off x="1371600" y="307558"/>
            <a:ext cx="9144000" cy="479425"/>
          </a:xfrm>
        </p:spPr>
        <p:txBody>
          <a:bodyPr vert="horz" lIns="91440" tIns="45720" rIns="91440" bIns="45720" rtlCol="0" anchor="ctr">
            <a:noAutofit/>
          </a:bodyPr>
          <a:lstStyle/>
          <a:p>
            <a:r>
              <a:rPr lang="en-US" altLang="ja-JP" sz="2400" dirty="0">
                <a:solidFill>
                  <a:schemeClr val="tx1"/>
                </a:solidFill>
              </a:rPr>
              <a:t>Defaulting Call Type by Account Type</a:t>
            </a:r>
            <a:endParaRPr lang="ja-JP" altLang="en-US" sz="2400" dirty="0">
              <a:solidFill>
                <a:schemeClr val="tx1"/>
              </a:solidFill>
            </a:endParaRPr>
          </a:p>
        </p:txBody>
      </p:sp>
      <p:sp>
        <p:nvSpPr>
          <p:cNvPr id="6" name="Rectangle 5"/>
          <p:cNvSpPr/>
          <p:nvPr/>
        </p:nvSpPr>
        <p:spPr>
          <a:xfrm>
            <a:off x="1676400" y="1219200"/>
            <a:ext cx="8839200" cy="369332"/>
          </a:xfrm>
          <a:prstGeom prst="rect">
            <a:avLst/>
          </a:prstGeom>
          <a:noFill/>
        </p:spPr>
        <p:txBody>
          <a:bodyPr wrap="square" rtlCol="0">
            <a:spAutoFit/>
          </a:bodyPr>
          <a:lstStyle/>
          <a:p>
            <a:endParaRPr lang="en-US" dirty="0"/>
          </a:p>
        </p:txBody>
      </p:sp>
      <p:sp>
        <p:nvSpPr>
          <p:cNvPr id="7" name="TextBox 6"/>
          <p:cNvSpPr txBox="1"/>
          <p:nvPr/>
        </p:nvSpPr>
        <p:spPr>
          <a:xfrm>
            <a:off x="633247" y="1366451"/>
            <a:ext cx="9677400"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Default the Call record type based on the selected Account record type for the call </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742950" lvl="1" indent="-285750">
              <a:buFont typeface="Calibri" panose="020F0502020204030204" pitchFamily="34" charset="0"/>
              <a:buChar char="-"/>
            </a:pPr>
            <a:r>
              <a:rPr lang="en-US" dirty="0">
                <a:latin typeface="Arial" panose="020B0604020202020204" pitchFamily="34" charset="0"/>
                <a:cs typeface="Arial" panose="020B0604020202020204" pitchFamily="34" charset="0"/>
              </a:rPr>
              <a:t>Overrides the default record type defined in the user’s profile</a:t>
            </a:r>
          </a:p>
        </p:txBody>
      </p:sp>
      <p:graphicFrame>
        <p:nvGraphicFramePr>
          <p:cNvPr id="8" name="Diagram 7"/>
          <p:cNvGraphicFramePr/>
          <p:nvPr>
            <p:extLst>
              <p:ext uri="{D42A27DB-BD31-4B8C-83A1-F6EECF244321}">
                <p14:modId xmlns:p14="http://schemas.microsoft.com/office/powerpoint/2010/main" val="3658803607"/>
              </p:ext>
            </p:extLst>
          </p:nvPr>
        </p:nvGraphicFramePr>
        <p:xfrm>
          <a:off x="1820334" y="2209801"/>
          <a:ext cx="8551333" cy="26513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87966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74588" y="1219201"/>
            <a:ext cx="8426710" cy="369332"/>
          </a:xfrm>
          <a:prstGeom prst="rect">
            <a:avLst/>
          </a:prstGeom>
          <a:noFill/>
        </p:spPr>
        <p:txBody>
          <a:bodyPr wrap="square" rtlCol="0">
            <a:spAutoFit/>
          </a:bodyPr>
          <a:lstStyle/>
          <a:p>
            <a:r>
              <a:rPr lang="en-US" dirty="0"/>
              <a:t> </a:t>
            </a:r>
          </a:p>
        </p:txBody>
      </p:sp>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45</a:t>
            </a:fld>
            <a:endParaRPr lang="en-US" dirty="0"/>
          </a:p>
        </p:txBody>
      </p:sp>
      <p:sp>
        <p:nvSpPr>
          <p:cNvPr id="2" name="Title 1"/>
          <p:cNvSpPr>
            <a:spLocks noGrp="1"/>
          </p:cNvSpPr>
          <p:nvPr>
            <p:ph type="title" idx="4294967295"/>
          </p:nvPr>
        </p:nvSpPr>
        <p:spPr>
          <a:xfrm>
            <a:off x="1641505" y="329897"/>
            <a:ext cx="9144000" cy="479425"/>
          </a:xfrm>
        </p:spPr>
        <p:txBody>
          <a:bodyPr vert="horz" lIns="91440" tIns="45720" rIns="91440" bIns="45720" rtlCol="0" anchor="ctr">
            <a:noAutofit/>
          </a:bodyPr>
          <a:lstStyle/>
          <a:p>
            <a:r>
              <a:rPr lang="en-US" altLang="ja-JP" sz="2400" dirty="0">
                <a:solidFill>
                  <a:schemeClr val="tx1"/>
                </a:solidFill>
              </a:rPr>
              <a:t>Call Reports on CRM (iRep)</a:t>
            </a:r>
            <a:endParaRPr lang="ja-JP" altLang="en-US" sz="2400" dirty="0">
              <a:solidFill>
                <a:schemeClr val="tx1"/>
              </a:solidFill>
            </a:endParaRPr>
          </a:p>
        </p:txBody>
      </p:sp>
      <p:sp>
        <p:nvSpPr>
          <p:cNvPr id="6" name="TextBox 5"/>
          <p:cNvSpPr txBox="1"/>
          <p:nvPr/>
        </p:nvSpPr>
        <p:spPr>
          <a:xfrm>
            <a:off x="457199" y="1075330"/>
            <a:ext cx="11277600" cy="646331"/>
          </a:xfrm>
          <a:prstGeom prst="rect">
            <a:avLst/>
          </a:prstGeom>
          <a:noFill/>
        </p:spPr>
        <p:txBody>
          <a:bodyPr wrap="square" rtlCol="0">
            <a:spAutoFit/>
          </a:bodyPr>
          <a:lstStyle/>
          <a:p>
            <a:pPr marL="342900" indent="-342900">
              <a:buFont typeface="Arial" panose="020B0604020202020204" pitchFamily="34" charset="0"/>
              <a:buChar char="•"/>
            </a:pPr>
            <a:r>
              <a:rPr lang="en-US" dirty="0">
                <a:latin typeface="Arial" pitchFamily="34" charset="0"/>
                <a:ea typeface="Arial Unicode MS" pitchFamily="34" charset="-128"/>
                <a:cs typeface="Arial" pitchFamily="34" charset="0"/>
              </a:rPr>
              <a:t>On a call report, users can record products detailed and key messages, capture </a:t>
            </a:r>
          </a:p>
          <a:p>
            <a:r>
              <a:rPr lang="en-US" dirty="0">
                <a:latin typeface="Arial" pitchFamily="34" charset="0"/>
                <a:ea typeface="Arial Unicode MS" pitchFamily="34" charset="-128"/>
                <a:cs typeface="Arial" pitchFamily="34" charset="0"/>
              </a:rPr>
              <a:t>signature for sampling, display media and capture customer reactions</a:t>
            </a:r>
            <a:endParaRPr lang="en-US" sz="1400"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94035" y="2103119"/>
            <a:ext cx="5588000" cy="4191000"/>
          </a:xfrm>
          <a:prstGeom prst="rect">
            <a:avLst/>
          </a:prstGeom>
        </p:spPr>
      </p:pic>
      <p:sp>
        <p:nvSpPr>
          <p:cNvPr id="9" name="Rectangle 8"/>
          <p:cNvSpPr/>
          <p:nvPr/>
        </p:nvSpPr>
        <p:spPr>
          <a:xfrm>
            <a:off x="7548635" y="2887070"/>
            <a:ext cx="381000" cy="2895600"/>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8534400" y="3923231"/>
            <a:ext cx="1447800" cy="1231106"/>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Tap on the actions button on the account and then select </a:t>
            </a:r>
            <a:r>
              <a:rPr lang="en-US" dirty="0"/>
              <a:t>New Call</a:t>
            </a:r>
          </a:p>
        </p:txBody>
      </p:sp>
      <p:cxnSp>
        <p:nvCxnSpPr>
          <p:cNvPr id="11" name="Straight Arrow Connector 10"/>
          <p:cNvCxnSpPr>
            <a:stCxn id="10" idx="1"/>
          </p:cNvCxnSpPr>
          <p:nvPr/>
        </p:nvCxnSpPr>
        <p:spPr>
          <a:xfrm flipH="1" flipV="1">
            <a:off x="8001000" y="4419602"/>
            <a:ext cx="533400" cy="119182"/>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8413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46</a:t>
            </a:fld>
            <a:endParaRPr lang="en-US" dirty="0"/>
          </a:p>
        </p:txBody>
      </p:sp>
      <p:sp>
        <p:nvSpPr>
          <p:cNvPr id="2" name="Title 1"/>
          <p:cNvSpPr>
            <a:spLocks noGrp="1"/>
          </p:cNvSpPr>
          <p:nvPr>
            <p:ph type="title" idx="4294967295"/>
          </p:nvPr>
        </p:nvSpPr>
        <p:spPr>
          <a:xfrm>
            <a:off x="1736319" y="274638"/>
            <a:ext cx="9144000" cy="479425"/>
          </a:xfrm>
        </p:spPr>
        <p:txBody>
          <a:bodyPr vert="horz" lIns="91440" tIns="45720" rIns="91440" bIns="45720" rtlCol="0" anchor="ctr">
            <a:noAutofit/>
          </a:bodyPr>
          <a:lstStyle/>
          <a:p>
            <a:r>
              <a:rPr lang="en-US" altLang="ja-JP" sz="2400" dirty="0">
                <a:solidFill>
                  <a:schemeClr val="tx1"/>
                </a:solidFill>
              </a:rPr>
              <a:t>Call Reports - Products</a:t>
            </a:r>
            <a:endParaRPr lang="ja-JP" altLang="en-US" sz="2400" dirty="0">
              <a:solidFill>
                <a:schemeClr val="tx1"/>
              </a:solidFill>
            </a:endParaRPr>
          </a:p>
        </p:txBody>
      </p:sp>
      <p:sp>
        <p:nvSpPr>
          <p:cNvPr id="6" name="Rectangle 5"/>
          <p:cNvSpPr/>
          <p:nvPr/>
        </p:nvSpPr>
        <p:spPr>
          <a:xfrm>
            <a:off x="1736319" y="1295400"/>
            <a:ext cx="8693412" cy="369332"/>
          </a:xfrm>
          <a:prstGeom prst="rect">
            <a:avLst/>
          </a:prstGeom>
          <a:noFill/>
        </p:spPr>
        <p:txBody>
          <a:bodyPr wrap="square" rtlCol="0">
            <a:spAutoFit/>
          </a:bodyPr>
          <a:lstStyle/>
          <a:p>
            <a:endParaRPr lang="en-US" dirty="0"/>
          </a:p>
        </p:txBody>
      </p:sp>
      <p:sp>
        <p:nvSpPr>
          <p:cNvPr id="7" name="TextBox 6"/>
          <p:cNvSpPr txBox="1"/>
          <p:nvPr/>
        </p:nvSpPr>
        <p:spPr>
          <a:xfrm>
            <a:off x="618007" y="1074103"/>
            <a:ext cx="105918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Products marked as “</a:t>
            </a:r>
            <a:r>
              <a:rPr lang="en-US" b="1" dirty="0">
                <a:latin typeface="Arial" pitchFamily="34" charset="0"/>
                <a:ea typeface="Arial Unicode MS" pitchFamily="34" charset="-128"/>
                <a:cs typeface="Arial" pitchFamily="34" charset="0"/>
              </a:rPr>
              <a:t>Favorites</a:t>
            </a:r>
            <a:r>
              <a:rPr lang="en-US" dirty="0">
                <a:latin typeface="Arial" pitchFamily="34" charset="0"/>
                <a:ea typeface="Arial Unicode MS" pitchFamily="34" charset="-128"/>
                <a:cs typeface="Arial" pitchFamily="34" charset="0"/>
              </a:rPr>
              <a:t>” in My Setup will display by default under specified </a:t>
            </a:r>
          </a:p>
          <a:p>
            <a:r>
              <a:rPr lang="en-US" dirty="0">
                <a:latin typeface="Arial" pitchFamily="34" charset="0"/>
                <a:ea typeface="Arial Unicode MS" pitchFamily="34" charset="-128"/>
                <a:cs typeface="Arial" pitchFamily="34" charset="0"/>
              </a:rPr>
              <a:t>Detail Groups</a:t>
            </a:r>
          </a:p>
          <a:p>
            <a:pPr marL="285750" indent="-285750">
              <a:buFont typeface="Arial" panose="020B0604020202020204" pitchFamily="34" charset="0"/>
              <a:buChar char="•"/>
            </a:pPr>
            <a:endParaRPr lang="en-US"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Products not in a Detail Group will be listed under Common</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5825" y="2743200"/>
            <a:ext cx="4267200" cy="3200400"/>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77372" y="2772770"/>
            <a:ext cx="4031805" cy="3023854"/>
          </a:xfrm>
          <a:prstGeom prst="rect">
            <a:avLst/>
          </a:prstGeom>
        </p:spPr>
      </p:pic>
    </p:spTree>
    <p:extLst>
      <p:ext uri="{BB962C8B-B14F-4D97-AF65-F5344CB8AC3E}">
        <p14:creationId xmlns:p14="http://schemas.microsoft.com/office/powerpoint/2010/main" val="2252242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47</a:t>
            </a:fld>
            <a:endParaRPr lang="en-US" dirty="0"/>
          </a:p>
        </p:txBody>
      </p:sp>
      <p:sp>
        <p:nvSpPr>
          <p:cNvPr id="2" name="Title 1"/>
          <p:cNvSpPr>
            <a:spLocks noGrp="1"/>
          </p:cNvSpPr>
          <p:nvPr>
            <p:ph type="title" idx="4294967295"/>
          </p:nvPr>
        </p:nvSpPr>
        <p:spPr>
          <a:xfrm>
            <a:off x="1828800" y="189966"/>
            <a:ext cx="9144000" cy="479425"/>
          </a:xfrm>
        </p:spPr>
        <p:txBody>
          <a:bodyPr vert="horz" lIns="91440" tIns="45720" rIns="91440" bIns="45720" rtlCol="0" anchor="ctr">
            <a:noAutofit/>
          </a:bodyPr>
          <a:lstStyle/>
          <a:p>
            <a:r>
              <a:rPr lang="en-US" altLang="ja-JP" sz="2400" dirty="0">
                <a:solidFill>
                  <a:schemeClr val="tx1"/>
                </a:solidFill>
              </a:rPr>
              <a:t>Call Reports - Signature Capture</a:t>
            </a:r>
            <a:endParaRPr lang="ja-JP" altLang="en-US" sz="2400" dirty="0">
              <a:solidFill>
                <a:schemeClr val="tx1"/>
              </a:solidFill>
            </a:endParaRPr>
          </a:p>
        </p:txBody>
      </p:sp>
      <p:sp>
        <p:nvSpPr>
          <p:cNvPr id="6" name="Rectangle 5"/>
          <p:cNvSpPr/>
          <p:nvPr/>
        </p:nvSpPr>
        <p:spPr>
          <a:xfrm>
            <a:off x="1707886" y="1143000"/>
            <a:ext cx="8693412" cy="369332"/>
          </a:xfrm>
          <a:prstGeom prst="rect">
            <a:avLst/>
          </a:prstGeom>
          <a:noFill/>
        </p:spPr>
        <p:txBody>
          <a:bodyPr wrap="square" rtlCol="0">
            <a:spAutoFit/>
          </a:bodyPr>
          <a:lstStyle/>
          <a:p>
            <a:endParaRPr lang="en-US" dirty="0"/>
          </a:p>
        </p:txBody>
      </p:sp>
      <p:sp>
        <p:nvSpPr>
          <p:cNvPr id="8" name="TextBox 7"/>
          <p:cNvSpPr txBox="1"/>
          <p:nvPr/>
        </p:nvSpPr>
        <p:spPr>
          <a:xfrm>
            <a:off x="633247" y="912167"/>
            <a:ext cx="110490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Users can capture signature when dropping samples and/or while capturing consent</a:t>
            </a: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Click the Sign button on the call report to open the signature page</a:t>
            </a: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Disclaimer text can be displayed before signature</a:t>
            </a:r>
          </a:p>
          <a:p>
            <a:pPr marL="742950" lvl="1" indent="-285750">
              <a:buFont typeface="Arial" panose="020B0604020202020204" pitchFamily="34" charset="0"/>
              <a:buChar char="−"/>
            </a:pPr>
            <a:r>
              <a:rPr lang="en-US" sz="1600" dirty="0">
                <a:latin typeface="Arial" pitchFamily="34" charset="0"/>
                <a:ea typeface="Arial Unicode MS" pitchFamily="34" charset="-128"/>
                <a:cs typeface="Arial" pitchFamily="34" charset="0"/>
              </a:rPr>
              <a:t>Enable the </a:t>
            </a:r>
            <a:r>
              <a:rPr lang="en-US" sz="1600" b="1" dirty="0">
                <a:latin typeface="Arial" pitchFamily="34" charset="0"/>
                <a:ea typeface="Arial Unicode MS" pitchFamily="34" charset="-128"/>
                <a:cs typeface="Arial" pitchFamily="34" charset="0"/>
              </a:rPr>
              <a:t>Position_Disclaimer_Above_Signature_vod</a:t>
            </a:r>
            <a:r>
              <a:rPr lang="en-US" sz="1600" dirty="0">
                <a:latin typeface="Arial" pitchFamily="34" charset="0"/>
                <a:ea typeface="Arial Unicode MS" pitchFamily="34" charset="-128"/>
                <a:cs typeface="Arial" pitchFamily="34" charset="0"/>
              </a:rPr>
              <a:t> custom setting</a:t>
            </a:r>
            <a:endParaRPr lang="en-US" dirty="0">
              <a:latin typeface="Arial" pitchFamily="34" charset="0"/>
              <a:ea typeface="Arial Unicode MS" pitchFamily="34" charset="-128"/>
              <a:cs typeface="Arial" pitchFamily="34"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6576" y="2457450"/>
            <a:ext cx="6168824" cy="4112268"/>
          </a:xfrm>
          <a:prstGeom prst="rect">
            <a:avLst/>
          </a:prstGeom>
          <a:ln>
            <a:solidFill>
              <a:schemeClr val="accent6">
                <a:lumMod val="75000"/>
              </a:schemeClr>
            </a:solidFill>
          </a:ln>
        </p:spPr>
      </p:pic>
      <p:sp>
        <p:nvSpPr>
          <p:cNvPr id="9" name="Rectangle 8"/>
          <p:cNvSpPr/>
          <p:nvPr/>
        </p:nvSpPr>
        <p:spPr>
          <a:xfrm>
            <a:off x="3124200" y="5039380"/>
            <a:ext cx="1481393" cy="523220"/>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Doctor signs for the sample</a:t>
            </a:r>
          </a:p>
        </p:txBody>
      </p:sp>
      <p:sp>
        <p:nvSpPr>
          <p:cNvPr id="10" name="Rectangle 9"/>
          <p:cNvSpPr/>
          <p:nvPr/>
        </p:nvSpPr>
        <p:spPr>
          <a:xfrm>
            <a:off x="6775610" y="2553134"/>
            <a:ext cx="2139790" cy="523220"/>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Click ‘Accept’ after the signature is captured</a:t>
            </a:r>
          </a:p>
        </p:txBody>
      </p:sp>
      <p:sp>
        <p:nvSpPr>
          <p:cNvPr id="11" name="Rectangle 10"/>
          <p:cNvSpPr/>
          <p:nvPr/>
        </p:nvSpPr>
        <p:spPr>
          <a:xfrm>
            <a:off x="5105401" y="6096000"/>
            <a:ext cx="1975191" cy="523220"/>
          </a:xfrm>
          <a:prstGeom prst="rect">
            <a:avLst/>
          </a:prstGeom>
          <a:solidFill>
            <a:schemeClr val="bg1">
              <a:lumMod val="95000"/>
            </a:schemeClr>
          </a:solidFill>
          <a:ln>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Disclaimer after</a:t>
            </a:r>
          </a:p>
          <a:p>
            <a:r>
              <a:rPr lang="en-US" sz="1400" dirty="0">
                <a:latin typeface="Arial" panose="020B0604020202020204" pitchFamily="34" charset="0"/>
                <a:cs typeface="Arial" panose="020B0604020202020204" pitchFamily="34" charset="0"/>
              </a:rPr>
              <a:t>signature</a:t>
            </a:r>
          </a:p>
        </p:txBody>
      </p:sp>
      <p:cxnSp>
        <p:nvCxnSpPr>
          <p:cNvPr id="12" name="Straight Arrow Connector 11"/>
          <p:cNvCxnSpPr>
            <a:stCxn id="10" idx="2"/>
          </p:cNvCxnSpPr>
          <p:nvPr/>
        </p:nvCxnSpPr>
        <p:spPr>
          <a:xfrm flipH="1">
            <a:off x="7620001" y="3076354"/>
            <a:ext cx="225504" cy="352646"/>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3"/>
          </p:cNvCxnSpPr>
          <p:nvPr/>
        </p:nvCxnSpPr>
        <p:spPr>
          <a:xfrm flipV="1">
            <a:off x="4605592" y="5257800"/>
            <a:ext cx="804608" cy="4319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3058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E539630D-3E96-EB52-A5CB-F8C911CD60A4}"/>
              </a:ext>
            </a:extLst>
          </p:cNvPr>
          <p:cNvSpPr>
            <a:spLocks noGrp="1"/>
          </p:cNvSpPr>
          <p:nvPr>
            <p:ph type="body" idx="12"/>
          </p:nvPr>
        </p:nvSpPr>
        <p:spPr/>
        <p:txBody>
          <a:bodyPr/>
          <a:lstStyle/>
          <a:p>
            <a:endParaRPr lang="en-US"/>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48</a:t>
            </a:fld>
            <a:endParaRPr lang="en-US" dirty="0"/>
          </a:p>
        </p:txBody>
      </p:sp>
      <p:sp>
        <p:nvSpPr>
          <p:cNvPr id="6" name="Rectangle 5"/>
          <p:cNvSpPr/>
          <p:nvPr/>
        </p:nvSpPr>
        <p:spPr>
          <a:xfrm>
            <a:off x="-1981200" y="2971800"/>
            <a:ext cx="9296399"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1" algn="ctr"/>
            <a:r>
              <a:rPr lang="en-US" sz="3600" b="1" dirty="0">
                <a:solidFill>
                  <a:srgbClr val="00718F"/>
                </a:solidFill>
                <a:latin typeface="Arial" panose="020B0604020202020204" pitchFamily="34" charset="0"/>
                <a:cs typeface="Arial" panose="020B0604020202020204" pitchFamily="34" charset="0"/>
              </a:rPr>
              <a:t>CLM Presentation</a:t>
            </a:r>
          </a:p>
        </p:txBody>
      </p:sp>
    </p:spTree>
    <p:extLst>
      <p:ext uri="{BB962C8B-B14F-4D97-AF65-F5344CB8AC3E}">
        <p14:creationId xmlns:p14="http://schemas.microsoft.com/office/powerpoint/2010/main" val="5491193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49</a:t>
            </a:fld>
            <a:endParaRPr lang="en-US" dirty="0"/>
          </a:p>
        </p:txBody>
      </p:sp>
      <p:sp>
        <p:nvSpPr>
          <p:cNvPr id="2" name="Title 1"/>
          <p:cNvSpPr>
            <a:spLocks noGrp="1"/>
          </p:cNvSpPr>
          <p:nvPr>
            <p:ph type="title" idx="4294967295"/>
          </p:nvPr>
        </p:nvSpPr>
        <p:spPr>
          <a:xfrm>
            <a:off x="1828800" y="201296"/>
            <a:ext cx="9144000" cy="479425"/>
          </a:xfrm>
        </p:spPr>
        <p:txBody>
          <a:bodyPr vert="horz" lIns="91440" tIns="45720" rIns="91440" bIns="45720" rtlCol="0" anchor="ctr">
            <a:noAutofit/>
          </a:bodyPr>
          <a:lstStyle/>
          <a:p>
            <a:r>
              <a:rPr lang="en-US" altLang="ja-JP" sz="2400" dirty="0">
                <a:solidFill>
                  <a:schemeClr val="tx1"/>
                </a:solidFill>
              </a:rPr>
              <a:t>CLM Presentation ... 1</a:t>
            </a:r>
            <a:endParaRPr lang="ja-JP" altLang="en-US" sz="2400" dirty="0">
              <a:solidFill>
                <a:schemeClr val="tx1"/>
              </a:solidFill>
            </a:endParaRPr>
          </a:p>
        </p:txBody>
      </p:sp>
      <p:sp>
        <p:nvSpPr>
          <p:cNvPr id="6" name="Rectangle 5"/>
          <p:cNvSpPr/>
          <p:nvPr/>
        </p:nvSpPr>
        <p:spPr>
          <a:xfrm>
            <a:off x="1752600" y="914401"/>
            <a:ext cx="8686800" cy="369332"/>
          </a:xfrm>
          <a:prstGeom prst="rect">
            <a:avLst/>
          </a:prstGeom>
          <a:noFill/>
        </p:spPr>
        <p:txBody>
          <a:bodyPr wrap="square" rtlCol="0">
            <a:spAutoFit/>
          </a:bodyPr>
          <a:lstStyle/>
          <a:p>
            <a:endParaRPr lang="en-US" dirty="0"/>
          </a:p>
        </p:txBody>
      </p:sp>
      <p:sp>
        <p:nvSpPr>
          <p:cNvPr id="3" name="Rectangle 2"/>
          <p:cNvSpPr/>
          <p:nvPr/>
        </p:nvSpPr>
        <p:spPr>
          <a:xfrm>
            <a:off x="304800" y="914401"/>
            <a:ext cx="10881360" cy="5051126"/>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VEEVA's closed loop marketing module (CLM) puts rich media into sales team’s hands so they can </a:t>
            </a:r>
          </a:p>
          <a:p>
            <a:pPr>
              <a:lnSpc>
                <a:spcPct val="107000"/>
              </a:lnSpc>
              <a:spcAft>
                <a:spcPts val="800"/>
              </a:spcAft>
            </a:pPr>
            <a:r>
              <a:rPr lang="en-US" sz="1600" dirty="0">
                <a:latin typeface="Arial" panose="020B0604020202020204" pitchFamily="34" charset="0"/>
                <a:ea typeface="Calibri" panose="020F0502020204030204" pitchFamily="34" charset="0"/>
                <a:cs typeface="Arial" panose="020B0604020202020204" pitchFamily="34" charset="0"/>
              </a:rPr>
              <a:t>engage with physicians and key opinion leaders using the most compelling visuals available</a:t>
            </a: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CLM allows marketing materials to be displayed from the same application that sales reps are already </a:t>
            </a:r>
          </a:p>
          <a:p>
            <a:pPr>
              <a:lnSpc>
                <a:spcPct val="107000"/>
              </a:lnSpc>
              <a:spcAft>
                <a:spcPts val="800"/>
              </a:spcAft>
            </a:pPr>
            <a:r>
              <a:rPr lang="en-US" sz="1600" dirty="0">
                <a:latin typeface="Arial" panose="020B0604020202020204" pitchFamily="34" charset="0"/>
                <a:ea typeface="Calibri" panose="020F0502020204030204" pitchFamily="34" charset="0"/>
                <a:cs typeface="Arial" panose="020B0604020202020204" pitchFamily="34" charset="0"/>
              </a:rPr>
              <a:t>familiar with to record calls</a:t>
            </a: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This marketing material showcases the important information that sales reps want to convey to their targets as such, integration with the accounts and schedule of the sales rep is seamless</a:t>
            </a: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As content is viewed, Key Message information, duration of viewing, and additional customer defined clickstreams are tracked to provide valuable statistics so marketers can gain insight into their targets, and the content can be continuously improved for maximum effectiveness</a:t>
            </a: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VEEVA CLM also streamlines the process for managing and distributing the digital content to end users, ensuring they have access to the most current and relevant information on their device.</a:t>
            </a:r>
          </a:p>
        </p:txBody>
      </p:sp>
    </p:spTree>
    <p:extLst>
      <p:ext uri="{BB962C8B-B14F-4D97-AF65-F5344CB8AC3E}">
        <p14:creationId xmlns:p14="http://schemas.microsoft.com/office/powerpoint/2010/main" val="19438118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50</a:t>
            </a:fld>
            <a:endParaRPr lang="en-US" dirty="0"/>
          </a:p>
        </p:txBody>
      </p:sp>
      <p:sp>
        <p:nvSpPr>
          <p:cNvPr id="2" name="Title 1"/>
          <p:cNvSpPr>
            <a:spLocks noGrp="1"/>
          </p:cNvSpPr>
          <p:nvPr>
            <p:ph type="title" idx="4294967295"/>
          </p:nvPr>
        </p:nvSpPr>
        <p:spPr>
          <a:xfrm>
            <a:off x="1752600" y="289243"/>
            <a:ext cx="9144000" cy="479425"/>
          </a:xfrm>
        </p:spPr>
        <p:txBody>
          <a:bodyPr vert="horz" lIns="91440" tIns="45720" rIns="91440" bIns="45720" rtlCol="0" anchor="ctr">
            <a:noAutofit/>
          </a:bodyPr>
          <a:lstStyle/>
          <a:p>
            <a:r>
              <a:rPr lang="en-US" altLang="ja-JP" sz="2400" dirty="0">
                <a:solidFill>
                  <a:schemeClr val="tx1"/>
                </a:solidFill>
              </a:rPr>
              <a:t>CLM Presentation ... 2</a:t>
            </a:r>
            <a:endParaRPr lang="ja-JP" altLang="en-US" sz="2400" dirty="0">
              <a:solidFill>
                <a:schemeClr val="tx1"/>
              </a:solidFill>
            </a:endParaRPr>
          </a:p>
        </p:txBody>
      </p:sp>
      <p:sp>
        <p:nvSpPr>
          <p:cNvPr id="6" name="Rectangle 5"/>
          <p:cNvSpPr/>
          <p:nvPr/>
        </p:nvSpPr>
        <p:spPr>
          <a:xfrm>
            <a:off x="1752600" y="914401"/>
            <a:ext cx="8686800" cy="369332"/>
          </a:xfrm>
          <a:prstGeom prst="rect">
            <a:avLst/>
          </a:prstGeom>
          <a:noFill/>
        </p:spPr>
        <p:txBody>
          <a:bodyPr wrap="square" rtlCol="0">
            <a:spAutoFit/>
          </a:bodyPr>
          <a:lstStyle/>
          <a:p>
            <a:endParaRPr lang="en-US" dirty="0"/>
          </a:p>
        </p:txBody>
      </p:sp>
      <p:sp>
        <p:nvSpPr>
          <p:cNvPr id="3" name="Rectangle 2"/>
          <p:cNvSpPr/>
          <p:nvPr/>
        </p:nvSpPr>
        <p:spPr>
          <a:xfrm>
            <a:off x="633247" y="1099067"/>
            <a:ext cx="10795000" cy="4407489"/>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CLM consists of 3 main objects:</a:t>
            </a:r>
          </a:p>
          <a:p>
            <a:pPr marL="742950" lvl="1" indent="-285750">
              <a:lnSpc>
                <a:spcPct val="107000"/>
              </a:lnSpc>
              <a:spcAft>
                <a:spcPts val="800"/>
              </a:spcAft>
              <a:buFont typeface="Arial" panose="020B0604020202020204" pitchFamily="34" charset="0"/>
              <a:buChar char="-"/>
            </a:pPr>
            <a:r>
              <a:rPr lang="en-US" sz="1600" dirty="0" err="1">
                <a:latin typeface="Arial" panose="020B0604020202020204" pitchFamily="34" charset="0"/>
                <a:ea typeface="Calibri" panose="020F0502020204030204" pitchFamily="34" charset="0"/>
                <a:cs typeface="Arial" panose="020B0604020202020204" pitchFamily="34" charset="0"/>
              </a:rPr>
              <a:t>CLM_Presentation_vod_c</a:t>
            </a:r>
            <a:endParaRPr lang="en-US" sz="1600" dirty="0">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Font typeface="Arial" panose="020B0604020202020204" pitchFamily="34" charset="0"/>
              <a:buChar char="-"/>
            </a:pPr>
            <a:r>
              <a:rPr lang="en-US" sz="1600" dirty="0" err="1">
                <a:latin typeface="Arial" panose="020B0604020202020204" pitchFamily="34" charset="0"/>
                <a:ea typeface="Calibri" panose="020F0502020204030204" pitchFamily="34" charset="0"/>
                <a:cs typeface="Arial" panose="020B0604020202020204" pitchFamily="34" charset="0"/>
              </a:rPr>
              <a:t>CLM_Presentation_Slide_vod_c</a:t>
            </a:r>
            <a:endParaRPr lang="en-US" sz="1600" dirty="0">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Font typeface="Arial" panose="020B0604020202020204" pitchFamily="34" charset="0"/>
              <a:buChar char="-"/>
            </a:pPr>
            <a:r>
              <a:rPr lang="en-US" sz="1600" dirty="0" err="1">
                <a:latin typeface="Arial" panose="020B0604020202020204" pitchFamily="34" charset="0"/>
                <a:ea typeface="Calibri" panose="020F0502020204030204" pitchFamily="34" charset="0"/>
                <a:cs typeface="Arial" panose="020B0604020202020204" pitchFamily="34" charset="0"/>
              </a:rPr>
              <a:t>Key_Message_vod_c</a:t>
            </a:r>
            <a:endParaRPr lang="en-US" sz="1600" dirty="0">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Font typeface="Arial" panose="020B0604020202020204" pitchFamily="34" charset="0"/>
              <a:buChar char="•"/>
            </a:pPr>
            <a:endParaRPr lang="en-US" sz="14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Each piece of content is associated to a Key Message record</a:t>
            </a:r>
          </a:p>
          <a:p>
            <a:pPr marL="285750" indent="-285750">
              <a:lnSpc>
                <a:spcPct val="107000"/>
              </a:lnSpc>
              <a:spcAft>
                <a:spcPts val="800"/>
              </a:spcAft>
              <a:buFont typeface="Arial" panose="020B0604020202020204" pitchFamily="34" charset="0"/>
              <a:buChar char="•"/>
            </a:pPr>
            <a:endParaRPr lang="en-US"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Content is uploaded in industry standard formats and can include images, pdfs, videos, and HTML presentations</a:t>
            </a:r>
          </a:p>
          <a:p>
            <a:pPr marL="285750" indent="-285750">
              <a:lnSpc>
                <a:spcPct val="107000"/>
              </a:lnSpc>
              <a:spcAft>
                <a:spcPts val="800"/>
              </a:spcAft>
              <a:buFont typeface="Arial" panose="020B0604020202020204" pitchFamily="34" charset="0"/>
              <a:buChar char="•"/>
            </a:pPr>
            <a:endParaRPr lang="en-US"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Multiple Key Messages are grouped together using CLM Presentation Slide records to link them to a CLM Presentation. Content files are downloaded to users’ devices during sync</a:t>
            </a:r>
            <a:endParaRPr lang="en-US" sz="16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182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51</a:t>
            </a:fld>
            <a:endParaRPr lang="en-US" dirty="0"/>
          </a:p>
        </p:txBody>
      </p:sp>
      <p:sp>
        <p:nvSpPr>
          <p:cNvPr id="2" name="Title 1"/>
          <p:cNvSpPr>
            <a:spLocks noGrp="1"/>
          </p:cNvSpPr>
          <p:nvPr>
            <p:ph type="title" idx="4294967295"/>
          </p:nvPr>
        </p:nvSpPr>
        <p:spPr>
          <a:xfrm>
            <a:off x="1752600" y="191169"/>
            <a:ext cx="9144000" cy="479425"/>
          </a:xfrm>
        </p:spPr>
        <p:txBody>
          <a:bodyPr vert="horz" lIns="91440" tIns="45720" rIns="91440" bIns="45720" rtlCol="0" anchor="ctr">
            <a:noAutofit/>
          </a:bodyPr>
          <a:lstStyle/>
          <a:p>
            <a:r>
              <a:rPr lang="en-US" altLang="ja-JP" sz="2400" dirty="0">
                <a:solidFill>
                  <a:schemeClr val="tx1"/>
                </a:solidFill>
              </a:rPr>
              <a:t>CLM Data Model</a:t>
            </a:r>
            <a:endParaRPr lang="ja-JP" altLang="en-US" sz="2400" dirty="0">
              <a:solidFill>
                <a:schemeClr val="tx1"/>
              </a:solidFill>
            </a:endParaRPr>
          </a:p>
        </p:txBody>
      </p:sp>
      <p:sp>
        <p:nvSpPr>
          <p:cNvPr id="6" name="Rectangle 5"/>
          <p:cNvSpPr/>
          <p:nvPr/>
        </p:nvSpPr>
        <p:spPr>
          <a:xfrm>
            <a:off x="1752600" y="914401"/>
            <a:ext cx="8686800" cy="369332"/>
          </a:xfrm>
          <a:prstGeom prst="rect">
            <a:avLst/>
          </a:prstGeom>
          <a:noFill/>
        </p:spPr>
        <p:txBody>
          <a:bodyPr wrap="square" rtlCol="0">
            <a:spAutoFit/>
          </a:bodyPr>
          <a:lstStyle/>
          <a:p>
            <a:endParaRPr lang="en-US" dirty="0"/>
          </a:p>
        </p:txBody>
      </p:sp>
      <p:sp>
        <p:nvSpPr>
          <p:cNvPr id="3" name="Rectangle 2"/>
          <p:cNvSpPr/>
          <p:nvPr/>
        </p:nvSpPr>
        <p:spPr>
          <a:xfrm>
            <a:off x="304801" y="734060"/>
            <a:ext cx="11430000" cy="5440079"/>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Within VEEVA, content metadata is stored in three objects:</a:t>
            </a:r>
          </a:p>
          <a:p>
            <a:pPr marL="742950" lvl="1" indent="-285750">
              <a:lnSpc>
                <a:spcPct val="107000"/>
              </a:lnSpc>
              <a:spcAft>
                <a:spcPts val="800"/>
              </a:spcAft>
              <a:buFont typeface="Arial" panose="020B0604020202020204" pitchFamily="34" charset="0"/>
              <a:buChar char="-"/>
            </a:pPr>
            <a:r>
              <a:rPr lang="en-US" sz="1400" dirty="0">
                <a:latin typeface="Arial" panose="020B0604020202020204" pitchFamily="34" charset="0"/>
                <a:ea typeface="Calibri" panose="020F0502020204030204" pitchFamily="34" charset="0"/>
                <a:cs typeface="Arial" panose="020B0604020202020204" pitchFamily="34" charset="0"/>
              </a:rPr>
              <a:t>CLM_Presentation_</a:t>
            </a:r>
            <a:r>
              <a:rPr lang="en-US" sz="1400" dirty="0" err="1">
                <a:latin typeface="Arial" panose="020B0604020202020204" pitchFamily="34" charset="0"/>
                <a:ea typeface="Calibri" panose="020F0502020204030204" pitchFamily="34" charset="0"/>
                <a:cs typeface="Arial" panose="020B0604020202020204" pitchFamily="34" charset="0"/>
              </a:rPr>
              <a:t>vod</a:t>
            </a:r>
            <a:r>
              <a:rPr lang="en-US" sz="1400" dirty="0">
                <a:latin typeface="Arial" panose="020B0604020202020204" pitchFamily="34" charset="0"/>
                <a:ea typeface="Calibri" panose="020F0502020204030204" pitchFamily="34" charset="0"/>
                <a:cs typeface="Arial" panose="020B0604020202020204" pitchFamily="34" charset="0"/>
              </a:rPr>
              <a:t>__c</a:t>
            </a:r>
          </a:p>
          <a:p>
            <a:pPr marL="742950" lvl="1" indent="-285750">
              <a:lnSpc>
                <a:spcPct val="107000"/>
              </a:lnSpc>
              <a:spcAft>
                <a:spcPts val="800"/>
              </a:spcAft>
              <a:buFont typeface="Arial" panose="020B0604020202020204" pitchFamily="34" charset="0"/>
              <a:buChar char="-"/>
            </a:pPr>
            <a:r>
              <a:rPr lang="en-US" sz="1400" dirty="0">
                <a:latin typeface="Arial" panose="020B0604020202020204" pitchFamily="34" charset="0"/>
                <a:ea typeface="Calibri" panose="020F0502020204030204" pitchFamily="34" charset="0"/>
                <a:cs typeface="Arial" panose="020B0604020202020204" pitchFamily="34" charset="0"/>
              </a:rPr>
              <a:t>CLM_Presentation_Slide_</a:t>
            </a:r>
            <a:r>
              <a:rPr lang="en-US" sz="1400" dirty="0" err="1">
                <a:latin typeface="Arial" panose="020B0604020202020204" pitchFamily="34" charset="0"/>
                <a:ea typeface="Calibri" panose="020F0502020204030204" pitchFamily="34" charset="0"/>
                <a:cs typeface="Arial" panose="020B0604020202020204" pitchFamily="34" charset="0"/>
              </a:rPr>
              <a:t>vod</a:t>
            </a:r>
            <a:r>
              <a:rPr lang="en-US" sz="1400" dirty="0">
                <a:latin typeface="Arial" panose="020B0604020202020204" pitchFamily="34" charset="0"/>
                <a:ea typeface="Calibri" panose="020F0502020204030204" pitchFamily="34" charset="0"/>
                <a:cs typeface="Arial" panose="020B0604020202020204" pitchFamily="34" charset="0"/>
              </a:rPr>
              <a:t>__C</a:t>
            </a:r>
          </a:p>
          <a:p>
            <a:pPr marL="742950" lvl="1" indent="-285750">
              <a:lnSpc>
                <a:spcPct val="107000"/>
              </a:lnSpc>
              <a:spcAft>
                <a:spcPts val="800"/>
              </a:spcAft>
              <a:buFont typeface="Arial" panose="020B0604020202020204" pitchFamily="34" charset="0"/>
              <a:buChar char="-"/>
            </a:pPr>
            <a:r>
              <a:rPr lang="en-US" sz="1400" dirty="0">
                <a:latin typeface="Arial" panose="020B0604020202020204" pitchFamily="34" charset="0"/>
                <a:ea typeface="Calibri" panose="020F0502020204030204" pitchFamily="34" charset="0"/>
                <a:cs typeface="Arial" panose="020B0604020202020204" pitchFamily="34" charset="0"/>
              </a:rPr>
              <a:t>Key_Message_</a:t>
            </a:r>
            <a:r>
              <a:rPr lang="en-US" sz="1400" dirty="0" err="1">
                <a:latin typeface="Arial" panose="020B0604020202020204" pitchFamily="34" charset="0"/>
                <a:ea typeface="Calibri" panose="020F0502020204030204" pitchFamily="34" charset="0"/>
                <a:cs typeface="Arial" panose="020B0604020202020204" pitchFamily="34" charset="0"/>
              </a:rPr>
              <a:t>vod</a:t>
            </a:r>
            <a:r>
              <a:rPr lang="en-US" sz="1400" dirty="0">
                <a:latin typeface="Arial" panose="020B0604020202020204" pitchFamily="34" charset="0"/>
                <a:ea typeface="Calibri" panose="020F0502020204030204" pitchFamily="34" charset="0"/>
                <a:cs typeface="Arial" panose="020B0604020202020204" pitchFamily="34" charset="0"/>
              </a:rPr>
              <a:t>__c</a:t>
            </a:r>
          </a:p>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Each piece of media loaded into VEEVA CRM is represented as a Key Message, which describes information </a:t>
            </a:r>
          </a:p>
          <a:p>
            <a:pPr>
              <a:lnSpc>
                <a:spcPct val="107000"/>
              </a:lnSpc>
              <a:spcAft>
                <a:spcPts val="800"/>
              </a:spcAft>
            </a:pPr>
            <a:r>
              <a:rPr lang="en-US" sz="1600" dirty="0">
                <a:latin typeface="Arial" panose="020B0604020202020204" pitchFamily="34" charset="0"/>
                <a:ea typeface="Calibri" panose="020F0502020204030204" pitchFamily="34" charset="0"/>
                <a:cs typeface="Arial" panose="020B0604020202020204" pitchFamily="34" charset="0"/>
              </a:rPr>
              <a:t>about that file, such as the media file name, file size, the description that should be displayed to a user when they view a thumbnail of that file, and the associated product.</a:t>
            </a:r>
          </a:p>
          <a:p>
            <a:pPr marL="285750" indent="-285750">
              <a:lnSpc>
                <a:spcPct val="107000"/>
              </a:lnSpc>
              <a:spcAft>
                <a:spcPts val="800"/>
              </a:spcAft>
              <a:buFont typeface="Arial" panose="020B0604020202020204" pitchFamily="34" charset="0"/>
              <a:buChar char="•"/>
            </a:pPr>
            <a:r>
              <a:rPr lang="en-US" sz="1400" dirty="0">
                <a:latin typeface="Arial" panose="020B0604020202020204" pitchFamily="34" charset="0"/>
                <a:ea typeface="Calibri" panose="020F0502020204030204" pitchFamily="34" charset="0"/>
                <a:cs typeface="Arial" panose="020B0604020202020204" pitchFamily="34" charset="0"/>
              </a:rPr>
              <a:t>The following table outlines the required Key Message fields for managing content:</a:t>
            </a: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endParaRPr lang="en-US" sz="1600" dirty="0">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As with the standard Key Messages, users have access to CLM Key Messages based on their My Setup Products configuration. More granular access can be given by utilizing Salesforce sharing rules</a:t>
            </a:r>
          </a:p>
        </p:txBody>
      </p:sp>
      <p:graphicFrame>
        <p:nvGraphicFramePr>
          <p:cNvPr id="12" name="Table 11"/>
          <p:cNvGraphicFramePr>
            <a:graphicFrameLocks noGrp="1"/>
          </p:cNvGraphicFramePr>
          <p:nvPr>
            <p:extLst>
              <p:ext uri="{D42A27DB-BD31-4B8C-83A1-F6EECF244321}">
                <p14:modId xmlns:p14="http://schemas.microsoft.com/office/powerpoint/2010/main" val="4282652739"/>
              </p:ext>
            </p:extLst>
          </p:nvPr>
        </p:nvGraphicFramePr>
        <p:xfrm>
          <a:off x="571500" y="3429000"/>
          <a:ext cx="11049000" cy="1950720"/>
        </p:xfrm>
        <a:graphic>
          <a:graphicData uri="http://schemas.openxmlformats.org/drawingml/2006/table">
            <a:tbl>
              <a:tblPr/>
              <a:tblGrid>
                <a:gridCol w="2563535">
                  <a:extLst>
                    <a:ext uri="{9D8B030D-6E8A-4147-A177-3AD203B41FA5}">
                      <a16:colId xmlns:a16="http://schemas.microsoft.com/office/drawing/2014/main" val="3143840268"/>
                    </a:ext>
                  </a:extLst>
                </a:gridCol>
                <a:gridCol w="8485465">
                  <a:extLst>
                    <a:ext uri="{9D8B030D-6E8A-4147-A177-3AD203B41FA5}">
                      <a16:colId xmlns:a16="http://schemas.microsoft.com/office/drawing/2014/main" val="3255676208"/>
                    </a:ext>
                  </a:extLst>
                </a:gridCol>
              </a:tblGrid>
              <a:tr h="0">
                <a:tc>
                  <a:txBody>
                    <a:bodyPr/>
                    <a:lstStyle/>
                    <a:p>
                      <a:r>
                        <a:rPr lang="en-US" sz="1400">
                          <a:solidFill>
                            <a:srgbClr val="FFFFFF"/>
                          </a:solidFill>
                          <a:effectLst/>
                          <a:latin typeface="Arial" panose="020B0604020202020204" pitchFamily="34" charset="0"/>
                          <a:cs typeface="Arial" panose="020B0604020202020204" pitchFamily="34" charset="0"/>
                        </a:rPr>
                        <a:t>Field</a:t>
                      </a:r>
                    </a:p>
                  </a:txBody>
                  <a:tcPr marL="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9CDE"/>
                    </a:solidFill>
                  </a:tcPr>
                </a:tc>
                <a:tc>
                  <a:txBody>
                    <a:bodyPr/>
                    <a:lstStyle/>
                    <a:p>
                      <a:r>
                        <a:rPr lang="en-US" sz="1400">
                          <a:solidFill>
                            <a:srgbClr val="FFFFFF"/>
                          </a:solidFill>
                          <a:effectLst/>
                          <a:latin typeface="Arial" panose="020B0604020202020204" pitchFamily="34" charset="0"/>
                          <a:cs typeface="Arial" panose="020B0604020202020204" pitchFamily="34" charset="0"/>
                        </a:rPr>
                        <a:t>Description</a:t>
                      </a:r>
                    </a:p>
                  </a:txBody>
                  <a:tcPr marL="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9CDE"/>
                    </a:solidFill>
                  </a:tcPr>
                </a:tc>
                <a:extLst>
                  <a:ext uri="{0D108BD9-81ED-4DB2-BD59-A6C34878D82A}">
                    <a16:rowId xmlns:a16="http://schemas.microsoft.com/office/drawing/2014/main" val="2509088492"/>
                  </a:ext>
                </a:extLst>
              </a:tr>
              <a:tr h="0">
                <a:tc>
                  <a:txBody>
                    <a:bodyPr/>
                    <a:lstStyle/>
                    <a:p>
                      <a:pPr fontAlgn="t"/>
                      <a:r>
                        <a:rPr lang="en-US" sz="1400">
                          <a:effectLst/>
                          <a:latin typeface="Arial" panose="020B0604020202020204" pitchFamily="34" charset="0"/>
                          <a:cs typeface="Arial" panose="020B0604020202020204" pitchFamily="34" charset="0"/>
                        </a:rPr>
                        <a:t>Media_File_Name_vod__c</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5F5F5"/>
                    </a:solidFill>
                  </a:tcPr>
                </a:tc>
                <a:tc>
                  <a:txBody>
                    <a:bodyPr/>
                    <a:lstStyle/>
                    <a:p>
                      <a:pPr fontAlgn="t"/>
                      <a:r>
                        <a:rPr lang="en-US" sz="1400" dirty="0">
                          <a:effectLst/>
                          <a:latin typeface="Arial" panose="020B0604020202020204" pitchFamily="34" charset="0"/>
                          <a:cs typeface="Arial" panose="020B0604020202020204" pitchFamily="34" charset="0"/>
                        </a:rPr>
                        <a:t>External ID for the media file. The ID is automatically populated when a media file is added (via Vault integration, FTP, or upload link). If managing CLM without the Vault integration, the ID provides the ability to easily update a piece of media by uploading content with the same unique external ID</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1811395731"/>
                  </a:ext>
                </a:extLst>
              </a:tr>
              <a:tr h="0">
                <a:tc>
                  <a:txBody>
                    <a:bodyPr/>
                    <a:lstStyle/>
                    <a:p>
                      <a:pPr fontAlgn="t"/>
                      <a:r>
                        <a:rPr lang="en-US" sz="1400">
                          <a:effectLst/>
                          <a:latin typeface="Arial" panose="020B0604020202020204" pitchFamily="34" charset="0"/>
                          <a:cs typeface="Arial" panose="020B0604020202020204" pitchFamily="34" charset="0"/>
                        </a:rPr>
                        <a:t>Media_File_CRC_vod__c</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sz="1400" dirty="0">
                          <a:effectLst/>
                          <a:latin typeface="Arial" panose="020B0604020202020204" pitchFamily="34" charset="0"/>
                          <a:cs typeface="Arial" panose="020B0604020202020204" pitchFamily="34" charset="0"/>
                        </a:rPr>
                        <a:t>Automatically populated when media file is added</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9009067"/>
                  </a:ext>
                </a:extLst>
              </a:tr>
              <a:tr h="0">
                <a:tc>
                  <a:txBody>
                    <a:bodyPr/>
                    <a:lstStyle/>
                    <a:p>
                      <a:pPr fontAlgn="t"/>
                      <a:r>
                        <a:rPr lang="en-US" sz="1400">
                          <a:effectLst/>
                          <a:latin typeface="Arial" panose="020B0604020202020204" pitchFamily="34" charset="0"/>
                          <a:cs typeface="Arial" panose="020B0604020202020204" pitchFamily="34" charset="0"/>
                        </a:rPr>
                        <a:t>Slide_Version_vod__c</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5F5F5"/>
                    </a:solidFill>
                  </a:tcPr>
                </a:tc>
                <a:tc>
                  <a:txBody>
                    <a:bodyPr/>
                    <a:lstStyle/>
                    <a:p>
                      <a:pPr fontAlgn="t"/>
                      <a:r>
                        <a:rPr lang="en-US" sz="1400" dirty="0">
                          <a:effectLst/>
                          <a:latin typeface="Arial" panose="020B0604020202020204" pitchFamily="34" charset="0"/>
                          <a:cs typeface="Arial" panose="020B0604020202020204" pitchFamily="34" charset="0"/>
                        </a:rPr>
                        <a:t>Used to manage the media file version</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945626220"/>
                  </a:ext>
                </a:extLst>
              </a:tr>
              <a:tr h="0">
                <a:tc>
                  <a:txBody>
                    <a:bodyPr/>
                    <a:lstStyle/>
                    <a:p>
                      <a:pPr fontAlgn="t"/>
                      <a:r>
                        <a:rPr lang="en-US" sz="1400" dirty="0">
                          <a:effectLst/>
                          <a:latin typeface="Arial" panose="020B0604020202020204" pitchFamily="34" charset="0"/>
                          <a:cs typeface="Arial" panose="020B0604020202020204" pitchFamily="34" charset="0"/>
                        </a:rPr>
                        <a:t>Media_File_Size_</a:t>
                      </a:r>
                      <a:r>
                        <a:rPr lang="en-US" sz="1400" dirty="0" err="1">
                          <a:effectLst/>
                          <a:latin typeface="Arial" panose="020B0604020202020204" pitchFamily="34" charset="0"/>
                          <a:cs typeface="Arial" panose="020B0604020202020204" pitchFamily="34" charset="0"/>
                        </a:rPr>
                        <a:t>vod</a:t>
                      </a:r>
                      <a:r>
                        <a:rPr lang="en-US" sz="1400" dirty="0">
                          <a:effectLst/>
                          <a:latin typeface="Arial" panose="020B0604020202020204" pitchFamily="34" charset="0"/>
                          <a:cs typeface="Arial" panose="020B0604020202020204" pitchFamily="34" charset="0"/>
                        </a:rPr>
                        <a:t>__c</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fontAlgn="t"/>
                      <a:r>
                        <a:rPr lang="en-US" sz="1400" dirty="0">
                          <a:effectLst/>
                          <a:latin typeface="Arial" panose="020B0604020202020204" pitchFamily="34" charset="0"/>
                          <a:cs typeface="Arial" panose="020B0604020202020204" pitchFamily="34" charset="0"/>
                        </a:rPr>
                        <a:t>Automatically populated when media file is added</a:t>
                      </a:r>
                    </a:p>
                  </a:txBody>
                  <a:tcPr marL="4762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3611102"/>
                  </a:ext>
                </a:extLst>
              </a:tr>
            </a:tbl>
          </a:graphicData>
        </a:graphic>
      </p:graphicFrame>
    </p:spTree>
    <p:extLst>
      <p:ext uri="{BB962C8B-B14F-4D97-AF65-F5344CB8AC3E}">
        <p14:creationId xmlns:p14="http://schemas.microsoft.com/office/powerpoint/2010/main" val="9774692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52</a:t>
            </a:r>
          </a:p>
        </p:txBody>
      </p:sp>
      <p:sp>
        <p:nvSpPr>
          <p:cNvPr id="2" name="Title 1"/>
          <p:cNvSpPr>
            <a:spLocks noGrp="1"/>
          </p:cNvSpPr>
          <p:nvPr>
            <p:ph type="ctrTitle"/>
          </p:nvPr>
        </p:nvSpPr>
        <p:spPr>
          <a:xfrm>
            <a:off x="633249" y="76200"/>
            <a:ext cx="9381744" cy="1107996"/>
          </a:xfrm>
        </p:spPr>
        <p:txBody>
          <a:bodyPr vert="horz" lIns="91440" tIns="45720" rIns="91440" bIns="45720" rtlCol="0" anchor="ctr">
            <a:noAutofit/>
          </a:bodyPr>
          <a:lstStyle/>
          <a:p>
            <a:r>
              <a:rPr lang="en-US" sz="3200" dirty="0"/>
              <a:t>Check Your Understanding ... 1</a:t>
            </a:r>
          </a:p>
        </p:txBody>
      </p:sp>
      <p:graphicFrame>
        <p:nvGraphicFramePr>
          <p:cNvPr id="23" name="Diagram 22"/>
          <p:cNvGraphicFramePr/>
          <p:nvPr>
            <p:extLst>
              <p:ext uri="{D42A27DB-BD31-4B8C-83A1-F6EECF244321}">
                <p14:modId xmlns:p14="http://schemas.microsoft.com/office/powerpoint/2010/main" val="903016196"/>
              </p:ext>
            </p:extLst>
          </p:nvPr>
        </p:nvGraphicFramePr>
        <p:xfrm>
          <a:off x="633249" y="1143000"/>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741507"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681014048"/>
              </p:ext>
            </p:extLst>
          </p:nvPr>
        </p:nvGraphicFramePr>
        <p:xfrm>
          <a:off x="633249" y="4134460"/>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2841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53</a:t>
            </a:r>
          </a:p>
        </p:txBody>
      </p:sp>
      <p:sp>
        <p:nvSpPr>
          <p:cNvPr id="2" name="Title 1"/>
          <p:cNvSpPr>
            <a:spLocks noGrp="1"/>
          </p:cNvSpPr>
          <p:nvPr>
            <p:ph type="ctrTitle"/>
          </p:nvPr>
        </p:nvSpPr>
        <p:spPr>
          <a:xfrm>
            <a:off x="783897" y="228601"/>
            <a:ext cx="9381744" cy="1107996"/>
          </a:xfrm>
        </p:spPr>
        <p:txBody>
          <a:bodyPr vert="horz" lIns="91440" tIns="45720" rIns="91440" bIns="45720" rtlCol="0" anchor="ctr">
            <a:noAutofit/>
          </a:bodyPr>
          <a:lstStyle/>
          <a:p>
            <a:r>
              <a:rPr lang="en-US" sz="3200" dirty="0"/>
              <a:t>Check Your Understanding ... 2</a:t>
            </a:r>
          </a:p>
        </p:txBody>
      </p:sp>
      <p:graphicFrame>
        <p:nvGraphicFramePr>
          <p:cNvPr id="23" name="Diagram 22"/>
          <p:cNvGraphicFramePr/>
          <p:nvPr>
            <p:extLst>
              <p:ext uri="{D42A27DB-BD31-4B8C-83A1-F6EECF244321}">
                <p14:modId xmlns:p14="http://schemas.microsoft.com/office/powerpoint/2010/main" val="68536547"/>
              </p:ext>
            </p:extLst>
          </p:nvPr>
        </p:nvGraphicFramePr>
        <p:xfrm>
          <a:off x="783898" y="1162068"/>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09298"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885007063"/>
              </p:ext>
            </p:extLst>
          </p:nvPr>
        </p:nvGraphicFramePr>
        <p:xfrm>
          <a:off x="783897" y="4441030"/>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1161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54</a:t>
            </a:r>
          </a:p>
        </p:txBody>
      </p:sp>
      <p:sp>
        <p:nvSpPr>
          <p:cNvPr id="2" name="Title 1"/>
          <p:cNvSpPr>
            <a:spLocks noGrp="1"/>
          </p:cNvSpPr>
          <p:nvPr>
            <p:ph type="ctrTitle"/>
          </p:nvPr>
        </p:nvSpPr>
        <p:spPr>
          <a:xfrm>
            <a:off x="678969" y="96520"/>
            <a:ext cx="9381744" cy="1107996"/>
          </a:xfrm>
        </p:spPr>
        <p:txBody>
          <a:bodyPr vert="horz" lIns="91440" tIns="45720" rIns="91440" bIns="45720" rtlCol="0" anchor="ctr">
            <a:noAutofit/>
          </a:bodyPr>
          <a:lstStyle/>
          <a:p>
            <a:r>
              <a:rPr lang="en-US" sz="3200" dirty="0"/>
              <a:t>Check Your Understanding ... 3</a:t>
            </a:r>
          </a:p>
        </p:txBody>
      </p:sp>
      <p:graphicFrame>
        <p:nvGraphicFramePr>
          <p:cNvPr id="23" name="Diagram 22"/>
          <p:cNvGraphicFramePr/>
          <p:nvPr>
            <p:extLst>
              <p:ext uri="{D42A27DB-BD31-4B8C-83A1-F6EECF244321}">
                <p14:modId xmlns:p14="http://schemas.microsoft.com/office/powerpoint/2010/main" val="4004500158"/>
              </p:ext>
            </p:extLst>
          </p:nvPr>
        </p:nvGraphicFramePr>
        <p:xfrm>
          <a:off x="623089" y="1162799"/>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678969" y="6442138"/>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1922357264"/>
              </p:ext>
            </p:extLst>
          </p:nvPr>
        </p:nvGraphicFramePr>
        <p:xfrm>
          <a:off x="623088" y="4229100"/>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5702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55</a:t>
            </a:r>
          </a:p>
        </p:txBody>
      </p:sp>
      <p:sp>
        <p:nvSpPr>
          <p:cNvPr id="2" name="Title 1"/>
          <p:cNvSpPr>
            <a:spLocks noGrp="1"/>
          </p:cNvSpPr>
          <p:nvPr>
            <p:ph type="ctrTitle"/>
          </p:nvPr>
        </p:nvSpPr>
        <p:spPr>
          <a:xfrm>
            <a:off x="685800" y="228601"/>
            <a:ext cx="9381744" cy="1107996"/>
          </a:xfrm>
        </p:spPr>
        <p:txBody>
          <a:bodyPr vert="horz" lIns="91440" tIns="45720" rIns="91440" bIns="45720" rtlCol="0" anchor="ctr">
            <a:noAutofit/>
          </a:bodyPr>
          <a:lstStyle/>
          <a:p>
            <a:r>
              <a:rPr lang="en-US" sz="3200" dirty="0"/>
              <a:t>Check Your Understanding ... 4</a:t>
            </a:r>
          </a:p>
        </p:txBody>
      </p:sp>
      <p:graphicFrame>
        <p:nvGraphicFramePr>
          <p:cNvPr id="23" name="Diagram 22"/>
          <p:cNvGraphicFramePr/>
          <p:nvPr>
            <p:extLst>
              <p:ext uri="{D42A27DB-BD31-4B8C-83A1-F6EECF244321}">
                <p14:modId xmlns:p14="http://schemas.microsoft.com/office/powerpoint/2010/main" val="1236527897"/>
              </p:ext>
            </p:extLst>
          </p:nvPr>
        </p:nvGraphicFramePr>
        <p:xfrm>
          <a:off x="685800" y="1078248"/>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09298" y="6442138"/>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496946710"/>
              </p:ext>
            </p:extLst>
          </p:nvPr>
        </p:nvGraphicFramePr>
        <p:xfrm>
          <a:off x="685800" y="4232197"/>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44462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56</a:t>
            </a:r>
          </a:p>
        </p:txBody>
      </p:sp>
      <p:sp>
        <p:nvSpPr>
          <p:cNvPr id="2" name="Title 1"/>
          <p:cNvSpPr>
            <a:spLocks noGrp="1"/>
          </p:cNvSpPr>
          <p:nvPr>
            <p:ph type="ctrTitle"/>
          </p:nvPr>
        </p:nvSpPr>
        <p:spPr>
          <a:xfrm>
            <a:off x="809298" y="228601"/>
            <a:ext cx="9381744" cy="1107996"/>
          </a:xfrm>
        </p:spPr>
        <p:txBody>
          <a:bodyPr vert="horz" lIns="91440" tIns="45720" rIns="91440" bIns="45720" rtlCol="0" anchor="ctr">
            <a:noAutofit/>
          </a:bodyPr>
          <a:lstStyle/>
          <a:p>
            <a:r>
              <a:rPr lang="en-US" sz="3200" dirty="0"/>
              <a:t>Check Your Understanding ... 5</a:t>
            </a:r>
          </a:p>
        </p:txBody>
      </p:sp>
      <p:graphicFrame>
        <p:nvGraphicFramePr>
          <p:cNvPr id="23" name="Diagram 22"/>
          <p:cNvGraphicFramePr/>
          <p:nvPr>
            <p:extLst>
              <p:ext uri="{D42A27DB-BD31-4B8C-83A1-F6EECF244321}">
                <p14:modId xmlns:p14="http://schemas.microsoft.com/office/powerpoint/2010/main" val="4279293746"/>
              </p:ext>
            </p:extLst>
          </p:nvPr>
        </p:nvGraphicFramePr>
        <p:xfrm>
          <a:off x="809298" y="1179327"/>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839778" y="6477349"/>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graphicFrame>
        <p:nvGraphicFramePr>
          <p:cNvPr id="7" name="Diagram 6"/>
          <p:cNvGraphicFramePr/>
          <p:nvPr>
            <p:extLst>
              <p:ext uri="{D42A27DB-BD31-4B8C-83A1-F6EECF244321}">
                <p14:modId xmlns:p14="http://schemas.microsoft.com/office/powerpoint/2010/main" val="4135406938"/>
              </p:ext>
            </p:extLst>
          </p:nvPr>
        </p:nvGraphicFramePr>
        <p:xfrm>
          <a:off x="824538" y="4358155"/>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5422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r>
              <a:rPr lang="en-US" dirty="0"/>
              <a:t>57</a:t>
            </a:r>
          </a:p>
        </p:txBody>
      </p:sp>
      <p:sp>
        <p:nvSpPr>
          <p:cNvPr id="3" name="Title 2"/>
          <p:cNvSpPr>
            <a:spLocks noGrp="1"/>
          </p:cNvSpPr>
          <p:nvPr>
            <p:ph type="title" idx="4294967295"/>
          </p:nvPr>
        </p:nvSpPr>
        <p:spPr>
          <a:xfrm>
            <a:off x="1447800" y="339473"/>
            <a:ext cx="9144000" cy="479425"/>
          </a:xfrm>
        </p:spPr>
        <p:txBody>
          <a:bodyPr vert="horz" lIns="91440" tIns="45720" rIns="91440" bIns="45720" rtlCol="0" anchor="ctr">
            <a:noAutofit/>
          </a:bodyPr>
          <a:lstStyle/>
          <a:p>
            <a:r>
              <a:rPr lang="en-US" dirty="0"/>
              <a:t>Summary</a:t>
            </a:r>
          </a:p>
        </p:txBody>
      </p:sp>
      <p:sp>
        <p:nvSpPr>
          <p:cNvPr id="2" name="Content Placeholder 1"/>
          <p:cNvSpPr>
            <a:spLocks noGrp="1"/>
          </p:cNvSpPr>
          <p:nvPr>
            <p:ph idx="4294967295"/>
          </p:nvPr>
        </p:nvSpPr>
        <p:spPr>
          <a:xfrm>
            <a:off x="457200" y="1242414"/>
            <a:ext cx="11125200" cy="4983162"/>
          </a:xfrm>
        </p:spPr>
        <p:txBody>
          <a:bodyPr/>
          <a:lstStyle/>
          <a:p>
            <a:r>
              <a:rPr lang="en-US" altLang="ja-JP" dirty="0">
                <a:solidFill>
                  <a:schemeClr val="tx1"/>
                </a:solidFill>
              </a:rPr>
              <a:t>In this module, you have learnt to:</a:t>
            </a:r>
          </a:p>
          <a:p>
            <a:endParaRPr lang="en-US" altLang="ja-JP" dirty="0">
              <a:solidFill>
                <a:schemeClr val="tx1"/>
              </a:solidFill>
            </a:endParaRPr>
          </a:p>
          <a:p>
            <a:pPr lvl="1"/>
            <a:r>
              <a:rPr lang="en-US" altLang="ja-JP" dirty="0">
                <a:solidFill>
                  <a:schemeClr val="tx1"/>
                </a:solidFill>
              </a:rPr>
              <a:t>Describe Call Data Model</a:t>
            </a:r>
          </a:p>
          <a:p>
            <a:pPr lvl="1"/>
            <a:r>
              <a:rPr lang="en-US" altLang="ja-JP" dirty="0">
                <a:solidFill>
                  <a:schemeClr val="tx1"/>
                </a:solidFill>
              </a:rPr>
              <a:t>Define Marker Fields and Section Signals</a:t>
            </a:r>
          </a:p>
          <a:p>
            <a:pPr lvl="1"/>
            <a:r>
              <a:rPr lang="en-US" altLang="ja-JP" dirty="0">
                <a:solidFill>
                  <a:schemeClr val="tx1"/>
                </a:solidFill>
              </a:rPr>
              <a:t>Define call page layout sections including:</a:t>
            </a:r>
          </a:p>
          <a:p>
            <a:pPr lvl="2"/>
            <a:r>
              <a:rPr lang="en-US" altLang="ja-JP" sz="1800" dirty="0">
                <a:solidFill>
                  <a:schemeClr val="tx1"/>
                </a:solidFill>
              </a:rPr>
              <a:t>Call Attendees</a:t>
            </a:r>
          </a:p>
          <a:p>
            <a:pPr lvl="2"/>
            <a:r>
              <a:rPr lang="en-US" altLang="ja-JP" sz="1800" dirty="0">
                <a:solidFill>
                  <a:schemeClr val="tx1"/>
                </a:solidFill>
              </a:rPr>
              <a:t>Call Discussion</a:t>
            </a:r>
          </a:p>
          <a:p>
            <a:pPr lvl="2"/>
            <a:r>
              <a:rPr lang="en-US" altLang="ja-JP" sz="1800" dirty="0">
                <a:solidFill>
                  <a:schemeClr val="tx1"/>
                </a:solidFill>
              </a:rPr>
              <a:t>Key Messages</a:t>
            </a:r>
          </a:p>
          <a:p>
            <a:pPr lvl="2"/>
            <a:r>
              <a:rPr lang="en-US" altLang="ja-JP" sz="1800" dirty="0">
                <a:solidFill>
                  <a:schemeClr val="tx1"/>
                </a:solidFill>
              </a:rPr>
              <a:t>Pre and Post Call Notes</a:t>
            </a:r>
          </a:p>
          <a:p>
            <a:pPr lvl="2"/>
            <a:r>
              <a:rPr lang="en-US" altLang="ja-JP" sz="1800" dirty="0">
                <a:solidFill>
                  <a:schemeClr val="tx1"/>
                </a:solidFill>
              </a:rPr>
              <a:t>Configured call page layout assignment</a:t>
            </a:r>
          </a:p>
          <a:p>
            <a:pPr lvl="2"/>
            <a:r>
              <a:rPr lang="en-US" altLang="ja-JP" sz="1800" dirty="0">
                <a:solidFill>
                  <a:schemeClr val="tx1"/>
                </a:solidFill>
              </a:rPr>
              <a:t>Restrict and default Call types by Account record types</a:t>
            </a:r>
            <a:endParaRPr lang="en-US" sz="1800" dirty="0">
              <a:solidFill>
                <a:schemeClr val="tx1"/>
              </a:solidFill>
            </a:endParaRPr>
          </a:p>
        </p:txBody>
      </p:sp>
      <p:sp>
        <p:nvSpPr>
          <p:cNvPr id="6" name="Rectangle 5"/>
          <p:cNvSpPr/>
          <p:nvPr/>
        </p:nvSpPr>
        <p:spPr>
          <a:xfrm>
            <a:off x="7446746" y="3810000"/>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122" name="Picture 2" descr="D:\Images\Images\Objective\shutterstock_12820219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9796" y="3898799"/>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r>
              <a:rPr lang="en-US" dirty="0"/>
              <a:t>58</a:t>
            </a:r>
          </a:p>
        </p:txBody>
      </p:sp>
      <p:sp>
        <p:nvSpPr>
          <p:cNvPr id="3" name="Title 2"/>
          <p:cNvSpPr>
            <a:spLocks noGrp="1"/>
          </p:cNvSpPr>
          <p:nvPr>
            <p:ph type="title" idx="4294967295"/>
          </p:nvPr>
        </p:nvSpPr>
        <p:spPr>
          <a:xfrm>
            <a:off x="1562100" y="268060"/>
            <a:ext cx="9144000" cy="479425"/>
          </a:xfrm>
        </p:spPr>
        <p:txBody>
          <a:bodyPr vert="horz" lIns="91440" tIns="45720" rIns="91440" bIns="45720" rtlCol="0" anchor="ctr">
            <a:noAutofit/>
          </a:bodyPr>
          <a:lstStyle/>
          <a:p>
            <a:r>
              <a:rPr lang="en-US" dirty="0"/>
              <a:t>Source</a:t>
            </a:r>
          </a:p>
        </p:txBody>
      </p:sp>
      <p:sp>
        <p:nvSpPr>
          <p:cNvPr id="2" name="Content Placeholder 1"/>
          <p:cNvSpPr>
            <a:spLocks noGrp="1"/>
          </p:cNvSpPr>
          <p:nvPr>
            <p:ph idx="4294967295"/>
          </p:nvPr>
        </p:nvSpPr>
        <p:spPr>
          <a:xfrm>
            <a:off x="914400" y="1399121"/>
            <a:ext cx="6411913" cy="4983163"/>
          </a:xfrm>
        </p:spPr>
        <p:txBody>
          <a:bodyPr/>
          <a:lstStyle/>
          <a:p>
            <a:pPr>
              <a:defRPr/>
            </a:pPr>
            <a:r>
              <a:rPr lang="en-US" dirty="0">
                <a:hlinkClick r:id="rId2"/>
              </a:rPr>
              <a:t>https://crmhelp.VEEVA.com/doc/Content/Home.htm</a:t>
            </a:r>
            <a:endParaRPr lang="en-US" dirty="0"/>
          </a:p>
          <a:p>
            <a:pPr>
              <a:defRPr/>
            </a:pPr>
            <a:endParaRPr lang="en-US" dirty="0"/>
          </a:p>
        </p:txBody>
      </p:sp>
      <p:sp>
        <p:nvSpPr>
          <p:cNvPr id="7" name="Text Box 4"/>
          <p:cNvSpPr txBox="1">
            <a:spLocks noChangeArrowheads="1"/>
          </p:cNvSpPr>
          <p:nvPr/>
        </p:nvSpPr>
        <p:spPr bwMode="auto">
          <a:xfrm>
            <a:off x="1577340" y="4903988"/>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4943" y="1509486"/>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2422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a:t>59</a:t>
            </a:r>
          </a:p>
        </p:txBody>
      </p:sp>
      <p:sp>
        <p:nvSpPr>
          <p:cNvPr id="3" name="Content Placeholder 2"/>
          <p:cNvSpPr>
            <a:spLocks noGrp="1"/>
          </p:cNvSpPr>
          <p:nvPr>
            <p:ph sz="quarter" idx="4294967295"/>
          </p:nvPr>
        </p:nvSpPr>
        <p:spPr>
          <a:xfrm>
            <a:off x="457199" y="1364456"/>
            <a:ext cx="8458200" cy="4129088"/>
          </a:xfrm>
        </p:spPr>
        <p:txBody>
          <a:bodyPr>
            <a:normAutofit/>
          </a:bodyPr>
          <a:lstStyle/>
          <a:p>
            <a:pPr marL="0" indent="0">
              <a:buNone/>
            </a:pPr>
            <a:r>
              <a:rPr lang="en-US" dirty="0">
                <a:solidFill>
                  <a:schemeClr val="tx1"/>
                </a:solidFill>
              </a:rPr>
              <a:t>In the upcoming module - </a:t>
            </a:r>
            <a:r>
              <a:rPr lang="en-US" i="1" dirty="0">
                <a:solidFill>
                  <a:schemeClr val="tx1"/>
                </a:solidFill>
              </a:rPr>
              <a:t>Cycle Plan Configuration, </a:t>
            </a:r>
            <a:r>
              <a:rPr lang="en-US" dirty="0">
                <a:solidFill>
                  <a:schemeClr val="tx1"/>
                </a:solidFill>
              </a:rPr>
              <a:t>you will learn to: </a:t>
            </a:r>
          </a:p>
          <a:p>
            <a:pPr marL="0" indent="0">
              <a:buNone/>
            </a:pPr>
            <a:endParaRPr lang="en-US" dirty="0">
              <a:solidFill>
                <a:schemeClr val="tx1"/>
              </a:solidFill>
            </a:endParaRPr>
          </a:p>
          <a:p>
            <a:pPr lvl="1">
              <a:buClrTx/>
              <a:buFont typeface="Arial" panose="020B0604020202020204" pitchFamily="34" charset="0"/>
              <a:buChar char="-"/>
            </a:pPr>
            <a:r>
              <a:rPr lang="en-US" dirty="0">
                <a:solidFill>
                  <a:schemeClr val="tx1"/>
                </a:solidFill>
              </a:rPr>
              <a:t>Describe VEEVA Cycle Plan</a:t>
            </a:r>
          </a:p>
          <a:p>
            <a:pPr lvl="1">
              <a:buClrTx/>
              <a:buFont typeface="Arial" panose="020B0604020202020204" pitchFamily="34" charset="0"/>
              <a:buChar char="-"/>
            </a:pPr>
            <a:r>
              <a:rPr lang="en-US" dirty="0">
                <a:solidFill>
                  <a:schemeClr val="tx1"/>
                </a:solidFill>
              </a:rPr>
              <a:t>Explain Cycle Plan in application</a:t>
            </a:r>
          </a:p>
          <a:p>
            <a:pPr lvl="1">
              <a:buClrTx/>
              <a:buFont typeface="Arial" panose="020B0604020202020204" pitchFamily="34" charset="0"/>
              <a:buChar char="-"/>
            </a:pPr>
            <a:r>
              <a:rPr lang="en-US" dirty="0">
                <a:solidFill>
                  <a:schemeClr val="tx1"/>
                </a:solidFill>
              </a:rPr>
              <a:t>Describe Cycle Plan Target Statistics Columns</a:t>
            </a:r>
          </a:p>
          <a:p>
            <a:pPr lvl="1">
              <a:buClrTx/>
              <a:buFont typeface="Arial" panose="020B0604020202020204" pitchFamily="34" charset="0"/>
              <a:buChar char="-"/>
            </a:pPr>
            <a:r>
              <a:rPr lang="en-US" dirty="0">
                <a:solidFill>
                  <a:schemeClr val="tx1"/>
                </a:solidFill>
              </a:rPr>
              <a:t>Describe Cycle Plan data model</a:t>
            </a:r>
          </a:p>
          <a:p>
            <a:pPr lvl="1">
              <a:buClrTx/>
              <a:buFont typeface="Arial" panose="020B0604020202020204" pitchFamily="34" charset="0"/>
              <a:buChar char="-"/>
            </a:pPr>
            <a:r>
              <a:rPr lang="en-US" dirty="0">
                <a:solidFill>
                  <a:schemeClr val="tx1"/>
                </a:solidFill>
              </a:rPr>
              <a:t>Configure Cycle Plan layouts</a:t>
            </a:r>
          </a:p>
          <a:p>
            <a:pPr lvl="1">
              <a:buClrTx/>
              <a:buFont typeface="Arial" panose="020B0604020202020204" pitchFamily="34" charset="0"/>
              <a:buChar char="-"/>
            </a:pPr>
            <a:r>
              <a:rPr lang="en-US" dirty="0">
                <a:solidFill>
                  <a:schemeClr val="tx1"/>
                </a:solidFill>
              </a:rPr>
              <a:t>Configure user profiles for Cycle Plans</a:t>
            </a:r>
          </a:p>
          <a:p>
            <a:pPr lvl="1">
              <a:buClrTx/>
              <a:buFont typeface="Arial" panose="020B0604020202020204" pitchFamily="34" charset="0"/>
              <a:buChar char="-"/>
            </a:pPr>
            <a:r>
              <a:rPr lang="en-US" dirty="0">
                <a:solidFill>
                  <a:schemeClr val="tx1"/>
                </a:solidFill>
              </a:rPr>
              <a:t>Configure Cycle Plans batch and real-time calculation processes</a:t>
            </a:r>
          </a:p>
        </p:txBody>
      </p:sp>
      <p:sp>
        <p:nvSpPr>
          <p:cNvPr id="5" name="Title 2"/>
          <p:cNvSpPr>
            <a:spLocks noGrp="1"/>
          </p:cNvSpPr>
          <p:nvPr>
            <p:ph type="title" idx="4294967295"/>
          </p:nvPr>
        </p:nvSpPr>
        <p:spPr>
          <a:xfrm>
            <a:off x="1295400" y="361712"/>
            <a:ext cx="9144000" cy="369332"/>
          </a:xfrm>
        </p:spPr>
        <p:txBody>
          <a:bodyPr/>
          <a:lstStyle/>
          <a:p>
            <a:r>
              <a:rPr lang="en-US" dirty="0"/>
              <a:t>Coming Next ... </a:t>
            </a:r>
          </a:p>
        </p:txBody>
      </p:sp>
      <p:sp>
        <p:nvSpPr>
          <p:cNvPr id="6" name="Footer Placeholder 4"/>
          <p:cNvSpPr txBox="1">
            <a:spLocks/>
          </p:cNvSpPr>
          <p:nvPr/>
        </p:nvSpPr>
        <p:spPr>
          <a:xfrm>
            <a:off x="633247" y="6492238"/>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Cognizant 2023</a:t>
            </a:r>
          </a:p>
        </p:txBody>
      </p:sp>
    </p:spTree>
    <p:extLst>
      <p:ext uri="{BB962C8B-B14F-4D97-AF65-F5344CB8AC3E}">
        <p14:creationId xmlns:p14="http://schemas.microsoft.com/office/powerpoint/2010/main" val="23420383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3733800"/>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65088" lvl="1"/>
            <a:r>
              <a:rPr lang="en-US" altLang="ja-JP" sz="2800" b="1" dirty="0">
                <a:solidFill>
                  <a:srgbClr val="00718F"/>
                </a:solidFill>
                <a:latin typeface="Arial" panose="020B0604020202020204" pitchFamily="34" charset="0"/>
                <a:cs typeface="Arial" panose="020B0604020202020204" pitchFamily="34" charset="0"/>
              </a:rPr>
              <a:t>Call Management Configurations</a:t>
            </a:r>
            <a:endParaRPr lang="en-US" sz="2800" b="1" dirty="0">
              <a:solidFill>
                <a:srgbClr val="00718F"/>
              </a:solidFill>
              <a:latin typeface="Arial" panose="020B0604020202020204" pitchFamily="34" charset="0"/>
              <a:cs typeface="Arial" panose="020B0604020202020204" pitchFamily="34" charset="0"/>
            </a:endParaRPr>
          </a:p>
        </p:txBody>
      </p:sp>
      <p:sp>
        <p:nvSpPr>
          <p:cNvPr id="5" name="Title 3">
            <a:extLst>
              <a:ext uri="{FF2B5EF4-FFF2-40B4-BE49-F238E27FC236}">
                <a16:creationId xmlns:a16="http://schemas.microsoft.com/office/drawing/2014/main" id="{94EA25DC-23F3-BFB5-BF58-EDBF9749F224}"/>
              </a:ext>
            </a:extLst>
          </p:cNvPr>
          <p:cNvSpPr>
            <a:spLocks noGrp="1"/>
          </p:cNvSpPr>
          <p:nvPr>
            <p:ph type="ctrTitle"/>
          </p:nvPr>
        </p:nvSpPr>
        <p:spPr>
          <a:xfrm>
            <a:off x="1042416" y="2365335"/>
            <a:ext cx="6053327" cy="923330"/>
          </a:xfrm>
        </p:spPr>
        <p:txBody>
          <a:bodyPr/>
          <a:lstStyle/>
          <a:p>
            <a:r>
              <a:rPr lang="en-US" dirty="0"/>
              <a:t>Thank you</a:t>
            </a:r>
          </a:p>
        </p:txBody>
      </p:sp>
    </p:spTree>
    <p:extLst>
      <p:ext uri="{BB962C8B-B14F-4D97-AF65-F5344CB8AC3E}">
        <p14:creationId xmlns:p14="http://schemas.microsoft.com/office/powerpoint/2010/main" val="29210118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5039A044B60D40B3724930C1FBFD03" ma:contentTypeVersion="16" ma:contentTypeDescription="Create a new document." ma:contentTypeScope="" ma:versionID="7b464aa6ddfb3948d0b6ebd52d50a260">
  <xsd:schema xmlns:xsd="http://www.w3.org/2001/XMLSchema" xmlns:xs="http://www.w3.org/2001/XMLSchema" xmlns:p="http://schemas.microsoft.com/office/2006/metadata/properties" xmlns:ns2="a36ce515-a707-4959-aaa2-b339df12b9ad" xmlns:ns3="c1fa1b37-97c2-4738-b9c9-f06e40c084a6" targetNamespace="http://schemas.microsoft.com/office/2006/metadata/properties" ma:root="true" ma:fieldsID="1ac63ed8350cb60c84dcbc4db0ab2b71" ns2:_="" ns3:_="">
    <xsd:import namespace="a36ce515-a707-4959-aaa2-b339df12b9ad"/>
    <xsd:import namespace="c1fa1b37-97c2-4738-b9c9-f06e40c084a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ce515-a707-4959-aaa2-b339df12b9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fa1b37-97c2-4738-b9c9-f06e40c084a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00b07d-837c-47c6-83e1-c25618c757b1}" ma:internalName="TaxCatchAll" ma:showField="CatchAllData" ma:web="c1fa1b37-97c2-4738-b9c9-f06e40c08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TaxCatchAll xmlns="c1fa1b37-97c2-4738-b9c9-f06e40c084a6" xsi:nil="true"/>
    <lcf76f155ced4ddcb4097134ff3c332f xmlns="a36ce515-a707-4959-aaa2-b339df12b9ad">
      <Terms xmlns="http://schemas.microsoft.com/office/infopath/2007/PartnerControls"/>
    </lcf76f155ced4ddcb4097134ff3c332f>
  </documentManagement>
</p:properties>
</file>

<file path=customXml/item4.xml><?xml version="1.0" encoding="utf-8"?>
<sisl xmlns:xsi="http://www.w3.org/2001/XMLSchema-instance" xmlns:xsd="http://www.w3.org/2001/XMLSchema" xmlns="http://www.boldonjames.com/2008/01/sie/internal/label" sislVersion="0" policy="82ad3a63-90ad-4a46-a3cb-757f4658e205" origin="userSelected">
  <element uid="7349a702-6462-4442-88eb-c64cd513835c" value=""/>
  <element uid="03e9b10b-a1f9-4a88-9630-476473f62285" value=""/>
  <element uid="8490d18d-1e1f-4ae2-adbe-3f6683173bee" value=""/>
</sisl>
</file>

<file path=customXml/itemProps1.xml><?xml version="1.0" encoding="utf-8"?>
<ds:datastoreItem xmlns:ds="http://schemas.openxmlformats.org/officeDocument/2006/customXml" ds:itemID="{435F75B4-7F46-455A-AC2B-6B4B8D50B5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6ce515-a707-4959-aaa2-b339df12b9ad"/>
    <ds:schemaRef ds:uri="c1fa1b37-97c2-4738-b9c9-f06e40c084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AEEA49-3EED-4488-A043-7D1DC7843D7D}">
  <ds:schemaRefs>
    <ds:schemaRef ds:uri="http://schemas.microsoft.com/sharepoint/v3/contenttype/forms"/>
  </ds:schemaRefs>
</ds:datastoreItem>
</file>

<file path=customXml/itemProps3.xml><?xml version="1.0" encoding="utf-8"?>
<ds:datastoreItem xmlns:ds="http://schemas.openxmlformats.org/officeDocument/2006/customXml" ds:itemID="{F78FCE96-C8A4-4E92-8467-18B7198B1C7C}">
  <ds:schemaRefs>
    <ds:schemaRef ds:uri="http://schemas.microsoft.com/office/2006/metadata/properties"/>
    <ds:schemaRef ds:uri="dfd53ed4-94b5-463c-b53e-ba94579571dd"/>
    <ds:schemaRef ds:uri="c1fa1b37-97c2-4738-b9c9-f06e40c084a6"/>
    <ds:schemaRef ds:uri="a36ce515-a707-4959-aaa2-b339df12b9ad"/>
    <ds:schemaRef ds:uri="http://schemas.microsoft.com/office/infopath/2007/PartnerControls"/>
  </ds:schemaRefs>
</ds:datastoreItem>
</file>

<file path=customXml/itemProps4.xml><?xml version="1.0" encoding="utf-8"?>
<ds:datastoreItem xmlns:ds="http://schemas.openxmlformats.org/officeDocument/2006/customXml" ds:itemID="{0BEBDC4B-17DA-44D4-AFA5-32FF924994B2}">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
  <TotalTime>7364</TotalTime>
  <Words>4141</Words>
  <Application>Microsoft Office PowerPoint</Application>
  <PresentationFormat>Widescreen</PresentationFormat>
  <Paragraphs>648</Paragraphs>
  <Slides>60</Slides>
  <Notes>42</Notes>
  <HiddenSlides>0</HiddenSlides>
  <MMClips>0</MMClips>
  <ScaleCrop>false</ScaleCrop>
  <HeadingPairs>
    <vt:vector size="4" baseType="variant">
      <vt:variant>
        <vt:lpstr>Theme</vt:lpstr>
      </vt:variant>
      <vt:variant>
        <vt:i4>3</vt:i4>
      </vt:variant>
      <vt:variant>
        <vt:lpstr>Slide Titles</vt:lpstr>
      </vt:variant>
      <vt:variant>
        <vt:i4>60</vt:i4>
      </vt:variant>
    </vt:vector>
  </HeadingPairs>
  <TitlesOfParts>
    <vt:vector size="63" baseType="lpstr">
      <vt:lpstr>Custom Design</vt:lpstr>
      <vt:lpstr>Theme2</vt:lpstr>
      <vt:lpstr>Office Theme</vt:lpstr>
      <vt:lpstr>Call Management Configurations</vt:lpstr>
      <vt:lpstr>About the Author</vt:lpstr>
      <vt:lpstr>Recap ... </vt:lpstr>
      <vt:lpstr>Objectives</vt:lpstr>
      <vt:lpstr>Do You Know</vt:lpstr>
      <vt:lpstr>Overview</vt:lpstr>
      <vt:lpstr>PowerPoint Presentation</vt:lpstr>
      <vt:lpstr>Call Data Model ... 1</vt:lpstr>
      <vt:lpstr>Call Data Model ... 2</vt:lpstr>
      <vt:lpstr>Call Reporting Functionality</vt:lpstr>
      <vt:lpstr>Call Reporting Functionality (continued)</vt:lpstr>
      <vt:lpstr>Call Report Configuration Overview</vt:lpstr>
      <vt:lpstr>PowerPoint Presentation</vt:lpstr>
      <vt:lpstr>Marker Fields</vt:lpstr>
      <vt:lpstr>Call Page Layout Configuration</vt:lpstr>
      <vt:lpstr>Section Signals ... 1</vt:lpstr>
      <vt:lpstr>Section Signals ... 2</vt:lpstr>
      <vt:lpstr>Section Signals ... 3</vt:lpstr>
      <vt:lpstr>Section Signals ... 4</vt:lpstr>
      <vt:lpstr>Section Signals ... 5</vt:lpstr>
      <vt:lpstr>Section Signals ... 6</vt:lpstr>
      <vt:lpstr>PowerPoint Presentation</vt:lpstr>
      <vt:lpstr>Call Status</vt:lpstr>
      <vt:lpstr>Call Address</vt:lpstr>
      <vt:lpstr>Group Call Attendees</vt:lpstr>
      <vt:lpstr>Call Report - Attendees</vt:lpstr>
      <vt:lpstr>Attendee Specific Fields</vt:lpstr>
      <vt:lpstr>Product Details</vt:lpstr>
      <vt:lpstr>Key Messages Configuration</vt:lpstr>
      <vt:lpstr>Key Messages</vt:lpstr>
      <vt:lpstr>Sample and Promotional Items</vt:lpstr>
      <vt:lpstr>Pre-Call and Next Call Notes</vt:lpstr>
      <vt:lpstr>More Actions</vt:lpstr>
      <vt:lpstr>Call Submission Cut Off Date</vt:lpstr>
      <vt:lpstr>Call Conflict Warning</vt:lpstr>
      <vt:lpstr>Call Conflict Warning Configuration</vt:lpstr>
      <vt:lpstr>PowerPoint Presentation</vt:lpstr>
      <vt:lpstr>Call Record Page Layout</vt:lpstr>
      <vt:lpstr>Call Record Type</vt:lpstr>
      <vt:lpstr>Default Call Record Type values</vt:lpstr>
      <vt:lpstr>New Call Buttons - Online</vt:lpstr>
      <vt:lpstr>PowerPoint Presentation</vt:lpstr>
      <vt:lpstr>Restricting Call Type by Account Type</vt:lpstr>
      <vt:lpstr>Defaulting Call Type by Account Type</vt:lpstr>
      <vt:lpstr>Call Reports on CRM (iRep)</vt:lpstr>
      <vt:lpstr>Call Reports - Products</vt:lpstr>
      <vt:lpstr>Call Reports - Signature Capture</vt:lpstr>
      <vt:lpstr>PowerPoint Presentation</vt:lpstr>
      <vt:lpstr>CLM Presentation ... 1</vt:lpstr>
      <vt:lpstr>CLM Presentation ... 2</vt:lpstr>
      <vt:lpstr>CLM Data Model</vt:lpstr>
      <vt:lpstr>Check Your Understanding ... 1</vt:lpstr>
      <vt:lpstr>Check Your Understanding ... 2</vt:lpstr>
      <vt:lpstr>Check Your Understanding ... 3</vt:lpstr>
      <vt:lpstr>Check Your Understanding ... 4</vt:lpstr>
      <vt:lpstr>Check Your Understanding ... 5</vt:lpstr>
      <vt:lpstr>Summary</vt:lpstr>
      <vt:lpstr>Source</vt:lpstr>
      <vt:lpstr>Coming Next ... </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keywords>*$%PUB-*$%GenBus</cp:keywords>
  <cp:lastModifiedBy>Majumdar, Abhijan (Cognizant)</cp:lastModifiedBy>
  <cp:revision>293</cp:revision>
  <dcterms:created xsi:type="dcterms:W3CDTF">2011-06-15T11:24:59Z</dcterms:created>
  <dcterms:modified xsi:type="dcterms:W3CDTF">2025-07-29T11:22:01Z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0x010100145039A044B60D40B3724930C1FBFD03</vt:lpwstr>
  </property>
  <property fmtid="{D5CDD505-2E9C-101B-9397-08002B2CF9AE}" pid="3" name="_dlc_DocIdItemGuid">
    <vt:lpwstr>1c19f327-3998-48ba-bd4d-be7aee79e354</vt:lpwstr>
  </property>
  <property fmtid="{D5CDD505-2E9C-101B-9397-08002B2CF9AE}" pid="4" name="docIndexRef">
    <vt:lpwstr>0d17af4f-4fba-4da5-bc14-b7b33acb6080</vt:lpwstr>
  </property>
  <property fmtid="{D5CDD505-2E9C-101B-9397-08002B2CF9AE}" pid="5" name="bjSaver">
    <vt:lpwstr>S8y3Fo54J7jfxCVfxFNi0eRK9n+Ux2bt</vt:lpwstr>
  </property>
  <property fmtid="{D5CDD505-2E9C-101B-9397-08002B2CF9AE}" pid="6" name="bjDocumentLabelXML">
    <vt:lpwstr>&lt;?xml version="1.0" encoding="us-ascii"?&gt;&lt;sisl xmlns:xsi="http://www.w3.org/2001/XMLSchema-instance" xmlns:xsd="http://www.w3.org/2001/XMLSchema" sislVersion="0" policy="82ad3a63-90ad-4a46-a3cb-757f4658e205" origin="userSelected" xmlns="http://www.boldonj</vt:lpwstr>
  </property>
  <property fmtid="{D5CDD505-2E9C-101B-9397-08002B2CF9AE}" pid="7" name="bjDocumentLabelXML-0">
    <vt:lpwstr>ames.com/2008/01/sie/internal/label"&gt;&lt;element uid="7349a702-6462-4442-88eb-c64cd513835c" value="" /&gt;&lt;element uid="03e9b10b-a1f9-4a88-9630-476473f62285" value="" /&gt;&lt;element uid="8490d18d-1e1f-4ae2-adbe-3f6683173bee" value="" /&gt;&lt;/sisl&gt;</vt:lpwstr>
  </property>
  <property fmtid="{D5CDD505-2E9C-101B-9397-08002B2CF9AE}" pid="8" name="bjDocumentSecurityLabel">
    <vt:lpwstr>Public - General Business</vt:lpwstr>
  </property>
  <property fmtid="{D5CDD505-2E9C-101B-9397-08002B2CF9AE}" pid="9" name="MediaServiceImageTags">
    <vt:lpwstr/>
  </property>
</Properties>
</file>