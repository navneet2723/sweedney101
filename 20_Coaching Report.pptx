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97" r:id="rId5"/>
    <p:sldMasterId id="2147483733" r:id="rId6"/>
  </p:sldMasterIdLst>
  <p:notesMasterIdLst>
    <p:notesMasterId r:id="rId37"/>
  </p:notesMasterIdLst>
  <p:sldIdLst>
    <p:sldId id="257" r:id="rId7"/>
    <p:sldId id="723" r:id="rId8"/>
    <p:sldId id="263" r:id="rId9"/>
    <p:sldId id="340" r:id="rId10"/>
    <p:sldId id="334" r:id="rId11"/>
    <p:sldId id="335" r:id="rId12"/>
    <p:sldId id="322" r:id="rId13"/>
    <p:sldId id="336" r:id="rId14"/>
    <p:sldId id="304" r:id="rId15"/>
    <p:sldId id="305" r:id="rId16"/>
    <p:sldId id="347" r:id="rId17"/>
    <p:sldId id="323" r:id="rId18"/>
    <p:sldId id="324" r:id="rId19"/>
    <p:sldId id="344" r:id="rId20"/>
    <p:sldId id="327" r:id="rId21"/>
    <p:sldId id="328" r:id="rId22"/>
    <p:sldId id="346" r:id="rId23"/>
    <p:sldId id="329" r:id="rId24"/>
    <p:sldId id="345" r:id="rId25"/>
    <p:sldId id="326" r:id="rId26"/>
    <p:sldId id="325" r:id="rId27"/>
    <p:sldId id="348" r:id="rId28"/>
    <p:sldId id="349" r:id="rId29"/>
    <p:sldId id="350" r:id="rId30"/>
    <p:sldId id="351" r:id="rId31"/>
    <p:sldId id="352" r:id="rId32"/>
    <p:sldId id="277" r:id="rId33"/>
    <p:sldId id="278" r:id="rId34"/>
    <p:sldId id="339" r:id="rId35"/>
    <p:sldId id="27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57A616-AF3F-48A2-9013-4824D1292109}" v="4" dt="2023-08-14T07:12:17.3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91" autoAdjust="0"/>
  </p:normalViewPr>
  <p:slideViewPr>
    <p:cSldViewPr>
      <p:cViewPr varScale="1">
        <p:scale>
          <a:sx n="74" d="100"/>
          <a:sy n="74" d="100"/>
        </p:scale>
        <p:origin x="936" y="77"/>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viewProps" Target="viewProps.xml"/><Relationship Id="rId21" Type="http://schemas.openxmlformats.org/officeDocument/2006/relationships/slide" Target="slides/slide15.xml"/><Relationship Id="rId34" Type="http://schemas.openxmlformats.org/officeDocument/2006/relationships/slide" Target="slides/slide28.xml"/><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 Which access permission does the Manager of the FCR has?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tx1"/>
              </a:solidFill>
              <a:latin typeface="Arial" panose="020B0604020202020204" pitchFamily="34" charset="0"/>
              <a:cs typeface="Arial" panose="020B0604020202020204" pitchFamily="34" charset="0"/>
            </a:rPr>
            <a:t>Read only </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D57B36A9-5351-4A40-A451-9E25A1910D21}">
      <dgm:prSet custT="1"/>
      <dgm:spPr/>
      <dgm:t>
        <a:bodyPr/>
        <a:lstStyle/>
        <a:p>
          <a:r>
            <a:rPr lang="en-US" sz="1800">
              <a:solidFill>
                <a:schemeClr val="tx1"/>
              </a:solidFill>
              <a:latin typeface="Arial" panose="020B0604020202020204" pitchFamily="34" charset="0"/>
              <a:cs typeface="Arial" panose="020B0604020202020204" pitchFamily="34" charset="0"/>
            </a:rPr>
            <a:t>Edit</a:t>
          </a:r>
          <a:endParaRPr lang="en-US" sz="1800" dirty="0">
            <a:solidFill>
              <a:schemeClr val="tx1"/>
            </a:solidFill>
            <a:latin typeface="Arial" panose="020B0604020202020204" pitchFamily="34" charset="0"/>
            <a:cs typeface="Arial" panose="020B0604020202020204" pitchFamily="34" charset="0"/>
          </a:endParaRPr>
        </a:p>
      </dgm:t>
    </dgm:pt>
    <dgm:pt modelId="{4E6C91B9-4CEE-498F-B912-F402DBDD5600}" type="parTrans" cxnId="{29E3BF6A-0407-4090-A30E-0E0D386A5B15}">
      <dgm:prSet/>
      <dgm:spPr/>
      <dgm:t>
        <a:bodyPr/>
        <a:lstStyle/>
        <a:p>
          <a:endParaRPr lang="en-US"/>
        </a:p>
      </dgm:t>
    </dgm:pt>
    <dgm:pt modelId="{456DA5FC-E7D4-4F28-A11D-1331A9BD521A}" type="sibTrans" cxnId="{29E3BF6A-0407-4090-A30E-0E0D386A5B15}">
      <dgm:prSet/>
      <dgm:spPr/>
      <dgm:t>
        <a:bodyPr/>
        <a:lstStyle/>
        <a:p>
          <a:endParaRPr lang="en-US"/>
        </a:p>
      </dgm:t>
    </dgm:pt>
    <dgm:pt modelId="{5292807E-D305-4E58-9128-A70ED8827A36}">
      <dgm:prSet custT="1"/>
      <dgm:spPr/>
      <dgm:t>
        <a:bodyPr/>
        <a:lstStyle/>
        <a:p>
          <a:r>
            <a:rPr lang="en-US" sz="1800" dirty="0">
              <a:solidFill>
                <a:schemeClr val="tx1"/>
              </a:solidFill>
              <a:latin typeface="Arial" panose="020B0604020202020204" pitchFamily="34" charset="0"/>
              <a:cs typeface="Arial" panose="020B0604020202020204" pitchFamily="34" charset="0"/>
            </a:rPr>
            <a:t>Read/Edit/Create </a:t>
          </a:r>
        </a:p>
      </dgm:t>
    </dgm:pt>
    <dgm:pt modelId="{2886B9C9-D07E-4DA2-B92B-BE8B8CF660C4}" type="parTrans" cxnId="{C299074F-0C9E-44B8-94A1-8A8EC8F258BE}">
      <dgm:prSet/>
      <dgm:spPr/>
      <dgm:t>
        <a:bodyPr/>
        <a:lstStyle/>
        <a:p>
          <a:endParaRPr lang="en-US"/>
        </a:p>
      </dgm:t>
    </dgm:pt>
    <dgm:pt modelId="{DF66E19B-1139-442B-9196-676C6954739C}" type="sibTrans" cxnId="{C299074F-0C9E-44B8-94A1-8A8EC8F258B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3998"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29E3BF6A-0407-4090-A30E-0E0D386A5B15}" srcId="{2C8EA471-3542-4573-A8BF-295862507B6E}" destId="{D57B36A9-5351-4A40-A451-9E25A1910D21}" srcOrd="1" destOrd="0" parTransId="{4E6C91B9-4CEE-498F-B912-F402DBDD5600}" sibTransId="{456DA5FC-E7D4-4F28-A11D-1331A9BD521A}"/>
    <dgm:cxn modelId="{C299074F-0C9E-44B8-94A1-8A8EC8F258BE}" srcId="{2C8EA471-3542-4573-A8BF-295862507B6E}" destId="{5292807E-D305-4E58-9128-A70ED8827A36}" srcOrd="2" destOrd="0" parTransId="{2886B9C9-D07E-4DA2-B92B-BE8B8CF660C4}" sibTransId="{DF66E19B-1139-442B-9196-676C6954739C}"/>
    <dgm:cxn modelId="{BB8C597D-158B-4853-81ED-45A4A1EC8B01}" type="presOf" srcId="{D57B36A9-5351-4A40-A451-9E25A1910D21}"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9C3ABDD9-E0D7-4112-8F09-8A3C319E4B57}" type="presOf" srcId="{5292807E-D305-4E58-9128-A70ED8827A36}"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solidFill>
                <a:schemeClr val="bg1"/>
              </a:solidFill>
              <a:latin typeface="Arial" panose="020B0604020202020204" pitchFamily="34" charset="0"/>
              <a:cs typeface="Arial" panose="020B0604020202020204" pitchFamily="34" charset="0"/>
            </a:rPr>
            <a:t>Answer: Read/Edit/Create </a:t>
          </a:r>
          <a:endParaRPr lang="en-US" sz="1800" b="1" dirty="0">
            <a:solidFill>
              <a:schemeClr val="bg1"/>
            </a:solidFill>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2743" custLinFactNeighborY="16095">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2. To configure Coaching Reports for Windows 8, enable the Coaching Reports VMOC.</a:t>
          </a:r>
        </a:p>
        <a:p>
          <a:r>
            <a:rPr lang="en-US" sz="1800" dirty="0">
              <a:solidFill>
                <a:schemeClr val="bg1"/>
              </a:solidFill>
              <a:latin typeface="Arial" panose="020B0604020202020204" pitchFamily="34" charset="0"/>
              <a:cs typeface="Arial" panose="020B0604020202020204" pitchFamily="34" charset="0"/>
            </a:rPr>
            <a:t>State True or False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tx1"/>
              </a:solidFill>
              <a:latin typeface="Arial" panose="020B0604020202020204" pitchFamily="34" charset="0"/>
              <a:cs typeface="Arial" panose="020B0604020202020204" pitchFamily="34" charset="0"/>
            </a:rPr>
            <a:t>True</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F40B0C8-9DCF-4E5A-A8DC-280461C95FA8}">
      <dgm:prSet phldrT="[Text]" custT="1"/>
      <dgm:spPr/>
      <dgm:t>
        <a:bodyPr/>
        <a:lstStyle/>
        <a:p>
          <a:r>
            <a:rPr lang="en-US" sz="1800" dirty="0">
              <a:latin typeface="Arial" panose="020B0604020202020204" pitchFamily="34" charset="0"/>
              <a:cs typeface="Arial" panose="020B0604020202020204" pitchFamily="34" charset="0"/>
            </a:rPr>
            <a:t>False</a:t>
          </a:r>
        </a:p>
      </dgm:t>
    </dgm:pt>
    <dgm:pt modelId="{30DB554D-9284-4C12-AE00-4F08845C6C9D}" type="parTrans" cxnId="{175B1311-ECEA-4A89-854A-59865C6FA5C7}">
      <dgm:prSet/>
      <dgm:spPr/>
      <dgm:t>
        <a:bodyPr/>
        <a:lstStyle/>
        <a:p>
          <a:endParaRPr lang="en-US"/>
        </a:p>
      </dgm:t>
    </dgm:pt>
    <dgm:pt modelId="{52100035-9DE2-4D6D-9D02-96C739CF59E1}" type="sibTrans" cxnId="{175B1311-ECEA-4A89-854A-59865C6FA5C7}">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2634"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75B1311-ECEA-4A89-854A-59865C6FA5C7}" srcId="{2C8EA471-3542-4573-A8BF-295862507B6E}" destId="{9F40B0C8-9DCF-4E5A-A8DC-280461C95FA8}" srcOrd="1" destOrd="0" parTransId="{30DB554D-9284-4C12-AE00-4F08845C6C9D}" sibTransId="{52100035-9DE2-4D6D-9D02-96C739CF59E1}"/>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D6F388AA-19FE-43C3-BA6E-DE737BAAE0EC}" type="presOf" srcId="{9F40B0C8-9DCF-4E5A-A8DC-280461C95FA8}" destId="{0EBE7C70-51AD-4402-A9D8-36889ADBC56A}" srcOrd="0" destOrd="1"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solidFill>
                <a:schemeClr val="bg1"/>
              </a:solidFill>
              <a:latin typeface="Arial" panose="020B0604020202020204" pitchFamily="34" charset="0"/>
              <a:cs typeface="Arial" panose="020B0604020202020204" pitchFamily="34" charset="0"/>
            </a:rPr>
            <a:t>Answer: True</a:t>
          </a:r>
          <a:endParaRPr lang="en-US" sz="1800" b="1" dirty="0">
            <a:solidFill>
              <a:schemeClr val="bg1"/>
            </a:solidFill>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3. Employee are the sales reps who receive the Coaching Report.</a:t>
          </a:r>
        </a:p>
        <a:p>
          <a:r>
            <a:rPr lang="en-US" sz="1800" dirty="0">
              <a:solidFill>
                <a:schemeClr val="bg1"/>
              </a:solidFill>
              <a:latin typeface="Arial" panose="020B0604020202020204" pitchFamily="34" charset="0"/>
              <a:cs typeface="Arial" panose="020B0604020202020204" pitchFamily="34" charset="0"/>
            </a:rPr>
            <a:t>State True or False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tx1"/>
              </a:solidFill>
              <a:latin typeface="Arial" panose="020B0604020202020204" pitchFamily="34" charset="0"/>
              <a:cs typeface="Arial" panose="020B0604020202020204" pitchFamily="34" charset="0"/>
            </a:rPr>
            <a:t>True</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F40B0C8-9DCF-4E5A-A8DC-280461C95FA8}">
      <dgm:prSet phldrT="[Text]" custT="1"/>
      <dgm:spPr/>
      <dgm:t>
        <a:bodyPr/>
        <a:lstStyle/>
        <a:p>
          <a:r>
            <a:rPr lang="en-US" sz="1800" dirty="0">
              <a:latin typeface="Arial" panose="020B0604020202020204" pitchFamily="34" charset="0"/>
              <a:cs typeface="Arial" panose="020B0604020202020204" pitchFamily="34" charset="0"/>
            </a:rPr>
            <a:t>False</a:t>
          </a:r>
        </a:p>
      </dgm:t>
    </dgm:pt>
    <dgm:pt modelId="{30DB554D-9284-4C12-AE00-4F08845C6C9D}" type="parTrans" cxnId="{175B1311-ECEA-4A89-854A-59865C6FA5C7}">
      <dgm:prSet/>
      <dgm:spPr/>
      <dgm:t>
        <a:bodyPr/>
        <a:lstStyle/>
        <a:p>
          <a:endParaRPr lang="en-US"/>
        </a:p>
      </dgm:t>
    </dgm:pt>
    <dgm:pt modelId="{52100035-9DE2-4D6D-9D02-96C739CF59E1}" type="sibTrans" cxnId="{175B1311-ECEA-4A89-854A-59865C6FA5C7}">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2634" custLinFactNeighborX="-13411" custLinFactNeighborY="-2097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75B1311-ECEA-4A89-854A-59865C6FA5C7}" srcId="{2C8EA471-3542-4573-A8BF-295862507B6E}" destId="{9F40B0C8-9DCF-4E5A-A8DC-280461C95FA8}" srcOrd="1" destOrd="0" parTransId="{30DB554D-9284-4C12-AE00-4F08845C6C9D}" sibTransId="{52100035-9DE2-4D6D-9D02-96C739CF59E1}"/>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D6F388AA-19FE-43C3-BA6E-DE737BAAE0EC}" type="presOf" srcId="{9F40B0C8-9DCF-4E5A-A8DC-280461C95FA8}" destId="{0EBE7C70-51AD-4402-A9D8-36889ADBC56A}" srcOrd="0" destOrd="1"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solidFill>
                <a:schemeClr val="bg1"/>
              </a:solidFill>
              <a:latin typeface="Arial" panose="020B0604020202020204" pitchFamily="34" charset="0"/>
              <a:cs typeface="Arial" panose="020B0604020202020204" pitchFamily="34" charset="0"/>
            </a:rPr>
            <a:t>Answer: True</a:t>
          </a:r>
          <a:endParaRPr lang="en-US" sz="1800" b="1" dirty="0">
            <a:solidFill>
              <a:schemeClr val="bg1"/>
            </a:solidFill>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9405" custLinFactNeighborY="883">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4. </a:t>
          </a:r>
          <a:r>
            <a:rPr lang="en-US" sz="1800" dirty="0">
              <a:solidFill>
                <a:schemeClr val="bg1"/>
              </a:solidFill>
              <a:latin typeface="Arial" panose="020B0604020202020204" pitchFamily="34" charset="0"/>
              <a:cs typeface="Arial" panose="020B0604020202020204" pitchFamily="34" charset="0"/>
            </a:rPr>
            <a:t>The Sharing of Coaching Report happens through the Org’s _____ hierarchy.</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tx1"/>
              </a:solidFill>
              <a:latin typeface="Arial" panose="020B0604020202020204" pitchFamily="34" charset="0"/>
              <a:cs typeface="Arial" panose="020B0604020202020204" pitchFamily="34" charset="0"/>
            </a:rPr>
            <a:t>Role</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80549B28-C6C7-44C8-83F2-2481E4F58D9D}">
      <dgm:prSet custT="1"/>
      <dgm:spPr/>
      <dgm:t>
        <a:bodyPr/>
        <a:lstStyle/>
        <a:p>
          <a:r>
            <a:rPr lang="en-US" sz="1800" dirty="0">
              <a:solidFill>
                <a:schemeClr val="tx1"/>
              </a:solidFill>
              <a:latin typeface="Arial" panose="020B0604020202020204" pitchFamily="34" charset="0"/>
              <a:cs typeface="Arial" panose="020B0604020202020204" pitchFamily="34" charset="0"/>
            </a:rPr>
            <a:t>Territory</a:t>
          </a:r>
        </a:p>
      </dgm:t>
    </dgm:pt>
    <dgm:pt modelId="{5A52902E-8D32-4334-AB6C-D1BB16D133CF}" type="parTrans" cxnId="{4AF5BE8D-0E55-48BE-86F4-737CF2D8071C}">
      <dgm:prSet/>
      <dgm:spPr/>
      <dgm:t>
        <a:bodyPr/>
        <a:lstStyle/>
        <a:p>
          <a:endParaRPr lang="en-US"/>
        </a:p>
      </dgm:t>
    </dgm:pt>
    <dgm:pt modelId="{95A6BF5E-6836-47FB-A886-CE887B86B0BF}" type="sibTrans" cxnId="{4AF5BE8D-0E55-48BE-86F4-737CF2D8071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3490" custLinFactNeighborX="-8302" custLinFactNeighborY="-6763">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A38B1D1B-6ABA-4F4D-BA77-399D93B568AF}" type="presOf" srcId="{80549B28-C6C7-44C8-83F2-2481E4F58D9D}"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4AF5BE8D-0E55-48BE-86F4-737CF2D8071C}" srcId="{2C8EA471-3542-4573-A8BF-295862507B6E}" destId="{80549B28-C6C7-44C8-83F2-2481E4F58D9D}" srcOrd="1" destOrd="0" parTransId="{5A52902E-8D32-4334-AB6C-D1BB16D133CF}" sibTransId="{95A6BF5E-6836-47FB-A886-CE887B86B0BF}"/>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solidFill>
                <a:schemeClr val="bg1"/>
              </a:solidFill>
              <a:latin typeface="Arial" panose="020B0604020202020204" pitchFamily="34" charset="0"/>
              <a:cs typeface="Arial" panose="020B0604020202020204" pitchFamily="34" charset="0"/>
            </a:rPr>
            <a:t>Answer: Role</a:t>
          </a:r>
          <a:endParaRPr lang="en-US" sz="1800" b="1" dirty="0">
            <a:solidFill>
              <a:schemeClr val="bg1"/>
            </a:solidFill>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5. All Metadata configuration is done through VEEVA CRM online application Setup Console</a:t>
          </a:r>
          <a:r>
            <a:rPr lang="en-US" sz="1800" dirty="0">
              <a:latin typeface="Arial" panose="020B0604020202020204" pitchFamily="34" charset="0"/>
              <a:cs typeface="Arial" panose="020B0604020202020204" pitchFamily="34" charset="0"/>
            </a:rPr>
            <a:t>.</a:t>
          </a:r>
        </a:p>
        <a:p>
          <a:r>
            <a:rPr lang="en-US" sz="1800" b="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tx1"/>
              </a:solidFill>
              <a:latin typeface="Arial" panose="020B0604020202020204" pitchFamily="34" charset="0"/>
              <a:cs typeface="Arial" panose="020B0604020202020204" pitchFamily="34" charset="0"/>
            </a:rPr>
            <a:t>True</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80549B28-C6C7-44C8-83F2-2481E4F58D9D}">
      <dgm:prSet custT="1"/>
      <dgm:spPr/>
      <dgm:t>
        <a:bodyPr/>
        <a:lstStyle/>
        <a:p>
          <a:r>
            <a:rPr lang="en-US" sz="1800" dirty="0">
              <a:solidFill>
                <a:schemeClr val="tx1"/>
              </a:solidFill>
              <a:latin typeface="Arial" panose="020B0604020202020204" pitchFamily="34" charset="0"/>
              <a:cs typeface="Arial" panose="020B0604020202020204" pitchFamily="34" charset="0"/>
            </a:rPr>
            <a:t>False</a:t>
          </a:r>
        </a:p>
      </dgm:t>
    </dgm:pt>
    <dgm:pt modelId="{5A52902E-8D32-4334-AB6C-D1BB16D133CF}" type="parTrans" cxnId="{4AF5BE8D-0E55-48BE-86F4-737CF2D8071C}">
      <dgm:prSet/>
      <dgm:spPr/>
      <dgm:t>
        <a:bodyPr/>
        <a:lstStyle/>
        <a:p>
          <a:endParaRPr lang="en-US"/>
        </a:p>
      </dgm:t>
    </dgm:pt>
    <dgm:pt modelId="{95A6BF5E-6836-47FB-A886-CE887B86B0BF}" type="sibTrans" cxnId="{4AF5BE8D-0E55-48BE-86F4-737CF2D8071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2634" custLinFactNeighborY="-4150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A38B1D1B-6ABA-4F4D-BA77-399D93B568AF}" type="presOf" srcId="{80549B28-C6C7-44C8-83F2-2481E4F58D9D}"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4AF5BE8D-0E55-48BE-86F4-737CF2D8071C}" srcId="{2C8EA471-3542-4573-A8BF-295862507B6E}" destId="{80549B28-C6C7-44C8-83F2-2481E4F58D9D}" srcOrd="1" destOrd="0" parTransId="{5A52902E-8D32-4334-AB6C-D1BB16D133CF}" sibTransId="{95A6BF5E-6836-47FB-A886-CE887B86B0BF}"/>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solidFill>
                <a:schemeClr val="bg1"/>
              </a:solidFill>
              <a:latin typeface="Arial" panose="020B0604020202020204" pitchFamily="34" charset="0"/>
              <a:cs typeface="Arial" panose="020B0604020202020204" pitchFamily="34" charset="0"/>
            </a:rPr>
            <a:t>Answer: True</a:t>
          </a:r>
          <a:endParaRPr lang="en-US" sz="1800" b="1" dirty="0">
            <a:solidFill>
              <a:schemeClr val="bg1"/>
            </a:solidFill>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2638" custLinFactNeighborY="6788">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01025"/>
          <a:ext cx="8333885" cy="9004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 Which access permission does the Manager of the FCR has?</a:t>
          </a:r>
          <a:endParaRPr lang="en-US" sz="1800" kern="1200" dirty="0">
            <a:solidFill>
              <a:schemeClr val="bg1"/>
            </a:solidFill>
            <a:latin typeface="Arial" panose="020B0604020202020204" pitchFamily="34" charset="0"/>
            <a:cs typeface="Arial" panose="020B0604020202020204" pitchFamily="34" charset="0"/>
          </a:endParaRPr>
        </a:p>
      </dsp:txBody>
      <dsp:txXfrm>
        <a:off x="43954" y="444979"/>
        <a:ext cx="8245977" cy="812499"/>
      </dsp:txXfrm>
    </dsp:sp>
    <dsp:sp modelId="{0EBE7C70-51AD-4402-A9D8-36889ADBC56A}">
      <dsp:nvSpPr>
        <dsp:cNvPr id="0" name=""/>
        <dsp:cNvSpPr/>
      </dsp:nvSpPr>
      <dsp:spPr>
        <a:xfrm>
          <a:off x="0" y="1577700"/>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Read only </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Edit</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Read/Edit/Create </a:t>
          </a:r>
        </a:p>
      </dsp:txBody>
      <dsp:txXfrm>
        <a:off x="0" y="1577700"/>
        <a:ext cx="8333885" cy="1076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Answer: Read/Edit/Create </a:t>
          </a:r>
          <a:endParaRPr lang="en-US" sz="1800" b="1" kern="1200" dirty="0">
            <a:solidFill>
              <a:schemeClr val="bg1"/>
            </a:solidFill>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26804"/>
          <a:ext cx="8333885" cy="124885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2. To configure Coaching Reports for Windows 8, enable the Coaching Reports VMOC.</a:t>
          </a:r>
        </a:p>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State True or False</a:t>
          </a:r>
        </a:p>
      </dsp:txBody>
      <dsp:txXfrm>
        <a:off x="60964" y="287768"/>
        <a:ext cx="8211957" cy="1126922"/>
      </dsp:txXfrm>
    </dsp:sp>
    <dsp:sp modelId="{0EBE7C70-51AD-4402-A9D8-36889ADBC56A}">
      <dsp:nvSpPr>
        <dsp:cNvPr id="0" name=""/>
        <dsp:cNvSpPr/>
      </dsp:nvSpPr>
      <dsp:spPr>
        <a:xfrm>
          <a:off x="0" y="1751921"/>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True</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latin typeface="Arial" panose="020B0604020202020204" pitchFamily="34" charset="0"/>
              <a:cs typeface="Arial" panose="020B0604020202020204" pitchFamily="34" charset="0"/>
            </a:rPr>
            <a:t>False</a:t>
          </a:r>
        </a:p>
      </dsp:txBody>
      <dsp:txXfrm>
        <a:off x="0" y="1751921"/>
        <a:ext cx="8333885"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Answer: True</a:t>
          </a:r>
          <a:endParaRPr lang="en-US" sz="1800" b="1" kern="1200" dirty="0">
            <a:solidFill>
              <a:schemeClr val="bg1"/>
            </a:solidFill>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44782"/>
          <a:ext cx="8333885" cy="124885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3. Employee are the sales reps who receive the Coaching Report.</a:t>
          </a:r>
        </a:p>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State True or False</a:t>
          </a:r>
        </a:p>
      </dsp:txBody>
      <dsp:txXfrm>
        <a:off x="60964" y="205746"/>
        <a:ext cx="8211957" cy="1126922"/>
      </dsp:txXfrm>
    </dsp:sp>
    <dsp:sp modelId="{0EBE7C70-51AD-4402-A9D8-36889ADBC56A}">
      <dsp:nvSpPr>
        <dsp:cNvPr id="0" name=""/>
        <dsp:cNvSpPr/>
      </dsp:nvSpPr>
      <dsp:spPr>
        <a:xfrm>
          <a:off x="0" y="1751921"/>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True</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latin typeface="Arial" panose="020B0604020202020204" pitchFamily="34" charset="0"/>
              <a:cs typeface="Arial" panose="020B0604020202020204" pitchFamily="34" charset="0"/>
            </a:rPr>
            <a:t>False</a:t>
          </a:r>
        </a:p>
      </dsp:txBody>
      <dsp:txXfrm>
        <a:off x="0" y="1751921"/>
        <a:ext cx="8333885" cy="1076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Answer: True</a:t>
          </a:r>
          <a:endParaRPr lang="en-US" sz="1800" b="1" kern="1200" dirty="0">
            <a:solidFill>
              <a:schemeClr val="bg1"/>
            </a:solidFill>
            <a:latin typeface="Arial" panose="020B0604020202020204" pitchFamily="34" charset="0"/>
            <a:cs typeface="Arial" panose="020B0604020202020204" pitchFamily="34" charset="0"/>
          </a:endParaRPr>
        </a:p>
      </dsp:txBody>
      <dsp:txXfrm>
        <a:off x="36447" y="51818"/>
        <a:ext cx="8260991"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35880"/>
          <a:ext cx="8333885" cy="77254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4. </a:t>
          </a:r>
          <a:r>
            <a:rPr lang="en-US" sz="1800" kern="1200" dirty="0">
              <a:solidFill>
                <a:schemeClr val="bg1"/>
              </a:solidFill>
              <a:latin typeface="Arial" panose="020B0604020202020204" pitchFamily="34" charset="0"/>
              <a:cs typeface="Arial" panose="020B0604020202020204" pitchFamily="34" charset="0"/>
            </a:rPr>
            <a:t>The Sharing of Coaching Report happens through the Org’s _____ hierarchy.</a:t>
          </a:r>
        </a:p>
      </dsp:txBody>
      <dsp:txXfrm>
        <a:off x="37713" y="573593"/>
        <a:ext cx="8258459" cy="697120"/>
      </dsp:txXfrm>
    </dsp:sp>
    <dsp:sp modelId="{0EBE7C70-51AD-4402-A9D8-36889ADBC56A}">
      <dsp:nvSpPr>
        <dsp:cNvPr id="0" name=""/>
        <dsp:cNvSpPr/>
      </dsp:nvSpPr>
      <dsp:spPr>
        <a:xfrm>
          <a:off x="0" y="1513769"/>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Role</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Territory</a:t>
          </a:r>
        </a:p>
      </dsp:txBody>
      <dsp:txXfrm>
        <a:off x="0" y="1513769"/>
        <a:ext cx="8333885" cy="10764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Answer: Role</a:t>
          </a:r>
          <a:endParaRPr lang="en-US" sz="1800" b="1" kern="1200" dirty="0">
            <a:solidFill>
              <a:schemeClr val="bg1"/>
            </a:solidFill>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10134600" cy="124885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5. All Metadata configuration is done through VEEVA CRM online application Setup Console</a:t>
          </a:r>
          <a:r>
            <a:rPr lang="en-US" sz="1800" kern="1200" dirty="0">
              <a:latin typeface="Arial" panose="020B0604020202020204" pitchFamily="34" charset="0"/>
              <a:cs typeface="Arial" panose="020B0604020202020204" pitchFamily="34" charset="0"/>
            </a:rPr>
            <a:t>.</a:t>
          </a:r>
        </a:p>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0964" y="60964"/>
        <a:ext cx="10012672" cy="1126922"/>
      </dsp:txXfrm>
    </dsp:sp>
    <dsp:sp modelId="{0EBE7C70-51AD-4402-A9D8-36889ADBC56A}">
      <dsp:nvSpPr>
        <dsp:cNvPr id="0" name=""/>
        <dsp:cNvSpPr/>
      </dsp:nvSpPr>
      <dsp:spPr>
        <a:xfrm>
          <a:off x="0" y="1751921"/>
          <a:ext cx="101346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177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True</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False</a:t>
          </a:r>
        </a:p>
      </dsp:txBody>
      <dsp:txXfrm>
        <a:off x="0" y="1751921"/>
        <a:ext cx="10134600" cy="10764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5371"/>
          <a:ext cx="10134600"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Answer: True</a:t>
          </a:r>
          <a:endParaRPr lang="en-US" sz="1800" b="1" kern="1200" dirty="0">
            <a:solidFill>
              <a:schemeClr val="bg1"/>
            </a:solidFill>
            <a:latin typeface="Arial" panose="020B0604020202020204" pitchFamily="34" charset="0"/>
            <a:cs typeface="Arial" panose="020B0604020202020204" pitchFamily="34" charset="0"/>
          </a:endParaRPr>
        </a:p>
      </dsp:txBody>
      <dsp:txXfrm>
        <a:off x="36447" y="51818"/>
        <a:ext cx="10061706"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8/14/2023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dirty="0"/>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8B6E77-EC63-4CD7-8F8A-914122582C5F}" type="slidenum">
              <a:rPr lang="en-US" smtClean="0"/>
              <a:pPr/>
              <a:t>17</a:t>
            </a:fld>
            <a:endParaRPr lang="en-US" dirty="0"/>
          </a:p>
        </p:txBody>
      </p:sp>
    </p:spTree>
    <p:extLst>
      <p:ext uri="{BB962C8B-B14F-4D97-AF65-F5344CB8AC3E}">
        <p14:creationId xmlns:p14="http://schemas.microsoft.com/office/powerpoint/2010/main" val="503805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8B6E77-EC63-4CD7-8F8A-914122582C5F}" type="slidenum">
              <a:rPr lang="en-US" smtClean="0"/>
              <a:pPr/>
              <a:t>19</a:t>
            </a:fld>
            <a:endParaRPr lang="en-US" dirty="0"/>
          </a:p>
        </p:txBody>
      </p:sp>
    </p:spTree>
    <p:extLst>
      <p:ext uri="{BB962C8B-B14F-4D97-AF65-F5344CB8AC3E}">
        <p14:creationId xmlns:p14="http://schemas.microsoft.com/office/powerpoint/2010/main" val="681219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A8B6E77-EC63-4CD7-8F8A-914122582C5F}" type="slidenum">
              <a:rPr lang="en-US" smtClean="0"/>
              <a:pPr/>
              <a:t>25</a:t>
            </a:fld>
            <a:endParaRPr lang="en-US" dirty="0"/>
          </a:p>
        </p:txBody>
      </p:sp>
    </p:spTree>
    <p:extLst>
      <p:ext uri="{BB962C8B-B14F-4D97-AF65-F5344CB8AC3E}">
        <p14:creationId xmlns:p14="http://schemas.microsoft.com/office/powerpoint/2010/main" val="4728372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jp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2.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13.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dirty="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dirty="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6" y="4648201"/>
            <a:ext cx="6389891" cy="584775"/>
          </a:xfrm>
          <a:prstGeom prst="rect">
            <a:avLst/>
          </a:prstGeom>
        </p:spPr>
        <p:txBody>
          <a:bodyPr wrap="none">
            <a:spAutoFit/>
          </a:bodyPr>
          <a:lstStyle/>
          <a:p>
            <a:pPr algn="ctr">
              <a:defRPr/>
            </a:pPr>
            <a:r>
              <a:rPr lang="en-US" sz="3200" b="1" kern="10" dirty="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0" y="6629401"/>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dirty="0"/>
          </a:p>
        </p:txBody>
      </p:sp>
      <p:sp>
        <p:nvSpPr>
          <p:cNvPr id="17" name="Footer Placeholder 4"/>
          <p:cNvSpPr>
            <a:spLocks noGrp="1"/>
          </p:cNvSpPr>
          <p:nvPr>
            <p:ph type="ftr" sz="quarter" idx="11"/>
          </p:nvPr>
        </p:nvSpPr>
        <p:spPr>
          <a:xfrm>
            <a:off x="9676" y="6553200"/>
            <a:ext cx="1828800" cy="228600"/>
          </a:xfrm>
        </p:spPr>
        <p:txBody>
          <a:bodyPr/>
          <a:lstStyle/>
          <a:p>
            <a:r>
              <a:rPr lang="en-US" dirty="0"/>
              <a:t>© Cognizant 2015</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9" name="Rectangle 8"/>
          <p:cNvSpPr/>
          <p:nvPr userDrawn="1"/>
        </p:nvSpPr>
        <p:spPr>
          <a:xfrm>
            <a:off x="5283200"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3555356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618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145797563"/>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3397131234"/>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Cognizant 2015</a:t>
            </a:r>
            <a:endParaRPr lang="en-US" dirty="0"/>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330786497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Cognizant 2015</a:t>
            </a:r>
            <a:endParaRPr lang="en-US" dirty="0"/>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71869102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Cognizant 2015</a:t>
            </a:r>
            <a:endParaRPr lang="en-US" dirty="0"/>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621423766"/>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657433323"/>
      </p:ext>
    </p:extLst>
  </p:cSld>
  <p:clrMapOvr>
    <a:overrideClrMapping bg1="dk1" tx1="lt1" bg2="dk2" tx2="lt2" accent1="accent1" accent2="accent2" accent3="accent3" accent4="accent4" accent5="accent5" accent6="accent6" hlink="hlink" folHlink="folHlink"/>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347396193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pPr algn="r"/>
            <a:fld id="{E7AF38FF-B38D-4060-8B8D-2D16AAFBAAC1}" type="slidenum">
              <a:rPr lang="en-US" smtClean="0"/>
              <a:pPr algn="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73490271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75473926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86308634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50329810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91299078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pPr algn="r"/>
            <a:fld id="{E7AF38FF-B38D-4060-8B8D-2D16AAFBAAC1}" type="slidenum">
              <a:rPr lang="en-US" smtClean="0"/>
              <a:pPr algn="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39490174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endParaRPr lang="en-US" dirty="0"/>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59652503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endParaRPr lang="en-US" dirty="0"/>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345356493"/>
      </p:ext>
    </p:extLst>
  </p:cSld>
  <p:clrMapOvr>
    <a:overrideClrMapping bg1="lt1" tx1="dk1" bg2="lt2" tx2="dk2" accent1="accent1" accent2="accent2" accent3="accent3" accent4="accent4" accent5="accent5" accent6="accent6" hlink="hlink" folHlink="folHlink"/>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endParaRPr lang="en-US" dirty="0"/>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259487303"/>
      </p:ext>
    </p:extLst>
  </p:cSld>
  <p:clrMapOvr>
    <a:overrideClrMapping bg1="lt1" tx1="dk1" bg2="lt2" tx2="dk2" accent1="accent1" accent2="accent2" accent3="accent3" accent4="accent4" accent5="accent5" accent6="accent6" hlink="hlink" folHlink="folHlink"/>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9965136"/>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78123745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1404383"/>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52435801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51384340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endParaRPr lang="en-US" dirty="0"/>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137027811"/>
      </p:ext>
    </p:extLst>
  </p:cSld>
  <p:clrMapOvr>
    <a:overrideClrMapping bg1="dk1" tx1="lt1" bg2="dk2" tx2="lt2" accent1="accent1" accent2="accent2" accent3="accent3" accent4="accent4" accent5="accent5" accent6="accent6" hlink="hlink" folHlink="folHlink"/>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79256544"/>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endParaRPr lang="en-US" dirty="0"/>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48687730"/>
      </p:ext>
    </p:extLst>
  </p:cSld>
  <p:clrMapOvr>
    <a:overrideClrMapping bg1="dk1" tx1="lt1" bg2="dk2" tx2="lt2" accent1="accent1" accent2="accent2" accent3="accent3" accent4="accent4" accent5="accent5" accent6="accent6" hlink="hlink" folHlink="folHlink"/>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85847915"/>
      </p:ext>
    </p:extLst>
  </p:cSld>
  <p:clrMapOvr>
    <a:masterClrMapping/>
  </p:clrMapOvr>
  <p:hf hdr="0" dt="0"/>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endParaRPr lang="en-US" dirty="0"/>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067722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7674352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endParaRPr lang="en-US" dirty="0"/>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59713198"/>
      </p:ext>
    </p:extLst>
  </p:cSld>
  <p:clrMapOvr>
    <a:overrideClrMapping bg1="lt1" tx1="dk1" bg2="lt2" tx2="dk2" accent1="accent1" accent2="accent2" accent3="accent3" accent4="accent4" accent5="accent5" accent6="accent6" hlink="hlink" folHlink="folHlink"/>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endParaRPr lang="en-US" dirty="0"/>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6762856"/>
      </p:ext>
    </p:extLst>
  </p:cSld>
  <p:clrMapOvr>
    <a:overrideClrMapping bg1="dk1" tx1="lt1" bg2="dk2" tx2="lt2" accent1="accent1" accent2="accent2" accent3="accent3" accent4="accent4" accent5="accent5" accent6="accent6" hlink="hlink" folHlink="folHlink"/>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endParaRPr lang="en-US" dirty="0"/>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2684608"/>
      </p:ext>
    </p:extLst>
  </p:cSld>
  <p:clrMapOvr>
    <a:overrideClrMapping bg1="lt1" tx1="dk1" bg2="lt2" tx2="dk2" accent1="accent1" accent2="accent2" accent3="accent3" accent4="accent4" accent5="accent5" accent6="accent6" hlink="hlink" folHlink="folHlink"/>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Cognizant 2015</a:t>
            </a:r>
            <a:endParaRPr lang="en-US" dirty="0"/>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3140294920"/>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8/14/2023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Cognizant 2015</a:t>
            </a:r>
            <a:endParaRPr lang="en-US" dirty="0"/>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pPr algn="r"/>
            <a:fld id="{E7AF38FF-B38D-4060-8B8D-2D16AAFBAAC1}" type="slidenum">
              <a:rPr lang="en-US" smtClean="0"/>
              <a:pPr algn="r"/>
              <a:t>‹#›</a:t>
            </a:fld>
            <a:endParaRPr lang="en-US" dirty="0"/>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516826099"/>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dirty="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dirty="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6" y="4648201"/>
            <a:ext cx="6389891" cy="584775"/>
          </a:xfrm>
          <a:prstGeom prst="rect">
            <a:avLst/>
          </a:prstGeom>
        </p:spPr>
        <p:txBody>
          <a:bodyPr wrap="none">
            <a:spAutoFit/>
          </a:bodyPr>
          <a:lstStyle/>
          <a:p>
            <a:pPr algn="ctr">
              <a:defRPr/>
            </a:pPr>
            <a:r>
              <a:rPr lang="en-US" sz="3200" b="1" kern="10" dirty="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0" y="6629401"/>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dirty="0"/>
          </a:p>
        </p:txBody>
      </p:sp>
      <p:sp>
        <p:nvSpPr>
          <p:cNvPr id="17"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17639537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5201760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27151077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9" name="Rectangle 8"/>
          <p:cNvSpPr/>
          <p:nvPr userDrawn="1"/>
        </p:nvSpPr>
        <p:spPr>
          <a:xfrm>
            <a:off x="5283200"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Tree>
    <p:extLst>
      <p:ext uri="{BB962C8B-B14F-4D97-AF65-F5344CB8AC3E}">
        <p14:creationId xmlns:p14="http://schemas.microsoft.com/office/powerpoint/2010/main" val="11165648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255520"/>
            <a:ext cx="6705600" cy="1403461"/>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32104151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Blue Cover Slide, Graphic">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F1FCDD-9A69-4405-B89F-CFDAF1874AA8}"/>
              </a:ext>
            </a:extLst>
          </p:cNvPr>
          <p:cNvPicPr>
            <a:picLocks noChangeAspect="1"/>
          </p:cNvPicPr>
          <p:nvPr userDrawn="1"/>
        </p:nvPicPr>
        <p:blipFill>
          <a:blip r:embed="rId2"/>
          <a:stretch>
            <a:fillRect/>
          </a:stretch>
        </p:blipFill>
        <p:spPr>
          <a:xfrm>
            <a:off x="0" y="0"/>
            <a:ext cx="12192000" cy="686816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userDrawn="1"/>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600" y="512065"/>
            <a:ext cx="5687659" cy="668191"/>
          </a:xfrm>
          <a:prstGeom prst="rect">
            <a:avLst/>
          </a:prstGeom>
        </p:spPr>
      </p:pic>
    </p:spTree>
    <p:extLst>
      <p:ext uri="{BB962C8B-B14F-4D97-AF65-F5344CB8AC3E}">
        <p14:creationId xmlns:p14="http://schemas.microsoft.com/office/powerpoint/2010/main" val="34759324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Blue Cover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userDrawn="1"/>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512065"/>
            <a:ext cx="5687659" cy="668191"/>
          </a:xfrm>
          <a:prstGeom prst="rect">
            <a:avLst/>
          </a:prstGeom>
        </p:spPr>
      </p:pic>
    </p:spTree>
    <p:extLst>
      <p:ext uri="{BB962C8B-B14F-4D97-AF65-F5344CB8AC3E}">
        <p14:creationId xmlns:p14="http://schemas.microsoft.com/office/powerpoint/2010/main" val="2040412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icture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B2BD88AD-BF9F-4A95-ACE0-0665F32F8DFE}"/>
              </a:ext>
            </a:extLst>
          </p:cNvPr>
          <p:cNvSpPr>
            <a:spLocks noGrp="1"/>
          </p:cNvSpPr>
          <p:nvPr>
            <p:ph idx="1" hasCustomPrompt="1"/>
          </p:nvPr>
        </p:nvSpPr>
        <p:spPr>
          <a:xfrm>
            <a:off x="4828032" y="1682496"/>
            <a:ext cx="6855968"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marL="609585" lvl="1" indent="-609585">
              <a:buNone/>
            </a:pPr>
            <a:endParaRPr kumimoji="0" lang="en-US" sz="3733" b="0" i="0" u="none" strike="noStrike" kern="1200" cap="none" spc="0" normalizeH="0" baseline="0" noProof="0">
              <a:ln>
                <a:noFill/>
              </a:ln>
              <a:solidFill>
                <a:srgbClr val="0033B4"/>
              </a:solidFill>
              <a:effectLst/>
              <a:uLnTx/>
              <a:uFillTx/>
              <a:latin typeface="+mn-lt"/>
              <a:ea typeface="+mn-ea"/>
              <a:cs typeface="+mn-cs"/>
            </a:endParaRPr>
          </a:p>
        </p:txBody>
      </p:sp>
      <p:sp>
        <p:nvSpPr>
          <p:cNvPr id="9" name="Picture Placeholder 6">
            <a:extLst>
              <a:ext uri="{FF2B5EF4-FFF2-40B4-BE49-F238E27FC236}">
                <a16:creationId xmlns:a16="http://schemas.microsoft.com/office/drawing/2014/main" id="{A7A5CEAD-8DF7-4847-A3C5-A3EBD2E6DC60}"/>
              </a:ext>
            </a:extLst>
          </p:cNvPr>
          <p:cNvSpPr>
            <a:spLocks noGrp="1"/>
          </p:cNvSpPr>
          <p:nvPr>
            <p:ph type="pic" sz="quarter" idx="16" hasCustomPrompt="1"/>
          </p:nvPr>
        </p:nvSpPr>
        <p:spPr>
          <a:xfrm>
            <a:off x="508000" y="1682495"/>
            <a:ext cx="3676651" cy="4425696"/>
          </a:xfrm>
          <a:noFill/>
        </p:spPr>
        <p:txBody>
          <a:bodyPr/>
          <a:lstStyle>
            <a:lvl1pPr marL="0" marR="0" indent="0" algn="l" defTabSz="609585" rtl="0" eaLnBrk="1" fontAlgn="auto" latinLnBrk="0" hangingPunct="1">
              <a:lnSpc>
                <a:spcPct val="90000"/>
              </a:lnSpc>
              <a:spcBef>
                <a:spcPts val="800"/>
              </a:spcBef>
              <a:spcAft>
                <a:spcPts val="0"/>
              </a:spcAft>
              <a:buClrTx/>
              <a:buSzTx/>
              <a:buFont typeface="Arial"/>
              <a:buNone/>
              <a:tabLst/>
              <a:defRPr>
                <a:solidFill>
                  <a:schemeClr val="bg1"/>
                </a:solidFill>
              </a:defRPr>
            </a:lvl1pPr>
          </a:lstStyle>
          <a:p>
            <a:pPr marL="0" marR="0" lvl="0" indent="0" algn="l" defTabSz="609585" rtl="0" eaLnBrk="1" fontAlgn="auto" latinLnBrk="0" hangingPunct="1">
              <a:lnSpc>
                <a:spcPct val="90000"/>
              </a:lnSpc>
              <a:spcBef>
                <a:spcPts val="800"/>
              </a:spcBef>
              <a:spcAft>
                <a:spcPts val="0"/>
              </a:spcAft>
              <a:buClrTx/>
              <a:buSzTx/>
              <a:buFont typeface="Arial"/>
              <a:buNone/>
              <a:tabLst/>
              <a:defRPr/>
            </a:pPr>
            <a:r>
              <a:rPr lang="en-US"/>
              <a:t>Drag picture to placeholder or click icon to add</a:t>
            </a:r>
          </a:p>
          <a:p>
            <a:endParaRPr lang="en-US"/>
          </a:p>
        </p:txBody>
      </p:sp>
      <p:sp>
        <p:nvSpPr>
          <p:cNvPr id="3" name="Date Placeholder 2">
            <a:extLst>
              <a:ext uri="{FF2B5EF4-FFF2-40B4-BE49-F238E27FC236}">
                <a16:creationId xmlns:a16="http://schemas.microsoft.com/office/drawing/2014/main" id="{F6CB4A54-5341-4A6F-9733-3D09E3B0E7F5}"/>
              </a:ext>
            </a:extLst>
          </p:cNvPr>
          <p:cNvSpPr>
            <a:spLocks noGrp="1"/>
          </p:cNvSpPr>
          <p:nvPr>
            <p:ph type="dt" sz="half" idx="17"/>
          </p:nvPr>
        </p:nvSpPr>
        <p:spPr/>
        <p:txBody>
          <a:bodyPr/>
          <a:lstStyle>
            <a:lvl1pPr>
              <a:defRPr>
                <a:solidFill>
                  <a:schemeClr val="bg1"/>
                </a:solidFill>
              </a:defRPr>
            </a:lvl1pPr>
          </a:lstStyle>
          <a:p>
            <a:fld id="{669E508C-8E0B-469F-A2D9-AC62101F5C05}" type="datetime1">
              <a:rPr lang="en-US" smtClean="0"/>
              <a:t>8/14/2023</a:t>
            </a:fld>
            <a:endParaRPr lang="en-US"/>
          </a:p>
        </p:txBody>
      </p:sp>
      <p:sp>
        <p:nvSpPr>
          <p:cNvPr id="7" name="Footer Placeholder 6">
            <a:extLst>
              <a:ext uri="{FF2B5EF4-FFF2-40B4-BE49-F238E27FC236}">
                <a16:creationId xmlns:a16="http://schemas.microsoft.com/office/drawing/2014/main" id="{A9F96F16-06EB-41EA-A547-8A5407FBCF45}"/>
              </a:ext>
            </a:extLst>
          </p:cNvPr>
          <p:cNvSpPr>
            <a:spLocks noGrp="1"/>
          </p:cNvSpPr>
          <p:nvPr>
            <p:ph type="ftr" sz="quarter" idx="18"/>
          </p:nvPr>
        </p:nvSpPr>
        <p:spPr/>
        <p:txBody>
          <a:bodyPr/>
          <a:lstStyle>
            <a:lvl1pPr>
              <a:defRPr>
                <a:solidFill>
                  <a:schemeClr val="bg1"/>
                </a:solidFill>
              </a:defRPr>
            </a:lvl1pPr>
          </a:lstStyle>
          <a:p>
            <a:r>
              <a:rPr lang="en-US"/>
              <a:t>© 2019 Cognizant</a:t>
            </a:r>
          </a:p>
        </p:txBody>
      </p:sp>
      <p:sp>
        <p:nvSpPr>
          <p:cNvPr id="10" name="Slide Number Placeholder 9">
            <a:extLst>
              <a:ext uri="{FF2B5EF4-FFF2-40B4-BE49-F238E27FC236}">
                <a16:creationId xmlns:a16="http://schemas.microsoft.com/office/drawing/2014/main" id="{6CDF8484-6FCC-46A8-B1A4-B877ED71BD26}"/>
              </a:ext>
            </a:extLst>
          </p:cNvPr>
          <p:cNvSpPr>
            <a:spLocks noGrp="1"/>
          </p:cNvSpPr>
          <p:nvPr>
            <p:ph type="sldNum" sz="quarter" idx="19"/>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6F8FABAD-01EF-483E-B2EF-403B57169C4D}"/>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Tree>
    <p:extLst>
      <p:ext uri="{BB962C8B-B14F-4D97-AF65-F5344CB8AC3E}">
        <p14:creationId xmlns:p14="http://schemas.microsoft.com/office/powerpoint/2010/main" val="30416067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0E686D16-B817-4FD7-91EF-E75DCEECBDBE}"/>
              </a:ext>
            </a:extLst>
          </p:cNvPr>
          <p:cNvSpPr>
            <a:spLocks noGrp="1"/>
          </p:cNvSpPr>
          <p:nvPr>
            <p:ph idx="1" hasCustomPrompt="1"/>
          </p:nvPr>
        </p:nvSpPr>
        <p:spPr>
          <a:xfrm>
            <a:off x="503936" y="1682496"/>
            <a:ext cx="11180064"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20189Cognizant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Tree>
    <p:extLst>
      <p:ext uri="{BB962C8B-B14F-4D97-AF65-F5344CB8AC3E}">
        <p14:creationId xmlns:p14="http://schemas.microsoft.com/office/powerpoint/2010/main" val="31415046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Agenda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66462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Agenda &amp; Numbered Tex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09912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Agenda &amp; Numbered Text">
    <p:bg>
      <p:bgPr>
        <a:solidFill>
          <a:srgbClr val="F4633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77174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Agenda &amp; Numbered Text">
    <p:bg>
      <p:bgPr>
        <a:solidFill>
          <a:srgbClr val="FF8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968724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Agenda &amp; Numbered Text">
    <p:bg>
      <p:bgPr>
        <a:solidFill>
          <a:srgbClr val="3C105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5076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Agenda &amp; Numbered Text">
    <p:bg>
      <p:bgPr>
        <a:solidFill>
          <a:schemeClr val="tx2">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37030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8/14/2023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5916739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Header &amp; 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7"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7C4CB0-E1A6-4DBC-8C27-B432BF957BCC}"/>
              </a:ext>
            </a:extLst>
          </p:cNvPr>
          <p:cNvSpPr>
            <a:spLocks noGrp="1"/>
          </p:cNvSpPr>
          <p:nvPr>
            <p:ph type="dt" sz="half" idx="10"/>
          </p:nvPr>
        </p:nvSpPr>
        <p:spPr/>
        <p:txBody>
          <a:bodyPr/>
          <a:lstStyle/>
          <a:p>
            <a:fld id="{87947146-9954-4458-9279-AA08A3B071CD}" type="datetime1">
              <a:rPr lang="en-US" smtClean="0"/>
              <a:t>8/14/2023</a:t>
            </a:fld>
            <a:endParaRPr lang="en-US"/>
          </a:p>
        </p:txBody>
      </p:sp>
      <p:sp>
        <p:nvSpPr>
          <p:cNvPr id="6" name="Footer Placeholder 5">
            <a:extLst>
              <a:ext uri="{FF2B5EF4-FFF2-40B4-BE49-F238E27FC236}">
                <a16:creationId xmlns:a16="http://schemas.microsoft.com/office/drawing/2014/main" id="{599FAE45-F8BC-40F3-9164-D36C18C3F03A}"/>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FB3BC111-2740-46AF-A4EE-25875C41C2B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3D1A41C7-0BA2-435B-A8CC-4AA343893F35}"/>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0540784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Header &amp; 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8107680"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7A35C2-C0F4-49D9-B722-67323A6F7FD1}"/>
              </a:ext>
            </a:extLst>
          </p:cNvPr>
          <p:cNvSpPr>
            <a:spLocks noGrp="1"/>
          </p:cNvSpPr>
          <p:nvPr>
            <p:ph type="dt" sz="half" idx="14"/>
          </p:nvPr>
        </p:nvSpPr>
        <p:spPr/>
        <p:txBody>
          <a:bodyPr/>
          <a:lstStyle/>
          <a:p>
            <a:fld id="{29509183-A3A4-4971-BEBF-1DCDFEAEA734}" type="datetime1">
              <a:rPr lang="en-US" smtClean="0"/>
              <a:t>8/14/2023</a:t>
            </a:fld>
            <a:endParaRPr lang="en-US"/>
          </a:p>
        </p:txBody>
      </p:sp>
      <p:sp>
        <p:nvSpPr>
          <p:cNvPr id="6" name="Footer Placeholder 5">
            <a:extLst>
              <a:ext uri="{FF2B5EF4-FFF2-40B4-BE49-F238E27FC236}">
                <a16:creationId xmlns:a16="http://schemas.microsoft.com/office/drawing/2014/main" id="{F38FFCDF-15C2-443A-9747-477B83B8CFC9}"/>
              </a:ext>
            </a:extLst>
          </p:cNvPr>
          <p:cNvSpPr>
            <a:spLocks noGrp="1"/>
          </p:cNvSpPr>
          <p:nvPr>
            <p:ph type="ftr" sz="quarter" idx="15"/>
          </p:nvPr>
        </p:nvSpPr>
        <p:spPr/>
        <p:txBody>
          <a:bodyPr/>
          <a:lstStyle/>
          <a:p>
            <a:r>
              <a:rPr lang="en-US"/>
              <a:t>© 2019 Cognizant</a:t>
            </a:r>
          </a:p>
        </p:txBody>
      </p:sp>
      <p:sp>
        <p:nvSpPr>
          <p:cNvPr id="7" name="Slide Number Placeholder 6">
            <a:extLst>
              <a:ext uri="{FF2B5EF4-FFF2-40B4-BE49-F238E27FC236}">
                <a16:creationId xmlns:a16="http://schemas.microsoft.com/office/drawing/2014/main" id="{C4063F49-35A6-44FE-8D1B-AF1E3728CAC2}"/>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4C6EBED9-9EFE-447A-BEE0-FCC12D286A7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5020713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eader &amp; 2-column (1/3,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7382256"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31406E-2CA1-499E-A808-27B124490AF3}"/>
              </a:ext>
            </a:extLst>
          </p:cNvPr>
          <p:cNvSpPr>
            <a:spLocks noGrp="1"/>
          </p:cNvSpPr>
          <p:nvPr>
            <p:ph type="dt" sz="half" idx="10"/>
          </p:nvPr>
        </p:nvSpPr>
        <p:spPr/>
        <p:txBody>
          <a:bodyPr/>
          <a:lstStyle/>
          <a:p>
            <a:fld id="{7C6C5538-3BC1-4274-BECE-326EC075782F}" type="datetime1">
              <a:rPr lang="en-US" smtClean="0"/>
              <a:t>8/14/2023</a:t>
            </a:fld>
            <a:endParaRPr lang="en-US"/>
          </a:p>
        </p:txBody>
      </p:sp>
      <p:sp>
        <p:nvSpPr>
          <p:cNvPr id="6" name="Footer Placeholder 5">
            <a:extLst>
              <a:ext uri="{FF2B5EF4-FFF2-40B4-BE49-F238E27FC236}">
                <a16:creationId xmlns:a16="http://schemas.microsoft.com/office/drawing/2014/main" id="{E8B5E847-C84C-457F-B901-2EEB12AD94F8}"/>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F1C10D1C-F2EA-46B6-B35A-881C8F5C67FE}"/>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149C702-A52C-4836-AD09-FFA898A62A9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3862761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amp; 2-column (2/3,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7382256"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8107680"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C60974-838A-40CC-8A5B-B6116CA4DBF8}"/>
              </a:ext>
            </a:extLst>
          </p:cNvPr>
          <p:cNvSpPr>
            <a:spLocks noGrp="1"/>
          </p:cNvSpPr>
          <p:nvPr>
            <p:ph type="dt" sz="half" idx="10"/>
          </p:nvPr>
        </p:nvSpPr>
        <p:spPr/>
        <p:txBody>
          <a:bodyPr/>
          <a:lstStyle/>
          <a:p>
            <a:fld id="{7921B6AA-52B4-494A-A3CC-9F631DBC049D}" type="datetime1">
              <a:rPr lang="en-US" smtClean="0"/>
              <a:t>8/14/2023</a:t>
            </a:fld>
            <a:endParaRPr lang="en-US"/>
          </a:p>
        </p:txBody>
      </p:sp>
      <p:sp>
        <p:nvSpPr>
          <p:cNvPr id="6" name="Footer Placeholder 5">
            <a:extLst>
              <a:ext uri="{FF2B5EF4-FFF2-40B4-BE49-F238E27FC236}">
                <a16:creationId xmlns:a16="http://schemas.microsoft.com/office/drawing/2014/main" id="{05E2370C-3F6B-42C0-8834-DB3406097193}"/>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8AC5B230-74A0-418F-BBA9-0B141D8CA374}"/>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02C70E20-6501-4F77-9CBC-3806310ED989}"/>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8130073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Subtitle &amp; 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CE69CF19-0589-4E7F-87F9-FC7CAC6AC6D8}"/>
              </a:ext>
            </a:extLst>
          </p:cNvPr>
          <p:cNvSpPr>
            <a:spLocks noGrp="1"/>
          </p:cNvSpPr>
          <p:nvPr>
            <p:ph sz="half" idx="19"/>
          </p:nvPr>
        </p:nvSpPr>
        <p:spPr>
          <a:xfrm>
            <a:off x="6206067"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2A1A39-C278-49C1-98BD-03DFB86ACBBA}"/>
              </a:ext>
            </a:extLst>
          </p:cNvPr>
          <p:cNvSpPr>
            <a:spLocks noGrp="1"/>
          </p:cNvSpPr>
          <p:nvPr>
            <p:ph type="dt" sz="half" idx="20"/>
          </p:nvPr>
        </p:nvSpPr>
        <p:spPr/>
        <p:txBody>
          <a:bodyPr/>
          <a:lstStyle/>
          <a:p>
            <a:fld id="{CA4F26AE-5454-4F9D-AAE5-D3D002DD7C9F}" type="datetime1">
              <a:rPr lang="en-US" smtClean="0"/>
              <a:t>8/14/2023</a:t>
            </a:fld>
            <a:endParaRPr lang="en-US"/>
          </a:p>
        </p:txBody>
      </p:sp>
      <p:sp>
        <p:nvSpPr>
          <p:cNvPr id="6" name="Footer Placeholder 5">
            <a:extLst>
              <a:ext uri="{FF2B5EF4-FFF2-40B4-BE49-F238E27FC236}">
                <a16:creationId xmlns:a16="http://schemas.microsoft.com/office/drawing/2014/main" id="{E0A52B1C-E724-479F-B20E-0E459E80FD0B}"/>
              </a:ext>
            </a:extLst>
          </p:cNvPr>
          <p:cNvSpPr>
            <a:spLocks noGrp="1"/>
          </p:cNvSpPr>
          <p:nvPr>
            <p:ph type="ftr" sz="quarter" idx="21"/>
          </p:nvPr>
        </p:nvSpPr>
        <p:spPr/>
        <p:txBody>
          <a:bodyPr/>
          <a:lstStyle/>
          <a:p>
            <a:r>
              <a:rPr lang="en-US"/>
              <a:t>© 2019 Cognizant</a:t>
            </a:r>
          </a:p>
        </p:txBody>
      </p:sp>
      <p:sp>
        <p:nvSpPr>
          <p:cNvPr id="7" name="Slide Number Placeholder 6">
            <a:extLst>
              <a:ext uri="{FF2B5EF4-FFF2-40B4-BE49-F238E27FC236}">
                <a16:creationId xmlns:a16="http://schemas.microsoft.com/office/drawing/2014/main" id="{8E78CA9C-FCAF-4B99-B5F6-60AF3219B3BA}"/>
              </a:ext>
            </a:extLst>
          </p:cNvPr>
          <p:cNvSpPr>
            <a:spLocks noGrp="1"/>
          </p:cNvSpPr>
          <p:nvPr>
            <p:ph type="sldNum" sz="quarter" idx="2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7DCFE254-800B-4596-8FBC-3984CE5AE78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408420225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Subtitle,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6">
            <a:extLst>
              <a:ext uri="{FF2B5EF4-FFF2-40B4-BE49-F238E27FC236}">
                <a16:creationId xmlns:a16="http://schemas.microsoft.com/office/drawing/2014/main" id="{5B5CE85F-2A75-4693-93B8-CBF7927F72BE}"/>
              </a:ext>
            </a:extLst>
          </p:cNvPr>
          <p:cNvSpPr>
            <a:spLocks noGrp="1"/>
          </p:cNvSpPr>
          <p:nvPr>
            <p:ph type="pic" sz="quarter" idx="24" hasCustomPrompt="1"/>
          </p:nvPr>
        </p:nvSpPr>
        <p:spPr>
          <a:xfrm>
            <a:off x="6205725"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5" name="Date Placeholder 4">
            <a:extLst>
              <a:ext uri="{FF2B5EF4-FFF2-40B4-BE49-F238E27FC236}">
                <a16:creationId xmlns:a16="http://schemas.microsoft.com/office/drawing/2014/main" id="{CD833434-287A-47FC-8826-927D06662D67}"/>
              </a:ext>
            </a:extLst>
          </p:cNvPr>
          <p:cNvSpPr>
            <a:spLocks noGrp="1"/>
          </p:cNvSpPr>
          <p:nvPr>
            <p:ph type="dt" sz="half" idx="25"/>
          </p:nvPr>
        </p:nvSpPr>
        <p:spPr/>
        <p:txBody>
          <a:bodyPr/>
          <a:lstStyle/>
          <a:p>
            <a:fld id="{98D386E0-6517-4865-845C-C9D03EFE0238}" type="datetime1">
              <a:rPr lang="en-US" smtClean="0"/>
              <a:t>8/14/2023</a:t>
            </a:fld>
            <a:endParaRPr lang="en-US"/>
          </a:p>
        </p:txBody>
      </p:sp>
      <p:sp>
        <p:nvSpPr>
          <p:cNvPr id="6" name="Footer Placeholder 5">
            <a:extLst>
              <a:ext uri="{FF2B5EF4-FFF2-40B4-BE49-F238E27FC236}">
                <a16:creationId xmlns:a16="http://schemas.microsoft.com/office/drawing/2014/main" id="{B2131ED2-2FB0-4787-9839-9D3116D30B63}"/>
              </a:ext>
            </a:extLst>
          </p:cNvPr>
          <p:cNvSpPr>
            <a:spLocks noGrp="1"/>
          </p:cNvSpPr>
          <p:nvPr>
            <p:ph type="ftr" sz="quarter" idx="26"/>
          </p:nvPr>
        </p:nvSpPr>
        <p:spPr/>
        <p:txBody>
          <a:bodyPr/>
          <a:lstStyle/>
          <a:p>
            <a:r>
              <a:rPr lang="en-US"/>
              <a:t>© 2019 Cognizant</a:t>
            </a:r>
          </a:p>
        </p:txBody>
      </p:sp>
      <p:sp>
        <p:nvSpPr>
          <p:cNvPr id="7" name="Slide Number Placeholder 6">
            <a:extLst>
              <a:ext uri="{FF2B5EF4-FFF2-40B4-BE49-F238E27FC236}">
                <a16:creationId xmlns:a16="http://schemas.microsoft.com/office/drawing/2014/main" id="{7CBA36B9-835B-4A55-994F-E64CDB646565}"/>
              </a:ext>
            </a:extLst>
          </p:cNvPr>
          <p:cNvSpPr>
            <a:spLocks noGrp="1"/>
          </p:cNvSpPr>
          <p:nvPr>
            <p:ph type="sldNum" sz="quarter" idx="27"/>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9D11681F-8020-4D84-9273-264D5F39BDA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26739777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Header, Subtitle, Image &amp;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5"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1325C43-3F77-4CF9-8E6F-F5DB1CDCD7DB}"/>
              </a:ext>
            </a:extLst>
          </p:cNvPr>
          <p:cNvSpPr>
            <a:spLocks noGrp="1"/>
          </p:cNvSpPr>
          <p:nvPr>
            <p:ph type="pic" sz="quarter" idx="24" hasCustomPrompt="1"/>
          </p:nvPr>
        </p:nvSpPr>
        <p:spPr>
          <a:xfrm>
            <a:off x="512063"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5" name="Date Placeholder 4">
            <a:extLst>
              <a:ext uri="{FF2B5EF4-FFF2-40B4-BE49-F238E27FC236}">
                <a16:creationId xmlns:a16="http://schemas.microsoft.com/office/drawing/2014/main" id="{1133C2E1-148D-4C6B-A6B6-6408779530FF}"/>
              </a:ext>
            </a:extLst>
          </p:cNvPr>
          <p:cNvSpPr>
            <a:spLocks noGrp="1"/>
          </p:cNvSpPr>
          <p:nvPr>
            <p:ph type="dt" sz="half" idx="25"/>
          </p:nvPr>
        </p:nvSpPr>
        <p:spPr/>
        <p:txBody>
          <a:bodyPr/>
          <a:lstStyle/>
          <a:p>
            <a:fld id="{3BCD788F-B9E9-4F14-B100-50586E972F9F}" type="datetime1">
              <a:rPr lang="en-US" smtClean="0"/>
              <a:t>8/14/2023</a:t>
            </a:fld>
            <a:endParaRPr lang="en-US"/>
          </a:p>
        </p:txBody>
      </p:sp>
      <p:sp>
        <p:nvSpPr>
          <p:cNvPr id="6" name="Footer Placeholder 5">
            <a:extLst>
              <a:ext uri="{FF2B5EF4-FFF2-40B4-BE49-F238E27FC236}">
                <a16:creationId xmlns:a16="http://schemas.microsoft.com/office/drawing/2014/main" id="{81F894B6-9AEC-449F-97A3-25262205013C}"/>
              </a:ext>
            </a:extLst>
          </p:cNvPr>
          <p:cNvSpPr>
            <a:spLocks noGrp="1"/>
          </p:cNvSpPr>
          <p:nvPr>
            <p:ph type="ftr" sz="quarter" idx="26"/>
          </p:nvPr>
        </p:nvSpPr>
        <p:spPr/>
        <p:txBody>
          <a:bodyPr/>
          <a:lstStyle/>
          <a:p>
            <a:r>
              <a:rPr lang="en-US"/>
              <a:t>© 2019 Cognizant</a:t>
            </a:r>
          </a:p>
        </p:txBody>
      </p:sp>
      <p:sp>
        <p:nvSpPr>
          <p:cNvPr id="8" name="Slide Number Placeholder 7">
            <a:extLst>
              <a:ext uri="{FF2B5EF4-FFF2-40B4-BE49-F238E27FC236}">
                <a16:creationId xmlns:a16="http://schemas.microsoft.com/office/drawing/2014/main" id="{76B10EAF-6394-4900-AC77-D434D0DE4BED}"/>
              </a:ext>
            </a:extLst>
          </p:cNvPr>
          <p:cNvSpPr>
            <a:spLocks noGrp="1"/>
          </p:cNvSpPr>
          <p:nvPr>
            <p:ph type="sldNum" sz="quarter" idx="27"/>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ADC731D1-00A8-4565-A437-8595C7E6650E}"/>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2678664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amp; 6-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76679"/>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4098770"/>
            <a:ext cx="3584448" cy="2011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4315968" y="1676679"/>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0F3A29B0-716A-4C35-A013-3FAC88D7A800}"/>
              </a:ext>
            </a:extLst>
          </p:cNvPr>
          <p:cNvSpPr>
            <a:spLocks noGrp="1"/>
          </p:cNvSpPr>
          <p:nvPr>
            <p:ph sz="half" idx="14"/>
          </p:nvPr>
        </p:nvSpPr>
        <p:spPr>
          <a:xfrm>
            <a:off x="4315968" y="4096512"/>
            <a:ext cx="3584448" cy="2011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4F57E95-9B34-49D0-B2D5-56ED760D9CA1}"/>
              </a:ext>
            </a:extLst>
          </p:cNvPr>
          <p:cNvSpPr>
            <a:spLocks noGrp="1"/>
          </p:cNvSpPr>
          <p:nvPr>
            <p:ph sz="half" idx="15"/>
          </p:nvPr>
        </p:nvSpPr>
        <p:spPr>
          <a:xfrm>
            <a:off x="8107680" y="1682496"/>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EEF22231-FA42-42CF-AB2B-892F463A8110}"/>
              </a:ext>
            </a:extLst>
          </p:cNvPr>
          <p:cNvSpPr>
            <a:spLocks noGrp="1"/>
          </p:cNvSpPr>
          <p:nvPr>
            <p:ph sz="half" idx="16"/>
          </p:nvPr>
        </p:nvSpPr>
        <p:spPr>
          <a:xfrm>
            <a:off x="8107680" y="4096512"/>
            <a:ext cx="3584448" cy="2011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366D76-6B79-48C4-8251-348E1555D510}"/>
              </a:ext>
            </a:extLst>
          </p:cNvPr>
          <p:cNvSpPr>
            <a:spLocks noGrp="1"/>
          </p:cNvSpPr>
          <p:nvPr>
            <p:ph type="dt" sz="half" idx="17"/>
          </p:nvPr>
        </p:nvSpPr>
        <p:spPr/>
        <p:txBody>
          <a:bodyPr/>
          <a:lstStyle/>
          <a:p>
            <a:fld id="{101856AD-287E-4B42-827F-672E72E0C412}" type="datetime1">
              <a:rPr lang="en-US" smtClean="0"/>
              <a:t>8/14/2023</a:t>
            </a:fld>
            <a:endParaRPr lang="en-US"/>
          </a:p>
        </p:txBody>
      </p:sp>
      <p:sp>
        <p:nvSpPr>
          <p:cNvPr id="6" name="Footer Placeholder 5">
            <a:extLst>
              <a:ext uri="{FF2B5EF4-FFF2-40B4-BE49-F238E27FC236}">
                <a16:creationId xmlns:a16="http://schemas.microsoft.com/office/drawing/2014/main" id="{82B02B7B-0702-48E3-8554-1CD7C994F255}"/>
              </a:ext>
            </a:extLst>
          </p:cNvPr>
          <p:cNvSpPr>
            <a:spLocks noGrp="1"/>
          </p:cNvSpPr>
          <p:nvPr>
            <p:ph type="ftr" sz="quarter" idx="18"/>
          </p:nvPr>
        </p:nvSpPr>
        <p:spPr/>
        <p:txBody>
          <a:bodyPr/>
          <a:lstStyle/>
          <a:p>
            <a:r>
              <a:rPr lang="en-US"/>
              <a:t>© 2019 Cognizant</a:t>
            </a:r>
          </a:p>
        </p:txBody>
      </p:sp>
      <p:sp>
        <p:nvSpPr>
          <p:cNvPr id="7" name="Slide Number Placeholder 6">
            <a:extLst>
              <a:ext uri="{FF2B5EF4-FFF2-40B4-BE49-F238E27FC236}">
                <a16:creationId xmlns:a16="http://schemas.microsoft.com/office/drawing/2014/main" id="{F7C8D6D6-7FF6-449D-9219-4E96EBA4FD12}"/>
              </a:ext>
            </a:extLst>
          </p:cNvPr>
          <p:cNvSpPr>
            <a:spLocks noGrp="1"/>
          </p:cNvSpPr>
          <p:nvPr>
            <p:ph type="sldNum" sz="quarter" idx="19"/>
          </p:nvPr>
        </p:nvSpPr>
        <p:spPr/>
        <p:txBody>
          <a:bodyPr/>
          <a:lstStyle/>
          <a:p>
            <a:fld id="{2EFEF571-C9B4-4D92-A7F7-315B894862A8}" type="slidenum">
              <a:rPr lang="en-US" smtClean="0"/>
              <a:pPr/>
              <a:t>‹#›</a:t>
            </a:fld>
            <a:endParaRPr lang="en-US"/>
          </a:p>
        </p:txBody>
      </p:sp>
      <p:cxnSp>
        <p:nvCxnSpPr>
          <p:cNvPr id="14" name="Straight Connector 13">
            <a:extLst>
              <a:ext uri="{FF2B5EF4-FFF2-40B4-BE49-F238E27FC236}">
                <a16:creationId xmlns:a16="http://schemas.microsoft.com/office/drawing/2014/main" id="{39F1CC7F-1769-4309-B028-FCCD6DB279B4}"/>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29654784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amp; 2-Column (Numbered text 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8E7D7697-AE57-43B3-A9C4-B97982A7969B}"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9416040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eader, Numbered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2932BF87-93DB-41AC-97FE-D5B0EDE196CB}"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14">
            <a:extLst>
              <a:ext uri="{FF2B5EF4-FFF2-40B4-BE49-F238E27FC236}">
                <a16:creationId xmlns:a16="http://schemas.microsoft.com/office/drawing/2014/main" id="{0A897C52-38E8-4C02-B11A-8278FD59AD07}"/>
              </a:ext>
            </a:extLst>
          </p:cNvPr>
          <p:cNvSpPr>
            <a:spLocks noGrp="1"/>
          </p:cNvSpPr>
          <p:nvPr>
            <p:ph type="pic" sz="quarter" idx="17" hasCustomPrompt="1"/>
          </p:nvPr>
        </p:nvSpPr>
        <p:spPr>
          <a:xfrm>
            <a:off x="6205728" y="1682495"/>
            <a:ext cx="5986272"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66663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eader, Numbered Text &amp; Medi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A973AD6C-D0A4-4637-9498-78703FB83037}"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C20B5319-2B45-4252-BEAB-FDF0E14B7070}"/>
              </a:ext>
            </a:extLst>
          </p:cNvPr>
          <p:cNvSpPr>
            <a:spLocks noGrp="1"/>
          </p:cNvSpPr>
          <p:nvPr>
            <p:ph type="media" sz="quarter" idx="14" hasCustomPrompt="1"/>
          </p:nvPr>
        </p:nvSpPr>
        <p:spPr>
          <a:xfrm>
            <a:off x="6205728" y="1682496"/>
            <a:ext cx="5986272" cy="4425696"/>
          </a:xfrm>
        </p:spPr>
        <p:txBody>
          <a:bodyPr anchor="ctr"/>
          <a:lstStyle>
            <a:lvl1pPr algn="ctr">
              <a:defRPr/>
            </a:lvl1pPr>
          </a:lstStyle>
          <a:p>
            <a:r>
              <a:rPr lang="en-US"/>
              <a:t>Insert Media here</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46277315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Header &amp; 2-Column (Numbered text 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B76FEAAF-6EEB-4F52-AFCF-EAA3159D879B}"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82213087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 Header, Picture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53B3E752-6178-4BDC-A142-2B2569EDD04D}"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7">
            <a:extLst>
              <a:ext uri="{FF2B5EF4-FFF2-40B4-BE49-F238E27FC236}">
                <a16:creationId xmlns:a16="http://schemas.microsoft.com/office/drawing/2014/main" id="{B791A77E-A9F3-439D-B41C-153F4D9DA613}"/>
              </a:ext>
            </a:extLst>
          </p:cNvPr>
          <p:cNvSpPr>
            <a:spLocks noGrp="1"/>
          </p:cNvSpPr>
          <p:nvPr>
            <p:ph type="pic" sz="quarter" idx="17"/>
          </p:nvPr>
        </p:nvSpPr>
        <p:spPr>
          <a:xfrm>
            <a:off x="1" y="1682496"/>
            <a:ext cx="5998464" cy="4425696"/>
          </a:xfrm>
          <a:prstGeom prst="rect">
            <a:avLst/>
          </a:prstGeom>
        </p:spPr>
        <p:txBody>
          <a:bodyPr anchor="ctr">
            <a:normAutofit/>
          </a:bodyPr>
          <a:lstStyle>
            <a:lvl1pPr marL="0" indent="0" algn="ctr">
              <a:buNone/>
              <a:defRPr>
                <a:solidFill>
                  <a:schemeClr val="tx2"/>
                </a:solidFill>
              </a:defRPr>
            </a:lvl1pPr>
          </a:lstStyle>
          <a:p>
            <a:r>
              <a:rPr lang="en-US"/>
              <a:t>Click icon to add picture</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2639430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 Header, Media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483964B7-435C-4AA1-A62E-A1663B697282}"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7A841180-8D0B-4829-9826-A334842E6739}"/>
              </a:ext>
            </a:extLst>
          </p:cNvPr>
          <p:cNvSpPr>
            <a:spLocks noGrp="1"/>
          </p:cNvSpPr>
          <p:nvPr>
            <p:ph type="media" sz="quarter" idx="14" hasCustomPrompt="1"/>
          </p:nvPr>
        </p:nvSpPr>
        <p:spPr>
          <a:xfrm>
            <a:off x="0" y="1682496"/>
            <a:ext cx="5998464"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Insert Media here</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9541405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Advance Divider / Quo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81C643-B400-4457-BA76-DC5CEB304A5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31769" cy="6858000"/>
          </a:xfrm>
          <a:prstGeom prst="rect">
            <a:avLst/>
          </a:prstGeom>
        </p:spPr>
      </p:pic>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1987296"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defRPr>
            </a:lvl6pPr>
            <a:lvl7pPr marL="0" indent="0">
              <a:buClrTx/>
              <a:buNone/>
              <a:defRPr sz="1600" i="1">
                <a:solidFill>
                  <a:schemeClr val="tx1"/>
                </a:solidFill>
              </a:defRPr>
            </a:lvl7pPr>
            <a:lvl8pPr marL="0" indent="0">
              <a:buClrTx/>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a:xfrm>
            <a:off x="7315200" y="6400800"/>
            <a:ext cx="1219200" cy="207264"/>
          </a:xfrm>
        </p:spPr>
        <p:txBody>
          <a:bodyPr/>
          <a:lstStyle>
            <a:lvl1pPr>
              <a:defRPr>
                <a:solidFill>
                  <a:schemeClr val="tx1"/>
                </a:solidFill>
              </a:defRPr>
            </a:lvl1pPr>
          </a:lstStyle>
          <a:p>
            <a:fld id="{F6F2A938-361F-4F67-8BCD-4248013A871E}"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1987295" y="6400800"/>
            <a:ext cx="6096000" cy="207264"/>
          </a:xfrm>
        </p:spPr>
        <p:txBody>
          <a:bodyPr/>
          <a:lstStyle>
            <a:lvl1pPr>
              <a:defRPr>
                <a:solidFill>
                  <a:schemeClr val="tx1"/>
                </a:solidFill>
              </a:defRPr>
            </a:lvl1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bwMode="white">
          <a:xfrm>
            <a:off x="414528" y="6400800"/>
            <a:ext cx="304800" cy="207264"/>
          </a:xfrm>
        </p:spPr>
        <p:txBody>
          <a:bodyPr/>
          <a:lstStyle>
            <a:lvl1pPr>
              <a:defRPr>
                <a:solidFill>
                  <a:schemeClr val="bg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1987295"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2653763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White Divider / Quote">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SzPct val="125000"/>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latin typeface="+mn-lt"/>
              </a:defRPr>
            </a:lvl6pPr>
            <a:lvl7pPr marL="0" indent="0">
              <a:buClrTx/>
              <a:buFont typeface="Arial" panose="020B0604020202020204" pitchFamily="34" charset="0"/>
              <a:buNone/>
              <a:defRPr sz="1600" i="1">
                <a:solidFill>
                  <a:schemeClr val="tx1"/>
                </a:solidFill>
              </a:defRPr>
            </a:lvl7pPr>
            <a:lvl8pPr marL="0" indent="0">
              <a:buClrTx/>
              <a:buFont typeface="Arial" panose="020B0604020202020204" pitchFamily="34" charset="0"/>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tx1"/>
                </a:solidFill>
              </a:defRPr>
            </a:lvl1pPr>
          </a:lstStyle>
          <a:p>
            <a:fld id="{672216AA-C246-4BF8-9778-027A671AE05C}"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743712" y="6400800"/>
            <a:ext cx="6096000" cy="207264"/>
          </a:xfrm>
        </p:spPr>
        <p:txBody>
          <a:bodyPr/>
          <a:lstStyle>
            <a:lvl1pPr>
              <a:defRPr>
                <a:solidFill>
                  <a:schemeClr val="tx1"/>
                </a:solidFill>
              </a:defRPr>
            </a:lvl1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tx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743712"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51723755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Blue Divider / Quote">
    <p:bg>
      <p:bgPr>
        <a:solidFill>
          <a:schemeClr val="tx1"/>
        </a:solidFill>
        <a:effectLst/>
      </p:bgPr>
    </p:bg>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bg1"/>
                </a:solidFill>
              </a:defRPr>
            </a:lvl1pPr>
            <a:lvl2pPr marL="309026" indent="-309026">
              <a:buNone/>
              <a:defRPr sz="5867">
                <a:solidFill>
                  <a:schemeClr val="bg1"/>
                </a:solidFill>
              </a:defRPr>
            </a:lvl2pPr>
            <a:lvl3pPr marL="304792" indent="-304792">
              <a:buClrTx/>
              <a:buSzPct val="125000"/>
              <a:buFont typeface="Arial" panose="020B0604020202020204" pitchFamily="34" charset="0"/>
              <a:buChar char="•"/>
              <a:defRPr>
                <a:solidFill>
                  <a:schemeClr val="bg1"/>
                </a:solidFill>
              </a:defRPr>
            </a:lvl3pPr>
            <a:lvl4pPr marL="0" indent="0">
              <a:buClrTx/>
              <a:buFont typeface="Arial" panose="020B0604020202020204" pitchFamily="34" charset="0"/>
              <a:buNone/>
              <a:defRPr sz="1600" i="1">
                <a:solidFill>
                  <a:schemeClr val="bg1"/>
                </a:solidFill>
                <a:latin typeface="+mn-lt"/>
              </a:defRPr>
            </a:lvl4pPr>
            <a:lvl5pPr marL="0" indent="0">
              <a:buClrTx/>
              <a:buFont typeface="Arial" panose="020B0604020202020204" pitchFamily="34" charset="0"/>
              <a:buNone/>
              <a:defRPr sz="1600" i="1">
                <a:solidFill>
                  <a:schemeClr val="bg1"/>
                </a:solidFill>
                <a:latin typeface="+mn-lt"/>
              </a:defRPr>
            </a:lvl5pPr>
            <a:lvl6pPr marL="0" indent="0">
              <a:buClrTx/>
              <a:buFont typeface="Arial" panose="020B0604020202020204" pitchFamily="34" charset="0"/>
              <a:buNone/>
              <a:defRPr sz="1600" i="1">
                <a:solidFill>
                  <a:schemeClr val="bg1"/>
                </a:solidFill>
                <a:latin typeface="+mn-lt"/>
              </a:defRPr>
            </a:lvl6pPr>
            <a:lvl7pPr marL="0" indent="0">
              <a:buClrTx/>
              <a:buFont typeface="Arial" panose="020B0604020202020204" pitchFamily="34" charset="0"/>
              <a:buNone/>
              <a:defRPr sz="1600" i="1">
                <a:solidFill>
                  <a:schemeClr val="bg1"/>
                </a:solidFill>
                <a:latin typeface="+mn-lt"/>
              </a:defRPr>
            </a:lvl7pPr>
            <a:lvl8pPr marL="0" indent="0">
              <a:buClrTx/>
              <a:buFont typeface="Arial" panose="020B0604020202020204" pitchFamily="34" charset="0"/>
              <a:buNone/>
              <a:defRPr sz="1600" i="1">
                <a:solidFill>
                  <a:schemeClr val="bg1"/>
                </a:solidFill>
                <a:latin typeface="+mn-lt"/>
              </a:defRPr>
            </a:lvl8pPr>
            <a:lvl9pPr marL="0" indent="0">
              <a:buClrTx/>
              <a:buFont typeface="Arial" panose="020B0604020202020204" pitchFamily="34" charset="0"/>
              <a:buNone/>
              <a:defRPr sz="1600" i="1">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bg1"/>
                </a:solidFill>
              </a:defRPr>
            </a:lvl1pPr>
          </a:lstStyle>
          <a:p>
            <a:fld id="{12951C51-9575-4E82-9944-2A080A1D1416}"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743712" y="6400800"/>
            <a:ext cx="6096000" cy="207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bg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743712" y="1463040"/>
            <a:ext cx="89611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990A6E3-DE2F-40B3-955E-42C3550BD2DE}"/>
              </a:ext>
            </a:extLst>
          </p:cNvPr>
          <p:cNvPicPr>
            <a:picLocks noChangeAspect="1"/>
          </p:cNvPicPr>
          <p:nvPr userDrawn="1"/>
        </p:nvPicPr>
        <p:blipFill>
          <a:blip r:embed="rId2"/>
          <a:stretch>
            <a:fillRect/>
          </a:stretch>
        </p:blipFill>
        <p:spPr bwMode="black">
          <a:xfrm>
            <a:off x="9981217" y="6373368"/>
            <a:ext cx="1704217" cy="365760"/>
          </a:xfrm>
          <a:prstGeom prst="rect">
            <a:avLst/>
          </a:prstGeom>
        </p:spPr>
      </p:pic>
    </p:spTree>
    <p:extLst>
      <p:ext uri="{BB962C8B-B14F-4D97-AF65-F5344CB8AC3E}">
        <p14:creationId xmlns:p14="http://schemas.microsoft.com/office/powerpoint/2010/main" val="34231656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E48B4-F4ED-4DA0-AE35-136D1133A4FD}"/>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D65DC66A-BAB7-4355-9ED4-0CA743C61960}"/>
              </a:ext>
            </a:extLst>
          </p:cNvPr>
          <p:cNvSpPr>
            <a:spLocks noGrp="1"/>
          </p:cNvSpPr>
          <p:nvPr>
            <p:ph type="dt" sz="half" idx="10"/>
          </p:nvPr>
        </p:nvSpPr>
        <p:spPr/>
        <p:txBody>
          <a:bodyPr/>
          <a:lstStyle/>
          <a:p>
            <a:fld id="{A6BE7440-A164-4BE7-A683-1DC89B30E100}" type="datetime1">
              <a:rPr lang="en-US" smtClean="0"/>
              <a:t>8/14/2023</a:t>
            </a:fld>
            <a:endParaRPr lang="en-US"/>
          </a:p>
        </p:txBody>
      </p:sp>
      <p:sp>
        <p:nvSpPr>
          <p:cNvPr id="7" name="Footer Placeholder 6">
            <a:extLst>
              <a:ext uri="{FF2B5EF4-FFF2-40B4-BE49-F238E27FC236}">
                <a16:creationId xmlns:a16="http://schemas.microsoft.com/office/drawing/2014/main" id="{A7E53A72-E1D6-4692-98EC-6243614B7573}"/>
              </a:ext>
            </a:extLst>
          </p:cNvPr>
          <p:cNvSpPr>
            <a:spLocks noGrp="1"/>
          </p:cNvSpPr>
          <p:nvPr>
            <p:ph type="ftr" sz="quarter" idx="11"/>
          </p:nvPr>
        </p:nvSpPr>
        <p:spPr/>
        <p:txBody>
          <a:bodyPr/>
          <a:lstStyle/>
          <a:p>
            <a:r>
              <a:rPr lang="en-US"/>
              <a:t>© 2019 Cognizant</a:t>
            </a:r>
          </a:p>
        </p:txBody>
      </p:sp>
      <p:sp>
        <p:nvSpPr>
          <p:cNvPr id="8" name="Slide Number Placeholder 7">
            <a:extLst>
              <a:ext uri="{FF2B5EF4-FFF2-40B4-BE49-F238E27FC236}">
                <a16:creationId xmlns:a16="http://schemas.microsoft.com/office/drawing/2014/main" id="{6049D8E0-67E3-4D7E-847C-95CFA1F84B8F}"/>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1A92D58F-27A5-440B-BDDC-757CC6F1E323}"/>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411294112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Header &amp; Image">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8" name="Title 1">
            <a:extLst>
              <a:ext uri="{FF2B5EF4-FFF2-40B4-BE49-F238E27FC236}">
                <a16:creationId xmlns:a16="http://schemas.microsoft.com/office/drawing/2014/main" id="{C5A1AF48-9BFD-46FF-86A7-B55749512673}"/>
              </a:ext>
            </a:extLst>
          </p:cNvPr>
          <p:cNvSpPr>
            <a:spLocks noGrp="1"/>
          </p:cNvSpPr>
          <p:nvPr>
            <p:ph type="title"/>
          </p:nvPr>
        </p:nvSpPr>
        <p:spPr>
          <a:xfrm>
            <a:off x="512065" y="365760"/>
            <a:ext cx="11176583" cy="1060704"/>
          </a:xfrm>
        </p:spPr>
        <p:txBody>
          <a:bodyPr/>
          <a:lstStyle/>
          <a:p>
            <a:r>
              <a:rPr lang="en-US"/>
              <a:t>Click to edit Master title style</a:t>
            </a:r>
          </a:p>
        </p:txBody>
      </p:sp>
      <p:sp>
        <p:nvSpPr>
          <p:cNvPr id="2" name="Date Placeholder 1">
            <a:extLst>
              <a:ext uri="{FF2B5EF4-FFF2-40B4-BE49-F238E27FC236}">
                <a16:creationId xmlns:a16="http://schemas.microsoft.com/office/drawing/2014/main" id="{640A9DCA-C8FA-4C09-B99A-DC34A0B4293F}"/>
              </a:ext>
            </a:extLst>
          </p:cNvPr>
          <p:cNvSpPr>
            <a:spLocks noGrp="1"/>
          </p:cNvSpPr>
          <p:nvPr>
            <p:ph type="dt" sz="half" idx="14"/>
          </p:nvPr>
        </p:nvSpPr>
        <p:spPr/>
        <p:txBody>
          <a:bodyPr/>
          <a:lstStyle/>
          <a:p>
            <a:fld id="{D8644D50-66B5-4F98-BB65-0462948F36D0}" type="datetime1">
              <a:rPr lang="en-US" smtClean="0"/>
              <a:t>8/14/2023</a:t>
            </a:fld>
            <a:endParaRPr lang="en-US"/>
          </a:p>
        </p:txBody>
      </p:sp>
      <p:sp>
        <p:nvSpPr>
          <p:cNvPr id="3" name="Footer Placeholder 2">
            <a:extLst>
              <a:ext uri="{FF2B5EF4-FFF2-40B4-BE49-F238E27FC236}">
                <a16:creationId xmlns:a16="http://schemas.microsoft.com/office/drawing/2014/main" id="{5AE9C752-D058-463B-9E84-F0D0FB1AA230}"/>
              </a:ext>
            </a:extLst>
          </p:cNvPr>
          <p:cNvSpPr>
            <a:spLocks noGrp="1"/>
          </p:cNvSpPr>
          <p:nvPr>
            <p:ph type="ftr" sz="quarter" idx="15"/>
          </p:nvPr>
        </p:nvSpPr>
        <p:spPr/>
        <p:txBody>
          <a:bodyPr/>
          <a:lstStyle/>
          <a:p>
            <a:r>
              <a:rPr lang="en-US"/>
              <a:t>© 2019 Cognizant</a:t>
            </a:r>
          </a:p>
        </p:txBody>
      </p:sp>
      <p:sp>
        <p:nvSpPr>
          <p:cNvPr id="5" name="Slide Number Placeholder 4">
            <a:extLst>
              <a:ext uri="{FF2B5EF4-FFF2-40B4-BE49-F238E27FC236}">
                <a16:creationId xmlns:a16="http://schemas.microsoft.com/office/drawing/2014/main" id="{4ED1AAD6-6BF9-44BD-8B5E-441D9E17EC63}"/>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D3E2704D-D973-44F5-AFE3-5458B42961F6}"/>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538891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2" name="Date Placeholder 1">
            <a:extLst>
              <a:ext uri="{FF2B5EF4-FFF2-40B4-BE49-F238E27FC236}">
                <a16:creationId xmlns:a16="http://schemas.microsoft.com/office/drawing/2014/main" id="{879723C8-B7B3-4950-BDEC-A8C820F2E9F0}"/>
              </a:ext>
            </a:extLst>
          </p:cNvPr>
          <p:cNvSpPr>
            <a:spLocks noGrp="1"/>
          </p:cNvSpPr>
          <p:nvPr>
            <p:ph type="dt" sz="half" idx="14"/>
          </p:nvPr>
        </p:nvSpPr>
        <p:spPr/>
        <p:txBody>
          <a:bodyPr/>
          <a:lstStyle/>
          <a:p>
            <a:fld id="{F592C196-58BA-4F0F-83A6-F3DD888CADD0}" type="datetime1">
              <a:rPr lang="en-US" smtClean="0"/>
              <a:t>8/14/2023</a:t>
            </a:fld>
            <a:endParaRPr lang="en-US"/>
          </a:p>
        </p:txBody>
      </p:sp>
      <p:sp>
        <p:nvSpPr>
          <p:cNvPr id="3" name="Footer Placeholder 2">
            <a:extLst>
              <a:ext uri="{FF2B5EF4-FFF2-40B4-BE49-F238E27FC236}">
                <a16:creationId xmlns:a16="http://schemas.microsoft.com/office/drawing/2014/main" id="{EC67F4B0-9013-4E9E-9C02-E80308C894B4}"/>
              </a:ext>
            </a:extLst>
          </p:cNvPr>
          <p:cNvSpPr>
            <a:spLocks noGrp="1"/>
          </p:cNvSpPr>
          <p:nvPr>
            <p:ph type="ftr" sz="quarter" idx="15"/>
          </p:nvPr>
        </p:nvSpPr>
        <p:spPr/>
        <p:txBody>
          <a:bodyPr/>
          <a:lstStyle/>
          <a:p>
            <a:r>
              <a:rPr lang="en-US"/>
              <a:t>© 2019 Cognizant</a:t>
            </a:r>
          </a:p>
        </p:txBody>
      </p:sp>
      <p:sp>
        <p:nvSpPr>
          <p:cNvPr id="4" name="Slide Number Placeholder 3">
            <a:extLst>
              <a:ext uri="{FF2B5EF4-FFF2-40B4-BE49-F238E27FC236}">
                <a16:creationId xmlns:a16="http://schemas.microsoft.com/office/drawing/2014/main" id="{78CF68D0-3D52-4AAE-BAD5-E685A44EC437}"/>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AAC0B7B8-5D2E-4DC2-8ED6-129DC4E412E4}"/>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5393946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7" name="Picture Placeholder 7"/>
          <p:cNvSpPr>
            <a:spLocks noGrp="1"/>
          </p:cNvSpPr>
          <p:nvPr>
            <p:ph type="pic" sz="quarter" idx="13"/>
          </p:nvPr>
        </p:nvSpPr>
        <p:spPr>
          <a:xfrm>
            <a:off x="1" y="4267200"/>
            <a:ext cx="12191999" cy="1828800"/>
          </a:xfrm>
          <a:prstGeom prst="rect">
            <a:avLst/>
          </a:prstGeom>
        </p:spPr>
        <p:txBody>
          <a:bodyPr anchor="ctr">
            <a:normAutofit/>
          </a:bodyPr>
          <a:lstStyle>
            <a:lvl1pPr marL="0" indent="0" algn="ctr">
              <a:buNone/>
              <a:defRPr>
                <a:solidFill>
                  <a:schemeClr val="tx2"/>
                </a:solidFill>
              </a:defRPr>
            </a:lvl1pPr>
          </a:lstStyle>
          <a:p>
            <a:r>
              <a:rPr lang="en-US"/>
              <a:t>Click icon to add picture</a:t>
            </a:r>
          </a:p>
        </p:txBody>
      </p:sp>
      <p:sp>
        <p:nvSpPr>
          <p:cNvPr id="10" name="Content Placeholder 8">
            <a:extLst>
              <a:ext uri="{FF2B5EF4-FFF2-40B4-BE49-F238E27FC236}">
                <a16:creationId xmlns:a16="http://schemas.microsoft.com/office/drawing/2014/main" id="{A6472576-AA86-442F-942A-4D33C4E2B313}"/>
              </a:ext>
            </a:extLst>
          </p:cNvPr>
          <p:cNvSpPr>
            <a:spLocks noGrp="1"/>
          </p:cNvSpPr>
          <p:nvPr>
            <p:ph sz="quarter" idx="16"/>
          </p:nvPr>
        </p:nvSpPr>
        <p:spPr>
          <a:xfrm>
            <a:off x="512064" y="365760"/>
            <a:ext cx="11180064"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7D071916-F690-4209-B46C-EC1B2FCDBE7A}"/>
              </a:ext>
            </a:extLst>
          </p:cNvPr>
          <p:cNvSpPr>
            <a:spLocks noGrp="1"/>
          </p:cNvSpPr>
          <p:nvPr>
            <p:ph type="dt" sz="half" idx="17"/>
          </p:nvPr>
        </p:nvSpPr>
        <p:spPr/>
        <p:txBody>
          <a:bodyPr/>
          <a:lstStyle/>
          <a:p>
            <a:fld id="{04306A5D-4C19-4CEA-B7B4-5CF5FBCE4B8F}" type="datetime1">
              <a:rPr lang="en-US" smtClean="0"/>
              <a:t>8/14/2023</a:t>
            </a:fld>
            <a:endParaRPr lang="en-US"/>
          </a:p>
        </p:txBody>
      </p:sp>
      <p:sp>
        <p:nvSpPr>
          <p:cNvPr id="3" name="Footer Placeholder 2">
            <a:extLst>
              <a:ext uri="{FF2B5EF4-FFF2-40B4-BE49-F238E27FC236}">
                <a16:creationId xmlns:a16="http://schemas.microsoft.com/office/drawing/2014/main" id="{5E82348C-75B0-4FAD-B938-374E4C3CF7C4}"/>
              </a:ext>
            </a:extLst>
          </p:cNvPr>
          <p:cNvSpPr>
            <a:spLocks noGrp="1"/>
          </p:cNvSpPr>
          <p:nvPr>
            <p:ph type="ftr" sz="quarter" idx="18"/>
          </p:nvPr>
        </p:nvSpPr>
        <p:spPr/>
        <p:txBody>
          <a:bodyPr/>
          <a:lstStyle/>
          <a:p>
            <a:r>
              <a:rPr lang="en-US"/>
              <a:t>© 2019 Cognizant</a:t>
            </a:r>
          </a:p>
        </p:txBody>
      </p:sp>
      <p:sp>
        <p:nvSpPr>
          <p:cNvPr id="4" name="Slide Number Placeholder 3">
            <a:extLst>
              <a:ext uri="{FF2B5EF4-FFF2-40B4-BE49-F238E27FC236}">
                <a16:creationId xmlns:a16="http://schemas.microsoft.com/office/drawing/2014/main" id="{A7C8C4C5-03BD-4CB4-9145-5AD4CD061F5B}"/>
              </a:ext>
            </a:extLst>
          </p:cNvPr>
          <p:cNvSpPr>
            <a:spLocks noGrp="1"/>
          </p:cNvSpPr>
          <p:nvPr>
            <p:ph type="sldNum" sz="quarter" idx="19"/>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C0861592-E564-44B4-A852-0D4E56011C1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79416659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Media Only">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0"/>
            <a:ext cx="12192000" cy="6096000"/>
          </a:xfrm>
          <a:prstGeom prst="rect">
            <a:avLst/>
          </a:prstGeom>
        </p:spPr>
        <p:txBody>
          <a:bodyPr vert="horz" anchor="ctr"/>
          <a:lstStyle>
            <a:lvl1pPr marL="0" indent="0" algn="ctr">
              <a:buNone/>
              <a:defRPr>
                <a:solidFill>
                  <a:schemeClr val="tx2"/>
                </a:solidFill>
              </a:defRPr>
            </a:lvl1pPr>
          </a:lstStyle>
          <a:p>
            <a:r>
              <a:rPr lang="en-US"/>
              <a:t>Insert media here</a:t>
            </a:r>
          </a:p>
        </p:txBody>
      </p:sp>
      <p:sp>
        <p:nvSpPr>
          <p:cNvPr id="2" name="Date Placeholder 1">
            <a:extLst>
              <a:ext uri="{FF2B5EF4-FFF2-40B4-BE49-F238E27FC236}">
                <a16:creationId xmlns:a16="http://schemas.microsoft.com/office/drawing/2014/main" id="{FAD9B5BD-B7AB-4911-895E-9E202985C17D}"/>
              </a:ext>
            </a:extLst>
          </p:cNvPr>
          <p:cNvSpPr>
            <a:spLocks noGrp="1"/>
          </p:cNvSpPr>
          <p:nvPr>
            <p:ph type="dt" sz="half" idx="14"/>
          </p:nvPr>
        </p:nvSpPr>
        <p:spPr/>
        <p:txBody>
          <a:bodyPr/>
          <a:lstStyle/>
          <a:p>
            <a:fld id="{3DB0EFEF-BBC8-473D-9AE1-F3955CF8ED7D}" type="datetime1">
              <a:rPr lang="en-US" smtClean="0"/>
              <a:t>8/14/2023</a:t>
            </a:fld>
            <a:endParaRPr lang="en-US"/>
          </a:p>
        </p:txBody>
      </p:sp>
      <p:sp>
        <p:nvSpPr>
          <p:cNvPr id="3" name="Footer Placeholder 2">
            <a:extLst>
              <a:ext uri="{FF2B5EF4-FFF2-40B4-BE49-F238E27FC236}">
                <a16:creationId xmlns:a16="http://schemas.microsoft.com/office/drawing/2014/main" id="{62C5353D-C3F0-4610-AC96-51E1C3E24530}"/>
              </a:ext>
            </a:extLst>
          </p:cNvPr>
          <p:cNvSpPr>
            <a:spLocks noGrp="1"/>
          </p:cNvSpPr>
          <p:nvPr>
            <p:ph type="ftr" sz="quarter" idx="15"/>
          </p:nvPr>
        </p:nvSpPr>
        <p:spPr/>
        <p:txBody>
          <a:bodyPr/>
          <a:lstStyle/>
          <a:p>
            <a:r>
              <a:rPr lang="en-US"/>
              <a:t>© 2019 Cognizant</a:t>
            </a:r>
          </a:p>
        </p:txBody>
      </p:sp>
      <p:sp>
        <p:nvSpPr>
          <p:cNvPr id="6" name="Slide Number Placeholder 5">
            <a:extLst>
              <a:ext uri="{FF2B5EF4-FFF2-40B4-BE49-F238E27FC236}">
                <a16:creationId xmlns:a16="http://schemas.microsoft.com/office/drawing/2014/main" id="{75981F65-3889-43EC-925C-AE198E6C390E}"/>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EBA89284-C4DA-40FB-8673-D09F327E1187}"/>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50949700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Header &amp; Media">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1524000"/>
            <a:ext cx="12192000" cy="4572000"/>
          </a:xfrm>
          <a:prstGeom prst="rect">
            <a:avLst/>
          </a:prstGeom>
        </p:spPr>
        <p:txBody>
          <a:bodyPr vert="horz" anchor="ctr"/>
          <a:lstStyle>
            <a:lvl1pPr marL="0" indent="0" algn="ctr">
              <a:buNone/>
              <a:defRPr>
                <a:solidFill>
                  <a:schemeClr val="tx2"/>
                </a:solidFill>
              </a:defRPr>
            </a:lvl1pPr>
          </a:lstStyle>
          <a:p>
            <a:r>
              <a:rPr lang="en-US"/>
              <a:t>Insert media here</a:t>
            </a:r>
          </a:p>
        </p:txBody>
      </p:sp>
      <p:sp>
        <p:nvSpPr>
          <p:cNvPr id="10" name="Title 1">
            <a:extLst>
              <a:ext uri="{FF2B5EF4-FFF2-40B4-BE49-F238E27FC236}">
                <a16:creationId xmlns:a16="http://schemas.microsoft.com/office/drawing/2014/main" id="{F7701FDA-857B-4B97-A1E3-A1B888D9CB7E}"/>
              </a:ext>
            </a:extLst>
          </p:cNvPr>
          <p:cNvSpPr>
            <a:spLocks noGrp="1"/>
          </p:cNvSpPr>
          <p:nvPr>
            <p:ph type="title"/>
          </p:nvPr>
        </p:nvSpPr>
        <p:spPr>
          <a:xfrm>
            <a:off x="512065" y="365760"/>
            <a:ext cx="11176583" cy="1060704"/>
          </a:xfrm>
        </p:spPr>
        <p:txBody>
          <a:bodyPr/>
          <a:lstStyle/>
          <a:p>
            <a:r>
              <a:rPr lang="en-US"/>
              <a:t>Click to edit Master title style</a:t>
            </a:r>
          </a:p>
        </p:txBody>
      </p:sp>
      <p:sp>
        <p:nvSpPr>
          <p:cNvPr id="3" name="Date Placeholder 2">
            <a:extLst>
              <a:ext uri="{FF2B5EF4-FFF2-40B4-BE49-F238E27FC236}">
                <a16:creationId xmlns:a16="http://schemas.microsoft.com/office/drawing/2014/main" id="{E76CC38F-9F2A-422F-979B-8828A725FA85}"/>
              </a:ext>
            </a:extLst>
          </p:cNvPr>
          <p:cNvSpPr>
            <a:spLocks noGrp="1"/>
          </p:cNvSpPr>
          <p:nvPr>
            <p:ph type="dt" sz="half" idx="14"/>
          </p:nvPr>
        </p:nvSpPr>
        <p:spPr/>
        <p:txBody>
          <a:bodyPr/>
          <a:lstStyle/>
          <a:p>
            <a:fld id="{053C89F2-7833-484F-A65C-662F6D68DDD3}" type="datetime1">
              <a:rPr lang="en-US" smtClean="0"/>
              <a:t>8/14/2023</a:t>
            </a:fld>
            <a:endParaRPr lang="en-US"/>
          </a:p>
        </p:txBody>
      </p:sp>
      <p:sp>
        <p:nvSpPr>
          <p:cNvPr id="5" name="Footer Placeholder 4">
            <a:extLst>
              <a:ext uri="{FF2B5EF4-FFF2-40B4-BE49-F238E27FC236}">
                <a16:creationId xmlns:a16="http://schemas.microsoft.com/office/drawing/2014/main" id="{46887D2D-86BD-4F81-ABB2-617104A445E8}"/>
              </a:ext>
            </a:extLst>
          </p:cNvPr>
          <p:cNvSpPr>
            <a:spLocks noGrp="1"/>
          </p:cNvSpPr>
          <p:nvPr>
            <p:ph type="ftr" sz="quarter" idx="15"/>
          </p:nvPr>
        </p:nvSpPr>
        <p:spPr/>
        <p:txBody>
          <a:bodyPr/>
          <a:lstStyle/>
          <a:p>
            <a:r>
              <a:rPr lang="en-US"/>
              <a:t>© 2019 Cognizant</a:t>
            </a:r>
          </a:p>
        </p:txBody>
      </p:sp>
      <p:sp>
        <p:nvSpPr>
          <p:cNvPr id="6" name="Slide Number Placeholder 5">
            <a:extLst>
              <a:ext uri="{FF2B5EF4-FFF2-40B4-BE49-F238E27FC236}">
                <a16:creationId xmlns:a16="http://schemas.microsoft.com/office/drawing/2014/main" id="{24DDFD90-6BB1-437F-9F87-F0EE11D6B0F0}"/>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9" name="Straight Connector 8">
            <a:extLst>
              <a:ext uri="{FF2B5EF4-FFF2-40B4-BE49-F238E27FC236}">
                <a16:creationId xmlns:a16="http://schemas.microsoft.com/office/drawing/2014/main" id="{26E7E8EB-BBE8-401F-8C15-7A754DD1C2CB}"/>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78870368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edia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65762"/>
            <a:ext cx="5486400" cy="5730239"/>
          </a:xfrm>
        </p:spPr>
        <p:txBody>
          <a:bodyPr/>
          <a:lstStyle>
            <a:lvl1pPr>
              <a:defRPr>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Media Placeholder 15">
            <a:extLst>
              <a:ext uri="{FF2B5EF4-FFF2-40B4-BE49-F238E27FC236}">
                <a16:creationId xmlns:a16="http://schemas.microsoft.com/office/drawing/2014/main" id="{CEB5CA12-0E7C-45C9-92C9-E64DA0065752}"/>
              </a:ext>
            </a:extLst>
          </p:cNvPr>
          <p:cNvSpPr>
            <a:spLocks noGrp="1"/>
          </p:cNvSpPr>
          <p:nvPr>
            <p:ph type="media" sz="quarter" idx="17" hasCustomPrompt="1"/>
          </p:nvPr>
        </p:nvSpPr>
        <p:spPr>
          <a:xfrm>
            <a:off x="0" y="0"/>
            <a:ext cx="5998464"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Insert media here</a:t>
            </a:r>
          </a:p>
        </p:txBody>
      </p:sp>
      <p:sp>
        <p:nvSpPr>
          <p:cNvPr id="2" name="Date Placeholder 1">
            <a:extLst>
              <a:ext uri="{FF2B5EF4-FFF2-40B4-BE49-F238E27FC236}">
                <a16:creationId xmlns:a16="http://schemas.microsoft.com/office/drawing/2014/main" id="{D9F91859-85A6-4652-BB50-DE18F40DAE17}"/>
              </a:ext>
            </a:extLst>
          </p:cNvPr>
          <p:cNvSpPr>
            <a:spLocks noGrp="1"/>
          </p:cNvSpPr>
          <p:nvPr>
            <p:ph type="dt" sz="half" idx="18"/>
          </p:nvPr>
        </p:nvSpPr>
        <p:spPr/>
        <p:txBody>
          <a:bodyPr/>
          <a:lstStyle/>
          <a:p>
            <a:fld id="{92891E91-9488-4616-A4E9-562C551F1C22}" type="datetime1">
              <a:rPr lang="en-US" smtClean="0"/>
              <a:t>8/14/2023</a:t>
            </a:fld>
            <a:endParaRPr lang="en-US"/>
          </a:p>
        </p:txBody>
      </p:sp>
      <p:sp>
        <p:nvSpPr>
          <p:cNvPr id="3" name="Footer Placeholder 2">
            <a:extLst>
              <a:ext uri="{FF2B5EF4-FFF2-40B4-BE49-F238E27FC236}">
                <a16:creationId xmlns:a16="http://schemas.microsoft.com/office/drawing/2014/main" id="{699760E2-6197-4679-A293-2A1317EFAB4B}"/>
              </a:ext>
            </a:extLst>
          </p:cNvPr>
          <p:cNvSpPr>
            <a:spLocks noGrp="1"/>
          </p:cNvSpPr>
          <p:nvPr>
            <p:ph type="ftr" sz="quarter" idx="19"/>
          </p:nvPr>
        </p:nvSpPr>
        <p:spPr/>
        <p:txBody>
          <a:bodyPr/>
          <a:lstStyle/>
          <a:p>
            <a:r>
              <a:rPr lang="en-US"/>
              <a:t>© 2019 Cognizant</a:t>
            </a:r>
          </a:p>
        </p:txBody>
      </p:sp>
      <p:sp>
        <p:nvSpPr>
          <p:cNvPr id="5" name="Slide Number Placeholder 4">
            <a:extLst>
              <a:ext uri="{FF2B5EF4-FFF2-40B4-BE49-F238E27FC236}">
                <a16:creationId xmlns:a16="http://schemas.microsoft.com/office/drawing/2014/main" id="{DEF677D8-5DFC-45CA-854E-7E2FDF7D4794}"/>
              </a:ext>
            </a:extLst>
          </p:cNvPr>
          <p:cNvSpPr>
            <a:spLocks noGrp="1"/>
          </p:cNvSpPr>
          <p:nvPr>
            <p:ph type="sldNum" sz="quarter" idx="20"/>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FB6A4D1D-419D-453A-9A35-9EF2960602A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52748851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mage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65760"/>
            <a:ext cx="5486400" cy="5730237"/>
          </a:xfrm>
        </p:spPr>
        <p:txBody>
          <a:bodyPr/>
          <a:lstStyle>
            <a:lvl1pPr>
              <a:defRPr>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A8E3F330-9F76-4B2D-936C-BA1660611058}"/>
              </a:ext>
            </a:extLst>
          </p:cNvPr>
          <p:cNvSpPr>
            <a:spLocks noGrp="1"/>
          </p:cNvSpPr>
          <p:nvPr>
            <p:ph type="pic" sz="quarter" idx="14" hasCustomPrompt="1"/>
          </p:nvPr>
        </p:nvSpPr>
        <p:spPr>
          <a:xfrm>
            <a:off x="1" y="0"/>
            <a:ext cx="5998633"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2" name="Date Placeholder 1">
            <a:extLst>
              <a:ext uri="{FF2B5EF4-FFF2-40B4-BE49-F238E27FC236}">
                <a16:creationId xmlns:a16="http://schemas.microsoft.com/office/drawing/2014/main" id="{FCC1D49F-49AB-492E-AADA-3FDC394DFDFE}"/>
              </a:ext>
            </a:extLst>
          </p:cNvPr>
          <p:cNvSpPr>
            <a:spLocks noGrp="1"/>
          </p:cNvSpPr>
          <p:nvPr>
            <p:ph type="dt" sz="half" idx="15"/>
          </p:nvPr>
        </p:nvSpPr>
        <p:spPr/>
        <p:txBody>
          <a:bodyPr/>
          <a:lstStyle/>
          <a:p>
            <a:fld id="{A3F262AA-DEDE-48CB-AC20-EF8642D85293}" type="datetime1">
              <a:rPr lang="en-US" smtClean="0"/>
              <a:t>8/14/2023</a:t>
            </a:fld>
            <a:endParaRPr lang="en-US"/>
          </a:p>
        </p:txBody>
      </p:sp>
      <p:sp>
        <p:nvSpPr>
          <p:cNvPr id="5" name="Footer Placeholder 4">
            <a:extLst>
              <a:ext uri="{FF2B5EF4-FFF2-40B4-BE49-F238E27FC236}">
                <a16:creationId xmlns:a16="http://schemas.microsoft.com/office/drawing/2014/main" id="{9787AAB2-79C4-4D8A-B367-D69C5CB97715}"/>
              </a:ext>
            </a:extLst>
          </p:cNvPr>
          <p:cNvSpPr>
            <a:spLocks noGrp="1"/>
          </p:cNvSpPr>
          <p:nvPr>
            <p:ph type="ftr" sz="quarter" idx="16"/>
          </p:nvPr>
        </p:nvSpPr>
        <p:spPr/>
        <p:txBody>
          <a:bodyPr/>
          <a:lstStyle/>
          <a:p>
            <a:r>
              <a:rPr lang="en-US"/>
              <a:t>© 2019 Cognizant</a:t>
            </a:r>
          </a:p>
        </p:txBody>
      </p:sp>
      <p:sp>
        <p:nvSpPr>
          <p:cNvPr id="6" name="Slide Number Placeholder 5">
            <a:extLst>
              <a:ext uri="{FF2B5EF4-FFF2-40B4-BE49-F238E27FC236}">
                <a16:creationId xmlns:a16="http://schemas.microsoft.com/office/drawing/2014/main" id="{B80EC04C-1500-45F6-8042-1CE988757A42}"/>
              </a:ext>
            </a:extLst>
          </p:cNvPr>
          <p:cNvSpPr>
            <a:spLocks noGrp="1"/>
          </p:cNvSpPr>
          <p:nvPr>
            <p:ph type="sldNum" sz="quarter" idx="17"/>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092DAA9B-CFA7-4AA1-B116-CD98263A729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28512200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D512A5-02AD-4CE7-95D7-2098ED248CD3}"/>
              </a:ext>
            </a:extLst>
          </p:cNvPr>
          <p:cNvPicPr>
            <a:picLocks noChangeAspect="1"/>
          </p:cNvPicPr>
          <p:nvPr userDrawn="1"/>
        </p:nvPicPr>
        <p:blipFill>
          <a:blip r:embed="rId2"/>
          <a:stretch>
            <a:fillRect/>
          </a:stretch>
        </p:blipFill>
        <p:spPr>
          <a:xfrm>
            <a:off x="1" y="7968"/>
            <a:ext cx="12177836" cy="6850033"/>
          </a:xfrm>
          <a:prstGeom prst="rect">
            <a:avLst/>
          </a:prstGeom>
        </p:spPr>
      </p:pic>
      <p:sp>
        <p:nvSpPr>
          <p:cNvPr id="2" name="Title 1"/>
          <p:cNvSpPr>
            <a:spLocks noGrp="1"/>
          </p:cNvSpPr>
          <p:nvPr>
            <p:ph type="title" hasCustomPrompt="1"/>
          </p:nvPr>
        </p:nvSpPr>
        <p:spPr>
          <a:xfrm>
            <a:off x="816864" y="2438400"/>
            <a:ext cx="10363200" cy="438912"/>
          </a:xfrm>
        </p:spPr>
        <p:txBody>
          <a:bodyPr anchor="b" anchorCtr="0">
            <a:noAutofit/>
          </a:bodyPr>
          <a:lstStyle>
            <a:lvl1pPr>
              <a:defRPr sz="4267">
                <a:solidFill>
                  <a:schemeClr val="tx1"/>
                </a:solidFill>
              </a:defRPr>
            </a:lvl1pPr>
          </a:lstStyle>
          <a:p>
            <a:r>
              <a:rPr lang="en-US"/>
              <a:t>Thank you</a:t>
            </a:r>
          </a:p>
        </p:txBody>
      </p:sp>
      <p:sp>
        <p:nvSpPr>
          <p:cNvPr id="8" name="Text Placeholder 7"/>
          <p:cNvSpPr>
            <a:spLocks noGrp="1"/>
          </p:cNvSpPr>
          <p:nvPr>
            <p:ph type="body" sz="quarter" idx="10" hasCustomPrompt="1"/>
          </p:nvPr>
        </p:nvSpPr>
        <p:spPr>
          <a:xfrm>
            <a:off x="816864" y="3255264"/>
            <a:ext cx="10363200" cy="841248"/>
          </a:xfrm>
          <a:prstGeom prst="rect">
            <a:avLst/>
          </a:prstGeom>
        </p:spPr>
        <p:txBody>
          <a:bodyPr vert="horz">
            <a:normAutofit/>
          </a:bodyPr>
          <a:lstStyle>
            <a:lvl1pPr marL="0" indent="0">
              <a:buNone/>
              <a:defRPr sz="2667">
                <a:solidFill>
                  <a:schemeClr val="tx1"/>
                </a:solidFill>
              </a:defRPr>
            </a:lvl1pPr>
            <a:lvl2pPr marL="0" indent="0">
              <a:buNone/>
              <a:defRPr sz="2667">
                <a:solidFill>
                  <a:schemeClr val="tx1"/>
                </a:solidFill>
              </a:defRPr>
            </a:lvl2pPr>
            <a:lvl3pPr marL="0" indent="0">
              <a:buNone/>
              <a:defRPr sz="2667">
                <a:solidFill>
                  <a:schemeClr val="tx1"/>
                </a:solidFill>
              </a:defRPr>
            </a:lvl3pPr>
            <a:lvl4pPr marL="0" indent="0">
              <a:buNone/>
              <a:defRPr sz="2667">
                <a:solidFill>
                  <a:schemeClr val="tx1"/>
                </a:solidFill>
              </a:defRPr>
            </a:lvl4pPr>
            <a:lvl5pPr marL="0" indent="0">
              <a:buNone/>
              <a:defRPr sz="2667">
                <a:solidFill>
                  <a:schemeClr val="tx1"/>
                </a:solidFill>
              </a:defRPr>
            </a:lvl5pPr>
            <a:lvl6pPr marL="0" indent="0">
              <a:buNone/>
              <a:defRPr sz="2667">
                <a:solidFill>
                  <a:schemeClr val="tx1"/>
                </a:solidFill>
              </a:defRPr>
            </a:lvl6pPr>
            <a:lvl7pPr marL="0" indent="0">
              <a:buNone/>
              <a:defRPr sz="2667">
                <a:solidFill>
                  <a:schemeClr val="tx1"/>
                </a:solidFill>
              </a:defRPr>
            </a:lvl7pPr>
            <a:lvl8pPr marL="0" indent="0">
              <a:buNone/>
              <a:defRPr sz="2667">
                <a:solidFill>
                  <a:schemeClr val="tx1"/>
                </a:solidFill>
              </a:defRPr>
            </a:lvl8pPr>
            <a:lvl9pPr marL="0" indent="0">
              <a:buNone/>
              <a:defRPr sz="2667">
                <a:solidFill>
                  <a:schemeClr val="tx1"/>
                </a:solidFill>
              </a:defRPr>
            </a:lvl9pPr>
          </a:lstStyle>
          <a:p>
            <a:pPr lvl="0"/>
            <a:r>
              <a:rPr lang="en-US"/>
              <a:t>Name</a:t>
            </a:r>
            <a:br>
              <a:rPr lang="en-US"/>
            </a:br>
            <a:r>
              <a:rPr lang="en-US"/>
              <a:t>Email (optional)</a:t>
            </a:r>
          </a:p>
        </p:txBody>
      </p:sp>
      <p:sp>
        <p:nvSpPr>
          <p:cNvPr id="6" name="TextBox 5"/>
          <p:cNvSpPr txBox="1"/>
          <p:nvPr userDrawn="1"/>
        </p:nvSpPr>
        <p:spPr>
          <a:xfrm>
            <a:off x="4784203" y="-1296363"/>
            <a:ext cx="184731" cy="461665"/>
          </a:xfrm>
          <a:prstGeom prst="rect">
            <a:avLst/>
          </a:prstGeom>
          <a:noFill/>
        </p:spPr>
        <p:txBody>
          <a:bodyPr wrap="none" rtlCol="0">
            <a:spAutoFit/>
          </a:bodyPr>
          <a:lstStyle/>
          <a:p>
            <a:endParaRPr lang="en-US" sz="2400" err="1">
              <a:solidFill>
                <a:schemeClr val="tx2"/>
              </a:solidFill>
            </a:endParaRPr>
          </a:p>
        </p:txBody>
      </p:sp>
      <p:cxnSp>
        <p:nvCxnSpPr>
          <p:cNvPr id="11" name="Straight Connector 10">
            <a:extLst>
              <a:ext uri="{FF2B5EF4-FFF2-40B4-BE49-F238E27FC236}">
                <a16:creationId xmlns:a16="http://schemas.microsoft.com/office/drawing/2014/main" id="{8FFA5237-4D06-4CB8-B81D-E6E000044E96}"/>
              </a:ext>
            </a:extLst>
          </p:cNvPr>
          <p:cNvCxnSpPr>
            <a:cxnSpLocks/>
          </p:cNvCxnSpPr>
          <p:nvPr userDrawn="1"/>
        </p:nvCxnSpPr>
        <p:spPr>
          <a:xfrm>
            <a:off x="814851" y="3066288"/>
            <a:ext cx="2478245" cy="0"/>
          </a:xfrm>
          <a:prstGeom prst="line">
            <a:avLst/>
          </a:prstGeom>
          <a:ln>
            <a:solidFill>
              <a:srgbClr val="00A45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31693" y="512065"/>
            <a:ext cx="5742444" cy="674625"/>
          </a:xfrm>
          <a:prstGeom prst="rect">
            <a:avLst/>
          </a:prstGeom>
        </p:spPr>
      </p:pic>
    </p:spTree>
    <p:extLst>
      <p:ext uri="{BB962C8B-B14F-4D97-AF65-F5344CB8AC3E}">
        <p14:creationId xmlns:p14="http://schemas.microsoft.com/office/powerpoint/2010/main" val="303156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image" Target="../media/image1.jp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theme" Target="../theme/theme2.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8" Type="http://schemas.openxmlformats.org/officeDocument/2006/relationships/slideLayout" Target="../slideLayouts/slideLayout20.xml"/><Relationship Id="rId3"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theme" Target="../theme/theme3.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slideLayout" Target="../slideLayouts/slideLayout76.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8" Type="http://schemas.openxmlformats.org/officeDocument/2006/relationships/slideLayout" Target="../slideLayouts/slideLayout55.xml"/><Relationship Id="rId3"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dirty="0"/>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dirty="0"/>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690" r:id="rId8"/>
    <p:sldLayoutId id="2147483692" r:id="rId9"/>
    <p:sldLayoutId id="2147483694" r:id="rId10"/>
    <p:sldLayoutId id="2147483695" r:id="rId11"/>
    <p:sldLayoutId id="2147483696" r:id="rId12"/>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endParaRPr lang="en-US" dirty="0"/>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dirty="0"/>
          </a:p>
        </p:txBody>
      </p:sp>
      <p:pic>
        <p:nvPicPr>
          <p:cNvPr id="4" name="Picture 3">
            <a:extLst>
              <a:ext uri="{FF2B5EF4-FFF2-40B4-BE49-F238E27FC236}">
                <a16:creationId xmlns:a16="http://schemas.microsoft.com/office/drawing/2014/main" id="{A0293B38-39C9-672F-5008-CB087EACD925}"/>
              </a:ext>
            </a:extLst>
          </p:cNvPr>
          <p:cNvPicPr>
            <a:picLocks noChangeAspect="1"/>
          </p:cNvPicPr>
          <p:nvPr userDrawn="1"/>
        </p:nvPicPr>
        <p:blipFill>
          <a:blip r:embed="rId37">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Tree>
    <p:extLst>
      <p:ext uri="{BB962C8B-B14F-4D97-AF65-F5344CB8AC3E}">
        <p14:creationId xmlns:p14="http://schemas.microsoft.com/office/powerpoint/2010/main" val="75774847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512064" y="365760"/>
            <a:ext cx="11180064" cy="1060704"/>
          </a:xfrm>
          <a:prstGeom prst="rect">
            <a:avLst/>
          </a:prstGeom>
        </p:spPr>
        <p:txBody>
          <a:bodyPr vert="horz" lIns="0" tIns="0" rIns="0" bIns="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512064" y="1682496"/>
            <a:ext cx="11180064" cy="442569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17B5ED4-B674-4C32-9514-6C6A986BC37F}"/>
              </a:ext>
            </a:extLst>
          </p:cNvPr>
          <p:cNvSpPr>
            <a:spLocks noGrp="1"/>
          </p:cNvSpPr>
          <p:nvPr>
            <p:ph type="dt" sz="half" idx="2"/>
          </p:nvPr>
        </p:nvSpPr>
        <p:spPr>
          <a:xfrm>
            <a:off x="7315200" y="6400800"/>
            <a:ext cx="1219200" cy="207264"/>
          </a:xfrm>
          <a:prstGeom prst="rect">
            <a:avLst/>
          </a:prstGeom>
        </p:spPr>
        <p:txBody>
          <a:bodyPr vert="horz" lIns="0" tIns="0" rIns="0" bIns="0" rtlCol="0" anchor="ctr"/>
          <a:lstStyle>
            <a:lvl1pPr algn="r">
              <a:defRPr sz="1000">
                <a:solidFill>
                  <a:schemeClr val="tx1"/>
                </a:solidFill>
              </a:defRPr>
            </a:lvl1pPr>
          </a:lstStyle>
          <a:p>
            <a:fld id="{72C7141F-1075-416F-B85B-2A67B4DBA6BF}" type="datetime1">
              <a:rPr lang="en-US" smtClean="0"/>
              <a:t>8/14/2023</a:t>
            </a:fld>
            <a:endParaRPr lang="en-US"/>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853440" y="6400800"/>
            <a:ext cx="6096000" cy="207264"/>
          </a:xfrm>
          <a:prstGeom prst="rect">
            <a:avLst/>
          </a:prstGeom>
        </p:spPr>
        <p:txBody>
          <a:bodyPr vert="horz" lIns="0" tIns="0" rIns="0" bIns="0" rtlCol="0" anchor="ctr"/>
          <a:lstStyle>
            <a:lvl1pPr algn="l">
              <a:defRPr sz="1000">
                <a:solidFill>
                  <a:schemeClr val="tx1"/>
                </a:solidFill>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 2019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512064" y="6400800"/>
            <a:ext cx="304800" cy="207264"/>
          </a:xfrm>
          <a:prstGeom prst="rect">
            <a:avLst/>
          </a:prstGeom>
        </p:spPr>
        <p:txBody>
          <a:bodyPr vert="horz" lIns="0" tIns="0" rIns="0" bIns="0" rtlCol="0" anchor="ctr"/>
          <a:lstStyle>
            <a:lvl1pPr algn="l">
              <a:defRPr sz="1200" b="1">
                <a:solidFill>
                  <a:schemeClr val="accent6"/>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1178836969"/>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Lst>
  <p:hf hdr="0" dt="0"/>
  <p:txStyles>
    <p:titleStyle>
      <a:lvl1pPr algn="l" defTabSz="121917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Arial" panose="020B0604020202020204" pitchFamily="34" charset="0"/>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Arial" panose="020B0604020202020204" pitchFamily="34" charset="0"/>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hyperlink" Target="https://test.salesforce.com/" TargetMode="External"/><Relationship Id="rId2" Type="http://schemas.openxmlformats.org/officeDocument/2006/relationships/hyperlink" Target="https://login.salesforce.com/" TargetMode="External"/><Relationship Id="rId1" Type="http://schemas.openxmlformats.org/officeDocument/2006/relationships/slideLayout" Target="../slideLayouts/slideLayout27.xml"/><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6.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6.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26.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2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hyperlink" Target="https://crmhelp.veeva.com/doc/Content/Home.htm" TargetMode="Externa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C14C03-9B51-457D-6D64-45FC6B951509}"/>
              </a:ext>
            </a:extLst>
          </p:cNvPr>
          <p:cNvSpPr>
            <a:spLocks noGrp="1"/>
          </p:cNvSpPr>
          <p:nvPr>
            <p:ph type="ctrTitle"/>
          </p:nvPr>
        </p:nvSpPr>
        <p:spPr/>
        <p:txBody>
          <a:bodyPr/>
          <a:lstStyle/>
          <a:p>
            <a:r>
              <a:rPr lang="en-US" sz="3600" b="1" dirty="0">
                <a:latin typeface="Arial" panose="020B0604020202020204" pitchFamily="34" charset="0"/>
                <a:cs typeface="Arial" panose="020B0604020202020204" pitchFamily="34" charset="0"/>
              </a:rPr>
              <a:t>Overview of Coaching Reports</a:t>
            </a:r>
            <a:endParaRPr lang="en-IN" dirty="0"/>
          </a:p>
        </p:txBody>
      </p:sp>
      <p:sp>
        <p:nvSpPr>
          <p:cNvPr id="11" name="Subtitle 10">
            <a:extLst>
              <a:ext uri="{FF2B5EF4-FFF2-40B4-BE49-F238E27FC236}">
                <a16:creationId xmlns:a16="http://schemas.microsoft.com/office/drawing/2014/main" id="{4FC27EB6-4D4A-00ED-12F3-6C8600E4CAC8}"/>
              </a:ext>
            </a:extLst>
          </p:cNvPr>
          <p:cNvSpPr>
            <a:spLocks noGrp="1"/>
          </p:cNvSpPr>
          <p:nvPr>
            <p:ph type="subTitle" idx="1"/>
          </p:nvPr>
        </p:nvSpPr>
        <p:spPr/>
        <p:txBody>
          <a:bodyPr/>
          <a:lstStyle/>
          <a:p>
            <a:endParaRPr lang="en-IN"/>
          </a:p>
        </p:txBody>
      </p:sp>
      <p:sp>
        <p:nvSpPr>
          <p:cNvPr id="12" name="Text Placeholder 11">
            <a:extLst>
              <a:ext uri="{FF2B5EF4-FFF2-40B4-BE49-F238E27FC236}">
                <a16:creationId xmlns:a16="http://schemas.microsoft.com/office/drawing/2014/main" id="{B3F9CFE1-F409-D3CD-763C-066605E261D9}"/>
              </a:ext>
            </a:extLst>
          </p:cNvPr>
          <p:cNvSpPr>
            <a:spLocks noGrp="1"/>
          </p:cNvSpPr>
          <p:nvPr>
            <p:ph type="body" idx="12"/>
          </p:nvPr>
        </p:nvSpPr>
        <p:spPr/>
        <p:txBody>
          <a:bodyPr/>
          <a:lstStyle/>
          <a:p>
            <a:endParaRPr lang="en-IN"/>
          </a:p>
        </p:txBody>
      </p:sp>
      <p:sp>
        <p:nvSpPr>
          <p:cNvPr id="3" name="TextBox 2">
            <a:extLst>
              <a:ext uri="{FF2B5EF4-FFF2-40B4-BE49-F238E27FC236}">
                <a16:creationId xmlns:a16="http://schemas.microsoft.com/office/drawing/2014/main" id="{C67147D8-756D-E9B7-7097-5B27871B415A}"/>
              </a:ext>
            </a:extLst>
          </p:cNvPr>
          <p:cNvSpPr txBox="1"/>
          <p:nvPr/>
        </p:nvSpPr>
        <p:spPr>
          <a:xfrm>
            <a:off x="3047134" y="3244334"/>
            <a:ext cx="6094268"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800" b="0" i="0" u="none" strike="noStrike" kern="1200" cap="none" normalizeH="0" baseline="0" dirty="0">
                <a:ln>
                  <a:noFill/>
                </a:ln>
                <a:solidFill>
                  <a:schemeClr val="tx1"/>
                </a:solidFill>
                <a:effectLst/>
                <a:latin typeface="+mj-lt"/>
                <a:ea typeface="+mn-ea"/>
                <a:cs typeface="+mn-cs"/>
              </a:rPr>
              <a:t>v1 26/01/2018</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2091635591"/>
              </p:ext>
            </p:extLst>
          </p:nvPr>
        </p:nvGraphicFramePr>
        <p:xfrm>
          <a:off x="214603" y="1872579"/>
          <a:ext cx="9489233" cy="1649847"/>
        </p:xfrm>
        <a:graphic>
          <a:graphicData uri="http://schemas.openxmlformats.org/drawingml/2006/table">
            <a:tbl>
              <a:tblPr firstRow="1" bandRow="1">
                <a:tableStyleId>{5C22544A-7EE6-4342-B048-85BDC9FD1C3A}</a:tableStyleId>
              </a:tblPr>
              <a:tblGrid>
                <a:gridCol w="2955023">
                  <a:extLst>
                    <a:ext uri="{9D8B030D-6E8A-4147-A177-3AD203B41FA5}">
                      <a16:colId xmlns:a16="http://schemas.microsoft.com/office/drawing/2014/main" val="4154468561"/>
                    </a:ext>
                  </a:extLst>
                </a:gridCol>
                <a:gridCol w="65342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kern="1200" baseline="0" dirty="0">
                          <a:solidFill>
                            <a:schemeClr val="tx1"/>
                          </a:solidFill>
                          <a:latin typeface="Arial" panose="020B0604020202020204" pitchFamily="34" charset="0"/>
                          <a:ea typeface="Arial Unicode MS" pitchFamily="34" charset="-128"/>
                          <a:cs typeface="Arial" panose="020B0604020202020204" pitchFamily="34" charset="0"/>
                        </a:rPr>
                        <a:t>Gauri </a:t>
                      </a:r>
                      <a:r>
                        <a:rPr lang="en-US" sz="1800" kern="1200" baseline="0" dirty="0" err="1">
                          <a:solidFill>
                            <a:schemeClr val="tx1"/>
                          </a:solidFill>
                          <a:latin typeface="Arial" panose="020B0604020202020204" pitchFamily="34" charset="0"/>
                          <a:ea typeface="Arial Unicode MS" pitchFamily="34" charset="-128"/>
                          <a:cs typeface="Arial" panose="020B0604020202020204" pitchFamily="34" charset="0"/>
                        </a:rPr>
                        <a:t>Shevate</a:t>
                      </a:r>
                      <a:endParaRPr lang="en-US" sz="1800" kern="1200" baseline="0" dirty="0">
                        <a:solidFill>
                          <a:schemeClr val="tx1"/>
                        </a:solidFill>
                        <a:latin typeface="Arial" panose="020B0604020202020204" pitchFamily="34" charset="0"/>
                        <a:ea typeface="Arial Unicode MS" pitchFamily="34" charset="-128"/>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kern="1200" baseline="0" dirty="0">
                          <a:solidFill>
                            <a:schemeClr val="tx1"/>
                          </a:solidFill>
                          <a:latin typeface="Arial" panose="020B0604020202020204" pitchFamily="34" charset="0"/>
                          <a:ea typeface="Arial Unicode MS" pitchFamily="34" charset="-128"/>
                          <a:cs typeface="Arial" panose="020B0604020202020204" pitchFamily="34" charset="0"/>
                        </a:rPr>
                        <a:t>Associate – CRM, EAS Salesforce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V1, 19-Jan-2018</a:t>
                      </a:r>
                      <a:r>
                        <a:rPr kumimoji="0" lang="en-US" sz="1800" b="0" i="0" u="none" strike="noStrike" kern="1200" cap="none" normalizeH="0" baseline="0" dirty="0">
                          <a:ln>
                            <a:noFill/>
                          </a:ln>
                          <a:solidFill>
                            <a:schemeClr val="tx1"/>
                          </a:solidFill>
                          <a:effectLst/>
                          <a:latin typeface="Arial" panose="020B0604020202020204" pitchFamily="34" charset="0"/>
                          <a:ea typeface="Arial Unicode MS" pitchFamily="34" charset="-128"/>
                          <a:cs typeface="Arial" panose="020B0604020202020204" pitchFamily="34" charset="0"/>
                        </a:rPr>
                        <a:t>, </a:t>
                      </a:r>
                      <a:r>
                        <a:rPr kumimoji="0" lang="en-US" sz="1800" b="0" i="0" u="none" strike="noStrike" kern="1200" cap="none" normalizeH="0" baseline="0" dirty="0">
                          <a:ln>
                            <a:noFill/>
                          </a:ln>
                          <a:solidFill>
                            <a:schemeClr val="tx1"/>
                          </a:solidFill>
                          <a:effectLst/>
                          <a:latin typeface="+mn-lt"/>
                          <a:ea typeface="+mn-ea"/>
                          <a:cs typeface="+mn-cs"/>
                        </a:rPr>
                        <a:t>V2.0: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Ritesh Kumar Prasad &amp; </a:t>
                      </a:r>
                      <a:r>
                        <a:rPr kumimoji="0" lang="en-US" sz="1800" b="0" i="0" u="none" strike="noStrike" kern="1200" cap="none" normalizeH="0" baseline="0" dirty="0" err="1">
                          <a:ln>
                            <a:noFill/>
                          </a:ln>
                          <a:solidFill>
                            <a:schemeClr val="tx1"/>
                          </a:solidFill>
                          <a:effectLst/>
                          <a:latin typeface="+mn-lt"/>
                          <a:ea typeface="+mn-ea"/>
                          <a:cs typeface="+mn-cs"/>
                        </a:rPr>
                        <a:t>Srijena,N</a:t>
                      </a:r>
                      <a:endParaRPr kumimoji="0" lang="en-US" sz="1800" b="0" i="0" u="none" strike="noStrike" kern="1200" cap="none" normalizeH="0" baseline="0" dirty="0">
                        <a:ln>
                          <a:noFill/>
                        </a:ln>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063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3" name="Title 2"/>
          <p:cNvSpPr>
            <a:spLocks noGrp="1"/>
          </p:cNvSpPr>
          <p:nvPr>
            <p:ph type="ctrTitle"/>
          </p:nvPr>
        </p:nvSpPr>
        <p:spPr>
          <a:xfrm>
            <a:off x="352425" y="436016"/>
            <a:ext cx="4013200" cy="1828469"/>
          </a:xfrm>
        </p:spPr>
        <p:txBody>
          <a:bodyPr vert="horz" lIns="91440" tIns="45720" rIns="91440" bIns="45720" rtlCol="0" anchor="ctr">
            <a:noAutofit/>
          </a:bodyPr>
          <a:lstStyle/>
          <a:p>
            <a:r>
              <a:rPr lang="en-US" sz="2400" dirty="0"/>
              <a:t>Objectives</a:t>
            </a:r>
          </a:p>
        </p:txBody>
      </p:sp>
      <p:sp>
        <p:nvSpPr>
          <p:cNvPr id="2" name="Content Placeholder 1"/>
          <p:cNvSpPr>
            <a:spLocks noGrp="1"/>
          </p:cNvSpPr>
          <p:nvPr>
            <p:ph type="subTitle" idx="1"/>
          </p:nvPr>
        </p:nvSpPr>
        <p:spPr>
          <a:xfrm>
            <a:off x="385082" y="2117363"/>
            <a:ext cx="5891210" cy="3537508"/>
          </a:xfrm>
        </p:spPr>
        <p:txBody>
          <a:bodyPr/>
          <a:lstStyle/>
          <a:p>
            <a:pPr marL="0" indent="0">
              <a:buNone/>
            </a:pPr>
            <a:r>
              <a:rPr lang="en-US" dirty="0">
                <a:solidFill>
                  <a:schemeClr val="tx1"/>
                </a:solidFill>
              </a:rPr>
              <a:t>After completing this chapter, you will learn to:</a:t>
            </a:r>
          </a:p>
          <a:p>
            <a:pPr marL="0" indent="0">
              <a:buNone/>
            </a:pPr>
            <a:endParaRPr lang="en-US" dirty="0">
              <a:solidFill>
                <a:schemeClr val="tx1"/>
              </a:solidFill>
            </a:endParaRPr>
          </a:p>
          <a:p>
            <a:pPr lvl="1" algn="l">
              <a:buFont typeface="Arial" panose="020B0604020202020204" pitchFamily="34" charset="0"/>
              <a:buChar char="-"/>
            </a:pPr>
            <a:r>
              <a:rPr lang="en-US" dirty="0">
                <a:solidFill>
                  <a:schemeClr val="tx1"/>
                </a:solidFill>
              </a:rPr>
              <a:t>Configure &amp; Share a Coaching Report</a:t>
            </a:r>
          </a:p>
          <a:p>
            <a:pPr lvl="1" algn="l">
              <a:buFont typeface="Arial" panose="020B0604020202020204" pitchFamily="34" charset="0"/>
              <a:buChar char="-"/>
            </a:pPr>
            <a:r>
              <a:rPr lang="en-US" dirty="0">
                <a:solidFill>
                  <a:schemeClr val="tx1"/>
                </a:solidFill>
              </a:rPr>
              <a:t>Explain User access for Reports</a:t>
            </a:r>
          </a:p>
          <a:p>
            <a:pPr lvl="1" algn="l">
              <a:buFont typeface="Arial" panose="020B0604020202020204" pitchFamily="34" charset="0"/>
              <a:buChar char="-"/>
            </a:pPr>
            <a:r>
              <a:rPr lang="en-US" dirty="0">
                <a:solidFill>
                  <a:schemeClr val="tx1"/>
                </a:solidFill>
              </a:rPr>
              <a:t>Explain Life Cycle of Coaching report</a:t>
            </a:r>
          </a:p>
          <a:p>
            <a:pPr lvl="1" algn="l">
              <a:buFont typeface="Arial" panose="020B0604020202020204" pitchFamily="34" charset="0"/>
              <a:buChar char="-"/>
            </a:pPr>
            <a:r>
              <a:rPr lang="en-US" dirty="0">
                <a:solidFill>
                  <a:schemeClr val="tx1"/>
                </a:solidFill>
              </a:rPr>
              <a:t>Create Coaching report</a:t>
            </a:r>
          </a:p>
          <a:p>
            <a:pPr lvl="1">
              <a:buFont typeface="Arial" panose="020B0604020202020204" pitchFamily="34" charset="0"/>
              <a:buChar char="-"/>
            </a:pPr>
            <a:endParaRPr lang="en-US" dirty="0">
              <a:solidFill>
                <a:schemeClr val="tx1"/>
              </a:solidFill>
            </a:endParaRPr>
          </a:p>
          <a:p>
            <a:pPr marL="0" indent="0">
              <a:buNone/>
            </a:pPr>
            <a:endParaRPr lang="en-US" dirty="0"/>
          </a:p>
        </p:txBody>
      </p:sp>
      <p:sp>
        <p:nvSpPr>
          <p:cNvPr id="7" name="Text Placeholder 6">
            <a:extLst>
              <a:ext uri="{FF2B5EF4-FFF2-40B4-BE49-F238E27FC236}">
                <a16:creationId xmlns:a16="http://schemas.microsoft.com/office/drawing/2014/main" id="{6E952C30-53FD-42EF-DDE3-C10D9643EDDB}"/>
              </a:ext>
            </a:extLst>
          </p:cNvPr>
          <p:cNvSpPr>
            <a:spLocks noGrp="1"/>
          </p:cNvSpPr>
          <p:nvPr>
            <p:ph type="body" idx="12"/>
          </p:nvPr>
        </p:nvSpPr>
        <p:spPr/>
        <p:txBody>
          <a:bodyPr/>
          <a:lstStyle/>
          <a:p>
            <a:endParaRPr lang="en-IN"/>
          </a:p>
        </p:txBody>
      </p:sp>
      <p:sp>
        <p:nvSpPr>
          <p:cNvPr id="4" name="Slide Number Placeholder 3"/>
          <p:cNvSpPr>
            <a:spLocks noGrp="1"/>
          </p:cNvSpPr>
          <p:nvPr>
            <p:ph type="sldNum" sz="quarter" idx="4294967295"/>
          </p:nvPr>
        </p:nvSpPr>
        <p:spPr>
          <a:xfrm>
            <a:off x="0" y="6264275"/>
            <a:ext cx="352425" cy="365125"/>
          </a:xfrm>
        </p:spPr>
        <p:txBody>
          <a:bodyPr/>
          <a:lstStyle/>
          <a:p>
            <a:fld id="{47ED8886-DB3B-44F4-9A80-E6A224679F20}" type="slidenum">
              <a:rPr lang="en-US" smtClean="0"/>
              <a:pPr/>
              <a:t>3</a:t>
            </a:fld>
            <a:endParaRPr lang="en-US" dirty="0"/>
          </a:p>
        </p:txBody>
      </p:sp>
      <p:pic>
        <p:nvPicPr>
          <p:cNvPr id="4098" name="Picture 2" descr="D:\Images\Images\Objective\shutterstock_6790168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20200" y="1350251"/>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4</a:t>
            </a:fld>
            <a:endParaRPr lang="en-US" dirty="0"/>
          </a:p>
        </p:txBody>
      </p:sp>
      <p:sp>
        <p:nvSpPr>
          <p:cNvPr id="2" name="Title 1"/>
          <p:cNvSpPr>
            <a:spLocks noGrp="1"/>
          </p:cNvSpPr>
          <p:nvPr>
            <p:ph type="title" idx="4294967295"/>
          </p:nvPr>
        </p:nvSpPr>
        <p:spPr>
          <a:xfrm>
            <a:off x="692150" y="685800"/>
            <a:ext cx="10807700" cy="369887"/>
          </a:xfrm>
        </p:spPr>
        <p:txBody>
          <a:bodyPr/>
          <a:lstStyle/>
          <a:p>
            <a:r>
              <a:rPr lang="en-US" sz="1700" dirty="0"/>
              <a:t>Recap ... </a:t>
            </a:r>
          </a:p>
        </p:txBody>
      </p:sp>
      <p:sp>
        <p:nvSpPr>
          <p:cNvPr id="3" name="Content Placeholder 2"/>
          <p:cNvSpPr>
            <a:spLocks noGrp="1"/>
          </p:cNvSpPr>
          <p:nvPr>
            <p:ph idx="4294967295"/>
          </p:nvPr>
        </p:nvSpPr>
        <p:spPr>
          <a:xfrm>
            <a:off x="1053303" y="1645602"/>
            <a:ext cx="9601200" cy="4983163"/>
          </a:xfrm>
        </p:spPr>
        <p:txBody>
          <a:bodyPr/>
          <a:lstStyle/>
          <a:p>
            <a:pPr marL="0" indent="0">
              <a:buNone/>
            </a:pPr>
            <a:r>
              <a:rPr lang="en-US" dirty="0">
                <a:solidFill>
                  <a:schemeClr val="tx1"/>
                </a:solidFill>
              </a:rPr>
              <a:t>In the previous Module - </a:t>
            </a:r>
            <a:r>
              <a:rPr lang="en-US" i="1" dirty="0">
                <a:solidFill>
                  <a:schemeClr val="tx1"/>
                </a:solidFill>
              </a:rPr>
              <a:t>DCR Configuration</a:t>
            </a:r>
            <a:r>
              <a:rPr lang="en-US" dirty="0">
                <a:solidFill>
                  <a:schemeClr val="tx1"/>
                </a:solidFill>
              </a:rPr>
              <a:t>, you learnt to:</a:t>
            </a:r>
          </a:p>
          <a:p>
            <a:pPr marL="0" indent="0">
              <a:buNone/>
            </a:pPr>
            <a:endParaRPr lang="en-US" sz="1800" dirty="0">
              <a:solidFill>
                <a:schemeClr val="tx1"/>
              </a:solidFill>
            </a:endParaRPr>
          </a:p>
          <a:p>
            <a:pPr lvl="1"/>
            <a:r>
              <a:rPr lang="en-US" dirty="0">
                <a:solidFill>
                  <a:schemeClr val="tx1"/>
                </a:solidFill>
              </a:rPr>
              <a:t>Describe DCR</a:t>
            </a:r>
          </a:p>
          <a:p>
            <a:pPr lvl="1"/>
            <a:r>
              <a:rPr lang="en-US" dirty="0">
                <a:solidFill>
                  <a:schemeClr val="tx1"/>
                </a:solidFill>
              </a:rPr>
              <a:t>Create new DCR</a:t>
            </a:r>
          </a:p>
          <a:p>
            <a:pPr lvl="1"/>
            <a:r>
              <a:rPr lang="en-US" dirty="0">
                <a:solidFill>
                  <a:schemeClr val="tx1"/>
                </a:solidFill>
              </a:rPr>
              <a:t>Describe DCR Process</a:t>
            </a:r>
          </a:p>
          <a:p>
            <a:pPr lvl="1"/>
            <a:r>
              <a:rPr lang="en-US" dirty="0">
                <a:solidFill>
                  <a:schemeClr val="tx1"/>
                </a:solidFill>
              </a:rPr>
              <a:t>Describe DCR Model</a:t>
            </a:r>
          </a:p>
          <a:p>
            <a:endParaRPr lang="en-US" sz="1800" dirty="0">
              <a:solidFill>
                <a:schemeClr val="tx1"/>
              </a:solidFill>
            </a:endParaRPr>
          </a:p>
          <a:p>
            <a:pPr marL="0" indent="0">
              <a:buNone/>
            </a:pPr>
            <a:r>
              <a:rPr lang="en-US" dirty="0">
                <a:solidFill>
                  <a:schemeClr val="tx1"/>
                </a:solidFill>
              </a:rPr>
              <a:t>And now ... </a:t>
            </a:r>
          </a:p>
          <a:p>
            <a:pPr marL="0" indent="0">
              <a:buNone/>
            </a:pPr>
            <a:endParaRPr lang="en-US" dirty="0">
              <a:solidFill>
                <a:schemeClr val="tx1"/>
              </a:solidFill>
            </a:endParaRPr>
          </a:p>
        </p:txBody>
      </p:sp>
      <p:sp>
        <p:nvSpPr>
          <p:cNvPr id="4" name="Footer Placeholder 3"/>
          <p:cNvSpPr>
            <a:spLocks noGrp="1"/>
          </p:cNvSpPr>
          <p:nvPr>
            <p:ph type="ftr" sz="quarter" idx="11"/>
          </p:nvPr>
        </p:nvSpPr>
        <p:spPr/>
        <p:txBody>
          <a:bodyPr/>
          <a:lstStyle/>
          <a:p>
            <a:r>
              <a:rPr lang="en-US"/>
              <a:t>© Cognizant 2015</a:t>
            </a:r>
            <a:endParaRPr lang="en-US" dirty="0"/>
          </a:p>
        </p:txBody>
      </p:sp>
    </p:spTree>
    <p:extLst>
      <p:ext uri="{BB962C8B-B14F-4D97-AF65-F5344CB8AC3E}">
        <p14:creationId xmlns:p14="http://schemas.microsoft.com/office/powerpoint/2010/main" val="311458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457201" y="814118"/>
            <a:ext cx="10807700" cy="369887"/>
          </a:xfrm>
        </p:spPr>
        <p:txBody>
          <a:bodyPr vert="horz" lIns="91440" tIns="45720" rIns="91440" bIns="45720" rtlCol="0" anchor="ctr">
            <a:noAutofit/>
          </a:bodyPr>
          <a:lstStyle/>
          <a:p>
            <a:r>
              <a:rPr lang="en-US" sz="1700" dirty="0"/>
              <a:t>Do You Know</a:t>
            </a:r>
          </a:p>
        </p:txBody>
      </p:sp>
      <p:sp>
        <p:nvSpPr>
          <p:cNvPr id="2" name="Content Placeholder 1"/>
          <p:cNvSpPr>
            <a:spLocks noGrp="1"/>
          </p:cNvSpPr>
          <p:nvPr>
            <p:ph idx="4294967295"/>
          </p:nvPr>
        </p:nvSpPr>
        <p:spPr>
          <a:xfrm>
            <a:off x="462281" y="1524000"/>
            <a:ext cx="9906000" cy="2273300"/>
          </a:xfrm>
        </p:spPr>
        <p:txBody>
          <a:bodyPr/>
          <a:lstStyle/>
          <a:p>
            <a:r>
              <a:rPr lang="en-US" sz="1800" dirty="0">
                <a:solidFill>
                  <a:schemeClr val="tx1"/>
                </a:solidFill>
              </a:rPr>
              <a:t>Coaching Report is used for feedback and mentoring between Managers and Sales Representatives</a:t>
            </a:r>
          </a:p>
          <a:p>
            <a:pPr marL="0" indent="0">
              <a:buNone/>
            </a:pPr>
            <a:endParaRPr lang="en-US" sz="1800" dirty="0">
              <a:solidFill>
                <a:schemeClr val="tx1"/>
              </a:solidFill>
            </a:endParaRPr>
          </a:p>
          <a:p>
            <a:r>
              <a:rPr lang="en-US" sz="1800" dirty="0">
                <a:solidFill>
                  <a:schemeClr val="tx1"/>
                </a:solidFill>
              </a:rPr>
              <a:t>Managers are able to edit reports they created because they are above employees in the Role Hierarchy</a:t>
            </a:r>
          </a:p>
          <a:p>
            <a:endParaRPr lang="en-US" sz="1800" dirty="0">
              <a:solidFill>
                <a:schemeClr val="tx1"/>
              </a:solidFill>
            </a:endParaRPr>
          </a:p>
          <a:p>
            <a:r>
              <a:rPr lang="en-US" sz="1800" dirty="0">
                <a:solidFill>
                  <a:schemeClr val="tx1"/>
                </a:solidFill>
              </a:rPr>
              <a:t>Advanced Sharing requires the use of the MC Engine</a:t>
            </a:r>
            <a:endParaRPr lang="en-US" sz="1600" dirty="0">
              <a:solidFill>
                <a:schemeClr val="tx1"/>
              </a:solidFill>
            </a:endParaRPr>
          </a:p>
        </p:txBody>
      </p:sp>
      <p:sp>
        <p:nvSpPr>
          <p:cNvPr id="5" name="Footer Placeholder 4"/>
          <p:cNvSpPr>
            <a:spLocks noGrp="1"/>
          </p:cNvSpPr>
          <p:nvPr>
            <p:ph type="ftr" sz="quarter" idx="11"/>
          </p:nvPr>
        </p:nvSpPr>
        <p:spPr/>
        <p:txBody>
          <a:bodyPr/>
          <a:lstStyle/>
          <a:p>
            <a:r>
              <a:rPr lang="en-US"/>
              <a:t>© Cognizant 2015</a:t>
            </a:r>
            <a:endParaRPr lang="en-US" dirty="0"/>
          </a:p>
        </p:txBody>
      </p:sp>
      <p:sp>
        <p:nvSpPr>
          <p:cNvPr id="6" name="Rectangle 5"/>
          <p:cNvSpPr/>
          <p:nvPr/>
        </p:nvSpPr>
        <p:spPr>
          <a:xfrm>
            <a:off x="8077200" y="3467593"/>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146772" y="3533136"/>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928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Cognizant 2015</a:t>
            </a:r>
          </a:p>
        </p:txBody>
      </p:sp>
      <p:sp>
        <p:nvSpPr>
          <p:cNvPr id="7" name="Title 6">
            <a:extLst>
              <a:ext uri="{FF2B5EF4-FFF2-40B4-BE49-F238E27FC236}">
                <a16:creationId xmlns:a16="http://schemas.microsoft.com/office/drawing/2014/main" id="{AA698BC0-7414-FC05-0CDA-66038800DD27}"/>
              </a:ext>
            </a:extLst>
          </p:cNvPr>
          <p:cNvSpPr>
            <a:spLocks noGrp="1"/>
          </p:cNvSpPr>
          <p:nvPr>
            <p:ph type="ctrTitle"/>
          </p:nvPr>
        </p:nvSpPr>
        <p:spPr/>
        <p:txBody>
          <a:bodyPr/>
          <a:lstStyle/>
          <a:p>
            <a:r>
              <a:rPr lang="en-US" sz="3600" b="1" dirty="0">
                <a:latin typeface="Arial" panose="020B0604020202020204" pitchFamily="34" charset="0"/>
                <a:cs typeface="Arial" panose="020B0604020202020204" pitchFamily="34" charset="0"/>
              </a:rPr>
              <a:t>Introduction to Coaching Reports</a:t>
            </a:r>
            <a:br>
              <a:rPr lang="en-US" sz="3600" b="1" dirty="0">
                <a:latin typeface="Arial" panose="020B0604020202020204" pitchFamily="34" charset="0"/>
                <a:cs typeface="Arial" panose="020B0604020202020204" pitchFamily="34" charset="0"/>
              </a:rPr>
            </a:br>
            <a:endParaRPr lang="en-IN" dirty="0"/>
          </a:p>
        </p:txBody>
      </p:sp>
      <p:sp>
        <p:nvSpPr>
          <p:cNvPr id="8" name="Subtitle 7">
            <a:extLst>
              <a:ext uri="{FF2B5EF4-FFF2-40B4-BE49-F238E27FC236}">
                <a16:creationId xmlns:a16="http://schemas.microsoft.com/office/drawing/2014/main" id="{6D222336-CC99-4EBA-FFF9-97F3956CF2B9}"/>
              </a:ext>
            </a:extLst>
          </p:cNvPr>
          <p:cNvSpPr>
            <a:spLocks noGrp="1"/>
          </p:cNvSpPr>
          <p:nvPr>
            <p:ph type="subTitle" idx="1"/>
          </p:nvPr>
        </p:nvSpPr>
        <p:spPr/>
        <p:txBody>
          <a:bodyPr/>
          <a:lstStyle/>
          <a:p>
            <a:endParaRPr lang="en-IN"/>
          </a:p>
        </p:txBody>
      </p:sp>
      <p:sp>
        <p:nvSpPr>
          <p:cNvPr id="9" name="Text Placeholder 8">
            <a:extLst>
              <a:ext uri="{FF2B5EF4-FFF2-40B4-BE49-F238E27FC236}">
                <a16:creationId xmlns:a16="http://schemas.microsoft.com/office/drawing/2014/main" id="{2550D44F-9FFC-FCD0-3C28-FEE569821D69}"/>
              </a:ext>
            </a:extLst>
          </p:cNvPr>
          <p:cNvSpPr>
            <a:spLocks noGrp="1"/>
          </p:cNvSpPr>
          <p:nvPr>
            <p:ph type="body" idx="12"/>
          </p:nvPr>
        </p:nvSpPr>
        <p:spPr/>
        <p:txBody>
          <a:bodyPr/>
          <a:lstStyle/>
          <a:p>
            <a:endParaRPr lang="en-IN"/>
          </a:p>
        </p:txBody>
      </p:sp>
    </p:spTree>
    <p:extLst>
      <p:ext uri="{BB962C8B-B14F-4D97-AF65-F5344CB8AC3E}">
        <p14:creationId xmlns:p14="http://schemas.microsoft.com/office/powerpoint/2010/main" val="3737443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7</a:t>
            </a:fld>
            <a:endParaRPr lang="en-US"/>
          </a:p>
        </p:txBody>
      </p:sp>
      <p:sp>
        <p:nvSpPr>
          <p:cNvPr id="2" name="Title 1"/>
          <p:cNvSpPr>
            <a:spLocks noGrp="1"/>
          </p:cNvSpPr>
          <p:nvPr>
            <p:ph type="title" idx="4294967295"/>
          </p:nvPr>
        </p:nvSpPr>
        <p:spPr>
          <a:xfrm>
            <a:off x="633249" y="769190"/>
            <a:ext cx="10807700" cy="369887"/>
          </a:xfrm>
        </p:spPr>
        <p:txBody>
          <a:bodyPr vert="horz" lIns="91440" tIns="45720" rIns="91440" bIns="45720" rtlCol="0" anchor="ctr">
            <a:noAutofit/>
          </a:bodyPr>
          <a:lstStyle/>
          <a:p>
            <a:br>
              <a:rPr lang="en-US" sz="1800" dirty="0">
                <a:latin typeface="Arial" panose="020B0604020202020204" pitchFamily="34" charset="0"/>
                <a:cs typeface="Arial" panose="020B0604020202020204" pitchFamily="34" charset="0"/>
              </a:rPr>
            </a:br>
            <a:r>
              <a:rPr lang="en-US" sz="1700" dirty="0"/>
              <a:t>Introduction to Coaching Reports</a:t>
            </a:r>
            <a:br>
              <a:rPr lang="en-US" sz="1700" dirty="0">
                <a:latin typeface="Arial" panose="020B0604020202020204" pitchFamily="34" charset="0"/>
                <a:cs typeface="Arial" panose="020B0604020202020204" pitchFamily="34" charset="0"/>
              </a:rPr>
            </a:br>
            <a:endParaRPr lang="en-US" sz="1700" dirty="0"/>
          </a:p>
        </p:txBody>
      </p:sp>
      <p:sp>
        <p:nvSpPr>
          <p:cNvPr id="3" name="Content Placeholder 2"/>
          <p:cNvSpPr>
            <a:spLocks noGrp="1"/>
          </p:cNvSpPr>
          <p:nvPr>
            <p:ph idx="4294967295"/>
          </p:nvPr>
        </p:nvSpPr>
        <p:spPr>
          <a:xfrm>
            <a:off x="633249" y="1334906"/>
            <a:ext cx="9364663" cy="4906962"/>
          </a:xfrm>
        </p:spPr>
        <p:txBody>
          <a:bodyPr/>
          <a:lstStyle/>
          <a:p>
            <a:endParaRPr lang="en-US" sz="1800" dirty="0">
              <a:solidFill>
                <a:schemeClr val="tx1"/>
              </a:solidFill>
            </a:endParaRPr>
          </a:p>
          <a:p>
            <a:r>
              <a:rPr lang="en-US" sz="1800" dirty="0">
                <a:solidFill>
                  <a:schemeClr val="tx1"/>
                </a:solidFill>
              </a:rPr>
              <a:t>The Coaching Report object enables a customer to create targeted forms for coaching and mentoring between Managers and Sales Representatives</a:t>
            </a:r>
          </a:p>
          <a:p>
            <a:pPr marL="0" indent="0">
              <a:buNone/>
            </a:pPr>
            <a:endParaRPr lang="en-US" sz="1800" dirty="0">
              <a:solidFill>
                <a:schemeClr val="tx1"/>
              </a:solidFill>
            </a:endParaRPr>
          </a:p>
          <a:p>
            <a:r>
              <a:rPr lang="en-US" sz="1800" dirty="0">
                <a:solidFill>
                  <a:schemeClr val="tx1"/>
                </a:solidFill>
                <a:latin typeface="Arial"/>
                <a:ea typeface="Arial Unicode MS"/>
                <a:cs typeface="Arial"/>
              </a:rPr>
              <a:t>Completion of a Coaching Report form can be addressed after the ride along is complete to provide an evaluation and constructive feedback</a:t>
            </a:r>
          </a:p>
          <a:p>
            <a:pPr marL="0" indent="0">
              <a:buNone/>
            </a:pPr>
            <a:endParaRPr lang="en-US" sz="1800" dirty="0">
              <a:solidFill>
                <a:schemeClr val="tx1"/>
              </a:solidFill>
            </a:endParaRPr>
          </a:p>
          <a:p>
            <a:r>
              <a:rPr lang="en-US" sz="1800" dirty="0">
                <a:solidFill>
                  <a:schemeClr val="tx1"/>
                </a:solidFill>
              </a:rPr>
              <a:t>Online, the Coaching Reports are printable using Salesforce’s standard Printable View link on the top-right hand side of the page</a:t>
            </a:r>
          </a:p>
          <a:p>
            <a:endParaRPr lang="en-US" sz="1800" dirty="0">
              <a:solidFill>
                <a:schemeClr val="tx1"/>
              </a:solidFill>
            </a:endParaRPr>
          </a:p>
        </p:txBody>
      </p:sp>
      <p:sp>
        <p:nvSpPr>
          <p:cNvPr id="4" name="Footer Placeholder 3"/>
          <p:cNvSpPr>
            <a:spLocks noGrp="1"/>
          </p:cNvSpPr>
          <p:nvPr>
            <p:ph type="ftr" sz="quarter" idx="11"/>
          </p:nvPr>
        </p:nvSpPr>
        <p:spPr/>
        <p:txBody>
          <a:bodyPr/>
          <a:lstStyle/>
          <a:p>
            <a:r>
              <a:rPr lang="en-US"/>
              <a:t>© Cognizant 2015</a:t>
            </a:r>
            <a:endParaRPr lang="en-US" dirty="0"/>
          </a:p>
        </p:txBody>
      </p:sp>
    </p:spTree>
    <p:extLst>
      <p:ext uri="{BB962C8B-B14F-4D97-AF65-F5344CB8AC3E}">
        <p14:creationId xmlns:p14="http://schemas.microsoft.com/office/powerpoint/2010/main" val="3809551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Cognizant 2015</a:t>
            </a:r>
          </a:p>
        </p:txBody>
      </p:sp>
      <p:sp>
        <p:nvSpPr>
          <p:cNvPr id="7" name="Title 6">
            <a:extLst>
              <a:ext uri="{FF2B5EF4-FFF2-40B4-BE49-F238E27FC236}">
                <a16:creationId xmlns:a16="http://schemas.microsoft.com/office/drawing/2014/main" id="{1F577FEB-F765-2813-3466-519BB5987D4D}"/>
              </a:ext>
            </a:extLst>
          </p:cNvPr>
          <p:cNvSpPr>
            <a:spLocks noGrp="1"/>
          </p:cNvSpPr>
          <p:nvPr>
            <p:ph type="ctrTitle"/>
          </p:nvPr>
        </p:nvSpPr>
        <p:spPr>
          <a:xfrm>
            <a:off x="762000" y="2359483"/>
            <a:ext cx="5173327" cy="1828469"/>
          </a:xfrm>
        </p:spPr>
        <p:txBody>
          <a:bodyPr/>
          <a:lstStyle/>
          <a:p>
            <a:r>
              <a:rPr lang="en-US" sz="3600" b="1" dirty="0">
                <a:latin typeface="Arial" panose="020B0604020202020204" pitchFamily="34" charset="0"/>
                <a:cs typeface="Arial" panose="020B0604020202020204" pitchFamily="34" charset="0"/>
              </a:rPr>
              <a:t>Configuring &amp; Sharing a Coaching Report</a:t>
            </a:r>
            <a:br>
              <a:rPr lang="en-US" sz="3600" b="1" dirty="0">
                <a:latin typeface="Arial" panose="020B0604020202020204" pitchFamily="34" charset="0"/>
                <a:cs typeface="Arial" panose="020B0604020202020204" pitchFamily="34" charset="0"/>
              </a:rPr>
            </a:br>
            <a:endParaRPr lang="en-IN" dirty="0"/>
          </a:p>
        </p:txBody>
      </p:sp>
      <p:sp>
        <p:nvSpPr>
          <p:cNvPr id="8" name="Subtitle 7">
            <a:extLst>
              <a:ext uri="{FF2B5EF4-FFF2-40B4-BE49-F238E27FC236}">
                <a16:creationId xmlns:a16="http://schemas.microsoft.com/office/drawing/2014/main" id="{F98BB278-F068-FA6B-0B29-BFE4DABD6E41}"/>
              </a:ext>
            </a:extLst>
          </p:cNvPr>
          <p:cNvSpPr>
            <a:spLocks noGrp="1"/>
          </p:cNvSpPr>
          <p:nvPr>
            <p:ph type="subTitle" idx="1"/>
          </p:nvPr>
        </p:nvSpPr>
        <p:spPr/>
        <p:txBody>
          <a:bodyPr/>
          <a:lstStyle/>
          <a:p>
            <a:endParaRPr lang="en-IN"/>
          </a:p>
        </p:txBody>
      </p:sp>
      <p:sp>
        <p:nvSpPr>
          <p:cNvPr id="9" name="Text Placeholder 8">
            <a:extLst>
              <a:ext uri="{FF2B5EF4-FFF2-40B4-BE49-F238E27FC236}">
                <a16:creationId xmlns:a16="http://schemas.microsoft.com/office/drawing/2014/main" id="{F49073DB-524D-8001-82EC-C26D7F583C8B}"/>
              </a:ext>
            </a:extLst>
          </p:cNvPr>
          <p:cNvSpPr>
            <a:spLocks noGrp="1"/>
          </p:cNvSpPr>
          <p:nvPr>
            <p:ph type="body" idx="12"/>
          </p:nvPr>
        </p:nvSpPr>
        <p:spPr/>
        <p:txBody>
          <a:bodyPr/>
          <a:lstStyle/>
          <a:p>
            <a:endParaRPr lang="en-IN"/>
          </a:p>
        </p:txBody>
      </p:sp>
    </p:spTree>
    <p:extLst>
      <p:ext uri="{BB962C8B-B14F-4D97-AF65-F5344CB8AC3E}">
        <p14:creationId xmlns:p14="http://schemas.microsoft.com/office/powerpoint/2010/main" val="2430454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9</a:t>
            </a:fld>
            <a:endParaRPr lang="en-US" dirty="0"/>
          </a:p>
        </p:txBody>
      </p:sp>
      <p:sp>
        <p:nvSpPr>
          <p:cNvPr id="3" name="Title 2"/>
          <p:cNvSpPr>
            <a:spLocks noGrp="1"/>
          </p:cNvSpPr>
          <p:nvPr>
            <p:ph type="title" idx="4294967295"/>
          </p:nvPr>
        </p:nvSpPr>
        <p:spPr>
          <a:xfrm>
            <a:off x="692150" y="492580"/>
            <a:ext cx="10807700" cy="369887"/>
          </a:xfrm>
        </p:spPr>
        <p:txBody>
          <a:bodyPr vert="horz" lIns="91440" tIns="45720" rIns="91440" bIns="45720" rtlCol="0" anchor="ctr">
            <a:noAutofit/>
          </a:bodyPr>
          <a:lstStyle/>
          <a:p>
            <a:r>
              <a:rPr lang="en-US" sz="1700" dirty="0"/>
              <a:t>VEEVA CRM Login</a:t>
            </a:r>
          </a:p>
        </p:txBody>
      </p:sp>
      <p:sp>
        <p:nvSpPr>
          <p:cNvPr id="2" name="Content Placeholder 1"/>
          <p:cNvSpPr>
            <a:spLocks noGrp="1"/>
          </p:cNvSpPr>
          <p:nvPr>
            <p:ph idx="4294967295"/>
          </p:nvPr>
        </p:nvSpPr>
        <p:spPr>
          <a:xfrm>
            <a:off x="457201" y="937419"/>
            <a:ext cx="10668000" cy="4983162"/>
          </a:xfrm>
          <a:noFill/>
          <a:ln w="9525">
            <a:noFill/>
            <a:miter lim="800000"/>
            <a:headEnd/>
            <a:tailEnd/>
          </a:ln>
        </p:spPr>
        <p:txBody>
          <a:bodyPr vert="horz" wrap="square" lIns="91440" tIns="45720" rIns="91440" bIns="45720" numCol="1" anchor="t" anchorCtr="0" compatLnSpc="1">
            <a:prstTxWarp prst="textNoShape">
              <a:avLst/>
            </a:prstTxWarp>
          </a:bodyPr>
          <a:lstStyle/>
          <a:p>
            <a:pPr marL="0" indent="0">
              <a:buNone/>
              <a:defRPr/>
            </a:pPr>
            <a:r>
              <a:rPr lang="en-US" sz="1800" dirty="0">
                <a:solidFill>
                  <a:schemeClr val="tx1"/>
                </a:solidFill>
              </a:rPr>
              <a:t>     </a:t>
            </a:r>
            <a:r>
              <a:rPr lang="en-US" sz="1800" b="1" dirty="0">
                <a:solidFill>
                  <a:schemeClr val="tx1"/>
                </a:solidFill>
              </a:rPr>
              <a:t>Login to VEEVA Application:</a:t>
            </a:r>
          </a:p>
          <a:p>
            <a:pPr>
              <a:defRPr/>
            </a:pPr>
            <a:endParaRPr lang="en-US" sz="1800" dirty="0">
              <a:solidFill>
                <a:schemeClr val="tx1"/>
              </a:solidFill>
            </a:endParaRPr>
          </a:p>
          <a:p>
            <a:pPr marL="0" indent="0">
              <a:buNone/>
              <a:defRPr/>
            </a:pPr>
            <a:r>
              <a:rPr lang="en-US" sz="1800" dirty="0">
                <a:solidFill>
                  <a:schemeClr val="tx1"/>
                </a:solidFill>
              </a:rPr>
              <a:t>Similar to Salesforce.com CRM, VEEVA CRM can be accessed from Production and Sandbox environments. Standard login URL formats apply</a:t>
            </a:r>
          </a:p>
          <a:p>
            <a:pPr lvl="1">
              <a:buFont typeface="Arial" panose="020B0604020202020204" pitchFamily="34" charset="0"/>
              <a:buChar char="•"/>
              <a:defRPr/>
            </a:pPr>
            <a:r>
              <a:rPr lang="en-US" dirty="0">
                <a:hlinkClick r:id="rId2"/>
              </a:rPr>
              <a:t>https://login.salesforce.com</a:t>
            </a:r>
            <a:r>
              <a:rPr lang="en-US" dirty="0"/>
              <a:t> </a:t>
            </a:r>
            <a:r>
              <a:rPr lang="en-US" dirty="0">
                <a:solidFill>
                  <a:schemeClr val="tx1"/>
                </a:solidFill>
              </a:rPr>
              <a:t>– Production</a:t>
            </a:r>
          </a:p>
          <a:p>
            <a:pPr lvl="1">
              <a:buFont typeface="Arial" panose="020B0604020202020204" pitchFamily="34" charset="0"/>
              <a:buChar char="•"/>
              <a:defRPr/>
            </a:pPr>
            <a:r>
              <a:rPr lang="en-US" dirty="0">
                <a:hlinkClick r:id="rId3"/>
              </a:rPr>
              <a:t>https://test.salesforce.com</a:t>
            </a:r>
            <a:r>
              <a:rPr lang="en-US" dirty="0"/>
              <a:t> </a:t>
            </a:r>
            <a:r>
              <a:rPr lang="en-US" dirty="0">
                <a:solidFill>
                  <a:schemeClr val="tx1"/>
                </a:solidFill>
              </a:rPr>
              <a:t>– Sandbox</a:t>
            </a:r>
          </a:p>
        </p:txBody>
      </p:sp>
      <p:sp>
        <p:nvSpPr>
          <p:cNvPr id="5" name="Footer Placeholder 4"/>
          <p:cNvSpPr>
            <a:spLocks noGrp="1"/>
          </p:cNvSpPr>
          <p:nvPr>
            <p:ph type="ftr" sz="quarter" idx="11"/>
          </p:nvPr>
        </p:nvSpPr>
        <p:spPr/>
        <p:txBody>
          <a:bodyPr/>
          <a:lstStyle/>
          <a:p>
            <a:r>
              <a:rPr lang="en-US"/>
              <a:t>© Cognizant 2015</a:t>
            </a:r>
            <a:endParaRPr lang="en-US" dirty="0"/>
          </a:p>
        </p:txBody>
      </p:sp>
      <p:pic>
        <p:nvPicPr>
          <p:cNvPr id="6" name="Picture 5"/>
          <p:cNvPicPr>
            <a:picLocks noChangeAspect="1"/>
          </p:cNvPicPr>
          <p:nvPr/>
        </p:nvPicPr>
        <p:blipFill>
          <a:blip r:embed="rId4"/>
          <a:stretch>
            <a:fillRect/>
          </a:stretch>
        </p:blipFill>
        <p:spPr>
          <a:xfrm>
            <a:off x="2286000" y="3429000"/>
            <a:ext cx="7848600" cy="2438400"/>
          </a:xfrm>
          <a:prstGeom prst="rect">
            <a:avLst/>
          </a:prstGeom>
        </p:spPr>
      </p:pic>
    </p:spTree>
    <p:extLst>
      <p:ext uri="{BB962C8B-B14F-4D97-AF65-F5344CB8AC3E}">
        <p14:creationId xmlns:p14="http://schemas.microsoft.com/office/powerpoint/2010/main" val="3737347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dirty="0"/>
          </a:p>
        </p:txBody>
      </p:sp>
      <p:sp>
        <p:nvSpPr>
          <p:cNvPr id="3" name="Title 2"/>
          <p:cNvSpPr>
            <a:spLocks noGrp="1"/>
          </p:cNvSpPr>
          <p:nvPr>
            <p:ph type="title" idx="4294967295"/>
          </p:nvPr>
        </p:nvSpPr>
        <p:spPr>
          <a:xfrm>
            <a:off x="665906" y="613093"/>
            <a:ext cx="10807700" cy="369887"/>
          </a:xfrm>
        </p:spPr>
        <p:txBody>
          <a:bodyPr vert="horz" lIns="91440" tIns="45720" rIns="91440" bIns="45720" rtlCol="0" anchor="ctr">
            <a:noAutofit/>
          </a:bodyPr>
          <a:lstStyle/>
          <a:p>
            <a:r>
              <a:rPr lang="en-US" sz="1700" dirty="0"/>
              <a:t>Configuring Coaching Report ... 1</a:t>
            </a:r>
          </a:p>
        </p:txBody>
      </p:sp>
      <p:sp>
        <p:nvSpPr>
          <p:cNvPr id="2" name="Content Placeholder 1"/>
          <p:cNvSpPr>
            <a:spLocks noGrp="1"/>
          </p:cNvSpPr>
          <p:nvPr>
            <p:ph idx="4294967295"/>
          </p:nvPr>
        </p:nvSpPr>
        <p:spPr>
          <a:xfrm>
            <a:off x="809298" y="1223009"/>
            <a:ext cx="10439400" cy="4800600"/>
          </a:xfrm>
          <a:noFill/>
          <a:ln w="9525">
            <a:noFill/>
            <a:miter lim="800000"/>
            <a:headEnd/>
            <a:tailEnd/>
          </a:ln>
        </p:spPr>
        <p:txBody>
          <a:bodyPr vert="horz" wrap="square" lIns="91440" tIns="45720" rIns="91440" bIns="45720" numCol="1" anchor="t" anchorCtr="0" compatLnSpc="1">
            <a:prstTxWarp prst="textNoShape">
              <a:avLst/>
            </a:prstTxWarp>
          </a:bodyPr>
          <a:lstStyle/>
          <a:p>
            <a:pPr marL="285750" indent="-285750"/>
            <a:r>
              <a:rPr lang="en-US" sz="1800" dirty="0">
                <a:solidFill>
                  <a:schemeClr val="tx1"/>
                </a:solidFill>
              </a:rPr>
              <a:t>You must login as an VEEVA admin to configure Coaching Reports for desired User Group (Manager, Salesrep)</a:t>
            </a:r>
          </a:p>
          <a:p>
            <a:pPr marL="285750" indent="-285750"/>
            <a:endParaRPr lang="en-US" sz="1800" dirty="0">
              <a:solidFill>
                <a:schemeClr val="tx1"/>
              </a:solidFill>
            </a:endParaRPr>
          </a:p>
          <a:p>
            <a:pPr marL="285750" indent="-285750"/>
            <a:r>
              <a:rPr lang="en-US" sz="1800" dirty="0">
                <a:solidFill>
                  <a:schemeClr val="tx1"/>
                </a:solidFill>
              </a:rPr>
              <a:t>All Metadata configuration is done through VEEVA CRM online application Setup Console</a:t>
            </a:r>
          </a:p>
          <a:p>
            <a:pPr marL="685800" lvl="1"/>
            <a:r>
              <a:rPr lang="en-US" b="1" dirty="0">
                <a:solidFill>
                  <a:schemeClr val="tx1"/>
                </a:solidFill>
              </a:rPr>
              <a:t>Navigation: Login to VEEVA CRM as Administrator &gt; Admin User &gt; Setup</a:t>
            </a:r>
            <a:endParaRPr lang="en-US" dirty="0">
              <a:solidFill>
                <a:schemeClr val="tx1"/>
              </a:solidFill>
            </a:endParaRPr>
          </a:p>
          <a:p>
            <a:pPr marL="685800" lvl="1"/>
            <a:endParaRPr lang="en-US" sz="1600" dirty="0">
              <a:solidFill>
                <a:schemeClr val="tx1"/>
              </a:solidFill>
            </a:endParaRPr>
          </a:p>
          <a:p>
            <a:r>
              <a:rPr lang="en-US" sz="1800" dirty="0">
                <a:solidFill>
                  <a:schemeClr val="tx1"/>
                </a:solidFill>
              </a:rPr>
              <a:t>When configuring Coaching Reports, ensure the user has at least read-only permissions to at least one of the following fields on the Coaching Report object:</a:t>
            </a:r>
          </a:p>
          <a:p>
            <a:pPr marL="0" indent="0">
              <a:buNone/>
            </a:pPr>
            <a:r>
              <a:rPr lang="en-US" dirty="0">
                <a:solidFill>
                  <a:schemeClr val="tx1"/>
                </a:solidFill>
              </a:rPr>
              <a:t>	</a:t>
            </a:r>
            <a:r>
              <a:rPr lang="en-US" sz="1800" b="1" dirty="0">
                <a:solidFill>
                  <a:schemeClr val="tx1"/>
                </a:solidFill>
              </a:rPr>
              <a:t>Manager_vod</a:t>
            </a:r>
          </a:p>
          <a:p>
            <a:pPr marL="0" indent="0">
              <a:buNone/>
            </a:pPr>
            <a:r>
              <a:rPr lang="en-US" sz="1800" b="1" dirty="0">
                <a:solidFill>
                  <a:schemeClr val="tx1"/>
                </a:solidFill>
              </a:rPr>
              <a:t>	Employee_vod</a:t>
            </a:r>
          </a:p>
          <a:p>
            <a:pPr marL="0" indent="0">
              <a:buNone/>
            </a:pPr>
            <a:r>
              <a:rPr lang="en-US" sz="1800" b="1" dirty="0">
                <a:solidFill>
                  <a:schemeClr val="tx1"/>
                </a:solidFill>
              </a:rPr>
              <a:t>	Status_vod</a:t>
            </a:r>
          </a:p>
          <a:p>
            <a:pPr marL="0" indent="0">
              <a:buNone/>
            </a:pPr>
            <a:r>
              <a:rPr lang="en-US" sz="1800" b="1" dirty="0">
                <a:solidFill>
                  <a:schemeClr val="tx1"/>
                </a:solidFill>
              </a:rPr>
              <a:t>	Review_Date_vod</a:t>
            </a:r>
          </a:p>
          <a:p>
            <a:pPr marL="685800" lvl="1"/>
            <a:endParaRPr lang="en-US" sz="1600" dirty="0">
              <a:solidFill>
                <a:schemeClr val="tx1"/>
              </a:solidFill>
            </a:endParaRPr>
          </a:p>
        </p:txBody>
      </p:sp>
      <p:sp>
        <p:nvSpPr>
          <p:cNvPr id="5" name="Footer Placeholder 4"/>
          <p:cNvSpPr>
            <a:spLocks noGrp="1"/>
          </p:cNvSpPr>
          <p:nvPr>
            <p:ph type="ftr" sz="quarter" idx="11"/>
          </p:nvPr>
        </p:nvSpPr>
        <p:spPr/>
        <p:txBody>
          <a:bodyPr/>
          <a:lstStyle/>
          <a:p>
            <a:r>
              <a:rPr lang="en-US"/>
              <a:t>© Cognizant 2015</a:t>
            </a:r>
            <a:endParaRPr lang="en-US" dirty="0"/>
          </a:p>
        </p:txBody>
      </p:sp>
    </p:spTree>
    <p:extLst>
      <p:ext uri="{BB962C8B-B14F-4D97-AF65-F5344CB8AC3E}">
        <p14:creationId xmlns:p14="http://schemas.microsoft.com/office/powerpoint/2010/main" val="905350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11</a:t>
            </a:fld>
            <a:endParaRPr lang="en-US" dirty="0"/>
          </a:p>
        </p:txBody>
      </p:sp>
      <p:sp>
        <p:nvSpPr>
          <p:cNvPr id="2" name="Title 1"/>
          <p:cNvSpPr>
            <a:spLocks noGrp="1"/>
          </p:cNvSpPr>
          <p:nvPr>
            <p:ph type="title" idx="4294967295"/>
          </p:nvPr>
        </p:nvSpPr>
        <p:spPr>
          <a:xfrm>
            <a:off x="0" y="557213"/>
            <a:ext cx="10807700" cy="369887"/>
          </a:xfrm>
        </p:spPr>
        <p:txBody>
          <a:bodyPr/>
          <a:lstStyle/>
          <a:p>
            <a:r>
              <a:rPr lang="en-US" sz="1700" dirty="0"/>
              <a:t>Configuring Coaching Report ... 2</a:t>
            </a:r>
          </a:p>
        </p:txBody>
      </p:sp>
      <p:sp>
        <p:nvSpPr>
          <p:cNvPr id="3" name="Content Placeholder 2"/>
          <p:cNvSpPr>
            <a:spLocks noGrp="1"/>
          </p:cNvSpPr>
          <p:nvPr>
            <p:ph idx="4294967295"/>
          </p:nvPr>
        </p:nvSpPr>
        <p:spPr>
          <a:xfrm>
            <a:off x="1012825" y="1682750"/>
            <a:ext cx="11179175" cy="4425950"/>
          </a:xfrm>
        </p:spPr>
        <p:txBody>
          <a:bodyPr/>
          <a:lstStyle/>
          <a:p>
            <a:r>
              <a:rPr lang="en-US" dirty="0">
                <a:solidFill>
                  <a:schemeClr val="tx1"/>
                </a:solidFill>
              </a:rPr>
              <a:t>Object Level Permission can be given as following </a:t>
            </a:r>
          </a:p>
        </p:txBody>
      </p:sp>
      <p:sp>
        <p:nvSpPr>
          <p:cNvPr id="4" name="Footer Placeholder 3"/>
          <p:cNvSpPr>
            <a:spLocks noGrp="1"/>
          </p:cNvSpPr>
          <p:nvPr>
            <p:ph type="ftr" sz="quarter" idx="11"/>
          </p:nvPr>
        </p:nvSpPr>
        <p:spPr/>
        <p:txBody>
          <a:bodyPr/>
          <a:lstStyle/>
          <a:p>
            <a:r>
              <a:rPr lang="en-US"/>
              <a:t>© Cognizant 2015</a:t>
            </a:r>
            <a:endParaRPr lang="en-US" dirty="0"/>
          </a:p>
        </p:txBody>
      </p:sp>
      <p:pic>
        <p:nvPicPr>
          <p:cNvPr id="6" name="Picture 5"/>
          <p:cNvPicPr>
            <a:picLocks noChangeAspect="1"/>
          </p:cNvPicPr>
          <p:nvPr/>
        </p:nvPicPr>
        <p:blipFill>
          <a:blip r:embed="rId2"/>
          <a:stretch>
            <a:fillRect/>
          </a:stretch>
        </p:blipFill>
        <p:spPr>
          <a:xfrm>
            <a:off x="1447800" y="1828800"/>
            <a:ext cx="9625013" cy="3152775"/>
          </a:xfrm>
          <a:prstGeom prst="rect">
            <a:avLst/>
          </a:prstGeom>
        </p:spPr>
      </p:pic>
    </p:spTree>
    <p:extLst>
      <p:ext uri="{BB962C8B-B14F-4D97-AF65-F5344CB8AC3E}">
        <p14:creationId xmlns:p14="http://schemas.microsoft.com/office/powerpoint/2010/main" val="147580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12</a:t>
            </a:fld>
            <a:endParaRPr lang="en-US"/>
          </a:p>
        </p:txBody>
      </p:sp>
      <p:sp>
        <p:nvSpPr>
          <p:cNvPr id="2" name="Title 1"/>
          <p:cNvSpPr>
            <a:spLocks noGrp="1"/>
          </p:cNvSpPr>
          <p:nvPr>
            <p:ph type="title" idx="4294967295"/>
          </p:nvPr>
        </p:nvSpPr>
        <p:spPr>
          <a:xfrm>
            <a:off x="692150" y="749300"/>
            <a:ext cx="10807700" cy="369887"/>
          </a:xfrm>
        </p:spPr>
        <p:txBody>
          <a:bodyPr vert="horz" lIns="91440" tIns="45720" rIns="91440" bIns="45720" rtlCol="0" anchor="ctr">
            <a:noAutofit/>
          </a:bodyPr>
          <a:lstStyle/>
          <a:p>
            <a:r>
              <a:rPr lang="en-US" sz="1700" dirty="0"/>
              <a:t>Configuring Coaching Report ... 3</a:t>
            </a:r>
          </a:p>
        </p:txBody>
      </p:sp>
      <p:sp>
        <p:nvSpPr>
          <p:cNvPr id="3" name="Content Placeholder 2"/>
          <p:cNvSpPr>
            <a:spLocks noGrp="1"/>
          </p:cNvSpPr>
          <p:nvPr>
            <p:ph idx="4294967295"/>
          </p:nvPr>
        </p:nvSpPr>
        <p:spPr>
          <a:xfrm>
            <a:off x="809298" y="1295400"/>
            <a:ext cx="9336188" cy="4425950"/>
          </a:xfrm>
        </p:spPr>
        <p:txBody>
          <a:bodyPr/>
          <a:lstStyle/>
          <a:p>
            <a:r>
              <a:rPr lang="en-US" sz="1800" dirty="0">
                <a:solidFill>
                  <a:schemeClr val="tx1"/>
                </a:solidFill>
              </a:rPr>
              <a:t>The user must also have read permission for the Coaching </a:t>
            </a:r>
            <a:r>
              <a:rPr lang="en-US" sz="1800" dirty="0" err="1">
                <a:solidFill>
                  <a:schemeClr val="tx1"/>
                </a:solidFill>
              </a:rPr>
              <a:t>Reports_vod</a:t>
            </a:r>
            <a:r>
              <a:rPr lang="en-US" sz="1800" dirty="0">
                <a:solidFill>
                  <a:schemeClr val="tx1"/>
                </a:solidFill>
              </a:rPr>
              <a:t> object</a:t>
            </a:r>
          </a:p>
          <a:p>
            <a:pPr marL="0" indent="0">
              <a:buNone/>
            </a:pPr>
            <a:endParaRPr lang="en-US" sz="1800" dirty="0">
              <a:solidFill>
                <a:schemeClr val="tx1"/>
              </a:solidFill>
            </a:endParaRPr>
          </a:p>
          <a:p>
            <a:r>
              <a:rPr lang="en-US" sz="1800" dirty="0">
                <a:solidFill>
                  <a:schemeClr val="tx1"/>
                </a:solidFill>
              </a:rPr>
              <a:t>To configure Coaching Reports for Windows 8, enable the Coaching Reports VMOC. After the user syncs the device, the Coaching Reports display in the top application bar</a:t>
            </a:r>
          </a:p>
          <a:p>
            <a:endParaRPr lang="en-US" sz="1800" dirty="0">
              <a:solidFill>
                <a:schemeClr val="tx1"/>
              </a:solidFill>
            </a:endParaRPr>
          </a:p>
          <a:p>
            <a:r>
              <a:rPr lang="en-US" sz="1800" dirty="0">
                <a:solidFill>
                  <a:schemeClr val="tx1"/>
                </a:solidFill>
              </a:rPr>
              <a:t>As an VEEVA admin we can create various custom fields in coaching report object as per requirement</a:t>
            </a:r>
          </a:p>
          <a:p>
            <a:endParaRPr lang="en-US" sz="1800" dirty="0">
              <a:solidFill>
                <a:schemeClr val="tx1"/>
              </a:solidFill>
            </a:endParaRPr>
          </a:p>
          <a:p>
            <a:r>
              <a:rPr lang="en-US" sz="1800" dirty="0">
                <a:solidFill>
                  <a:schemeClr val="tx1"/>
                </a:solidFill>
              </a:rPr>
              <a:t>The Read and Edit privileges are controlled by standard Salesforce CRUD access based on the user’s profile</a:t>
            </a:r>
          </a:p>
          <a:p>
            <a:endParaRPr lang="en-US" sz="1800" dirty="0">
              <a:solidFill>
                <a:schemeClr val="tx1"/>
              </a:solidFill>
            </a:endParaRPr>
          </a:p>
          <a:p>
            <a:r>
              <a:rPr lang="en-US" sz="1800" dirty="0">
                <a:solidFill>
                  <a:schemeClr val="tx1"/>
                </a:solidFill>
              </a:rPr>
              <a:t>Manager profile has standard Salesforce CRUD access and Salesrep profile has Read and Edit access</a:t>
            </a:r>
          </a:p>
        </p:txBody>
      </p:sp>
      <p:sp>
        <p:nvSpPr>
          <p:cNvPr id="4" name="Footer Placeholder 3"/>
          <p:cNvSpPr>
            <a:spLocks noGrp="1"/>
          </p:cNvSpPr>
          <p:nvPr>
            <p:ph type="ftr" sz="quarter" idx="11"/>
          </p:nvPr>
        </p:nvSpPr>
        <p:spPr/>
        <p:txBody>
          <a:bodyPr/>
          <a:lstStyle/>
          <a:p>
            <a:r>
              <a:rPr lang="en-US"/>
              <a:t>© Cognizant 2015</a:t>
            </a:r>
            <a:endParaRPr lang="en-US" dirty="0"/>
          </a:p>
        </p:txBody>
      </p:sp>
    </p:spTree>
    <p:extLst>
      <p:ext uri="{BB962C8B-B14F-4D97-AF65-F5344CB8AC3E}">
        <p14:creationId xmlns:p14="http://schemas.microsoft.com/office/powerpoint/2010/main" val="1849835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13</a:t>
            </a:fld>
            <a:endParaRPr lang="en-US"/>
          </a:p>
        </p:txBody>
      </p:sp>
      <p:sp>
        <p:nvSpPr>
          <p:cNvPr id="2" name="Title 1"/>
          <p:cNvSpPr>
            <a:spLocks noGrp="1"/>
          </p:cNvSpPr>
          <p:nvPr>
            <p:ph type="title" idx="4294967295"/>
          </p:nvPr>
        </p:nvSpPr>
        <p:spPr>
          <a:xfrm>
            <a:off x="692150" y="564356"/>
            <a:ext cx="10807700" cy="369887"/>
          </a:xfrm>
        </p:spPr>
        <p:txBody>
          <a:bodyPr vert="horz" lIns="91440" tIns="45720" rIns="91440" bIns="45720" rtlCol="0" anchor="ctr">
            <a:noAutofit/>
          </a:bodyPr>
          <a:lstStyle/>
          <a:p>
            <a:r>
              <a:rPr lang="en-US" sz="1700" dirty="0"/>
              <a:t>Sharing of Coaching Reports</a:t>
            </a:r>
          </a:p>
        </p:txBody>
      </p:sp>
      <p:sp>
        <p:nvSpPr>
          <p:cNvPr id="3" name="Content Placeholder 2"/>
          <p:cNvSpPr>
            <a:spLocks noGrp="1"/>
          </p:cNvSpPr>
          <p:nvPr>
            <p:ph idx="4294967295"/>
          </p:nvPr>
        </p:nvSpPr>
        <p:spPr>
          <a:xfrm>
            <a:off x="820184" y="1216025"/>
            <a:ext cx="9121775" cy="4425950"/>
          </a:xfrm>
        </p:spPr>
        <p:txBody>
          <a:bodyPr/>
          <a:lstStyle/>
          <a:p>
            <a:r>
              <a:rPr lang="en-US" sz="1800" dirty="0">
                <a:solidFill>
                  <a:schemeClr val="tx1"/>
                </a:solidFill>
              </a:rPr>
              <a:t>To share reports between managers and Sales Reps, when creating the coaching report record, the owner of the record is switched to the employee being reviewed (this is done via a delivered trigger)</a:t>
            </a:r>
          </a:p>
          <a:p>
            <a:endParaRPr lang="en-US" sz="1800" dirty="0">
              <a:solidFill>
                <a:schemeClr val="tx1"/>
              </a:solidFill>
            </a:endParaRPr>
          </a:p>
          <a:p>
            <a:r>
              <a:rPr lang="en-US" sz="1800" dirty="0">
                <a:solidFill>
                  <a:schemeClr val="tx1"/>
                </a:solidFill>
              </a:rPr>
              <a:t>The Sharing happens through the Org’s role hierarchy</a:t>
            </a:r>
          </a:p>
          <a:p>
            <a:endParaRPr lang="en-US" sz="1800" dirty="0">
              <a:solidFill>
                <a:schemeClr val="tx1"/>
              </a:solidFill>
            </a:endParaRPr>
          </a:p>
          <a:p>
            <a:r>
              <a:rPr lang="en-US" sz="1800" dirty="0">
                <a:solidFill>
                  <a:schemeClr val="tx1"/>
                </a:solidFill>
              </a:rPr>
              <a:t>The owner of the record will have read-only privileges, allowing the employee to view reports that were filled out by his manager, but not edit them</a:t>
            </a:r>
          </a:p>
          <a:p>
            <a:endParaRPr lang="en-US" sz="1800" dirty="0">
              <a:solidFill>
                <a:schemeClr val="tx1"/>
              </a:solidFill>
            </a:endParaRPr>
          </a:p>
          <a:p>
            <a:r>
              <a:rPr lang="en-US" sz="1800" dirty="0">
                <a:solidFill>
                  <a:schemeClr val="tx1"/>
                </a:solidFill>
              </a:rPr>
              <a:t>Managers are able to edit reports they created because they are above employees in the Role Hierarchy</a:t>
            </a:r>
          </a:p>
          <a:p>
            <a:endParaRPr lang="en-US" sz="1800" dirty="0">
              <a:solidFill>
                <a:schemeClr val="tx1"/>
              </a:solidFill>
            </a:endParaRPr>
          </a:p>
          <a:p>
            <a:pPr marL="0" indent="0">
              <a:buNone/>
            </a:pPr>
            <a:endParaRPr lang="en-US" sz="1800" dirty="0">
              <a:solidFill>
                <a:schemeClr val="tx1"/>
              </a:solidFill>
            </a:endParaRPr>
          </a:p>
        </p:txBody>
      </p:sp>
      <p:sp>
        <p:nvSpPr>
          <p:cNvPr id="4" name="Footer Placeholder 3"/>
          <p:cNvSpPr>
            <a:spLocks noGrp="1"/>
          </p:cNvSpPr>
          <p:nvPr>
            <p:ph type="ftr" sz="quarter" idx="11"/>
          </p:nvPr>
        </p:nvSpPr>
        <p:spPr/>
        <p:txBody>
          <a:bodyPr/>
          <a:lstStyle/>
          <a:p>
            <a:r>
              <a:rPr lang="en-US"/>
              <a:t>© Cognizant 2015</a:t>
            </a:r>
            <a:endParaRPr lang="en-US" dirty="0"/>
          </a:p>
        </p:txBody>
      </p:sp>
    </p:spTree>
    <p:extLst>
      <p:ext uri="{BB962C8B-B14F-4D97-AF65-F5344CB8AC3E}">
        <p14:creationId xmlns:p14="http://schemas.microsoft.com/office/powerpoint/2010/main" val="734009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Cognizant 2015</a:t>
            </a:r>
          </a:p>
        </p:txBody>
      </p:sp>
      <p:sp>
        <p:nvSpPr>
          <p:cNvPr id="7" name="Title 6">
            <a:extLst>
              <a:ext uri="{FF2B5EF4-FFF2-40B4-BE49-F238E27FC236}">
                <a16:creationId xmlns:a16="http://schemas.microsoft.com/office/drawing/2014/main" id="{72F9F58F-9C71-D43E-0032-0FFF80DDAC5E}"/>
              </a:ext>
            </a:extLst>
          </p:cNvPr>
          <p:cNvSpPr>
            <a:spLocks noGrp="1"/>
          </p:cNvSpPr>
          <p:nvPr>
            <p:ph type="ctrTitle"/>
          </p:nvPr>
        </p:nvSpPr>
        <p:spPr/>
        <p:txBody>
          <a:bodyPr/>
          <a:lstStyle/>
          <a:p>
            <a:r>
              <a:rPr lang="en-US" sz="3600" b="1" dirty="0">
                <a:latin typeface="Arial" panose="020B0604020202020204" pitchFamily="34" charset="0"/>
                <a:cs typeface="Arial" panose="020B0604020202020204" pitchFamily="34" charset="0"/>
              </a:rPr>
              <a:t>User access for Reports</a:t>
            </a:r>
            <a:br>
              <a:rPr lang="en-US" sz="3600" b="1" dirty="0">
                <a:latin typeface="Arial" panose="020B0604020202020204" pitchFamily="34" charset="0"/>
                <a:cs typeface="Arial" panose="020B0604020202020204" pitchFamily="34" charset="0"/>
              </a:rPr>
            </a:br>
            <a:endParaRPr lang="en-IN" dirty="0"/>
          </a:p>
        </p:txBody>
      </p:sp>
      <p:sp>
        <p:nvSpPr>
          <p:cNvPr id="8" name="Subtitle 7">
            <a:extLst>
              <a:ext uri="{FF2B5EF4-FFF2-40B4-BE49-F238E27FC236}">
                <a16:creationId xmlns:a16="http://schemas.microsoft.com/office/drawing/2014/main" id="{7D4F951B-FC16-BE28-891A-F31E5A7E6B2F}"/>
              </a:ext>
            </a:extLst>
          </p:cNvPr>
          <p:cNvSpPr>
            <a:spLocks noGrp="1"/>
          </p:cNvSpPr>
          <p:nvPr>
            <p:ph type="subTitle" idx="1"/>
          </p:nvPr>
        </p:nvSpPr>
        <p:spPr/>
        <p:txBody>
          <a:bodyPr/>
          <a:lstStyle/>
          <a:p>
            <a:endParaRPr lang="en-IN"/>
          </a:p>
        </p:txBody>
      </p:sp>
      <p:sp>
        <p:nvSpPr>
          <p:cNvPr id="9" name="Text Placeholder 8">
            <a:extLst>
              <a:ext uri="{FF2B5EF4-FFF2-40B4-BE49-F238E27FC236}">
                <a16:creationId xmlns:a16="http://schemas.microsoft.com/office/drawing/2014/main" id="{458B31EE-CCBD-595F-9B8D-DCCD49F657FD}"/>
              </a:ext>
            </a:extLst>
          </p:cNvPr>
          <p:cNvSpPr>
            <a:spLocks noGrp="1"/>
          </p:cNvSpPr>
          <p:nvPr>
            <p:ph type="body" idx="12"/>
          </p:nvPr>
        </p:nvSpPr>
        <p:spPr/>
        <p:txBody>
          <a:bodyPr/>
          <a:lstStyle/>
          <a:p>
            <a:endParaRPr lang="en-IN"/>
          </a:p>
        </p:txBody>
      </p:sp>
    </p:spTree>
    <p:extLst>
      <p:ext uri="{BB962C8B-B14F-4D97-AF65-F5344CB8AC3E}">
        <p14:creationId xmlns:p14="http://schemas.microsoft.com/office/powerpoint/2010/main" val="2077397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15</a:t>
            </a:fld>
            <a:endParaRPr lang="en-US"/>
          </a:p>
        </p:txBody>
      </p:sp>
      <p:sp>
        <p:nvSpPr>
          <p:cNvPr id="2" name="Title 1"/>
          <p:cNvSpPr>
            <a:spLocks noGrp="1"/>
          </p:cNvSpPr>
          <p:nvPr>
            <p:ph type="title" idx="4294967295"/>
          </p:nvPr>
        </p:nvSpPr>
        <p:spPr>
          <a:xfrm>
            <a:off x="457201" y="579437"/>
            <a:ext cx="10807700" cy="369887"/>
          </a:xfrm>
        </p:spPr>
        <p:txBody>
          <a:bodyPr vert="horz" lIns="91440" tIns="45720" rIns="91440" bIns="45720" rtlCol="0" anchor="ctr">
            <a:noAutofit/>
          </a:bodyPr>
          <a:lstStyle/>
          <a:p>
            <a:r>
              <a:rPr lang="en-US" sz="1700" dirty="0"/>
              <a:t>Different Users ... 1</a:t>
            </a:r>
          </a:p>
        </p:txBody>
      </p:sp>
      <p:sp>
        <p:nvSpPr>
          <p:cNvPr id="3" name="Content Placeholder 2"/>
          <p:cNvSpPr>
            <a:spLocks noGrp="1"/>
          </p:cNvSpPr>
          <p:nvPr>
            <p:ph idx="4294967295"/>
          </p:nvPr>
        </p:nvSpPr>
        <p:spPr>
          <a:xfrm>
            <a:off x="468087" y="1141025"/>
            <a:ext cx="9056913" cy="5287963"/>
          </a:xfrm>
        </p:spPr>
        <p:txBody>
          <a:bodyPr/>
          <a:lstStyle/>
          <a:p>
            <a:r>
              <a:rPr lang="en-US" b="1" dirty="0">
                <a:solidFill>
                  <a:schemeClr val="tx1"/>
                </a:solidFill>
              </a:rPr>
              <a:t>Designer</a:t>
            </a:r>
            <a:r>
              <a:rPr lang="en-US" dirty="0">
                <a:solidFill>
                  <a:schemeClr val="tx1"/>
                </a:solidFill>
              </a:rPr>
              <a:t> – this is the business analyst or operations person who actually creates the Coaching Report and the questions</a:t>
            </a:r>
          </a:p>
          <a:p>
            <a:endParaRPr lang="en-US" dirty="0">
              <a:solidFill>
                <a:schemeClr val="tx1"/>
              </a:solidFill>
            </a:endParaRPr>
          </a:p>
          <a:p>
            <a:r>
              <a:rPr lang="en-US" b="1" dirty="0">
                <a:solidFill>
                  <a:schemeClr val="tx1"/>
                </a:solidFill>
              </a:rPr>
              <a:t>Coach</a:t>
            </a:r>
            <a:r>
              <a:rPr lang="en-US" dirty="0">
                <a:solidFill>
                  <a:schemeClr val="tx1"/>
                </a:solidFill>
              </a:rPr>
              <a:t> (Share Team) – these are the managers who populate the information in the Coaching Report</a:t>
            </a:r>
          </a:p>
          <a:p>
            <a:pPr marL="0" indent="0">
              <a:buNone/>
            </a:pPr>
            <a:endParaRPr lang="en-US" dirty="0">
              <a:solidFill>
                <a:schemeClr val="tx1"/>
              </a:solidFill>
            </a:endParaRPr>
          </a:p>
          <a:p>
            <a:pPr marL="1085850" lvl="2" indent="-285750">
              <a:buFont typeface="Arial" panose="020B0604020202020204" pitchFamily="34" charset="0"/>
              <a:buChar char="-"/>
            </a:pPr>
            <a:r>
              <a:rPr lang="en-US" sz="1800" dirty="0">
                <a:solidFill>
                  <a:schemeClr val="tx1"/>
                </a:solidFill>
              </a:rPr>
              <a:t>Has visibility to the Coaching Report templates</a:t>
            </a:r>
          </a:p>
          <a:p>
            <a:pPr marL="1085850" lvl="2" indent="-285750">
              <a:buFont typeface="Arial" panose="020B0604020202020204" pitchFamily="34" charset="0"/>
              <a:buChar char="-"/>
            </a:pPr>
            <a:r>
              <a:rPr lang="en-US" sz="1800" dirty="0">
                <a:solidFill>
                  <a:schemeClr val="tx1"/>
                </a:solidFill>
              </a:rPr>
              <a:t>Has permission to create Coaching Reports for Employees. Fills out a number of fields on the Coaching Report header</a:t>
            </a:r>
          </a:p>
          <a:p>
            <a:pPr marL="1085850" lvl="2" indent="-285750">
              <a:buFont typeface="Arial" panose="020B0604020202020204" pitchFamily="34" charset="0"/>
              <a:buChar char="-"/>
            </a:pPr>
            <a:r>
              <a:rPr lang="en-US" sz="1800" dirty="0">
                <a:solidFill>
                  <a:schemeClr val="tx1"/>
                </a:solidFill>
              </a:rPr>
              <a:t>Review Date(optional) – Date the Coaching Report was completed in the field</a:t>
            </a:r>
          </a:p>
          <a:p>
            <a:pPr marL="1085850" lvl="2" indent="-285750">
              <a:buFont typeface="Arial" panose="020B0604020202020204" pitchFamily="34" charset="0"/>
              <a:buChar char="-"/>
            </a:pPr>
            <a:r>
              <a:rPr lang="en-US" sz="1800" dirty="0">
                <a:solidFill>
                  <a:schemeClr val="tx1"/>
                </a:solidFill>
              </a:rPr>
              <a:t>Any number of custom fields that are on the layout</a:t>
            </a:r>
          </a:p>
          <a:p>
            <a:pPr marL="1085850" lvl="2" indent="-285750">
              <a:buFont typeface="Arial" panose="020B0604020202020204" pitchFamily="34" charset="0"/>
              <a:buChar char="-"/>
            </a:pPr>
            <a:r>
              <a:rPr lang="en-US" sz="1800" dirty="0">
                <a:solidFill>
                  <a:schemeClr val="tx1"/>
                </a:solidFill>
              </a:rPr>
              <a:t>Fills out the Coaching Report questions</a:t>
            </a:r>
          </a:p>
          <a:p>
            <a:pPr marL="1085850" lvl="2" indent="-285750">
              <a:buFont typeface="Arial" panose="020B0604020202020204" pitchFamily="34" charset="0"/>
              <a:buChar char="-"/>
            </a:pPr>
            <a:r>
              <a:rPr lang="en-US" sz="1800" dirty="0">
                <a:solidFill>
                  <a:schemeClr val="tx1"/>
                </a:solidFill>
              </a:rPr>
              <a:t>Saves the report, or once complete, sends to the employee</a:t>
            </a:r>
          </a:p>
          <a:p>
            <a:pPr marL="1085850" lvl="2" indent="-285750">
              <a:buFont typeface="Arial" panose="020B0604020202020204" pitchFamily="34" charset="0"/>
              <a:buChar char="-"/>
            </a:pPr>
            <a:endParaRPr lang="en-US" sz="1800" dirty="0">
              <a:solidFill>
                <a:schemeClr val="tx1"/>
              </a:solidFill>
            </a:endParaRPr>
          </a:p>
        </p:txBody>
      </p:sp>
      <p:sp>
        <p:nvSpPr>
          <p:cNvPr id="4" name="Footer Placeholder 3"/>
          <p:cNvSpPr>
            <a:spLocks noGrp="1"/>
          </p:cNvSpPr>
          <p:nvPr>
            <p:ph type="ftr" sz="quarter" idx="11"/>
          </p:nvPr>
        </p:nvSpPr>
        <p:spPr/>
        <p:txBody>
          <a:bodyPr/>
          <a:lstStyle/>
          <a:p>
            <a:r>
              <a:rPr lang="en-US"/>
              <a:t>© Cognizant 2015</a:t>
            </a:r>
            <a:endParaRPr lang="en-US" dirty="0"/>
          </a:p>
        </p:txBody>
      </p:sp>
    </p:spTree>
    <p:extLst>
      <p:ext uri="{BB962C8B-B14F-4D97-AF65-F5344CB8AC3E}">
        <p14:creationId xmlns:p14="http://schemas.microsoft.com/office/powerpoint/2010/main" val="3559431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16</a:t>
            </a:fld>
            <a:endParaRPr lang="en-US"/>
          </a:p>
        </p:txBody>
      </p:sp>
      <p:sp>
        <p:nvSpPr>
          <p:cNvPr id="2" name="Title 1"/>
          <p:cNvSpPr>
            <a:spLocks noGrp="1"/>
          </p:cNvSpPr>
          <p:nvPr>
            <p:ph type="title" idx="4294967295"/>
          </p:nvPr>
        </p:nvSpPr>
        <p:spPr>
          <a:xfrm>
            <a:off x="633249" y="577056"/>
            <a:ext cx="10807700" cy="369887"/>
          </a:xfrm>
        </p:spPr>
        <p:txBody>
          <a:bodyPr vert="horz" lIns="91440" tIns="45720" rIns="91440" bIns="45720" rtlCol="0" anchor="ctr">
            <a:noAutofit/>
          </a:bodyPr>
          <a:lstStyle/>
          <a:p>
            <a:r>
              <a:rPr lang="en-US" sz="1700" dirty="0"/>
              <a:t>Different Users ... 2</a:t>
            </a:r>
          </a:p>
        </p:txBody>
      </p:sp>
      <p:sp>
        <p:nvSpPr>
          <p:cNvPr id="3" name="Content Placeholder 2"/>
          <p:cNvSpPr>
            <a:spLocks noGrp="1"/>
          </p:cNvSpPr>
          <p:nvPr>
            <p:ph idx="4294967295"/>
          </p:nvPr>
        </p:nvSpPr>
        <p:spPr>
          <a:xfrm>
            <a:off x="772822" y="916781"/>
            <a:ext cx="9056978" cy="5364163"/>
          </a:xfrm>
        </p:spPr>
        <p:txBody>
          <a:bodyPr/>
          <a:lstStyle/>
          <a:p>
            <a:pPr marL="0" indent="0">
              <a:buNone/>
            </a:pPr>
            <a:endParaRPr lang="en-US" dirty="0">
              <a:solidFill>
                <a:schemeClr val="tx1"/>
              </a:solidFill>
            </a:endParaRPr>
          </a:p>
          <a:p>
            <a:r>
              <a:rPr lang="en-US" b="1" dirty="0">
                <a:solidFill>
                  <a:schemeClr val="tx1"/>
                </a:solidFill>
              </a:rPr>
              <a:t>Employee</a:t>
            </a:r>
            <a:r>
              <a:rPr lang="en-US" dirty="0">
                <a:solidFill>
                  <a:schemeClr val="tx1"/>
                </a:solidFill>
              </a:rPr>
              <a:t> – these are the sales reps who receive the Coaching Report</a:t>
            </a:r>
          </a:p>
          <a:p>
            <a:pPr>
              <a:buFont typeface="Arial" panose="020B0604020202020204" pitchFamily="34" charset="0"/>
              <a:buChar char="-"/>
            </a:pPr>
            <a:endParaRPr lang="en-US" dirty="0">
              <a:solidFill>
                <a:schemeClr val="tx1"/>
              </a:solidFill>
            </a:endParaRPr>
          </a:p>
          <a:p>
            <a:pPr marL="685800" lvl="1">
              <a:buFont typeface="Arial" panose="020B0604020202020204" pitchFamily="34" charset="0"/>
              <a:buChar char="-"/>
            </a:pPr>
            <a:r>
              <a:rPr lang="en-US" dirty="0">
                <a:solidFill>
                  <a:schemeClr val="tx1"/>
                </a:solidFill>
              </a:rPr>
              <a:t>Has read-only access to the Coaching Report questions and header fields</a:t>
            </a:r>
          </a:p>
          <a:p>
            <a:pPr marL="685800" lvl="1">
              <a:buFont typeface="Arial" panose="020B0604020202020204" pitchFamily="34" charset="0"/>
              <a:buChar char="-"/>
            </a:pPr>
            <a:endParaRPr lang="en-US" dirty="0">
              <a:solidFill>
                <a:schemeClr val="tx1"/>
              </a:solidFill>
            </a:endParaRPr>
          </a:p>
          <a:p>
            <a:pPr marL="685800" lvl="1">
              <a:buFont typeface="Arial" panose="020B0604020202020204" pitchFamily="34" charset="0"/>
              <a:buChar char="-"/>
            </a:pPr>
            <a:r>
              <a:rPr lang="en-US" dirty="0">
                <a:solidFill>
                  <a:schemeClr val="tx1"/>
                </a:solidFill>
              </a:rPr>
              <a:t>Is below the Coach's position in the role hierarchy</a:t>
            </a:r>
          </a:p>
          <a:p>
            <a:pPr marL="685800" lvl="1">
              <a:buFont typeface="Arial" panose="020B0604020202020204" pitchFamily="34" charset="0"/>
              <a:buChar char="-"/>
            </a:pPr>
            <a:endParaRPr lang="en-US" dirty="0">
              <a:solidFill>
                <a:schemeClr val="tx1"/>
              </a:solidFill>
            </a:endParaRPr>
          </a:p>
          <a:p>
            <a:pPr marL="685800" lvl="1">
              <a:buFont typeface="Arial" panose="020B0604020202020204" pitchFamily="34" charset="0"/>
              <a:buChar char="-"/>
            </a:pPr>
            <a:r>
              <a:rPr lang="en-US" dirty="0">
                <a:solidFill>
                  <a:schemeClr val="tx1"/>
                </a:solidFill>
              </a:rPr>
              <a:t>Has the ability to acknowledge the report and completing the report by selecting the ‘Complete’ button</a:t>
            </a:r>
          </a:p>
          <a:p>
            <a:pPr marL="685800" lvl="1">
              <a:buFont typeface="Arial" panose="020B0604020202020204" pitchFamily="34" charset="0"/>
              <a:buChar char="-"/>
            </a:pPr>
            <a:endParaRPr lang="en-US" dirty="0">
              <a:solidFill>
                <a:schemeClr val="tx1"/>
              </a:solidFill>
            </a:endParaRPr>
          </a:p>
          <a:p>
            <a:pPr marL="685800" lvl="1">
              <a:buFont typeface="Arial" panose="020B0604020202020204" pitchFamily="34" charset="0"/>
              <a:buChar char="-"/>
            </a:pPr>
            <a:r>
              <a:rPr lang="en-US" dirty="0">
                <a:solidFill>
                  <a:schemeClr val="tx1"/>
                </a:solidFill>
              </a:rPr>
              <a:t>Once the employee acknowledges the receipt of the Coaching Report, the report’s lifecycle is complete</a:t>
            </a:r>
            <a:endParaRPr lang="en-US" sz="2000" dirty="0">
              <a:solidFill>
                <a:schemeClr val="tx1"/>
              </a:solidFill>
            </a:endParaRPr>
          </a:p>
        </p:txBody>
      </p:sp>
      <p:sp>
        <p:nvSpPr>
          <p:cNvPr id="4" name="Footer Placeholder 3"/>
          <p:cNvSpPr>
            <a:spLocks noGrp="1"/>
          </p:cNvSpPr>
          <p:nvPr>
            <p:ph type="ftr" sz="quarter" idx="11"/>
          </p:nvPr>
        </p:nvSpPr>
        <p:spPr/>
        <p:txBody>
          <a:bodyPr/>
          <a:lstStyle/>
          <a:p>
            <a:r>
              <a:rPr lang="en-US"/>
              <a:t>© Cognizant 2015</a:t>
            </a:r>
            <a:endParaRPr lang="en-US" dirty="0"/>
          </a:p>
        </p:txBody>
      </p:sp>
    </p:spTree>
    <p:extLst>
      <p:ext uri="{BB962C8B-B14F-4D97-AF65-F5344CB8AC3E}">
        <p14:creationId xmlns:p14="http://schemas.microsoft.com/office/powerpoint/2010/main" val="1101374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Cognizant 2015</a:t>
            </a:r>
          </a:p>
        </p:txBody>
      </p:sp>
      <p:sp>
        <p:nvSpPr>
          <p:cNvPr id="7" name="Title 6">
            <a:extLst>
              <a:ext uri="{FF2B5EF4-FFF2-40B4-BE49-F238E27FC236}">
                <a16:creationId xmlns:a16="http://schemas.microsoft.com/office/drawing/2014/main" id="{0C0F3730-70BC-3E69-DA09-CDA195B099D2}"/>
              </a:ext>
            </a:extLst>
          </p:cNvPr>
          <p:cNvSpPr>
            <a:spLocks noGrp="1"/>
          </p:cNvSpPr>
          <p:nvPr>
            <p:ph type="ctrTitle"/>
          </p:nvPr>
        </p:nvSpPr>
        <p:spPr/>
        <p:txBody>
          <a:bodyPr/>
          <a:lstStyle/>
          <a:p>
            <a:r>
              <a:rPr lang="en-US" sz="3600" b="1" dirty="0">
                <a:latin typeface="Arial" panose="020B0604020202020204" pitchFamily="34" charset="0"/>
                <a:cs typeface="Arial" panose="020B0604020202020204" pitchFamily="34" charset="0"/>
              </a:rPr>
              <a:t>Lifecycle of Coaching report</a:t>
            </a:r>
            <a:br>
              <a:rPr lang="en-US" sz="3600" b="1" dirty="0">
                <a:latin typeface="Arial" panose="020B0604020202020204" pitchFamily="34" charset="0"/>
                <a:cs typeface="Arial" panose="020B0604020202020204" pitchFamily="34" charset="0"/>
              </a:rPr>
            </a:br>
            <a:endParaRPr lang="en-IN" dirty="0"/>
          </a:p>
        </p:txBody>
      </p:sp>
      <p:sp>
        <p:nvSpPr>
          <p:cNvPr id="8" name="Subtitle 7">
            <a:extLst>
              <a:ext uri="{FF2B5EF4-FFF2-40B4-BE49-F238E27FC236}">
                <a16:creationId xmlns:a16="http://schemas.microsoft.com/office/drawing/2014/main" id="{CFB14E68-5CF4-3309-627B-3EF2EA173DEB}"/>
              </a:ext>
            </a:extLst>
          </p:cNvPr>
          <p:cNvSpPr>
            <a:spLocks noGrp="1"/>
          </p:cNvSpPr>
          <p:nvPr>
            <p:ph type="subTitle" idx="1"/>
          </p:nvPr>
        </p:nvSpPr>
        <p:spPr/>
        <p:txBody>
          <a:bodyPr/>
          <a:lstStyle/>
          <a:p>
            <a:endParaRPr lang="en-IN"/>
          </a:p>
        </p:txBody>
      </p:sp>
      <p:sp>
        <p:nvSpPr>
          <p:cNvPr id="9" name="Text Placeholder 8">
            <a:extLst>
              <a:ext uri="{FF2B5EF4-FFF2-40B4-BE49-F238E27FC236}">
                <a16:creationId xmlns:a16="http://schemas.microsoft.com/office/drawing/2014/main" id="{D11EFE94-BFD5-A574-3292-86100E57646C}"/>
              </a:ext>
            </a:extLst>
          </p:cNvPr>
          <p:cNvSpPr>
            <a:spLocks noGrp="1"/>
          </p:cNvSpPr>
          <p:nvPr>
            <p:ph type="body" idx="12"/>
          </p:nvPr>
        </p:nvSpPr>
        <p:spPr/>
        <p:txBody>
          <a:bodyPr/>
          <a:lstStyle/>
          <a:p>
            <a:endParaRPr lang="en-IN"/>
          </a:p>
        </p:txBody>
      </p:sp>
    </p:spTree>
    <p:extLst>
      <p:ext uri="{BB962C8B-B14F-4D97-AF65-F5344CB8AC3E}">
        <p14:creationId xmlns:p14="http://schemas.microsoft.com/office/powerpoint/2010/main" val="3656569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18</a:t>
            </a:fld>
            <a:endParaRPr lang="en-US"/>
          </a:p>
        </p:txBody>
      </p:sp>
      <p:sp>
        <p:nvSpPr>
          <p:cNvPr id="2" name="Title 1"/>
          <p:cNvSpPr>
            <a:spLocks noGrp="1"/>
          </p:cNvSpPr>
          <p:nvPr>
            <p:ph type="title" idx="4294967295"/>
          </p:nvPr>
        </p:nvSpPr>
        <p:spPr>
          <a:xfrm>
            <a:off x="633249" y="784128"/>
            <a:ext cx="10807700" cy="369887"/>
          </a:xfrm>
        </p:spPr>
        <p:txBody>
          <a:bodyPr vert="horz" lIns="91440" tIns="45720" rIns="91440" bIns="45720" rtlCol="0" anchor="ctr">
            <a:noAutofit/>
          </a:bodyPr>
          <a:lstStyle/>
          <a:p>
            <a:r>
              <a:rPr lang="en-US" sz="1700" dirty="0"/>
              <a:t>Lifecycle of Coaching Report</a:t>
            </a:r>
          </a:p>
        </p:txBody>
      </p:sp>
      <p:sp>
        <p:nvSpPr>
          <p:cNvPr id="4" name="Footer Placeholder 3"/>
          <p:cNvSpPr>
            <a:spLocks noGrp="1"/>
          </p:cNvSpPr>
          <p:nvPr>
            <p:ph type="ftr" sz="quarter" idx="11"/>
          </p:nvPr>
        </p:nvSpPr>
        <p:spPr/>
        <p:txBody>
          <a:bodyPr/>
          <a:lstStyle/>
          <a:p>
            <a:r>
              <a:rPr lang="en-US"/>
              <a:t>© Cognizant 2015</a:t>
            </a:r>
            <a:endParaRPr lang="en-US" dirty="0"/>
          </a:p>
        </p:txBody>
      </p:sp>
      <p:sp>
        <p:nvSpPr>
          <p:cNvPr id="3" name="Rounded Rectangle 2"/>
          <p:cNvSpPr/>
          <p:nvPr/>
        </p:nvSpPr>
        <p:spPr>
          <a:xfrm>
            <a:off x="1042417" y="2329543"/>
            <a:ext cx="2514600" cy="17526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t>Business Admin creates Coaching Report and assigns to set of Coaches</a:t>
            </a:r>
          </a:p>
        </p:txBody>
      </p:sp>
      <p:sp>
        <p:nvSpPr>
          <p:cNvPr id="7" name="Rounded Rectangle 6"/>
          <p:cNvSpPr/>
          <p:nvPr/>
        </p:nvSpPr>
        <p:spPr>
          <a:xfrm>
            <a:off x="4695402" y="2340429"/>
            <a:ext cx="2244486" cy="1786719"/>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t>Coach Fills out Coaching Report on behalf of Employee and sends to Employee for Review</a:t>
            </a:r>
          </a:p>
        </p:txBody>
      </p:sp>
      <p:sp>
        <p:nvSpPr>
          <p:cNvPr id="8" name="Rounded Rectangle 7"/>
          <p:cNvSpPr/>
          <p:nvPr/>
        </p:nvSpPr>
        <p:spPr>
          <a:xfrm>
            <a:off x="8100044" y="2380770"/>
            <a:ext cx="2055125" cy="17526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t>Employee receives, reviews and officially acknowledges the report</a:t>
            </a:r>
          </a:p>
        </p:txBody>
      </p:sp>
      <p:sp>
        <p:nvSpPr>
          <p:cNvPr id="9" name="Right Arrow 8"/>
          <p:cNvSpPr/>
          <p:nvPr/>
        </p:nvSpPr>
        <p:spPr>
          <a:xfrm>
            <a:off x="3657602" y="3009900"/>
            <a:ext cx="1219200" cy="4572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7064357" y="3028470"/>
            <a:ext cx="1013916" cy="4572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5682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Cognizant 2015</a:t>
            </a:r>
          </a:p>
        </p:txBody>
      </p:sp>
      <p:sp>
        <p:nvSpPr>
          <p:cNvPr id="7" name="Title 6">
            <a:extLst>
              <a:ext uri="{FF2B5EF4-FFF2-40B4-BE49-F238E27FC236}">
                <a16:creationId xmlns:a16="http://schemas.microsoft.com/office/drawing/2014/main" id="{F18C1AA2-9B5B-DF2E-1CC2-651EAF77879D}"/>
              </a:ext>
            </a:extLst>
          </p:cNvPr>
          <p:cNvSpPr>
            <a:spLocks noGrp="1"/>
          </p:cNvSpPr>
          <p:nvPr>
            <p:ph type="ctrTitle"/>
          </p:nvPr>
        </p:nvSpPr>
        <p:spPr/>
        <p:txBody>
          <a:bodyPr/>
          <a:lstStyle/>
          <a:p>
            <a:r>
              <a:rPr lang="en-US" sz="3600" b="1" dirty="0">
                <a:latin typeface="Arial" panose="020B0604020202020204" pitchFamily="34" charset="0"/>
                <a:cs typeface="Arial" panose="020B0604020202020204" pitchFamily="34" charset="0"/>
              </a:rPr>
              <a:t>Creation of a Coaching report</a:t>
            </a:r>
            <a:br>
              <a:rPr lang="en-US" sz="3600" b="1" dirty="0">
                <a:latin typeface="Arial" panose="020B0604020202020204" pitchFamily="34" charset="0"/>
                <a:cs typeface="Arial" panose="020B0604020202020204" pitchFamily="34" charset="0"/>
              </a:rPr>
            </a:br>
            <a:endParaRPr lang="en-IN" dirty="0"/>
          </a:p>
        </p:txBody>
      </p:sp>
      <p:sp>
        <p:nvSpPr>
          <p:cNvPr id="8" name="Subtitle 7">
            <a:extLst>
              <a:ext uri="{FF2B5EF4-FFF2-40B4-BE49-F238E27FC236}">
                <a16:creationId xmlns:a16="http://schemas.microsoft.com/office/drawing/2014/main" id="{4407EA37-CC40-EC73-407E-BCD04F482435}"/>
              </a:ext>
            </a:extLst>
          </p:cNvPr>
          <p:cNvSpPr>
            <a:spLocks noGrp="1"/>
          </p:cNvSpPr>
          <p:nvPr>
            <p:ph type="subTitle" idx="1"/>
          </p:nvPr>
        </p:nvSpPr>
        <p:spPr/>
        <p:txBody>
          <a:bodyPr/>
          <a:lstStyle/>
          <a:p>
            <a:endParaRPr lang="en-IN"/>
          </a:p>
        </p:txBody>
      </p:sp>
      <p:sp>
        <p:nvSpPr>
          <p:cNvPr id="9" name="Text Placeholder 8">
            <a:extLst>
              <a:ext uri="{FF2B5EF4-FFF2-40B4-BE49-F238E27FC236}">
                <a16:creationId xmlns:a16="http://schemas.microsoft.com/office/drawing/2014/main" id="{FA6BBB0F-426F-DB0E-6FC8-F3162DE03568}"/>
              </a:ext>
            </a:extLst>
          </p:cNvPr>
          <p:cNvSpPr>
            <a:spLocks noGrp="1"/>
          </p:cNvSpPr>
          <p:nvPr>
            <p:ph type="body" idx="12"/>
          </p:nvPr>
        </p:nvSpPr>
        <p:spPr/>
        <p:txBody>
          <a:bodyPr/>
          <a:lstStyle/>
          <a:p>
            <a:endParaRPr lang="en-IN" dirty="0"/>
          </a:p>
        </p:txBody>
      </p:sp>
    </p:spTree>
    <p:extLst>
      <p:ext uri="{BB962C8B-B14F-4D97-AF65-F5344CB8AC3E}">
        <p14:creationId xmlns:p14="http://schemas.microsoft.com/office/powerpoint/2010/main" val="2020609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7AF38FF-B38D-4060-8B8D-2D16AAFBAAC1}" type="slidenum">
              <a:rPr lang="en-US" smtClean="0"/>
              <a:pPr/>
              <a:t>20</a:t>
            </a:fld>
            <a:endParaRPr lang="en-US" dirty="0"/>
          </a:p>
        </p:txBody>
      </p:sp>
      <p:sp>
        <p:nvSpPr>
          <p:cNvPr id="2" name="Title 1"/>
          <p:cNvSpPr>
            <a:spLocks noGrp="1"/>
          </p:cNvSpPr>
          <p:nvPr>
            <p:ph type="title" idx="4294967295"/>
          </p:nvPr>
        </p:nvSpPr>
        <p:spPr>
          <a:xfrm>
            <a:off x="457201" y="400844"/>
            <a:ext cx="10807700" cy="369887"/>
          </a:xfrm>
        </p:spPr>
        <p:txBody>
          <a:bodyPr vert="horz" lIns="91440" tIns="45720" rIns="91440" bIns="45720" rtlCol="0" anchor="ctr">
            <a:noAutofit/>
          </a:bodyPr>
          <a:lstStyle/>
          <a:p>
            <a:r>
              <a:rPr lang="en-US" sz="1700" dirty="0"/>
              <a:t>New Coaching Report Creation ... 1</a:t>
            </a:r>
          </a:p>
        </p:txBody>
      </p:sp>
      <p:sp>
        <p:nvSpPr>
          <p:cNvPr id="3" name="Content Placeholder 2"/>
          <p:cNvSpPr>
            <a:spLocks noGrp="1"/>
          </p:cNvSpPr>
          <p:nvPr>
            <p:ph idx="4294967295"/>
          </p:nvPr>
        </p:nvSpPr>
        <p:spPr>
          <a:xfrm>
            <a:off x="633249" y="937419"/>
            <a:ext cx="8739351" cy="4983162"/>
          </a:xfrm>
        </p:spPr>
        <p:txBody>
          <a:bodyPr/>
          <a:lstStyle/>
          <a:p>
            <a:r>
              <a:rPr lang="en-US" sz="1800" dirty="0">
                <a:solidFill>
                  <a:schemeClr val="tx1"/>
                </a:solidFill>
              </a:rPr>
              <a:t>New Coaching Report is created by clicking on “New” button inside of Coaching Report Tab</a:t>
            </a:r>
          </a:p>
          <a:p>
            <a:r>
              <a:rPr lang="en-US" sz="1800" dirty="0">
                <a:solidFill>
                  <a:schemeClr val="tx1"/>
                </a:solidFill>
              </a:rPr>
              <a:t>All Fields including Manage and Employee are populated with data and then it is saved</a:t>
            </a:r>
            <a:endParaRPr lang="en-US" sz="1800" dirty="0">
              <a:solidFill>
                <a:schemeClr val="tx1"/>
              </a:solidFill>
              <a:latin typeface="+mn-lt"/>
            </a:endParaRPr>
          </a:p>
        </p:txBody>
      </p:sp>
      <p:sp>
        <p:nvSpPr>
          <p:cNvPr id="4" name="Footer Placeholder 3"/>
          <p:cNvSpPr>
            <a:spLocks noGrp="1"/>
          </p:cNvSpPr>
          <p:nvPr>
            <p:ph type="ftr" sz="quarter" idx="11"/>
          </p:nvPr>
        </p:nvSpPr>
        <p:spPr/>
        <p:txBody>
          <a:bodyPr/>
          <a:lstStyle/>
          <a:p>
            <a:r>
              <a:rPr lang="en-US" dirty="0"/>
              <a:t>© Cognizant 2015</a:t>
            </a:r>
          </a:p>
        </p:txBody>
      </p:sp>
      <p:pic>
        <p:nvPicPr>
          <p:cNvPr id="6" name="Picture 5"/>
          <p:cNvPicPr>
            <a:picLocks noChangeAspect="1"/>
          </p:cNvPicPr>
          <p:nvPr/>
        </p:nvPicPr>
        <p:blipFill>
          <a:blip r:embed="rId2"/>
          <a:stretch>
            <a:fillRect/>
          </a:stretch>
        </p:blipFill>
        <p:spPr>
          <a:xfrm>
            <a:off x="2852057" y="3901812"/>
            <a:ext cx="4775482" cy="2621182"/>
          </a:xfrm>
          <a:prstGeom prst="rect">
            <a:avLst/>
          </a:prstGeom>
        </p:spPr>
      </p:pic>
      <p:pic>
        <p:nvPicPr>
          <p:cNvPr id="7" name="Picture 6"/>
          <p:cNvPicPr>
            <a:picLocks noChangeAspect="1"/>
          </p:cNvPicPr>
          <p:nvPr/>
        </p:nvPicPr>
        <p:blipFill>
          <a:blip r:embed="rId3"/>
          <a:stretch>
            <a:fillRect/>
          </a:stretch>
        </p:blipFill>
        <p:spPr>
          <a:xfrm>
            <a:off x="2590800" y="2287225"/>
            <a:ext cx="5722359" cy="1645375"/>
          </a:xfrm>
          <a:prstGeom prst="rect">
            <a:avLst/>
          </a:prstGeom>
        </p:spPr>
      </p:pic>
      <p:sp>
        <p:nvSpPr>
          <p:cNvPr id="8" name="Left Arrow 7"/>
          <p:cNvSpPr/>
          <p:nvPr/>
        </p:nvSpPr>
        <p:spPr>
          <a:xfrm>
            <a:off x="5916638" y="3008541"/>
            <a:ext cx="594684" cy="26806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396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21</a:t>
            </a:fld>
            <a:endParaRPr lang="en-US" dirty="0"/>
          </a:p>
        </p:txBody>
      </p:sp>
      <p:sp>
        <p:nvSpPr>
          <p:cNvPr id="2" name="Title 1"/>
          <p:cNvSpPr>
            <a:spLocks noGrp="1"/>
          </p:cNvSpPr>
          <p:nvPr>
            <p:ph type="title" idx="4294967295"/>
          </p:nvPr>
        </p:nvSpPr>
        <p:spPr>
          <a:xfrm>
            <a:off x="304800" y="373857"/>
            <a:ext cx="10807700" cy="369887"/>
          </a:xfrm>
        </p:spPr>
        <p:txBody>
          <a:bodyPr vert="horz" lIns="91440" tIns="45720" rIns="91440" bIns="45720" rtlCol="0" anchor="ctr">
            <a:noAutofit/>
          </a:bodyPr>
          <a:lstStyle/>
          <a:p>
            <a:r>
              <a:rPr lang="en-US" sz="1700" dirty="0"/>
              <a:t>New Coaching Report Creation ... 2</a:t>
            </a:r>
          </a:p>
        </p:txBody>
      </p:sp>
      <p:pic>
        <p:nvPicPr>
          <p:cNvPr id="6" name="Content Placeholder 5"/>
          <p:cNvPicPr>
            <a:picLocks noGrp="1" noChangeAspect="1"/>
          </p:cNvPicPr>
          <p:nvPr>
            <p:ph idx="4294967295"/>
          </p:nvPr>
        </p:nvPicPr>
        <p:blipFill>
          <a:blip r:embed="rId2"/>
          <a:stretch>
            <a:fillRect/>
          </a:stretch>
        </p:blipFill>
        <p:spPr>
          <a:xfrm>
            <a:off x="1524000" y="1971039"/>
            <a:ext cx="7315200" cy="4292600"/>
          </a:xfrm>
          <a:prstGeom prst="rect">
            <a:avLst/>
          </a:prstGeom>
        </p:spPr>
      </p:pic>
      <p:sp>
        <p:nvSpPr>
          <p:cNvPr id="3" name="TextBox 2"/>
          <p:cNvSpPr txBox="1"/>
          <p:nvPr/>
        </p:nvSpPr>
        <p:spPr>
          <a:xfrm>
            <a:off x="809298" y="886937"/>
            <a:ext cx="8433706"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Once details are filled and Report is saved it is having status as In-Progress</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Created Coaching Report can be cloned and shared </a:t>
            </a:r>
          </a:p>
          <a:p>
            <a:endParaRPr lang="en-US" dirty="0"/>
          </a:p>
          <a:p>
            <a:r>
              <a:rPr lang="en-US" dirty="0"/>
              <a:t> </a:t>
            </a:r>
          </a:p>
        </p:txBody>
      </p:sp>
    </p:spTree>
    <p:extLst>
      <p:ext uri="{BB962C8B-B14F-4D97-AF65-F5344CB8AC3E}">
        <p14:creationId xmlns:p14="http://schemas.microsoft.com/office/powerpoint/2010/main" val="1689686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1001485" y="696708"/>
            <a:ext cx="6927850" cy="668337"/>
          </a:xfrm>
        </p:spPr>
        <p:txBody>
          <a:bodyPr vert="horz" lIns="91440" tIns="45720" rIns="91440" bIns="45720" rtlCol="0" anchor="ctr">
            <a:noAutofit/>
          </a:bodyPr>
          <a:lstStyle/>
          <a:p>
            <a:r>
              <a:rPr lang="en-US" sz="1700" dirty="0"/>
              <a:t>Check Your Understanding ... 1</a:t>
            </a:r>
          </a:p>
        </p:txBody>
      </p:sp>
      <p:graphicFrame>
        <p:nvGraphicFramePr>
          <p:cNvPr id="23" name="Diagram 22"/>
          <p:cNvGraphicFramePr/>
          <p:nvPr>
            <p:extLst>
              <p:ext uri="{D42A27DB-BD31-4B8C-83A1-F6EECF244321}">
                <p14:modId xmlns:p14="http://schemas.microsoft.com/office/powerpoint/2010/main" val="2118128905"/>
              </p:ext>
            </p:extLst>
          </p:nvPr>
        </p:nvGraphicFramePr>
        <p:xfrm>
          <a:off x="990600" y="1143000"/>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1897676788"/>
              </p:ext>
            </p:extLst>
          </p:nvPr>
        </p:nvGraphicFramePr>
        <p:xfrm>
          <a:off x="990599" y="3921963"/>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2220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956733" y="427831"/>
            <a:ext cx="6927850" cy="668338"/>
          </a:xfrm>
        </p:spPr>
        <p:txBody>
          <a:bodyPr vert="horz" lIns="91440" tIns="45720" rIns="91440" bIns="45720" rtlCol="0" anchor="ctr">
            <a:noAutofit/>
          </a:bodyPr>
          <a:lstStyle/>
          <a:p>
            <a:r>
              <a:rPr lang="en-US" sz="1700" dirty="0"/>
              <a:t>Check Your Understanding ... 2</a:t>
            </a:r>
          </a:p>
        </p:txBody>
      </p:sp>
      <p:graphicFrame>
        <p:nvGraphicFramePr>
          <p:cNvPr id="23" name="Diagram 22"/>
          <p:cNvGraphicFramePr/>
          <p:nvPr>
            <p:extLst>
              <p:ext uri="{D42A27DB-BD31-4B8C-83A1-F6EECF244321}">
                <p14:modId xmlns:p14="http://schemas.microsoft.com/office/powerpoint/2010/main" val="3233376038"/>
              </p:ext>
            </p:extLst>
          </p:nvPr>
        </p:nvGraphicFramePr>
        <p:xfrm>
          <a:off x="945847" y="1143000"/>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369929638"/>
              </p:ext>
            </p:extLst>
          </p:nvPr>
        </p:nvGraphicFramePr>
        <p:xfrm>
          <a:off x="831069" y="3828301"/>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7288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924076" y="311582"/>
            <a:ext cx="6927850" cy="668338"/>
          </a:xfrm>
        </p:spPr>
        <p:txBody>
          <a:bodyPr vert="horz" lIns="91440" tIns="45720" rIns="91440" bIns="45720" rtlCol="0" anchor="ctr">
            <a:noAutofit/>
          </a:bodyPr>
          <a:lstStyle/>
          <a:p>
            <a:r>
              <a:rPr lang="en-US" sz="1700" dirty="0"/>
              <a:t>Check Your Understanding ... 3</a:t>
            </a:r>
          </a:p>
        </p:txBody>
      </p:sp>
      <p:graphicFrame>
        <p:nvGraphicFramePr>
          <p:cNvPr id="23" name="Diagram 22"/>
          <p:cNvGraphicFramePr/>
          <p:nvPr>
            <p:extLst>
              <p:ext uri="{D42A27DB-BD31-4B8C-83A1-F6EECF244321}">
                <p14:modId xmlns:p14="http://schemas.microsoft.com/office/powerpoint/2010/main" val="2500316152"/>
              </p:ext>
            </p:extLst>
          </p:nvPr>
        </p:nvGraphicFramePr>
        <p:xfrm>
          <a:off x="990600" y="1143000"/>
          <a:ext cx="8333885"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1476540982"/>
              </p:ext>
            </p:extLst>
          </p:nvPr>
        </p:nvGraphicFramePr>
        <p:xfrm>
          <a:off x="990600" y="3733800"/>
          <a:ext cx="8333885"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42542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644135" y="217715"/>
            <a:ext cx="6927850" cy="668338"/>
          </a:xfrm>
        </p:spPr>
        <p:txBody>
          <a:bodyPr vert="horz" lIns="91440" tIns="45720" rIns="91440" bIns="45720" rtlCol="0" anchor="ctr">
            <a:noAutofit/>
          </a:bodyPr>
          <a:lstStyle/>
          <a:p>
            <a:r>
              <a:rPr lang="en-US" sz="1700" dirty="0"/>
              <a:t>Check Your Understanding ... 4</a:t>
            </a:r>
          </a:p>
        </p:txBody>
      </p:sp>
      <p:graphicFrame>
        <p:nvGraphicFramePr>
          <p:cNvPr id="23" name="Diagram 22"/>
          <p:cNvGraphicFramePr/>
          <p:nvPr>
            <p:extLst>
              <p:ext uri="{D42A27DB-BD31-4B8C-83A1-F6EECF244321}">
                <p14:modId xmlns:p14="http://schemas.microsoft.com/office/powerpoint/2010/main" val="1341940131"/>
              </p:ext>
            </p:extLst>
          </p:nvPr>
        </p:nvGraphicFramePr>
        <p:xfrm>
          <a:off x="1088571" y="963149"/>
          <a:ext cx="8333885" cy="306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1996220579"/>
              </p:ext>
            </p:extLst>
          </p:nvPr>
        </p:nvGraphicFramePr>
        <p:xfrm>
          <a:off x="1066800" y="3810001"/>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91455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1066800" y="373220"/>
            <a:ext cx="6927850" cy="668338"/>
          </a:xfrm>
        </p:spPr>
        <p:txBody>
          <a:bodyPr vert="horz" lIns="91440" tIns="45720" rIns="91440" bIns="45720" rtlCol="0" anchor="ctr">
            <a:noAutofit/>
          </a:bodyPr>
          <a:lstStyle/>
          <a:p>
            <a:r>
              <a:rPr lang="en-US" sz="1700" dirty="0"/>
              <a:t>Check Your Understanding ... 5</a:t>
            </a:r>
          </a:p>
        </p:txBody>
      </p:sp>
      <p:graphicFrame>
        <p:nvGraphicFramePr>
          <p:cNvPr id="23" name="Diagram 22"/>
          <p:cNvGraphicFramePr/>
          <p:nvPr>
            <p:extLst>
              <p:ext uri="{D42A27DB-BD31-4B8C-83A1-F6EECF244321}">
                <p14:modId xmlns:p14="http://schemas.microsoft.com/office/powerpoint/2010/main" val="3446221746"/>
              </p:ext>
            </p:extLst>
          </p:nvPr>
        </p:nvGraphicFramePr>
        <p:xfrm>
          <a:off x="809298" y="1272983"/>
          <a:ext cx="10134600"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2610060445"/>
              </p:ext>
            </p:extLst>
          </p:nvPr>
        </p:nvGraphicFramePr>
        <p:xfrm>
          <a:off x="809298" y="3733800"/>
          <a:ext cx="10134600"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8280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27</a:t>
            </a:fld>
            <a:endParaRPr lang="en-US" dirty="0"/>
          </a:p>
        </p:txBody>
      </p:sp>
      <p:sp>
        <p:nvSpPr>
          <p:cNvPr id="3" name="Title 2"/>
          <p:cNvSpPr>
            <a:spLocks noGrp="1"/>
          </p:cNvSpPr>
          <p:nvPr>
            <p:ph type="title" idx="4294967295"/>
          </p:nvPr>
        </p:nvSpPr>
        <p:spPr>
          <a:xfrm>
            <a:off x="1013515" y="612980"/>
            <a:ext cx="10807700" cy="369887"/>
          </a:xfrm>
        </p:spPr>
        <p:txBody>
          <a:bodyPr vert="horz" lIns="91440" tIns="45720" rIns="91440" bIns="45720" rtlCol="0" anchor="ctr">
            <a:noAutofit/>
          </a:bodyPr>
          <a:lstStyle/>
          <a:p>
            <a:r>
              <a:rPr lang="en-US" sz="1700" dirty="0"/>
              <a:t>Summary</a:t>
            </a:r>
          </a:p>
        </p:txBody>
      </p:sp>
      <p:sp>
        <p:nvSpPr>
          <p:cNvPr id="2" name="Content Placeholder 1"/>
          <p:cNvSpPr>
            <a:spLocks noGrp="1"/>
          </p:cNvSpPr>
          <p:nvPr>
            <p:ph idx="4294967295"/>
          </p:nvPr>
        </p:nvSpPr>
        <p:spPr>
          <a:xfrm>
            <a:off x="1042417" y="1557350"/>
            <a:ext cx="8915400" cy="3352800"/>
          </a:xfrm>
        </p:spPr>
        <p:txBody>
          <a:bodyPr/>
          <a:lstStyle/>
          <a:p>
            <a:r>
              <a:rPr lang="en-US" altLang="ja-JP" dirty="0">
                <a:solidFill>
                  <a:schemeClr val="tx1"/>
                </a:solidFill>
              </a:rPr>
              <a:t>In this module, you have learnt to:</a:t>
            </a:r>
          </a:p>
          <a:p>
            <a:pPr lvl="1"/>
            <a:endParaRPr lang="en-US" dirty="0">
              <a:solidFill>
                <a:schemeClr val="tx1"/>
              </a:solidFill>
            </a:endParaRPr>
          </a:p>
          <a:p>
            <a:pPr lvl="1"/>
            <a:r>
              <a:rPr lang="en-US" dirty="0">
                <a:solidFill>
                  <a:schemeClr val="tx1"/>
                </a:solidFill>
              </a:rPr>
              <a:t>Configure &amp; Share a Coaching Report</a:t>
            </a:r>
          </a:p>
          <a:p>
            <a:pPr lvl="1"/>
            <a:r>
              <a:rPr lang="en-US" dirty="0">
                <a:solidFill>
                  <a:schemeClr val="tx1"/>
                </a:solidFill>
              </a:rPr>
              <a:t>Explain User access for Reports</a:t>
            </a:r>
          </a:p>
          <a:p>
            <a:pPr lvl="1"/>
            <a:r>
              <a:rPr lang="en-US" dirty="0">
                <a:solidFill>
                  <a:schemeClr val="tx1"/>
                </a:solidFill>
              </a:rPr>
              <a:t>Create Coaching report</a:t>
            </a:r>
          </a:p>
        </p:txBody>
      </p:sp>
      <p:sp>
        <p:nvSpPr>
          <p:cNvPr id="5" name="Footer Placeholder 4"/>
          <p:cNvSpPr>
            <a:spLocks noGrp="1"/>
          </p:cNvSpPr>
          <p:nvPr>
            <p:ph type="ftr" sz="quarter" idx="11"/>
          </p:nvPr>
        </p:nvSpPr>
        <p:spPr/>
        <p:txBody>
          <a:bodyPr/>
          <a:lstStyle/>
          <a:p>
            <a:r>
              <a:rPr lang="en-US" dirty="0"/>
              <a:t>© Cognizant 2015</a:t>
            </a:r>
          </a:p>
        </p:txBody>
      </p:sp>
      <p:sp>
        <p:nvSpPr>
          <p:cNvPr id="6" name="Rectangle 5"/>
          <p:cNvSpPr/>
          <p:nvPr/>
        </p:nvSpPr>
        <p:spPr>
          <a:xfrm>
            <a:off x="6836229" y="3643086"/>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122" name="Picture 2" descr="D:\Images\Images\Objective\shutterstock_12820219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9279" y="3731885"/>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ED8886-DB3B-44F4-9A80-E6A224679F20}" type="slidenum">
              <a:rPr lang="en-US" smtClean="0"/>
              <a:pPr/>
              <a:t>28</a:t>
            </a:fld>
            <a:endParaRPr lang="en-US" dirty="0"/>
          </a:p>
        </p:txBody>
      </p:sp>
      <p:sp>
        <p:nvSpPr>
          <p:cNvPr id="3" name="Title 2"/>
          <p:cNvSpPr>
            <a:spLocks noGrp="1"/>
          </p:cNvSpPr>
          <p:nvPr>
            <p:ph type="title" idx="4294967295"/>
          </p:nvPr>
        </p:nvSpPr>
        <p:spPr>
          <a:xfrm>
            <a:off x="1219200" y="671458"/>
            <a:ext cx="10807700" cy="369887"/>
          </a:xfrm>
        </p:spPr>
        <p:txBody>
          <a:bodyPr vert="horz" lIns="91440" tIns="45720" rIns="91440" bIns="45720" rtlCol="0" anchor="ctr">
            <a:noAutofit/>
          </a:bodyPr>
          <a:lstStyle/>
          <a:p>
            <a:r>
              <a:rPr lang="en-US" sz="1700" dirty="0"/>
              <a:t>Source</a:t>
            </a:r>
          </a:p>
        </p:txBody>
      </p:sp>
      <p:sp>
        <p:nvSpPr>
          <p:cNvPr id="2" name="Content Placeholder 1"/>
          <p:cNvSpPr>
            <a:spLocks noGrp="1"/>
          </p:cNvSpPr>
          <p:nvPr>
            <p:ph idx="4294967295"/>
          </p:nvPr>
        </p:nvSpPr>
        <p:spPr>
          <a:xfrm>
            <a:off x="1295400" y="1280476"/>
            <a:ext cx="7467600" cy="4983163"/>
          </a:xfrm>
        </p:spPr>
        <p:txBody>
          <a:bodyPr/>
          <a:lstStyle/>
          <a:p>
            <a:pPr>
              <a:defRPr/>
            </a:pPr>
            <a:r>
              <a:rPr lang="en-US" dirty="0">
                <a:hlinkClick r:id="rId2"/>
              </a:rPr>
              <a:t>https://crmhelp.VEEVA.com/doc/Content/Home.htm</a:t>
            </a:r>
            <a:endParaRPr lang="en-US" dirty="0"/>
          </a:p>
          <a:p>
            <a:pPr>
              <a:defRPr/>
            </a:pPr>
            <a:endParaRPr lang="en-US" dirty="0"/>
          </a:p>
        </p:txBody>
      </p:sp>
      <p:sp>
        <p:nvSpPr>
          <p:cNvPr id="5" name="Footer Placeholder 4"/>
          <p:cNvSpPr>
            <a:spLocks noGrp="1"/>
          </p:cNvSpPr>
          <p:nvPr>
            <p:ph type="ftr" sz="quarter" idx="11"/>
          </p:nvPr>
        </p:nvSpPr>
        <p:spPr/>
        <p:txBody>
          <a:bodyPr/>
          <a:lstStyle/>
          <a:p>
            <a:r>
              <a:rPr lang="en-US" dirty="0"/>
              <a:t>© Cognizant 2015</a:t>
            </a:r>
          </a:p>
        </p:txBody>
      </p:sp>
      <p:sp>
        <p:nvSpPr>
          <p:cNvPr id="7" name="Text Box 4"/>
          <p:cNvSpPr txBox="1">
            <a:spLocks noChangeArrowheads="1"/>
          </p:cNvSpPr>
          <p:nvPr/>
        </p:nvSpPr>
        <p:spPr bwMode="auto">
          <a:xfrm>
            <a:off x="1905000" y="4953001"/>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05200" y="1691640"/>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prstClr val="white"/>
                </a:solidFill>
              </a:rPr>
              <a:pPr/>
              <a:t>29</a:t>
            </a:fld>
            <a:endParaRPr lang="en-US" dirty="0">
              <a:solidFill>
                <a:prstClr val="white"/>
              </a:solidFill>
            </a:endParaRPr>
          </a:p>
        </p:txBody>
      </p:sp>
      <p:sp>
        <p:nvSpPr>
          <p:cNvPr id="5" name="Title 2"/>
          <p:cNvSpPr>
            <a:spLocks noGrp="1"/>
          </p:cNvSpPr>
          <p:nvPr>
            <p:ph type="title" idx="4294967295"/>
          </p:nvPr>
        </p:nvSpPr>
        <p:spPr>
          <a:xfrm>
            <a:off x="924076" y="533400"/>
            <a:ext cx="9144000" cy="479425"/>
          </a:xfrm>
        </p:spPr>
        <p:txBody>
          <a:bodyPr vert="horz" lIns="91440" tIns="45720" rIns="91440" bIns="45720" rtlCol="0" anchor="ctr">
            <a:noAutofit/>
          </a:bodyPr>
          <a:lstStyle/>
          <a:p>
            <a:r>
              <a:rPr lang="en-US" sz="1700" dirty="0"/>
              <a:t>Coming Next ... </a:t>
            </a:r>
          </a:p>
        </p:txBody>
      </p:sp>
      <p:sp>
        <p:nvSpPr>
          <p:cNvPr id="3" name="Content Placeholder 2"/>
          <p:cNvSpPr>
            <a:spLocks noGrp="1"/>
          </p:cNvSpPr>
          <p:nvPr>
            <p:ph sz="quarter" idx="4294967295"/>
          </p:nvPr>
        </p:nvSpPr>
        <p:spPr>
          <a:xfrm>
            <a:off x="1066800" y="1676400"/>
            <a:ext cx="9167813" cy="3214687"/>
          </a:xfrm>
        </p:spPr>
        <p:txBody>
          <a:bodyPr/>
          <a:lstStyle/>
          <a:p>
            <a:pPr marL="0" indent="0">
              <a:buNone/>
            </a:pPr>
            <a:r>
              <a:rPr lang="en-US" dirty="0">
                <a:solidFill>
                  <a:schemeClr val="tx1"/>
                </a:solidFill>
              </a:rPr>
              <a:t>In the upcoming module - </a:t>
            </a:r>
            <a:r>
              <a:rPr lang="en-US" i="1" dirty="0">
                <a:solidFill>
                  <a:schemeClr val="tx1"/>
                </a:solidFill>
              </a:rPr>
              <a:t>Survey Management, </a:t>
            </a:r>
            <a:r>
              <a:rPr lang="en-US" dirty="0">
                <a:solidFill>
                  <a:schemeClr val="tx1"/>
                </a:solidFill>
              </a:rPr>
              <a:t>you will learn to:</a:t>
            </a:r>
          </a:p>
          <a:p>
            <a:pPr marL="0" indent="0">
              <a:buNone/>
            </a:pPr>
            <a:endParaRPr lang="en-US" dirty="0">
              <a:solidFill>
                <a:schemeClr val="tx1"/>
              </a:solidFill>
            </a:endParaRPr>
          </a:p>
          <a:p>
            <a:pPr lvl="1">
              <a:buClrTx/>
              <a:buFont typeface="Arial" panose="020B0604020202020204" pitchFamily="34" charset="0"/>
              <a:buChar char="-"/>
            </a:pPr>
            <a:r>
              <a:rPr lang="en-US" dirty="0">
                <a:solidFill>
                  <a:schemeClr val="tx1"/>
                </a:solidFill>
              </a:rPr>
              <a:t>Describe and Create survey life cycle</a:t>
            </a:r>
          </a:p>
          <a:p>
            <a:pPr lvl="1">
              <a:buClrTx/>
              <a:buFont typeface="Arial" panose="020B0604020202020204" pitchFamily="34" charset="0"/>
              <a:buChar char="-"/>
            </a:pPr>
            <a:r>
              <a:rPr lang="en-US" dirty="0">
                <a:solidFill>
                  <a:schemeClr val="tx1"/>
                </a:solidFill>
              </a:rPr>
              <a:t>Describe Survey Management Page</a:t>
            </a:r>
          </a:p>
          <a:p>
            <a:pPr lvl="1">
              <a:buClrTx/>
              <a:buFont typeface="Arial" panose="020B0604020202020204" pitchFamily="34" charset="0"/>
              <a:buChar char="-"/>
            </a:pPr>
            <a:r>
              <a:rPr lang="en-US" dirty="0">
                <a:solidFill>
                  <a:schemeClr val="tx1"/>
                </a:solidFill>
              </a:rPr>
              <a:t>Describe Data Model</a:t>
            </a:r>
          </a:p>
        </p:txBody>
      </p:sp>
      <p:sp>
        <p:nvSpPr>
          <p:cNvPr id="6" name="Slide Number Placeholder 3"/>
          <p:cNvSpPr txBox="1">
            <a:spLocks/>
          </p:cNvSpPr>
          <p:nvPr/>
        </p:nvSpPr>
        <p:spPr>
          <a:xfrm>
            <a:off x="11861805" y="6629401"/>
            <a:ext cx="711195" cy="22859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28</a:t>
            </a:r>
          </a:p>
        </p:txBody>
      </p:sp>
      <p:sp>
        <p:nvSpPr>
          <p:cNvPr id="7"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spTree>
    <p:extLst>
      <p:ext uri="{BB962C8B-B14F-4D97-AF65-F5344CB8AC3E}">
        <p14:creationId xmlns:p14="http://schemas.microsoft.com/office/powerpoint/2010/main" val="210951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2800" y="4645152"/>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65088" lvl="1"/>
            <a:r>
              <a:rPr lang="en-US" sz="2600" b="1" dirty="0">
                <a:solidFill>
                  <a:srgbClr val="00718F"/>
                </a:solidFill>
                <a:latin typeface="Arial" panose="020B0604020202020204" pitchFamily="34" charset="0"/>
                <a:cs typeface="Arial" panose="020B0604020202020204" pitchFamily="34" charset="0"/>
              </a:rPr>
              <a:t>Overview of Coaching Reports</a:t>
            </a:r>
          </a:p>
        </p:txBody>
      </p:sp>
      <p:sp>
        <p:nvSpPr>
          <p:cNvPr id="6" name="Title 5">
            <a:extLst>
              <a:ext uri="{FF2B5EF4-FFF2-40B4-BE49-F238E27FC236}">
                <a16:creationId xmlns:a16="http://schemas.microsoft.com/office/drawing/2014/main" id="{9B6BB2F6-3E1F-7121-CB6A-81BC6D3EA80C}"/>
              </a:ext>
            </a:extLst>
          </p:cNvPr>
          <p:cNvSpPr>
            <a:spLocks noGrp="1"/>
          </p:cNvSpPr>
          <p:nvPr>
            <p:ph type="ctrTitle"/>
          </p:nvPr>
        </p:nvSpPr>
        <p:spPr/>
        <p:txBody>
          <a:bodyPr/>
          <a:lstStyle/>
          <a:p>
            <a:r>
              <a:rPr lang="en-US" dirty="0"/>
              <a:t>Thank You!</a:t>
            </a:r>
            <a:endParaRPr lang="en-IN" dirty="0"/>
          </a:p>
        </p:txBody>
      </p:sp>
      <p:sp>
        <p:nvSpPr>
          <p:cNvPr id="7" name="Subtitle 6">
            <a:extLst>
              <a:ext uri="{FF2B5EF4-FFF2-40B4-BE49-F238E27FC236}">
                <a16:creationId xmlns:a16="http://schemas.microsoft.com/office/drawing/2014/main" id="{3BD24C18-487A-CF1D-BD1F-FA576AD20787}"/>
              </a:ext>
            </a:extLst>
          </p:cNvPr>
          <p:cNvSpPr>
            <a:spLocks noGrp="1"/>
          </p:cNvSpPr>
          <p:nvPr>
            <p:ph type="subTitle" idx="1"/>
          </p:nvPr>
        </p:nvSpPr>
        <p:spPr/>
        <p:txBody>
          <a:bodyPr/>
          <a:lstStyle/>
          <a:p>
            <a:endParaRPr lang="en-IN"/>
          </a:p>
        </p:txBody>
      </p:sp>
      <p:sp>
        <p:nvSpPr>
          <p:cNvPr id="8" name="Text Placeholder 7">
            <a:extLst>
              <a:ext uri="{FF2B5EF4-FFF2-40B4-BE49-F238E27FC236}">
                <a16:creationId xmlns:a16="http://schemas.microsoft.com/office/drawing/2014/main" id="{B70236A6-E86B-304B-C3A4-E52FC7AAF603}"/>
              </a:ext>
            </a:extLst>
          </p:cNvPr>
          <p:cNvSpPr>
            <a:spLocks noGrp="1"/>
          </p:cNvSpPr>
          <p:nvPr>
            <p:ph type="body" idx="12"/>
          </p:nvPr>
        </p:nvSpPr>
        <p:spPr/>
        <p:txBody>
          <a:bodyPr/>
          <a:lstStyle/>
          <a:p>
            <a:endParaRPr lang="en-IN"/>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Cognizant">
  <a:themeElements>
    <a:clrScheme name="Cognizant 180722">
      <a:dk1>
        <a:srgbClr val="0033A0"/>
      </a:dk1>
      <a:lt1>
        <a:srgbClr val="FFFFFF"/>
      </a:lt1>
      <a:dk2>
        <a:srgbClr val="000000"/>
      </a:dk2>
      <a:lt2>
        <a:srgbClr val="FFFFFF"/>
      </a:lt2>
      <a:accent1>
        <a:srgbClr val="0033B4"/>
      </a:accent1>
      <a:accent2>
        <a:srgbClr val="00195A"/>
      </a:accent2>
      <a:accent3>
        <a:srgbClr val="3871FF"/>
      </a:accent3>
      <a:accent4>
        <a:srgbClr val="7BA0FF"/>
      </a:accent4>
      <a:accent5>
        <a:srgbClr val="BDCFFF"/>
      </a:accent5>
      <a:accent6>
        <a:srgbClr val="00B140"/>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_PPT_16x9_v04-06" id="{07F9BE1E-0522-42D8-9333-DC19B728C440}" vid="{5949420C-BBAE-4883-A571-88D4306A1FA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5" ma:contentTypeDescription="Create a new document." ma:contentTypeScope="" ma:versionID="9c80a020bbbb5ae2cda835c8e565440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f43573f6e26bc639b067c472853df6b7"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924337BE-4D89-48A3-9EB6-2D0F29162E1F}"/>
</file>

<file path=customXml/itemProps2.xml><?xml version="1.0" encoding="utf-8"?>
<ds:datastoreItem xmlns:ds="http://schemas.openxmlformats.org/officeDocument/2006/customXml" ds:itemID="{8AAEEA49-3EED-4488-A043-7D1DC7843D7D}">
  <ds:schemaRefs>
    <ds:schemaRef ds:uri="http://schemas.microsoft.com/sharepoint/v3/contenttype/forms"/>
  </ds:schemaRefs>
</ds:datastoreItem>
</file>

<file path=customXml/itemProps3.xml><?xml version="1.0" encoding="utf-8"?>
<ds:datastoreItem xmlns:ds="http://schemas.openxmlformats.org/officeDocument/2006/customXml" ds:itemID="{F78FCE96-C8A4-4E92-8467-18B7198B1C7C}">
  <ds:schemaRefs>
    <ds:schemaRef ds:uri="http://schemas.openxmlformats.org/package/2006/metadata/core-properties"/>
    <ds:schemaRef ds:uri="http://schemas.microsoft.com/office/2006/metadata/properties"/>
    <ds:schemaRef ds:uri="http://purl.org/dc/elements/1.1/"/>
    <ds:schemaRef ds:uri="9c63dabf-f1f0-4cd1-a9e9-0b56e4c00d13"/>
    <ds:schemaRef ds:uri="http://schemas.microsoft.com/office/infopath/2007/PartnerControls"/>
    <ds:schemaRef ds:uri="http://purl.org/dc/terms/"/>
    <ds:schemaRef ds:uri="http://schemas.microsoft.com/office/2006/documentManagement/types"/>
    <ds:schemaRef ds:uri="407cd63a-4332-48c6-8aa1-dc87009c7ec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Theme_3</Template>
  <TotalTime>2826</TotalTime>
  <Words>1289</Words>
  <Application>Microsoft Office PowerPoint</Application>
  <PresentationFormat>Widescreen</PresentationFormat>
  <Paragraphs>219</Paragraphs>
  <Slides>30</Slides>
  <Notes>3</Notes>
  <HiddenSlides>0</HiddenSlides>
  <MMClips>0</MMClips>
  <ScaleCrop>false</ScaleCrop>
  <HeadingPairs>
    <vt:vector size="4" baseType="variant">
      <vt:variant>
        <vt:lpstr>Theme</vt:lpstr>
      </vt:variant>
      <vt:variant>
        <vt:i4>3</vt:i4>
      </vt:variant>
      <vt:variant>
        <vt:lpstr>Slide Titles</vt:lpstr>
      </vt:variant>
      <vt:variant>
        <vt:i4>30</vt:i4>
      </vt:variant>
    </vt:vector>
  </HeadingPairs>
  <TitlesOfParts>
    <vt:vector size="33" baseType="lpstr">
      <vt:lpstr>Custom Design</vt:lpstr>
      <vt:lpstr>Theme2</vt:lpstr>
      <vt:lpstr>Cognizant</vt:lpstr>
      <vt:lpstr>Overview of Coaching Reports</vt:lpstr>
      <vt:lpstr>About the Author</vt:lpstr>
      <vt:lpstr>Objectives</vt:lpstr>
      <vt:lpstr>Recap ... </vt:lpstr>
      <vt:lpstr>Do You Know</vt:lpstr>
      <vt:lpstr>Introduction to Coaching Reports </vt:lpstr>
      <vt:lpstr> Introduction to Coaching Reports </vt:lpstr>
      <vt:lpstr>Configuring &amp; Sharing a Coaching Report </vt:lpstr>
      <vt:lpstr>VEEVA CRM Login</vt:lpstr>
      <vt:lpstr>Configuring Coaching Report ... 1</vt:lpstr>
      <vt:lpstr>Configuring Coaching Report ... 2</vt:lpstr>
      <vt:lpstr>Configuring Coaching Report ... 3</vt:lpstr>
      <vt:lpstr>Sharing of Coaching Reports</vt:lpstr>
      <vt:lpstr>User access for Reports </vt:lpstr>
      <vt:lpstr>Different Users ... 1</vt:lpstr>
      <vt:lpstr>Different Users ... 2</vt:lpstr>
      <vt:lpstr>Lifecycle of Coaching report </vt:lpstr>
      <vt:lpstr>Lifecycle of Coaching Report</vt:lpstr>
      <vt:lpstr>Creation of a Coaching report </vt:lpstr>
      <vt:lpstr>New Coaching Report Creation ... 1</vt:lpstr>
      <vt:lpstr>New Coaching Report Creation ... 2</vt:lpstr>
      <vt:lpstr>Check Your Understanding ... 1</vt:lpstr>
      <vt:lpstr>Check Your Understanding ... 2</vt:lpstr>
      <vt:lpstr>Check Your Understanding ... 3</vt:lpstr>
      <vt:lpstr>Check Your Understanding ... 4</vt:lpstr>
      <vt:lpstr>Check Your Understanding ... 5</vt:lpstr>
      <vt:lpstr>Summary</vt:lpstr>
      <vt:lpstr>Source</vt:lpstr>
      <vt:lpstr>Coming Next ... </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Prasad, Ritesh Kumar (Cognizant)</cp:lastModifiedBy>
  <cp:revision>265</cp:revision>
  <dcterms:created xsi:type="dcterms:W3CDTF">2011-06-15T11:24:59Z</dcterms:created>
  <dcterms:modified xsi:type="dcterms:W3CDTF">2023-08-14T07:28:39Z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y fmtid="{D5CDD505-2E9C-101B-9397-08002B2CF9AE}" pid="4" name="_NewReviewCycle">
    <vt:lpwstr/>
  </property>
</Properties>
</file>