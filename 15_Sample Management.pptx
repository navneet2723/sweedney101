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819" r:id="rId5"/>
  </p:sldMasterIdLst>
  <p:notesMasterIdLst>
    <p:notesMasterId r:id="rId60"/>
  </p:notesMasterIdLst>
  <p:handoutMasterIdLst>
    <p:handoutMasterId r:id="rId61"/>
  </p:handoutMasterIdLst>
  <p:sldIdLst>
    <p:sldId id="256" r:id="rId6"/>
    <p:sldId id="289" r:id="rId7"/>
    <p:sldId id="723" r:id="rId8"/>
    <p:sldId id="260" r:id="rId9"/>
    <p:sldId id="724" r:id="rId10"/>
    <p:sldId id="756" r:id="rId11"/>
    <p:sldId id="717" r:id="rId12"/>
    <p:sldId id="261" r:id="rId13"/>
    <p:sldId id="259" r:id="rId14"/>
    <p:sldId id="757" r:id="rId15"/>
    <p:sldId id="725" r:id="rId16"/>
    <p:sldId id="758" r:id="rId17"/>
    <p:sldId id="759" r:id="rId18"/>
    <p:sldId id="760" r:id="rId19"/>
    <p:sldId id="718" r:id="rId20"/>
    <p:sldId id="270" r:id="rId21"/>
    <p:sldId id="761" r:id="rId22"/>
    <p:sldId id="762" r:id="rId23"/>
    <p:sldId id="763" r:id="rId24"/>
    <p:sldId id="764" r:id="rId25"/>
    <p:sldId id="719" r:id="rId26"/>
    <p:sldId id="273" r:id="rId27"/>
    <p:sldId id="765" r:id="rId28"/>
    <p:sldId id="766" r:id="rId29"/>
    <p:sldId id="767" r:id="rId30"/>
    <p:sldId id="768" r:id="rId31"/>
    <p:sldId id="720" r:id="rId32"/>
    <p:sldId id="266" r:id="rId33"/>
    <p:sldId id="726" r:id="rId34"/>
    <p:sldId id="728" r:id="rId35"/>
    <p:sldId id="727" r:id="rId36"/>
    <p:sldId id="729" r:id="rId37"/>
    <p:sldId id="730" r:id="rId38"/>
    <p:sldId id="731" r:id="rId39"/>
    <p:sldId id="732" r:id="rId40"/>
    <p:sldId id="733" r:id="rId41"/>
    <p:sldId id="734" r:id="rId42"/>
    <p:sldId id="735" r:id="rId43"/>
    <p:sldId id="736" r:id="rId44"/>
    <p:sldId id="737" r:id="rId45"/>
    <p:sldId id="769" r:id="rId46"/>
    <p:sldId id="770" r:id="rId47"/>
    <p:sldId id="721" r:id="rId48"/>
    <p:sldId id="276" r:id="rId49"/>
    <p:sldId id="771" r:id="rId50"/>
    <p:sldId id="716" r:id="rId51"/>
    <p:sldId id="773" r:id="rId52"/>
    <p:sldId id="772" r:id="rId53"/>
    <p:sldId id="774" r:id="rId54"/>
    <p:sldId id="775" r:id="rId55"/>
    <p:sldId id="265" r:id="rId56"/>
    <p:sldId id="287" r:id="rId57"/>
    <p:sldId id="288" r:id="rId58"/>
    <p:sldId id="268"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4" userDrawn="1">
          <p15:clr>
            <a:srgbClr val="A4A3A4"/>
          </p15:clr>
        </p15:guide>
        <p15:guide id="2" orient="horz" pos="3480" userDrawn="1">
          <p15:clr>
            <a:srgbClr val="A4A3A4"/>
          </p15:clr>
        </p15:guide>
        <p15:guide id="3" orient="horz" pos="1968" userDrawn="1">
          <p15:clr>
            <a:srgbClr val="A4A3A4"/>
          </p15:clr>
        </p15:guide>
        <p15:guide id="4"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0FE45A-7076-C060-3926-02C230FFCD7B}" name="Gartner, David (Cognizant)" initials="GD(" userId="S::930056@cognizant.com::31109c44-657a-4c1f-917c-0cd2083250d2" providerId="AD"/>
  <p188:author id="{99F93FB6-C18C-5FBA-5487-DBE9A471B604}" name="Jennifer Kelly" initials="JK" userId="c+VufwqJC72uMbGB6Qy3ESl4lWVfVYW4DP6fjOUmpX4=" providerId="None"/>
  <p188:author id="{AFF83BBF-8DC2-56B1-7D97-F4B62A6558D1}" name="Holsinger, Sophie (Contractor)" initials="H(" userId="qSv0elhcSqVZ6Und2jvxKda9UaW6eolhxm7dQQjF6aw=" providerId="None"/>
  <p188:author id="{0DF45BD4-5C8A-2E2D-FEE5-54A7402B3C0A}" name="Michelle Loeb" initials="ML" userId="y5thoKV0uDjaThbJPgxbMhWQvDJapLNicr5yuEWdci8=" providerId="None"/>
  <p188:author id="{561DB6D9-3341-C508-291F-4E7B425C4BEE}" name="La Cascia, Lynne (Cognizant)" initials="L(" userId="XzsV+nJzGmSCzj+6LOZ0MUrq7QBF9d0P2TCBTjMm7P4="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ikki Feuerstein" initials="RF" lastIdx="118" clrIdx="0">
    <p:extLst>
      <p:ext uri="{19B8F6BF-5375-455C-9EA6-DF929625EA0E}">
        <p15:presenceInfo xmlns:p15="http://schemas.microsoft.com/office/powerpoint/2012/main" userId="9696b6c1086d6638" providerId="Windows Live"/>
      </p:ext>
    </p:extLst>
  </p:cmAuthor>
  <p:cmAuthor id="2" name="Alex DiMaio" initials="AD" lastIdx="327" clrIdx="1">
    <p:extLst>
      <p:ext uri="{19B8F6BF-5375-455C-9EA6-DF929625EA0E}">
        <p15:presenceInfo xmlns:p15="http://schemas.microsoft.com/office/powerpoint/2012/main" userId="S::adimaio@tenetpartner.onmicrosoft.com::b1481f74-343d-4e6b-b114-ca2ded61f9f6" providerId="AD"/>
      </p:ext>
    </p:extLst>
  </p:cmAuthor>
  <p:cmAuthor id="3" name="Microsoft Office User" initials="MOU" lastIdx="4" clrIdx="2"/>
  <p:cmAuthor id="4" name="Gartner, David (Cognizant)" initials="GD(" lastIdx="61" clrIdx="3">
    <p:extLst>
      <p:ext uri="{19B8F6BF-5375-455C-9EA6-DF929625EA0E}">
        <p15:presenceInfo xmlns:p15="http://schemas.microsoft.com/office/powerpoint/2012/main" userId="S::930056@cognizant.com::31109c44-657a-4c1f-917c-0cd2083250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DB820"/>
    <a:srgbClr val="EAC71D"/>
    <a:srgbClr val="B81E2D"/>
    <a:srgbClr val="424242"/>
    <a:srgbClr val="ECECEC"/>
    <a:srgbClr val="000048"/>
    <a:srgbClr val="777777"/>
    <a:srgbClr val="E9C71D"/>
    <a:srgbClr val="2E31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17C06F-7EDA-AD6C-7C61-8A789BD4FA2E}" v="17" dt="2024-11-13T14:30:49.0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6327" autoAdjust="0"/>
  </p:normalViewPr>
  <p:slideViewPr>
    <p:cSldViewPr snapToGrid="0">
      <p:cViewPr varScale="1">
        <p:scale>
          <a:sx n="40" d="100"/>
          <a:sy n="40" d="100"/>
        </p:scale>
        <p:origin x="60" y="540"/>
      </p:cViewPr>
      <p:guideLst>
        <p:guide orient="horz" pos="1584"/>
        <p:guide orient="horz" pos="3480"/>
        <p:guide orient="horz" pos="1968"/>
        <p:guide pos="3840"/>
      </p:guideLst>
    </p:cSldViewPr>
  </p:slideViewPr>
  <p:outlineViewPr>
    <p:cViewPr>
      <p:scale>
        <a:sx n="33" d="100"/>
        <a:sy n="33" d="100"/>
      </p:scale>
      <p:origin x="0" y="-20008"/>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0" d="100"/>
          <a:sy n="110" d="100"/>
        </p:scale>
        <p:origin x="4160"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handoutMaster" Target="handoutMasters/handout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69"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microsoft.com/office/2016/11/relationships/changesInfo" Target="changesInfos/changesInfo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Sneha (Cognizant)" userId="62ca8c89-7698-4ba4-86c5-ae883b79a337" providerId="ADAL" clId="{3EE66226-DB5F-4EE2-A9AB-D187C9116CED}"/>
    <pc:docChg chg="undo custSel addSld delSld modSld sldOrd">
      <pc:chgData name="Kate, Sneha (Cognizant)" userId="62ca8c89-7698-4ba4-86c5-ae883b79a337" providerId="ADAL" clId="{3EE66226-DB5F-4EE2-A9AB-D187C9116CED}" dt="2023-08-08T07:41:49.388" v="2811" actId="20577"/>
      <pc:docMkLst>
        <pc:docMk/>
      </pc:docMkLst>
      <pc:sldChg chg="modSp mod">
        <pc:chgData name="Kate, Sneha (Cognizant)" userId="62ca8c89-7698-4ba4-86c5-ae883b79a337" providerId="ADAL" clId="{3EE66226-DB5F-4EE2-A9AB-D187C9116CED}" dt="2023-08-02T05:25:54.059" v="46" actId="20577"/>
        <pc:sldMkLst>
          <pc:docMk/>
          <pc:sldMk cId="2682367817" sldId="256"/>
        </pc:sldMkLst>
        <pc:spChg chg="mod">
          <ac:chgData name="Kate, Sneha (Cognizant)" userId="62ca8c89-7698-4ba4-86c5-ae883b79a337" providerId="ADAL" clId="{3EE66226-DB5F-4EE2-A9AB-D187C9116CED}" dt="2023-08-02T05:25:54.059" v="46" actId="20577"/>
          <ac:spMkLst>
            <pc:docMk/>
            <pc:sldMk cId="2682367817" sldId="256"/>
            <ac:spMk id="2" creationId="{6DD6D1A9-B0C5-D73A-BAE7-E3FCBDA3F0BA}"/>
          </ac:spMkLst>
        </pc:spChg>
      </pc:sldChg>
      <pc:sldChg chg="addSp delSp modSp mod">
        <pc:chgData name="Kate, Sneha (Cognizant)" userId="62ca8c89-7698-4ba4-86c5-ae883b79a337" providerId="ADAL" clId="{3EE66226-DB5F-4EE2-A9AB-D187C9116CED}" dt="2023-08-02T06:39:36.586" v="165" actId="14100"/>
        <pc:sldMkLst>
          <pc:docMk/>
          <pc:sldMk cId="1879160448" sldId="259"/>
        </pc:sldMkLst>
        <pc:spChg chg="del mod">
          <ac:chgData name="Kate, Sneha (Cognizant)" userId="62ca8c89-7698-4ba4-86c5-ae883b79a337" providerId="ADAL" clId="{3EE66226-DB5F-4EE2-A9AB-D187C9116CED}" dt="2023-08-02T06:39:16.037" v="161"/>
          <ac:spMkLst>
            <pc:docMk/>
            <pc:sldMk cId="1879160448" sldId="259"/>
            <ac:spMk id="2" creationId="{E5A63820-092F-35E6-E8BF-2B62EEE21138}"/>
          </ac:spMkLst>
        </pc:spChg>
        <pc:spChg chg="mod">
          <ac:chgData name="Kate, Sneha (Cognizant)" userId="62ca8c89-7698-4ba4-86c5-ae883b79a337" providerId="ADAL" clId="{3EE66226-DB5F-4EE2-A9AB-D187C9116CED}" dt="2023-08-02T06:39:05.988" v="157" actId="20577"/>
          <ac:spMkLst>
            <pc:docMk/>
            <pc:sldMk cId="1879160448" sldId="259"/>
            <ac:spMk id="3" creationId="{698B3586-83C2-3951-7A86-9A7AC0F0310F}"/>
          </ac:spMkLst>
        </pc:spChg>
        <pc:picChg chg="add mod">
          <ac:chgData name="Kate, Sneha (Cognizant)" userId="62ca8c89-7698-4ba4-86c5-ae883b79a337" providerId="ADAL" clId="{3EE66226-DB5F-4EE2-A9AB-D187C9116CED}" dt="2023-08-02T06:39:36.586" v="165" actId="14100"/>
          <ac:picMkLst>
            <pc:docMk/>
            <pc:sldMk cId="1879160448" sldId="259"/>
            <ac:picMk id="6" creationId="{2BB748FB-F028-94AC-A5A8-7DFA99CDDA69}"/>
          </ac:picMkLst>
        </pc:picChg>
      </pc:sldChg>
      <pc:sldChg chg="modSp mod ord">
        <pc:chgData name="Kate, Sneha (Cognizant)" userId="62ca8c89-7698-4ba4-86c5-ae883b79a337" providerId="ADAL" clId="{3EE66226-DB5F-4EE2-A9AB-D187C9116CED}" dt="2023-08-02T05:27:39.352" v="55"/>
        <pc:sldMkLst>
          <pc:docMk/>
          <pc:sldMk cId="3005906201" sldId="260"/>
        </pc:sldMkLst>
        <pc:spChg chg="mod">
          <ac:chgData name="Kate, Sneha (Cognizant)" userId="62ca8c89-7698-4ba4-86c5-ae883b79a337" providerId="ADAL" clId="{3EE66226-DB5F-4EE2-A9AB-D187C9116CED}" dt="2023-08-02T05:27:39.352" v="55"/>
          <ac:spMkLst>
            <pc:docMk/>
            <pc:sldMk cId="3005906201" sldId="260"/>
            <ac:spMk id="2" creationId="{C4B7A633-33F1-43A7-05B1-ABCE3F2FD3C2}"/>
          </ac:spMkLst>
        </pc:spChg>
      </pc:sldChg>
      <pc:sldChg chg="modSp mod ord">
        <pc:chgData name="Kate, Sneha (Cognizant)" userId="62ca8c89-7698-4ba4-86c5-ae883b79a337" providerId="ADAL" clId="{3EE66226-DB5F-4EE2-A9AB-D187C9116CED}" dt="2023-08-02T06:38:42.413" v="136"/>
        <pc:sldMkLst>
          <pc:docMk/>
          <pc:sldMk cId="2236367607" sldId="261"/>
        </pc:sldMkLst>
        <pc:spChg chg="mod">
          <ac:chgData name="Kate, Sneha (Cognizant)" userId="62ca8c89-7698-4ba4-86c5-ae883b79a337" providerId="ADAL" clId="{3EE66226-DB5F-4EE2-A9AB-D187C9116CED}" dt="2023-08-02T06:38:42.413" v="136"/>
          <ac:spMkLst>
            <pc:docMk/>
            <pc:sldMk cId="2236367607" sldId="261"/>
            <ac:spMk id="2" creationId="{00565AA0-9D26-01E4-3E5C-A7CD5FA39082}"/>
          </ac:spMkLst>
        </pc:spChg>
      </pc:sldChg>
      <pc:sldChg chg="modSp mod ord">
        <pc:chgData name="Kate, Sneha (Cognizant)" userId="62ca8c89-7698-4ba4-86c5-ae883b79a337" providerId="ADAL" clId="{3EE66226-DB5F-4EE2-A9AB-D187C9116CED}" dt="2023-08-08T07:40:42.048" v="2761"/>
        <pc:sldMkLst>
          <pc:docMk/>
          <pc:sldMk cId="3090349151" sldId="265"/>
        </pc:sldMkLst>
        <pc:spChg chg="mod">
          <ac:chgData name="Kate, Sneha (Cognizant)" userId="62ca8c89-7698-4ba4-86c5-ae883b79a337" providerId="ADAL" clId="{3EE66226-DB5F-4EE2-A9AB-D187C9116CED}" dt="2023-08-08T07:40:42.048" v="2761"/>
          <ac:spMkLst>
            <pc:docMk/>
            <pc:sldMk cId="3090349151" sldId="265"/>
            <ac:spMk id="5" creationId="{3325E288-3DD0-3289-1B46-700F55FF4848}"/>
          </ac:spMkLst>
        </pc:spChg>
      </pc:sldChg>
      <pc:sldChg chg="delSp modSp mod">
        <pc:chgData name="Kate, Sneha (Cognizant)" userId="62ca8c89-7698-4ba4-86c5-ae883b79a337" providerId="ADAL" clId="{3EE66226-DB5F-4EE2-A9AB-D187C9116CED}" dt="2023-08-02T07:42:32.738" v="1023" actId="14100"/>
        <pc:sldMkLst>
          <pc:docMk/>
          <pc:sldMk cId="1779795695" sldId="266"/>
        </pc:sldMkLst>
        <pc:spChg chg="mod">
          <ac:chgData name="Kate, Sneha (Cognizant)" userId="62ca8c89-7698-4ba4-86c5-ae883b79a337" providerId="ADAL" clId="{3EE66226-DB5F-4EE2-A9AB-D187C9116CED}" dt="2023-08-02T07:42:32.738" v="1023" actId="14100"/>
          <ac:spMkLst>
            <pc:docMk/>
            <pc:sldMk cId="1779795695" sldId="266"/>
            <ac:spMk id="5" creationId="{7A8B3838-7BD6-DD5F-D50B-A9433F6534F7}"/>
          </ac:spMkLst>
        </pc:spChg>
        <pc:spChg chg="mod">
          <ac:chgData name="Kate, Sneha (Cognizant)" userId="62ca8c89-7698-4ba4-86c5-ae883b79a337" providerId="ADAL" clId="{3EE66226-DB5F-4EE2-A9AB-D187C9116CED}" dt="2023-08-02T07:37:56.763" v="965" actId="14100"/>
          <ac:spMkLst>
            <pc:docMk/>
            <pc:sldMk cId="1779795695" sldId="266"/>
            <ac:spMk id="20" creationId="{4C621679-D8D6-6A92-123F-0B378A52F909}"/>
          </ac:spMkLst>
        </pc:spChg>
        <pc:spChg chg="del mod">
          <ac:chgData name="Kate, Sneha (Cognizant)" userId="62ca8c89-7698-4ba4-86c5-ae883b79a337" providerId="ADAL" clId="{3EE66226-DB5F-4EE2-A9AB-D187C9116CED}" dt="2023-08-02T07:37:49.323" v="963" actId="478"/>
          <ac:spMkLst>
            <pc:docMk/>
            <pc:sldMk cId="1779795695" sldId="266"/>
            <ac:spMk id="30" creationId="{56E125A6-EB07-C076-5CC7-90EEB19AD883}"/>
          </ac:spMkLst>
        </pc:spChg>
      </pc:sldChg>
      <pc:sldChg chg="del">
        <pc:chgData name="Kate, Sneha (Cognizant)" userId="62ca8c89-7698-4ba4-86c5-ae883b79a337" providerId="ADAL" clId="{3EE66226-DB5F-4EE2-A9AB-D187C9116CED}" dt="2023-08-08T07:39:28.277" v="2743" actId="47"/>
        <pc:sldMkLst>
          <pc:docMk/>
          <pc:sldMk cId="1255605990" sldId="267"/>
        </pc:sldMkLst>
      </pc:sldChg>
      <pc:sldChg chg="modSp mod">
        <pc:chgData name="Kate, Sneha (Cognizant)" userId="62ca8c89-7698-4ba4-86c5-ae883b79a337" providerId="ADAL" clId="{3EE66226-DB5F-4EE2-A9AB-D187C9116CED}" dt="2023-08-08T07:41:49.388" v="2811" actId="20577"/>
        <pc:sldMkLst>
          <pc:docMk/>
          <pc:sldMk cId="3158841849" sldId="268"/>
        </pc:sldMkLst>
        <pc:spChg chg="mod">
          <ac:chgData name="Kate, Sneha (Cognizant)" userId="62ca8c89-7698-4ba4-86c5-ae883b79a337" providerId="ADAL" clId="{3EE66226-DB5F-4EE2-A9AB-D187C9116CED}" dt="2023-08-08T07:41:49.388" v="2811" actId="20577"/>
          <ac:spMkLst>
            <pc:docMk/>
            <pc:sldMk cId="3158841849" sldId="268"/>
            <ac:spMk id="5" creationId="{9F210633-8F7E-62A5-5DA0-0E7F5050FB3E}"/>
          </ac:spMkLst>
        </pc:spChg>
      </pc:sldChg>
      <pc:sldChg chg="addSp delSp modSp mod">
        <pc:chgData name="Kate, Sneha (Cognizant)" userId="62ca8c89-7698-4ba4-86c5-ae883b79a337" providerId="ADAL" clId="{3EE66226-DB5F-4EE2-A9AB-D187C9116CED}" dt="2023-08-02T07:21:46.031" v="589" actId="12"/>
        <pc:sldMkLst>
          <pc:docMk/>
          <pc:sldMk cId="3427747904" sldId="270"/>
        </pc:sldMkLst>
        <pc:spChg chg="mod">
          <ac:chgData name="Kate, Sneha (Cognizant)" userId="62ca8c89-7698-4ba4-86c5-ae883b79a337" providerId="ADAL" clId="{3EE66226-DB5F-4EE2-A9AB-D187C9116CED}" dt="2023-08-02T07:21:39.125" v="588" actId="14100"/>
          <ac:spMkLst>
            <pc:docMk/>
            <pc:sldMk cId="3427747904" sldId="270"/>
            <ac:spMk id="3" creationId="{F407570A-35E0-C689-8D89-981372F5A85F}"/>
          </ac:spMkLst>
        </pc:spChg>
        <pc:spChg chg="add mod">
          <ac:chgData name="Kate, Sneha (Cognizant)" userId="62ca8c89-7698-4ba4-86c5-ae883b79a337" providerId="ADAL" clId="{3EE66226-DB5F-4EE2-A9AB-D187C9116CED}" dt="2023-08-02T07:21:46.031" v="589" actId="12"/>
          <ac:spMkLst>
            <pc:docMk/>
            <pc:sldMk cId="3427747904" sldId="270"/>
            <ac:spMk id="7" creationId="{BE0B9982-1981-BC9B-3055-927CAC8BD944}"/>
          </ac:spMkLst>
        </pc:spChg>
        <pc:graphicFrameChg chg="del mod">
          <ac:chgData name="Kate, Sneha (Cognizant)" userId="62ca8c89-7698-4ba4-86c5-ae883b79a337" providerId="ADAL" clId="{3EE66226-DB5F-4EE2-A9AB-D187C9116CED}" dt="2023-08-02T07:19:47.807" v="581" actId="478"/>
          <ac:graphicFrameMkLst>
            <pc:docMk/>
            <pc:sldMk cId="3427747904" sldId="270"/>
            <ac:graphicFrameMk id="6" creationId="{EA9B55F3-D1F5-899A-5B73-F60179FD9944}"/>
          </ac:graphicFrameMkLst>
        </pc:graphicFrameChg>
        <pc:graphicFrameChg chg="mod">
          <ac:chgData name="Kate, Sneha (Cognizant)" userId="62ca8c89-7698-4ba4-86c5-ae883b79a337" providerId="ADAL" clId="{3EE66226-DB5F-4EE2-A9AB-D187C9116CED}" dt="2023-08-02T07:19:07.957" v="506" actId="478"/>
          <ac:graphicFrameMkLst>
            <pc:docMk/>
            <pc:sldMk cId="3427747904" sldId="270"/>
            <ac:graphicFrameMk id="9" creationId="{54346EB6-F1D6-B0AC-7FC4-0B2635C8902B}"/>
          </ac:graphicFrameMkLst>
        </pc:graphicFrameChg>
      </pc:sldChg>
      <pc:sldChg chg="addSp delSp modSp mod">
        <pc:chgData name="Kate, Sneha (Cognizant)" userId="62ca8c89-7698-4ba4-86c5-ae883b79a337" providerId="ADAL" clId="{3EE66226-DB5F-4EE2-A9AB-D187C9116CED}" dt="2023-08-02T07:28:08.581" v="811" actId="1076"/>
        <pc:sldMkLst>
          <pc:docMk/>
          <pc:sldMk cId="384398374" sldId="273"/>
        </pc:sldMkLst>
        <pc:spChg chg="mod">
          <ac:chgData name="Kate, Sneha (Cognizant)" userId="62ca8c89-7698-4ba4-86c5-ae883b79a337" providerId="ADAL" clId="{3EE66226-DB5F-4EE2-A9AB-D187C9116CED}" dt="2023-08-02T07:28:06.282" v="810" actId="14100"/>
          <ac:spMkLst>
            <pc:docMk/>
            <pc:sldMk cId="384398374" sldId="273"/>
            <ac:spMk id="3" creationId="{F407570A-35E0-C689-8D89-981372F5A85F}"/>
          </ac:spMkLst>
        </pc:spChg>
        <pc:picChg chg="del">
          <ac:chgData name="Kate, Sneha (Cognizant)" userId="62ca8c89-7698-4ba4-86c5-ae883b79a337" providerId="ADAL" clId="{3EE66226-DB5F-4EE2-A9AB-D187C9116CED}" dt="2023-08-02T07:27:45.817" v="767" actId="478"/>
          <ac:picMkLst>
            <pc:docMk/>
            <pc:sldMk cId="384398374" sldId="273"/>
            <ac:picMk id="2" creationId="{23CB2193-C9B6-8230-3447-10109FE62678}"/>
          </ac:picMkLst>
        </pc:picChg>
        <pc:picChg chg="add mod">
          <ac:chgData name="Kate, Sneha (Cognizant)" userId="62ca8c89-7698-4ba4-86c5-ae883b79a337" providerId="ADAL" clId="{3EE66226-DB5F-4EE2-A9AB-D187C9116CED}" dt="2023-08-02T07:28:08.581" v="811" actId="1076"/>
          <ac:picMkLst>
            <pc:docMk/>
            <pc:sldMk cId="384398374" sldId="273"/>
            <ac:picMk id="6" creationId="{A73DE2FC-5234-DF3A-0F19-82A5BD864C9F}"/>
          </ac:picMkLst>
        </pc:picChg>
      </pc:sldChg>
      <pc:sldChg chg="delSp modSp mod">
        <pc:chgData name="Kate, Sneha (Cognizant)" userId="62ca8c89-7698-4ba4-86c5-ae883b79a337" providerId="ADAL" clId="{3EE66226-DB5F-4EE2-A9AB-D187C9116CED}" dt="2023-08-08T07:30:19.733" v="2511" actId="20577"/>
        <pc:sldMkLst>
          <pc:docMk/>
          <pc:sldMk cId="2245440374" sldId="276"/>
        </pc:sldMkLst>
        <pc:spChg chg="mod">
          <ac:chgData name="Kate, Sneha (Cognizant)" userId="62ca8c89-7698-4ba4-86c5-ae883b79a337" providerId="ADAL" clId="{3EE66226-DB5F-4EE2-A9AB-D187C9116CED}" dt="2023-08-08T07:29:51.183" v="2505"/>
          <ac:spMkLst>
            <pc:docMk/>
            <pc:sldMk cId="2245440374" sldId="276"/>
            <ac:spMk id="4" creationId="{E70B7BF2-667A-CCD4-DE4D-818A2635E561}"/>
          </ac:spMkLst>
        </pc:spChg>
        <pc:spChg chg="mod">
          <ac:chgData name="Kate, Sneha (Cognizant)" userId="62ca8c89-7698-4ba4-86c5-ae883b79a337" providerId="ADAL" clId="{3EE66226-DB5F-4EE2-A9AB-D187C9116CED}" dt="2023-08-08T07:30:19.733" v="2511" actId="20577"/>
          <ac:spMkLst>
            <pc:docMk/>
            <pc:sldMk cId="2245440374" sldId="276"/>
            <ac:spMk id="5" creationId="{7A8B3838-7BD6-DD5F-D50B-A9433F6534F7}"/>
          </ac:spMkLst>
        </pc:spChg>
        <pc:graphicFrameChg chg="del mod modGraphic">
          <ac:chgData name="Kate, Sneha (Cognizant)" userId="62ca8c89-7698-4ba4-86c5-ae883b79a337" providerId="ADAL" clId="{3EE66226-DB5F-4EE2-A9AB-D187C9116CED}" dt="2023-08-08T07:29:26.463" v="2460" actId="478"/>
          <ac:graphicFrameMkLst>
            <pc:docMk/>
            <pc:sldMk cId="2245440374" sldId="276"/>
            <ac:graphicFrameMk id="11" creationId="{3F861AD7-EC67-19CF-55B4-17A6785C280A}"/>
          </ac:graphicFrameMkLst>
        </pc:graphicFrameChg>
      </pc:sldChg>
      <pc:sldChg chg="del">
        <pc:chgData name="Kate, Sneha (Cognizant)" userId="62ca8c89-7698-4ba4-86c5-ae883b79a337" providerId="ADAL" clId="{3EE66226-DB5F-4EE2-A9AB-D187C9116CED}" dt="2023-08-08T07:39:30.478" v="2744" actId="47"/>
        <pc:sldMkLst>
          <pc:docMk/>
          <pc:sldMk cId="1198700657" sldId="277"/>
        </pc:sldMkLst>
      </pc:sldChg>
      <pc:sldChg chg="del">
        <pc:chgData name="Kate, Sneha (Cognizant)" userId="62ca8c89-7698-4ba4-86c5-ae883b79a337" providerId="ADAL" clId="{3EE66226-DB5F-4EE2-A9AB-D187C9116CED}" dt="2023-08-08T07:39:36.411" v="2746" actId="47"/>
        <pc:sldMkLst>
          <pc:docMk/>
          <pc:sldMk cId="3356987430" sldId="278"/>
        </pc:sldMkLst>
      </pc:sldChg>
      <pc:sldChg chg="del">
        <pc:chgData name="Kate, Sneha (Cognizant)" userId="62ca8c89-7698-4ba4-86c5-ae883b79a337" providerId="ADAL" clId="{3EE66226-DB5F-4EE2-A9AB-D187C9116CED}" dt="2023-08-08T07:39:37.151" v="2747" actId="47"/>
        <pc:sldMkLst>
          <pc:docMk/>
          <pc:sldMk cId="4082255068" sldId="279"/>
        </pc:sldMkLst>
      </pc:sldChg>
      <pc:sldChg chg="ord">
        <pc:chgData name="Kate, Sneha (Cognizant)" userId="62ca8c89-7698-4ba4-86c5-ae883b79a337" providerId="ADAL" clId="{3EE66226-DB5F-4EE2-A9AB-D187C9116CED}" dt="2023-08-08T07:40:27.225" v="2760"/>
        <pc:sldMkLst>
          <pc:docMk/>
          <pc:sldMk cId="563797236" sldId="287"/>
        </pc:sldMkLst>
      </pc:sldChg>
      <pc:sldChg chg="modSp mod">
        <pc:chgData name="Kate, Sneha (Cognizant)" userId="62ca8c89-7698-4ba4-86c5-ae883b79a337" providerId="ADAL" clId="{3EE66226-DB5F-4EE2-A9AB-D187C9116CED}" dt="2023-08-08T07:41:27.167" v="2763"/>
        <pc:sldMkLst>
          <pc:docMk/>
          <pc:sldMk cId="3511727540" sldId="288"/>
        </pc:sldMkLst>
        <pc:spChg chg="mod">
          <ac:chgData name="Kate, Sneha (Cognizant)" userId="62ca8c89-7698-4ba4-86c5-ae883b79a337" providerId="ADAL" clId="{3EE66226-DB5F-4EE2-A9AB-D187C9116CED}" dt="2023-08-08T07:41:27.167" v="2763"/>
          <ac:spMkLst>
            <pc:docMk/>
            <pc:sldMk cId="3511727540" sldId="288"/>
            <ac:spMk id="5" creationId="{3325E288-3DD0-3289-1B46-700F55FF4848}"/>
          </ac:spMkLst>
        </pc:spChg>
      </pc:sldChg>
      <pc:sldChg chg="del">
        <pc:chgData name="Kate, Sneha (Cognizant)" userId="62ca8c89-7698-4ba4-86c5-ae883b79a337" providerId="ADAL" clId="{3EE66226-DB5F-4EE2-A9AB-D187C9116CED}" dt="2023-08-08T07:40:07.645" v="2755" actId="47"/>
        <pc:sldMkLst>
          <pc:docMk/>
          <pc:sldMk cId="180774390" sldId="712"/>
        </pc:sldMkLst>
      </pc:sldChg>
      <pc:sldChg chg="modSp mod ord">
        <pc:chgData name="Kate, Sneha (Cognizant)" userId="62ca8c89-7698-4ba4-86c5-ae883b79a337" providerId="ADAL" clId="{3EE66226-DB5F-4EE2-A9AB-D187C9116CED}" dt="2023-08-08T07:33:16.894" v="2553"/>
        <pc:sldMkLst>
          <pc:docMk/>
          <pc:sldMk cId="117732452" sldId="716"/>
        </pc:sldMkLst>
        <pc:spChg chg="mod">
          <ac:chgData name="Kate, Sneha (Cognizant)" userId="62ca8c89-7698-4ba4-86c5-ae883b79a337" providerId="ADAL" clId="{3EE66226-DB5F-4EE2-A9AB-D187C9116CED}" dt="2023-08-08T07:32:15.683" v="2546" actId="20577"/>
          <ac:spMkLst>
            <pc:docMk/>
            <pc:sldMk cId="117732452" sldId="716"/>
            <ac:spMk id="10" creationId="{098A60CF-ECA1-C4F2-1E35-BBDDECA0C44A}"/>
          </ac:spMkLst>
        </pc:spChg>
        <pc:graphicFrameChg chg="mod">
          <ac:chgData name="Kate, Sneha (Cognizant)" userId="62ca8c89-7698-4ba4-86c5-ae883b79a337" providerId="ADAL" clId="{3EE66226-DB5F-4EE2-A9AB-D187C9116CED}" dt="2023-08-08T07:33:16.894" v="2553"/>
          <ac:graphicFrameMkLst>
            <pc:docMk/>
            <pc:sldMk cId="117732452" sldId="716"/>
            <ac:graphicFrameMk id="5" creationId="{CF566466-BBFA-208A-E65D-B08953063E86}"/>
          </ac:graphicFrameMkLst>
        </pc:graphicFrameChg>
      </pc:sldChg>
      <pc:sldChg chg="addSp delSp modSp mod ord">
        <pc:chgData name="Kate, Sneha (Cognizant)" userId="62ca8c89-7698-4ba4-86c5-ae883b79a337" providerId="ADAL" clId="{3EE66226-DB5F-4EE2-A9AB-D187C9116CED}" dt="2023-08-02T07:21:04.895" v="586" actId="14100"/>
        <pc:sldMkLst>
          <pc:docMk/>
          <pc:sldMk cId="3519810719" sldId="717"/>
        </pc:sldMkLst>
        <pc:spChg chg="mod">
          <ac:chgData name="Kate, Sneha (Cognizant)" userId="62ca8c89-7698-4ba4-86c5-ae883b79a337" providerId="ADAL" clId="{3EE66226-DB5F-4EE2-A9AB-D187C9116CED}" dt="2023-08-02T06:38:14.281" v="132" actId="14100"/>
          <ac:spMkLst>
            <pc:docMk/>
            <pc:sldMk cId="3519810719" sldId="717"/>
            <ac:spMk id="3" creationId="{C7276DC3-F326-F107-FC8E-C78A1B588DB8}"/>
          </ac:spMkLst>
        </pc:spChg>
        <pc:spChg chg="add del mod">
          <ac:chgData name="Kate, Sneha (Cognizant)" userId="62ca8c89-7698-4ba4-86c5-ae883b79a337" providerId="ADAL" clId="{3EE66226-DB5F-4EE2-A9AB-D187C9116CED}" dt="2023-08-02T07:15:07.748" v="409" actId="22"/>
          <ac:spMkLst>
            <pc:docMk/>
            <pc:sldMk cId="3519810719" sldId="717"/>
            <ac:spMk id="6" creationId="{4B14B7E6-F4EA-9B9E-F9C8-F909A7DF36FC}"/>
          </ac:spMkLst>
        </pc:spChg>
        <pc:spChg chg="add del mod">
          <ac:chgData name="Kate, Sneha (Cognizant)" userId="62ca8c89-7698-4ba4-86c5-ae883b79a337" providerId="ADAL" clId="{3EE66226-DB5F-4EE2-A9AB-D187C9116CED}" dt="2023-08-02T07:21:04.895" v="586" actId="14100"/>
          <ac:spMkLst>
            <pc:docMk/>
            <pc:sldMk cId="3519810719" sldId="717"/>
            <ac:spMk id="11" creationId="{6C89135B-DDC4-C06C-33AD-3FA78D5BA252}"/>
          </ac:spMkLst>
        </pc:spChg>
      </pc:sldChg>
      <pc:sldChg chg="modSp mod">
        <pc:chgData name="Kate, Sneha (Cognizant)" userId="62ca8c89-7698-4ba4-86c5-ae883b79a337" providerId="ADAL" clId="{3EE66226-DB5F-4EE2-A9AB-D187C9116CED}" dt="2023-08-02T07:21:21.470" v="587" actId="14100"/>
        <pc:sldMkLst>
          <pc:docMk/>
          <pc:sldMk cId="4272226962" sldId="718"/>
        </pc:sldMkLst>
        <pc:spChg chg="mod">
          <ac:chgData name="Kate, Sneha (Cognizant)" userId="62ca8c89-7698-4ba4-86c5-ae883b79a337" providerId="ADAL" clId="{3EE66226-DB5F-4EE2-A9AB-D187C9116CED}" dt="2023-08-02T07:17:04.165" v="473" actId="14100"/>
          <ac:spMkLst>
            <pc:docMk/>
            <pc:sldMk cId="4272226962" sldId="718"/>
            <ac:spMk id="2" creationId="{6DD6D1A9-B0C5-D73A-BAE7-E3FCBDA3F0BA}"/>
          </ac:spMkLst>
        </pc:spChg>
        <pc:spChg chg="mod">
          <ac:chgData name="Kate, Sneha (Cognizant)" userId="62ca8c89-7698-4ba4-86c5-ae883b79a337" providerId="ADAL" clId="{3EE66226-DB5F-4EE2-A9AB-D187C9116CED}" dt="2023-08-02T07:21:21.470" v="587" actId="14100"/>
          <ac:spMkLst>
            <pc:docMk/>
            <pc:sldMk cId="4272226962" sldId="718"/>
            <ac:spMk id="3" creationId="{C7276DC3-F326-F107-FC8E-C78A1B588DB8}"/>
          </ac:spMkLst>
        </pc:spChg>
      </pc:sldChg>
      <pc:sldChg chg="modSp mod">
        <pc:chgData name="Kate, Sneha (Cognizant)" userId="62ca8c89-7698-4ba4-86c5-ae883b79a337" providerId="ADAL" clId="{3EE66226-DB5F-4EE2-A9AB-D187C9116CED}" dt="2023-08-02T07:27:34.707" v="766" actId="20577"/>
        <pc:sldMkLst>
          <pc:docMk/>
          <pc:sldMk cId="4077232650" sldId="719"/>
        </pc:sldMkLst>
        <pc:spChg chg="mod">
          <ac:chgData name="Kate, Sneha (Cognizant)" userId="62ca8c89-7698-4ba4-86c5-ae883b79a337" providerId="ADAL" clId="{3EE66226-DB5F-4EE2-A9AB-D187C9116CED}" dt="2023-08-02T07:27:18.374" v="725"/>
          <ac:spMkLst>
            <pc:docMk/>
            <pc:sldMk cId="4077232650" sldId="719"/>
            <ac:spMk id="2" creationId="{6DD6D1A9-B0C5-D73A-BAE7-E3FCBDA3F0BA}"/>
          </ac:spMkLst>
        </pc:spChg>
        <pc:spChg chg="mod">
          <ac:chgData name="Kate, Sneha (Cognizant)" userId="62ca8c89-7698-4ba4-86c5-ae883b79a337" providerId="ADAL" clId="{3EE66226-DB5F-4EE2-A9AB-D187C9116CED}" dt="2023-08-02T07:27:34.707" v="766" actId="20577"/>
          <ac:spMkLst>
            <pc:docMk/>
            <pc:sldMk cId="4077232650" sldId="719"/>
            <ac:spMk id="3" creationId="{C7276DC3-F326-F107-FC8E-C78A1B588DB8}"/>
          </ac:spMkLst>
        </pc:spChg>
      </pc:sldChg>
      <pc:sldChg chg="modSp mod">
        <pc:chgData name="Kate, Sneha (Cognizant)" userId="62ca8c89-7698-4ba4-86c5-ae883b79a337" providerId="ADAL" clId="{3EE66226-DB5F-4EE2-A9AB-D187C9116CED}" dt="2023-08-02T07:35:54.490" v="942" actId="20577"/>
        <pc:sldMkLst>
          <pc:docMk/>
          <pc:sldMk cId="622203520" sldId="720"/>
        </pc:sldMkLst>
        <pc:spChg chg="mod">
          <ac:chgData name="Kate, Sneha (Cognizant)" userId="62ca8c89-7698-4ba4-86c5-ae883b79a337" providerId="ADAL" clId="{3EE66226-DB5F-4EE2-A9AB-D187C9116CED}" dt="2023-08-02T07:35:37.554" v="927"/>
          <ac:spMkLst>
            <pc:docMk/>
            <pc:sldMk cId="622203520" sldId="720"/>
            <ac:spMk id="2" creationId="{6DD6D1A9-B0C5-D73A-BAE7-E3FCBDA3F0BA}"/>
          </ac:spMkLst>
        </pc:spChg>
        <pc:spChg chg="mod">
          <ac:chgData name="Kate, Sneha (Cognizant)" userId="62ca8c89-7698-4ba4-86c5-ae883b79a337" providerId="ADAL" clId="{3EE66226-DB5F-4EE2-A9AB-D187C9116CED}" dt="2023-08-02T07:35:54.490" v="942" actId="20577"/>
          <ac:spMkLst>
            <pc:docMk/>
            <pc:sldMk cId="622203520" sldId="720"/>
            <ac:spMk id="3" creationId="{C7276DC3-F326-F107-FC8E-C78A1B588DB8}"/>
          </ac:spMkLst>
        </pc:spChg>
      </pc:sldChg>
      <pc:sldChg chg="modSp mod">
        <pc:chgData name="Kate, Sneha (Cognizant)" userId="62ca8c89-7698-4ba4-86c5-ae883b79a337" providerId="ADAL" clId="{3EE66226-DB5F-4EE2-A9AB-D187C9116CED}" dt="2023-08-08T07:29:12.419" v="2457"/>
        <pc:sldMkLst>
          <pc:docMk/>
          <pc:sldMk cId="499757671" sldId="721"/>
        </pc:sldMkLst>
        <pc:spChg chg="mod">
          <ac:chgData name="Kate, Sneha (Cognizant)" userId="62ca8c89-7698-4ba4-86c5-ae883b79a337" providerId="ADAL" clId="{3EE66226-DB5F-4EE2-A9AB-D187C9116CED}" dt="2023-08-08T07:29:12.419" v="2457"/>
          <ac:spMkLst>
            <pc:docMk/>
            <pc:sldMk cId="499757671" sldId="721"/>
            <ac:spMk id="2" creationId="{6DD6D1A9-B0C5-D73A-BAE7-E3FCBDA3F0BA}"/>
          </ac:spMkLst>
        </pc:spChg>
        <pc:spChg chg="mod">
          <ac:chgData name="Kate, Sneha (Cognizant)" userId="62ca8c89-7698-4ba4-86c5-ae883b79a337" providerId="ADAL" clId="{3EE66226-DB5F-4EE2-A9AB-D187C9116CED}" dt="2023-08-08T07:28:50.327" v="2455" actId="20577"/>
          <ac:spMkLst>
            <pc:docMk/>
            <pc:sldMk cId="499757671" sldId="721"/>
            <ac:spMk id="3" creationId="{C7276DC3-F326-F107-FC8E-C78A1B588DB8}"/>
          </ac:spMkLst>
        </pc:spChg>
      </pc:sldChg>
      <pc:sldChg chg="modSp mod ord">
        <pc:chgData name="Kate, Sneha (Cognizant)" userId="62ca8c89-7698-4ba4-86c5-ae883b79a337" providerId="ADAL" clId="{3EE66226-DB5F-4EE2-A9AB-D187C9116CED}" dt="2023-08-02T05:27:13.255" v="51" actId="12"/>
        <pc:sldMkLst>
          <pc:docMk/>
          <pc:sldMk cId="1169519382" sldId="723"/>
        </pc:sldMkLst>
        <pc:spChg chg="mod">
          <ac:chgData name="Kate, Sneha (Cognizant)" userId="62ca8c89-7698-4ba4-86c5-ae883b79a337" providerId="ADAL" clId="{3EE66226-DB5F-4EE2-A9AB-D187C9116CED}" dt="2023-08-02T05:27:13.255" v="51" actId="12"/>
          <ac:spMkLst>
            <pc:docMk/>
            <pc:sldMk cId="1169519382" sldId="723"/>
            <ac:spMk id="2" creationId="{C4B7A633-33F1-43A7-05B1-ABCE3F2FD3C2}"/>
          </ac:spMkLst>
        </pc:spChg>
      </pc:sldChg>
      <pc:sldChg chg="modSp mod ord">
        <pc:chgData name="Kate, Sneha (Cognizant)" userId="62ca8c89-7698-4ba4-86c5-ae883b79a337" providerId="ADAL" clId="{3EE66226-DB5F-4EE2-A9AB-D187C9116CED}" dt="2023-08-02T05:44:51.706" v="72" actId="20577"/>
        <pc:sldMkLst>
          <pc:docMk/>
          <pc:sldMk cId="2537782893" sldId="724"/>
        </pc:sldMkLst>
        <pc:spChg chg="mod">
          <ac:chgData name="Kate, Sneha (Cognizant)" userId="62ca8c89-7698-4ba4-86c5-ae883b79a337" providerId="ADAL" clId="{3EE66226-DB5F-4EE2-A9AB-D187C9116CED}" dt="2023-08-02T05:28:08.842" v="60" actId="14100"/>
          <ac:spMkLst>
            <pc:docMk/>
            <pc:sldMk cId="2537782893" sldId="724"/>
            <ac:spMk id="2" creationId="{C4B7A633-33F1-43A7-05B1-ABCE3F2FD3C2}"/>
          </ac:spMkLst>
        </pc:spChg>
        <pc:spChg chg="mod">
          <ac:chgData name="Kate, Sneha (Cognizant)" userId="62ca8c89-7698-4ba4-86c5-ae883b79a337" providerId="ADAL" clId="{3EE66226-DB5F-4EE2-A9AB-D187C9116CED}" dt="2023-08-02T05:44:51.706" v="72" actId="20577"/>
          <ac:spMkLst>
            <pc:docMk/>
            <pc:sldMk cId="2537782893" sldId="724"/>
            <ac:spMk id="3" creationId="{DC2DC814-4F78-F1E8-7410-932E50715871}"/>
          </ac:spMkLst>
        </pc:spChg>
        <pc:picChg chg="mod">
          <ac:chgData name="Kate, Sneha (Cognizant)" userId="62ca8c89-7698-4ba4-86c5-ae883b79a337" providerId="ADAL" clId="{3EE66226-DB5F-4EE2-A9AB-D187C9116CED}" dt="2023-08-02T05:28:16.460" v="63" actId="1076"/>
          <ac:picMkLst>
            <pc:docMk/>
            <pc:sldMk cId="2537782893" sldId="724"/>
            <ac:picMk id="7" creationId="{D43DA37D-F5C0-A09B-6241-6926604ABA72}"/>
          </ac:picMkLst>
        </pc:picChg>
      </pc:sldChg>
      <pc:sldChg chg="addSp delSp modSp mod">
        <pc:chgData name="Kate, Sneha (Cognizant)" userId="62ca8c89-7698-4ba4-86c5-ae883b79a337" providerId="ADAL" clId="{3EE66226-DB5F-4EE2-A9AB-D187C9116CED}" dt="2023-08-02T07:06:30.366" v="271" actId="478"/>
        <pc:sldMkLst>
          <pc:docMk/>
          <pc:sldMk cId="1685285059" sldId="725"/>
        </pc:sldMkLst>
        <pc:spChg chg="del mod">
          <ac:chgData name="Kate, Sneha (Cognizant)" userId="62ca8c89-7698-4ba4-86c5-ae883b79a337" providerId="ADAL" clId="{3EE66226-DB5F-4EE2-A9AB-D187C9116CED}" dt="2023-08-02T06:45:16.386" v="223" actId="478"/>
          <ac:spMkLst>
            <pc:docMk/>
            <pc:sldMk cId="1685285059" sldId="725"/>
            <ac:spMk id="2" creationId="{00565AA0-9D26-01E4-3E5C-A7CD5FA39082}"/>
          </ac:spMkLst>
        </pc:spChg>
        <pc:spChg chg="del mod">
          <ac:chgData name="Kate, Sneha (Cognizant)" userId="62ca8c89-7698-4ba4-86c5-ae883b79a337" providerId="ADAL" clId="{3EE66226-DB5F-4EE2-A9AB-D187C9116CED}" dt="2023-08-02T06:45:20.933" v="225" actId="478"/>
          <ac:spMkLst>
            <pc:docMk/>
            <pc:sldMk cId="1685285059" sldId="725"/>
            <ac:spMk id="3" creationId="{F407570A-35E0-C689-8D89-981372F5A85F}"/>
          </ac:spMkLst>
        </pc:spChg>
        <pc:spChg chg="add del mod">
          <ac:chgData name="Kate, Sneha (Cognizant)" userId="62ca8c89-7698-4ba4-86c5-ae883b79a337" providerId="ADAL" clId="{3EE66226-DB5F-4EE2-A9AB-D187C9116CED}" dt="2023-08-02T06:42:15.991" v="202" actId="478"/>
          <ac:spMkLst>
            <pc:docMk/>
            <pc:sldMk cId="1685285059" sldId="725"/>
            <ac:spMk id="6" creationId="{1EC57469-38A3-DCD8-1C11-03E660ACE4C8}"/>
          </ac:spMkLst>
        </pc:spChg>
        <pc:spChg chg="mod">
          <ac:chgData name="Kate, Sneha (Cognizant)" userId="62ca8c89-7698-4ba4-86c5-ae883b79a337" providerId="ADAL" clId="{3EE66226-DB5F-4EE2-A9AB-D187C9116CED}" dt="2023-08-02T06:42:42.814" v="204"/>
          <ac:spMkLst>
            <pc:docMk/>
            <pc:sldMk cId="1685285059" sldId="725"/>
            <ac:spMk id="8" creationId="{E60F66BD-C83B-951F-BA62-69FE3F998410}"/>
          </ac:spMkLst>
        </pc:spChg>
        <pc:spChg chg="mod">
          <ac:chgData name="Kate, Sneha (Cognizant)" userId="62ca8c89-7698-4ba4-86c5-ae883b79a337" providerId="ADAL" clId="{3EE66226-DB5F-4EE2-A9AB-D187C9116CED}" dt="2023-08-02T06:42:42.814" v="204"/>
          <ac:spMkLst>
            <pc:docMk/>
            <pc:sldMk cId="1685285059" sldId="725"/>
            <ac:spMk id="9" creationId="{E1C9C927-B669-E087-7868-D4AFACA1F0D5}"/>
          </ac:spMkLst>
        </pc:spChg>
        <pc:spChg chg="mod">
          <ac:chgData name="Kate, Sneha (Cognizant)" userId="62ca8c89-7698-4ba4-86c5-ae883b79a337" providerId="ADAL" clId="{3EE66226-DB5F-4EE2-A9AB-D187C9116CED}" dt="2023-08-02T06:43:03.952" v="208"/>
          <ac:spMkLst>
            <pc:docMk/>
            <pc:sldMk cId="1685285059" sldId="725"/>
            <ac:spMk id="11" creationId="{BFD9B3E4-D2FF-A911-8459-EBB8B478E491}"/>
          </ac:spMkLst>
        </pc:spChg>
        <pc:spChg chg="mod">
          <ac:chgData name="Kate, Sneha (Cognizant)" userId="62ca8c89-7698-4ba4-86c5-ae883b79a337" providerId="ADAL" clId="{3EE66226-DB5F-4EE2-A9AB-D187C9116CED}" dt="2023-08-02T06:43:03.952" v="208"/>
          <ac:spMkLst>
            <pc:docMk/>
            <pc:sldMk cId="1685285059" sldId="725"/>
            <ac:spMk id="12" creationId="{0B41E94D-A67C-29DD-C3D3-1A92C478E8D3}"/>
          </ac:spMkLst>
        </pc:spChg>
        <pc:spChg chg="mod">
          <ac:chgData name="Kate, Sneha (Cognizant)" userId="62ca8c89-7698-4ba4-86c5-ae883b79a337" providerId="ADAL" clId="{3EE66226-DB5F-4EE2-A9AB-D187C9116CED}" dt="2023-08-02T06:43:18.091" v="210"/>
          <ac:spMkLst>
            <pc:docMk/>
            <pc:sldMk cId="1685285059" sldId="725"/>
            <ac:spMk id="14" creationId="{521B85BC-08AD-3D1F-A116-9B22AB95C5B1}"/>
          </ac:spMkLst>
        </pc:spChg>
        <pc:spChg chg="mod">
          <ac:chgData name="Kate, Sneha (Cognizant)" userId="62ca8c89-7698-4ba4-86c5-ae883b79a337" providerId="ADAL" clId="{3EE66226-DB5F-4EE2-A9AB-D187C9116CED}" dt="2023-08-02T06:43:18.091" v="210"/>
          <ac:spMkLst>
            <pc:docMk/>
            <pc:sldMk cId="1685285059" sldId="725"/>
            <ac:spMk id="15" creationId="{4DEBAC25-2D1B-F0DB-E55B-70036B6DFED3}"/>
          </ac:spMkLst>
        </pc:spChg>
        <pc:spChg chg="add del mod">
          <ac:chgData name="Kate, Sneha (Cognizant)" userId="62ca8c89-7698-4ba4-86c5-ae883b79a337" providerId="ADAL" clId="{3EE66226-DB5F-4EE2-A9AB-D187C9116CED}" dt="2023-08-02T06:44:32.617" v="215"/>
          <ac:spMkLst>
            <pc:docMk/>
            <pc:sldMk cId="1685285059" sldId="725"/>
            <ac:spMk id="16" creationId="{56E7B2EC-F22D-6507-EFB3-EBCFE29E782F}"/>
          </ac:spMkLst>
        </pc:spChg>
        <pc:spChg chg="add del mod">
          <ac:chgData name="Kate, Sneha (Cognizant)" userId="62ca8c89-7698-4ba4-86c5-ae883b79a337" providerId="ADAL" clId="{3EE66226-DB5F-4EE2-A9AB-D187C9116CED}" dt="2023-08-02T06:44:32.617" v="215"/>
          <ac:spMkLst>
            <pc:docMk/>
            <pc:sldMk cId="1685285059" sldId="725"/>
            <ac:spMk id="17" creationId="{C86AFD30-BFAA-2464-817D-86949A06D4C4}"/>
          </ac:spMkLst>
        </pc:spChg>
        <pc:spChg chg="add del mod">
          <ac:chgData name="Kate, Sneha (Cognizant)" userId="62ca8c89-7698-4ba4-86c5-ae883b79a337" providerId="ADAL" clId="{3EE66226-DB5F-4EE2-A9AB-D187C9116CED}" dt="2023-08-02T06:44:32.617" v="215"/>
          <ac:spMkLst>
            <pc:docMk/>
            <pc:sldMk cId="1685285059" sldId="725"/>
            <ac:spMk id="18" creationId="{21CAFDFE-B3C3-B58D-AD5D-A810BF188BA5}"/>
          </ac:spMkLst>
        </pc:spChg>
        <pc:spChg chg="add del mod">
          <ac:chgData name="Kate, Sneha (Cognizant)" userId="62ca8c89-7698-4ba4-86c5-ae883b79a337" providerId="ADAL" clId="{3EE66226-DB5F-4EE2-A9AB-D187C9116CED}" dt="2023-08-02T06:44:32.617" v="215"/>
          <ac:spMkLst>
            <pc:docMk/>
            <pc:sldMk cId="1685285059" sldId="725"/>
            <ac:spMk id="19" creationId="{442AE23C-9B8D-8F06-7A5E-B1F04A02754D}"/>
          </ac:spMkLst>
        </pc:spChg>
        <pc:spChg chg="mod">
          <ac:chgData name="Kate, Sneha (Cognizant)" userId="62ca8c89-7698-4ba4-86c5-ae883b79a337" providerId="ADAL" clId="{3EE66226-DB5F-4EE2-A9AB-D187C9116CED}" dt="2023-08-02T06:44:29.249" v="214"/>
          <ac:spMkLst>
            <pc:docMk/>
            <pc:sldMk cId="1685285059" sldId="725"/>
            <ac:spMk id="21" creationId="{2CA66AC9-774F-B9C0-A941-B8BB6972043F}"/>
          </ac:spMkLst>
        </pc:spChg>
        <pc:spChg chg="mod">
          <ac:chgData name="Kate, Sneha (Cognizant)" userId="62ca8c89-7698-4ba4-86c5-ae883b79a337" providerId="ADAL" clId="{3EE66226-DB5F-4EE2-A9AB-D187C9116CED}" dt="2023-08-02T06:44:29.249" v="214"/>
          <ac:spMkLst>
            <pc:docMk/>
            <pc:sldMk cId="1685285059" sldId="725"/>
            <ac:spMk id="22" creationId="{36D94FB2-1BBF-1750-617F-A9CCB7D0574E}"/>
          </ac:spMkLst>
        </pc:spChg>
        <pc:spChg chg="mod">
          <ac:chgData name="Kate, Sneha (Cognizant)" userId="62ca8c89-7698-4ba4-86c5-ae883b79a337" providerId="ADAL" clId="{3EE66226-DB5F-4EE2-A9AB-D187C9116CED}" dt="2023-08-02T06:44:29.249" v="214"/>
          <ac:spMkLst>
            <pc:docMk/>
            <pc:sldMk cId="1685285059" sldId="725"/>
            <ac:spMk id="24" creationId="{3ABB97D9-33BF-93DA-628E-4E2BB1396797}"/>
          </ac:spMkLst>
        </pc:spChg>
        <pc:spChg chg="mod">
          <ac:chgData name="Kate, Sneha (Cognizant)" userId="62ca8c89-7698-4ba4-86c5-ae883b79a337" providerId="ADAL" clId="{3EE66226-DB5F-4EE2-A9AB-D187C9116CED}" dt="2023-08-02T06:44:29.249" v="214"/>
          <ac:spMkLst>
            <pc:docMk/>
            <pc:sldMk cId="1685285059" sldId="725"/>
            <ac:spMk id="25" creationId="{6F780FB6-92EE-CF3E-3D24-EE1511D3B113}"/>
          </ac:spMkLst>
        </pc:spChg>
        <pc:spChg chg="mod">
          <ac:chgData name="Kate, Sneha (Cognizant)" userId="62ca8c89-7698-4ba4-86c5-ae883b79a337" providerId="ADAL" clId="{3EE66226-DB5F-4EE2-A9AB-D187C9116CED}" dt="2023-08-02T06:44:29.249" v="214"/>
          <ac:spMkLst>
            <pc:docMk/>
            <pc:sldMk cId="1685285059" sldId="725"/>
            <ac:spMk id="27" creationId="{EBA8AE29-896C-BDB2-AB15-CFAC48DBC69D}"/>
          </ac:spMkLst>
        </pc:spChg>
        <pc:spChg chg="mod">
          <ac:chgData name="Kate, Sneha (Cognizant)" userId="62ca8c89-7698-4ba4-86c5-ae883b79a337" providerId="ADAL" clId="{3EE66226-DB5F-4EE2-A9AB-D187C9116CED}" dt="2023-08-02T06:44:29.249" v="214"/>
          <ac:spMkLst>
            <pc:docMk/>
            <pc:sldMk cId="1685285059" sldId="725"/>
            <ac:spMk id="28" creationId="{6D0DB586-8C21-6703-8A35-467C6CC30FDC}"/>
          </ac:spMkLst>
        </pc:spChg>
        <pc:spChg chg="mod">
          <ac:chgData name="Kate, Sneha (Cognizant)" userId="62ca8c89-7698-4ba4-86c5-ae883b79a337" providerId="ADAL" clId="{3EE66226-DB5F-4EE2-A9AB-D187C9116CED}" dt="2023-08-02T06:44:29.249" v="214"/>
          <ac:spMkLst>
            <pc:docMk/>
            <pc:sldMk cId="1685285059" sldId="725"/>
            <ac:spMk id="30" creationId="{6B1BA51D-28E4-EB9E-0606-941D934BAC53}"/>
          </ac:spMkLst>
        </pc:spChg>
        <pc:spChg chg="mod">
          <ac:chgData name="Kate, Sneha (Cognizant)" userId="62ca8c89-7698-4ba4-86c5-ae883b79a337" providerId="ADAL" clId="{3EE66226-DB5F-4EE2-A9AB-D187C9116CED}" dt="2023-08-02T06:44:29.249" v="214"/>
          <ac:spMkLst>
            <pc:docMk/>
            <pc:sldMk cId="1685285059" sldId="725"/>
            <ac:spMk id="31" creationId="{F255E854-3D4E-5623-6729-9D3AE9E4385A}"/>
          </ac:spMkLst>
        </pc:spChg>
        <pc:spChg chg="mod">
          <ac:chgData name="Kate, Sneha (Cognizant)" userId="62ca8c89-7698-4ba4-86c5-ae883b79a337" providerId="ADAL" clId="{3EE66226-DB5F-4EE2-A9AB-D187C9116CED}" dt="2023-08-02T06:44:29.249" v="214"/>
          <ac:spMkLst>
            <pc:docMk/>
            <pc:sldMk cId="1685285059" sldId="725"/>
            <ac:spMk id="33" creationId="{0920E6D2-46B9-C95C-30D1-174261800185}"/>
          </ac:spMkLst>
        </pc:spChg>
        <pc:spChg chg="mod">
          <ac:chgData name="Kate, Sneha (Cognizant)" userId="62ca8c89-7698-4ba4-86c5-ae883b79a337" providerId="ADAL" clId="{3EE66226-DB5F-4EE2-A9AB-D187C9116CED}" dt="2023-08-02T06:44:29.249" v="214"/>
          <ac:spMkLst>
            <pc:docMk/>
            <pc:sldMk cId="1685285059" sldId="725"/>
            <ac:spMk id="34" creationId="{4892861F-66F6-F58D-EA39-9A14E61DCBEA}"/>
          </ac:spMkLst>
        </pc:spChg>
        <pc:spChg chg="mod">
          <ac:chgData name="Kate, Sneha (Cognizant)" userId="62ca8c89-7698-4ba4-86c5-ae883b79a337" providerId="ADAL" clId="{3EE66226-DB5F-4EE2-A9AB-D187C9116CED}" dt="2023-08-02T06:44:29.249" v="214"/>
          <ac:spMkLst>
            <pc:docMk/>
            <pc:sldMk cId="1685285059" sldId="725"/>
            <ac:spMk id="36" creationId="{41462B3A-4C34-EEEC-65C6-3AF18B1F8A66}"/>
          </ac:spMkLst>
        </pc:spChg>
        <pc:spChg chg="mod">
          <ac:chgData name="Kate, Sneha (Cognizant)" userId="62ca8c89-7698-4ba4-86c5-ae883b79a337" providerId="ADAL" clId="{3EE66226-DB5F-4EE2-A9AB-D187C9116CED}" dt="2023-08-02T06:44:29.249" v="214"/>
          <ac:spMkLst>
            <pc:docMk/>
            <pc:sldMk cId="1685285059" sldId="725"/>
            <ac:spMk id="37" creationId="{A5921E00-182D-346C-4CDE-01671ED43541}"/>
          </ac:spMkLst>
        </pc:spChg>
        <pc:spChg chg="mod">
          <ac:chgData name="Kate, Sneha (Cognizant)" userId="62ca8c89-7698-4ba4-86c5-ae883b79a337" providerId="ADAL" clId="{3EE66226-DB5F-4EE2-A9AB-D187C9116CED}" dt="2023-08-02T06:44:29.249" v="214"/>
          <ac:spMkLst>
            <pc:docMk/>
            <pc:sldMk cId="1685285059" sldId="725"/>
            <ac:spMk id="39" creationId="{E7608FC6-BE61-6101-A0B1-C744E217DDCB}"/>
          </ac:spMkLst>
        </pc:spChg>
        <pc:spChg chg="mod">
          <ac:chgData name="Kate, Sneha (Cognizant)" userId="62ca8c89-7698-4ba4-86c5-ae883b79a337" providerId="ADAL" clId="{3EE66226-DB5F-4EE2-A9AB-D187C9116CED}" dt="2023-08-02T06:44:29.249" v="214"/>
          <ac:spMkLst>
            <pc:docMk/>
            <pc:sldMk cId="1685285059" sldId="725"/>
            <ac:spMk id="40" creationId="{B081C44E-F770-B331-27D7-7655131D5342}"/>
          </ac:spMkLst>
        </pc:spChg>
        <pc:spChg chg="mod">
          <ac:chgData name="Kate, Sneha (Cognizant)" userId="62ca8c89-7698-4ba4-86c5-ae883b79a337" providerId="ADAL" clId="{3EE66226-DB5F-4EE2-A9AB-D187C9116CED}" dt="2023-08-02T06:44:29.249" v="214"/>
          <ac:spMkLst>
            <pc:docMk/>
            <pc:sldMk cId="1685285059" sldId="725"/>
            <ac:spMk id="42" creationId="{26BD4EA7-2B6F-C172-0F05-D43E5262AE3F}"/>
          </ac:spMkLst>
        </pc:spChg>
        <pc:spChg chg="mod">
          <ac:chgData name="Kate, Sneha (Cognizant)" userId="62ca8c89-7698-4ba4-86c5-ae883b79a337" providerId="ADAL" clId="{3EE66226-DB5F-4EE2-A9AB-D187C9116CED}" dt="2023-08-02T06:44:29.249" v="214"/>
          <ac:spMkLst>
            <pc:docMk/>
            <pc:sldMk cId="1685285059" sldId="725"/>
            <ac:spMk id="43" creationId="{34BFAE7B-A278-DAF8-BC7A-352F83CFBF6A}"/>
          </ac:spMkLst>
        </pc:spChg>
        <pc:spChg chg="mod">
          <ac:chgData name="Kate, Sneha (Cognizant)" userId="62ca8c89-7698-4ba4-86c5-ae883b79a337" providerId="ADAL" clId="{3EE66226-DB5F-4EE2-A9AB-D187C9116CED}" dt="2023-08-02T06:44:29.249" v="214"/>
          <ac:spMkLst>
            <pc:docMk/>
            <pc:sldMk cId="1685285059" sldId="725"/>
            <ac:spMk id="45" creationId="{34BAA180-EE24-B2FD-6AE4-E92DF2EBDFBC}"/>
          </ac:spMkLst>
        </pc:spChg>
        <pc:spChg chg="mod">
          <ac:chgData name="Kate, Sneha (Cognizant)" userId="62ca8c89-7698-4ba4-86c5-ae883b79a337" providerId="ADAL" clId="{3EE66226-DB5F-4EE2-A9AB-D187C9116CED}" dt="2023-08-02T06:44:29.249" v="214"/>
          <ac:spMkLst>
            <pc:docMk/>
            <pc:sldMk cId="1685285059" sldId="725"/>
            <ac:spMk id="46" creationId="{04642DC8-C0B5-DFD3-D685-043B974AB72B}"/>
          </ac:spMkLst>
        </pc:spChg>
        <pc:spChg chg="mod">
          <ac:chgData name="Kate, Sneha (Cognizant)" userId="62ca8c89-7698-4ba4-86c5-ae883b79a337" providerId="ADAL" clId="{3EE66226-DB5F-4EE2-A9AB-D187C9116CED}" dt="2023-08-02T06:44:29.249" v="214"/>
          <ac:spMkLst>
            <pc:docMk/>
            <pc:sldMk cId="1685285059" sldId="725"/>
            <ac:spMk id="48" creationId="{CFD2CFCE-9E7C-F861-48AB-7C39A9FCB123}"/>
          </ac:spMkLst>
        </pc:spChg>
        <pc:spChg chg="mod">
          <ac:chgData name="Kate, Sneha (Cognizant)" userId="62ca8c89-7698-4ba4-86c5-ae883b79a337" providerId="ADAL" clId="{3EE66226-DB5F-4EE2-A9AB-D187C9116CED}" dt="2023-08-02T06:44:29.249" v="214"/>
          <ac:spMkLst>
            <pc:docMk/>
            <pc:sldMk cId="1685285059" sldId="725"/>
            <ac:spMk id="49" creationId="{778A7EFB-C691-F598-0F33-C66835E13737}"/>
          </ac:spMkLst>
        </pc:spChg>
        <pc:spChg chg="mod">
          <ac:chgData name="Kate, Sneha (Cognizant)" userId="62ca8c89-7698-4ba4-86c5-ae883b79a337" providerId="ADAL" clId="{3EE66226-DB5F-4EE2-A9AB-D187C9116CED}" dt="2023-08-02T06:44:29.249" v="214"/>
          <ac:spMkLst>
            <pc:docMk/>
            <pc:sldMk cId="1685285059" sldId="725"/>
            <ac:spMk id="51" creationId="{DD4F071B-DF8D-394D-68E9-2D5DA8C5A2B7}"/>
          </ac:spMkLst>
        </pc:spChg>
        <pc:spChg chg="mod">
          <ac:chgData name="Kate, Sneha (Cognizant)" userId="62ca8c89-7698-4ba4-86c5-ae883b79a337" providerId="ADAL" clId="{3EE66226-DB5F-4EE2-A9AB-D187C9116CED}" dt="2023-08-02T06:44:29.249" v="214"/>
          <ac:spMkLst>
            <pc:docMk/>
            <pc:sldMk cId="1685285059" sldId="725"/>
            <ac:spMk id="52" creationId="{C3C9678F-DA0B-D079-4A86-1A713F2D290E}"/>
          </ac:spMkLst>
        </pc:spChg>
        <pc:spChg chg="mod">
          <ac:chgData name="Kate, Sneha (Cognizant)" userId="62ca8c89-7698-4ba4-86c5-ae883b79a337" providerId="ADAL" clId="{3EE66226-DB5F-4EE2-A9AB-D187C9116CED}" dt="2023-08-02T06:44:29.249" v="214"/>
          <ac:spMkLst>
            <pc:docMk/>
            <pc:sldMk cId="1685285059" sldId="725"/>
            <ac:spMk id="54" creationId="{D8B34D01-CC7F-C8A6-77E6-0D3876E4AB93}"/>
          </ac:spMkLst>
        </pc:spChg>
        <pc:spChg chg="mod">
          <ac:chgData name="Kate, Sneha (Cognizant)" userId="62ca8c89-7698-4ba4-86c5-ae883b79a337" providerId="ADAL" clId="{3EE66226-DB5F-4EE2-A9AB-D187C9116CED}" dt="2023-08-02T06:44:29.249" v="214"/>
          <ac:spMkLst>
            <pc:docMk/>
            <pc:sldMk cId="1685285059" sldId="725"/>
            <ac:spMk id="55" creationId="{E0B84872-9328-CDB2-D726-C879457A003B}"/>
          </ac:spMkLst>
        </pc:spChg>
        <pc:spChg chg="mod">
          <ac:chgData name="Kate, Sneha (Cognizant)" userId="62ca8c89-7698-4ba4-86c5-ae883b79a337" providerId="ADAL" clId="{3EE66226-DB5F-4EE2-A9AB-D187C9116CED}" dt="2023-08-02T06:44:29.249" v="214"/>
          <ac:spMkLst>
            <pc:docMk/>
            <pc:sldMk cId="1685285059" sldId="725"/>
            <ac:spMk id="57" creationId="{9A596516-98F3-D9F7-403A-2EDA0B67F277}"/>
          </ac:spMkLst>
        </pc:spChg>
        <pc:spChg chg="mod">
          <ac:chgData name="Kate, Sneha (Cognizant)" userId="62ca8c89-7698-4ba4-86c5-ae883b79a337" providerId="ADAL" clId="{3EE66226-DB5F-4EE2-A9AB-D187C9116CED}" dt="2023-08-02T06:44:29.249" v="214"/>
          <ac:spMkLst>
            <pc:docMk/>
            <pc:sldMk cId="1685285059" sldId="725"/>
            <ac:spMk id="58" creationId="{F807655F-5610-1736-A64A-072F384D3E45}"/>
          </ac:spMkLst>
        </pc:spChg>
        <pc:spChg chg="add mod">
          <ac:chgData name="Kate, Sneha (Cognizant)" userId="62ca8c89-7698-4ba4-86c5-ae883b79a337" providerId="ADAL" clId="{3EE66226-DB5F-4EE2-A9AB-D187C9116CED}" dt="2023-08-02T07:03:49.668" v="263" actId="255"/>
          <ac:spMkLst>
            <pc:docMk/>
            <pc:sldMk cId="1685285059" sldId="725"/>
            <ac:spMk id="59" creationId="{8E79FBB4-9952-73B1-4EED-D5D398CD675F}"/>
          </ac:spMkLst>
        </pc:spChg>
        <pc:spChg chg="add mod">
          <ac:chgData name="Kate, Sneha (Cognizant)" userId="62ca8c89-7698-4ba4-86c5-ae883b79a337" providerId="ADAL" clId="{3EE66226-DB5F-4EE2-A9AB-D187C9116CED}" dt="2023-08-02T06:45:30.935" v="227" actId="14100"/>
          <ac:spMkLst>
            <pc:docMk/>
            <pc:sldMk cId="1685285059" sldId="725"/>
            <ac:spMk id="60" creationId="{62DEF846-3DA4-1DC8-1A27-82EB8C09EA08}"/>
          </ac:spMkLst>
        </pc:spChg>
        <pc:spChg chg="add del mod">
          <ac:chgData name="Kate, Sneha (Cognizant)" userId="62ca8c89-7698-4ba4-86c5-ae883b79a337" providerId="ADAL" clId="{3EE66226-DB5F-4EE2-A9AB-D187C9116CED}" dt="2023-08-02T07:06:19.416" v="270" actId="478"/>
          <ac:spMkLst>
            <pc:docMk/>
            <pc:sldMk cId="1685285059" sldId="725"/>
            <ac:spMk id="61" creationId="{92236183-2720-CF02-A30A-F7D880446DE8}"/>
          </ac:spMkLst>
        </pc:spChg>
        <pc:spChg chg="add del mod">
          <ac:chgData name="Kate, Sneha (Cognizant)" userId="62ca8c89-7698-4ba4-86c5-ae883b79a337" providerId="ADAL" clId="{3EE66226-DB5F-4EE2-A9AB-D187C9116CED}" dt="2023-08-02T07:06:30.366" v="271" actId="478"/>
          <ac:spMkLst>
            <pc:docMk/>
            <pc:sldMk cId="1685285059" sldId="725"/>
            <ac:spMk id="62" creationId="{31663179-8752-0F7D-4A23-28912C198F9E}"/>
          </ac:spMkLst>
        </pc:spChg>
        <pc:spChg chg="mod">
          <ac:chgData name="Kate, Sneha (Cognizant)" userId="62ca8c89-7698-4ba4-86c5-ae883b79a337" providerId="ADAL" clId="{3EE66226-DB5F-4EE2-A9AB-D187C9116CED}" dt="2023-08-02T06:44:43.131" v="218"/>
          <ac:spMkLst>
            <pc:docMk/>
            <pc:sldMk cId="1685285059" sldId="725"/>
            <ac:spMk id="64" creationId="{B91CC5E3-040E-D336-23AB-ABEB3155DE5C}"/>
          </ac:spMkLst>
        </pc:spChg>
        <pc:spChg chg="mod">
          <ac:chgData name="Kate, Sneha (Cognizant)" userId="62ca8c89-7698-4ba4-86c5-ae883b79a337" providerId="ADAL" clId="{3EE66226-DB5F-4EE2-A9AB-D187C9116CED}" dt="2023-08-02T06:44:43.131" v="218"/>
          <ac:spMkLst>
            <pc:docMk/>
            <pc:sldMk cId="1685285059" sldId="725"/>
            <ac:spMk id="65" creationId="{C9CF22FE-2EFD-6539-1722-DD530FD359FC}"/>
          </ac:spMkLst>
        </pc:spChg>
        <pc:spChg chg="mod">
          <ac:chgData name="Kate, Sneha (Cognizant)" userId="62ca8c89-7698-4ba4-86c5-ae883b79a337" providerId="ADAL" clId="{3EE66226-DB5F-4EE2-A9AB-D187C9116CED}" dt="2023-08-02T06:44:43.131" v="218"/>
          <ac:spMkLst>
            <pc:docMk/>
            <pc:sldMk cId="1685285059" sldId="725"/>
            <ac:spMk id="67" creationId="{B966D262-F993-92F9-65BC-E67F77F89BB4}"/>
          </ac:spMkLst>
        </pc:spChg>
        <pc:spChg chg="mod">
          <ac:chgData name="Kate, Sneha (Cognizant)" userId="62ca8c89-7698-4ba4-86c5-ae883b79a337" providerId="ADAL" clId="{3EE66226-DB5F-4EE2-A9AB-D187C9116CED}" dt="2023-08-02T06:44:43.131" v="218"/>
          <ac:spMkLst>
            <pc:docMk/>
            <pc:sldMk cId="1685285059" sldId="725"/>
            <ac:spMk id="68" creationId="{D5DC9102-85B9-B4BE-0B51-DFB30F049C26}"/>
          </ac:spMkLst>
        </pc:spChg>
        <pc:spChg chg="mod">
          <ac:chgData name="Kate, Sneha (Cognizant)" userId="62ca8c89-7698-4ba4-86c5-ae883b79a337" providerId="ADAL" clId="{3EE66226-DB5F-4EE2-A9AB-D187C9116CED}" dt="2023-08-02T06:44:43.131" v="218"/>
          <ac:spMkLst>
            <pc:docMk/>
            <pc:sldMk cId="1685285059" sldId="725"/>
            <ac:spMk id="70" creationId="{FB35F180-6FF3-77EC-39B0-031557C7F870}"/>
          </ac:spMkLst>
        </pc:spChg>
        <pc:spChg chg="mod">
          <ac:chgData name="Kate, Sneha (Cognizant)" userId="62ca8c89-7698-4ba4-86c5-ae883b79a337" providerId="ADAL" clId="{3EE66226-DB5F-4EE2-A9AB-D187C9116CED}" dt="2023-08-02T06:46:20.299" v="235" actId="1076"/>
          <ac:spMkLst>
            <pc:docMk/>
            <pc:sldMk cId="1685285059" sldId="725"/>
            <ac:spMk id="71" creationId="{EE5D8F93-C2C6-5247-E254-356900B58E79}"/>
          </ac:spMkLst>
        </pc:spChg>
        <pc:spChg chg="mod">
          <ac:chgData name="Kate, Sneha (Cognizant)" userId="62ca8c89-7698-4ba4-86c5-ae883b79a337" providerId="ADAL" clId="{3EE66226-DB5F-4EE2-A9AB-D187C9116CED}" dt="2023-08-02T06:44:43.131" v="218"/>
          <ac:spMkLst>
            <pc:docMk/>
            <pc:sldMk cId="1685285059" sldId="725"/>
            <ac:spMk id="73" creationId="{64B2C5A3-CE64-9DC6-4132-4A24ACCB4D72}"/>
          </ac:spMkLst>
        </pc:spChg>
        <pc:spChg chg="mod">
          <ac:chgData name="Kate, Sneha (Cognizant)" userId="62ca8c89-7698-4ba4-86c5-ae883b79a337" providerId="ADAL" clId="{3EE66226-DB5F-4EE2-A9AB-D187C9116CED}" dt="2023-08-02T06:44:43.131" v="218"/>
          <ac:spMkLst>
            <pc:docMk/>
            <pc:sldMk cId="1685285059" sldId="725"/>
            <ac:spMk id="74" creationId="{EEF4A2DD-9871-5A8A-14D9-FCEDA9BE842A}"/>
          </ac:spMkLst>
        </pc:spChg>
        <pc:spChg chg="mod">
          <ac:chgData name="Kate, Sneha (Cognizant)" userId="62ca8c89-7698-4ba4-86c5-ae883b79a337" providerId="ADAL" clId="{3EE66226-DB5F-4EE2-A9AB-D187C9116CED}" dt="2023-08-02T06:44:43.131" v="218"/>
          <ac:spMkLst>
            <pc:docMk/>
            <pc:sldMk cId="1685285059" sldId="725"/>
            <ac:spMk id="76" creationId="{5C23A8A4-D84D-0E16-94AA-A1E3A4ADF595}"/>
          </ac:spMkLst>
        </pc:spChg>
        <pc:spChg chg="mod">
          <ac:chgData name="Kate, Sneha (Cognizant)" userId="62ca8c89-7698-4ba4-86c5-ae883b79a337" providerId="ADAL" clId="{3EE66226-DB5F-4EE2-A9AB-D187C9116CED}" dt="2023-08-02T06:44:43.131" v="218"/>
          <ac:spMkLst>
            <pc:docMk/>
            <pc:sldMk cId="1685285059" sldId="725"/>
            <ac:spMk id="77" creationId="{BADF1F97-5DA6-A0EE-34E8-A1A210BA6F9E}"/>
          </ac:spMkLst>
        </pc:spChg>
        <pc:spChg chg="mod">
          <ac:chgData name="Kate, Sneha (Cognizant)" userId="62ca8c89-7698-4ba4-86c5-ae883b79a337" providerId="ADAL" clId="{3EE66226-DB5F-4EE2-A9AB-D187C9116CED}" dt="2023-08-02T06:44:43.131" v="218"/>
          <ac:spMkLst>
            <pc:docMk/>
            <pc:sldMk cId="1685285059" sldId="725"/>
            <ac:spMk id="79" creationId="{F3968EA6-B494-A495-37D5-8A654DBA7DD8}"/>
          </ac:spMkLst>
        </pc:spChg>
        <pc:spChg chg="mod">
          <ac:chgData name="Kate, Sneha (Cognizant)" userId="62ca8c89-7698-4ba4-86c5-ae883b79a337" providerId="ADAL" clId="{3EE66226-DB5F-4EE2-A9AB-D187C9116CED}" dt="2023-08-02T06:44:43.131" v="218"/>
          <ac:spMkLst>
            <pc:docMk/>
            <pc:sldMk cId="1685285059" sldId="725"/>
            <ac:spMk id="80" creationId="{1490A145-EFB5-8359-C421-E172E654D1DC}"/>
          </ac:spMkLst>
        </pc:spChg>
        <pc:spChg chg="mod">
          <ac:chgData name="Kate, Sneha (Cognizant)" userId="62ca8c89-7698-4ba4-86c5-ae883b79a337" providerId="ADAL" clId="{3EE66226-DB5F-4EE2-A9AB-D187C9116CED}" dt="2023-08-02T06:44:43.131" v="218"/>
          <ac:spMkLst>
            <pc:docMk/>
            <pc:sldMk cId="1685285059" sldId="725"/>
            <ac:spMk id="82" creationId="{C5366BAF-58E5-C1FD-2136-51A5665D04CF}"/>
          </ac:spMkLst>
        </pc:spChg>
        <pc:spChg chg="mod">
          <ac:chgData name="Kate, Sneha (Cognizant)" userId="62ca8c89-7698-4ba4-86c5-ae883b79a337" providerId="ADAL" clId="{3EE66226-DB5F-4EE2-A9AB-D187C9116CED}" dt="2023-08-02T06:44:43.131" v="218"/>
          <ac:spMkLst>
            <pc:docMk/>
            <pc:sldMk cId="1685285059" sldId="725"/>
            <ac:spMk id="83" creationId="{3088E2EC-0876-BB88-A697-914BA4AA8F32}"/>
          </ac:spMkLst>
        </pc:spChg>
        <pc:spChg chg="mod">
          <ac:chgData name="Kate, Sneha (Cognizant)" userId="62ca8c89-7698-4ba4-86c5-ae883b79a337" providerId="ADAL" clId="{3EE66226-DB5F-4EE2-A9AB-D187C9116CED}" dt="2023-08-02T06:44:43.131" v="218"/>
          <ac:spMkLst>
            <pc:docMk/>
            <pc:sldMk cId="1685285059" sldId="725"/>
            <ac:spMk id="85" creationId="{8A0D0E3C-B9EE-4784-2164-FA51ACAEBC91}"/>
          </ac:spMkLst>
        </pc:spChg>
        <pc:spChg chg="mod">
          <ac:chgData name="Kate, Sneha (Cognizant)" userId="62ca8c89-7698-4ba4-86c5-ae883b79a337" providerId="ADAL" clId="{3EE66226-DB5F-4EE2-A9AB-D187C9116CED}" dt="2023-08-02T06:44:43.131" v="218"/>
          <ac:spMkLst>
            <pc:docMk/>
            <pc:sldMk cId="1685285059" sldId="725"/>
            <ac:spMk id="86" creationId="{E8278D5E-C1C2-081F-6F17-5CBF0E5F2A79}"/>
          </ac:spMkLst>
        </pc:spChg>
        <pc:spChg chg="mod">
          <ac:chgData name="Kate, Sneha (Cognizant)" userId="62ca8c89-7698-4ba4-86c5-ae883b79a337" providerId="ADAL" clId="{3EE66226-DB5F-4EE2-A9AB-D187C9116CED}" dt="2023-08-02T06:44:43.131" v="218"/>
          <ac:spMkLst>
            <pc:docMk/>
            <pc:sldMk cId="1685285059" sldId="725"/>
            <ac:spMk id="88" creationId="{C2C8BAB6-9229-AFB9-CC89-01A536B2C620}"/>
          </ac:spMkLst>
        </pc:spChg>
        <pc:spChg chg="mod">
          <ac:chgData name="Kate, Sneha (Cognizant)" userId="62ca8c89-7698-4ba4-86c5-ae883b79a337" providerId="ADAL" clId="{3EE66226-DB5F-4EE2-A9AB-D187C9116CED}" dt="2023-08-02T06:44:43.131" v="218"/>
          <ac:spMkLst>
            <pc:docMk/>
            <pc:sldMk cId="1685285059" sldId="725"/>
            <ac:spMk id="89" creationId="{BE7D4065-0504-89D4-D83D-E39892EB5732}"/>
          </ac:spMkLst>
        </pc:spChg>
        <pc:spChg chg="mod">
          <ac:chgData name="Kate, Sneha (Cognizant)" userId="62ca8c89-7698-4ba4-86c5-ae883b79a337" providerId="ADAL" clId="{3EE66226-DB5F-4EE2-A9AB-D187C9116CED}" dt="2023-08-02T06:44:43.131" v="218"/>
          <ac:spMkLst>
            <pc:docMk/>
            <pc:sldMk cId="1685285059" sldId="725"/>
            <ac:spMk id="91" creationId="{1F4547E0-440B-FF2D-8C7B-C36B7461D1F7}"/>
          </ac:spMkLst>
        </pc:spChg>
        <pc:spChg chg="mod">
          <ac:chgData name="Kate, Sneha (Cognizant)" userId="62ca8c89-7698-4ba4-86c5-ae883b79a337" providerId="ADAL" clId="{3EE66226-DB5F-4EE2-A9AB-D187C9116CED}" dt="2023-08-02T06:44:43.131" v="218"/>
          <ac:spMkLst>
            <pc:docMk/>
            <pc:sldMk cId="1685285059" sldId="725"/>
            <ac:spMk id="92" creationId="{45A95E80-E742-6393-6B07-EAD0C673293C}"/>
          </ac:spMkLst>
        </pc:spChg>
        <pc:spChg chg="mod">
          <ac:chgData name="Kate, Sneha (Cognizant)" userId="62ca8c89-7698-4ba4-86c5-ae883b79a337" providerId="ADAL" clId="{3EE66226-DB5F-4EE2-A9AB-D187C9116CED}" dt="2023-08-02T06:44:43.131" v="218"/>
          <ac:spMkLst>
            <pc:docMk/>
            <pc:sldMk cId="1685285059" sldId="725"/>
            <ac:spMk id="94" creationId="{4F8362BF-2563-913E-A966-0736AA88C8F7}"/>
          </ac:spMkLst>
        </pc:spChg>
        <pc:spChg chg="mod">
          <ac:chgData name="Kate, Sneha (Cognizant)" userId="62ca8c89-7698-4ba4-86c5-ae883b79a337" providerId="ADAL" clId="{3EE66226-DB5F-4EE2-A9AB-D187C9116CED}" dt="2023-08-02T06:44:43.131" v="218"/>
          <ac:spMkLst>
            <pc:docMk/>
            <pc:sldMk cId="1685285059" sldId="725"/>
            <ac:spMk id="95" creationId="{92A1696B-51B3-1BCC-8346-5F305C1DBF25}"/>
          </ac:spMkLst>
        </pc:spChg>
        <pc:spChg chg="mod">
          <ac:chgData name="Kate, Sneha (Cognizant)" userId="62ca8c89-7698-4ba4-86c5-ae883b79a337" providerId="ADAL" clId="{3EE66226-DB5F-4EE2-A9AB-D187C9116CED}" dt="2023-08-02T06:44:43.131" v="218"/>
          <ac:spMkLst>
            <pc:docMk/>
            <pc:sldMk cId="1685285059" sldId="725"/>
            <ac:spMk id="97" creationId="{23F3EF5E-8ED4-7400-DAD4-4A0BC3D2CA86}"/>
          </ac:spMkLst>
        </pc:spChg>
        <pc:spChg chg="mod">
          <ac:chgData name="Kate, Sneha (Cognizant)" userId="62ca8c89-7698-4ba4-86c5-ae883b79a337" providerId="ADAL" clId="{3EE66226-DB5F-4EE2-A9AB-D187C9116CED}" dt="2023-08-02T06:44:43.131" v="218"/>
          <ac:spMkLst>
            <pc:docMk/>
            <pc:sldMk cId="1685285059" sldId="725"/>
            <ac:spMk id="98" creationId="{86F42734-D87D-848C-2C48-E3ADBA23AA77}"/>
          </ac:spMkLst>
        </pc:spChg>
        <pc:spChg chg="mod">
          <ac:chgData name="Kate, Sneha (Cognizant)" userId="62ca8c89-7698-4ba4-86c5-ae883b79a337" providerId="ADAL" clId="{3EE66226-DB5F-4EE2-A9AB-D187C9116CED}" dt="2023-08-02T06:44:43.131" v="218"/>
          <ac:spMkLst>
            <pc:docMk/>
            <pc:sldMk cId="1685285059" sldId="725"/>
            <ac:spMk id="100" creationId="{626C693F-E60A-5E07-63D8-08FD4E1B9003}"/>
          </ac:spMkLst>
        </pc:spChg>
        <pc:spChg chg="mod">
          <ac:chgData name="Kate, Sneha (Cognizant)" userId="62ca8c89-7698-4ba4-86c5-ae883b79a337" providerId="ADAL" clId="{3EE66226-DB5F-4EE2-A9AB-D187C9116CED}" dt="2023-08-02T06:44:43.131" v="218"/>
          <ac:spMkLst>
            <pc:docMk/>
            <pc:sldMk cId="1685285059" sldId="725"/>
            <ac:spMk id="101" creationId="{81074B7E-085D-9C9E-AB24-7F66ED02D038}"/>
          </ac:spMkLst>
        </pc:spChg>
        <pc:grpChg chg="add del mod">
          <ac:chgData name="Kate, Sneha (Cognizant)" userId="62ca8c89-7698-4ba4-86c5-ae883b79a337" providerId="ADAL" clId="{3EE66226-DB5F-4EE2-A9AB-D187C9116CED}" dt="2023-08-02T06:44:15.993" v="212" actId="478"/>
          <ac:grpSpMkLst>
            <pc:docMk/>
            <pc:sldMk cId="1685285059" sldId="725"/>
            <ac:grpSpMk id="7" creationId="{5F85DE2F-9827-F13A-93F7-F8C920511593}"/>
          </ac:grpSpMkLst>
        </pc:grpChg>
        <pc:grpChg chg="add del mod">
          <ac:chgData name="Kate, Sneha (Cognizant)" userId="62ca8c89-7698-4ba4-86c5-ae883b79a337" providerId="ADAL" clId="{3EE66226-DB5F-4EE2-A9AB-D187C9116CED}" dt="2023-08-02T06:44:19.343" v="213" actId="478"/>
          <ac:grpSpMkLst>
            <pc:docMk/>
            <pc:sldMk cId="1685285059" sldId="725"/>
            <ac:grpSpMk id="10" creationId="{95F7CF7A-31CC-2EDC-F0E0-A39BC5765D86}"/>
          </ac:grpSpMkLst>
        </pc:grpChg>
        <pc:grpChg chg="add del mod">
          <ac:chgData name="Kate, Sneha (Cognizant)" userId="62ca8c89-7698-4ba4-86c5-ae883b79a337" providerId="ADAL" clId="{3EE66226-DB5F-4EE2-A9AB-D187C9116CED}" dt="2023-08-02T06:43:19.521" v="211"/>
          <ac:grpSpMkLst>
            <pc:docMk/>
            <pc:sldMk cId="1685285059" sldId="725"/>
            <ac:grpSpMk id="13" creationId="{607B5A63-6752-6FEB-2394-96DEE206A40C}"/>
          </ac:grpSpMkLst>
        </pc:grpChg>
        <pc:grpChg chg="add del mod">
          <ac:chgData name="Kate, Sneha (Cognizant)" userId="62ca8c89-7698-4ba4-86c5-ae883b79a337" providerId="ADAL" clId="{3EE66226-DB5F-4EE2-A9AB-D187C9116CED}" dt="2023-08-02T06:44:32.617" v="215"/>
          <ac:grpSpMkLst>
            <pc:docMk/>
            <pc:sldMk cId="1685285059" sldId="725"/>
            <ac:grpSpMk id="20" creationId="{0C1D7B37-3D92-4F9E-BA2F-4E8B6EC2D48D}"/>
          </ac:grpSpMkLst>
        </pc:grpChg>
        <pc:grpChg chg="add del mod">
          <ac:chgData name="Kate, Sneha (Cognizant)" userId="62ca8c89-7698-4ba4-86c5-ae883b79a337" providerId="ADAL" clId="{3EE66226-DB5F-4EE2-A9AB-D187C9116CED}" dt="2023-08-02T06:44:32.617" v="215"/>
          <ac:grpSpMkLst>
            <pc:docMk/>
            <pc:sldMk cId="1685285059" sldId="725"/>
            <ac:grpSpMk id="23" creationId="{4E75A60A-AF23-3A9A-6717-C31930F3CDAD}"/>
          </ac:grpSpMkLst>
        </pc:grpChg>
        <pc:grpChg chg="add del mod">
          <ac:chgData name="Kate, Sneha (Cognizant)" userId="62ca8c89-7698-4ba4-86c5-ae883b79a337" providerId="ADAL" clId="{3EE66226-DB5F-4EE2-A9AB-D187C9116CED}" dt="2023-08-02T06:44:32.617" v="215"/>
          <ac:grpSpMkLst>
            <pc:docMk/>
            <pc:sldMk cId="1685285059" sldId="725"/>
            <ac:grpSpMk id="26" creationId="{2A7A82B6-C0D4-E158-FDDC-D909D8A8BD41}"/>
          </ac:grpSpMkLst>
        </pc:grpChg>
        <pc:grpChg chg="add del mod">
          <ac:chgData name="Kate, Sneha (Cognizant)" userId="62ca8c89-7698-4ba4-86c5-ae883b79a337" providerId="ADAL" clId="{3EE66226-DB5F-4EE2-A9AB-D187C9116CED}" dt="2023-08-02T06:44:32.617" v="215"/>
          <ac:grpSpMkLst>
            <pc:docMk/>
            <pc:sldMk cId="1685285059" sldId="725"/>
            <ac:grpSpMk id="29" creationId="{C597F198-EDA2-812F-6B62-03CE1870238C}"/>
          </ac:grpSpMkLst>
        </pc:grpChg>
        <pc:grpChg chg="add del mod">
          <ac:chgData name="Kate, Sneha (Cognizant)" userId="62ca8c89-7698-4ba4-86c5-ae883b79a337" providerId="ADAL" clId="{3EE66226-DB5F-4EE2-A9AB-D187C9116CED}" dt="2023-08-02T06:44:32.617" v="215"/>
          <ac:grpSpMkLst>
            <pc:docMk/>
            <pc:sldMk cId="1685285059" sldId="725"/>
            <ac:grpSpMk id="32" creationId="{AA05D5F7-AE5D-EEEF-9622-22A7D7E4FC65}"/>
          </ac:grpSpMkLst>
        </pc:grpChg>
        <pc:grpChg chg="add del mod">
          <ac:chgData name="Kate, Sneha (Cognizant)" userId="62ca8c89-7698-4ba4-86c5-ae883b79a337" providerId="ADAL" clId="{3EE66226-DB5F-4EE2-A9AB-D187C9116CED}" dt="2023-08-02T06:44:32.617" v="215"/>
          <ac:grpSpMkLst>
            <pc:docMk/>
            <pc:sldMk cId="1685285059" sldId="725"/>
            <ac:grpSpMk id="35" creationId="{22962190-CC7E-99A3-85AB-19666F24F615}"/>
          </ac:grpSpMkLst>
        </pc:grpChg>
        <pc:grpChg chg="add del mod">
          <ac:chgData name="Kate, Sneha (Cognizant)" userId="62ca8c89-7698-4ba4-86c5-ae883b79a337" providerId="ADAL" clId="{3EE66226-DB5F-4EE2-A9AB-D187C9116CED}" dt="2023-08-02T06:44:32.617" v="215"/>
          <ac:grpSpMkLst>
            <pc:docMk/>
            <pc:sldMk cId="1685285059" sldId="725"/>
            <ac:grpSpMk id="38" creationId="{314A1E87-DE93-DCC3-0027-805CC3C71DA7}"/>
          </ac:grpSpMkLst>
        </pc:grpChg>
        <pc:grpChg chg="add del mod">
          <ac:chgData name="Kate, Sneha (Cognizant)" userId="62ca8c89-7698-4ba4-86c5-ae883b79a337" providerId="ADAL" clId="{3EE66226-DB5F-4EE2-A9AB-D187C9116CED}" dt="2023-08-02T06:44:32.617" v="215"/>
          <ac:grpSpMkLst>
            <pc:docMk/>
            <pc:sldMk cId="1685285059" sldId="725"/>
            <ac:grpSpMk id="41" creationId="{3C5D6FCD-77A2-0330-FF7C-4AB81E4B15D6}"/>
          </ac:grpSpMkLst>
        </pc:grpChg>
        <pc:grpChg chg="add del mod">
          <ac:chgData name="Kate, Sneha (Cognizant)" userId="62ca8c89-7698-4ba4-86c5-ae883b79a337" providerId="ADAL" clId="{3EE66226-DB5F-4EE2-A9AB-D187C9116CED}" dt="2023-08-02T06:44:32.617" v="215"/>
          <ac:grpSpMkLst>
            <pc:docMk/>
            <pc:sldMk cId="1685285059" sldId="725"/>
            <ac:grpSpMk id="44" creationId="{1C8E559D-22FD-120F-91F2-0B7CEBDA0CA5}"/>
          </ac:grpSpMkLst>
        </pc:grpChg>
        <pc:grpChg chg="add del mod">
          <ac:chgData name="Kate, Sneha (Cognizant)" userId="62ca8c89-7698-4ba4-86c5-ae883b79a337" providerId="ADAL" clId="{3EE66226-DB5F-4EE2-A9AB-D187C9116CED}" dt="2023-08-02T06:44:32.617" v="215"/>
          <ac:grpSpMkLst>
            <pc:docMk/>
            <pc:sldMk cId="1685285059" sldId="725"/>
            <ac:grpSpMk id="47" creationId="{4B6339CA-F686-F624-ABCE-53854661553A}"/>
          </ac:grpSpMkLst>
        </pc:grpChg>
        <pc:grpChg chg="add del mod">
          <ac:chgData name="Kate, Sneha (Cognizant)" userId="62ca8c89-7698-4ba4-86c5-ae883b79a337" providerId="ADAL" clId="{3EE66226-DB5F-4EE2-A9AB-D187C9116CED}" dt="2023-08-02T06:44:32.617" v="215"/>
          <ac:grpSpMkLst>
            <pc:docMk/>
            <pc:sldMk cId="1685285059" sldId="725"/>
            <ac:grpSpMk id="50" creationId="{E0F7F00F-74AD-3424-2133-9B3686B4EC5D}"/>
          </ac:grpSpMkLst>
        </pc:grpChg>
        <pc:grpChg chg="add del mod">
          <ac:chgData name="Kate, Sneha (Cognizant)" userId="62ca8c89-7698-4ba4-86c5-ae883b79a337" providerId="ADAL" clId="{3EE66226-DB5F-4EE2-A9AB-D187C9116CED}" dt="2023-08-02T06:44:32.617" v="215"/>
          <ac:grpSpMkLst>
            <pc:docMk/>
            <pc:sldMk cId="1685285059" sldId="725"/>
            <ac:grpSpMk id="53" creationId="{204C1DEE-B283-E702-E596-BD2397990B26}"/>
          </ac:grpSpMkLst>
        </pc:grpChg>
        <pc:grpChg chg="add del mod">
          <ac:chgData name="Kate, Sneha (Cognizant)" userId="62ca8c89-7698-4ba4-86c5-ae883b79a337" providerId="ADAL" clId="{3EE66226-DB5F-4EE2-A9AB-D187C9116CED}" dt="2023-08-02T06:44:32.617" v="215"/>
          <ac:grpSpMkLst>
            <pc:docMk/>
            <pc:sldMk cId="1685285059" sldId="725"/>
            <ac:grpSpMk id="56" creationId="{E271E4E8-3C95-12E9-057A-8D179BDAF967}"/>
          </ac:grpSpMkLst>
        </pc:grpChg>
        <pc:grpChg chg="add mod">
          <ac:chgData name="Kate, Sneha (Cognizant)" userId="62ca8c89-7698-4ba4-86c5-ae883b79a337" providerId="ADAL" clId="{3EE66226-DB5F-4EE2-A9AB-D187C9116CED}" dt="2023-08-02T06:45:43.502" v="230" actId="1076"/>
          <ac:grpSpMkLst>
            <pc:docMk/>
            <pc:sldMk cId="1685285059" sldId="725"/>
            <ac:grpSpMk id="63" creationId="{254B93F4-DC76-7521-C674-5A5AD9DD0184}"/>
          </ac:grpSpMkLst>
        </pc:grpChg>
        <pc:grpChg chg="add mod">
          <ac:chgData name="Kate, Sneha (Cognizant)" userId="62ca8c89-7698-4ba4-86c5-ae883b79a337" providerId="ADAL" clId="{3EE66226-DB5F-4EE2-A9AB-D187C9116CED}" dt="2023-08-02T06:45:49.550" v="232" actId="1076"/>
          <ac:grpSpMkLst>
            <pc:docMk/>
            <pc:sldMk cId="1685285059" sldId="725"/>
            <ac:grpSpMk id="66" creationId="{AE01584D-4AEA-7E48-13DE-076A8E31B1AD}"/>
          </ac:grpSpMkLst>
        </pc:grpChg>
        <pc:grpChg chg="add mod">
          <ac:chgData name="Kate, Sneha (Cognizant)" userId="62ca8c89-7698-4ba4-86c5-ae883b79a337" providerId="ADAL" clId="{3EE66226-DB5F-4EE2-A9AB-D187C9116CED}" dt="2023-08-02T06:46:26.136" v="236" actId="1076"/>
          <ac:grpSpMkLst>
            <pc:docMk/>
            <pc:sldMk cId="1685285059" sldId="725"/>
            <ac:grpSpMk id="69" creationId="{4596F3C1-0D2C-C0DC-9003-C3833B3535E9}"/>
          </ac:grpSpMkLst>
        </pc:grpChg>
        <pc:grpChg chg="add mod">
          <ac:chgData name="Kate, Sneha (Cognizant)" userId="62ca8c89-7698-4ba4-86c5-ae883b79a337" providerId="ADAL" clId="{3EE66226-DB5F-4EE2-A9AB-D187C9116CED}" dt="2023-08-02T07:02:37.741" v="254" actId="1076"/>
          <ac:grpSpMkLst>
            <pc:docMk/>
            <pc:sldMk cId="1685285059" sldId="725"/>
            <ac:grpSpMk id="72" creationId="{BD725226-81DB-B522-CF0E-7328544EDB69}"/>
          </ac:grpSpMkLst>
        </pc:grpChg>
        <pc:grpChg chg="add mod">
          <ac:chgData name="Kate, Sneha (Cognizant)" userId="62ca8c89-7698-4ba4-86c5-ae883b79a337" providerId="ADAL" clId="{3EE66226-DB5F-4EE2-A9AB-D187C9116CED}" dt="2023-08-02T06:46:12.012" v="233" actId="1076"/>
          <ac:grpSpMkLst>
            <pc:docMk/>
            <pc:sldMk cId="1685285059" sldId="725"/>
            <ac:grpSpMk id="75" creationId="{3D12C53A-ED7F-5C0C-9D94-52694E98CEE2}"/>
          </ac:grpSpMkLst>
        </pc:grpChg>
        <pc:grpChg chg="add mod">
          <ac:chgData name="Kate, Sneha (Cognizant)" userId="62ca8c89-7698-4ba4-86c5-ae883b79a337" providerId="ADAL" clId="{3EE66226-DB5F-4EE2-A9AB-D187C9116CED}" dt="2023-08-02T06:46:15.584" v="234" actId="1076"/>
          <ac:grpSpMkLst>
            <pc:docMk/>
            <pc:sldMk cId="1685285059" sldId="725"/>
            <ac:grpSpMk id="78" creationId="{ED4AE38D-7FA8-52ED-DBBE-F038695D8166}"/>
          </ac:grpSpMkLst>
        </pc:grpChg>
        <pc:grpChg chg="add mod">
          <ac:chgData name="Kate, Sneha (Cognizant)" userId="62ca8c89-7698-4ba4-86c5-ae883b79a337" providerId="ADAL" clId="{3EE66226-DB5F-4EE2-A9AB-D187C9116CED}" dt="2023-08-02T06:48:37.954" v="247" actId="1076"/>
          <ac:grpSpMkLst>
            <pc:docMk/>
            <pc:sldMk cId="1685285059" sldId="725"/>
            <ac:grpSpMk id="81" creationId="{F7A52EDD-12B6-7A94-E0A5-B79DB08D16F6}"/>
          </ac:grpSpMkLst>
        </pc:grpChg>
        <pc:grpChg chg="add mod">
          <ac:chgData name="Kate, Sneha (Cognizant)" userId="62ca8c89-7698-4ba4-86c5-ae883b79a337" providerId="ADAL" clId="{3EE66226-DB5F-4EE2-A9AB-D187C9116CED}" dt="2023-08-02T06:48:28.096" v="244" actId="1076"/>
          <ac:grpSpMkLst>
            <pc:docMk/>
            <pc:sldMk cId="1685285059" sldId="725"/>
            <ac:grpSpMk id="84" creationId="{869407C7-4672-D306-5F0C-3FB67FC324F7}"/>
          </ac:grpSpMkLst>
        </pc:grpChg>
        <pc:grpChg chg="add mod">
          <ac:chgData name="Kate, Sneha (Cognizant)" userId="62ca8c89-7698-4ba4-86c5-ae883b79a337" providerId="ADAL" clId="{3EE66226-DB5F-4EE2-A9AB-D187C9116CED}" dt="2023-08-02T06:48:08.320" v="242" actId="1076"/>
          <ac:grpSpMkLst>
            <pc:docMk/>
            <pc:sldMk cId="1685285059" sldId="725"/>
            <ac:grpSpMk id="87" creationId="{E9A001D4-3487-2DD8-5DC1-17139BB8EF6A}"/>
          </ac:grpSpMkLst>
        </pc:grpChg>
        <pc:grpChg chg="add mod">
          <ac:chgData name="Kate, Sneha (Cognizant)" userId="62ca8c89-7698-4ba4-86c5-ae883b79a337" providerId="ADAL" clId="{3EE66226-DB5F-4EE2-A9AB-D187C9116CED}" dt="2023-08-02T06:49:12.878" v="253" actId="14100"/>
          <ac:grpSpMkLst>
            <pc:docMk/>
            <pc:sldMk cId="1685285059" sldId="725"/>
            <ac:grpSpMk id="90" creationId="{6707F23C-8C4A-6E16-AFEF-C9C4F86EC59A}"/>
          </ac:grpSpMkLst>
        </pc:grpChg>
        <pc:grpChg chg="add mod">
          <ac:chgData name="Kate, Sneha (Cognizant)" userId="62ca8c89-7698-4ba4-86c5-ae883b79a337" providerId="ADAL" clId="{3EE66226-DB5F-4EE2-A9AB-D187C9116CED}" dt="2023-08-02T06:49:04.121" v="250" actId="1076"/>
          <ac:grpSpMkLst>
            <pc:docMk/>
            <pc:sldMk cId="1685285059" sldId="725"/>
            <ac:grpSpMk id="93" creationId="{F3C8434A-B5DE-BEBE-4C3B-B26C981023E6}"/>
          </ac:grpSpMkLst>
        </pc:grpChg>
        <pc:grpChg chg="add mod">
          <ac:chgData name="Kate, Sneha (Cognizant)" userId="62ca8c89-7698-4ba4-86c5-ae883b79a337" providerId="ADAL" clId="{3EE66226-DB5F-4EE2-A9AB-D187C9116CED}" dt="2023-08-02T06:48:32.969" v="246" actId="1076"/>
          <ac:grpSpMkLst>
            <pc:docMk/>
            <pc:sldMk cId="1685285059" sldId="725"/>
            <ac:grpSpMk id="96" creationId="{C6F96651-850F-FCF3-CDB5-2014CEE21549}"/>
          </ac:grpSpMkLst>
        </pc:grpChg>
        <pc:grpChg chg="add mod">
          <ac:chgData name="Kate, Sneha (Cognizant)" userId="62ca8c89-7698-4ba4-86c5-ae883b79a337" providerId="ADAL" clId="{3EE66226-DB5F-4EE2-A9AB-D187C9116CED}" dt="2023-08-02T06:48:30.455" v="245" actId="1076"/>
          <ac:grpSpMkLst>
            <pc:docMk/>
            <pc:sldMk cId="1685285059" sldId="725"/>
            <ac:grpSpMk id="99" creationId="{59B68782-F46A-433F-5F82-0D6A98E30B5B}"/>
          </ac:grpSpMkLst>
        </pc:grpChg>
      </pc:sldChg>
      <pc:sldChg chg="addSp delSp modSp mod">
        <pc:chgData name="Kate, Sneha (Cognizant)" userId="62ca8c89-7698-4ba4-86c5-ae883b79a337" providerId="ADAL" clId="{3EE66226-DB5F-4EE2-A9AB-D187C9116CED}" dt="2023-08-02T07:44:00.222" v="1042" actId="1076"/>
        <pc:sldMkLst>
          <pc:docMk/>
          <pc:sldMk cId="3775621286" sldId="726"/>
        </pc:sldMkLst>
        <pc:spChg chg="mod">
          <ac:chgData name="Kate, Sneha (Cognizant)" userId="62ca8c89-7698-4ba4-86c5-ae883b79a337" providerId="ADAL" clId="{3EE66226-DB5F-4EE2-A9AB-D187C9116CED}" dt="2023-08-02T07:42:21.193" v="1022" actId="20577"/>
          <ac:spMkLst>
            <pc:docMk/>
            <pc:sldMk cId="3775621286" sldId="726"/>
            <ac:spMk id="5" creationId="{7A8B3838-7BD6-DD5F-D50B-A9433F6534F7}"/>
          </ac:spMkLst>
        </pc:spChg>
        <pc:spChg chg="del">
          <ac:chgData name="Kate, Sneha (Cognizant)" userId="62ca8c89-7698-4ba4-86c5-ae883b79a337" providerId="ADAL" clId="{3EE66226-DB5F-4EE2-A9AB-D187C9116CED}" dt="2023-08-02T07:42:52.650" v="1028" actId="478"/>
          <ac:spMkLst>
            <pc:docMk/>
            <pc:sldMk cId="3775621286" sldId="726"/>
            <ac:spMk id="7" creationId="{11E75F3F-36EF-A81C-D219-5DFEDB15796A}"/>
          </ac:spMkLst>
        </pc:spChg>
        <pc:spChg chg="add del mod">
          <ac:chgData name="Kate, Sneha (Cognizant)" userId="62ca8c89-7698-4ba4-86c5-ae883b79a337" providerId="ADAL" clId="{3EE66226-DB5F-4EE2-A9AB-D187C9116CED}" dt="2023-08-02T07:43:53.972" v="1041" actId="478"/>
          <ac:spMkLst>
            <pc:docMk/>
            <pc:sldMk cId="3775621286" sldId="726"/>
            <ac:spMk id="10" creationId="{00949192-4879-35B8-DBF9-90EDE08F32DE}"/>
          </ac:spMkLst>
        </pc:spChg>
        <pc:spChg chg="add del mod">
          <ac:chgData name="Kate, Sneha (Cognizant)" userId="62ca8c89-7698-4ba4-86c5-ae883b79a337" providerId="ADAL" clId="{3EE66226-DB5F-4EE2-A9AB-D187C9116CED}" dt="2023-08-02T07:43:48.054" v="1040" actId="478"/>
          <ac:spMkLst>
            <pc:docMk/>
            <pc:sldMk cId="3775621286" sldId="726"/>
            <ac:spMk id="11" creationId="{8711282B-4CCA-5D79-1C33-4833A6492D60}"/>
          </ac:spMkLst>
        </pc:spChg>
        <pc:spChg chg="add del mod">
          <ac:chgData name="Kate, Sneha (Cognizant)" userId="62ca8c89-7698-4ba4-86c5-ae883b79a337" providerId="ADAL" clId="{3EE66226-DB5F-4EE2-A9AB-D187C9116CED}" dt="2023-08-02T07:43:42.536" v="1039" actId="14100"/>
          <ac:spMkLst>
            <pc:docMk/>
            <pc:sldMk cId="3775621286" sldId="726"/>
            <ac:spMk id="12" creationId="{89BFB3F5-7AD5-6F96-F89F-014BC6D3E309}"/>
          </ac:spMkLst>
        </pc:spChg>
        <pc:spChg chg="add del mod">
          <ac:chgData name="Kate, Sneha (Cognizant)" userId="62ca8c89-7698-4ba4-86c5-ae883b79a337" providerId="ADAL" clId="{3EE66226-DB5F-4EE2-A9AB-D187C9116CED}" dt="2023-08-02T07:43:42.536" v="1039" actId="14100"/>
          <ac:spMkLst>
            <pc:docMk/>
            <pc:sldMk cId="3775621286" sldId="726"/>
            <ac:spMk id="14" creationId="{D6F06A6F-16A8-CB87-8775-549A7E5AA300}"/>
          </ac:spMkLst>
        </pc:spChg>
        <pc:spChg chg="add del mod">
          <ac:chgData name="Kate, Sneha (Cognizant)" userId="62ca8c89-7698-4ba4-86c5-ae883b79a337" providerId="ADAL" clId="{3EE66226-DB5F-4EE2-A9AB-D187C9116CED}" dt="2023-08-02T07:43:42.536" v="1039" actId="14100"/>
          <ac:spMkLst>
            <pc:docMk/>
            <pc:sldMk cId="3775621286" sldId="726"/>
            <ac:spMk id="15" creationId="{99752295-30DA-9399-883B-AA3FFAAD4883}"/>
          </ac:spMkLst>
        </pc:spChg>
        <pc:spChg chg="add del mod">
          <ac:chgData name="Kate, Sneha (Cognizant)" userId="62ca8c89-7698-4ba4-86c5-ae883b79a337" providerId="ADAL" clId="{3EE66226-DB5F-4EE2-A9AB-D187C9116CED}" dt="2023-08-02T07:43:42.536" v="1039" actId="14100"/>
          <ac:spMkLst>
            <pc:docMk/>
            <pc:sldMk cId="3775621286" sldId="726"/>
            <ac:spMk id="16" creationId="{9E3DE111-67C6-A113-63C4-CB90C93EFB97}"/>
          </ac:spMkLst>
        </pc:spChg>
        <pc:spChg chg="mod">
          <ac:chgData name="Kate, Sneha (Cognizant)" userId="62ca8c89-7698-4ba4-86c5-ae883b79a337" providerId="ADAL" clId="{3EE66226-DB5F-4EE2-A9AB-D187C9116CED}" dt="2023-08-02T07:42:46.065" v="1024" actId="6549"/>
          <ac:spMkLst>
            <pc:docMk/>
            <pc:sldMk cId="3775621286" sldId="726"/>
            <ac:spMk id="20" creationId="{4C621679-D8D6-6A92-123F-0B378A52F909}"/>
          </ac:spMkLst>
        </pc:spChg>
        <pc:picChg chg="del">
          <ac:chgData name="Kate, Sneha (Cognizant)" userId="62ca8c89-7698-4ba4-86c5-ae883b79a337" providerId="ADAL" clId="{3EE66226-DB5F-4EE2-A9AB-D187C9116CED}" dt="2023-08-02T07:42:49.190" v="1026" actId="478"/>
          <ac:picMkLst>
            <pc:docMk/>
            <pc:sldMk cId="3775621286" sldId="726"/>
            <ac:picMk id="4" creationId="{C7C0CE5F-461E-84A0-B11C-3E5E559121E5}"/>
          </ac:picMkLst>
        </pc:picChg>
        <pc:picChg chg="del">
          <ac:chgData name="Kate, Sneha (Cognizant)" userId="62ca8c89-7698-4ba4-86c5-ae883b79a337" providerId="ADAL" clId="{3EE66226-DB5F-4EE2-A9AB-D187C9116CED}" dt="2023-08-02T07:42:47.609" v="1025" actId="478"/>
          <ac:picMkLst>
            <pc:docMk/>
            <pc:sldMk cId="3775621286" sldId="726"/>
            <ac:picMk id="6" creationId="{86311A63-186D-D7A0-972F-209EC7C694E0}"/>
          </ac:picMkLst>
        </pc:picChg>
        <pc:picChg chg="add del mod">
          <ac:chgData name="Kate, Sneha (Cognizant)" userId="62ca8c89-7698-4ba4-86c5-ae883b79a337" providerId="ADAL" clId="{3EE66226-DB5F-4EE2-A9AB-D187C9116CED}" dt="2023-08-02T07:43:02.992" v="1031" actId="478"/>
          <ac:picMkLst>
            <pc:docMk/>
            <pc:sldMk cId="3775621286" sldId="726"/>
            <ac:picMk id="9" creationId="{260379CC-CE91-2191-8E95-DEA982F5000D}"/>
          </ac:picMkLst>
        </pc:picChg>
        <pc:picChg chg="add del mod">
          <ac:chgData name="Kate, Sneha (Cognizant)" userId="62ca8c89-7698-4ba4-86c5-ae883b79a337" providerId="ADAL" clId="{3EE66226-DB5F-4EE2-A9AB-D187C9116CED}" dt="2023-08-02T07:44:00.222" v="1042" actId="1076"/>
          <ac:picMkLst>
            <pc:docMk/>
            <pc:sldMk cId="3775621286" sldId="726"/>
            <ac:picMk id="13" creationId="{906262E6-8873-32F4-03F1-11F5D8CFF2D3}"/>
          </ac:picMkLst>
        </pc:picChg>
        <pc:cxnChg chg="del">
          <ac:chgData name="Kate, Sneha (Cognizant)" userId="62ca8c89-7698-4ba4-86c5-ae883b79a337" providerId="ADAL" clId="{3EE66226-DB5F-4EE2-A9AB-D187C9116CED}" dt="2023-08-02T07:42:51.173" v="1027" actId="478"/>
          <ac:cxnSpMkLst>
            <pc:docMk/>
            <pc:sldMk cId="3775621286" sldId="726"/>
            <ac:cxnSpMk id="8" creationId="{CD8973B1-BAB5-BB5E-81FB-3C823CCFF702}"/>
          </ac:cxnSpMkLst>
        </pc:cxnChg>
      </pc:sldChg>
      <pc:sldChg chg="modSp mod">
        <pc:chgData name="Kate, Sneha (Cognizant)" userId="62ca8c89-7698-4ba4-86c5-ae883b79a337" providerId="ADAL" clId="{3EE66226-DB5F-4EE2-A9AB-D187C9116CED}" dt="2023-08-02T07:46:45.544" v="1181"/>
        <pc:sldMkLst>
          <pc:docMk/>
          <pc:sldMk cId="2228660773" sldId="727"/>
        </pc:sldMkLst>
        <pc:spChg chg="mod">
          <ac:chgData name="Kate, Sneha (Cognizant)" userId="62ca8c89-7698-4ba4-86c5-ae883b79a337" providerId="ADAL" clId="{3EE66226-DB5F-4EE2-A9AB-D187C9116CED}" dt="2023-08-02T07:46:35.120" v="1179" actId="20577"/>
          <ac:spMkLst>
            <pc:docMk/>
            <pc:sldMk cId="2228660773" sldId="727"/>
            <ac:spMk id="5" creationId="{7A8B3838-7BD6-DD5F-D50B-A9433F6534F7}"/>
          </ac:spMkLst>
        </pc:spChg>
        <pc:spChg chg="mod">
          <ac:chgData name="Kate, Sneha (Cognizant)" userId="62ca8c89-7698-4ba4-86c5-ae883b79a337" providerId="ADAL" clId="{3EE66226-DB5F-4EE2-A9AB-D187C9116CED}" dt="2023-08-02T07:46:45.544" v="1181"/>
          <ac:spMkLst>
            <pc:docMk/>
            <pc:sldMk cId="2228660773" sldId="727"/>
            <ac:spMk id="20" creationId="{4C621679-D8D6-6A92-123F-0B378A52F909}"/>
          </ac:spMkLst>
        </pc:spChg>
      </pc:sldChg>
      <pc:sldChg chg="addSp delSp modSp mod">
        <pc:chgData name="Kate, Sneha (Cognizant)" userId="62ca8c89-7698-4ba4-86c5-ae883b79a337" providerId="ADAL" clId="{3EE66226-DB5F-4EE2-A9AB-D187C9116CED}" dt="2023-08-02T07:45:39.174" v="1105" actId="12"/>
        <pc:sldMkLst>
          <pc:docMk/>
          <pc:sldMk cId="1326659287" sldId="728"/>
        </pc:sldMkLst>
        <pc:spChg chg="mod">
          <ac:chgData name="Kate, Sneha (Cognizant)" userId="62ca8c89-7698-4ba4-86c5-ae883b79a337" providerId="ADAL" clId="{3EE66226-DB5F-4EE2-A9AB-D187C9116CED}" dt="2023-08-02T07:44:39.879" v="1093" actId="20577"/>
          <ac:spMkLst>
            <pc:docMk/>
            <pc:sldMk cId="1326659287" sldId="728"/>
            <ac:spMk id="5" creationId="{7A8B3838-7BD6-DD5F-D50B-A9433F6534F7}"/>
          </ac:spMkLst>
        </pc:spChg>
        <pc:spChg chg="add mod">
          <ac:chgData name="Kate, Sneha (Cognizant)" userId="62ca8c89-7698-4ba4-86c5-ae883b79a337" providerId="ADAL" clId="{3EE66226-DB5F-4EE2-A9AB-D187C9116CED}" dt="2023-08-02T07:45:39.174" v="1105" actId="12"/>
          <ac:spMkLst>
            <pc:docMk/>
            <pc:sldMk cId="1326659287" sldId="728"/>
            <ac:spMk id="6" creationId="{4EED2F57-3B5A-1D3C-9145-17A1C6447B7F}"/>
          </ac:spMkLst>
        </pc:spChg>
        <pc:spChg chg="del">
          <ac:chgData name="Kate, Sneha (Cognizant)" userId="62ca8c89-7698-4ba4-86c5-ae883b79a337" providerId="ADAL" clId="{3EE66226-DB5F-4EE2-A9AB-D187C9116CED}" dt="2023-08-02T07:44:59.599" v="1097" actId="478"/>
          <ac:spMkLst>
            <pc:docMk/>
            <pc:sldMk cId="1326659287" sldId="728"/>
            <ac:spMk id="10" creationId="{1FA4E5F0-6626-C6C9-D3E5-1BD74D14D882}"/>
          </ac:spMkLst>
        </pc:spChg>
        <pc:spChg chg="del">
          <ac:chgData name="Kate, Sneha (Cognizant)" userId="62ca8c89-7698-4ba4-86c5-ae883b79a337" providerId="ADAL" clId="{3EE66226-DB5F-4EE2-A9AB-D187C9116CED}" dt="2023-08-02T07:45:04.971" v="1098" actId="478"/>
          <ac:spMkLst>
            <pc:docMk/>
            <pc:sldMk cId="1326659287" sldId="728"/>
            <ac:spMk id="11" creationId="{3C68302B-3DA0-8A5A-0222-6CDBFE01A139}"/>
          </ac:spMkLst>
        </pc:spChg>
        <pc:spChg chg="del">
          <ac:chgData name="Kate, Sneha (Cognizant)" userId="62ca8c89-7698-4ba4-86c5-ae883b79a337" providerId="ADAL" clId="{3EE66226-DB5F-4EE2-A9AB-D187C9116CED}" dt="2023-08-02T07:45:10.747" v="1100" actId="478"/>
          <ac:spMkLst>
            <pc:docMk/>
            <pc:sldMk cId="1326659287" sldId="728"/>
            <ac:spMk id="13" creationId="{6A48CD0A-FAAC-A8E8-5974-D33D76326787}"/>
          </ac:spMkLst>
        </pc:spChg>
        <pc:spChg chg="mod">
          <ac:chgData name="Kate, Sneha (Cognizant)" userId="62ca8c89-7698-4ba4-86c5-ae883b79a337" providerId="ADAL" clId="{3EE66226-DB5F-4EE2-A9AB-D187C9116CED}" dt="2023-08-02T07:44:46.025" v="1095" actId="6549"/>
          <ac:spMkLst>
            <pc:docMk/>
            <pc:sldMk cId="1326659287" sldId="728"/>
            <ac:spMk id="20" creationId="{4C621679-D8D6-6A92-123F-0B378A52F909}"/>
          </ac:spMkLst>
        </pc:spChg>
        <pc:picChg chg="del">
          <ac:chgData name="Kate, Sneha (Cognizant)" userId="62ca8c89-7698-4ba4-86c5-ae883b79a337" providerId="ADAL" clId="{3EE66226-DB5F-4EE2-A9AB-D187C9116CED}" dt="2023-08-02T07:44:57.726" v="1096" actId="478"/>
          <ac:picMkLst>
            <pc:docMk/>
            <pc:sldMk cId="1326659287" sldId="728"/>
            <ac:picMk id="9" creationId="{80A8ADB9-0F97-0B25-7F3A-97DF04EB54D4}"/>
          </ac:picMkLst>
        </pc:picChg>
        <pc:picChg chg="del">
          <ac:chgData name="Kate, Sneha (Cognizant)" userId="62ca8c89-7698-4ba4-86c5-ae883b79a337" providerId="ADAL" clId="{3EE66226-DB5F-4EE2-A9AB-D187C9116CED}" dt="2023-08-02T07:45:06.968" v="1099" actId="478"/>
          <ac:picMkLst>
            <pc:docMk/>
            <pc:sldMk cId="1326659287" sldId="728"/>
            <ac:picMk id="12" creationId="{D13B3A1F-B67D-C43D-CCD9-28469DF774E6}"/>
          </ac:picMkLst>
        </pc:picChg>
      </pc:sldChg>
      <pc:sldChg chg="addSp delSp modSp mod">
        <pc:chgData name="Kate, Sneha (Cognizant)" userId="62ca8c89-7698-4ba4-86c5-ae883b79a337" providerId="ADAL" clId="{3EE66226-DB5F-4EE2-A9AB-D187C9116CED}" dt="2023-08-02T07:47:35.961" v="1244" actId="1076"/>
        <pc:sldMkLst>
          <pc:docMk/>
          <pc:sldMk cId="4276769821" sldId="729"/>
        </pc:sldMkLst>
        <pc:spChg chg="mod">
          <ac:chgData name="Kate, Sneha (Cognizant)" userId="62ca8c89-7698-4ba4-86c5-ae883b79a337" providerId="ADAL" clId="{3EE66226-DB5F-4EE2-A9AB-D187C9116CED}" dt="2023-08-02T07:47:22.011" v="1241" actId="20577"/>
          <ac:spMkLst>
            <pc:docMk/>
            <pc:sldMk cId="4276769821" sldId="729"/>
            <ac:spMk id="5" creationId="{7A8B3838-7BD6-DD5F-D50B-A9433F6534F7}"/>
          </ac:spMkLst>
        </pc:spChg>
        <pc:spChg chg="mod">
          <ac:chgData name="Kate, Sneha (Cognizant)" userId="62ca8c89-7698-4ba4-86c5-ae883b79a337" providerId="ADAL" clId="{3EE66226-DB5F-4EE2-A9AB-D187C9116CED}" dt="2023-08-02T07:47:29.986" v="1242"/>
          <ac:spMkLst>
            <pc:docMk/>
            <pc:sldMk cId="4276769821" sldId="729"/>
            <ac:spMk id="20" creationId="{4C621679-D8D6-6A92-123F-0B378A52F909}"/>
          </ac:spMkLst>
        </pc:spChg>
        <pc:picChg chg="del">
          <ac:chgData name="Kate, Sneha (Cognizant)" userId="62ca8c89-7698-4ba4-86c5-ae883b79a337" providerId="ADAL" clId="{3EE66226-DB5F-4EE2-A9AB-D187C9116CED}" dt="2023-08-02T07:46:55.693" v="1182" actId="478"/>
          <ac:picMkLst>
            <pc:docMk/>
            <pc:sldMk cId="4276769821" sldId="729"/>
            <ac:picMk id="4" creationId="{2321FAEC-F93C-1332-7238-9B1A85EDF9B7}"/>
          </ac:picMkLst>
        </pc:picChg>
        <pc:picChg chg="add mod">
          <ac:chgData name="Kate, Sneha (Cognizant)" userId="62ca8c89-7698-4ba4-86c5-ae883b79a337" providerId="ADAL" clId="{3EE66226-DB5F-4EE2-A9AB-D187C9116CED}" dt="2023-08-02T07:47:35.961" v="1244" actId="1076"/>
          <ac:picMkLst>
            <pc:docMk/>
            <pc:sldMk cId="4276769821" sldId="729"/>
            <ac:picMk id="6" creationId="{415814D2-4E35-1FB7-38FC-572C2EE6C978}"/>
          </ac:picMkLst>
        </pc:picChg>
      </pc:sldChg>
      <pc:sldChg chg="modSp mod">
        <pc:chgData name="Kate, Sneha (Cognizant)" userId="62ca8c89-7698-4ba4-86c5-ae883b79a337" providerId="ADAL" clId="{3EE66226-DB5F-4EE2-A9AB-D187C9116CED}" dt="2023-08-08T07:14:49.706" v="1321" actId="14100"/>
        <pc:sldMkLst>
          <pc:docMk/>
          <pc:sldMk cId="358433415" sldId="730"/>
        </pc:sldMkLst>
        <pc:spChg chg="mod">
          <ac:chgData name="Kate, Sneha (Cognizant)" userId="62ca8c89-7698-4ba4-86c5-ae883b79a337" providerId="ADAL" clId="{3EE66226-DB5F-4EE2-A9AB-D187C9116CED}" dt="2023-08-08T07:14:31.454" v="1317" actId="20577"/>
          <ac:spMkLst>
            <pc:docMk/>
            <pc:sldMk cId="358433415" sldId="730"/>
            <ac:spMk id="5" creationId="{7A8B3838-7BD6-DD5F-D50B-A9433F6534F7}"/>
          </ac:spMkLst>
        </pc:spChg>
        <pc:spChg chg="mod">
          <ac:chgData name="Kate, Sneha (Cognizant)" userId="62ca8c89-7698-4ba4-86c5-ae883b79a337" providerId="ADAL" clId="{3EE66226-DB5F-4EE2-A9AB-D187C9116CED}" dt="2023-08-08T07:14:49.706" v="1321" actId="14100"/>
          <ac:spMkLst>
            <pc:docMk/>
            <pc:sldMk cId="358433415" sldId="730"/>
            <ac:spMk id="20" creationId="{4C621679-D8D6-6A92-123F-0B378A52F909}"/>
          </ac:spMkLst>
        </pc:spChg>
      </pc:sldChg>
      <pc:sldChg chg="modSp mod">
        <pc:chgData name="Kate, Sneha (Cognizant)" userId="62ca8c89-7698-4ba4-86c5-ae883b79a337" providerId="ADAL" clId="{3EE66226-DB5F-4EE2-A9AB-D187C9116CED}" dt="2023-08-08T07:22:24.169" v="1943" actId="14100"/>
        <pc:sldMkLst>
          <pc:docMk/>
          <pc:sldMk cId="108436782" sldId="731"/>
        </pc:sldMkLst>
        <pc:spChg chg="mod">
          <ac:chgData name="Kate, Sneha (Cognizant)" userId="62ca8c89-7698-4ba4-86c5-ae883b79a337" providerId="ADAL" clId="{3EE66226-DB5F-4EE2-A9AB-D187C9116CED}" dt="2023-08-08T07:15:21.262" v="1393" actId="20577"/>
          <ac:spMkLst>
            <pc:docMk/>
            <pc:sldMk cId="108436782" sldId="731"/>
            <ac:spMk id="5" creationId="{7A8B3838-7BD6-DD5F-D50B-A9433F6534F7}"/>
          </ac:spMkLst>
        </pc:spChg>
        <pc:spChg chg="mod">
          <ac:chgData name="Kate, Sneha (Cognizant)" userId="62ca8c89-7698-4ba4-86c5-ae883b79a337" providerId="ADAL" clId="{3EE66226-DB5F-4EE2-A9AB-D187C9116CED}" dt="2023-08-08T07:22:24.169" v="1943" actId="14100"/>
          <ac:spMkLst>
            <pc:docMk/>
            <pc:sldMk cId="108436782" sldId="731"/>
            <ac:spMk id="20" creationId="{4C621679-D8D6-6A92-123F-0B378A52F909}"/>
          </ac:spMkLst>
        </pc:spChg>
      </pc:sldChg>
      <pc:sldChg chg="addSp delSp modSp mod">
        <pc:chgData name="Kate, Sneha (Cognizant)" userId="62ca8c89-7698-4ba4-86c5-ae883b79a337" providerId="ADAL" clId="{3EE66226-DB5F-4EE2-A9AB-D187C9116CED}" dt="2023-08-08T07:21:31.992" v="1882" actId="478"/>
        <pc:sldMkLst>
          <pc:docMk/>
          <pc:sldMk cId="3768108972" sldId="732"/>
        </pc:sldMkLst>
        <pc:spChg chg="del mod">
          <ac:chgData name="Kate, Sneha (Cognizant)" userId="62ca8c89-7698-4ba4-86c5-ae883b79a337" providerId="ADAL" clId="{3EE66226-DB5F-4EE2-A9AB-D187C9116CED}" dt="2023-08-08T07:20:35.652" v="1873" actId="478"/>
          <ac:spMkLst>
            <pc:docMk/>
            <pc:sldMk cId="3768108972" sldId="732"/>
            <ac:spMk id="2" creationId="{7B176796-B501-57D2-1FEF-87C48628E6C5}"/>
          </ac:spMkLst>
        </pc:spChg>
        <pc:spChg chg="mod">
          <ac:chgData name="Kate, Sneha (Cognizant)" userId="62ca8c89-7698-4ba4-86c5-ae883b79a337" providerId="ADAL" clId="{3EE66226-DB5F-4EE2-A9AB-D187C9116CED}" dt="2023-08-08T07:17:12.494" v="1472" actId="20577"/>
          <ac:spMkLst>
            <pc:docMk/>
            <pc:sldMk cId="3768108972" sldId="732"/>
            <ac:spMk id="5" creationId="{7A8B3838-7BD6-DD5F-D50B-A9433F6534F7}"/>
          </ac:spMkLst>
        </pc:spChg>
        <pc:spChg chg="add del mod">
          <ac:chgData name="Kate, Sneha (Cognizant)" userId="62ca8c89-7698-4ba4-86c5-ae883b79a337" providerId="ADAL" clId="{3EE66226-DB5F-4EE2-A9AB-D187C9116CED}" dt="2023-08-08T07:19:53.340" v="1856"/>
          <ac:spMkLst>
            <pc:docMk/>
            <pc:sldMk cId="3768108972" sldId="732"/>
            <ac:spMk id="7" creationId="{44FAFC63-5BB6-7304-B3B3-8519888B0421}"/>
          </ac:spMkLst>
        </pc:spChg>
        <pc:spChg chg="add del mod">
          <ac:chgData name="Kate, Sneha (Cognizant)" userId="62ca8c89-7698-4ba4-86c5-ae883b79a337" providerId="ADAL" clId="{3EE66226-DB5F-4EE2-A9AB-D187C9116CED}" dt="2023-08-08T07:20:25.752" v="1869" actId="478"/>
          <ac:spMkLst>
            <pc:docMk/>
            <pc:sldMk cId="3768108972" sldId="732"/>
            <ac:spMk id="8" creationId="{DFFE247C-5CEB-53AD-2504-58B5C9005C44}"/>
          </ac:spMkLst>
        </pc:spChg>
        <pc:spChg chg="add mod">
          <ac:chgData name="Kate, Sneha (Cognizant)" userId="62ca8c89-7698-4ba4-86c5-ae883b79a337" providerId="ADAL" clId="{3EE66226-DB5F-4EE2-A9AB-D187C9116CED}" dt="2023-08-08T07:21:07.740" v="1878" actId="1076"/>
          <ac:spMkLst>
            <pc:docMk/>
            <pc:sldMk cId="3768108972" sldId="732"/>
            <ac:spMk id="11" creationId="{C93EA289-AA38-A775-540E-DD49CDBFEB75}"/>
          </ac:spMkLst>
        </pc:spChg>
        <pc:spChg chg="add mod">
          <ac:chgData name="Kate, Sneha (Cognizant)" userId="62ca8c89-7698-4ba4-86c5-ae883b79a337" providerId="ADAL" clId="{3EE66226-DB5F-4EE2-A9AB-D187C9116CED}" dt="2023-08-08T07:21:12.633" v="1879" actId="14100"/>
          <ac:spMkLst>
            <pc:docMk/>
            <pc:sldMk cId="3768108972" sldId="732"/>
            <ac:spMk id="12" creationId="{DA82E3DF-7BFF-220D-99F2-5CE423DD0EA4}"/>
          </ac:spMkLst>
        </pc:spChg>
        <pc:spChg chg="add mod">
          <ac:chgData name="Kate, Sneha (Cognizant)" userId="62ca8c89-7698-4ba4-86c5-ae883b79a337" providerId="ADAL" clId="{3EE66226-DB5F-4EE2-A9AB-D187C9116CED}" dt="2023-08-08T07:21:20.271" v="1881" actId="14100"/>
          <ac:spMkLst>
            <pc:docMk/>
            <pc:sldMk cId="3768108972" sldId="732"/>
            <ac:spMk id="13" creationId="{E8892F91-F2B1-938E-8FAF-622F69544B23}"/>
          </ac:spMkLst>
        </pc:spChg>
        <pc:spChg chg="add mod">
          <ac:chgData name="Kate, Sneha (Cognizant)" userId="62ca8c89-7698-4ba4-86c5-ae883b79a337" providerId="ADAL" clId="{3EE66226-DB5F-4EE2-A9AB-D187C9116CED}" dt="2023-08-08T07:20:17.165" v="1866" actId="14100"/>
          <ac:spMkLst>
            <pc:docMk/>
            <pc:sldMk cId="3768108972" sldId="732"/>
            <ac:spMk id="14" creationId="{D6C20690-5DD3-EBAE-00CA-62D165311A13}"/>
          </ac:spMkLst>
        </pc:spChg>
        <pc:spChg chg="add mod">
          <ac:chgData name="Kate, Sneha (Cognizant)" userId="62ca8c89-7698-4ba4-86c5-ae883b79a337" providerId="ADAL" clId="{3EE66226-DB5F-4EE2-A9AB-D187C9116CED}" dt="2023-08-08T07:20:17.165" v="1866" actId="14100"/>
          <ac:spMkLst>
            <pc:docMk/>
            <pc:sldMk cId="3768108972" sldId="732"/>
            <ac:spMk id="15" creationId="{C4BDFDF1-9B02-2187-1AA8-61EED844A4A0}"/>
          </ac:spMkLst>
        </pc:spChg>
        <pc:spChg chg="add del mod">
          <ac:chgData name="Kate, Sneha (Cognizant)" userId="62ca8c89-7698-4ba4-86c5-ae883b79a337" providerId="ADAL" clId="{3EE66226-DB5F-4EE2-A9AB-D187C9116CED}" dt="2023-08-08T07:21:31.992" v="1882" actId="478"/>
          <ac:spMkLst>
            <pc:docMk/>
            <pc:sldMk cId="3768108972" sldId="732"/>
            <ac:spMk id="16" creationId="{EBE12E3A-8D61-7759-EBE7-9DC874A7320C}"/>
          </ac:spMkLst>
        </pc:spChg>
        <pc:spChg chg="mod">
          <ac:chgData name="Kate, Sneha (Cognizant)" userId="62ca8c89-7698-4ba4-86c5-ae883b79a337" providerId="ADAL" clId="{3EE66226-DB5F-4EE2-A9AB-D187C9116CED}" dt="2023-08-08T07:20:03.268" v="1862" actId="20577"/>
          <ac:spMkLst>
            <pc:docMk/>
            <pc:sldMk cId="3768108972" sldId="732"/>
            <ac:spMk id="20" creationId="{4C621679-D8D6-6A92-123F-0B378A52F909}"/>
          </ac:spMkLst>
        </pc:spChg>
        <pc:picChg chg="add del mod">
          <ac:chgData name="Kate, Sneha (Cognizant)" userId="62ca8c89-7698-4ba4-86c5-ae883b79a337" providerId="ADAL" clId="{3EE66226-DB5F-4EE2-A9AB-D187C9116CED}" dt="2023-08-08T07:19:54.583" v="1860"/>
          <ac:picMkLst>
            <pc:docMk/>
            <pc:sldMk cId="3768108972" sldId="732"/>
            <ac:picMk id="4" creationId="{439314AF-8F53-CC3E-E6B9-F45BE954245A}"/>
          </ac:picMkLst>
        </pc:picChg>
        <pc:picChg chg="add del mod">
          <ac:chgData name="Kate, Sneha (Cognizant)" userId="62ca8c89-7698-4ba4-86c5-ae883b79a337" providerId="ADAL" clId="{3EE66226-DB5F-4EE2-A9AB-D187C9116CED}" dt="2023-08-08T07:19:53.970" v="1858"/>
          <ac:picMkLst>
            <pc:docMk/>
            <pc:sldMk cId="3768108972" sldId="732"/>
            <ac:picMk id="6" creationId="{BDE9D354-B8E8-BB27-A57A-43576997EA80}"/>
          </ac:picMkLst>
        </pc:picChg>
        <pc:picChg chg="add mod">
          <ac:chgData name="Kate, Sneha (Cognizant)" userId="62ca8c89-7698-4ba4-86c5-ae883b79a337" providerId="ADAL" clId="{3EE66226-DB5F-4EE2-A9AB-D187C9116CED}" dt="2023-08-08T07:21:05.768" v="1877" actId="14100"/>
          <ac:picMkLst>
            <pc:docMk/>
            <pc:sldMk cId="3768108972" sldId="732"/>
            <ac:picMk id="9" creationId="{FF99077B-C89F-0150-BD7B-5563E63C6D20}"/>
          </ac:picMkLst>
        </pc:picChg>
        <pc:picChg chg="add mod">
          <ac:chgData name="Kate, Sneha (Cognizant)" userId="62ca8c89-7698-4ba4-86c5-ae883b79a337" providerId="ADAL" clId="{3EE66226-DB5F-4EE2-A9AB-D187C9116CED}" dt="2023-08-08T07:21:02.549" v="1876" actId="14100"/>
          <ac:picMkLst>
            <pc:docMk/>
            <pc:sldMk cId="3768108972" sldId="732"/>
            <ac:picMk id="10" creationId="{83D1D4E1-5042-E03D-85FA-271059DB3E3E}"/>
          </ac:picMkLst>
        </pc:picChg>
      </pc:sldChg>
      <pc:sldChg chg="delSp modSp mod">
        <pc:chgData name="Kate, Sneha (Cognizant)" userId="62ca8c89-7698-4ba4-86c5-ae883b79a337" providerId="ADAL" clId="{3EE66226-DB5F-4EE2-A9AB-D187C9116CED}" dt="2023-08-08T07:22:32.181" v="1944" actId="14100"/>
        <pc:sldMkLst>
          <pc:docMk/>
          <pc:sldMk cId="265050381" sldId="733"/>
        </pc:sldMkLst>
        <pc:spChg chg="mod">
          <ac:chgData name="Kate, Sneha (Cognizant)" userId="62ca8c89-7698-4ba4-86c5-ae883b79a337" providerId="ADAL" clId="{3EE66226-DB5F-4EE2-A9AB-D187C9116CED}" dt="2023-08-08T07:22:10.808" v="1940"/>
          <ac:spMkLst>
            <pc:docMk/>
            <pc:sldMk cId="265050381" sldId="733"/>
            <ac:spMk id="5" creationId="{7A8B3838-7BD6-DD5F-D50B-A9433F6534F7}"/>
          </ac:spMkLst>
        </pc:spChg>
        <pc:spChg chg="mod">
          <ac:chgData name="Kate, Sneha (Cognizant)" userId="62ca8c89-7698-4ba4-86c5-ae883b79a337" providerId="ADAL" clId="{3EE66226-DB5F-4EE2-A9AB-D187C9116CED}" dt="2023-08-08T07:22:32.181" v="1944" actId="14100"/>
          <ac:spMkLst>
            <pc:docMk/>
            <pc:sldMk cId="265050381" sldId="733"/>
            <ac:spMk id="20" creationId="{4C621679-D8D6-6A92-123F-0B378A52F909}"/>
          </ac:spMkLst>
        </pc:spChg>
        <pc:picChg chg="del mod">
          <ac:chgData name="Kate, Sneha (Cognizant)" userId="62ca8c89-7698-4ba4-86c5-ae883b79a337" providerId="ADAL" clId="{3EE66226-DB5F-4EE2-A9AB-D187C9116CED}" dt="2023-08-08T07:21:42.257" v="1885" actId="478"/>
          <ac:picMkLst>
            <pc:docMk/>
            <pc:sldMk cId="265050381" sldId="733"/>
            <ac:picMk id="4" creationId="{DE515C9F-44EF-94BD-66F4-E0FFD90E0E51}"/>
          </ac:picMkLst>
        </pc:picChg>
        <pc:picChg chg="del">
          <ac:chgData name="Kate, Sneha (Cognizant)" userId="62ca8c89-7698-4ba4-86c5-ae883b79a337" providerId="ADAL" clId="{3EE66226-DB5F-4EE2-A9AB-D187C9116CED}" dt="2023-08-08T07:21:43.561" v="1886" actId="478"/>
          <ac:picMkLst>
            <pc:docMk/>
            <pc:sldMk cId="265050381" sldId="733"/>
            <ac:picMk id="6" creationId="{4C3A6BEA-41C1-0F1F-8B51-A4E3925D5779}"/>
          </ac:picMkLst>
        </pc:picChg>
      </pc:sldChg>
      <pc:sldChg chg="addSp delSp modSp mod">
        <pc:chgData name="Kate, Sneha (Cognizant)" userId="62ca8c89-7698-4ba4-86c5-ae883b79a337" providerId="ADAL" clId="{3EE66226-DB5F-4EE2-A9AB-D187C9116CED}" dt="2023-08-08T07:23:43.264" v="2160" actId="478"/>
        <pc:sldMkLst>
          <pc:docMk/>
          <pc:sldMk cId="4093084051" sldId="734"/>
        </pc:sldMkLst>
        <pc:spChg chg="add del mod">
          <ac:chgData name="Kate, Sneha (Cognizant)" userId="62ca8c89-7698-4ba4-86c5-ae883b79a337" providerId="ADAL" clId="{3EE66226-DB5F-4EE2-A9AB-D187C9116CED}" dt="2023-08-08T07:23:43.264" v="2160" actId="478"/>
          <ac:spMkLst>
            <pc:docMk/>
            <pc:sldMk cId="4093084051" sldId="734"/>
            <ac:spMk id="4" creationId="{7E5B37BC-096A-6CA6-6A08-97D7C239068E}"/>
          </ac:spMkLst>
        </pc:spChg>
        <pc:spChg chg="mod">
          <ac:chgData name="Kate, Sneha (Cognizant)" userId="62ca8c89-7698-4ba4-86c5-ae883b79a337" providerId="ADAL" clId="{3EE66226-DB5F-4EE2-A9AB-D187C9116CED}" dt="2023-08-08T07:22:51.877" v="2007" actId="20577"/>
          <ac:spMkLst>
            <pc:docMk/>
            <pc:sldMk cId="4093084051" sldId="734"/>
            <ac:spMk id="5" creationId="{7A8B3838-7BD6-DD5F-D50B-A9433F6534F7}"/>
          </ac:spMkLst>
        </pc:spChg>
        <pc:spChg chg="add mod">
          <ac:chgData name="Kate, Sneha (Cognizant)" userId="62ca8c89-7698-4ba4-86c5-ae883b79a337" providerId="ADAL" clId="{3EE66226-DB5F-4EE2-A9AB-D187C9116CED}" dt="2023-08-08T07:23:36.924" v="2157" actId="1076"/>
          <ac:spMkLst>
            <pc:docMk/>
            <pc:sldMk cId="4093084051" sldId="734"/>
            <ac:spMk id="6" creationId="{F7502FBD-4B42-DBD9-98B2-BE348A9A7AA6}"/>
          </ac:spMkLst>
        </pc:spChg>
        <pc:spChg chg="add mod">
          <ac:chgData name="Kate, Sneha (Cognizant)" userId="62ca8c89-7698-4ba4-86c5-ae883b79a337" providerId="ADAL" clId="{3EE66226-DB5F-4EE2-A9AB-D187C9116CED}" dt="2023-08-08T07:23:36.924" v="2157" actId="1076"/>
          <ac:spMkLst>
            <pc:docMk/>
            <pc:sldMk cId="4093084051" sldId="734"/>
            <ac:spMk id="7" creationId="{FDFB041C-322A-34FA-1254-371C12F42C17}"/>
          </ac:spMkLst>
        </pc:spChg>
        <pc:spChg chg="add mod">
          <ac:chgData name="Kate, Sneha (Cognizant)" userId="62ca8c89-7698-4ba4-86c5-ae883b79a337" providerId="ADAL" clId="{3EE66226-DB5F-4EE2-A9AB-D187C9116CED}" dt="2023-08-08T07:23:36.924" v="2157" actId="1076"/>
          <ac:spMkLst>
            <pc:docMk/>
            <pc:sldMk cId="4093084051" sldId="734"/>
            <ac:spMk id="8" creationId="{661C69C0-86CE-E8A7-B064-7DE0254CDF86}"/>
          </ac:spMkLst>
        </pc:spChg>
        <pc:spChg chg="add mod">
          <ac:chgData name="Kate, Sneha (Cognizant)" userId="62ca8c89-7698-4ba4-86c5-ae883b79a337" providerId="ADAL" clId="{3EE66226-DB5F-4EE2-A9AB-D187C9116CED}" dt="2023-08-08T07:23:36.924" v="2157" actId="1076"/>
          <ac:spMkLst>
            <pc:docMk/>
            <pc:sldMk cId="4093084051" sldId="734"/>
            <ac:spMk id="10" creationId="{CE4EF999-C4A9-275F-B879-6019ACDE026C}"/>
          </ac:spMkLst>
        </pc:spChg>
        <pc:spChg chg="add mod">
          <ac:chgData name="Kate, Sneha (Cognizant)" userId="62ca8c89-7698-4ba4-86c5-ae883b79a337" providerId="ADAL" clId="{3EE66226-DB5F-4EE2-A9AB-D187C9116CED}" dt="2023-08-08T07:23:36.924" v="2157" actId="1076"/>
          <ac:spMkLst>
            <pc:docMk/>
            <pc:sldMk cId="4093084051" sldId="734"/>
            <ac:spMk id="11" creationId="{6FB96AB5-0DD0-B0CA-3FA2-C48B2AD21FDF}"/>
          </ac:spMkLst>
        </pc:spChg>
        <pc:spChg chg="mod">
          <ac:chgData name="Kate, Sneha (Cognizant)" userId="62ca8c89-7698-4ba4-86c5-ae883b79a337" providerId="ADAL" clId="{3EE66226-DB5F-4EE2-A9AB-D187C9116CED}" dt="2023-08-08T07:23:09.364" v="2155" actId="20577"/>
          <ac:spMkLst>
            <pc:docMk/>
            <pc:sldMk cId="4093084051" sldId="734"/>
            <ac:spMk id="20" creationId="{4C621679-D8D6-6A92-123F-0B378A52F909}"/>
          </ac:spMkLst>
        </pc:spChg>
        <pc:picChg chg="add mod">
          <ac:chgData name="Kate, Sneha (Cognizant)" userId="62ca8c89-7698-4ba4-86c5-ae883b79a337" providerId="ADAL" clId="{3EE66226-DB5F-4EE2-A9AB-D187C9116CED}" dt="2023-08-08T07:23:36.924" v="2157" actId="1076"/>
          <ac:picMkLst>
            <pc:docMk/>
            <pc:sldMk cId="4093084051" sldId="734"/>
            <ac:picMk id="9" creationId="{1222C41A-2A9F-23FA-18C4-56B6A2910901}"/>
          </ac:picMkLst>
        </pc:picChg>
      </pc:sldChg>
      <pc:sldChg chg="modSp mod">
        <pc:chgData name="Kate, Sneha (Cognizant)" userId="62ca8c89-7698-4ba4-86c5-ae883b79a337" providerId="ADAL" clId="{3EE66226-DB5F-4EE2-A9AB-D187C9116CED}" dt="2023-08-08T07:24:47.946" v="2232" actId="14100"/>
        <pc:sldMkLst>
          <pc:docMk/>
          <pc:sldMk cId="2953658819" sldId="735"/>
        </pc:sldMkLst>
        <pc:spChg chg="mod">
          <ac:chgData name="Kate, Sneha (Cognizant)" userId="62ca8c89-7698-4ba4-86c5-ae883b79a337" providerId="ADAL" clId="{3EE66226-DB5F-4EE2-A9AB-D187C9116CED}" dt="2023-08-08T07:24:36.263" v="2229" actId="20577"/>
          <ac:spMkLst>
            <pc:docMk/>
            <pc:sldMk cId="2953658819" sldId="735"/>
            <ac:spMk id="5" creationId="{7A8B3838-7BD6-DD5F-D50B-A9433F6534F7}"/>
          </ac:spMkLst>
        </pc:spChg>
        <pc:spChg chg="mod">
          <ac:chgData name="Kate, Sneha (Cognizant)" userId="62ca8c89-7698-4ba4-86c5-ae883b79a337" providerId="ADAL" clId="{3EE66226-DB5F-4EE2-A9AB-D187C9116CED}" dt="2023-08-08T07:24:47.946" v="2232" actId="14100"/>
          <ac:spMkLst>
            <pc:docMk/>
            <pc:sldMk cId="2953658819" sldId="735"/>
            <ac:spMk id="20" creationId="{4C621679-D8D6-6A92-123F-0B378A52F909}"/>
          </ac:spMkLst>
        </pc:spChg>
      </pc:sldChg>
      <pc:sldChg chg="addSp delSp modSp mod">
        <pc:chgData name="Kate, Sneha (Cognizant)" userId="62ca8c89-7698-4ba4-86c5-ae883b79a337" providerId="ADAL" clId="{3EE66226-DB5F-4EE2-A9AB-D187C9116CED}" dt="2023-08-08T07:26:15.844" v="2305" actId="14100"/>
        <pc:sldMkLst>
          <pc:docMk/>
          <pc:sldMk cId="1136677816" sldId="736"/>
        </pc:sldMkLst>
        <pc:spChg chg="mod">
          <ac:chgData name="Kate, Sneha (Cognizant)" userId="62ca8c89-7698-4ba4-86c5-ae883b79a337" providerId="ADAL" clId="{3EE66226-DB5F-4EE2-A9AB-D187C9116CED}" dt="2023-08-08T07:25:17.183" v="2290" actId="20577"/>
          <ac:spMkLst>
            <pc:docMk/>
            <pc:sldMk cId="1136677816" sldId="736"/>
            <ac:spMk id="5" creationId="{7A8B3838-7BD6-DD5F-D50B-A9433F6534F7}"/>
          </ac:spMkLst>
        </pc:spChg>
        <pc:spChg chg="add del mod">
          <ac:chgData name="Kate, Sneha (Cognizant)" userId="62ca8c89-7698-4ba4-86c5-ae883b79a337" providerId="ADAL" clId="{3EE66226-DB5F-4EE2-A9AB-D187C9116CED}" dt="2023-08-08T07:25:30.851" v="2294"/>
          <ac:spMkLst>
            <pc:docMk/>
            <pc:sldMk cId="1136677816" sldId="736"/>
            <ac:spMk id="6" creationId="{E9240A7F-7144-447C-B06A-0D3ED464BDD7}"/>
          </ac:spMkLst>
        </pc:spChg>
        <pc:spChg chg="add del mod">
          <ac:chgData name="Kate, Sneha (Cognizant)" userId="62ca8c89-7698-4ba4-86c5-ae883b79a337" providerId="ADAL" clId="{3EE66226-DB5F-4EE2-A9AB-D187C9116CED}" dt="2023-08-08T07:25:30.851" v="2294"/>
          <ac:spMkLst>
            <pc:docMk/>
            <pc:sldMk cId="1136677816" sldId="736"/>
            <ac:spMk id="8" creationId="{D1328704-B82C-A974-7E95-C4F2D36373C9}"/>
          </ac:spMkLst>
        </pc:spChg>
        <pc:spChg chg="add del mod">
          <ac:chgData name="Kate, Sneha (Cognizant)" userId="62ca8c89-7698-4ba4-86c5-ae883b79a337" providerId="ADAL" clId="{3EE66226-DB5F-4EE2-A9AB-D187C9116CED}" dt="2023-08-08T07:25:30.851" v="2294"/>
          <ac:spMkLst>
            <pc:docMk/>
            <pc:sldMk cId="1136677816" sldId="736"/>
            <ac:spMk id="9" creationId="{5A56458E-FB0D-7DBC-3067-C613A667530C}"/>
          </ac:spMkLst>
        </pc:spChg>
        <pc:spChg chg="add del mod">
          <ac:chgData name="Kate, Sneha (Cognizant)" userId="62ca8c89-7698-4ba4-86c5-ae883b79a337" providerId="ADAL" clId="{3EE66226-DB5F-4EE2-A9AB-D187C9116CED}" dt="2023-08-08T07:25:30.851" v="2294"/>
          <ac:spMkLst>
            <pc:docMk/>
            <pc:sldMk cId="1136677816" sldId="736"/>
            <ac:spMk id="10" creationId="{8E094B4E-71C4-6091-EB67-F87A9C4DAA20}"/>
          </ac:spMkLst>
        </pc:spChg>
        <pc:spChg chg="add del mod">
          <ac:chgData name="Kate, Sneha (Cognizant)" userId="62ca8c89-7698-4ba4-86c5-ae883b79a337" providerId="ADAL" clId="{3EE66226-DB5F-4EE2-A9AB-D187C9116CED}" dt="2023-08-08T07:26:06.107" v="2303" actId="478"/>
          <ac:spMkLst>
            <pc:docMk/>
            <pc:sldMk cId="1136677816" sldId="736"/>
            <ac:spMk id="11" creationId="{6F9CD647-CAEE-EA48-E406-E7218A00A174}"/>
          </ac:spMkLst>
        </pc:spChg>
        <pc:spChg chg="add del mod">
          <ac:chgData name="Kate, Sneha (Cognizant)" userId="62ca8c89-7698-4ba4-86c5-ae883b79a337" providerId="ADAL" clId="{3EE66226-DB5F-4EE2-A9AB-D187C9116CED}" dt="2023-08-08T07:26:00.034" v="2301" actId="478"/>
          <ac:spMkLst>
            <pc:docMk/>
            <pc:sldMk cId="1136677816" sldId="736"/>
            <ac:spMk id="13" creationId="{7447E46D-6733-750F-4DDE-77A06AF3AD35}"/>
          </ac:spMkLst>
        </pc:spChg>
        <pc:spChg chg="add del mod">
          <ac:chgData name="Kate, Sneha (Cognizant)" userId="62ca8c89-7698-4ba4-86c5-ae883b79a337" providerId="ADAL" clId="{3EE66226-DB5F-4EE2-A9AB-D187C9116CED}" dt="2023-08-08T07:26:02.710" v="2302" actId="478"/>
          <ac:spMkLst>
            <pc:docMk/>
            <pc:sldMk cId="1136677816" sldId="736"/>
            <ac:spMk id="14" creationId="{0E0D536A-7FF3-319E-58D0-337824A8A9D9}"/>
          </ac:spMkLst>
        </pc:spChg>
        <pc:spChg chg="add mod">
          <ac:chgData name="Kate, Sneha (Cognizant)" userId="62ca8c89-7698-4ba4-86c5-ae883b79a337" providerId="ADAL" clId="{3EE66226-DB5F-4EE2-A9AB-D187C9116CED}" dt="2023-08-08T07:26:15.844" v="2305" actId="14100"/>
          <ac:spMkLst>
            <pc:docMk/>
            <pc:sldMk cId="1136677816" sldId="736"/>
            <ac:spMk id="15" creationId="{3CE46B82-3A79-B582-BF21-B07000CFD043}"/>
          </ac:spMkLst>
        </pc:spChg>
        <pc:spChg chg="mod">
          <ac:chgData name="Kate, Sneha (Cognizant)" userId="62ca8c89-7698-4ba4-86c5-ae883b79a337" providerId="ADAL" clId="{3EE66226-DB5F-4EE2-A9AB-D187C9116CED}" dt="2023-08-08T07:25:45.199" v="2298" actId="20577"/>
          <ac:spMkLst>
            <pc:docMk/>
            <pc:sldMk cId="1136677816" sldId="736"/>
            <ac:spMk id="20" creationId="{4C621679-D8D6-6A92-123F-0B378A52F909}"/>
          </ac:spMkLst>
        </pc:spChg>
        <pc:picChg chg="del">
          <ac:chgData name="Kate, Sneha (Cognizant)" userId="62ca8c89-7698-4ba4-86c5-ae883b79a337" providerId="ADAL" clId="{3EE66226-DB5F-4EE2-A9AB-D187C9116CED}" dt="2023-08-08T07:25:22.750" v="2291" actId="478"/>
          <ac:picMkLst>
            <pc:docMk/>
            <pc:sldMk cId="1136677816" sldId="736"/>
            <ac:picMk id="4" creationId="{118E0E29-54F4-6A24-B547-212DB9D532A5}"/>
          </ac:picMkLst>
        </pc:picChg>
        <pc:picChg chg="add del mod">
          <ac:chgData name="Kate, Sneha (Cognizant)" userId="62ca8c89-7698-4ba4-86c5-ae883b79a337" providerId="ADAL" clId="{3EE66226-DB5F-4EE2-A9AB-D187C9116CED}" dt="2023-08-08T07:25:30.851" v="2294"/>
          <ac:picMkLst>
            <pc:docMk/>
            <pc:sldMk cId="1136677816" sldId="736"/>
            <ac:picMk id="7" creationId="{75C56105-2F3F-1CB4-350F-3252A34EBC2D}"/>
          </ac:picMkLst>
        </pc:picChg>
        <pc:picChg chg="add mod">
          <ac:chgData name="Kate, Sneha (Cognizant)" userId="62ca8c89-7698-4ba4-86c5-ae883b79a337" providerId="ADAL" clId="{3EE66226-DB5F-4EE2-A9AB-D187C9116CED}" dt="2023-08-08T07:26:09.706" v="2304" actId="1076"/>
          <ac:picMkLst>
            <pc:docMk/>
            <pc:sldMk cId="1136677816" sldId="736"/>
            <ac:picMk id="12" creationId="{05DD7F67-E776-D0FA-0FD2-FEBFF4664926}"/>
          </ac:picMkLst>
        </pc:picChg>
      </pc:sldChg>
      <pc:sldChg chg="delSp modSp mod">
        <pc:chgData name="Kate, Sneha (Cognizant)" userId="62ca8c89-7698-4ba4-86c5-ae883b79a337" providerId="ADAL" clId="{3EE66226-DB5F-4EE2-A9AB-D187C9116CED}" dt="2023-08-08T07:27:07.918" v="2379" actId="14100"/>
        <pc:sldMkLst>
          <pc:docMk/>
          <pc:sldMk cId="2894825835" sldId="737"/>
        </pc:sldMkLst>
        <pc:spChg chg="mod">
          <ac:chgData name="Kate, Sneha (Cognizant)" userId="62ca8c89-7698-4ba4-86c5-ae883b79a337" providerId="ADAL" clId="{3EE66226-DB5F-4EE2-A9AB-D187C9116CED}" dt="2023-08-08T07:26:46.232" v="2375" actId="20577"/>
          <ac:spMkLst>
            <pc:docMk/>
            <pc:sldMk cId="2894825835" sldId="737"/>
            <ac:spMk id="5" creationId="{7A8B3838-7BD6-DD5F-D50B-A9433F6534F7}"/>
          </ac:spMkLst>
        </pc:spChg>
        <pc:spChg chg="mod">
          <ac:chgData name="Kate, Sneha (Cognizant)" userId="62ca8c89-7698-4ba4-86c5-ae883b79a337" providerId="ADAL" clId="{3EE66226-DB5F-4EE2-A9AB-D187C9116CED}" dt="2023-08-08T07:27:07.918" v="2379" actId="14100"/>
          <ac:spMkLst>
            <pc:docMk/>
            <pc:sldMk cId="2894825835" sldId="737"/>
            <ac:spMk id="20" creationId="{4C621679-D8D6-6A92-123F-0B378A52F909}"/>
          </ac:spMkLst>
        </pc:spChg>
        <pc:picChg chg="del">
          <ac:chgData name="Kate, Sneha (Cognizant)" userId="62ca8c89-7698-4ba4-86c5-ae883b79a337" providerId="ADAL" clId="{3EE66226-DB5F-4EE2-A9AB-D187C9116CED}" dt="2023-08-08T07:26:51.627" v="2377" actId="478"/>
          <ac:picMkLst>
            <pc:docMk/>
            <pc:sldMk cId="2894825835" sldId="737"/>
            <ac:picMk id="6" creationId="{0FBFAA64-CF66-0FEF-FD48-2CA06598AB04}"/>
          </ac:picMkLst>
        </pc:picChg>
      </pc:sldChg>
      <pc:sldChg chg="del">
        <pc:chgData name="Kate, Sneha (Cognizant)" userId="62ca8c89-7698-4ba4-86c5-ae883b79a337" providerId="ADAL" clId="{3EE66226-DB5F-4EE2-A9AB-D187C9116CED}" dt="2023-08-08T07:39:24.169" v="2742" actId="47"/>
        <pc:sldMkLst>
          <pc:docMk/>
          <pc:sldMk cId="2277888862" sldId="738"/>
        </pc:sldMkLst>
      </pc:sldChg>
      <pc:sldChg chg="del">
        <pc:chgData name="Kate, Sneha (Cognizant)" userId="62ca8c89-7698-4ba4-86c5-ae883b79a337" providerId="ADAL" clId="{3EE66226-DB5F-4EE2-A9AB-D187C9116CED}" dt="2023-08-08T07:39:33.031" v="2745" actId="47"/>
        <pc:sldMkLst>
          <pc:docMk/>
          <pc:sldMk cId="341653944" sldId="739"/>
        </pc:sldMkLst>
      </pc:sldChg>
      <pc:sldChg chg="del">
        <pc:chgData name="Kate, Sneha (Cognizant)" userId="62ca8c89-7698-4ba4-86c5-ae883b79a337" providerId="ADAL" clId="{3EE66226-DB5F-4EE2-A9AB-D187C9116CED}" dt="2023-08-08T07:39:38.447" v="2748" actId="47"/>
        <pc:sldMkLst>
          <pc:docMk/>
          <pc:sldMk cId="3393904705" sldId="740"/>
        </pc:sldMkLst>
      </pc:sldChg>
      <pc:sldChg chg="del">
        <pc:chgData name="Kate, Sneha (Cognizant)" userId="62ca8c89-7698-4ba4-86c5-ae883b79a337" providerId="ADAL" clId="{3EE66226-DB5F-4EE2-A9AB-D187C9116CED}" dt="2023-08-08T07:39:40.378" v="2749" actId="47"/>
        <pc:sldMkLst>
          <pc:docMk/>
          <pc:sldMk cId="111200850" sldId="741"/>
        </pc:sldMkLst>
      </pc:sldChg>
      <pc:sldChg chg="del">
        <pc:chgData name="Kate, Sneha (Cognizant)" userId="62ca8c89-7698-4ba4-86c5-ae883b79a337" providerId="ADAL" clId="{3EE66226-DB5F-4EE2-A9AB-D187C9116CED}" dt="2023-08-08T07:39:41.717" v="2750" actId="47"/>
        <pc:sldMkLst>
          <pc:docMk/>
          <pc:sldMk cId="2132361171" sldId="742"/>
        </pc:sldMkLst>
      </pc:sldChg>
      <pc:sldChg chg="del">
        <pc:chgData name="Kate, Sneha (Cognizant)" userId="62ca8c89-7698-4ba4-86c5-ae883b79a337" providerId="ADAL" clId="{3EE66226-DB5F-4EE2-A9AB-D187C9116CED}" dt="2023-08-08T07:39:42.613" v="2751" actId="47"/>
        <pc:sldMkLst>
          <pc:docMk/>
          <pc:sldMk cId="4057816518" sldId="743"/>
        </pc:sldMkLst>
      </pc:sldChg>
      <pc:sldChg chg="del">
        <pc:chgData name="Kate, Sneha (Cognizant)" userId="62ca8c89-7698-4ba4-86c5-ae883b79a337" providerId="ADAL" clId="{3EE66226-DB5F-4EE2-A9AB-D187C9116CED}" dt="2023-08-08T07:40:05.167" v="2754" actId="47"/>
        <pc:sldMkLst>
          <pc:docMk/>
          <pc:sldMk cId="1539651415" sldId="744"/>
        </pc:sldMkLst>
      </pc:sldChg>
      <pc:sldChg chg="del">
        <pc:chgData name="Kate, Sneha (Cognizant)" userId="62ca8c89-7698-4ba4-86c5-ae883b79a337" providerId="ADAL" clId="{3EE66226-DB5F-4EE2-A9AB-D187C9116CED}" dt="2023-08-08T07:40:08.415" v="2756" actId="47"/>
        <pc:sldMkLst>
          <pc:docMk/>
          <pc:sldMk cId="3108895191" sldId="753"/>
        </pc:sldMkLst>
      </pc:sldChg>
      <pc:sldChg chg="del">
        <pc:chgData name="Kate, Sneha (Cognizant)" userId="62ca8c89-7698-4ba4-86c5-ae883b79a337" providerId="ADAL" clId="{3EE66226-DB5F-4EE2-A9AB-D187C9116CED}" dt="2023-08-08T07:40:09.251" v="2757" actId="47"/>
        <pc:sldMkLst>
          <pc:docMk/>
          <pc:sldMk cId="2587031327" sldId="754"/>
        </pc:sldMkLst>
      </pc:sldChg>
      <pc:sldChg chg="del">
        <pc:chgData name="Kate, Sneha (Cognizant)" userId="62ca8c89-7698-4ba4-86c5-ae883b79a337" providerId="ADAL" clId="{3EE66226-DB5F-4EE2-A9AB-D187C9116CED}" dt="2023-08-08T07:40:10.495" v="2758" actId="47"/>
        <pc:sldMkLst>
          <pc:docMk/>
          <pc:sldMk cId="2717098297" sldId="755"/>
        </pc:sldMkLst>
      </pc:sldChg>
      <pc:sldChg chg="modSp add mod">
        <pc:chgData name="Kate, Sneha (Cognizant)" userId="62ca8c89-7698-4ba4-86c5-ae883b79a337" providerId="ADAL" clId="{3EE66226-DB5F-4EE2-A9AB-D187C9116CED}" dt="2023-08-02T05:45:14.790" v="76"/>
        <pc:sldMkLst>
          <pc:docMk/>
          <pc:sldMk cId="3684632724" sldId="756"/>
        </pc:sldMkLst>
        <pc:spChg chg="mod">
          <ac:chgData name="Kate, Sneha (Cognizant)" userId="62ca8c89-7698-4ba4-86c5-ae883b79a337" providerId="ADAL" clId="{3EE66226-DB5F-4EE2-A9AB-D187C9116CED}" dt="2023-08-02T05:45:14.790" v="76"/>
          <ac:spMkLst>
            <pc:docMk/>
            <pc:sldMk cId="3684632724" sldId="756"/>
            <ac:spMk id="2" creationId="{C4B7A633-33F1-43A7-05B1-ABCE3F2FD3C2}"/>
          </ac:spMkLst>
        </pc:spChg>
        <pc:spChg chg="mod">
          <ac:chgData name="Kate, Sneha (Cognizant)" userId="62ca8c89-7698-4ba4-86c5-ae883b79a337" providerId="ADAL" clId="{3EE66226-DB5F-4EE2-A9AB-D187C9116CED}" dt="2023-08-02T05:45:04.090" v="74" actId="20577"/>
          <ac:spMkLst>
            <pc:docMk/>
            <pc:sldMk cId="3684632724" sldId="756"/>
            <ac:spMk id="3" creationId="{DC2DC814-4F78-F1E8-7410-932E50715871}"/>
          </ac:spMkLst>
        </pc:spChg>
      </pc:sldChg>
      <pc:sldChg chg="addSp delSp modSp add mod">
        <pc:chgData name="Kate, Sneha (Cognizant)" userId="62ca8c89-7698-4ba4-86c5-ae883b79a337" providerId="ADAL" clId="{3EE66226-DB5F-4EE2-A9AB-D187C9116CED}" dt="2023-08-02T06:41:11.204" v="180" actId="14100"/>
        <pc:sldMkLst>
          <pc:docMk/>
          <pc:sldMk cId="1540698749" sldId="757"/>
        </pc:sldMkLst>
        <pc:spChg chg="mod">
          <ac:chgData name="Kate, Sneha (Cognizant)" userId="62ca8c89-7698-4ba4-86c5-ae883b79a337" providerId="ADAL" clId="{3EE66226-DB5F-4EE2-A9AB-D187C9116CED}" dt="2023-08-02T06:40:57.224" v="177" actId="14100"/>
          <ac:spMkLst>
            <pc:docMk/>
            <pc:sldMk cId="1540698749" sldId="757"/>
            <ac:spMk id="3" creationId="{698B3586-83C2-3951-7A86-9A7AC0F0310F}"/>
          </ac:spMkLst>
        </pc:spChg>
        <pc:graphicFrameChg chg="add del">
          <ac:chgData name="Kate, Sneha (Cognizant)" userId="62ca8c89-7698-4ba4-86c5-ae883b79a337" providerId="ADAL" clId="{3EE66226-DB5F-4EE2-A9AB-D187C9116CED}" dt="2023-08-02T06:40:16.811" v="171"/>
          <ac:graphicFrameMkLst>
            <pc:docMk/>
            <pc:sldMk cId="1540698749" sldId="757"/>
            <ac:graphicFrameMk id="2" creationId="{C332036B-9CF7-351C-136A-59374EDEA2A1}"/>
          </ac:graphicFrameMkLst>
        </pc:graphicFrameChg>
        <pc:graphicFrameChg chg="add mod modGraphic">
          <ac:chgData name="Kate, Sneha (Cognizant)" userId="62ca8c89-7698-4ba4-86c5-ae883b79a337" providerId="ADAL" clId="{3EE66226-DB5F-4EE2-A9AB-D187C9116CED}" dt="2023-08-02T06:41:11.204" v="180" actId="14100"/>
          <ac:graphicFrameMkLst>
            <pc:docMk/>
            <pc:sldMk cId="1540698749" sldId="757"/>
            <ac:graphicFrameMk id="7" creationId="{07CC3D1C-6EBC-AF5A-67CE-279FBC160A48}"/>
          </ac:graphicFrameMkLst>
        </pc:graphicFrameChg>
        <pc:picChg chg="del">
          <ac:chgData name="Kate, Sneha (Cognizant)" userId="62ca8c89-7698-4ba4-86c5-ae883b79a337" providerId="ADAL" clId="{3EE66226-DB5F-4EE2-A9AB-D187C9116CED}" dt="2023-08-02T06:40:06.400" v="169" actId="478"/>
          <ac:picMkLst>
            <pc:docMk/>
            <pc:sldMk cId="1540698749" sldId="757"/>
            <ac:picMk id="6" creationId="{2BB748FB-F028-94AC-A5A8-7DFA99CDDA69}"/>
          </ac:picMkLst>
        </pc:picChg>
      </pc:sldChg>
      <pc:sldChg chg="addSp delSp modSp add mod">
        <pc:chgData name="Kate, Sneha (Cognizant)" userId="62ca8c89-7698-4ba4-86c5-ae883b79a337" providerId="ADAL" clId="{3EE66226-DB5F-4EE2-A9AB-D187C9116CED}" dt="2023-08-02T07:10:14.903" v="283" actId="14100"/>
        <pc:sldMkLst>
          <pc:docMk/>
          <pc:sldMk cId="213831184" sldId="758"/>
        </pc:sldMkLst>
        <pc:spChg chg="add mod">
          <ac:chgData name="Kate, Sneha (Cognizant)" userId="62ca8c89-7698-4ba4-86c5-ae883b79a337" providerId="ADAL" clId="{3EE66226-DB5F-4EE2-A9AB-D187C9116CED}" dt="2023-08-02T07:09:45.008" v="278" actId="255"/>
          <ac:spMkLst>
            <pc:docMk/>
            <pc:sldMk cId="213831184" sldId="758"/>
            <ac:spMk id="2" creationId="{6EB1CACE-65B4-921F-505D-BCD8A5FC7F36}"/>
          </ac:spMkLst>
        </pc:spChg>
        <pc:spChg chg="add mod">
          <ac:chgData name="Kate, Sneha (Cognizant)" userId="62ca8c89-7698-4ba4-86c5-ae883b79a337" providerId="ADAL" clId="{3EE66226-DB5F-4EE2-A9AB-D187C9116CED}" dt="2023-08-02T07:09:49.587" v="279" actId="14100"/>
          <ac:spMkLst>
            <pc:docMk/>
            <pc:sldMk cId="213831184" sldId="758"/>
            <ac:spMk id="3" creationId="{51F206F7-0612-8D0A-9B73-73D6BAB9A58A}"/>
          </ac:spMkLst>
        </pc:spChg>
        <pc:spChg chg="del">
          <ac:chgData name="Kate, Sneha (Cognizant)" userId="62ca8c89-7698-4ba4-86c5-ae883b79a337" providerId="ADAL" clId="{3EE66226-DB5F-4EE2-A9AB-D187C9116CED}" dt="2023-08-02T07:02:57.627" v="257" actId="478"/>
          <ac:spMkLst>
            <pc:docMk/>
            <pc:sldMk cId="213831184" sldId="758"/>
            <ac:spMk id="4" creationId="{D8827040-D556-38FA-8E78-FFF05F6ED80A}"/>
          </ac:spMkLst>
        </pc:spChg>
        <pc:spChg chg="del">
          <ac:chgData name="Kate, Sneha (Cognizant)" userId="62ca8c89-7698-4ba4-86c5-ae883b79a337" providerId="ADAL" clId="{3EE66226-DB5F-4EE2-A9AB-D187C9116CED}" dt="2023-08-02T07:02:57.627" v="257" actId="478"/>
          <ac:spMkLst>
            <pc:docMk/>
            <pc:sldMk cId="213831184" sldId="758"/>
            <ac:spMk id="5" creationId="{1163DF95-BF38-E879-CC33-FF5B7C0E3E9E}"/>
          </ac:spMkLst>
        </pc:spChg>
        <pc:spChg chg="add mod">
          <ac:chgData name="Kate, Sneha (Cognizant)" userId="62ca8c89-7698-4ba4-86c5-ae883b79a337" providerId="ADAL" clId="{3EE66226-DB5F-4EE2-A9AB-D187C9116CED}" dt="2023-08-02T07:03:23.799" v="260" actId="14100"/>
          <ac:spMkLst>
            <pc:docMk/>
            <pc:sldMk cId="213831184" sldId="758"/>
            <ac:spMk id="6" creationId="{70A26DB8-126B-4896-36C1-A1448B5A0359}"/>
          </ac:spMkLst>
        </pc:spChg>
        <pc:spChg chg="add mod">
          <ac:chgData name="Kate, Sneha (Cognizant)" userId="62ca8c89-7698-4ba4-86c5-ae883b79a337" providerId="ADAL" clId="{3EE66226-DB5F-4EE2-A9AB-D187C9116CED}" dt="2023-08-02T07:03:23.799" v="260" actId="14100"/>
          <ac:spMkLst>
            <pc:docMk/>
            <pc:sldMk cId="213831184" sldId="758"/>
            <ac:spMk id="7" creationId="{EB3BBE85-5319-193F-3A76-17F286158166}"/>
          </ac:spMkLst>
        </pc:spChg>
        <pc:spChg chg="mod">
          <ac:chgData name="Kate, Sneha (Cognizant)" userId="62ca8c89-7698-4ba4-86c5-ae883b79a337" providerId="ADAL" clId="{3EE66226-DB5F-4EE2-A9AB-D187C9116CED}" dt="2023-08-02T07:03:06.408" v="258"/>
          <ac:spMkLst>
            <pc:docMk/>
            <pc:sldMk cId="213831184" sldId="758"/>
            <ac:spMk id="10" creationId="{F7B57C6A-7B21-EEEB-CB6F-BC225AF19CFC}"/>
          </ac:spMkLst>
        </pc:spChg>
        <pc:spChg chg="add mod">
          <ac:chgData name="Kate, Sneha (Cognizant)" userId="62ca8c89-7698-4ba4-86c5-ae883b79a337" providerId="ADAL" clId="{3EE66226-DB5F-4EE2-A9AB-D187C9116CED}" dt="2023-08-02T07:03:23.799" v="260" actId="14100"/>
          <ac:spMkLst>
            <pc:docMk/>
            <pc:sldMk cId="213831184" sldId="758"/>
            <ac:spMk id="12" creationId="{E88B4DBA-5881-945F-EEC8-7A356CCE8155}"/>
          </ac:spMkLst>
        </pc:spChg>
        <pc:spChg chg="del">
          <ac:chgData name="Kate, Sneha (Cognizant)" userId="62ca8c89-7698-4ba4-86c5-ae883b79a337" providerId="ADAL" clId="{3EE66226-DB5F-4EE2-A9AB-D187C9116CED}" dt="2023-08-02T07:02:57.627" v="257" actId="478"/>
          <ac:spMkLst>
            <pc:docMk/>
            <pc:sldMk cId="213831184" sldId="758"/>
            <ac:spMk id="59" creationId="{8E79FBB4-9952-73B1-4EED-D5D398CD675F}"/>
          </ac:spMkLst>
        </pc:spChg>
        <pc:spChg chg="del">
          <ac:chgData name="Kate, Sneha (Cognizant)" userId="62ca8c89-7698-4ba4-86c5-ae883b79a337" providerId="ADAL" clId="{3EE66226-DB5F-4EE2-A9AB-D187C9116CED}" dt="2023-08-02T07:02:57.627" v="257" actId="478"/>
          <ac:spMkLst>
            <pc:docMk/>
            <pc:sldMk cId="213831184" sldId="758"/>
            <ac:spMk id="60" creationId="{62DEF846-3DA4-1DC8-1A27-82EB8C09EA08}"/>
          </ac:spMkLst>
        </pc:spChg>
        <pc:spChg chg="del">
          <ac:chgData name="Kate, Sneha (Cognizant)" userId="62ca8c89-7698-4ba4-86c5-ae883b79a337" providerId="ADAL" clId="{3EE66226-DB5F-4EE2-A9AB-D187C9116CED}" dt="2023-08-02T07:02:57.627" v="257" actId="478"/>
          <ac:spMkLst>
            <pc:docMk/>
            <pc:sldMk cId="213831184" sldId="758"/>
            <ac:spMk id="61" creationId="{92236183-2720-CF02-A30A-F7D880446DE8}"/>
          </ac:spMkLst>
        </pc:spChg>
        <pc:spChg chg="del">
          <ac:chgData name="Kate, Sneha (Cognizant)" userId="62ca8c89-7698-4ba4-86c5-ae883b79a337" providerId="ADAL" clId="{3EE66226-DB5F-4EE2-A9AB-D187C9116CED}" dt="2023-08-02T07:02:57.627" v="257" actId="478"/>
          <ac:spMkLst>
            <pc:docMk/>
            <pc:sldMk cId="213831184" sldId="758"/>
            <ac:spMk id="62" creationId="{31663179-8752-0F7D-4A23-28912C198F9E}"/>
          </ac:spMkLst>
        </pc:spChg>
        <pc:grpChg chg="add mod">
          <ac:chgData name="Kate, Sneha (Cognizant)" userId="62ca8c89-7698-4ba4-86c5-ae883b79a337" providerId="ADAL" clId="{3EE66226-DB5F-4EE2-A9AB-D187C9116CED}" dt="2023-08-02T07:08:38.625" v="276" actId="1076"/>
          <ac:grpSpMkLst>
            <pc:docMk/>
            <pc:sldMk cId="213831184" sldId="758"/>
            <ac:grpSpMk id="8" creationId="{515DF6E5-CF15-B1E4-F001-A91F7B488FF0}"/>
          </ac:grpSpMkLst>
        </pc:grpChg>
        <pc:grpChg chg="del">
          <ac:chgData name="Kate, Sneha (Cognizant)" userId="62ca8c89-7698-4ba4-86c5-ae883b79a337" providerId="ADAL" clId="{3EE66226-DB5F-4EE2-A9AB-D187C9116CED}" dt="2023-08-02T07:02:57.627" v="257" actId="478"/>
          <ac:grpSpMkLst>
            <pc:docMk/>
            <pc:sldMk cId="213831184" sldId="758"/>
            <ac:grpSpMk id="63" creationId="{254B93F4-DC76-7521-C674-5A5AD9DD0184}"/>
          </ac:grpSpMkLst>
        </pc:grpChg>
        <pc:grpChg chg="del">
          <ac:chgData name="Kate, Sneha (Cognizant)" userId="62ca8c89-7698-4ba4-86c5-ae883b79a337" providerId="ADAL" clId="{3EE66226-DB5F-4EE2-A9AB-D187C9116CED}" dt="2023-08-02T07:02:57.627" v="257" actId="478"/>
          <ac:grpSpMkLst>
            <pc:docMk/>
            <pc:sldMk cId="213831184" sldId="758"/>
            <ac:grpSpMk id="66" creationId="{AE01584D-4AEA-7E48-13DE-076A8E31B1AD}"/>
          </ac:grpSpMkLst>
        </pc:grpChg>
        <pc:grpChg chg="del">
          <ac:chgData name="Kate, Sneha (Cognizant)" userId="62ca8c89-7698-4ba4-86c5-ae883b79a337" providerId="ADAL" clId="{3EE66226-DB5F-4EE2-A9AB-D187C9116CED}" dt="2023-08-02T07:02:57.627" v="257" actId="478"/>
          <ac:grpSpMkLst>
            <pc:docMk/>
            <pc:sldMk cId="213831184" sldId="758"/>
            <ac:grpSpMk id="69" creationId="{4596F3C1-0D2C-C0DC-9003-C3833B3535E9}"/>
          </ac:grpSpMkLst>
        </pc:grpChg>
        <pc:grpChg chg="del">
          <ac:chgData name="Kate, Sneha (Cognizant)" userId="62ca8c89-7698-4ba4-86c5-ae883b79a337" providerId="ADAL" clId="{3EE66226-DB5F-4EE2-A9AB-D187C9116CED}" dt="2023-08-02T07:02:57.627" v="257" actId="478"/>
          <ac:grpSpMkLst>
            <pc:docMk/>
            <pc:sldMk cId="213831184" sldId="758"/>
            <ac:grpSpMk id="72" creationId="{BD725226-81DB-B522-CF0E-7328544EDB69}"/>
          </ac:grpSpMkLst>
        </pc:grpChg>
        <pc:grpChg chg="del">
          <ac:chgData name="Kate, Sneha (Cognizant)" userId="62ca8c89-7698-4ba4-86c5-ae883b79a337" providerId="ADAL" clId="{3EE66226-DB5F-4EE2-A9AB-D187C9116CED}" dt="2023-08-02T07:02:57.627" v="257" actId="478"/>
          <ac:grpSpMkLst>
            <pc:docMk/>
            <pc:sldMk cId="213831184" sldId="758"/>
            <ac:grpSpMk id="75" creationId="{3D12C53A-ED7F-5C0C-9D94-52694E98CEE2}"/>
          </ac:grpSpMkLst>
        </pc:grpChg>
        <pc:grpChg chg="del">
          <ac:chgData name="Kate, Sneha (Cognizant)" userId="62ca8c89-7698-4ba4-86c5-ae883b79a337" providerId="ADAL" clId="{3EE66226-DB5F-4EE2-A9AB-D187C9116CED}" dt="2023-08-02T07:02:57.627" v="257" actId="478"/>
          <ac:grpSpMkLst>
            <pc:docMk/>
            <pc:sldMk cId="213831184" sldId="758"/>
            <ac:grpSpMk id="78" creationId="{ED4AE38D-7FA8-52ED-DBBE-F038695D8166}"/>
          </ac:grpSpMkLst>
        </pc:grpChg>
        <pc:grpChg chg="del">
          <ac:chgData name="Kate, Sneha (Cognizant)" userId="62ca8c89-7698-4ba4-86c5-ae883b79a337" providerId="ADAL" clId="{3EE66226-DB5F-4EE2-A9AB-D187C9116CED}" dt="2023-08-02T07:02:57.627" v="257" actId="478"/>
          <ac:grpSpMkLst>
            <pc:docMk/>
            <pc:sldMk cId="213831184" sldId="758"/>
            <ac:grpSpMk id="81" creationId="{F7A52EDD-12B6-7A94-E0A5-B79DB08D16F6}"/>
          </ac:grpSpMkLst>
        </pc:grpChg>
        <pc:grpChg chg="del">
          <ac:chgData name="Kate, Sneha (Cognizant)" userId="62ca8c89-7698-4ba4-86c5-ae883b79a337" providerId="ADAL" clId="{3EE66226-DB5F-4EE2-A9AB-D187C9116CED}" dt="2023-08-02T07:02:57.627" v="257" actId="478"/>
          <ac:grpSpMkLst>
            <pc:docMk/>
            <pc:sldMk cId="213831184" sldId="758"/>
            <ac:grpSpMk id="84" creationId="{869407C7-4672-D306-5F0C-3FB67FC324F7}"/>
          </ac:grpSpMkLst>
        </pc:grpChg>
        <pc:grpChg chg="del">
          <ac:chgData name="Kate, Sneha (Cognizant)" userId="62ca8c89-7698-4ba4-86c5-ae883b79a337" providerId="ADAL" clId="{3EE66226-DB5F-4EE2-A9AB-D187C9116CED}" dt="2023-08-02T07:02:57.627" v="257" actId="478"/>
          <ac:grpSpMkLst>
            <pc:docMk/>
            <pc:sldMk cId="213831184" sldId="758"/>
            <ac:grpSpMk id="87" creationId="{E9A001D4-3487-2DD8-5DC1-17139BB8EF6A}"/>
          </ac:grpSpMkLst>
        </pc:grpChg>
        <pc:grpChg chg="del">
          <ac:chgData name="Kate, Sneha (Cognizant)" userId="62ca8c89-7698-4ba4-86c5-ae883b79a337" providerId="ADAL" clId="{3EE66226-DB5F-4EE2-A9AB-D187C9116CED}" dt="2023-08-02T07:02:57.627" v="257" actId="478"/>
          <ac:grpSpMkLst>
            <pc:docMk/>
            <pc:sldMk cId="213831184" sldId="758"/>
            <ac:grpSpMk id="90" creationId="{6707F23C-8C4A-6E16-AFEF-C9C4F86EC59A}"/>
          </ac:grpSpMkLst>
        </pc:grpChg>
        <pc:grpChg chg="del">
          <ac:chgData name="Kate, Sneha (Cognizant)" userId="62ca8c89-7698-4ba4-86c5-ae883b79a337" providerId="ADAL" clId="{3EE66226-DB5F-4EE2-A9AB-D187C9116CED}" dt="2023-08-02T07:02:57.627" v="257" actId="478"/>
          <ac:grpSpMkLst>
            <pc:docMk/>
            <pc:sldMk cId="213831184" sldId="758"/>
            <ac:grpSpMk id="93" creationId="{F3C8434A-B5DE-BEBE-4C3B-B26C981023E6}"/>
          </ac:grpSpMkLst>
        </pc:grpChg>
        <pc:grpChg chg="del">
          <ac:chgData name="Kate, Sneha (Cognizant)" userId="62ca8c89-7698-4ba4-86c5-ae883b79a337" providerId="ADAL" clId="{3EE66226-DB5F-4EE2-A9AB-D187C9116CED}" dt="2023-08-02T07:02:57.627" v="257" actId="478"/>
          <ac:grpSpMkLst>
            <pc:docMk/>
            <pc:sldMk cId="213831184" sldId="758"/>
            <ac:grpSpMk id="96" creationId="{C6F96651-850F-FCF3-CDB5-2014CEE21549}"/>
          </ac:grpSpMkLst>
        </pc:grpChg>
        <pc:grpChg chg="del mod">
          <ac:chgData name="Kate, Sneha (Cognizant)" userId="62ca8c89-7698-4ba4-86c5-ae883b79a337" providerId="ADAL" clId="{3EE66226-DB5F-4EE2-A9AB-D187C9116CED}" dt="2023-08-02T07:02:57.627" v="257" actId="478"/>
          <ac:grpSpMkLst>
            <pc:docMk/>
            <pc:sldMk cId="213831184" sldId="758"/>
            <ac:grpSpMk id="99" creationId="{59B68782-F46A-433F-5F82-0D6A98E30B5B}"/>
          </ac:grpSpMkLst>
        </pc:grpChg>
        <pc:picChg chg="mod">
          <ac:chgData name="Kate, Sneha (Cognizant)" userId="62ca8c89-7698-4ba4-86c5-ae883b79a337" providerId="ADAL" clId="{3EE66226-DB5F-4EE2-A9AB-D187C9116CED}" dt="2023-08-02T07:03:06.408" v="258"/>
          <ac:picMkLst>
            <pc:docMk/>
            <pc:sldMk cId="213831184" sldId="758"/>
            <ac:picMk id="9" creationId="{E8655736-32F9-4114-8940-2DF10E88B94A}"/>
          </ac:picMkLst>
        </pc:picChg>
        <pc:picChg chg="add mod">
          <ac:chgData name="Kate, Sneha (Cognizant)" userId="62ca8c89-7698-4ba4-86c5-ae883b79a337" providerId="ADAL" clId="{3EE66226-DB5F-4EE2-A9AB-D187C9116CED}" dt="2023-08-02T07:10:14.903" v="283" actId="14100"/>
          <ac:picMkLst>
            <pc:docMk/>
            <pc:sldMk cId="213831184" sldId="758"/>
            <ac:picMk id="11" creationId="{A2B86211-6EEF-BE49-FB37-B96DF2BC8F59}"/>
          </ac:picMkLst>
        </pc:picChg>
      </pc:sldChg>
      <pc:sldChg chg="addSp delSp modSp add mod">
        <pc:chgData name="Kate, Sneha (Cognizant)" userId="62ca8c89-7698-4ba4-86c5-ae883b79a337" providerId="ADAL" clId="{3EE66226-DB5F-4EE2-A9AB-D187C9116CED}" dt="2023-08-02T07:12:08.177" v="329"/>
        <pc:sldMkLst>
          <pc:docMk/>
          <pc:sldMk cId="252954506" sldId="759"/>
        </pc:sldMkLst>
        <pc:spChg chg="mod">
          <ac:chgData name="Kate, Sneha (Cognizant)" userId="62ca8c89-7698-4ba4-86c5-ae883b79a337" providerId="ADAL" clId="{3EE66226-DB5F-4EE2-A9AB-D187C9116CED}" dt="2023-08-02T07:11:06.407" v="324" actId="20577"/>
          <ac:spMkLst>
            <pc:docMk/>
            <pc:sldMk cId="252954506" sldId="759"/>
            <ac:spMk id="2" creationId="{6EB1CACE-65B4-921F-505D-BCD8A5FC7F36}"/>
          </ac:spMkLst>
        </pc:spChg>
        <pc:spChg chg="mod">
          <ac:chgData name="Kate, Sneha (Cognizant)" userId="62ca8c89-7698-4ba4-86c5-ae883b79a337" providerId="ADAL" clId="{3EE66226-DB5F-4EE2-A9AB-D187C9116CED}" dt="2023-08-02T07:11:27.748" v="326"/>
          <ac:spMkLst>
            <pc:docMk/>
            <pc:sldMk cId="252954506" sldId="759"/>
            <ac:spMk id="3" creationId="{51F206F7-0612-8D0A-9B73-73D6BAB9A58A}"/>
          </ac:spMkLst>
        </pc:spChg>
        <pc:spChg chg="del">
          <ac:chgData name="Kate, Sneha (Cognizant)" userId="62ca8c89-7698-4ba4-86c5-ae883b79a337" providerId="ADAL" clId="{3EE66226-DB5F-4EE2-A9AB-D187C9116CED}" dt="2023-08-02T07:10:46.228" v="286" actId="478"/>
          <ac:spMkLst>
            <pc:docMk/>
            <pc:sldMk cId="252954506" sldId="759"/>
            <ac:spMk id="12" creationId="{E88B4DBA-5881-945F-EEC8-7A356CCE8155}"/>
          </ac:spMkLst>
        </pc:spChg>
        <pc:spChg chg="add mod">
          <ac:chgData name="Kate, Sneha (Cognizant)" userId="62ca8c89-7698-4ba4-86c5-ae883b79a337" providerId="ADAL" clId="{3EE66226-DB5F-4EE2-A9AB-D187C9116CED}" dt="2023-08-02T07:12:08.177" v="329"/>
          <ac:spMkLst>
            <pc:docMk/>
            <pc:sldMk cId="252954506" sldId="759"/>
            <ac:spMk id="13" creationId="{F9E240FA-5336-C860-8322-4372B213F295}"/>
          </ac:spMkLst>
        </pc:spChg>
        <pc:grpChg chg="del">
          <ac:chgData name="Kate, Sneha (Cognizant)" userId="62ca8c89-7698-4ba4-86c5-ae883b79a337" providerId="ADAL" clId="{3EE66226-DB5F-4EE2-A9AB-D187C9116CED}" dt="2023-08-02T07:10:48.210" v="287" actId="478"/>
          <ac:grpSpMkLst>
            <pc:docMk/>
            <pc:sldMk cId="252954506" sldId="759"/>
            <ac:grpSpMk id="8" creationId="{515DF6E5-CF15-B1E4-F001-A91F7B488FF0}"/>
          </ac:grpSpMkLst>
        </pc:grpChg>
        <pc:picChg chg="add mod">
          <ac:chgData name="Kate, Sneha (Cognizant)" userId="62ca8c89-7698-4ba4-86c5-ae883b79a337" providerId="ADAL" clId="{3EE66226-DB5F-4EE2-A9AB-D187C9116CED}" dt="2023-08-02T07:11:33.889" v="327"/>
          <ac:picMkLst>
            <pc:docMk/>
            <pc:sldMk cId="252954506" sldId="759"/>
            <ac:picMk id="4" creationId="{D351FAAC-DA40-BB37-4A95-963B4AAC0E91}"/>
          </ac:picMkLst>
        </pc:picChg>
        <pc:picChg chg="add mod">
          <ac:chgData name="Kate, Sneha (Cognizant)" userId="62ca8c89-7698-4ba4-86c5-ae883b79a337" providerId="ADAL" clId="{3EE66226-DB5F-4EE2-A9AB-D187C9116CED}" dt="2023-08-02T07:11:39.314" v="328"/>
          <ac:picMkLst>
            <pc:docMk/>
            <pc:sldMk cId="252954506" sldId="759"/>
            <ac:picMk id="5" creationId="{53FD71DA-E44E-0C7E-F793-A362AB57C0AE}"/>
          </ac:picMkLst>
        </pc:picChg>
        <pc:picChg chg="del">
          <ac:chgData name="Kate, Sneha (Cognizant)" userId="62ca8c89-7698-4ba4-86c5-ae883b79a337" providerId="ADAL" clId="{3EE66226-DB5F-4EE2-A9AB-D187C9116CED}" dt="2023-08-02T07:10:44.806" v="285" actId="478"/>
          <ac:picMkLst>
            <pc:docMk/>
            <pc:sldMk cId="252954506" sldId="759"/>
            <ac:picMk id="11" creationId="{A2B86211-6EEF-BE49-FB37-B96DF2BC8F59}"/>
          </ac:picMkLst>
        </pc:picChg>
      </pc:sldChg>
      <pc:sldChg chg="addSp delSp modSp add mod">
        <pc:chgData name="Kate, Sneha (Cognizant)" userId="62ca8c89-7698-4ba4-86c5-ae883b79a337" providerId="ADAL" clId="{3EE66226-DB5F-4EE2-A9AB-D187C9116CED}" dt="2023-08-02T07:13:34.127" v="370" actId="1076"/>
        <pc:sldMkLst>
          <pc:docMk/>
          <pc:sldMk cId="4214381409" sldId="760"/>
        </pc:sldMkLst>
        <pc:spChg chg="mod">
          <ac:chgData name="Kate, Sneha (Cognizant)" userId="62ca8c89-7698-4ba4-86c5-ae883b79a337" providerId="ADAL" clId="{3EE66226-DB5F-4EE2-A9AB-D187C9116CED}" dt="2023-08-02T07:13:10.387" v="364" actId="20577"/>
          <ac:spMkLst>
            <pc:docMk/>
            <pc:sldMk cId="4214381409" sldId="760"/>
            <ac:spMk id="2" creationId="{6EB1CACE-65B4-921F-505D-BCD8A5FC7F36}"/>
          </ac:spMkLst>
        </pc:spChg>
        <pc:spChg chg="mod">
          <ac:chgData name="Kate, Sneha (Cognizant)" userId="62ca8c89-7698-4ba4-86c5-ae883b79a337" providerId="ADAL" clId="{3EE66226-DB5F-4EE2-A9AB-D187C9116CED}" dt="2023-08-02T07:13:20.315" v="366"/>
          <ac:spMkLst>
            <pc:docMk/>
            <pc:sldMk cId="4214381409" sldId="760"/>
            <ac:spMk id="3" creationId="{51F206F7-0612-8D0A-9B73-73D6BAB9A58A}"/>
          </ac:spMkLst>
        </pc:spChg>
        <pc:picChg chg="del">
          <ac:chgData name="Kate, Sneha (Cognizant)" userId="62ca8c89-7698-4ba4-86c5-ae883b79a337" providerId="ADAL" clId="{3EE66226-DB5F-4EE2-A9AB-D187C9116CED}" dt="2023-08-02T07:12:59.036" v="333" actId="478"/>
          <ac:picMkLst>
            <pc:docMk/>
            <pc:sldMk cId="4214381409" sldId="760"/>
            <ac:picMk id="4" creationId="{D351FAAC-DA40-BB37-4A95-963B4AAC0E91}"/>
          </ac:picMkLst>
        </pc:picChg>
        <pc:picChg chg="del mod">
          <ac:chgData name="Kate, Sneha (Cognizant)" userId="62ca8c89-7698-4ba4-86c5-ae883b79a337" providerId="ADAL" clId="{3EE66226-DB5F-4EE2-A9AB-D187C9116CED}" dt="2023-08-02T07:12:57.146" v="332" actId="478"/>
          <ac:picMkLst>
            <pc:docMk/>
            <pc:sldMk cId="4214381409" sldId="760"/>
            <ac:picMk id="5" creationId="{53FD71DA-E44E-0C7E-F793-A362AB57C0AE}"/>
          </ac:picMkLst>
        </pc:picChg>
        <pc:picChg chg="add mod">
          <ac:chgData name="Kate, Sneha (Cognizant)" userId="62ca8c89-7698-4ba4-86c5-ae883b79a337" providerId="ADAL" clId="{3EE66226-DB5F-4EE2-A9AB-D187C9116CED}" dt="2023-08-02T07:13:30.899" v="369" actId="1076"/>
          <ac:picMkLst>
            <pc:docMk/>
            <pc:sldMk cId="4214381409" sldId="760"/>
            <ac:picMk id="8" creationId="{C97CF025-2FAC-A52D-5EED-C7EE2BE08F71}"/>
          </ac:picMkLst>
        </pc:picChg>
        <pc:picChg chg="add mod">
          <ac:chgData name="Kate, Sneha (Cognizant)" userId="62ca8c89-7698-4ba4-86c5-ae883b79a337" providerId="ADAL" clId="{3EE66226-DB5F-4EE2-A9AB-D187C9116CED}" dt="2023-08-02T07:13:34.127" v="370" actId="1076"/>
          <ac:picMkLst>
            <pc:docMk/>
            <pc:sldMk cId="4214381409" sldId="760"/>
            <ac:picMk id="9" creationId="{731D0951-8123-4EE0-A363-D1E26DB8735E}"/>
          </ac:picMkLst>
        </pc:picChg>
      </pc:sldChg>
      <pc:sldChg chg="modSp add mod">
        <pc:chgData name="Kate, Sneha (Cognizant)" userId="62ca8c89-7698-4ba4-86c5-ae883b79a337" providerId="ADAL" clId="{3EE66226-DB5F-4EE2-A9AB-D187C9116CED}" dt="2023-08-02T07:22:11.965" v="594"/>
        <pc:sldMkLst>
          <pc:docMk/>
          <pc:sldMk cId="3124445863" sldId="761"/>
        </pc:sldMkLst>
        <pc:spChg chg="mod">
          <ac:chgData name="Kate, Sneha (Cognizant)" userId="62ca8c89-7698-4ba4-86c5-ae883b79a337" providerId="ADAL" clId="{3EE66226-DB5F-4EE2-A9AB-D187C9116CED}" dt="2023-08-02T07:22:00.945" v="592" actId="20577"/>
          <ac:spMkLst>
            <pc:docMk/>
            <pc:sldMk cId="3124445863" sldId="761"/>
            <ac:spMk id="3" creationId="{F407570A-35E0-C689-8D89-981372F5A85F}"/>
          </ac:spMkLst>
        </pc:spChg>
        <pc:spChg chg="mod">
          <ac:chgData name="Kate, Sneha (Cognizant)" userId="62ca8c89-7698-4ba4-86c5-ae883b79a337" providerId="ADAL" clId="{3EE66226-DB5F-4EE2-A9AB-D187C9116CED}" dt="2023-08-02T07:22:11.965" v="594"/>
          <ac:spMkLst>
            <pc:docMk/>
            <pc:sldMk cId="3124445863" sldId="761"/>
            <ac:spMk id="7" creationId="{BE0B9982-1981-BC9B-3055-927CAC8BD944}"/>
          </ac:spMkLst>
        </pc:spChg>
      </pc:sldChg>
      <pc:sldChg chg="addSp delSp modSp add mod">
        <pc:chgData name="Kate, Sneha (Cognizant)" userId="62ca8c89-7698-4ba4-86c5-ae883b79a337" providerId="ADAL" clId="{3EE66226-DB5F-4EE2-A9AB-D187C9116CED}" dt="2023-08-02T07:23:15.824" v="626" actId="12"/>
        <pc:sldMkLst>
          <pc:docMk/>
          <pc:sldMk cId="4268797561" sldId="762"/>
        </pc:sldMkLst>
        <pc:spChg chg="mod">
          <ac:chgData name="Kate, Sneha (Cognizant)" userId="62ca8c89-7698-4ba4-86c5-ae883b79a337" providerId="ADAL" clId="{3EE66226-DB5F-4EE2-A9AB-D187C9116CED}" dt="2023-08-02T07:22:51.151" v="620" actId="20577"/>
          <ac:spMkLst>
            <pc:docMk/>
            <pc:sldMk cId="4268797561" sldId="762"/>
            <ac:spMk id="3" creationId="{F407570A-35E0-C689-8D89-981372F5A85F}"/>
          </ac:spMkLst>
        </pc:spChg>
        <pc:spChg chg="add del">
          <ac:chgData name="Kate, Sneha (Cognizant)" userId="62ca8c89-7698-4ba4-86c5-ae883b79a337" providerId="ADAL" clId="{3EE66226-DB5F-4EE2-A9AB-D187C9116CED}" dt="2023-08-02T07:23:05.020" v="623" actId="22"/>
          <ac:spMkLst>
            <pc:docMk/>
            <pc:sldMk cId="4268797561" sldId="762"/>
            <ac:spMk id="6" creationId="{D3D6CE78-7D14-606D-9BE2-529EE0BD897E}"/>
          </ac:spMkLst>
        </pc:spChg>
        <pc:spChg chg="mod">
          <ac:chgData name="Kate, Sneha (Cognizant)" userId="62ca8c89-7698-4ba4-86c5-ae883b79a337" providerId="ADAL" clId="{3EE66226-DB5F-4EE2-A9AB-D187C9116CED}" dt="2023-08-02T07:23:15.824" v="626" actId="12"/>
          <ac:spMkLst>
            <pc:docMk/>
            <pc:sldMk cId="4268797561" sldId="762"/>
            <ac:spMk id="7" creationId="{BE0B9982-1981-BC9B-3055-927CAC8BD944}"/>
          </ac:spMkLst>
        </pc:spChg>
      </pc:sldChg>
      <pc:sldChg chg="addSp delSp modSp add mod">
        <pc:chgData name="Kate, Sneha (Cognizant)" userId="62ca8c89-7698-4ba4-86c5-ae883b79a337" providerId="ADAL" clId="{3EE66226-DB5F-4EE2-A9AB-D187C9116CED}" dt="2023-08-02T07:25:25.066" v="663" actId="1038"/>
        <pc:sldMkLst>
          <pc:docMk/>
          <pc:sldMk cId="1443655806" sldId="763"/>
        </pc:sldMkLst>
        <pc:spChg chg="add del mod">
          <ac:chgData name="Kate, Sneha (Cognizant)" userId="62ca8c89-7698-4ba4-86c5-ae883b79a337" providerId="ADAL" clId="{3EE66226-DB5F-4EE2-A9AB-D187C9116CED}" dt="2023-08-02T07:24:37.536" v="644" actId="478"/>
          <ac:spMkLst>
            <pc:docMk/>
            <pc:sldMk cId="1443655806" sldId="763"/>
            <ac:spMk id="2" creationId="{F8F4B3A9-DF80-F78B-B69C-5422D738A14F}"/>
          </ac:spMkLst>
        </pc:spChg>
        <pc:spChg chg="mod">
          <ac:chgData name="Kate, Sneha (Cognizant)" userId="62ca8c89-7698-4ba4-86c5-ae883b79a337" providerId="ADAL" clId="{3EE66226-DB5F-4EE2-A9AB-D187C9116CED}" dt="2023-08-02T07:25:25.066" v="663" actId="1038"/>
          <ac:spMkLst>
            <pc:docMk/>
            <pc:sldMk cId="1443655806" sldId="763"/>
            <ac:spMk id="3" creationId="{F407570A-35E0-C689-8D89-981372F5A85F}"/>
          </ac:spMkLst>
        </pc:spChg>
        <pc:spChg chg="mod">
          <ac:chgData name="Kate, Sneha (Cognizant)" userId="62ca8c89-7698-4ba4-86c5-ae883b79a337" providerId="ADAL" clId="{3EE66226-DB5F-4EE2-A9AB-D187C9116CED}" dt="2023-08-02T07:25:25.066" v="663" actId="1038"/>
          <ac:spMkLst>
            <pc:docMk/>
            <pc:sldMk cId="1443655806" sldId="763"/>
            <ac:spMk id="4" creationId="{D8827040-D556-38FA-8E78-FFF05F6ED80A}"/>
          </ac:spMkLst>
        </pc:spChg>
        <pc:spChg chg="mod">
          <ac:chgData name="Kate, Sneha (Cognizant)" userId="62ca8c89-7698-4ba4-86c5-ae883b79a337" providerId="ADAL" clId="{3EE66226-DB5F-4EE2-A9AB-D187C9116CED}" dt="2023-08-02T07:25:25.066" v="663" actId="1038"/>
          <ac:spMkLst>
            <pc:docMk/>
            <pc:sldMk cId="1443655806" sldId="763"/>
            <ac:spMk id="5" creationId="{1163DF95-BF38-E879-CC33-FF5B7C0E3E9E}"/>
          </ac:spMkLst>
        </pc:spChg>
        <pc:spChg chg="del mod">
          <ac:chgData name="Kate, Sneha (Cognizant)" userId="62ca8c89-7698-4ba4-86c5-ae883b79a337" providerId="ADAL" clId="{3EE66226-DB5F-4EE2-A9AB-D187C9116CED}" dt="2023-08-02T07:24:25.294" v="642" actId="478"/>
          <ac:spMkLst>
            <pc:docMk/>
            <pc:sldMk cId="1443655806" sldId="763"/>
            <ac:spMk id="7" creationId="{BE0B9982-1981-BC9B-3055-927CAC8BD944}"/>
          </ac:spMkLst>
        </pc:spChg>
        <pc:spChg chg="add mod">
          <ac:chgData name="Kate, Sneha (Cognizant)" userId="62ca8c89-7698-4ba4-86c5-ae883b79a337" providerId="ADAL" clId="{3EE66226-DB5F-4EE2-A9AB-D187C9116CED}" dt="2023-08-02T07:25:25.066" v="663" actId="1038"/>
          <ac:spMkLst>
            <pc:docMk/>
            <pc:sldMk cId="1443655806" sldId="763"/>
            <ac:spMk id="10" creationId="{3A950759-1BCB-9EB1-106A-92476C23CCEC}"/>
          </ac:spMkLst>
        </pc:spChg>
        <pc:spChg chg="add mod">
          <ac:chgData name="Kate, Sneha (Cognizant)" userId="62ca8c89-7698-4ba4-86c5-ae883b79a337" providerId="ADAL" clId="{3EE66226-DB5F-4EE2-A9AB-D187C9116CED}" dt="2023-08-02T07:25:25.066" v="663" actId="1038"/>
          <ac:spMkLst>
            <pc:docMk/>
            <pc:sldMk cId="1443655806" sldId="763"/>
            <ac:spMk id="11" creationId="{722DB575-CF5D-5D55-90F0-44F483C84A79}"/>
          </ac:spMkLst>
        </pc:spChg>
        <pc:spChg chg="add del mod">
          <ac:chgData name="Kate, Sneha (Cognizant)" userId="62ca8c89-7698-4ba4-86c5-ae883b79a337" providerId="ADAL" clId="{3EE66226-DB5F-4EE2-A9AB-D187C9116CED}" dt="2023-08-02T07:24:41.239" v="645" actId="478"/>
          <ac:spMkLst>
            <pc:docMk/>
            <pc:sldMk cId="1443655806" sldId="763"/>
            <ac:spMk id="12" creationId="{931B4BE9-5762-39D9-073C-CD977AAE9830}"/>
          </ac:spMkLst>
        </pc:spChg>
        <pc:spChg chg="add del mod">
          <ac:chgData name="Kate, Sneha (Cognizant)" userId="62ca8c89-7698-4ba4-86c5-ae883b79a337" providerId="ADAL" clId="{3EE66226-DB5F-4EE2-A9AB-D187C9116CED}" dt="2023-08-02T07:24:44.098" v="646" actId="478"/>
          <ac:spMkLst>
            <pc:docMk/>
            <pc:sldMk cId="1443655806" sldId="763"/>
            <ac:spMk id="13" creationId="{D89676C5-7EA2-030C-B63A-E2E25F6F8609}"/>
          </ac:spMkLst>
        </pc:spChg>
        <pc:spChg chg="add mod">
          <ac:chgData name="Kate, Sneha (Cognizant)" userId="62ca8c89-7698-4ba4-86c5-ae883b79a337" providerId="ADAL" clId="{3EE66226-DB5F-4EE2-A9AB-D187C9116CED}" dt="2023-08-02T07:25:25.066" v="663" actId="1038"/>
          <ac:spMkLst>
            <pc:docMk/>
            <pc:sldMk cId="1443655806" sldId="763"/>
            <ac:spMk id="14" creationId="{84D16178-19FF-D36B-C811-59FE33C5EB02}"/>
          </ac:spMkLst>
        </pc:spChg>
        <pc:spChg chg="add mod">
          <ac:chgData name="Kate, Sneha (Cognizant)" userId="62ca8c89-7698-4ba4-86c5-ae883b79a337" providerId="ADAL" clId="{3EE66226-DB5F-4EE2-A9AB-D187C9116CED}" dt="2023-08-02T07:25:25.066" v="663" actId="1038"/>
          <ac:spMkLst>
            <pc:docMk/>
            <pc:sldMk cId="1443655806" sldId="763"/>
            <ac:spMk id="15" creationId="{DADA1745-9DAA-1CC2-6AC6-D83711E4B76F}"/>
          </ac:spMkLst>
        </pc:spChg>
        <pc:spChg chg="add mod">
          <ac:chgData name="Kate, Sneha (Cognizant)" userId="62ca8c89-7698-4ba4-86c5-ae883b79a337" providerId="ADAL" clId="{3EE66226-DB5F-4EE2-A9AB-D187C9116CED}" dt="2023-08-02T07:25:25.066" v="663" actId="1038"/>
          <ac:spMkLst>
            <pc:docMk/>
            <pc:sldMk cId="1443655806" sldId="763"/>
            <ac:spMk id="16" creationId="{42A1AE9C-707C-0E7C-835C-7BDDC9DC264B}"/>
          </ac:spMkLst>
        </pc:spChg>
        <pc:graphicFrameChg chg="mod">
          <ac:chgData name="Kate, Sneha (Cognizant)" userId="62ca8c89-7698-4ba4-86c5-ae883b79a337" providerId="ADAL" clId="{3EE66226-DB5F-4EE2-A9AB-D187C9116CED}" dt="2023-08-02T07:25:25.066" v="663" actId="1038"/>
          <ac:graphicFrameMkLst>
            <pc:docMk/>
            <pc:sldMk cId="1443655806" sldId="763"/>
            <ac:graphicFrameMk id="9" creationId="{54346EB6-F1D6-B0AC-7FC4-0B2635C8902B}"/>
          </ac:graphicFrameMkLst>
        </pc:graphicFrameChg>
        <pc:picChg chg="add mod">
          <ac:chgData name="Kate, Sneha (Cognizant)" userId="62ca8c89-7698-4ba4-86c5-ae883b79a337" providerId="ADAL" clId="{3EE66226-DB5F-4EE2-A9AB-D187C9116CED}" dt="2023-08-02T07:25:25.066" v="663" actId="1038"/>
          <ac:picMkLst>
            <pc:docMk/>
            <pc:sldMk cId="1443655806" sldId="763"/>
            <ac:picMk id="6" creationId="{299AA348-1CA3-FD95-1DC8-B7FF45F1A166}"/>
          </ac:picMkLst>
        </pc:picChg>
        <pc:picChg chg="add mod">
          <ac:chgData name="Kate, Sneha (Cognizant)" userId="62ca8c89-7698-4ba4-86c5-ae883b79a337" providerId="ADAL" clId="{3EE66226-DB5F-4EE2-A9AB-D187C9116CED}" dt="2023-08-02T07:25:25.066" v="663" actId="1038"/>
          <ac:picMkLst>
            <pc:docMk/>
            <pc:sldMk cId="1443655806" sldId="763"/>
            <ac:picMk id="8" creationId="{1B03F313-9D9C-9BC9-F218-296BA1B187A2}"/>
          </ac:picMkLst>
        </pc:picChg>
      </pc:sldChg>
      <pc:sldChg chg="addSp delSp modSp add mod">
        <pc:chgData name="Kate, Sneha (Cognizant)" userId="62ca8c89-7698-4ba4-86c5-ae883b79a337" providerId="ADAL" clId="{3EE66226-DB5F-4EE2-A9AB-D187C9116CED}" dt="2023-08-02T07:26:55.309" v="724" actId="12"/>
        <pc:sldMkLst>
          <pc:docMk/>
          <pc:sldMk cId="2207280209" sldId="764"/>
        </pc:sldMkLst>
        <pc:spChg chg="mod">
          <ac:chgData name="Kate, Sneha (Cognizant)" userId="62ca8c89-7698-4ba4-86c5-ae883b79a337" providerId="ADAL" clId="{3EE66226-DB5F-4EE2-A9AB-D187C9116CED}" dt="2023-08-02T07:26:35.790" v="721"/>
          <ac:spMkLst>
            <pc:docMk/>
            <pc:sldMk cId="2207280209" sldId="764"/>
            <ac:spMk id="3" creationId="{F407570A-35E0-C689-8D89-981372F5A85F}"/>
          </ac:spMkLst>
        </pc:spChg>
        <pc:spChg chg="add mod">
          <ac:chgData name="Kate, Sneha (Cognizant)" userId="62ca8c89-7698-4ba4-86c5-ae883b79a337" providerId="ADAL" clId="{3EE66226-DB5F-4EE2-A9AB-D187C9116CED}" dt="2023-08-02T07:26:55.309" v="724" actId="12"/>
          <ac:spMkLst>
            <pc:docMk/>
            <pc:sldMk cId="2207280209" sldId="764"/>
            <ac:spMk id="7" creationId="{AA572E44-41E8-8F61-5763-83CAD2E5988E}"/>
          </ac:spMkLst>
        </pc:spChg>
        <pc:spChg chg="del mod">
          <ac:chgData name="Kate, Sneha (Cognizant)" userId="62ca8c89-7698-4ba4-86c5-ae883b79a337" providerId="ADAL" clId="{3EE66226-DB5F-4EE2-A9AB-D187C9116CED}" dt="2023-08-02T07:26:05.700" v="676" actId="478"/>
          <ac:spMkLst>
            <pc:docMk/>
            <pc:sldMk cId="2207280209" sldId="764"/>
            <ac:spMk id="10" creationId="{3A950759-1BCB-9EB1-106A-92476C23CCEC}"/>
          </ac:spMkLst>
        </pc:spChg>
        <pc:spChg chg="del mod">
          <ac:chgData name="Kate, Sneha (Cognizant)" userId="62ca8c89-7698-4ba4-86c5-ae883b79a337" providerId="ADAL" clId="{3EE66226-DB5F-4EE2-A9AB-D187C9116CED}" dt="2023-08-02T07:25:48.936" v="669"/>
          <ac:spMkLst>
            <pc:docMk/>
            <pc:sldMk cId="2207280209" sldId="764"/>
            <ac:spMk id="11" creationId="{722DB575-CF5D-5D55-90F0-44F483C84A79}"/>
          </ac:spMkLst>
        </pc:spChg>
        <pc:spChg chg="del">
          <ac:chgData name="Kate, Sneha (Cognizant)" userId="62ca8c89-7698-4ba4-86c5-ae883b79a337" providerId="ADAL" clId="{3EE66226-DB5F-4EE2-A9AB-D187C9116CED}" dt="2023-08-02T07:25:50.810" v="670" actId="478"/>
          <ac:spMkLst>
            <pc:docMk/>
            <pc:sldMk cId="2207280209" sldId="764"/>
            <ac:spMk id="14" creationId="{84D16178-19FF-D36B-C811-59FE33C5EB02}"/>
          </ac:spMkLst>
        </pc:spChg>
        <pc:spChg chg="del">
          <ac:chgData name="Kate, Sneha (Cognizant)" userId="62ca8c89-7698-4ba4-86c5-ae883b79a337" providerId="ADAL" clId="{3EE66226-DB5F-4EE2-A9AB-D187C9116CED}" dt="2023-08-02T07:25:55.962" v="672" actId="478"/>
          <ac:spMkLst>
            <pc:docMk/>
            <pc:sldMk cId="2207280209" sldId="764"/>
            <ac:spMk id="15" creationId="{DADA1745-9DAA-1CC2-6AC6-D83711E4B76F}"/>
          </ac:spMkLst>
        </pc:spChg>
        <pc:spChg chg="del">
          <ac:chgData name="Kate, Sneha (Cognizant)" userId="62ca8c89-7698-4ba4-86c5-ae883b79a337" providerId="ADAL" clId="{3EE66226-DB5F-4EE2-A9AB-D187C9116CED}" dt="2023-08-02T07:25:57.880" v="673" actId="478"/>
          <ac:spMkLst>
            <pc:docMk/>
            <pc:sldMk cId="2207280209" sldId="764"/>
            <ac:spMk id="16" creationId="{42A1AE9C-707C-0E7C-835C-7BDDC9DC264B}"/>
          </ac:spMkLst>
        </pc:spChg>
        <pc:graphicFrameChg chg="del">
          <ac:chgData name="Kate, Sneha (Cognizant)" userId="62ca8c89-7698-4ba4-86c5-ae883b79a337" providerId="ADAL" clId="{3EE66226-DB5F-4EE2-A9AB-D187C9116CED}" dt="2023-08-02T07:25:53.966" v="671" actId="478"/>
          <ac:graphicFrameMkLst>
            <pc:docMk/>
            <pc:sldMk cId="2207280209" sldId="764"/>
            <ac:graphicFrameMk id="9" creationId="{54346EB6-F1D6-B0AC-7FC4-0B2635C8902B}"/>
          </ac:graphicFrameMkLst>
        </pc:graphicFrameChg>
        <pc:picChg chg="del">
          <ac:chgData name="Kate, Sneha (Cognizant)" userId="62ca8c89-7698-4ba4-86c5-ae883b79a337" providerId="ADAL" clId="{3EE66226-DB5F-4EE2-A9AB-D187C9116CED}" dt="2023-08-02T07:25:48.936" v="667" actId="478"/>
          <ac:picMkLst>
            <pc:docMk/>
            <pc:sldMk cId="2207280209" sldId="764"/>
            <ac:picMk id="6" creationId="{299AA348-1CA3-FD95-1DC8-B7FF45F1A166}"/>
          </ac:picMkLst>
        </pc:picChg>
        <pc:picChg chg="del">
          <ac:chgData name="Kate, Sneha (Cognizant)" userId="62ca8c89-7698-4ba4-86c5-ae883b79a337" providerId="ADAL" clId="{3EE66226-DB5F-4EE2-A9AB-D187C9116CED}" dt="2023-08-02T07:25:42.684" v="665" actId="478"/>
          <ac:picMkLst>
            <pc:docMk/>
            <pc:sldMk cId="2207280209" sldId="764"/>
            <ac:picMk id="8" creationId="{1B03F313-9D9C-9BC9-F218-296BA1B187A2}"/>
          </ac:picMkLst>
        </pc:picChg>
      </pc:sldChg>
      <pc:sldChg chg="addSp delSp modSp add mod">
        <pc:chgData name="Kate, Sneha (Cognizant)" userId="62ca8c89-7698-4ba4-86c5-ae883b79a337" providerId="ADAL" clId="{3EE66226-DB5F-4EE2-A9AB-D187C9116CED}" dt="2023-08-02T07:30:37.905" v="839" actId="12"/>
        <pc:sldMkLst>
          <pc:docMk/>
          <pc:sldMk cId="2477189178" sldId="765"/>
        </pc:sldMkLst>
        <pc:spChg chg="mod">
          <ac:chgData name="Kate, Sneha (Cognizant)" userId="62ca8c89-7698-4ba4-86c5-ae883b79a337" providerId="ADAL" clId="{3EE66226-DB5F-4EE2-A9AB-D187C9116CED}" dt="2023-08-02T07:29:38.004" v="836" actId="20577"/>
          <ac:spMkLst>
            <pc:docMk/>
            <pc:sldMk cId="2477189178" sldId="765"/>
            <ac:spMk id="3" creationId="{F407570A-35E0-C689-8D89-981372F5A85F}"/>
          </ac:spMkLst>
        </pc:spChg>
        <pc:spChg chg="add mod">
          <ac:chgData name="Kate, Sneha (Cognizant)" userId="62ca8c89-7698-4ba4-86c5-ae883b79a337" providerId="ADAL" clId="{3EE66226-DB5F-4EE2-A9AB-D187C9116CED}" dt="2023-08-02T07:30:37.905" v="839" actId="12"/>
          <ac:spMkLst>
            <pc:docMk/>
            <pc:sldMk cId="2477189178" sldId="765"/>
            <ac:spMk id="7" creationId="{8541993A-7A65-7D7E-A363-B647FC5C70D3}"/>
          </ac:spMkLst>
        </pc:spChg>
        <pc:picChg chg="del">
          <ac:chgData name="Kate, Sneha (Cognizant)" userId="62ca8c89-7698-4ba4-86c5-ae883b79a337" providerId="ADAL" clId="{3EE66226-DB5F-4EE2-A9AB-D187C9116CED}" dt="2023-08-02T07:28:24.637" v="813" actId="478"/>
          <ac:picMkLst>
            <pc:docMk/>
            <pc:sldMk cId="2477189178" sldId="765"/>
            <ac:picMk id="6" creationId="{A73DE2FC-5234-DF3A-0F19-82A5BD864C9F}"/>
          </ac:picMkLst>
        </pc:picChg>
      </pc:sldChg>
      <pc:sldChg chg="modSp add mod">
        <pc:chgData name="Kate, Sneha (Cognizant)" userId="62ca8c89-7698-4ba4-86c5-ae883b79a337" providerId="ADAL" clId="{3EE66226-DB5F-4EE2-A9AB-D187C9116CED}" dt="2023-08-02T07:31:32.016" v="846" actId="12"/>
        <pc:sldMkLst>
          <pc:docMk/>
          <pc:sldMk cId="3830842686" sldId="766"/>
        </pc:sldMkLst>
        <pc:spChg chg="mod">
          <ac:chgData name="Kate, Sneha (Cognizant)" userId="62ca8c89-7698-4ba4-86c5-ae883b79a337" providerId="ADAL" clId="{3EE66226-DB5F-4EE2-A9AB-D187C9116CED}" dt="2023-08-02T07:31:06.092" v="842" actId="20577"/>
          <ac:spMkLst>
            <pc:docMk/>
            <pc:sldMk cId="3830842686" sldId="766"/>
            <ac:spMk id="3" creationId="{F407570A-35E0-C689-8D89-981372F5A85F}"/>
          </ac:spMkLst>
        </pc:spChg>
        <pc:spChg chg="mod">
          <ac:chgData name="Kate, Sneha (Cognizant)" userId="62ca8c89-7698-4ba4-86c5-ae883b79a337" providerId="ADAL" clId="{3EE66226-DB5F-4EE2-A9AB-D187C9116CED}" dt="2023-08-02T07:31:32.016" v="846" actId="12"/>
          <ac:spMkLst>
            <pc:docMk/>
            <pc:sldMk cId="3830842686" sldId="766"/>
            <ac:spMk id="7" creationId="{8541993A-7A65-7D7E-A363-B647FC5C70D3}"/>
          </ac:spMkLst>
        </pc:spChg>
      </pc:sldChg>
      <pc:sldChg chg="modSp add mod">
        <pc:chgData name="Kate, Sneha (Cognizant)" userId="62ca8c89-7698-4ba4-86c5-ae883b79a337" providerId="ADAL" clId="{3EE66226-DB5F-4EE2-A9AB-D187C9116CED}" dt="2023-08-02T07:34:09.306" v="918" actId="12"/>
        <pc:sldMkLst>
          <pc:docMk/>
          <pc:sldMk cId="3701696420" sldId="767"/>
        </pc:sldMkLst>
        <pc:spChg chg="mod">
          <ac:chgData name="Kate, Sneha (Cognizant)" userId="62ca8c89-7698-4ba4-86c5-ae883b79a337" providerId="ADAL" clId="{3EE66226-DB5F-4EE2-A9AB-D187C9116CED}" dt="2023-08-02T07:33:44.183" v="914" actId="20577"/>
          <ac:spMkLst>
            <pc:docMk/>
            <pc:sldMk cId="3701696420" sldId="767"/>
            <ac:spMk id="3" creationId="{F407570A-35E0-C689-8D89-981372F5A85F}"/>
          </ac:spMkLst>
        </pc:spChg>
        <pc:spChg chg="mod">
          <ac:chgData name="Kate, Sneha (Cognizant)" userId="62ca8c89-7698-4ba4-86c5-ae883b79a337" providerId="ADAL" clId="{3EE66226-DB5F-4EE2-A9AB-D187C9116CED}" dt="2023-08-02T07:34:09.306" v="918" actId="12"/>
          <ac:spMkLst>
            <pc:docMk/>
            <pc:sldMk cId="3701696420" sldId="767"/>
            <ac:spMk id="7" creationId="{8541993A-7A65-7D7E-A363-B647FC5C70D3}"/>
          </ac:spMkLst>
        </pc:spChg>
      </pc:sldChg>
      <pc:sldChg chg="addSp delSp modSp add mod">
        <pc:chgData name="Kate, Sneha (Cognizant)" userId="62ca8c89-7698-4ba4-86c5-ae883b79a337" providerId="ADAL" clId="{3EE66226-DB5F-4EE2-A9AB-D187C9116CED}" dt="2023-08-08T07:12:14.728" v="1245" actId="20577"/>
        <pc:sldMkLst>
          <pc:docMk/>
          <pc:sldMk cId="2681360214" sldId="768"/>
        </pc:sldMkLst>
        <pc:spChg chg="add del mod">
          <ac:chgData name="Kate, Sneha (Cognizant)" userId="62ca8c89-7698-4ba4-86c5-ae883b79a337" providerId="ADAL" clId="{3EE66226-DB5F-4EE2-A9AB-D187C9116CED}" dt="2023-08-08T07:12:14.728" v="1245" actId="20577"/>
          <ac:spMkLst>
            <pc:docMk/>
            <pc:sldMk cId="2681360214" sldId="768"/>
            <ac:spMk id="3" creationId="{F407570A-35E0-C689-8D89-981372F5A85F}"/>
          </ac:spMkLst>
        </pc:spChg>
        <pc:spChg chg="mod">
          <ac:chgData name="Kate, Sneha (Cognizant)" userId="62ca8c89-7698-4ba4-86c5-ae883b79a337" providerId="ADAL" clId="{3EE66226-DB5F-4EE2-A9AB-D187C9116CED}" dt="2023-08-02T07:35:18.254" v="926" actId="14100"/>
          <ac:spMkLst>
            <pc:docMk/>
            <pc:sldMk cId="2681360214" sldId="768"/>
            <ac:spMk id="7" creationId="{8541993A-7A65-7D7E-A363-B647FC5C70D3}"/>
          </ac:spMkLst>
        </pc:spChg>
      </pc:sldChg>
      <pc:sldChg chg="modSp add mod">
        <pc:chgData name="Kate, Sneha (Cognizant)" userId="62ca8c89-7698-4ba4-86c5-ae883b79a337" providerId="ADAL" clId="{3EE66226-DB5F-4EE2-A9AB-D187C9116CED}" dt="2023-08-08T07:27:45.856" v="2384"/>
        <pc:sldMkLst>
          <pc:docMk/>
          <pc:sldMk cId="834021980" sldId="769"/>
        </pc:sldMkLst>
        <pc:spChg chg="mod">
          <ac:chgData name="Kate, Sneha (Cognizant)" userId="62ca8c89-7698-4ba4-86c5-ae883b79a337" providerId="ADAL" clId="{3EE66226-DB5F-4EE2-A9AB-D187C9116CED}" dt="2023-08-08T07:27:39.391" v="2383" actId="20577"/>
          <ac:spMkLst>
            <pc:docMk/>
            <pc:sldMk cId="834021980" sldId="769"/>
            <ac:spMk id="5" creationId="{7A8B3838-7BD6-DD5F-D50B-A9433F6534F7}"/>
          </ac:spMkLst>
        </pc:spChg>
        <pc:spChg chg="mod">
          <ac:chgData name="Kate, Sneha (Cognizant)" userId="62ca8c89-7698-4ba4-86c5-ae883b79a337" providerId="ADAL" clId="{3EE66226-DB5F-4EE2-A9AB-D187C9116CED}" dt="2023-08-08T07:27:45.856" v="2384"/>
          <ac:spMkLst>
            <pc:docMk/>
            <pc:sldMk cId="834021980" sldId="769"/>
            <ac:spMk id="20" creationId="{4C621679-D8D6-6A92-123F-0B378A52F909}"/>
          </ac:spMkLst>
        </pc:spChg>
      </pc:sldChg>
      <pc:sldChg chg="addSp delSp modSp add mod">
        <pc:chgData name="Kate, Sneha (Cognizant)" userId="62ca8c89-7698-4ba4-86c5-ae883b79a337" providerId="ADAL" clId="{3EE66226-DB5F-4EE2-A9AB-D187C9116CED}" dt="2023-08-08T07:28:33.157" v="2397" actId="1076"/>
        <pc:sldMkLst>
          <pc:docMk/>
          <pc:sldMk cId="697062769" sldId="770"/>
        </pc:sldMkLst>
        <pc:spChg chg="add del mod">
          <ac:chgData name="Kate, Sneha (Cognizant)" userId="62ca8c89-7698-4ba4-86c5-ae883b79a337" providerId="ADAL" clId="{3EE66226-DB5F-4EE2-A9AB-D187C9116CED}" dt="2023-08-08T07:28:25.646" v="2395" actId="478"/>
          <ac:spMkLst>
            <pc:docMk/>
            <pc:sldMk cId="697062769" sldId="770"/>
            <ac:spMk id="4" creationId="{529B5028-915A-A495-ADE7-2F2BA8C2C271}"/>
          </ac:spMkLst>
        </pc:spChg>
        <pc:spChg chg="add del mod">
          <ac:chgData name="Kate, Sneha (Cognizant)" userId="62ca8c89-7698-4ba4-86c5-ae883b79a337" providerId="ADAL" clId="{3EE66226-DB5F-4EE2-A9AB-D187C9116CED}" dt="2023-08-08T07:28:06.388" v="2390" actId="20577"/>
          <ac:spMkLst>
            <pc:docMk/>
            <pc:sldMk cId="697062769" sldId="770"/>
            <ac:spMk id="5" creationId="{7A8B3838-7BD6-DD5F-D50B-A9433F6534F7}"/>
          </ac:spMkLst>
        </pc:spChg>
        <pc:spChg chg="add del mod">
          <ac:chgData name="Kate, Sneha (Cognizant)" userId="62ca8c89-7698-4ba4-86c5-ae883b79a337" providerId="ADAL" clId="{3EE66226-DB5F-4EE2-A9AB-D187C9116CED}" dt="2023-08-08T07:28:19.458" v="2392" actId="478"/>
          <ac:spMkLst>
            <pc:docMk/>
            <pc:sldMk cId="697062769" sldId="770"/>
            <ac:spMk id="7" creationId="{65FBDD16-DD6B-2A30-E5C3-E2B6B5E4E989}"/>
          </ac:spMkLst>
        </pc:spChg>
        <pc:spChg chg="add del mod">
          <ac:chgData name="Kate, Sneha (Cognizant)" userId="62ca8c89-7698-4ba4-86c5-ae883b79a337" providerId="ADAL" clId="{3EE66226-DB5F-4EE2-A9AB-D187C9116CED}" dt="2023-08-08T07:28:21.819" v="2393" actId="478"/>
          <ac:spMkLst>
            <pc:docMk/>
            <pc:sldMk cId="697062769" sldId="770"/>
            <ac:spMk id="8" creationId="{3A2FE983-44BB-E360-E500-C9EA4FD4F36A}"/>
          </ac:spMkLst>
        </pc:spChg>
        <pc:spChg chg="add mod">
          <ac:chgData name="Kate, Sneha (Cognizant)" userId="62ca8c89-7698-4ba4-86c5-ae883b79a337" providerId="ADAL" clId="{3EE66226-DB5F-4EE2-A9AB-D187C9116CED}" dt="2023-08-08T07:28:31.177" v="2396" actId="14100"/>
          <ac:spMkLst>
            <pc:docMk/>
            <pc:sldMk cId="697062769" sldId="770"/>
            <ac:spMk id="9" creationId="{4975AD9B-CFD7-15CA-F3C3-B1BFBD04D2B3}"/>
          </ac:spMkLst>
        </pc:spChg>
        <pc:spChg chg="mod">
          <ac:chgData name="Kate, Sneha (Cognizant)" userId="62ca8c89-7698-4ba4-86c5-ae883b79a337" providerId="ADAL" clId="{3EE66226-DB5F-4EE2-A9AB-D187C9116CED}" dt="2023-08-08T07:27:59.148" v="2386" actId="20577"/>
          <ac:spMkLst>
            <pc:docMk/>
            <pc:sldMk cId="697062769" sldId="770"/>
            <ac:spMk id="20" creationId="{4C621679-D8D6-6A92-123F-0B378A52F909}"/>
          </ac:spMkLst>
        </pc:spChg>
        <pc:picChg chg="add mod">
          <ac:chgData name="Kate, Sneha (Cognizant)" userId="62ca8c89-7698-4ba4-86c5-ae883b79a337" providerId="ADAL" clId="{3EE66226-DB5F-4EE2-A9AB-D187C9116CED}" dt="2023-08-08T07:28:33.157" v="2397" actId="1076"/>
          <ac:picMkLst>
            <pc:docMk/>
            <pc:sldMk cId="697062769" sldId="770"/>
            <ac:picMk id="6" creationId="{A765F6FC-85F9-3FB8-7AF0-0A1E9F1DE82D}"/>
          </ac:picMkLst>
        </pc:picChg>
      </pc:sldChg>
      <pc:sldChg chg="modSp add mod">
        <pc:chgData name="Kate, Sneha (Cognizant)" userId="62ca8c89-7698-4ba4-86c5-ae883b79a337" providerId="ADAL" clId="{3EE66226-DB5F-4EE2-A9AB-D187C9116CED}" dt="2023-08-08T07:30:44.648" v="2519" actId="14100"/>
        <pc:sldMkLst>
          <pc:docMk/>
          <pc:sldMk cId="3630302779" sldId="771"/>
        </pc:sldMkLst>
        <pc:spChg chg="mod">
          <ac:chgData name="Kate, Sneha (Cognizant)" userId="62ca8c89-7698-4ba4-86c5-ae883b79a337" providerId="ADAL" clId="{3EE66226-DB5F-4EE2-A9AB-D187C9116CED}" dt="2023-08-08T07:30:44.648" v="2519" actId="14100"/>
          <ac:spMkLst>
            <pc:docMk/>
            <pc:sldMk cId="3630302779" sldId="771"/>
            <ac:spMk id="4" creationId="{E70B7BF2-667A-CCD4-DE4D-818A2635E561}"/>
          </ac:spMkLst>
        </pc:spChg>
        <pc:spChg chg="mod">
          <ac:chgData name="Kate, Sneha (Cognizant)" userId="62ca8c89-7698-4ba4-86c5-ae883b79a337" providerId="ADAL" clId="{3EE66226-DB5F-4EE2-A9AB-D187C9116CED}" dt="2023-08-08T07:30:32.410" v="2516" actId="20577"/>
          <ac:spMkLst>
            <pc:docMk/>
            <pc:sldMk cId="3630302779" sldId="771"/>
            <ac:spMk id="5" creationId="{7A8B3838-7BD6-DD5F-D50B-A9433F6534F7}"/>
          </ac:spMkLst>
        </pc:spChg>
      </pc:sldChg>
      <pc:sldChg chg="addSp delSp modSp add mod addAnim delAnim">
        <pc:chgData name="Kate, Sneha (Cognizant)" userId="62ca8c89-7698-4ba4-86c5-ae883b79a337" providerId="ADAL" clId="{3EE66226-DB5F-4EE2-A9AB-D187C9116CED}" dt="2023-08-08T07:36:30.838" v="2606" actId="20577"/>
        <pc:sldMkLst>
          <pc:docMk/>
          <pc:sldMk cId="2856192134" sldId="772"/>
        </pc:sldMkLst>
        <pc:spChg chg="mod">
          <ac:chgData name="Kate, Sneha (Cognizant)" userId="62ca8c89-7698-4ba4-86c5-ae883b79a337" providerId="ADAL" clId="{3EE66226-DB5F-4EE2-A9AB-D187C9116CED}" dt="2023-08-08T07:35:29.160" v="2587" actId="20577"/>
          <ac:spMkLst>
            <pc:docMk/>
            <pc:sldMk cId="2856192134" sldId="772"/>
            <ac:spMk id="7" creationId="{EA0D6B93-CE79-4088-9EA6-938915E2F70B}"/>
          </ac:spMkLst>
        </pc:spChg>
        <pc:spChg chg="mod topLvl">
          <ac:chgData name="Kate, Sneha (Cognizant)" userId="62ca8c89-7698-4ba4-86c5-ae883b79a337" providerId="ADAL" clId="{3EE66226-DB5F-4EE2-A9AB-D187C9116CED}" dt="2023-08-08T07:36:26.783" v="2595" actId="478"/>
          <ac:spMkLst>
            <pc:docMk/>
            <pc:sldMk cId="2856192134" sldId="772"/>
            <ac:spMk id="9" creationId="{FB5B4ECD-E89C-2A90-B7BC-3273BCDE1B79}"/>
          </ac:spMkLst>
        </pc:spChg>
        <pc:spChg chg="add del mod topLvl">
          <ac:chgData name="Kate, Sneha (Cognizant)" userId="62ca8c89-7698-4ba4-86c5-ae883b79a337" providerId="ADAL" clId="{3EE66226-DB5F-4EE2-A9AB-D187C9116CED}" dt="2023-08-08T07:36:30.838" v="2606" actId="20577"/>
          <ac:spMkLst>
            <pc:docMk/>
            <pc:sldMk cId="2856192134" sldId="772"/>
            <ac:spMk id="10" creationId="{098A60CF-ECA1-C4F2-1E35-BBDDECA0C44A}"/>
          </ac:spMkLst>
        </pc:spChg>
        <pc:grpChg chg="add del">
          <ac:chgData name="Kate, Sneha (Cognizant)" userId="62ca8c89-7698-4ba4-86c5-ae883b79a337" providerId="ADAL" clId="{3EE66226-DB5F-4EE2-A9AB-D187C9116CED}" dt="2023-08-08T07:36:26.783" v="2595" actId="478"/>
          <ac:grpSpMkLst>
            <pc:docMk/>
            <pc:sldMk cId="2856192134" sldId="772"/>
            <ac:grpSpMk id="8" creationId="{ECAFD24E-4B00-FC92-C355-E414D12AEAA8}"/>
          </ac:grpSpMkLst>
        </pc:grpChg>
        <pc:graphicFrameChg chg="mod">
          <ac:chgData name="Kate, Sneha (Cognizant)" userId="62ca8c89-7698-4ba4-86c5-ae883b79a337" providerId="ADAL" clId="{3EE66226-DB5F-4EE2-A9AB-D187C9116CED}" dt="2023-08-08T07:36:20.911" v="2592"/>
          <ac:graphicFrameMkLst>
            <pc:docMk/>
            <pc:sldMk cId="2856192134" sldId="772"/>
            <ac:graphicFrameMk id="5" creationId="{CF566466-BBFA-208A-E65D-B08953063E86}"/>
          </ac:graphicFrameMkLst>
        </pc:graphicFrameChg>
      </pc:sldChg>
      <pc:sldChg chg="add ord">
        <pc:chgData name="Kate, Sneha (Cognizant)" userId="62ca8c89-7698-4ba4-86c5-ae883b79a337" providerId="ADAL" clId="{3EE66226-DB5F-4EE2-A9AB-D187C9116CED}" dt="2023-08-08T07:36:53.707" v="2608"/>
        <pc:sldMkLst>
          <pc:docMk/>
          <pc:sldMk cId="8502424" sldId="773"/>
        </pc:sldMkLst>
      </pc:sldChg>
      <pc:sldChg chg="modSp add mod">
        <pc:chgData name="Kate, Sneha (Cognizant)" userId="62ca8c89-7698-4ba4-86c5-ae883b79a337" providerId="ADAL" clId="{3EE66226-DB5F-4EE2-A9AB-D187C9116CED}" dt="2023-08-08T07:38:04.717" v="2709" actId="20577"/>
        <pc:sldMkLst>
          <pc:docMk/>
          <pc:sldMk cId="4147189115" sldId="774"/>
        </pc:sldMkLst>
        <pc:spChg chg="mod">
          <ac:chgData name="Kate, Sneha (Cognizant)" userId="62ca8c89-7698-4ba4-86c5-ae883b79a337" providerId="ADAL" clId="{3EE66226-DB5F-4EE2-A9AB-D187C9116CED}" dt="2023-08-08T07:37:11.203" v="2611" actId="20577"/>
          <ac:spMkLst>
            <pc:docMk/>
            <pc:sldMk cId="4147189115" sldId="774"/>
            <ac:spMk id="7" creationId="{EA0D6B93-CE79-4088-9EA6-938915E2F70B}"/>
          </ac:spMkLst>
        </pc:spChg>
        <pc:spChg chg="mod">
          <ac:chgData name="Kate, Sneha (Cognizant)" userId="62ca8c89-7698-4ba4-86c5-ae883b79a337" providerId="ADAL" clId="{3EE66226-DB5F-4EE2-A9AB-D187C9116CED}" dt="2023-08-08T07:38:04.717" v="2709" actId="20577"/>
          <ac:spMkLst>
            <pc:docMk/>
            <pc:sldMk cId="4147189115" sldId="774"/>
            <ac:spMk id="10" creationId="{098A60CF-ECA1-C4F2-1E35-BBDDECA0C44A}"/>
          </ac:spMkLst>
        </pc:spChg>
        <pc:graphicFrameChg chg="mod">
          <ac:chgData name="Kate, Sneha (Cognizant)" userId="62ca8c89-7698-4ba4-86c5-ae883b79a337" providerId="ADAL" clId="{3EE66226-DB5F-4EE2-A9AB-D187C9116CED}" dt="2023-08-08T07:37:54.154" v="2684"/>
          <ac:graphicFrameMkLst>
            <pc:docMk/>
            <pc:sldMk cId="4147189115" sldId="774"/>
            <ac:graphicFrameMk id="5" creationId="{CF566466-BBFA-208A-E65D-B08953063E86}"/>
          </ac:graphicFrameMkLst>
        </pc:graphicFrameChg>
      </pc:sldChg>
      <pc:sldChg chg="modSp add mod">
        <pc:chgData name="Kate, Sneha (Cognizant)" userId="62ca8c89-7698-4ba4-86c5-ae883b79a337" providerId="ADAL" clId="{3EE66226-DB5F-4EE2-A9AB-D187C9116CED}" dt="2023-08-08T07:39:11.172" v="2741" actId="20577"/>
        <pc:sldMkLst>
          <pc:docMk/>
          <pc:sldMk cId="3496252186" sldId="775"/>
        </pc:sldMkLst>
        <pc:spChg chg="mod">
          <ac:chgData name="Kate, Sneha (Cognizant)" userId="62ca8c89-7698-4ba4-86c5-ae883b79a337" providerId="ADAL" clId="{3EE66226-DB5F-4EE2-A9AB-D187C9116CED}" dt="2023-08-08T07:38:21.506" v="2712" actId="20577"/>
          <ac:spMkLst>
            <pc:docMk/>
            <pc:sldMk cId="3496252186" sldId="775"/>
            <ac:spMk id="7" creationId="{EA0D6B93-CE79-4088-9EA6-938915E2F70B}"/>
          </ac:spMkLst>
        </pc:spChg>
        <pc:spChg chg="mod">
          <ac:chgData name="Kate, Sneha (Cognizant)" userId="62ca8c89-7698-4ba4-86c5-ae883b79a337" providerId="ADAL" clId="{3EE66226-DB5F-4EE2-A9AB-D187C9116CED}" dt="2023-08-08T07:39:11.172" v="2741" actId="20577"/>
          <ac:spMkLst>
            <pc:docMk/>
            <pc:sldMk cId="3496252186" sldId="775"/>
            <ac:spMk id="10" creationId="{098A60CF-ECA1-C4F2-1E35-BBDDECA0C44A}"/>
          </ac:spMkLst>
        </pc:spChg>
        <pc:graphicFrameChg chg="mod">
          <ac:chgData name="Kate, Sneha (Cognizant)" userId="62ca8c89-7698-4ba4-86c5-ae883b79a337" providerId="ADAL" clId="{3EE66226-DB5F-4EE2-A9AB-D187C9116CED}" dt="2023-08-08T07:39:02.095" v="2718"/>
          <ac:graphicFrameMkLst>
            <pc:docMk/>
            <pc:sldMk cId="3496252186" sldId="775"/>
            <ac:graphicFrameMk id="5" creationId="{CF566466-BBFA-208A-E65D-B08953063E86}"/>
          </ac:graphicFrameMkLst>
        </pc:graphicFrameChg>
      </pc:sldChg>
    </pc:docChg>
  </pc:docChgLst>
  <pc:docChgLst>
    <pc:chgData name="Chakraborty, Sanjukta (Cognizant)" userId="S::676825@cognizant.com::2fdcd418-bbbd-440b-8f02-3e19808115a2" providerId="AD" clId="Web-{4F17C06F-7EDA-AD6C-7C61-8A789BD4FA2E}"/>
    <pc:docChg chg="modSld">
      <pc:chgData name="Chakraborty, Sanjukta (Cognizant)" userId="S::676825@cognizant.com::2fdcd418-bbbd-440b-8f02-3e19808115a2" providerId="AD" clId="Web-{4F17C06F-7EDA-AD6C-7C61-8A789BD4FA2E}" dt="2024-11-13T14:30:49.032" v="16" actId="20577"/>
      <pc:docMkLst>
        <pc:docMk/>
      </pc:docMkLst>
      <pc:sldChg chg="modSp">
        <pc:chgData name="Chakraborty, Sanjukta (Cognizant)" userId="S::676825@cognizant.com::2fdcd418-bbbd-440b-8f02-3e19808115a2" providerId="AD" clId="Web-{4F17C06F-7EDA-AD6C-7C61-8A789BD4FA2E}" dt="2024-11-13T14:30:49.032" v="16" actId="20577"/>
        <pc:sldMkLst>
          <pc:docMk/>
          <pc:sldMk cId="2236367607" sldId="261"/>
        </pc:sldMkLst>
        <pc:spChg chg="mod">
          <ac:chgData name="Chakraborty, Sanjukta (Cognizant)" userId="S::676825@cognizant.com::2fdcd418-bbbd-440b-8f02-3e19808115a2" providerId="AD" clId="Web-{4F17C06F-7EDA-AD6C-7C61-8A789BD4FA2E}" dt="2024-11-13T14:30:49.032" v="16" actId="20577"/>
          <ac:spMkLst>
            <pc:docMk/>
            <pc:sldMk cId="2236367607" sldId="261"/>
            <ac:spMk id="2" creationId="{00565AA0-9D26-01E4-3E5C-A7CD5FA3908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0451B4-45A5-4DD8-AC45-DFA51CF95D5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242F08E-7D53-4A0A-9CD2-F95F8B1EB1C1}" type="pres">
      <dgm:prSet presAssocID="{130451B4-45A5-4DD8-AC45-DFA51CF95D50}" presName="Name0" presStyleCnt="0">
        <dgm:presLayoutVars>
          <dgm:dir/>
          <dgm:animLvl val="lvl"/>
          <dgm:resizeHandles val="exact"/>
        </dgm:presLayoutVars>
      </dgm:prSet>
      <dgm:spPr/>
    </dgm:pt>
  </dgm:ptLst>
  <dgm:cxnLst>
    <dgm:cxn modelId="{80E77F79-A21A-41C7-8CC2-AE43D143C55E}" type="presOf" srcId="{130451B4-45A5-4DD8-AC45-DFA51CF95D50}" destId="{6242F08E-7D53-4A0A-9CD2-F95F8B1EB1C1}"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0451B4-45A5-4DD8-AC45-DFA51CF95D5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242F08E-7D53-4A0A-9CD2-F95F8B1EB1C1}" type="pres">
      <dgm:prSet presAssocID="{130451B4-45A5-4DD8-AC45-DFA51CF95D50}" presName="Name0" presStyleCnt="0">
        <dgm:presLayoutVars>
          <dgm:dir/>
          <dgm:animLvl val="lvl"/>
          <dgm:resizeHandles val="exact"/>
        </dgm:presLayoutVars>
      </dgm:prSet>
      <dgm:spPr/>
    </dgm:pt>
  </dgm:ptLst>
  <dgm:cxnLst>
    <dgm:cxn modelId="{80E77F79-A21A-41C7-8CC2-AE43D143C55E}" type="presOf" srcId="{130451B4-45A5-4DD8-AC45-DFA51CF95D50}" destId="{6242F08E-7D53-4A0A-9CD2-F95F8B1EB1C1}"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30451B4-45A5-4DD8-AC45-DFA51CF95D5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242F08E-7D53-4A0A-9CD2-F95F8B1EB1C1}" type="pres">
      <dgm:prSet presAssocID="{130451B4-45A5-4DD8-AC45-DFA51CF95D50}" presName="Name0" presStyleCnt="0">
        <dgm:presLayoutVars>
          <dgm:dir/>
          <dgm:animLvl val="lvl"/>
          <dgm:resizeHandles val="exact"/>
        </dgm:presLayoutVars>
      </dgm:prSet>
      <dgm:spPr/>
    </dgm:pt>
  </dgm:ptLst>
  <dgm:cxnLst>
    <dgm:cxn modelId="{80E77F79-A21A-41C7-8CC2-AE43D143C55E}" type="presOf" srcId="{130451B4-45A5-4DD8-AC45-DFA51CF95D50}" destId="{6242F08E-7D53-4A0A-9CD2-F95F8B1EB1C1}"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0451B4-45A5-4DD8-AC45-DFA51CF95D5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242F08E-7D53-4A0A-9CD2-F95F8B1EB1C1}" type="pres">
      <dgm:prSet presAssocID="{130451B4-45A5-4DD8-AC45-DFA51CF95D50}" presName="Name0" presStyleCnt="0">
        <dgm:presLayoutVars>
          <dgm:dir/>
          <dgm:animLvl val="lvl"/>
          <dgm:resizeHandles val="exact"/>
        </dgm:presLayoutVars>
      </dgm:prSet>
      <dgm:spPr/>
    </dgm:pt>
  </dgm:ptLst>
  <dgm:cxnLst>
    <dgm:cxn modelId="{80E77F79-A21A-41C7-8CC2-AE43D143C55E}" type="presOf" srcId="{130451B4-45A5-4DD8-AC45-DFA51CF95D50}" destId="{6242F08E-7D53-4A0A-9CD2-F95F8B1EB1C1}"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1. In order to provide user the permission to use the Create Sample Lots button effectively, user should be given access to which of the following?</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Visualforce page </a:t>
          </a:r>
          <a:r>
            <a:rPr lang="en-IN" sz="1800" dirty="0" err="1">
              <a:solidFill>
                <a:schemeClr val="bg1">
                  <a:lumMod val="95000"/>
                </a:schemeClr>
              </a:solidFill>
              <a:latin typeface="Arial" panose="020B0604020202020204" pitchFamily="34" charset="0"/>
              <a:cs typeface="Arial" panose="020B0604020202020204" pitchFamily="34" charset="0"/>
            </a:rPr>
            <a:t>CreateSampleLots_vod</a:t>
          </a:r>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DE5E1208-6384-44AF-A155-CF3CABE9BDCE}">
      <dgm:prSet custT="1"/>
      <dgm:spPr/>
      <dgm:t>
        <a:bodyPr/>
        <a:lstStyle/>
        <a:p>
          <a:r>
            <a:rPr lang="en-US" sz="1800" dirty="0">
              <a:solidFill>
                <a:schemeClr val="bg1">
                  <a:lumMod val="95000"/>
                </a:schemeClr>
              </a:solidFill>
              <a:latin typeface="Arial" panose="020B0604020202020204" pitchFamily="34" charset="0"/>
              <a:cs typeface="Arial" panose="020B0604020202020204" pitchFamily="34" charset="0"/>
            </a:rPr>
            <a:t>The Apex Class VOD_GetRecordIds</a:t>
          </a:r>
          <a:endParaRPr lang="en-IN" sz="1800" dirty="0">
            <a:solidFill>
              <a:schemeClr val="bg1">
                <a:lumMod val="95000"/>
              </a:schemeClr>
            </a:solidFill>
            <a:latin typeface="Arial" panose="020B0604020202020204" pitchFamily="34" charset="0"/>
            <a:cs typeface="Arial" panose="020B0604020202020204" pitchFamily="34" charset="0"/>
          </a:endParaRPr>
        </a:p>
      </dgm:t>
    </dgm:pt>
    <dgm:pt modelId="{535F896E-0859-49D8-A11F-3ECD62EE443C}" type="parTrans" cxnId="{9BB016DA-179F-4CA3-8C18-8FB4DA370A87}">
      <dgm:prSet/>
      <dgm:spPr/>
      <dgm:t>
        <a:bodyPr/>
        <a:lstStyle/>
        <a:p>
          <a:endParaRPr lang="en-IN"/>
        </a:p>
      </dgm:t>
    </dgm:pt>
    <dgm:pt modelId="{ABE4F4FA-585D-4467-A7C8-325BFFEB6946}" type="sibTrans" cxnId="{9BB016DA-179F-4CA3-8C18-8FB4DA370A87}">
      <dgm:prSet/>
      <dgm:spPr/>
      <dgm:t>
        <a:bodyPr/>
        <a:lstStyle/>
        <a:p>
          <a:endParaRPr lang="en-IN"/>
        </a:p>
      </dgm:t>
    </dgm:pt>
    <dgm:pt modelId="{A44E40D6-FF6B-491E-B7AE-73130BEA2D18}">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Visualforce page CreateSampleLots</a:t>
          </a:r>
        </a:p>
      </dgm:t>
    </dgm:pt>
    <dgm:pt modelId="{840C61C1-B6C5-4637-BB4E-134286744CE5}" type="parTrans" cxnId="{9FEDA06F-16E6-4B3C-A7B3-B7FCF93124E1}">
      <dgm:prSet/>
      <dgm:spPr/>
      <dgm:t>
        <a:bodyPr/>
        <a:lstStyle/>
        <a:p>
          <a:endParaRPr lang="en-IN"/>
        </a:p>
      </dgm:t>
    </dgm:pt>
    <dgm:pt modelId="{779921E1-5D17-48A3-9BB4-525D6954FF3E}" type="sibTrans" cxnId="{9FEDA06F-16E6-4B3C-A7B3-B7FCF93124E1}">
      <dgm:prSet/>
      <dgm:spPr/>
      <dgm:t>
        <a:bodyPr/>
        <a:lstStyle/>
        <a:p>
          <a:endParaRPr lang="en-IN"/>
        </a:p>
      </dgm:t>
    </dgm:pt>
    <dgm:pt modelId="{E041D842-83DA-43B6-8C0F-8574FC6A0DBD}">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Both I and II</a:t>
          </a:r>
        </a:p>
      </dgm:t>
    </dgm:pt>
    <dgm:pt modelId="{F8D47623-8EA1-4B75-8B7E-86301C36E10D}" type="parTrans" cxnId="{F055B493-4438-42A9-BD8E-9CC0B1BD88A7}">
      <dgm:prSet/>
      <dgm:spPr/>
      <dgm:t>
        <a:bodyPr/>
        <a:lstStyle/>
        <a:p>
          <a:endParaRPr lang="en-IN"/>
        </a:p>
      </dgm:t>
    </dgm:pt>
    <dgm:pt modelId="{E53EA7A1-A1EF-4D8E-B708-E8963809D2C1}" type="sibTrans" cxnId="{F055B493-4438-42A9-BD8E-9CC0B1BD88A7}">
      <dgm:prSet/>
      <dgm:spPr/>
      <dgm:t>
        <a:bodyPr/>
        <a:lstStyle/>
        <a:p>
          <a:endParaRPr lang="en-IN"/>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3626" custLinFactNeighborY="10893">
        <dgm:presLayoutVars>
          <dgm:bulletEnabled val="1"/>
        </dgm:presLayoutVars>
      </dgm:prSet>
      <dgm:spPr/>
    </dgm:pt>
  </dgm:ptLst>
  <dgm:cxnLst>
    <dgm:cxn modelId="{3DBA4D11-7A5D-468C-87DF-4911F20C67D3}" type="presOf" srcId="{E041D842-83DA-43B6-8C0F-8574FC6A0DBD}" destId="{0EBE7C70-51AD-4402-A9D8-36889ADBC56A}" srcOrd="0" destOrd="3" presId="urn:microsoft.com/office/officeart/2005/8/layout/vList2"/>
    <dgm:cxn modelId="{00383016-437F-46B6-8E62-C1930665B545}" type="presOf" srcId="{6D54E985-EA4E-4554-9098-7D9DFCB568FB}" destId="{0EBE7C70-51AD-4402-A9D8-36889ADBC56A}" srcOrd="0" destOrd="4" presId="urn:microsoft.com/office/officeart/2005/8/layout/vList2"/>
    <dgm:cxn modelId="{9FEDA06F-16E6-4B3C-A7B3-B7FCF93124E1}" srcId="{2C8EA471-3542-4573-A8BF-295862507B6E}" destId="{A44E40D6-FF6B-491E-B7AE-73130BEA2D18}" srcOrd="2" destOrd="0" parTransId="{840C61C1-B6C5-4637-BB4E-134286744CE5}" sibTransId="{779921E1-5D17-48A3-9BB4-525D6954FF3E}"/>
    <dgm:cxn modelId="{01593A83-B821-4A3F-A2D3-6E10100A1202}" type="presOf" srcId="{A44E40D6-FF6B-491E-B7AE-73130BEA2D18}" destId="{0EBE7C70-51AD-4402-A9D8-36889ADBC56A}" srcOrd="0" destOrd="2" presId="urn:microsoft.com/office/officeart/2005/8/layout/vList2"/>
    <dgm:cxn modelId="{1524638D-6358-4EBC-99B6-14796BAFA37A}" type="presOf" srcId="{2C8EA471-3542-4573-A8BF-295862507B6E}" destId="{B6F44C7D-37FA-4A88-A65B-56F3574B16C2}" srcOrd="0" destOrd="0" presId="urn:microsoft.com/office/officeart/2005/8/layout/vList2"/>
    <dgm:cxn modelId="{F055B493-4438-42A9-BD8E-9CC0B1BD88A7}" srcId="{2C8EA471-3542-4573-A8BF-295862507B6E}" destId="{E041D842-83DA-43B6-8C0F-8574FC6A0DBD}" srcOrd="3" destOrd="0" parTransId="{F8D47623-8EA1-4B75-8B7E-86301C36E10D}" sibTransId="{E53EA7A1-A1EF-4D8E-B708-E8963809D2C1}"/>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4" destOrd="0" parTransId="{EFE2E122-E8E0-40DB-A672-361CAC834494}" sibTransId="{975E58AD-771C-4495-9182-343347BE4736}"/>
    <dgm:cxn modelId="{001124BC-2630-4466-BA6C-7FC8612281E1}" type="presOf" srcId="{DE5E1208-6384-44AF-A155-CF3CABE9BDCE}" destId="{0EBE7C70-51AD-4402-A9D8-36889ADBC56A}" srcOrd="0" destOrd="1" presId="urn:microsoft.com/office/officeart/2005/8/layout/vList2"/>
    <dgm:cxn modelId="{42C701BD-9304-43B0-BEE0-4718A400C443}" type="presOf" srcId="{D073AE1F-622F-41F3-83F6-04C7A451C39E}" destId="{0EBE7C70-51AD-4402-A9D8-36889ADBC56A}" srcOrd="0" destOrd="0" presId="urn:microsoft.com/office/officeart/2005/8/layout/vList2"/>
    <dgm:cxn modelId="{9BB016DA-179F-4CA3-8C18-8FB4DA370A87}" srcId="{2C8EA471-3542-4573-A8BF-295862507B6E}" destId="{DE5E1208-6384-44AF-A155-CF3CABE9BDCE}" srcOrd="1" destOrd="0" parTransId="{535F896E-0859-49D8-A11F-3ECD62EE443C}" sibTransId="{ABE4F4FA-585D-4467-A7C8-325BFFEB6946}"/>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2.The Sample Lot object has a master-detail relationship with the Sample Transactions object in the detail side. </a:t>
          </a:r>
          <a:endParaRPr lang="en-IN" sz="1800" dirty="0">
            <a:solidFill>
              <a:schemeClr val="bg1"/>
            </a:solidFill>
            <a:latin typeface="Arial" panose="020B0604020202020204" pitchFamily="34" charset="0"/>
            <a:cs typeface="Arial" panose="020B0604020202020204" pitchFamily="34" charset="0"/>
          </a:endParaRPr>
        </a:p>
        <a:p>
          <a:r>
            <a:rPr lang="en-IN" sz="1800" dirty="0">
              <a:solidFill>
                <a:schemeClr val="bg1"/>
              </a:solidFill>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True</a:t>
          </a:r>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F4B6F3F2-1C77-4789-B703-E8E16C016AE2}">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False</a:t>
          </a:r>
        </a:p>
      </dgm:t>
    </dgm:pt>
    <dgm:pt modelId="{B04552A5-1072-410B-8EDD-174FD715AE27}" type="parTrans" cxnId="{29E1F990-3DF6-4C46-825A-7461B2F0CB61}">
      <dgm:prSet/>
      <dgm:spPr/>
      <dgm:t>
        <a:bodyPr/>
        <a:lstStyle/>
        <a:p>
          <a:endParaRPr lang="en-IN"/>
        </a:p>
      </dgm:t>
    </dgm:pt>
    <dgm:pt modelId="{EA59B20E-EFA3-402D-AC88-2F31ED23951F}" type="sibTrans" cxnId="{29E1F990-3DF6-4C46-825A-7461B2F0CB61}">
      <dgm:prSet/>
      <dgm:spPr/>
      <dgm:t>
        <a:bodyPr/>
        <a:lstStyle/>
        <a:p>
          <a:endParaRPr lang="en-IN"/>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10828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3626" custLinFactNeighborY="10893">
        <dgm:presLayoutVars>
          <dgm:bulletEnabled val="1"/>
        </dgm:presLayoutVars>
      </dgm:prSet>
      <dgm:spPr/>
    </dgm:pt>
  </dgm:ptLst>
  <dgm:cxnLst>
    <dgm:cxn modelId="{00383016-437F-46B6-8E62-C1930665B545}" type="presOf" srcId="{6D54E985-EA4E-4554-9098-7D9DFCB568FB}" destId="{0EBE7C70-51AD-4402-A9D8-36889ADBC56A}" srcOrd="0" destOrd="2" presId="urn:microsoft.com/office/officeart/2005/8/layout/vList2"/>
    <dgm:cxn modelId="{1524638D-6358-4EBC-99B6-14796BAFA37A}" type="presOf" srcId="{2C8EA471-3542-4573-A8BF-295862507B6E}" destId="{B6F44C7D-37FA-4A88-A65B-56F3574B16C2}" srcOrd="0" destOrd="0" presId="urn:microsoft.com/office/officeart/2005/8/layout/vList2"/>
    <dgm:cxn modelId="{29E1F990-3DF6-4C46-825A-7461B2F0CB61}" srcId="{2C8EA471-3542-4573-A8BF-295862507B6E}" destId="{F4B6F3F2-1C77-4789-B703-E8E16C016AE2}" srcOrd="1" destOrd="0" parTransId="{B04552A5-1072-410B-8EDD-174FD715AE27}" sibTransId="{EA59B20E-EFA3-402D-AC88-2F31ED23951F}"/>
    <dgm:cxn modelId="{7D9C68A1-8D8A-401C-8F75-59673EBB2829}" type="presOf" srcId="{38FFED07-2629-46AB-A563-EAC94C2A86A4}" destId="{C8FDD220-37AD-4C55-AA28-BC4D9DE2EF3E}" srcOrd="0" destOrd="0" presId="urn:microsoft.com/office/officeart/2005/8/layout/vList2"/>
    <dgm:cxn modelId="{578F33A2-121D-4271-8360-3933CC7461DD}" type="presOf" srcId="{F4B6F3F2-1C77-4789-B703-E8E16C016AE2}" destId="{0EBE7C70-51AD-4402-A9D8-36889ADBC56A}" srcOrd="0" destOrd="1"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2"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3. Sample Limit cannot be applied on which of the following levels?</a:t>
          </a:r>
          <a:endParaRPr lang="en-IN" sz="1800" dirty="0">
            <a:solidFill>
              <a:schemeClr val="bg1"/>
            </a:solidFill>
            <a:latin typeface="Arial" panose="020B0604020202020204" pitchFamily="34" charset="0"/>
            <a:cs typeface="Arial" panose="020B0604020202020204" pitchFamily="34" charset="0"/>
          </a:endParaRPr>
        </a:p>
        <a:p>
          <a:endParaRPr lang="en-IN" sz="1800" dirty="0">
            <a:solidFill>
              <a:schemeClr val="bg1"/>
            </a:solidFill>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IN" sz="1800">
              <a:solidFill>
                <a:schemeClr val="bg1">
                  <a:lumMod val="95000"/>
                </a:schemeClr>
              </a:solidFill>
              <a:latin typeface="Arial" panose="020B0604020202020204" pitchFamily="34" charset="0"/>
              <a:cs typeface="Arial" panose="020B0604020202020204" pitchFamily="34" charset="0"/>
            </a:rPr>
            <a:t>Account</a:t>
          </a:r>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6C46D733-7BD8-422A-AB9A-C1D989F14445}">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User</a:t>
          </a:r>
        </a:p>
      </dgm:t>
    </dgm:pt>
    <dgm:pt modelId="{7B9E5CB7-C944-46F8-99A2-F9DA49F2BF47}" type="parTrans" cxnId="{6B608FC7-419D-4E5D-B408-5455D348DC00}">
      <dgm:prSet/>
      <dgm:spPr/>
      <dgm:t>
        <a:bodyPr/>
        <a:lstStyle/>
        <a:p>
          <a:endParaRPr lang="en-IN"/>
        </a:p>
      </dgm:t>
    </dgm:pt>
    <dgm:pt modelId="{D5121E40-A4D6-4881-B648-AAF3DB86BD1D}" type="sibTrans" cxnId="{6B608FC7-419D-4E5D-B408-5455D348DC00}">
      <dgm:prSet/>
      <dgm:spPr/>
      <dgm:t>
        <a:bodyPr/>
        <a:lstStyle/>
        <a:p>
          <a:endParaRPr lang="en-IN"/>
        </a:p>
      </dgm:t>
    </dgm:pt>
    <dgm:pt modelId="{F2AF8143-8AA0-4D16-9C5C-0E44EE2D55FA}">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Product</a:t>
          </a:r>
        </a:p>
      </dgm:t>
    </dgm:pt>
    <dgm:pt modelId="{9C07BBB2-61ED-4232-899E-3509F4B8D249}" type="parTrans" cxnId="{D5DDBC9B-28E0-453E-80E4-8CF52D833B41}">
      <dgm:prSet/>
      <dgm:spPr/>
      <dgm:t>
        <a:bodyPr/>
        <a:lstStyle/>
        <a:p>
          <a:endParaRPr lang="en-IN"/>
        </a:p>
      </dgm:t>
    </dgm:pt>
    <dgm:pt modelId="{1F821070-DE25-465D-997F-96882D1A5598}" type="sibTrans" cxnId="{D5DDBC9B-28E0-453E-80E4-8CF52D833B41}">
      <dgm:prSet/>
      <dgm:spPr/>
      <dgm:t>
        <a:bodyPr/>
        <a:lstStyle/>
        <a:p>
          <a:endParaRPr lang="en-IN"/>
        </a:p>
      </dgm:t>
    </dgm:pt>
    <dgm:pt modelId="{6F11E7DE-B07E-4F94-9B0C-3572067AA761}">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Call</a:t>
          </a:r>
        </a:p>
      </dgm:t>
    </dgm:pt>
    <dgm:pt modelId="{E80AE5F8-8359-4331-82C3-6DD1F86F5B94}" type="parTrans" cxnId="{B11948B3-6913-48E2-94BF-CB5B072A2454}">
      <dgm:prSet/>
      <dgm:spPr/>
      <dgm:t>
        <a:bodyPr/>
        <a:lstStyle/>
        <a:p>
          <a:endParaRPr lang="en-IN"/>
        </a:p>
      </dgm:t>
    </dgm:pt>
    <dgm:pt modelId="{D28FFA30-9C37-4079-AAAB-1D991C029DE3}" type="sibTrans" cxnId="{B11948B3-6913-48E2-94BF-CB5B072A2454}">
      <dgm:prSet/>
      <dgm:spPr/>
      <dgm:t>
        <a:bodyPr/>
        <a:lstStyle/>
        <a:p>
          <a:endParaRPr lang="en-IN"/>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629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3626" custLinFactNeighborY="10893">
        <dgm:presLayoutVars>
          <dgm:bulletEnabled val="1"/>
        </dgm:presLayoutVars>
      </dgm:prSet>
      <dgm:spPr/>
    </dgm:pt>
  </dgm:ptLst>
  <dgm:cxnLst>
    <dgm:cxn modelId="{00383016-437F-46B6-8E62-C1930665B545}" type="presOf" srcId="{6D54E985-EA4E-4554-9098-7D9DFCB568FB}" destId="{0EBE7C70-51AD-4402-A9D8-36889ADBC56A}" srcOrd="0" destOrd="4" presId="urn:microsoft.com/office/officeart/2005/8/layout/vList2"/>
    <dgm:cxn modelId="{C89B917B-24B6-4B27-97C3-A8DFD6A015C4}" type="presOf" srcId="{6F11E7DE-B07E-4F94-9B0C-3572067AA761}" destId="{0EBE7C70-51AD-4402-A9D8-36889ADBC56A}" srcOrd="0" destOrd="3" presId="urn:microsoft.com/office/officeart/2005/8/layout/vList2"/>
    <dgm:cxn modelId="{1524638D-6358-4EBC-99B6-14796BAFA37A}" type="presOf" srcId="{2C8EA471-3542-4573-A8BF-295862507B6E}" destId="{B6F44C7D-37FA-4A88-A65B-56F3574B16C2}" srcOrd="0" destOrd="0" presId="urn:microsoft.com/office/officeart/2005/8/layout/vList2"/>
    <dgm:cxn modelId="{D5DDBC9B-28E0-453E-80E4-8CF52D833B41}" srcId="{2C8EA471-3542-4573-A8BF-295862507B6E}" destId="{F2AF8143-8AA0-4D16-9C5C-0E44EE2D55FA}" srcOrd="2" destOrd="0" parTransId="{9C07BBB2-61ED-4232-899E-3509F4B8D249}" sibTransId="{1F821070-DE25-465D-997F-96882D1A5598}"/>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B11948B3-6913-48E2-94BF-CB5B072A2454}" srcId="{2C8EA471-3542-4573-A8BF-295862507B6E}" destId="{6F11E7DE-B07E-4F94-9B0C-3572067AA761}" srcOrd="3" destOrd="0" parTransId="{E80AE5F8-8359-4331-82C3-6DD1F86F5B94}" sibTransId="{D28FFA30-9C37-4079-AAAB-1D991C029DE3}"/>
    <dgm:cxn modelId="{F83126B7-F4BF-49CC-8048-1094B2A44414}" type="presOf" srcId="{6C46D733-7BD8-422A-AB9A-C1D989F14445}" destId="{0EBE7C70-51AD-4402-A9D8-36889ADBC56A}" srcOrd="0" destOrd="1" presId="urn:microsoft.com/office/officeart/2005/8/layout/vList2"/>
    <dgm:cxn modelId="{11D6C4BB-074E-4D9C-AAC9-034D33A24B9E}" srcId="{2C8EA471-3542-4573-A8BF-295862507B6E}" destId="{6D54E985-EA4E-4554-9098-7D9DFCB568FB}" srcOrd="4"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523016C0-B161-4586-B016-EF11E9C4735C}" type="presOf" srcId="{F2AF8143-8AA0-4D16-9C5C-0E44EE2D55FA}" destId="{0EBE7C70-51AD-4402-A9D8-36889ADBC56A}" srcOrd="0" destOrd="2" presId="urn:microsoft.com/office/officeart/2005/8/layout/vList2"/>
    <dgm:cxn modelId="{6B608FC7-419D-4E5D-B408-5455D348DC00}" srcId="{2C8EA471-3542-4573-A8BF-295862507B6E}" destId="{6C46D733-7BD8-422A-AB9A-C1D989F14445}" srcOrd="1" destOrd="0" parTransId="{7B9E5CB7-C944-46F8-99A2-F9DA49F2BF47}" sibTransId="{D5121E40-A4D6-4881-B648-AAF3DB86BD1D}"/>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IN" sz="1800" dirty="0">
              <a:solidFill>
                <a:schemeClr val="bg1"/>
              </a:solidFill>
              <a:latin typeface="Arial" panose="020B0604020202020204" pitchFamily="34" charset="0"/>
              <a:cs typeface="Arial" panose="020B0604020202020204" pitchFamily="34" charset="0"/>
            </a:rPr>
            <a:t>4.</a:t>
          </a:r>
          <a:r>
            <a:rPr lang="en-US" sz="1800" dirty="0">
              <a:latin typeface="Arial" panose="020B0604020202020204" pitchFamily="34" charset="0"/>
              <a:cs typeface="Arial" panose="020B0604020202020204" pitchFamily="34" charset="0"/>
            </a:rPr>
            <a:t> Which of the following is not a type of Sample Transaction in VEEVA CRM?</a:t>
          </a:r>
          <a:endParaRPr lang="en-IN" sz="1800" dirty="0">
            <a:solidFill>
              <a:schemeClr val="bg1"/>
            </a:solidFill>
            <a:latin typeface="Arial" panose="020B0604020202020204" pitchFamily="34" charset="0"/>
            <a:cs typeface="Arial" panose="020B0604020202020204" pitchFamily="34" charset="0"/>
          </a:endParaRPr>
        </a:p>
        <a:p>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Return</a:t>
          </a:r>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2548A5E7-272B-47DB-92F8-90DAA2D7F328}">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Disbursement</a:t>
          </a:r>
        </a:p>
      </dgm:t>
    </dgm:pt>
    <dgm:pt modelId="{6B264089-3154-4B14-AE0C-59FA6964E115}" type="parTrans" cxnId="{FB2F2A08-61CF-4750-964B-BBCB58E9907F}">
      <dgm:prSet/>
      <dgm:spPr/>
      <dgm:t>
        <a:bodyPr/>
        <a:lstStyle/>
        <a:p>
          <a:endParaRPr lang="en-IN"/>
        </a:p>
      </dgm:t>
    </dgm:pt>
    <dgm:pt modelId="{3CD2D113-834D-467F-B5A3-B04DAF1831EA}" type="sibTrans" cxnId="{FB2F2A08-61CF-4750-964B-BBCB58E9907F}">
      <dgm:prSet/>
      <dgm:spPr/>
      <dgm:t>
        <a:bodyPr/>
        <a:lstStyle/>
        <a:p>
          <a:endParaRPr lang="en-IN"/>
        </a:p>
      </dgm:t>
    </dgm:pt>
    <dgm:pt modelId="{7FB63CAA-B261-471A-8AB5-B2BF54200E66}">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Receipt</a:t>
          </a:r>
        </a:p>
      </dgm:t>
    </dgm:pt>
    <dgm:pt modelId="{BCB4F910-1D92-47AF-A0DC-906B211FFD10}" type="parTrans" cxnId="{D72A99AD-725B-48EF-BAC8-2B67052CE8E9}">
      <dgm:prSet/>
      <dgm:spPr/>
      <dgm:t>
        <a:bodyPr/>
        <a:lstStyle/>
        <a:p>
          <a:endParaRPr lang="en-IN"/>
        </a:p>
      </dgm:t>
    </dgm:pt>
    <dgm:pt modelId="{731DD054-815A-4345-89F3-9EDC8D9942F5}" type="sibTrans" cxnId="{D72A99AD-725B-48EF-BAC8-2B67052CE8E9}">
      <dgm:prSet/>
      <dgm:spPr/>
      <dgm:t>
        <a:bodyPr/>
        <a:lstStyle/>
        <a:p>
          <a:endParaRPr lang="en-IN"/>
        </a:p>
      </dgm:t>
    </dgm:pt>
    <dgm:pt modelId="{C91550AF-4DC1-470B-9264-0DB6B0FEA333}">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None of the above</a:t>
          </a:r>
        </a:p>
      </dgm:t>
    </dgm:pt>
    <dgm:pt modelId="{FB32CD3A-C608-471E-BE34-CAAF5EF6757C}" type="parTrans" cxnId="{6D66D341-CE8A-44B9-A655-EC67575311C2}">
      <dgm:prSet/>
      <dgm:spPr/>
      <dgm:t>
        <a:bodyPr/>
        <a:lstStyle/>
        <a:p>
          <a:endParaRPr lang="en-IN"/>
        </a:p>
      </dgm:t>
    </dgm:pt>
    <dgm:pt modelId="{43DBF711-B799-4FAB-992E-69139D6FFB7C}" type="sibTrans" cxnId="{6D66D341-CE8A-44B9-A655-EC67575311C2}">
      <dgm:prSet/>
      <dgm:spPr/>
      <dgm:t>
        <a:bodyPr/>
        <a:lstStyle/>
        <a:p>
          <a:endParaRPr lang="en-IN"/>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629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3626" custLinFactNeighborY="10893">
        <dgm:presLayoutVars>
          <dgm:bulletEnabled val="1"/>
        </dgm:presLayoutVars>
      </dgm:prSet>
      <dgm:spPr/>
    </dgm:pt>
  </dgm:ptLst>
  <dgm:cxnLst>
    <dgm:cxn modelId="{FB2F2A08-61CF-4750-964B-BBCB58E9907F}" srcId="{2C8EA471-3542-4573-A8BF-295862507B6E}" destId="{2548A5E7-272B-47DB-92F8-90DAA2D7F328}" srcOrd="1" destOrd="0" parTransId="{6B264089-3154-4B14-AE0C-59FA6964E115}" sibTransId="{3CD2D113-834D-467F-B5A3-B04DAF1831EA}"/>
    <dgm:cxn modelId="{00383016-437F-46B6-8E62-C1930665B545}" type="presOf" srcId="{6D54E985-EA4E-4554-9098-7D9DFCB568FB}" destId="{0EBE7C70-51AD-4402-A9D8-36889ADBC56A}" srcOrd="0" destOrd="4" presId="urn:microsoft.com/office/officeart/2005/8/layout/vList2"/>
    <dgm:cxn modelId="{6D66D341-CE8A-44B9-A655-EC67575311C2}" srcId="{2C8EA471-3542-4573-A8BF-295862507B6E}" destId="{C91550AF-4DC1-470B-9264-0DB6B0FEA333}" srcOrd="3" destOrd="0" parTransId="{FB32CD3A-C608-471E-BE34-CAAF5EF6757C}" sibTransId="{43DBF711-B799-4FAB-992E-69139D6FFB7C}"/>
    <dgm:cxn modelId="{1524638D-6358-4EBC-99B6-14796BAFA37A}" type="presOf" srcId="{2C8EA471-3542-4573-A8BF-295862507B6E}" destId="{B6F44C7D-37FA-4A88-A65B-56F3574B16C2}" srcOrd="0" destOrd="0" presId="urn:microsoft.com/office/officeart/2005/8/layout/vList2"/>
    <dgm:cxn modelId="{657F4B92-E651-4204-82E0-1D4C2B2905FC}" type="presOf" srcId="{7FB63CAA-B261-471A-8AB5-B2BF54200E66}" destId="{0EBE7C70-51AD-4402-A9D8-36889ADBC56A}" srcOrd="0" destOrd="2"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D72A99AD-725B-48EF-BAC8-2B67052CE8E9}" srcId="{2C8EA471-3542-4573-A8BF-295862507B6E}" destId="{7FB63CAA-B261-471A-8AB5-B2BF54200E66}" srcOrd="2" destOrd="0" parTransId="{BCB4F910-1D92-47AF-A0DC-906B211FFD10}" sibTransId="{731DD054-815A-4345-89F3-9EDC8D9942F5}"/>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4"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48C371E8-E775-448F-A036-25E65EA0BCD0}" type="presOf" srcId="{C91550AF-4DC1-470B-9264-0DB6B0FEA333}" destId="{0EBE7C70-51AD-4402-A9D8-36889ADBC56A}" srcOrd="0" destOrd="3" presId="urn:microsoft.com/office/officeart/2005/8/layout/vList2"/>
    <dgm:cxn modelId="{31C8EFFC-83B7-4ECA-B68D-D0E43FCF3987}" type="presOf" srcId="{2548A5E7-272B-47DB-92F8-90DAA2D7F328}" destId="{0EBE7C70-51AD-4402-A9D8-36889ADBC56A}" srcOrd="0" destOrd="1"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IN" sz="1800" dirty="0">
              <a:solidFill>
                <a:schemeClr val="bg1"/>
              </a:solidFill>
              <a:latin typeface="Arial" panose="020B0604020202020204" pitchFamily="34" charset="0"/>
              <a:cs typeface="Arial" panose="020B0604020202020204" pitchFamily="34" charset="0"/>
            </a:rPr>
            <a:t>5.</a:t>
          </a:r>
          <a:r>
            <a:rPr lang="en-US" sz="1800" dirty="0">
              <a:latin typeface="Arial" panose="020B0604020202020204" pitchFamily="34" charset="0"/>
              <a:cs typeface="Arial" panose="020B0604020202020204" pitchFamily="34" charset="0"/>
            </a:rPr>
            <a:t> A user can create an Adjustment on behalf of another user by utilizing the Adjust for field. 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True</a:t>
          </a:r>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6D54E985-EA4E-4554-9098-7D9DFCB568FB}">
      <dgm:prSet custT="1"/>
      <dgm:spPr/>
      <dgm:t>
        <a:bodyPr/>
        <a:lstStyle/>
        <a:p>
          <a:endParaRPr lang="en-US" sz="1800" dirty="0">
            <a:solidFill>
              <a:schemeClr val="bg1">
                <a:lumMod val="95000"/>
              </a:schemeClr>
            </a:solidFill>
            <a:latin typeface="Arial" panose="020B0604020202020204" pitchFamily="34" charset="0"/>
            <a:cs typeface="Arial" panose="020B0604020202020204" pitchFamily="34" charset="0"/>
          </a:endParaRPr>
        </a:p>
      </dgm:t>
    </dgm:pt>
    <dgm:pt modelId="{975E58AD-771C-4495-9182-343347BE4736}" type="sibTrans" cxnId="{11D6C4BB-074E-4D9C-AAC9-034D33A24B9E}">
      <dgm:prSet/>
      <dgm:spPr/>
      <dgm:t>
        <a:bodyPr/>
        <a:lstStyle/>
        <a:p>
          <a:endParaRPr lang="en-US"/>
        </a:p>
      </dgm:t>
    </dgm:pt>
    <dgm:pt modelId="{EFE2E122-E8E0-40DB-A672-361CAC834494}" type="parTrans" cxnId="{11D6C4BB-074E-4D9C-AAC9-034D33A24B9E}">
      <dgm:prSet/>
      <dgm:spPr/>
      <dgm:t>
        <a:bodyPr/>
        <a:lstStyle/>
        <a:p>
          <a:endParaRPr lang="en-US"/>
        </a:p>
      </dgm:t>
    </dgm:pt>
    <dgm:pt modelId="{D3B3B0A9-4F22-4A81-A5E8-0D9427C35A7D}">
      <dgm:prSet custT="1"/>
      <dgm:spPr/>
      <dgm:t>
        <a:bodyPr/>
        <a:lstStyle/>
        <a:p>
          <a:r>
            <a:rPr lang="en-IN" sz="1800" dirty="0">
              <a:solidFill>
                <a:schemeClr val="bg1">
                  <a:lumMod val="95000"/>
                </a:schemeClr>
              </a:solidFill>
              <a:latin typeface="Arial" panose="020B0604020202020204" pitchFamily="34" charset="0"/>
              <a:cs typeface="Arial" panose="020B0604020202020204" pitchFamily="34" charset="0"/>
            </a:rPr>
            <a:t>False</a:t>
          </a:r>
        </a:p>
      </dgm:t>
    </dgm:pt>
    <dgm:pt modelId="{4E142149-0B8A-4867-8955-B434B958171A}" type="parTrans" cxnId="{3BB4E80C-1A4E-44C8-9628-53D15569383F}">
      <dgm:prSet/>
      <dgm:spPr/>
      <dgm:t>
        <a:bodyPr/>
        <a:lstStyle/>
        <a:p>
          <a:endParaRPr lang="en-IN"/>
        </a:p>
      </dgm:t>
    </dgm:pt>
    <dgm:pt modelId="{FB7DB44E-86F0-4E9F-B72F-5B4ABE7E4CCF}" type="sibTrans" cxnId="{3BB4E80C-1A4E-44C8-9628-53D15569383F}">
      <dgm:prSet/>
      <dgm:spPr/>
      <dgm:t>
        <a:bodyPr/>
        <a:lstStyle/>
        <a:p>
          <a:endParaRPr lang="en-IN"/>
        </a:p>
      </dgm:t>
    </dgm:pt>
    <dgm:pt modelId="{6EADF67F-0157-4E48-9E98-708B4C99C36C}">
      <dgm:prSet custT="1"/>
      <dgm:spPr/>
      <dgm:t>
        <a:bodyPr/>
        <a:lstStyle/>
        <a:p>
          <a:endParaRPr lang="en-IN" sz="1800" dirty="0">
            <a:solidFill>
              <a:schemeClr val="bg1">
                <a:lumMod val="95000"/>
              </a:schemeClr>
            </a:solidFill>
            <a:latin typeface="Arial" panose="020B0604020202020204" pitchFamily="34" charset="0"/>
            <a:cs typeface="Arial" panose="020B0604020202020204" pitchFamily="34" charset="0"/>
          </a:endParaRPr>
        </a:p>
      </dgm:t>
    </dgm:pt>
    <dgm:pt modelId="{99369A56-D16B-4780-A2E4-868C8B0E09FE}" type="parTrans" cxnId="{11BE977C-5B7E-437F-A1FE-EED75B4A203F}">
      <dgm:prSet/>
      <dgm:spPr/>
      <dgm:t>
        <a:bodyPr/>
        <a:lstStyle/>
        <a:p>
          <a:endParaRPr lang="en-IN"/>
        </a:p>
      </dgm:t>
    </dgm:pt>
    <dgm:pt modelId="{CE1000BE-64A0-45DB-A0D5-4ABCE88279AB}" type="sibTrans" cxnId="{11BE977C-5B7E-437F-A1FE-EED75B4A203F}">
      <dgm:prSet/>
      <dgm:spPr/>
      <dgm:t>
        <a:bodyPr/>
        <a:lstStyle/>
        <a:p>
          <a:endParaRPr lang="en-IN"/>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6290"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ScaleY="73626" custLinFactNeighborY="10893">
        <dgm:presLayoutVars>
          <dgm:bulletEnabled val="1"/>
        </dgm:presLayoutVars>
      </dgm:prSet>
      <dgm:spPr/>
    </dgm:pt>
  </dgm:ptLst>
  <dgm:cxnLst>
    <dgm:cxn modelId="{3BB4E80C-1A4E-44C8-9628-53D15569383F}" srcId="{2C8EA471-3542-4573-A8BF-295862507B6E}" destId="{D3B3B0A9-4F22-4A81-A5E8-0D9427C35A7D}" srcOrd="1" destOrd="0" parTransId="{4E142149-0B8A-4867-8955-B434B958171A}" sibTransId="{FB7DB44E-86F0-4E9F-B72F-5B4ABE7E4CCF}"/>
    <dgm:cxn modelId="{00383016-437F-46B6-8E62-C1930665B545}" type="presOf" srcId="{6D54E985-EA4E-4554-9098-7D9DFCB568FB}" destId="{0EBE7C70-51AD-4402-A9D8-36889ADBC56A}" srcOrd="0" destOrd="3" presId="urn:microsoft.com/office/officeart/2005/8/layout/vList2"/>
    <dgm:cxn modelId="{DE888842-676C-4C95-8A82-1E6FD8DBA506}" type="presOf" srcId="{D3B3B0A9-4F22-4A81-A5E8-0D9427C35A7D}" destId="{0EBE7C70-51AD-4402-A9D8-36889ADBC56A}" srcOrd="0" destOrd="1" presId="urn:microsoft.com/office/officeart/2005/8/layout/vList2"/>
    <dgm:cxn modelId="{11BE977C-5B7E-437F-A1FE-EED75B4A203F}" srcId="{2C8EA471-3542-4573-A8BF-295862507B6E}" destId="{6EADF67F-0157-4E48-9E98-708B4C99C36C}" srcOrd="2" destOrd="0" parTransId="{99369A56-D16B-4780-A2E4-868C8B0E09FE}" sibTransId="{CE1000BE-64A0-45DB-A0D5-4ABCE88279AB}"/>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11D6C4BB-074E-4D9C-AAC9-034D33A24B9E}" srcId="{2C8EA471-3542-4573-A8BF-295862507B6E}" destId="{6D54E985-EA4E-4554-9098-7D9DFCB568FB}" srcOrd="3" destOrd="0" parTransId="{EFE2E122-E8E0-40DB-A672-361CAC834494}" sibTransId="{975E58AD-771C-4495-9182-343347BE4736}"/>
    <dgm:cxn modelId="{42C701BD-9304-43B0-BEE0-4718A400C443}" type="presOf" srcId="{D073AE1F-622F-41F3-83F6-04C7A451C39E}" destId="{0EBE7C70-51AD-4402-A9D8-36889ADBC56A}" srcOrd="0" destOrd="0" presId="urn:microsoft.com/office/officeart/2005/8/layout/vList2"/>
    <dgm:cxn modelId="{0F4BD5DE-0975-49DE-8E18-A67EB69F5284}" type="presOf" srcId="{6EADF67F-0157-4E48-9E98-708B4C99C36C}"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64728"/>
          <a:ext cx="8333885" cy="12960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1. In order to provide user the permission to use the Create Sample Lots button effectively, user should be given access to which of the following?</a:t>
          </a:r>
          <a:endParaRPr lang="en-US" sz="1800" kern="1200" dirty="0">
            <a:solidFill>
              <a:schemeClr val="bg1"/>
            </a:solidFill>
            <a:latin typeface="Arial" panose="020B0604020202020204" pitchFamily="34" charset="0"/>
            <a:cs typeface="Arial" panose="020B0604020202020204" pitchFamily="34" charset="0"/>
          </a:endParaRPr>
        </a:p>
      </dsp:txBody>
      <dsp:txXfrm>
        <a:off x="63266" y="227994"/>
        <a:ext cx="8207353" cy="1169482"/>
      </dsp:txXfrm>
    </dsp:sp>
    <dsp:sp modelId="{0EBE7C70-51AD-4402-A9D8-36889ADBC56A}">
      <dsp:nvSpPr>
        <dsp:cNvPr id="0" name=""/>
        <dsp:cNvSpPr/>
      </dsp:nvSpPr>
      <dsp:spPr>
        <a:xfrm>
          <a:off x="0" y="1785508"/>
          <a:ext cx="8333885" cy="1071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Visualforce page </a:t>
          </a:r>
          <a:r>
            <a:rPr lang="en-IN" sz="1800" kern="1200" dirty="0" err="1">
              <a:solidFill>
                <a:schemeClr val="bg1">
                  <a:lumMod val="95000"/>
                </a:schemeClr>
              </a:solidFill>
              <a:latin typeface="Arial" panose="020B0604020202020204" pitchFamily="34" charset="0"/>
              <a:cs typeface="Arial" panose="020B0604020202020204" pitchFamily="34" charset="0"/>
            </a:rPr>
            <a:t>CreateSampleLots_vod</a:t>
          </a:r>
          <a:endParaRPr lang="en-US"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kern="1200" dirty="0">
              <a:solidFill>
                <a:schemeClr val="bg1">
                  <a:lumMod val="95000"/>
                </a:schemeClr>
              </a:solidFill>
              <a:latin typeface="Arial" panose="020B0604020202020204" pitchFamily="34" charset="0"/>
              <a:cs typeface="Arial" panose="020B0604020202020204" pitchFamily="34" charset="0"/>
            </a:rPr>
            <a:t>The Apex Class VOD_GetRecordIds</a:t>
          </a:r>
          <a:endParaRPr lang="en-IN"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Visualforce page CreateSampleLots</a:t>
          </a: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Both I and II</a:t>
          </a: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785508"/>
        <a:ext cx="8333885" cy="107188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63909"/>
          <a:ext cx="8333885" cy="129601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2.The Sample Lot object has a master-detail relationship with the Sample Transactions object in the detail side. </a:t>
          </a:r>
          <a:endParaRPr lang="en-IN" sz="1800" kern="1200" dirty="0">
            <a:solidFill>
              <a:schemeClr val="bg1"/>
            </a:solidFill>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r>
            <a:rPr lang="en-IN" sz="1800" kern="1200" dirty="0">
              <a:solidFill>
                <a:schemeClr val="bg1"/>
              </a:solidFill>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63266" y="427175"/>
        <a:ext cx="8207353" cy="1169482"/>
      </dsp:txXfrm>
    </dsp:sp>
    <dsp:sp modelId="{0EBE7C70-51AD-4402-A9D8-36889ADBC56A}">
      <dsp:nvSpPr>
        <dsp:cNvPr id="0" name=""/>
        <dsp:cNvSpPr/>
      </dsp:nvSpPr>
      <dsp:spPr>
        <a:xfrm>
          <a:off x="0" y="1931675"/>
          <a:ext cx="8333885" cy="7795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True</a:t>
          </a:r>
          <a:endParaRPr lang="en-US"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False</a:t>
          </a: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931675"/>
        <a:ext cx="8333885" cy="77955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36483"/>
          <a:ext cx="8333885" cy="115250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3. Sample Limit cannot be applied on which of the following levels?</a:t>
          </a:r>
          <a:endParaRPr lang="en-IN" sz="1800" kern="1200" dirty="0">
            <a:solidFill>
              <a:schemeClr val="bg1"/>
            </a:solidFill>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endParaRPr lang="en-IN" sz="1800" kern="1200" dirty="0">
            <a:solidFill>
              <a:schemeClr val="bg1"/>
            </a:solidFill>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endParaRPr lang="en-US" sz="1800" kern="1200" dirty="0">
            <a:solidFill>
              <a:schemeClr val="bg1"/>
            </a:solidFill>
            <a:latin typeface="Arial" panose="020B0604020202020204" pitchFamily="34" charset="0"/>
            <a:cs typeface="Arial" panose="020B0604020202020204" pitchFamily="34" charset="0"/>
          </a:endParaRPr>
        </a:p>
      </dsp:txBody>
      <dsp:txXfrm>
        <a:off x="56261" y="292744"/>
        <a:ext cx="8221363" cy="1039982"/>
      </dsp:txXfrm>
    </dsp:sp>
    <dsp:sp modelId="{0EBE7C70-51AD-4402-A9D8-36889ADBC56A}">
      <dsp:nvSpPr>
        <dsp:cNvPr id="0" name=""/>
        <dsp:cNvSpPr/>
      </dsp:nvSpPr>
      <dsp:spPr>
        <a:xfrm>
          <a:off x="0" y="1713753"/>
          <a:ext cx="8333885" cy="1071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a:solidFill>
                <a:schemeClr val="bg1">
                  <a:lumMod val="95000"/>
                </a:schemeClr>
              </a:solidFill>
              <a:latin typeface="Arial" panose="020B0604020202020204" pitchFamily="34" charset="0"/>
              <a:cs typeface="Arial" panose="020B0604020202020204" pitchFamily="34" charset="0"/>
            </a:rPr>
            <a:t>Account</a:t>
          </a:r>
          <a:endParaRPr lang="en-US"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User</a:t>
          </a: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Product</a:t>
          </a: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Call</a:t>
          </a: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713753"/>
        <a:ext cx="8333885" cy="107188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236483"/>
          <a:ext cx="8333885" cy="115250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solidFill>
                <a:schemeClr val="bg1"/>
              </a:solidFill>
              <a:latin typeface="Arial" panose="020B0604020202020204" pitchFamily="34" charset="0"/>
              <a:cs typeface="Arial" panose="020B0604020202020204" pitchFamily="34" charset="0"/>
            </a:rPr>
            <a:t>4.</a:t>
          </a:r>
          <a:r>
            <a:rPr lang="en-US" sz="1800" kern="1200" dirty="0">
              <a:latin typeface="Arial" panose="020B0604020202020204" pitchFamily="34" charset="0"/>
              <a:cs typeface="Arial" panose="020B0604020202020204" pitchFamily="34" charset="0"/>
            </a:rPr>
            <a:t> Which of the following is not a type of Sample Transaction in VEEVA CRM?</a:t>
          </a:r>
          <a:endParaRPr lang="en-IN" sz="1800" kern="1200" dirty="0">
            <a:solidFill>
              <a:schemeClr val="bg1"/>
            </a:solidFill>
            <a:latin typeface="Arial" panose="020B0604020202020204" pitchFamily="34" charset="0"/>
            <a:cs typeface="Arial" panose="020B0604020202020204" pitchFamily="34" charset="0"/>
          </a:endParaRPr>
        </a:p>
        <a:p>
          <a:pPr marL="0" lvl="0" indent="0" algn="l" defTabSz="800100">
            <a:lnSpc>
              <a:spcPct val="90000"/>
            </a:lnSpc>
            <a:spcBef>
              <a:spcPct val="0"/>
            </a:spcBef>
            <a:spcAft>
              <a:spcPct val="35000"/>
            </a:spcAft>
            <a:buNone/>
          </a:pPr>
          <a:endParaRPr lang="en-US" sz="1800" kern="1200" dirty="0">
            <a:solidFill>
              <a:schemeClr val="bg1"/>
            </a:solidFill>
            <a:latin typeface="Arial" panose="020B0604020202020204" pitchFamily="34" charset="0"/>
            <a:cs typeface="Arial" panose="020B0604020202020204" pitchFamily="34" charset="0"/>
          </a:endParaRPr>
        </a:p>
      </dsp:txBody>
      <dsp:txXfrm>
        <a:off x="56261" y="292744"/>
        <a:ext cx="8221363" cy="1039982"/>
      </dsp:txXfrm>
    </dsp:sp>
    <dsp:sp modelId="{0EBE7C70-51AD-4402-A9D8-36889ADBC56A}">
      <dsp:nvSpPr>
        <dsp:cNvPr id="0" name=""/>
        <dsp:cNvSpPr/>
      </dsp:nvSpPr>
      <dsp:spPr>
        <a:xfrm>
          <a:off x="0" y="1713753"/>
          <a:ext cx="8333885" cy="1071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Return</a:t>
          </a:r>
          <a:endParaRPr lang="en-US"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Disbursement</a:t>
          </a: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Receipt</a:t>
          </a: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None of the above</a:t>
          </a: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713753"/>
        <a:ext cx="8333885" cy="10718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385869"/>
          <a:ext cx="8333885" cy="115250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kern="1200" dirty="0">
              <a:solidFill>
                <a:schemeClr val="bg1"/>
              </a:solidFill>
              <a:latin typeface="Arial" panose="020B0604020202020204" pitchFamily="34" charset="0"/>
              <a:cs typeface="Arial" panose="020B0604020202020204" pitchFamily="34" charset="0"/>
            </a:rPr>
            <a:t>5.</a:t>
          </a:r>
          <a:r>
            <a:rPr lang="en-US" sz="1800" kern="1200" dirty="0">
              <a:latin typeface="Arial" panose="020B0604020202020204" pitchFamily="34" charset="0"/>
              <a:cs typeface="Arial" panose="020B0604020202020204" pitchFamily="34" charset="0"/>
            </a:rPr>
            <a:t> A user can create an Adjustment on behalf of another user by utilizing the Adjust for field. 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56261" y="442130"/>
        <a:ext cx="8221363" cy="1039982"/>
      </dsp:txXfrm>
    </dsp:sp>
    <dsp:sp modelId="{0EBE7C70-51AD-4402-A9D8-36889ADBC56A}">
      <dsp:nvSpPr>
        <dsp:cNvPr id="0" name=""/>
        <dsp:cNvSpPr/>
      </dsp:nvSpPr>
      <dsp:spPr>
        <a:xfrm>
          <a:off x="0" y="1823378"/>
          <a:ext cx="8333885" cy="852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True</a:t>
          </a:r>
          <a:endParaRPr lang="en-US"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IN" sz="1800" kern="1200" dirty="0">
              <a:solidFill>
                <a:schemeClr val="bg1">
                  <a:lumMod val="95000"/>
                </a:schemeClr>
              </a:solidFill>
              <a:latin typeface="Arial" panose="020B0604020202020204" pitchFamily="34" charset="0"/>
              <a:cs typeface="Arial" panose="020B0604020202020204" pitchFamily="34" charset="0"/>
            </a:rPr>
            <a:t>False</a:t>
          </a:r>
        </a:p>
        <a:p>
          <a:pPr marL="171450" lvl="1" indent="-171450" algn="l" defTabSz="800100">
            <a:lnSpc>
              <a:spcPct val="90000"/>
            </a:lnSpc>
            <a:spcBef>
              <a:spcPct val="0"/>
            </a:spcBef>
            <a:spcAft>
              <a:spcPct val="20000"/>
            </a:spcAft>
            <a:buChar char="•"/>
          </a:pPr>
          <a:endParaRPr lang="en-IN" sz="1800" kern="1200" dirty="0">
            <a:solidFill>
              <a:schemeClr val="bg1">
                <a:lumMod val="95000"/>
              </a:schemeClr>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endParaRPr lang="en-US" sz="1800" kern="1200" dirty="0">
            <a:solidFill>
              <a:schemeClr val="bg1">
                <a:lumMod val="95000"/>
              </a:schemeClr>
            </a:solidFill>
            <a:latin typeface="Arial" panose="020B0604020202020204" pitchFamily="34" charset="0"/>
            <a:cs typeface="Arial" panose="020B0604020202020204" pitchFamily="34" charset="0"/>
          </a:endParaRPr>
        </a:p>
      </dsp:txBody>
      <dsp:txXfrm>
        <a:off x="0" y="1823378"/>
        <a:ext cx="8333885" cy="852639"/>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F658FED-51F9-9B45-B597-1E80080F05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98449CD-7629-F94E-AB7C-5B049A15EC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E407195-0CC2-A547-89CA-57E183807FCC}" type="datetimeFigureOut">
              <a:rPr lang="en-US" smtClean="0"/>
              <a:t>11/13/2024</a:t>
            </a:fld>
            <a:endParaRPr lang="en-US"/>
          </a:p>
        </p:txBody>
      </p:sp>
      <p:sp>
        <p:nvSpPr>
          <p:cNvPr id="4" name="Footer Placeholder 3">
            <a:extLst>
              <a:ext uri="{FF2B5EF4-FFF2-40B4-BE49-F238E27FC236}">
                <a16:creationId xmlns:a16="http://schemas.microsoft.com/office/drawing/2014/main" id="{EEA1FED8-4762-F94C-A006-546565DF54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F831462-D62C-8C42-B544-F3E0E7018AB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8F4819-B501-CC4D-93F0-10A4E74E0251}" type="slidenum">
              <a:rPr lang="en-US" smtClean="0"/>
              <a:t>‹#›</a:t>
            </a:fld>
            <a:endParaRPr lang="en-US"/>
          </a:p>
        </p:txBody>
      </p:sp>
    </p:spTree>
    <p:extLst>
      <p:ext uri="{BB962C8B-B14F-4D97-AF65-F5344CB8AC3E}">
        <p14:creationId xmlns:p14="http://schemas.microsoft.com/office/powerpoint/2010/main" val="1602135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A00608-096F-0448-BF1C-AC23D45B3CD2}" type="datetimeFigureOut">
              <a:rPr lang="en-US" smtClean="0"/>
              <a:t>11/13/2024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9A3903-E1C0-B641-BF09-7903E2AE2EC7}" type="slidenum">
              <a:rPr lang="en-US" smtClean="0"/>
              <a:t>‹#›</a:t>
            </a:fld>
            <a:endParaRPr lang="en-US" dirty="0"/>
          </a:p>
        </p:txBody>
      </p:sp>
    </p:spTree>
    <p:extLst>
      <p:ext uri="{BB962C8B-B14F-4D97-AF65-F5344CB8AC3E}">
        <p14:creationId xmlns:p14="http://schemas.microsoft.com/office/powerpoint/2010/main" val="2347753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7084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26292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10727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891195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1.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8.png"/><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jpg"/><Relationship Id="rId1" Type="http://schemas.openxmlformats.org/officeDocument/2006/relationships/slideMaster" Target="../slideMasters/slideMaster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4.png"/><Relationship Id="rId2"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7.sv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319452567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1924353203"/>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41548366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1402081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248601573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6605909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760396691"/>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98415592"/>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235521357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667767552"/>
      </p:ext>
    </p:extLst>
  </p:cSld>
  <p:clrMapOvr>
    <a:masterClrMapping/>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42205517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173099838"/>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5484780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260293168"/>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6442860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14743664"/>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526105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4254062397"/>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userDrawn="1">
          <p15:clr>
            <a:srgbClr val="FBAE40"/>
          </p15:clr>
        </p15:guide>
        <p15:guide id="4" pos="710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301401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951694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828119474"/>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0028586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7611049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441752629"/>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90691496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524452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0653459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2587817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2483158593"/>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93661127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547856868"/>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39362913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3357351"/>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2597999571"/>
      </p:ext>
    </p:extLst>
  </p:cSld>
  <p:clrMapOvr>
    <a:overrideClrMapping bg1="dk1" tx1="lt1" bg2="dk2" tx2="lt2" accent1="accent1" accent2="accent2" accent3="accent3" accent4="accent4" accent5="accent5" accent6="accent6" hlink="hlink" folHlink="folHlink"/>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179470269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799818550"/>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19454593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132007131"/>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411092197"/>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48120014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97629852"/>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3714977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185696127"/>
      </p:ext>
    </p:extLst>
  </p:cSld>
  <p:clrMapOvr>
    <a:overrideClrMapping bg1="lt1" tx1="dk1" bg2="lt2" tx2="dk2" accent1="accent1" accent2="accent2" accent3="accent3" accent4="accent4" accent5="accent5" accent6="accent6" hlink="hlink" folHlink="folHlink"/>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154611851"/>
      </p:ext>
    </p:extLst>
  </p:cSld>
  <p:clrMapOvr>
    <a:overrideClrMapping bg1="lt1" tx1="dk1" bg2="lt2" tx2="dk2" accent1="accent1" accent2="accent2" accent3="accent3" accent4="accent4" accent5="accent5" accent6="accent6" hlink="hlink" folHlink="folHlink"/>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150979897"/>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35282105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01789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9273550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178608480"/>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02762760"/>
      </p:ext>
    </p:extLst>
  </p:cSld>
  <p:clrMapOvr>
    <a:overrideClrMapping bg1="dk1" tx1="lt1" bg2="dk2" tx2="lt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550575790"/>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555009811"/>
      </p:ext>
    </p:extLst>
  </p:cSld>
  <p:clrMapOvr>
    <a:overrideClrMapping bg1="dk1" tx1="lt1" bg2="dk2" tx2="lt2" accent1="accent1" accent2="accent2" accent3="accent3" accent4="accent4" accent5="accent5" accent6="accent6" hlink="hlink" folHlink="folHlink"/>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666602358"/>
      </p:ext>
    </p:extLst>
  </p:cSld>
  <p:clrMapOvr>
    <a:masterClrMapping/>
  </p:clrMapOvr>
  <p:hf hdr="0" dt="0"/>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84891383"/>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4226293068"/>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539153871"/>
      </p:ext>
    </p:extLst>
  </p:cSld>
  <p:clrMapOvr>
    <a:overrideClrMapping bg1="lt1" tx1="dk1" bg2="lt2" tx2="dk2" accent1="accent1" accent2="accent2" accent3="accent3" accent4="accent4" accent5="accent5" accent6="accent6" hlink="hlink" folHlink="folHlink"/>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139266149"/>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864218846"/>
      </p:ext>
    </p:extLst>
  </p:cSld>
  <p:clrMapOvr>
    <a:overrideClrMapping bg1="lt1" tx1="dk1" bg2="lt2" tx2="dk2" accent1="accent1" accent2="accent2" accent3="accent3" accent4="accent4" accent5="accent5" accent6="accent6" hlink="hlink" folHlink="folHlink"/>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67522202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11/13/2024</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385803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slideLayout" Target="../slideLayouts/slideLayout47.xml"/><Relationship Id="rId26" Type="http://schemas.openxmlformats.org/officeDocument/2006/relationships/slideLayout" Target="../slideLayouts/slideLayout55.xml"/><Relationship Id="rId3" Type="http://schemas.openxmlformats.org/officeDocument/2006/relationships/slideLayout" Target="../slideLayouts/slideLayout32.xml"/><Relationship Id="rId21" Type="http://schemas.openxmlformats.org/officeDocument/2006/relationships/slideLayout" Target="../slideLayouts/slideLayout50.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5" Type="http://schemas.openxmlformats.org/officeDocument/2006/relationships/slideLayout" Target="../slideLayouts/slideLayout54.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20" Type="http://schemas.openxmlformats.org/officeDocument/2006/relationships/slideLayout" Target="../slideLayouts/slideLayout49.xml"/><Relationship Id="rId29" Type="http://schemas.openxmlformats.org/officeDocument/2006/relationships/slideLayout" Target="../slideLayouts/slideLayout58.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24" Type="http://schemas.openxmlformats.org/officeDocument/2006/relationships/slideLayout" Target="../slideLayouts/slideLayout53.xml"/><Relationship Id="rId32" Type="http://schemas.openxmlformats.org/officeDocument/2006/relationships/theme" Target="../theme/theme2.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23" Type="http://schemas.openxmlformats.org/officeDocument/2006/relationships/slideLayout" Target="../slideLayouts/slideLayout52.xml"/><Relationship Id="rId28" Type="http://schemas.openxmlformats.org/officeDocument/2006/relationships/slideLayout" Target="../slideLayouts/slideLayout57.xml"/><Relationship Id="rId10" Type="http://schemas.openxmlformats.org/officeDocument/2006/relationships/slideLayout" Target="../slideLayouts/slideLayout39.xml"/><Relationship Id="rId19" Type="http://schemas.openxmlformats.org/officeDocument/2006/relationships/slideLayout" Target="../slideLayouts/slideLayout48.xml"/><Relationship Id="rId31" Type="http://schemas.openxmlformats.org/officeDocument/2006/relationships/slideLayout" Target="../slideLayouts/slideLayout60.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 Id="rId22" Type="http://schemas.openxmlformats.org/officeDocument/2006/relationships/slideLayout" Target="../slideLayouts/slideLayout51.xml"/><Relationship Id="rId27" Type="http://schemas.openxmlformats.org/officeDocument/2006/relationships/slideLayout" Target="../slideLayouts/slideLayout56.xml"/><Relationship Id="rId30"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216168790"/>
      </p:ext>
    </p:extLst>
  </p:cSld>
  <p:clrMap bg1="lt1" tx1="dk1" bg2="lt2" tx2="dk2" accent1="accent1" accent2="accent2" accent3="accent3" accent4="accent4" accent5="accent5" accent6="accent6" hlink="hlink" folHlink="folHlink"/>
  <p:sldLayoutIdLst>
    <p:sldLayoutId id="2147483811" r:id="rId1"/>
    <p:sldLayoutId id="2147483691" r:id="rId2"/>
    <p:sldLayoutId id="2147483814" r:id="rId3"/>
    <p:sldLayoutId id="2147483815" r:id="rId4"/>
    <p:sldLayoutId id="2147483729" r:id="rId5"/>
    <p:sldLayoutId id="2147483773" r:id="rId6"/>
    <p:sldLayoutId id="2147483665" r:id="rId7"/>
    <p:sldLayoutId id="2147483798" r:id="rId8"/>
    <p:sldLayoutId id="2147483799" r:id="rId9"/>
    <p:sldLayoutId id="2147483663" r:id="rId10"/>
    <p:sldLayoutId id="2147483806" r:id="rId11"/>
    <p:sldLayoutId id="2147483807" r:id="rId12"/>
    <p:sldLayoutId id="2147483816" r:id="rId13"/>
    <p:sldLayoutId id="2147483817" r:id="rId14"/>
    <p:sldLayoutId id="2147483818" r:id="rId15"/>
    <p:sldLayoutId id="2147483808" r:id="rId16"/>
    <p:sldLayoutId id="2147483809" r:id="rId17"/>
    <p:sldLayoutId id="2147483775" r:id="rId18"/>
    <p:sldLayoutId id="2147483781" r:id="rId19"/>
    <p:sldLayoutId id="2147483776" r:id="rId20"/>
    <p:sldLayoutId id="2147483740" r:id="rId21"/>
    <p:sldLayoutId id="2147483734" r:id="rId22"/>
    <p:sldLayoutId id="2147483783" r:id="rId23"/>
    <p:sldLayoutId id="2147483733" r:id="rId24"/>
    <p:sldLayoutId id="2147483772" r:id="rId25"/>
    <p:sldLayoutId id="2147483726" r:id="rId26"/>
    <p:sldLayoutId id="2147483796" r:id="rId27"/>
    <p:sldLayoutId id="2147483797" r:id="rId28"/>
    <p:sldLayoutId id="2147483795"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userDrawn="1">
          <p15:clr>
            <a:srgbClr val="F26B43"/>
          </p15:clr>
        </p15:guide>
        <p15:guide id="2" pos="285" userDrawn="1">
          <p15:clr>
            <a:srgbClr val="F26B43"/>
          </p15:clr>
        </p15:guide>
        <p15:guide id="3" orient="horz" pos="3943">
          <p15:clr>
            <a:srgbClr val="F26B43"/>
          </p15:clr>
        </p15:guide>
        <p15:guide id="4" orient="horz" pos="288" userDrawn="1">
          <p15:clr>
            <a:srgbClr val="F26B43"/>
          </p15:clr>
        </p15:guide>
        <p15:guide id="5" orient="horz" pos="41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343388723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0" r:id="rId21"/>
    <p:sldLayoutId id="2147483841" r:id="rId22"/>
    <p:sldLayoutId id="2147483842" r:id="rId23"/>
    <p:sldLayoutId id="2147483843" r:id="rId24"/>
    <p:sldLayoutId id="2147483844" r:id="rId25"/>
    <p:sldLayoutId id="2147483845" r:id="rId26"/>
    <p:sldLayoutId id="2147483846" r:id="rId27"/>
    <p:sldLayoutId id="2147483847" r:id="rId28"/>
    <p:sldLayoutId id="2147483848" r:id="rId29"/>
    <p:sldLayoutId id="2147483849" r:id="rId30"/>
    <p:sldLayoutId id="2147483850"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Layout" Target="../diagrams/layout4.xml"/><Relationship Id="rId7" Type="http://schemas.openxmlformats.org/officeDocument/2006/relationships/image" Target="../media/image40.png"/><Relationship Id="rId2" Type="http://schemas.openxmlformats.org/officeDocument/2006/relationships/diagramData" Target="../diagrams/data4.xml"/><Relationship Id="rId1" Type="http://schemas.openxmlformats.org/officeDocument/2006/relationships/slideLayout" Target="../slideLayouts/slideLayout15.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xml"/><Relationship Id="rId1" Type="http://schemas.openxmlformats.org/officeDocument/2006/relationships/slideLayout" Target="../slideLayouts/slideLayout3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51.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hyperlink" Target="https://crmhelp.veeva.com/doc" TargetMode="Externa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42416" y="2105094"/>
            <a:ext cx="6245890" cy="1828469"/>
          </a:xfrm>
        </p:spPr>
        <p:txBody>
          <a:bodyPr/>
          <a:lstStyle/>
          <a:p>
            <a:br>
              <a:rPr lang="en-US" sz="3600" b="1" dirty="0">
                <a:solidFill>
                  <a:srgbClr val="00718F"/>
                </a:solidFill>
                <a:latin typeface="Arial" panose="020B0604020202020204" pitchFamily="34" charset="0"/>
                <a:cs typeface="Arial" panose="020B0604020202020204" pitchFamily="34" charset="0"/>
              </a:rPr>
            </a:br>
            <a:br>
              <a:rPr lang="en-US" sz="3600" b="1" dirty="0">
                <a:solidFill>
                  <a:srgbClr val="00718F"/>
                </a:solidFill>
                <a:latin typeface="Arial" panose="020B0604020202020204" pitchFamily="34" charset="0"/>
                <a:cs typeface="Arial" panose="020B0604020202020204" pitchFamily="34" charset="0"/>
              </a:rPr>
            </a:br>
            <a:r>
              <a:rPr lang="en-US" dirty="0">
                <a:solidFill>
                  <a:srgbClr val="00718F"/>
                </a:solidFill>
                <a:latin typeface="Arial" panose="020B0604020202020204" pitchFamily="34" charset="0"/>
                <a:cs typeface="Arial" panose="020B0604020202020204" pitchFamily="34" charset="0"/>
              </a:rPr>
              <a:t>Sample Management in VEEVA</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PL3</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DEDC92C-7922-82C6-77D1-59F70EAD78EC}"/>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8714963-1343-34A4-84EC-4E3AF3C83B13}"/>
              </a:ext>
            </a:extLst>
          </p:cNvPr>
          <p:cNvSpPr>
            <a:spLocks noGrp="1"/>
          </p:cNvSpPr>
          <p:nvPr>
            <p:ph type="sldNum" sz="quarter" idx="12"/>
          </p:nvPr>
        </p:nvSpPr>
        <p:spPr/>
        <p:txBody>
          <a:bodyPr/>
          <a:lstStyle/>
          <a:p>
            <a:fld id="{C53E075B-3175-45CF-B3C7-FEDF3F5961E3}" type="slidenum">
              <a:rPr lang="en-US" smtClean="0"/>
              <a:pPr/>
              <a:t>2</a:t>
            </a:fld>
            <a:endParaRPr lang="en-US" dirty="0"/>
          </a:p>
        </p:txBody>
      </p:sp>
      <p:sp>
        <p:nvSpPr>
          <p:cNvPr id="3" name="Title 2">
            <a:extLst>
              <a:ext uri="{FF2B5EF4-FFF2-40B4-BE49-F238E27FC236}">
                <a16:creationId xmlns:a16="http://schemas.microsoft.com/office/drawing/2014/main" id="{EB180212-F254-22F6-2D3F-295274B55698}"/>
              </a:ext>
            </a:extLst>
          </p:cNvPr>
          <p:cNvSpPr>
            <a:spLocks noGrp="1"/>
          </p:cNvSpPr>
          <p:nvPr>
            <p:ph type="title" idx="4294967295"/>
          </p:nvPr>
        </p:nvSpPr>
        <p:spPr>
          <a:xfrm>
            <a:off x="457198" y="827801"/>
            <a:ext cx="10807700" cy="307975"/>
          </a:xfrm>
        </p:spPr>
        <p:txBody>
          <a:bodyPr/>
          <a:lstStyle/>
          <a:p>
            <a:r>
              <a:rPr lang="en-US" dirty="0"/>
              <a:t>About the Author</a:t>
            </a:r>
          </a:p>
        </p:txBody>
      </p:sp>
      <p:graphicFrame>
        <p:nvGraphicFramePr>
          <p:cNvPr id="7" name="Table 7">
            <a:extLst>
              <a:ext uri="{FF2B5EF4-FFF2-40B4-BE49-F238E27FC236}">
                <a16:creationId xmlns:a16="http://schemas.microsoft.com/office/drawing/2014/main" id="{8BB9C977-D092-225C-1B5D-24298FA3D4CF}"/>
              </a:ext>
            </a:extLst>
          </p:cNvPr>
          <p:cNvGraphicFramePr>
            <a:graphicFrameLocks noGrp="1"/>
          </p:cNvGraphicFramePr>
          <p:nvPr>
            <p:extLst>
              <p:ext uri="{D42A27DB-BD31-4B8C-83A1-F6EECF244321}">
                <p14:modId xmlns:p14="http://schemas.microsoft.com/office/powerpoint/2010/main" val="1223886841"/>
              </p:ext>
            </p:extLst>
          </p:nvPr>
        </p:nvGraphicFramePr>
        <p:xfrm>
          <a:off x="457198" y="2005884"/>
          <a:ext cx="9283961" cy="2141256"/>
        </p:xfrm>
        <a:graphic>
          <a:graphicData uri="http://schemas.openxmlformats.org/drawingml/2006/table">
            <a:tbl>
              <a:tblPr firstRow="1" bandRow="1">
                <a:tableStyleId>{5C22544A-7EE6-4342-B048-85BDC9FD1C3A}</a:tableStyleId>
              </a:tblPr>
              <a:tblGrid>
                <a:gridCol w="2644851">
                  <a:extLst>
                    <a:ext uri="{9D8B030D-6E8A-4147-A177-3AD203B41FA5}">
                      <a16:colId xmlns:a16="http://schemas.microsoft.com/office/drawing/2014/main" val="4154468561"/>
                    </a:ext>
                  </a:extLst>
                </a:gridCol>
                <a:gridCol w="6639110">
                  <a:extLst>
                    <a:ext uri="{9D8B030D-6E8A-4147-A177-3AD203B41FA5}">
                      <a16:colId xmlns:a16="http://schemas.microsoft.com/office/drawing/2014/main" val="38167267"/>
                    </a:ext>
                  </a:extLst>
                </a:gridCol>
              </a:tblGrid>
              <a:tr h="422991">
                <a:tc>
                  <a:txBody>
                    <a:bodyPr/>
                    <a:lstStyle/>
                    <a:p>
                      <a:pPr algn="ctr"/>
                      <a:r>
                        <a:rPr lang="en-IN" dirty="0"/>
                        <a:t>Created By: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baseline="0" dirty="0">
                          <a:solidFill>
                            <a:schemeClr val="tx1"/>
                          </a:solidFill>
                          <a:latin typeface="Arial Unicode MS" pitchFamily="34" charset="-128"/>
                          <a:ea typeface="Arial Unicode MS" pitchFamily="34" charset="-128"/>
                          <a:cs typeface="Arial Unicode MS" pitchFamily="34" charset="-128"/>
                        </a:rPr>
                        <a:t>Prashant, Sourav Bhattacharya, Supriyo Saha</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466774224"/>
                  </a:ext>
                </a:extLst>
              </a:tr>
              <a:tr h="0">
                <a:tc>
                  <a:txBody>
                    <a:bodyPr/>
                    <a:lstStyle/>
                    <a:p>
                      <a:pPr algn="ctr"/>
                      <a:r>
                        <a:rPr lang="en-IN" sz="1800" b="1" kern="1200" dirty="0">
                          <a:solidFill>
                            <a:schemeClr val="lt1"/>
                          </a:solidFill>
                          <a:latin typeface="+mn-lt"/>
                          <a:ea typeface="+mn-ea"/>
                          <a:cs typeface="+mn-cs"/>
                        </a:rPr>
                        <a:t>Credential Information: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baseline="0" dirty="0">
                          <a:solidFill>
                            <a:schemeClr val="tx1"/>
                          </a:solidFill>
                          <a:latin typeface="Arial Unicode MS" pitchFamily="34" charset="-128"/>
                          <a:ea typeface="Arial Unicode MS" pitchFamily="34" charset="-128"/>
                          <a:cs typeface="Arial Unicode MS" pitchFamily="34" charset="-128"/>
                        </a:rPr>
                        <a:t>Consultant CRM, Sr. Consultant CRM – EAS Salesforce</a:t>
                      </a:r>
                    </a:p>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766306729"/>
                  </a:ext>
                </a:extLst>
              </a:tr>
              <a:tr h="430548">
                <a:tc>
                  <a:txBody>
                    <a:bodyPr/>
                    <a:lstStyle/>
                    <a:p>
                      <a:pPr algn="ctr"/>
                      <a:r>
                        <a:rPr lang="en-IN" sz="1800" b="1" kern="1200" dirty="0">
                          <a:solidFill>
                            <a:schemeClr val="lt1"/>
                          </a:solidFill>
                          <a:latin typeface="+mn-lt"/>
                          <a:ea typeface="+mn-ea"/>
                          <a:cs typeface="+mn-cs"/>
                        </a:rPr>
                        <a:t>Version and 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V 0.9 :20-July-2023, V1.0: July-2023:Updated with Lightning UI</a:t>
                      </a:r>
                      <a:endParaRPr lang="en-US" sz="1600" kern="1200" baseline="0" dirty="0">
                        <a:solidFill>
                          <a:schemeClr val="tx1"/>
                        </a:solidFill>
                        <a:latin typeface="Arial Unicode MS" pitchFamily="34" charset="-128"/>
                        <a:ea typeface="Arial Unicode MS" pitchFamily="34" charset="-128"/>
                        <a:cs typeface="Arial Unicode MS" pitchFamily="34"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43725294"/>
                  </a:ext>
                </a:extLst>
              </a:tr>
              <a:tr h="430548">
                <a:tc>
                  <a:txBody>
                    <a:bodyPr/>
                    <a:lstStyle/>
                    <a:p>
                      <a:pPr algn="ctr"/>
                      <a:r>
                        <a:rPr lang="en-US" sz="1800" b="1" kern="1200" dirty="0">
                          <a:solidFill>
                            <a:schemeClr val="lt1"/>
                          </a:solidFill>
                          <a:latin typeface="+mn-lt"/>
                          <a:ea typeface="+mn-ea"/>
                          <a:cs typeface="+mn-cs"/>
                        </a:rPr>
                        <a:t>Modified By:</a:t>
                      </a:r>
                      <a:endParaRPr lang="en-IN" sz="1800" b="1" kern="1200" dirty="0">
                        <a:solidFill>
                          <a:schemeClr val="lt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normalizeH="0" baseline="0" dirty="0">
                          <a:ln>
                            <a:noFill/>
                          </a:ln>
                          <a:solidFill>
                            <a:schemeClr val="tx1"/>
                          </a:solidFill>
                          <a:effectLst/>
                          <a:latin typeface="+mn-lt"/>
                          <a:ea typeface="+mn-ea"/>
                          <a:cs typeface="+mn-cs"/>
                        </a:rPr>
                        <a:t>Sneha Kate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079958"/>
                  </a:ext>
                </a:extLst>
              </a:tr>
            </a:tbl>
          </a:graphicData>
        </a:graphic>
      </p:graphicFrame>
    </p:spTree>
    <p:extLst>
      <p:ext uri="{BB962C8B-B14F-4D97-AF65-F5344CB8AC3E}">
        <p14:creationId xmlns:p14="http://schemas.microsoft.com/office/powerpoint/2010/main" val="2309930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3</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6730482" cy="4191000"/>
          </a:xfrm>
        </p:spPr>
        <p:txBody>
          <a:bodyPr/>
          <a:lstStyle/>
          <a:p>
            <a:pPr marL="285750" indent="-285750">
              <a:buFont typeface="Arial" panose="020B0604020202020204" pitchFamily="34" charset="0"/>
              <a:buChar char="•"/>
            </a:pPr>
            <a:r>
              <a:rPr lang="en-US" sz="1600" dirty="0">
                <a:solidFill>
                  <a:schemeClr val="tx1"/>
                </a:solidFill>
              </a:rPr>
              <a:t>In Life Sciences industry, when a Sales Representative visits an Account to detail about a product, sometimes the account is provided with some samples of the Product</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In several countries, the sampling of Product is highly regulated by law</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This document provides some insight into the Sample Management features available in VEEVA CRM</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Overview</a:t>
            </a:r>
          </a:p>
        </p:txBody>
      </p:sp>
      <p:pic>
        <p:nvPicPr>
          <p:cNvPr id="9" name="Picture 2" descr="D:\Images\Images\Overview\shutterstock_72689296.jpg">
            <a:extLst>
              <a:ext uri="{FF2B5EF4-FFF2-40B4-BE49-F238E27FC236}">
                <a16:creationId xmlns:a16="http://schemas.microsoft.com/office/drawing/2014/main" id="{10E117A6-29B4-0A1A-1352-C2C6755F2E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10400" y="1468913"/>
            <a:ext cx="2021840" cy="3296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519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4</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8" y="1468913"/>
            <a:ext cx="6730482" cy="4191000"/>
          </a:xfrm>
        </p:spPr>
        <p:txBody>
          <a:bodyPr/>
          <a:lstStyle/>
          <a:p>
            <a:r>
              <a:rPr lang="en-US" dirty="0">
                <a:solidFill>
                  <a:schemeClr val="tx1">
                    <a:lumMod val="95000"/>
                    <a:lumOff val="5000"/>
                  </a:schemeClr>
                </a:solidFill>
              </a:rPr>
              <a:t>After completing this chapter, you will learn to</a:t>
            </a:r>
            <a:r>
              <a:rPr lang="en-US" dirty="0">
                <a:solidFill>
                  <a:schemeClr val="tx1"/>
                </a:solidFill>
              </a:rPr>
              <a:t>:</a:t>
            </a:r>
          </a:p>
          <a:p>
            <a:endParaRPr lang="en-US" sz="1800" dirty="0">
              <a:solidFill>
                <a:schemeClr val="tx1"/>
              </a:solidFill>
            </a:endParaRPr>
          </a:p>
          <a:p>
            <a:pPr lvl="1" eaLnBrk="0" fontAlgn="base" hangingPunct="0">
              <a:spcBef>
                <a:spcPct val="0"/>
              </a:spcBef>
              <a:spcAft>
                <a:spcPct val="0"/>
              </a:spcAft>
            </a:pPr>
            <a:r>
              <a:rPr lang="en-US" altLang="en-US" dirty="0">
                <a:solidFill>
                  <a:schemeClr val="tx1"/>
                </a:solidFill>
              </a:rPr>
              <a:t>Define VEEVA Sample Management Data Model</a:t>
            </a:r>
          </a:p>
          <a:p>
            <a:pPr lvl="1" eaLnBrk="0" fontAlgn="base" hangingPunct="0">
              <a:spcBef>
                <a:spcPct val="0"/>
              </a:spcBef>
              <a:spcAft>
                <a:spcPct val="0"/>
              </a:spcAft>
            </a:pPr>
            <a:r>
              <a:rPr lang="en-US" altLang="en-US" dirty="0">
                <a:solidFill>
                  <a:schemeClr val="tx1"/>
                </a:solidFill>
              </a:rPr>
              <a:t>Define Sample Lot and Lot Catalog</a:t>
            </a:r>
          </a:p>
          <a:p>
            <a:pPr lvl="1" eaLnBrk="0" fontAlgn="base" hangingPunct="0">
              <a:spcBef>
                <a:spcPct val="0"/>
              </a:spcBef>
              <a:spcAft>
                <a:spcPct val="0"/>
              </a:spcAft>
            </a:pPr>
            <a:r>
              <a:rPr lang="en-US" altLang="en-US" dirty="0">
                <a:solidFill>
                  <a:schemeClr val="tx1"/>
                </a:solidFill>
              </a:rPr>
              <a:t>Explain various Sample Transactions</a:t>
            </a:r>
          </a:p>
          <a:p>
            <a:pPr lvl="1" eaLnBrk="0" fontAlgn="base" hangingPunct="0">
              <a:spcBef>
                <a:spcPct val="0"/>
              </a:spcBef>
              <a:spcAft>
                <a:spcPct val="0"/>
              </a:spcAft>
            </a:pPr>
            <a:r>
              <a:rPr lang="en-US" altLang="en-US" dirty="0">
                <a:solidFill>
                  <a:schemeClr val="tx1"/>
                </a:solidFill>
              </a:rPr>
              <a:t>Describe My Samples Tab</a:t>
            </a:r>
          </a:p>
          <a:p>
            <a:pPr lvl="1" eaLnBrk="0" fontAlgn="base" hangingPunct="0">
              <a:spcBef>
                <a:spcPct val="0"/>
              </a:spcBef>
              <a:spcAft>
                <a:spcPct val="0"/>
              </a:spcAft>
            </a:pPr>
            <a:r>
              <a:rPr lang="en-US" altLang="en-US" dirty="0">
                <a:solidFill>
                  <a:schemeClr val="tx1"/>
                </a:solidFill>
              </a:rPr>
              <a:t>Describe Sample Limit </a:t>
            </a: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Objectives</a:t>
            </a:r>
          </a:p>
        </p:txBody>
      </p:sp>
      <p:pic>
        <p:nvPicPr>
          <p:cNvPr id="6" name="Picture 2" descr="D:\Images\Images\Objective\shutterstock_67901683.jpg">
            <a:extLst>
              <a:ext uri="{FF2B5EF4-FFF2-40B4-BE49-F238E27FC236}">
                <a16:creationId xmlns:a16="http://schemas.microsoft.com/office/drawing/2014/main" id="{B3D16588-795B-937B-A337-67C1C81FC2E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669428" y="816524"/>
            <a:ext cx="2517197" cy="377579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5906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5</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7" y="1468912"/>
            <a:ext cx="6906945" cy="4616927"/>
          </a:xfrm>
        </p:spPr>
        <p:txBody>
          <a:bodyPr/>
          <a:lstStyle/>
          <a:p>
            <a:pPr algn="just"/>
            <a:r>
              <a:rPr lang="en-US" sz="1800" dirty="0">
                <a:solidFill>
                  <a:schemeClr val="tx1"/>
                </a:solidFill>
              </a:rPr>
              <a:t>VEEVA CRM supports Sample Management solution by following relevant compliance solutions including capturing of Electronic Signature for both paper-based and electronic-based sampling of Controlled and Non-Controlled Substances</a:t>
            </a:r>
          </a:p>
          <a:p>
            <a:pPr algn="just"/>
            <a:endParaRPr lang="en-US" sz="1800" dirty="0">
              <a:solidFill>
                <a:schemeClr val="tx1"/>
              </a:solidFill>
            </a:endParaRPr>
          </a:p>
          <a:p>
            <a:pPr algn="just"/>
            <a:r>
              <a:rPr lang="en-US" sz="1800" dirty="0">
                <a:solidFill>
                  <a:schemeClr val="tx1"/>
                </a:solidFill>
              </a:rPr>
              <a:t>The Sample Lot object in VEEVA CRM contains all Lot #s for products that are available to users while the Lot Catalog contains all Samples and their corresponding Lot #s that are available to the entire organization</a:t>
            </a:r>
          </a:p>
          <a:p>
            <a:pPr algn="just"/>
            <a:endParaRPr lang="en-US" sz="1800" dirty="0">
              <a:solidFill>
                <a:schemeClr val="tx1"/>
              </a:solidFill>
            </a:endParaRPr>
          </a:p>
          <a:p>
            <a:pPr algn="just"/>
            <a:r>
              <a:rPr lang="en-US" sz="1800" dirty="0">
                <a:solidFill>
                  <a:schemeClr val="tx1"/>
                </a:solidFill>
              </a:rPr>
              <a:t>In VEEVA CRM Sample Lots can be created from the Lot Catalog Tab by using the Create Sample Lots button</a:t>
            </a:r>
          </a:p>
          <a:p>
            <a:pPr algn="just"/>
            <a:endParaRPr lang="en-US" sz="1800" dirty="0">
              <a:solidFill>
                <a:schemeClr val="tx1"/>
              </a:solidFill>
            </a:endParaRPr>
          </a:p>
          <a:p>
            <a:pPr algn="just"/>
            <a:r>
              <a:rPr lang="en-US" sz="1800" dirty="0">
                <a:solidFill>
                  <a:schemeClr val="tx1"/>
                </a:solidFill>
              </a:rPr>
              <a:t>Five types of Sample Transactions exist in VEEVA CRM:</a:t>
            </a:r>
          </a:p>
          <a:p>
            <a:pPr lvl="1" algn="just"/>
            <a:r>
              <a:rPr lang="en-US" dirty="0">
                <a:solidFill>
                  <a:schemeClr val="tx1"/>
                </a:solidFill>
              </a:rPr>
              <a:t> Adjustment, Return, Disbursement, Transfer and Receipt</a:t>
            </a:r>
          </a:p>
          <a:p>
            <a:pPr algn="just"/>
            <a:endParaRPr lang="en-US" sz="1600" dirty="0">
              <a:solidFill>
                <a:schemeClr val="tx1"/>
              </a:solidFill>
            </a:endParaRP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Do You Know…1</a:t>
            </a:r>
          </a:p>
        </p:txBody>
      </p:sp>
      <p:pic>
        <p:nvPicPr>
          <p:cNvPr id="7" name="Picture 2" descr="D:\Images\Images\Question\shutterstock_157594730.jpg">
            <a:extLst>
              <a:ext uri="{FF2B5EF4-FFF2-40B4-BE49-F238E27FC236}">
                <a16:creationId xmlns:a16="http://schemas.microsoft.com/office/drawing/2014/main" id="{D43DA37D-F5C0-A09B-6241-6926604ABA7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7363326" y="1468912"/>
            <a:ext cx="2453106" cy="1814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7782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421531D-264C-6DF5-3381-A7EB7E50D08B}"/>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658A513A-4717-691A-0454-9941DA6CF055}"/>
              </a:ext>
            </a:extLst>
          </p:cNvPr>
          <p:cNvSpPr>
            <a:spLocks noGrp="1"/>
          </p:cNvSpPr>
          <p:nvPr>
            <p:ph type="sldNum" sz="quarter" idx="12"/>
          </p:nvPr>
        </p:nvSpPr>
        <p:spPr/>
        <p:txBody>
          <a:bodyPr/>
          <a:lstStyle/>
          <a:p>
            <a:fld id="{C53E075B-3175-45CF-B3C7-FEDF3F5961E3}" type="slidenum">
              <a:rPr lang="en-US" smtClean="0"/>
              <a:pPr/>
              <a:t>6</a:t>
            </a:fld>
            <a:endParaRPr lang="en-US" dirty="0"/>
          </a:p>
        </p:txBody>
      </p:sp>
      <p:sp>
        <p:nvSpPr>
          <p:cNvPr id="2" name="Content Placeholder 1">
            <a:extLst>
              <a:ext uri="{FF2B5EF4-FFF2-40B4-BE49-F238E27FC236}">
                <a16:creationId xmlns:a16="http://schemas.microsoft.com/office/drawing/2014/main" id="{C4B7A633-33F1-43A7-05B1-ABCE3F2FD3C2}"/>
              </a:ext>
            </a:extLst>
          </p:cNvPr>
          <p:cNvSpPr>
            <a:spLocks noGrp="1"/>
          </p:cNvSpPr>
          <p:nvPr>
            <p:ph sz="quarter" idx="4294967295"/>
          </p:nvPr>
        </p:nvSpPr>
        <p:spPr>
          <a:xfrm>
            <a:off x="279917" y="1468912"/>
            <a:ext cx="6906945" cy="4616927"/>
          </a:xfrm>
        </p:spPr>
        <p:txBody>
          <a:bodyPr/>
          <a:lstStyle/>
          <a:p>
            <a:r>
              <a:rPr lang="en-US" sz="1600" dirty="0">
                <a:solidFill>
                  <a:schemeClr val="tx1"/>
                </a:solidFill>
              </a:rPr>
              <a:t>The My Samples tab displays a list of sample inventory records</a:t>
            </a:r>
          </a:p>
          <a:p>
            <a:endParaRPr lang="en-US" sz="1600" dirty="0">
              <a:solidFill>
                <a:schemeClr val="tx1"/>
              </a:solidFill>
            </a:endParaRPr>
          </a:p>
          <a:p>
            <a:r>
              <a:rPr lang="en-US" sz="1600" dirty="0">
                <a:solidFill>
                  <a:schemeClr val="tx1"/>
                </a:solidFill>
              </a:rPr>
              <a:t>The User can select the New Record button in order to create a new inventory or select any existing inventory for seeing details</a:t>
            </a:r>
          </a:p>
          <a:p>
            <a:endParaRPr lang="en-US" sz="1600" dirty="0">
              <a:solidFill>
                <a:schemeClr val="tx1"/>
              </a:solidFill>
            </a:endParaRPr>
          </a:p>
          <a:p>
            <a:r>
              <a:rPr lang="en-US" sz="1600" dirty="0">
                <a:solidFill>
                  <a:schemeClr val="tx1"/>
                </a:solidFill>
              </a:rPr>
              <a:t>Sample Limits provide a method to regulate and enforce the Sample Quantity disbursed</a:t>
            </a:r>
          </a:p>
          <a:p>
            <a:endParaRPr lang="en-US" sz="1600" dirty="0">
              <a:solidFill>
                <a:schemeClr val="tx1"/>
              </a:solidFill>
            </a:endParaRPr>
          </a:p>
          <a:p>
            <a:r>
              <a:rPr lang="en-US" sz="1600" dirty="0">
                <a:solidFill>
                  <a:schemeClr val="tx1"/>
                </a:solidFill>
              </a:rPr>
              <a:t>The number of samples disbursed to an Account over a specific time period is regulated by several companies</a:t>
            </a:r>
          </a:p>
          <a:p>
            <a:pPr algn="just"/>
            <a:endParaRPr lang="en-US" sz="1600" dirty="0">
              <a:solidFill>
                <a:schemeClr val="tx1"/>
              </a:solidFill>
            </a:endParaRPr>
          </a:p>
          <a:p>
            <a:endParaRPr lang="en-US" dirty="0"/>
          </a:p>
        </p:txBody>
      </p:sp>
      <p:sp>
        <p:nvSpPr>
          <p:cNvPr id="3" name="Title 2">
            <a:extLst>
              <a:ext uri="{FF2B5EF4-FFF2-40B4-BE49-F238E27FC236}">
                <a16:creationId xmlns:a16="http://schemas.microsoft.com/office/drawing/2014/main" id="{DC2DC814-4F78-F1E8-7410-932E50715871}"/>
              </a:ext>
            </a:extLst>
          </p:cNvPr>
          <p:cNvSpPr>
            <a:spLocks noGrp="1"/>
          </p:cNvSpPr>
          <p:nvPr>
            <p:ph type="title" idx="4294967295"/>
          </p:nvPr>
        </p:nvSpPr>
        <p:spPr>
          <a:xfrm>
            <a:off x="279918" y="631858"/>
            <a:ext cx="10807700" cy="369332"/>
          </a:xfrm>
        </p:spPr>
        <p:txBody>
          <a:bodyPr/>
          <a:lstStyle/>
          <a:p>
            <a:r>
              <a:rPr lang="en-US" dirty="0"/>
              <a:t>Do You Know..2</a:t>
            </a:r>
          </a:p>
        </p:txBody>
      </p:sp>
      <p:pic>
        <p:nvPicPr>
          <p:cNvPr id="7" name="Picture 2" descr="D:\Images\Images\Question\shutterstock_157594730.jpg">
            <a:extLst>
              <a:ext uri="{FF2B5EF4-FFF2-40B4-BE49-F238E27FC236}">
                <a16:creationId xmlns:a16="http://schemas.microsoft.com/office/drawing/2014/main" id="{D43DA37D-F5C0-A09B-6241-6926604ABA7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7363326" y="1468912"/>
            <a:ext cx="2453106" cy="1814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4632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44409" y="4168450"/>
            <a:ext cx="5159085" cy="1317950"/>
          </a:xfrm>
        </p:spPr>
        <p:txBody>
          <a:bodyPr/>
          <a:lstStyle/>
          <a:p>
            <a:r>
              <a:rPr lang="en-US" sz="3200" b="1" dirty="0"/>
              <a:t>VEEVA Sample Management Data Model</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
        <p:nvSpPr>
          <p:cNvPr id="11" name="TextBox 10">
            <a:extLst>
              <a:ext uri="{FF2B5EF4-FFF2-40B4-BE49-F238E27FC236}">
                <a16:creationId xmlns:a16="http://schemas.microsoft.com/office/drawing/2014/main" id="{6C89135B-DDC4-C06C-33AD-3FA78D5BA252}"/>
              </a:ext>
            </a:extLst>
          </p:cNvPr>
          <p:cNvSpPr txBox="1"/>
          <p:nvPr/>
        </p:nvSpPr>
        <p:spPr>
          <a:xfrm>
            <a:off x="744409" y="2689550"/>
            <a:ext cx="5351590" cy="1200329"/>
          </a:xfrm>
          <a:prstGeom prst="rect">
            <a:avLst/>
          </a:prstGeom>
          <a:noFill/>
        </p:spPr>
        <p:txBody>
          <a:bodyPr wrap="square">
            <a:spAutoFit/>
          </a:bodyPr>
          <a:lstStyle/>
          <a:p>
            <a:r>
              <a:rPr lang="en-US" sz="3600" b="0" dirty="0">
                <a:solidFill>
                  <a:srgbClr val="00718F"/>
                </a:solidFill>
                <a:latin typeface="Arial" panose="020B0604020202020204" pitchFamily="34" charset="0"/>
                <a:cs typeface="Arial" panose="020B0604020202020204" pitchFamily="34" charset="0"/>
              </a:rPr>
              <a:t>Sample Management in VEEVA</a:t>
            </a:r>
            <a:endParaRPr lang="en-IN" sz="3600" dirty="0"/>
          </a:p>
        </p:txBody>
      </p:sp>
    </p:spTree>
    <p:extLst>
      <p:ext uri="{BB962C8B-B14F-4D97-AF65-F5344CB8AC3E}">
        <p14:creationId xmlns:p14="http://schemas.microsoft.com/office/powerpoint/2010/main" val="3519810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8</a:t>
            </a:fld>
            <a:endParaRPr lang="en-US" dirty="0"/>
          </a:p>
        </p:txBody>
      </p:sp>
      <p:sp>
        <p:nvSpPr>
          <p:cNvPr id="2" name="Content Placeholder 1">
            <a:extLst>
              <a:ext uri="{FF2B5EF4-FFF2-40B4-BE49-F238E27FC236}">
                <a16:creationId xmlns:a16="http://schemas.microsoft.com/office/drawing/2014/main" id="{00565AA0-9D26-01E4-3E5C-A7CD5FA39082}"/>
              </a:ext>
            </a:extLst>
          </p:cNvPr>
          <p:cNvSpPr>
            <a:spLocks noGrp="1"/>
          </p:cNvSpPr>
          <p:nvPr>
            <p:ph sz="quarter" idx="4294967295"/>
          </p:nvPr>
        </p:nvSpPr>
        <p:spPr>
          <a:xfrm>
            <a:off x="182880" y="741680"/>
            <a:ext cx="9235440" cy="5076508"/>
          </a:xfrm>
        </p:spPr>
        <p:txBody>
          <a:bodyPr vert="horz" wrap="square" lIns="0" tIns="0" rIns="0" bIns="0" rtlCol="0" anchor="t">
            <a:noAutofit/>
          </a:bodyPr>
          <a:lstStyle/>
          <a:p>
            <a:r>
              <a:rPr lang="en-US" sz="1800" dirty="0">
                <a:solidFill>
                  <a:schemeClr val="tx1"/>
                </a:solidFill>
              </a:rPr>
              <a:t>VEEVA CRM supports Sample Management solution by following relevant compliance including capturing of Electronic Signature for both paper-based and electronic-based sampling of Controlled and Non-Controlled Substances</a:t>
            </a:r>
          </a:p>
          <a:p>
            <a:endParaRPr lang="en-US" sz="1800" dirty="0">
              <a:solidFill>
                <a:schemeClr val="tx1"/>
              </a:solidFill>
            </a:endParaRPr>
          </a:p>
          <a:p>
            <a:r>
              <a:rPr lang="en-US" sz="1800" dirty="0">
                <a:solidFill>
                  <a:schemeClr val="tx1"/>
                </a:solidFill>
              </a:rPr>
              <a:t>Configuring Sample Management solution in VEEVA requires configuration of the following individual and related components:</a:t>
            </a:r>
          </a:p>
          <a:p>
            <a:pPr lvl="1"/>
            <a:r>
              <a:rPr lang="en-US" sz="1800" dirty="0">
                <a:solidFill>
                  <a:schemeClr val="tx1"/>
                </a:solidFill>
              </a:rPr>
              <a:t>Sample Lots</a:t>
            </a:r>
          </a:p>
          <a:p>
            <a:pPr lvl="1"/>
            <a:r>
              <a:rPr lang="en-US" sz="1800" dirty="0">
                <a:solidFill>
                  <a:schemeClr val="tx1"/>
                </a:solidFill>
              </a:rPr>
              <a:t>My Samples</a:t>
            </a:r>
          </a:p>
          <a:p>
            <a:pPr lvl="1"/>
            <a:r>
              <a:rPr lang="en-US" sz="1800" dirty="0">
                <a:solidFill>
                  <a:schemeClr val="tx1"/>
                </a:solidFill>
              </a:rPr>
              <a:t>Sample Transactions</a:t>
            </a:r>
          </a:p>
          <a:p>
            <a:pPr lvl="1"/>
            <a:r>
              <a:rPr lang="en-US" sz="1800" dirty="0">
                <a:solidFill>
                  <a:schemeClr val="tx1"/>
                </a:solidFill>
              </a:rPr>
              <a:t>Sample Limits</a:t>
            </a:r>
          </a:p>
          <a:p>
            <a:pPr marL="579120" lvl="1" indent="-229870"/>
            <a:r>
              <a:rPr lang="en-US" sz="1800"/>
              <a:t>Sample Inventories</a:t>
            </a:r>
            <a:endParaRPr lang="en-US" sz="1800">
              <a:cs typeface="Arial"/>
            </a:endParaRPr>
          </a:p>
          <a:p>
            <a:pPr indent="0">
              <a:buNone/>
            </a:pPr>
            <a:endParaRPr lang="en-US" sz="1800" dirty="0">
              <a:cs typeface="Arial"/>
            </a:endParaRPr>
          </a:p>
          <a:p>
            <a:r>
              <a:rPr lang="en-US" sz="1800" dirty="0">
                <a:solidFill>
                  <a:schemeClr val="tx1"/>
                </a:solidFill>
              </a:rPr>
              <a:t>In this course we will discuss about Sample Lots, Sample Transactions and Sample Limits</a:t>
            </a:r>
            <a:endParaRPr lang="en-US" dirty="0">
              <a:solidFill>
                <a:schemeClr val="tx1"/>
              </a:solidFill>
            </a:endParaRPr>
          </a:p>
          <a:p>
            <a:pPr lvl="1"/>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17240" y="132081"/>
            <a:ext cx="10807700" cy="426719"/>
          </a:xfrm>
        </p:spPr>
        <p:txBody>
          <a:bodyPr/>
          <a:lstStyle/>
          <a:p>
            <a:r>
              <a:rPr lang="en-US" dirty="0"/>
              <a:t>Introduction…1</a:t>
            </a:r>
          </a:p>
        </p:txBody>
      </p:sp>
    </p:spTree>
    <p:extLst>
      <p:ext uri="{BB962C8B-B14F-4D97-AF65-F5344CB8AC3E}">
        <p14:creationId xmlns:p14="http://schemas.microsoft.com/office/powerpoint/2010/main" val="2236367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9</a:t>
            </a:fld>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dirty="0"/>
              <a:t>Data Model…1</a:t>
            </a:r>
          </a:p>
        </p:txBody>
      </p:sp>
      <p:pic>
        <p:nvPicPr>
          <p:cNvPr id="6" name="Content Placeholder 5">
            <a:extLst>
              <a:ext uri="{FF2B5EF4-FFF2-40B4-BE49-F238E27FC236}">
                <a16:creationId xmlns:a16="http://schemas.microsoft.com/office/drawing/2014/main" id="{2BB748FB-F028-94AC-A5A8-7DFA99CDDA69}"/>
              </a:ext>
            </a:extLst>
          </p:cNvPr>
          <p:cNvPicPr>
            <a:picLocks noGrp="1" noChangeAspect="1"/>
          </p:cNvPicPr>
          <p:nvPr>
            <p:ph sz="quarter" idx="4294967295"/>
          </p:nvPr>
        </p:nvPicPr>
        <p:blipFill>
          <a:blip r:embed="rId2"/>
          <a:stretch>
            <a:fillRect/>
          </a:stretch>
        </p:blipFill>
        <p:spPr>
          <a:xfrm>
            <a:off x="457199" y="1315453"/>
            <a:ext cx="9119938" cy="4948186"/>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879160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fld id="{C53E075B-3175-45CF-B3C7-FEDF3F5961E3}" type="slidenum">
              <a:rPr lang="en-US" smtClean="0"/>
              <a:pPr/>
              <a:t>10</a:t>
            </a:fld>
            <a:endParaRPr lang="en-US" dirty="0"/>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254957"/>
            <a:ext cx="10807700" cy="365760"/>
          </a:xfrm>
        </p:spPr>
        <p:txBody>
          <a:bodyPr/>
          <a:lstStyle/>
          <a:p>
            <a:r>
              <a:rPr lang="en-US" dirty="0"/>
              <a:t>Data Model…2</a:t>
            </a:r>
          </a:p>
        </p:txBody>
      </p:sp>
      <p:graphicFrame>
        <p:nvGraphicFramePr>
          <p:cNvPr id="7" name="Table 6">
            <a:extLst>
              <a:ext uri="{FF2B5EF4-FFF2-40B4-BE49-F238E27FC236}">
                <a16:creationId xmlns:a16="http://schemas.microsoft.com/office/drawing/2014/main" id="{07CC3D1C-6EBC-AF5A-67CE-279FBC160A48}"/>
              </a:ext>
            </a:extLst>
          </p:cNvPr>
          <p:cNvGraphicFramePr>
            <a:graphicFrameLocks noGrp="1"/>
          </p:cNvGraphicFramePr>
          <p:nvPr>
            <p:extLst>
              <p:ext uri="{D42A27DB-BD31-4B8C-83A1-F6EECF244321}">
                <p14:modId xmlns:p14="http://schemas.microsoft.com/office/powerpoint/2010/main" val="3940152504"/>
              </p:ext>
            </p:extLst>
          </p:nvPr>
        </p:nvGraphicFramePr>
        <p:xfrm>
          <a:off x="457199" y="802107"/>
          <a:ext cx="9376612" cy="5630779"/>
        </p:xfrm>
        <a:graphic>
          <a:graphicData uri="http://schemas.openxmlformats.org/drawingml/2006/table">
            <a:tbl>
              <a:tblPr firstRow="1" firstCol="1" bandRow="1">
                <a:tableStyleId>{F5AB1C69-6EDB-4FF4-983F-18BD219EF322}</a:tableStyleId>
              </a:tblPr>
              <a:tblGrid>
                <a:gridCol w="2433626">
                  <a:extLst>
                    <a:ext uri="{9D8B030D-6E8A-4147-A177-3AD203B41FA5}">
                      <a16:colId xmlns:a16="http://schemas.microsoft.com/office/drawing/2014/main" val="2272826469"/>
                    </a:ext>
                  </a:extLst>
                </a:gridCol>
                <a:gridCol w="6942986">
                  <a:extLst>
                    <a:ext uri="{9D8B030D-6E8A-4147-A177-3AD203B41FA5}">
                      <a16:colId xmlns:a16="http://schemas.microsoft.com/office/drawing/2014/main" val="3488720100"/>
                    </a:ext>
                  </a:extLst>
                </a:gridCol>
              </a:tblGrid>
              <a:tr h="305884">
                <a:tc>
                  <a:txBody>
                    <a:bodyPr/>
                    <a:lstStyle/>
                    <a:p>
                      <a:pPr marL="0" marR="0">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Object</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Key Feature</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71430809"/>
                  </a:ext>
                </a:extLst>
              </a:tr>
              <a:tr h="429662">
                <a:tc>
                  <a:txBody>
                    <a:bodyPr/>
                    <a:lstStyle/>
                    <a:p>
                      <a:pPr marL="0" marR="0">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User</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400" b="0" i="0" kern="1200" dirty="0">
                          <a:solidFill>
                            <a:schemeClr val="dk1"/>
                          </a:solidFill>
                          <a:effectLst/>
                          <a:latin typeface="Arial" panose="020B0604020202020204" pitchFamily="34" charset="0"/>
                          <a:ea typeface="+mn-ea"/>
                          <a:cs typeface="Arial" panose="020B0604020202020204" pitchFamily="34" charset="0"/>
                        </a:rPr>
                        <a:t>Mainly</a:t>
                      </a:r>
                      <a:r>
                        <a:rPr lang="en-US" sz="1400" b="0" i="0" kern="1200" baseline="0" dirty="0">
                          <a:solidFill>
                            <a:schemeClr val="dk1"/>
                          </a:solidFill>
                          <a:effectLst/>
                          <a:latin typeface="Arial" panose="020B0604020202020204" pitchFamily="34" charset="0"/>
                          <a:ea typeface="+mn-ea"/>
                          <a:cs typeface="Arial" panose="020B0604020202020204" pitchFamily="34" charset="0"/>
                        </a:rPr>
                        <a:t> sales rep of the client company who disburses sample to the HCP</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301795448"/>
                  </a:ext>
                </a:extLst>
              </a:tr>
              <a:tr h="367773">
                <a:tc>
                  <a:txBody>
                    <a:bodyPr/>
                    <a:lstStyle/>
                    <a:p>
                      <a:pPr marL="0" marR="0">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Account</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400" b="0" i="0" kern="1200" dirty="0">
                          <a:solidFill>
                            <a:schemeClr val="dk1"/>
                          </a:solidFill>
                          <a:effectLst/>
                          <a:latin typeface="Arial" panose="020B0604020202020204" pitchFamily="34" charset="0"/>
                          <a:ea typeface="+mn-ea"/>
                          <a:cs typeface="Arial" panose="020B0604020202020204" pitchFamily="34" charset="0"/>
                        </a:rPr>
                        <a:t>HCP who receives the sample products</a:t>
                      </a:r>
                      <a:endParaRPr lang="en-US" sz="1200" b="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28036777"/>
                  </a:ext>
                </a:extLst>
              </a:tr>
              <a:tr h="588437">
                <a:tc>
                  <a:txBody>
                    <a:bodyPr/>
                    <a:lstStyle/>
                    <a:p>
                      <a:pPr marL="0" marR="0">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Product Catalog (Product_</a:t>
                      </a:r>
                      <a:r>
                        <a:rPr lang="en-US" sz="1400" dirty="0" err="1">
                          <a:solidFill>
                            <a:schemeClr val="tx1"/>
                          </a:solidFill>
                          <a:effectLst/>
                          <a:latin typeface="Arial" panose="020B0604020202020204" pitchFamily="34" charset="0"/>
                          <a:cs typeface="Arial" panose="020B0604020202020204" pitchFamily="34" charset="0"/>
                        </a:rPr>
                        <a:t>vod</a:t>
                      </a:r>
                      <a:r>
                        <a:rPr lang="en-US" sz="1400" dirty="0">
                          <a:solidFill>
                            <a:schemeClr val="tx1"/>
                          </a:solidFill>
                          <a:effectLst/>
                          <a:latin typeface="Arial" panose="020B0604020202020204" pitchFamily="34" charset="0"/>
                          <a:cs typeface="Arial" panose="020B0604020202020204" pitchFamily="34" charset="0"/>
                        </a:rPr>
                        <a:t>__c)</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400" b="0" i="0" kern="1200" dirty="0">
                          <a:solidFill>
                            <a:schemeClr val="dk1"/>
                          </a:solidFill>
                          <a:effectLst/>
                          <a:latin typeface="Arial" panose="020B0604020202020204" pitchFamily="34" charset="0"/>
                          <a:ea typeface="+mn-ea"/>
                          <a:cs typeface="Arial" panose="020B0604020202020204" pitchFamily="34" charset="0"/>
                        </a:rPr>
                        <a:t>This object stores all product data including detail and sample products</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835515975"/>
                  </a:ext>
                </a:extLst>
              </a:tr>
              <a:tr h="895252">
                <a:tc>
                  <a:txBody>
                    <a:bodyPr/>
                    <a:lstStyle/>
                    <a:p>
                      <a:pPr marL="0" marR="0">
                        <a:spcBef>
                          <a:spcPts val="0"/>
                        </a:spcBef>
                        <a:spcAft>
                          <a:spcPts val="0"/>
                        </a:spcAft>
                      </a:pPr>
                      <a:r>
                        <a:rPr lang="en-US" sz="1400" dirty="0">
                          <a:solidFill>
                            <a:schemeClr val="tx1"/>
                          </a:solidFill>
                          <a:effectLst/>
                          <a:latin typeface="Arial" panose="020B0604020202020204" pitchFamily="34" charset="0"/>
                          <a:cs typeface="Arial" panose="020B0604020202020204" pitchFamily="34" charset="0"/>
                        </a:rPr>
                        <a:t>Rep Roster (Rep_Roster_</a:t>
                      </a:r>
                      <a:r>
                        <a:rPr lang="en-US" sz="1400" dirty="0" err="1">
                          <a:solidFill>
                            <a:schemeClr val="tx1"/>
                          </a:solidFill>
                          <a:effectLst/>
                          <a:latin typeface="Arial" panose="020B0604020202020204" pitchFamily="34" charset="0"/>
                          <a:cs typeface="Arial" panose="020B0604020202020204" pitchFamily="34" charset="0"/>
                        </a:rPr>
                        <a:t>vod</a:t>
                      </a:r>
                      <a:r>
                        <a:rPr lang="en-US" sz="1400" dirty="0">
                          <a:solidFill>
                            <a:schemeClr val="tx1"/>
                          </a:solidFill>
                          <a:effectLst/>
                          <a:latin typeface="Arial" panose="020B0604020202020204" pitchFamily="34" charset="0"/>
                          <a:cs typeface="Arial" panose="020B0604020202020204" pitchFamily="34" charset="0"/>
                        </a:rPr>
                        <a:t>__c)</a:t>
                      </a:r>
                      <a:endParaRPr lang="en-US" sz="14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spcBef>
                          <a:spcPts val="0"/>
                        </a:spcBef>
                        <a:spcAft>
                          <a:spcPts val="0"/>
                        </a:spcAft>
                      </a:pPr>
                      <a:r>
                        <a:rPr lang="en-US" sz="1400" b="0" i="0" kern="1200" dirty="0">
                          <a:solidFill>
                            <a:schemeClr val="dk1"/>
                          </a:solidFill>
                          <a:effectLst/>
                          <a:latin typeface="Arial" panose="020B0604020202020204" pitchFamily="34" charset="0"/>
                          <a:ea typeface="+mn-ea"/>
                          <a:cs typeface="Arial" panose="020B0604020202020204" pitchFamily="34" charset="0"/>
                        </a:rPr>
                        <a:t>The Rep Roster object stores the relationship between users and territories, as well as user-related HR information, for example address, etc. The Address fields in Rep Roster are utilized to maintain Sample Storage information for all Sampling Reps to meet compliance regulations</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76344563"/>
                  </a:ext>
                </a:extLst>
              </a:tr>
              <a:tr h="671438">
                <a:tc>
                  <a:txBody>
                    <a:bodyPr/>
                    <a:lstStyle/>
                    <a:p>
                      <a:pPr marL="0" marR="0">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Lot Catalog (Lot_Catalog_</a:t>
                      </a:r>
                      <a:r>
                        <a:rPr lang="en-US" sz="1400" b="1" kern="1200" dirty="0" err="1">
                          <a:solidFill>
                            <a:schemeClr val="tx1"/>
                          </a:solidFill>
                          <a:effectLst/>
                          <a:latin typeface="Arial" panose="020B0604020202020204" pitchFamily="34" charset="0"/>
                          <a:ea typeface="+mn-ea"/>
                          <a:cs typeface="Arial" panose="020B0604020202020204" pitchFamily="34" charset="0"/>
                        </a:rPr>
                        <a:t>vod</a:t>
                      </a:r>
                      <a:r>
                        <a:rPr lang="en-US" sz="1400" b="1" kern="1200" dirty="0">
                          <a:solidFill>
                            <a:schemeClr val="tx1"/>
                          </a:solidFill>
                          <a:effectLst/>
                          <a:latin typeface="Arial" panose="020B0604020202020204" pitchFamily="34" charset="0"/>
                          <a:ea typeface="+mn-ea"/>
                          <a:cs typeface="Arial" panose="020B0604020202020204" pitchFamily="34" charset="0"/>
                        </a:rPr>
                        <a:t>__c)</a:t>
                      </a:r>
                    </a:p>
                  </a:txBody>
                  <a:tcPr marL="68580" marR="68580" marT="0" marB="0"/>
                </a:tc>
                <a:tc>
                  <a:txBody>
                    <a:bodyPr/>
                    <a:lstStyle/>
                    <a:p>
                      <a:pPr marL="0" marR="0">
                        <a:spcBef>
                          <a:spcPts val="0"/>
                        </a:spcBef>
                        <a:spcAft>
                          <a:spcPts val="0"/>
                        </a:spcAft>
                      </a:pPr>
                      <a:r>
                        <a:rPr lang="en-US" sz="1400" b="0" i="0" kern="1200" dirty="0">
                          <a:solidFill>
                            <a:schemeClr val="dk1"/>
                          </a:solidFill>
                          <a:effectLst/>
                          <a:latin typeface="Arial" panose="020B0604020202020204" pitchFamily="34" charset="0"/>
                          <a:ea typeface="+mn-ea"/>
                          <a:cs typeface="Arial" panose="020B0604020202020204" pitchFamily="34" charset="0"/>
                        </a:rPr>
                        <a:t>Lot Catalog contains a list of all Samples and Lot #s available for Sample Transactions for the entire organization. The Lot Catalog acts as the base for user-specific Sample Lot creation</a:t>
                      </a:r>
                      <a:endParaRPr lang="en-US" sz="12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30979718"/>
                  </a:ext>
                </a:extLst>
              </a:tr>
              <a:tr h="895252">
                <a:tc>
                  <a:txBody>
                    <a:bodyPr/>
                    <a:lstStyle/>
                    <a:p>
                      <a:pPr marL="0" marR="0">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Sample Lot (Sample_Lot_</a:t>
                      </a:r>
                      <a:r>
                        <a:rPr lang="en-US" sz="1400" b="1" kern="1200" dirty="0" err="1">
                          <a:solidFill>
                            <a:schemeClr val="tx1"/>
                          </a:solidFill>
                          <a:effectLst/>
                          <a:latin typeface="Arial" panose="020B0604020202020204" pitchFamily="34" charset="0"/>
                          <a:ea typeface="+mn-ea"/>
                          <a:cs typeface="Arial" panose="020B0604020202020204" pitchFamily="34" charset="0"/>
                        </a:rPr>
                        <a:t>vod</a:t>
                      </a:r>
                      <a:r>
                        <a:rPr lang="en-US" sz="1400" b="1" kern="1200" dirty="0">
                          <a:solidFill>
                            <a:schemeClr val="tx1"/>
                          </a:solidFill>
                          <a:effectLst/>
                          <a:latin typeface="Arial" panose="020B0604020202020204" pitchFamily="34" charset="0"/>
                          <a:ea typeface="+mn-ea"/>
                          <a:cs typeface="Arial" panose="020B0604020202020204" pitchFamily="34" charset="0"/>
                        </a:rPr>
                        <a:t>__c)</a:t>
                      </a:r>
                    </a:p>
                  </a:txBody>
                  <a:tcPr marL="68580" marR="68580" marT="0" marB="0"/>
                </a:tc>
                <a:tc>
                  <a:txBody>
                    <a:bodyPr/>
                    <a:lstStyle/>
                    <a:p>
                      <a:pPr marL="0" marR="0">
                        <a:spcBef>
                          <a:spcPts val="0"/>
                        </a:spcBef>
                        <a:spcAft>
                          <a:spcPts val="0"/>
                        </a:spcAft>
                      </a:pPr>
                      <a:r>
                        <a:rPr lang="en-US" sz="1400" b="0" i="0" kern="1200" dirty="0">
                          <a:solidFill>
                            <a:schemeClr val="dk1"/>
                          </a:solidFill>
                          <a:effectLst/>
                          <a:latin typeface="Arial" panose="020B0604020202020204" pitchFamily="34" charset="0"/>
                          <a:ea typeface="+mn-ea"/>
                          <a:cs typeface="Arial" panose="020B0604020202020204" pitchFamily="34" charset="0"/>
                        </a:rPr>
                        <a:t>Sample Lot contains a list of user specific Samples and Lot #s available for Sample Transactions. Sample Lots are auto-created for Users based on Transfer Sample Transactions from one user to another user as well as from the Create Sample Lots button on Lot Catalog</a:t>
                      </a:r>
                      <a:endParaRPr lang="en-US" sz="1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89444548"/>
                  </a:ext>
                </a:extLst>
              </a:tr>
              <a:tr h="671438">
                <a:tc>
                  <a:txBody>
                    <a:bodyPr/>
                    <a:lstStyle/>
                    <a:p>
                      <a:pPr marL="0" marR="0">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Sample Transaction (Sample_Transaction_</a:t>
                      </a:r>
                      <a:r>
                        <a:rPr lang="en-US" sz="1400" b="1" kern="1200" dirty="0" err="1">
                          <a:solidFill>
                            <a:schemeClr val="tx1"/>
                          </a:solidFill>
                          <a:effectLst/>
                          <a:latin typeface="Arial" panose="020B0604020202020204" pitchFamily="34" charset="0"/>
                          <a:ea typeface="+mn-ea"/>
                          <a:cs typeface="Arial" panose="020B0604020202020204" pitchFamily="34" charset="0"/>
                        </a:rPr>
                        <a:t>vod</a:t>
                      </a:r>
                      <a:r>
                        <a:rPr lang="en-US" sz="1400" b="1" kern="1200" dirty="0">
                          <a:solidFill>
                            <a:schemeClr val="tx1"/>
                          </a:solidFill>
                          <a:effectLst/>
                          <a:latin typeface="Arial" panose="020B0604020202020204" pitchFamily="34" charset="0"/>
                          <a:ea typeface="+mn-ea"/>
                          <a:cs typeface="Arial" panose="020B0604020202020204" pitchFamily="34" charset="0"/>
                        </a:rPr>
                        <a:t>__c)</a:t>
                      </a:r>
                    </a:p>
                  </a:txBody>
                  <a:tcPr marL="68580" marR="68580" marT="0" marB="0"/>
                </a:tc>
                <a:tc>
                  <a:txBody>
                    <a:bodyPr/>
                    <a:lstStyle/>
                    <a:p>
                      <a:pPr marL="0" marR="0">
                        <a:spcBef>
                          <a:spcPts val="0"/>
                        </a:spcBef>
                        <a:spcAft>
                          <a:spcPts val="0"/>
                        </a:spcAft>
                      </a:pPr>
                      <a:r>
                        <a:rPr lang="en-US" sz="1400" dirty="0">
                          <a:effectLst/>
                          <a:latin typeface="Arial" panose="020B0604020202020204" pitchFamily="34" charset="0"/>
                          <a:ea typeface="Calibri" panose="020F0502020204030204" pitchFamily="34" charset="0"/>
                          <a:cs typeface="Arial" panose="020B0604020202020204" pitchFamily="34" charset="0"/>
                        </a:rPr>
                        <a:t>Sample Transaction maintains and controls all transactional data related to Samples for PDMA and FDA compliance</a:t>
                      </a:r>
                    </a:p>
                  </a:txBody>
                  <a:tcPr marL="68580" marR="68580" marT="0" marB="0"/>
                </a:tc>
                <a:extLst>
                  <a:ext uri="{0D108BD9-81ED-4DB2-BD59-A6C34878D82A}">
                    <a16:rowId xmlns:a16="http://schemas.microsoft.com/office/drawing/2014/main" val="43009458"/>
                  </a:ext>
                </a:extLst>
              </a:tr>
              <a:tr h="805643">
                <a:tc>
                  <a:txBody>
                    <a:bodyPr/>
                    <a:lstStyle/>
                    <a:p>
                      <a:pPr marL="0" marR="0">
                        <a:spcBef>
                          <a:spcPts val="0"/>
                        </a:spcBef>
                        <a:spcAft>
                          <a:spcPts val="0"/>
                        </a:spcAft>
                      </a:pPr>
                      <a:r>
                        <a:rPr lang="en-US" sz="1400" b="1" kern="1200" dirty="0">
                          <a:solidFill>
                            <a:schemeClr val="tx1"/>
                          </a:solidFill>
                          <a:effectLst/>
                          <a:latin typeface="Arial" panose="020B0604020202020204" pitchFamily="34" charset="0"/>
                          <a:ea typeface="+mn-ea"/>
                          <a:cs typeface="Arial" panose="020B0604020202020204" pitchFamily="34" charset="0"/>
                        </a:rPr>
                        <a:t>Sample Receipt (Sample_Receipt_</a:t>
                      </a:r>
                      <a:r>
                        <a:rPr lang="en-US" sz="1400" b="1" kern="1200" dirty="0" err="1">
                          <a:solidFill>
                            <a:schemeClr val="tx1"/>
                          </a:solidFill>
                          <a:effectLst/>
                          <a:latin typeface="Arial" panose="020B0604020202020204" pitchFamily="34" charset="0"/>
                          <a:ea typeface="+mn-ea"/>
                          <a:cs typeface="Arial" panose="020B0604020202020204" pitchFamily="34" charset="0"/>
                        </a:rPr>
                        <a:t>vod</a:t>
                      </a:r>
                      <a:r>
                        <a:rPr lang="en-US" sz="1400" b="1" kern="1200" dirty="0">
                          <a:solidFill>
                            <a:schemeClr val="tx1"/>
                          </a:solidFill>
                          <a:effectLst/>
                          <a:latin typeface="Arial" panose="020B0604020202020204" pitchFamily="34" charset="0"/>
                          <a:ea typeface="+mn-ea"/>
                          <a:cs typeface="Arial" panose="020B0604020202020204" pitchFamily="34" charset="0"/>
                        </a:rPr>
                        <a:t>__c)</a:t>
                      </a:r>
                    </a:p>
                  </a:txBody>
                  <a:tcPr marL="68580" marR="68580" marT="0" marB="0"/>
                </a:tc>
                <a:tc>
                  <a:txBody>
                    <a:bodyPr/>
                    <a:lstStyle/>
                    <a:p>
                      <a:pPr marL="0" marR="0">
                        <a:spcBef>
                          <a:spcPts val="0"/>
                        </a:spcBef>
                        <a:spcAft>
                          <a:spcPts val="0"/>
                        </a:spcAft>
                      </a:pPr>
                      <a:r>
                        <a:rPr lang="en-US" sz="1400" dirty="0">
                          <a:effectLst/>
                          <a:latin typeface="Arial" panose="020B0604020202020204" pitchFamily="34" charset="0"/>
                          <a:ea typeface="Calibri" panose="020F0502020204030204" pitchFamily="34" charset="0"/>
                          <a:cs typeface="Arial" panose="020B0604020202020204" pitchFamily="34" charset="0"/>
                        </a:rPr>
                        <a:t>Sample Receipt contains all Pending Sample Receipts for users. A Sample Receipt is created by the </a:t>
                      </a:r>
                      <a:r>
                        <a:rPr lang="en-US" sz="1400" dirty="0" err="1">
                          <a:effectLst/>
                          <a:latin typeface="Arial" panose="020B0604020202020204" pitchFamily="34" charset="0"/>
                          <a:ea typeface="Calibri" panose="020F0502020204030204" pitchFamily="34" charset="0"/>
                          <a:cs typeface="Arial" panose="020B0604020202020204" pitchFamily="34" charset="0"/>
                        </a:rPr>
                        <a:t>Sample_Transaction_vod</a:t>
                      </a:r>
                      <a:r>
                        <a:rPr lang="en-US" sz="1400" dirty="0">
                          <a:effectLst/>
                          <a:latin typeface="Arial" panose="020B0604020202020204" pitchFamily="34" charset="0"/>
                          <a:ea typeface="Calibri" panose="020F0502020204030204" pitchFamily="34" charset="0"/>
                          <a:cs typeface="Arial" panose="020B0604020202020204" pitchFamily="34" charset="0"/>
                        </a:rPr>
                        <a:t> trigger on Sample Transaction on the Submit of a Transfer Sample Transaction</a:t>
                      </a:r>
                    </a:p>
                  </a:txBody>
                  <a:tcPr marL="68580" marR="68580" marT="0" marB="0"/>
                </a:tc>
                <a:extLst>
                  <a:ext uri="{0D108BD9-81ED-4DB2-BD59-A6C34878D82A}">
                    <a16:rowId xmlns:a16="http://schemas.microsoft.com/office/drawing/2014/main" val="1112605984"/>
                  </a:ext>
                </a:extLst>
              </a:tr>
            </a:tbl>
          </a:graphicData>
        </a:graphic>
      </p:graphicFrame>
    </p:spTree>
    <p:extLst>
      <p:ext uri="{BB962C8B-B14F-4D97-AF65-F5344CB8AC3E}">
        <p14:creationId xmlns:p14="http://schemas.microsoft.com/office/powerpoint/2010/main" val="154069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11</a:t>
            </a:fld>
            <a:endParaRPr lang="en-US" dirty="0"/>
          </a:p>
        </p:txBody>
      </p:sp>
      <p:sp>
        <p:nvSpPr>
          <p:cNvPr id="59" name="Title 2">
            <a:extLst>
              <a:ext uri="{FF2B5EF4-FFF2-40B4-BE49-F238E27FC236}">
                <a16:creationId xmlns:a16="http://schemas.microsoft.com/office/drawing/2014/main" id="{8E79FBB4-9952-73B1-4EED-D5D398CD675F}"/>
              </a:ext>
            </a:extLst>
          </p:cNvPr>
          <p:cNvSpPr txBox="1">
            <a:spLocks/>
          </p:cNvSpPr>
          <p:nvPr/>
        </p:nvSpPr>
        <p:spPr>
          <a:xfrm>
            <a:off x="625643" y="36914"/>
            <a:ext cx="9535364" cy="927674"/>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b="0" dirty="0">
                <a:latin typeface="Arial Rounded MT Bold" pitchFamily="34" charset="0"/>
                <a:cs typeface="+mn-cs"/>
              </a:rPr>
              <a:t>Sample Setup</a:t>
            </a:r>
          </a:p>
        </p:txBody>
      </p:sp>
      <p:sp>
        <p:nvSpPr>
          <p:cNvPr id="60" name="Content Placeholder 4">
            <a:extLst>
              <a:ext uri="{FF2B5EF4-FFF2-40B4-BE49-F238E27FC236}">
                <a16:creationId xmlns:a16="http://schemas.microsoft.com/office/drawing/2014/main" id="{62DEF846-3DA4-1DC8-1A27-82EB8C09EA08}"/>
              </a:ext>
            </a:extLst>
          </p:cNvPr>
          <p:cNvSpPr txBox="1">
            <a:spLocks/>
          </p:cNvSpPr>
          <p:nvPr/>
        </p:nvSpPr>
        <p:spPr>
          <a:xfrm>
            <a:off x="625643" y="964589"/>
            <a:ext cx="12218451" cy="4871672"/>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Admin need to follow the below steps to configure sampling for a new product:</a:t>
            </a:r>
          </a:p>
        </p:txBody>
      </p:sp>
      <p:grpSp>
        <p:nvGrpSpPr>
          <p:cNvPr id="63" name="Group 62">
            <a:extLst>
              <a:ext uri="{FF2B5EF4-FFF2-40B4-BE49-F238E27FC236}">
                <a16:creationId xmlns:a16="http://schemas.microsoft.com/office/drawing/2014/main" id="{254B93F4-DC76-7521-C674-5A5AD9DD0184}"/>
              </a:ext>
            </a:extLst>
          </p:cNvPr>
          <p:cNvGrpSpPr/>
          <p:nvPr/>
        </p:nvGrpSpPr>
        <p:grpSpPr>
          <a:xfrm>
            <a:off x="552220" y="1637007"/>
            <a:ext cx="2657460" cy="1293228"/>
            <a:chOff x="1133847" y="511496"/>
            <a:chExt cx="1687630" cy="2764803"/>
          </a:xfrm>
        </p:grpSpPr>
        <p:sp>
          <p:nvSpPr>
            <p:cNvPr id="64" name="Rounded Rectangle 13">
              <a:extLst>
                <a:ext uri="{FF2B5EF4-FFF2-40B4-BE49-F238E27FC236}">
                  <a16:creationId xmlns:a16="http://schemas.microsoft.com/office/drawing/2014/main" id="{B91CC5E3-040E-D336-23AB-ABEB3155DE5C}"/>
                </a:ext>
              </a:extLst>
            </p:cNvPr>
            <p:cNvSpPr/>
            <p:nvPr/>
          </p:nvSpPr>
          <p:spPr>
            <a:xfrm>
              <a:off x="1133847" y="511499"/>
              <a:ext cx="1687630" cy="2764800"/>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65" name="Rounded Rectangle 4">
              <a:extLst>
                <a:ext uri="{FF2B5EF4-FFF2-40B4-BE49-F238E27FC236}">
                  <a16:creationId xmlns:a16="http://schemas.microsoft.com/office/drawing/2014/main" id="{C9CF22FE-2EFD-6539-1722-DD530FD359FC}"/>
                </a:ext>
              </a:extLst>
            </p:cNvPr>
            <p:cNvSpPr txBox="1"/>
            <p:nvPr/>
          </p:nvSpPr>
          <p:spPr>
            <a:xfrm>
              <a:off x="1133847" y="511496"/>
              <a:ext cx="1687630" cy="25452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568" tIns="99568" rIns="99568" bIns="53340" numCol="1" spcCol="1270" anchor="ctr" anchorCtr="0">
              <a:noAutofit/>
            </a:bodyPr>
            <a:lstStyle/>
            <a:p>
              <a:pPr algn="ctr"/>
              <a:r>
                <a:rPr lang="en-US" dirty="0"/>
                <a:t>1. Create Detail and</a:t>
              </a:r>
            </a:p>
            <a:p>
              <a:pPr algn="ctr"/>
              <a:r>
                <a:rPr lang="en-US" dirty="0"/>
                <a:t>Sample Product</a:t>
              </a:r>
              <a:endParaRPr lang="en-US" sz="1400" dirty="0">
                <a:latin typeface="Arial" panose="020B0604020202020204" pitchFamily="34" charset="0"/>
                <a:cs typeface="Arial" panose="020B0604020202020204" pitchFamily="34" charset="0"/>
              </a:endParaRPr>
            </a:p>
          </p:txBody>
        </p:sp>
      </p:grpSp>
      <p:grpSp>
        <p:nvGrpSpPr>
          <p:cNvPr id="66" name="Group 65">
            <a:extLst>
              <a:ext uri="{FF2B5EF4-FFF2-40B4-BE49-F238E27FC236}">
                <a16:creationId xmlns:a16="http://schemas.microsoft.com/office/drawing/2014/main" id="{AE01584D-4AEA-7E48-13DE-076A8E31B1AD}"/>
              </a:ext>
            </a:extLst>
          </p:cNvPr>
          <p:cNvGrpSpPr/>
          <p:nvPr/>
        </p:nvGrpSpPr>
        <p:grpSpPr>
          <a:xfrm>
            <a:off x="3209680" y="1987589"/>
            <a:ext cx="861602" cy="385209"/>
            <a:chOff x="2750818" y="615345"/>
            <a:chExt cx="200917" cy="420171"/>
          </a:xfrm>
        </p:grpSpPr>
        <p:sp>
          <p:nvSpPr>
            <p:cNvPr id="67" name="Right Arrow 10">
              <a:extLst>
                <a:ext uri="{FF2B5EF4-FFF2-40B4-BE49-F238E27FC236}">
                  <a16:creationId xmlns:a16="http://schemas.microsoft.com/office/drawing/2014/main" id="{B966D262-F993-92F9-65BC-E67F77F89BB4}"/>
                </a:ext>
              </a:extLst>
            </p:cNvPr>
            <p:cNvSpPr/>
            <p:nvPr/>
          </p:nvSpPr>
          <p:spPr>
            <a:xfrm rot="21511203">
              <a:off x="2750818" y="615345"/>
              <a:ext cx="200917" cy="420171"/>
            </a:xfrm>
            <a:prstGeom prst="rightArrow">
              <a:avLst>
                <a:gd name="adj1" fmla="val 60000"/>
                <a:gd name="adj2" fmla="val 5000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3">
              <a:schemeClr val="accent1">
                <a:tint val="60000"/>
                <a:hueOff val="0"/>
                <a:satOff val="0"/>
                <a:lumOff val="0"/>
                <a:alphaOff val="0"/>
              </a:schemeClr>
            </a:effectRef>
            <a:fontRef idx="minor">
              <a:schemeClr val="lt1"/>
            </a:fontRef>
          </p:style>
        </p:sp>
        <p:sp>
          <p:nvSpPr>
            <p:cNvPr id="68" name="Right Arrow 6">
              <a:extLst>
                <a:ext uri="{FF2B5EF4-FFF2-40B4-BE49-F238E27FC236}">
                  <a16:creationId xmlns:a16="http://schemas.microsoft.com/office/drawing/2014/main" id="{D5DC9102-85B9-B4BE-0B51-DFB30F049C26}"/>
                </a:ext>
              </a:extLst>
            </p:cNvPr>
            <p:cNvSpPr txBox="1"/>
            <p:nvPr/>
          </p:nvSpPr>
          <p:spPr>
            <a:xfrm rot="21511203">
              <a:off x="2750828" y="700157"/>
              <a:ext cx="140642" cy="2521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844550">
                <a:lnSpc>
                  <a:spcPct val="90000"/>
                </a:lnSpc>
                <a:spcBef>
                  <a:spcPct val="0"/>
                </a:spcBef>
                <a:spcAft>
                  <a:spcPct val="35000"/>
                </a:spcAft>
              </a:pPr>
              <a:endParaRPr lang="en-US" sz="1900">
                <a:latin typeface="Arial" panose="020B0604020202020204" pitchFamily="34" charset="0"/>
                <a:cs typeface="Arial" panose="020B0604020202020204" pitchFamily="34" charset="0"/>
              </a:endParaRPr>
            </a:p>
          </p:txBody>
        </p:sp>
      </p:grpSp>
      <p:grpSp>
        <p:nvGrpSpPr>
          <p:cNvPr id="69" name="Group 68">
            <a:extLst>
              <a:ext uri="{FF2B5EF4-FFF2-40B4-BE49-F238E27FC236}">
                <a16:creationId xmlns:a16="http://schemas.microsoft.com/office/drawing/2014/main" id="{4596F3C1-0D2C-C0DC-9003-C3833B3535E9}"/>
              </a:ext>
            </a:extLst>
          </p:cNvPr>
          <p:cNvGrpSpPr/>
          <p:nvPr/>
        </p:nvGrpSpPr>
        <p:grpSpPr>
          <a:xfrm>
            <a:off x="7565237" y="1637007"/>
            <a:ext cx="2657460" cy="1315415"/>
            <a:chOff x="1133847" y="442880"/>
            <a:chExt cx="1687630" cy="2833419"/>
          </a:xfrm>
        </p:grpSpPr>
        <p:sp>
          <p:nvSpPr>
            <p:cNvPr id="70" name="Rounded Rectangle 19">
              <a:extLst>
                <a:ext uri="{FF2B5EF4-FFF2-40B4-BE49-F238E27FC236}">
                  <a16:creationId xmlns:a16="http://schemas.microsoft.com/office/drawing/2014/main" id="{FB35F180-6FF3-77EC-39B0-031557C7F870}"/>
                </a:ext>
              </a:extLst>
            </p:cNvPr>
            <p:cNvSpPr/>
            <p:nvPr/>
          </p:nvSpPr>
          <p:spPr>
            <a:xfrm>
              <a:off x="1133847" y="511499"/>
              <a:ext cx="1687630" cy="2764800"/>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71" name="Rounded Rectangle 4">
              <a:extLst>
                <a:ext uri="{FF2B5EF4-FFF2-40B4-BE49-F238E27FC236}">
                  <a16:creationId xmlns:a16="http://schemas.microsoft.com/office/drawing/2014/main" id="{EE5D8F93-C2C6-5247-E254-356900B58E79}"/>
                </a:ext>
              </a:extLst>
            </p:cNvPr>
            <p:cNvSpPr txBox="1"/>
            <p:nvPr/>
          </p:nvSpPr>
          <p:spPr>
            <a:xfrm>
              <a:off x="1133847" y="442880"/>
              <a:ext cx="1687630" cy="25452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568" tIns="99568" rIns="99568" bIns="53340" numCol="1" spcCol="1270" anchor="ctr" anchorCtr="0">
              <a:noAutofit/>
            </a:bodyPr>
            <a:lstStyle/>
            <a:p>
              <a:pPr algn="ctr"/>
              <a:r>
                <a:rPr lang="en-US" dirty="0"/>
                <a:t>3. Create a Rep Roster record for the user</a:t>
              </a:r>
              <a:endParaRPr lang="en-US" sz="1400" dirty="0">
                <a:latin typeface="Arial" panose="020B0604020202020204" pitchFamily="34" charset="0"/>
                <a:cs typeface="Arial" panose="020B0604020202020204" pitchFamily="34" charset="0"/>
              </a:endParaRPr>
            </a:p>
          </p:txBody>
        </p:sp>
      </p:grpSp>
      <p:grpSp>
        <p:nvGrpSpPr>
          <p:cNvPr id="72" name="Group 71">
            <a:extLst>
              <a:ext uri="{FF2B5EF4-FFF2-40B4-BE49-F238E27FC236}">
                <a16:creationId xmlns:a16="http://schemas.microsoft.com/office/drawing/2014/main" id="{BD725226-81DB-B522-CF0E-7328544EDB69}"/>
              </a:ext>
            </a:extLst>
          </p:cNvPr>
          <p:cNvGrpSpPr/>
          <p:nvPr/>
        </p:nvGrpSpPr>
        <p:grpSpPr>
          <a:xfrm>
            <a:off x="8440001" y="3829989"/>
            <a:ext cx="2017503" cy="1717691"/>
            <a:chOff x="1133847" y="511496"/>
            <a:chExt cx="1687630" cy="2764803"/>
          </a:xfrm>
        </p:grpSpPr>
        <p:sp>
          <p:nvSpPr>
            <p:cNvPr id="73" name="Rounded Rectangle 22">
              <a:extLst>
                <a:ext uri="{FF2B5EF4-FFF2-40B4-BE49-F238E27FC236}">
                  <a16:creationId xmlns:a16="http://schemas.microsoft.com/office/drawing/2014/main" id="{64B2C5A3-CE64-9DC6-4132-4A24ACCB4D72}"/>
                </a:ext>
              </a:extLst>
            </p:cNvPr>
            <p:cNvSpPr/>
            <p:nvPr/>
          </p:nvSpPr>
          <p:spPr>
            <a:xfrm>
              <a:off x="1133847" y="511499"/>
              <a:ext cx="1687630" cy="2764800"/>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74" name="Rounded Rectangle 4">
              <a:extLst>
                <a:ext uri="{FF2B5EF4-FFF2-40B4-BE49-F238E27FC236}">
                  <a16:creationId xmlns:a16="http://schemas.microsoft.com/office/drawing/2014/main" id="{EEF4A2DD-9871-5A8A-14D9-FCEDA9BE842A}"/>
                </a:ext>
              </a:extLst>
            </p:cNvPr>
            <p:cNvSpPr txBox="1"/>
            <p:nvPr/>
          </p:nvSpPr>
          <p:spPr>
            <a:xfrm>
              <a:off x="1133847" y="511496"/>
              <a:ext cx="1687630" cy="25452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568" tIns="99568" rIns="99568" bIns="53340" numCol="1" spcCol="1270" anchor="ctr" anchorCtr="0">
              <a:noAutofit/>
            </a:bodyPr>
            <a:lstStyle/>
            <a:p>
              <a:pPr algn="ctr"/>
              <a:r>
                <a:rPr lang="en-US" dirty="0"/>
                <a:t>4. Create a Sample Lot</a:t>
              </a:r>
              <a:endParaRPr lang="en-US" sz="1400" dirty="0">
                <a:latin typeface="Arial" panose="020B0604020202020204" pitchFamily="34" charset="0"/>
                <a:cs typeface="Arial" panose="020B0604020202020204" pitchFamily="34" charset="0"/>
              </a:endParaRPr>
            </a:p>
          </p:txBody>
        </p:sp>
      </p:grpSp>
      <p:grpSp>
        <p:nvGrpSpPr>
          <p:cNvPr id="75" name="Group 74">
            <a:extLst>
              <a:ext uri="{FF2B5EF4-FFF2-40B4-BE49-F238E27FC236}">
                <a16:creationId xmlns:a16="http://schemas.microsoft.com/office/drawing/2014/main" id="{3D12C53A-ED7F-5C0C-9D94-52694E98CEE2}"/>
              </a:ext>
            </a:extLst>
          </p:cNvPr>
          <p:cNvGrpSpPr/>
          <p:nvPr/>
        </p:nvGrpSpPr>
        <p:grpSpPr>
          <a:xfrm>
            <a:off x="4064595" y="1637007"/>
            <a:ext cx="2657460" cy="1283560"/>
            <a:chOff x="1133847" y="511496"/>
            <a:chExt cx="1687630" cy="2764803"/>
          </a:xfrm>
        </p:grpSpPr>
        <p:sp>
          <p:nvSpPr>
            <p:cNvPr id="76" name="Rounded Rectangle 25">
              <a:extLst>
                <a:ext uri="{FF2B5EF4-FFF2-40B4-BE49-F238E27FC236}">
                  <a16:creationId xmlns:a16="http://schemas.microsoft.com/office/drawing/2014/main" id="{5C23A8A4-D84D-0E16-94AA-A1E3A4ADF595}"/>
                </a:ext>
              </a:extLst>
            </p:cNvPr>
            <p:cNvSpPr/>
            <p:nvPr/>
          </p:nvSpPr>
          <p:spPr>
            <a:xfrm>
              <a:off x="1133847" y="511499"/>
              <a:ext cx="1687630" cy="2764800"/>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77" name="Rounded Rectangle 4">
              <a:extLst>
                <a:ext uri="{FF2B5EF4-FFF2-40B4-BE49-F238E27FC236}">
                  <a16:creationId xmlns:a16="http://schemas.microsoft.com/office/drawing/2014/main" id="{BADF1F97-5DA6-A0EE-34E8-A1A210BA6F9E}"/>
                </a:ext>
              </a:extLst>
            </p:cNvPr>
            <p:cNvSpPr txBox="1"/>
            <p:nvPr/>
          </p:nvSpPr>
          <p:spPr>
            <a:xfrm>
              <a:off x="1133847" y="511496"/>
              <a:ext cx="1687630" cy="25452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568" tIns="99568" rIns="99568" bIns="53340" numCol="1" spcCol="1270" anchor="ctr" anchorCtr="0">
              <a:noAutofit/>
            </a:bodyPr>
            <a:lstStyle/>
            <a:p>
              <a:pPr algn="ctr"/>
              <a:r>
                <a:rPr lang="en-US" dirty="0"/>
                <a:t>2. Give users access to Detail products through user’s ‘My Setup’</a:t>
              </a:r>
              <a:endParaRPr lang="en-US" sz="1400" dirty="0">
                <a:latin typeface="Arial" panose="020B0604020202020204" pitchFamily="34" charset="0"/>
                <a:cs typeface="Arial" panose="020B0604020202020204" pitchFamily="34" charset="0"/>
              </a:endParaRPr>
            </a:p>
          </p:txBody>
        </p:sp>
      </p:grpSp>
      <p:grpSp>
        <p:nvGrpSpPr>
          <p:cNvPr id="78" name="Group 77">
            <a:extLst>
              <a:ext uri="{FF2B5EF4-FFF2-40B4-BE49-F238E27FC236}">
                <a16:creationId xmlns:a16="http://schemas.microsoft.com/office/drawing/2014/main" id="{ED4AE38D-7FA8-52ED-DBBE-F038695D8166}"/>
              </a:ext>
            </a:extLst>
          </p:cNvPr>
          <p:cNvGrpSpPr/>
          <p:nvPr/>
        </p:nvGrpSpPr>
        <p:grpSpPr>
          <a:xfrm>
            <a:off x="6734868" y="2057594"/>
            <a:ext cx="861602" cy="385209"/>
            <a:chOff x="2750818" y="615345"/>
            <a:chExt cx="200917" cy="420171"/>
          </a:xfrm>
        </p:grpSpPr>
        <p:sp>
          <p:nvSpPr>
            <p:cNvPr id="79" name="Right Arrow 31">
              <a:extLst>
                <a:ext uri="{FF2B5EF4-FFF2-40B4-BE49-F238E27FC236}">
                  <a16:creationId xmlns:a16="http://schemas.microsoft.com/office/drawing/2014/main" id="{F3968EA6-B494-A495-37D5-8A654DBA7DD8}"/>
                </a:ext>
              </a:extLst>
            </p:cNvPr>
            <p:cNvSpPr/>
            <p:nvPr/>
          </p:nvSpPr>
          <p:spPr>
            <a:xfrm rot="21511203">
              <a:off x="2750818" y="615345"/>
              <a:ext cx="200917" cy="420171"/>
            </a:xfrm>
            <a:prstGeom prst="rightArrow">
              <a:avLst>
                <a:gd name="adj1" fmla="val 60000"/>
                <a:gd name="adj2" fmla="val 5000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3">
              <a:schemeClr val="accent1">
                <a:tint val="60000"/>
                <a:hueOff val="0"/>
                <a:satOff val="0"/>
                <a:lumOff val="0"/>
                <a:alphaOff val="0"/>
              </a:schemeClr>
            </a:effectRef>
            <a:fontRef idx="minor">
              <a:schemeClr val="lt1"/>
            </a:fontRef>
          </p:style>
        </p:sp>
        <p:sp>
          <p:nvSpPr>
            <p:cNvPr id="80" name="Right Arrow 6">
              <a:extLst>
                <a:ext uri="{FF2B5EF4-FFF2-40B4-BE49-F238E27FC236}">
                  <a16:creationId xmlns:a16="http://schemas.microsoft.com/office/drawing/2014/main" id="{1490A145-EFB5-8359-C421-E172E654D1DC}"/>
                </a:ext>
              </a:extLst>
            </p:cNvPr>
            <p:cNvSpPr txBox="1"/>
            <p:nvPr/>
          </p:nvSpPr>
          <p:spPr>
            <a:xfrm rot="21511203">
              <a:off x="2750828" y="700157"/>
              <a:ext cx="140642" cy="2521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844550">
                <a:lnSpc>
                  <a:spcPct val="90000"/>
                </a:lnSpc>
                <a:spcBef>
                  <a:spcPct val="0"/>
                </a:spcBef>
                <a:spcAft>
                  <a:spcPct val="35000"/>
                </a:spcAft>
              </a:pPr>
              <a:endParaRPr lang="en-US" sz="1900">
                <a:latin typeface="Arial" panose="020B0604020202020204" pitchFamily="34" charset="0"/>
                <a:cs typeface="Arial" panose="020B0604020202020204" pitchFamily="34" charset="0"/>
              </a:endParaRPr>
            </a:p>
          </p:txBody>
        </p:sp>
      </p:grpSp>
      <p:grpSp>
        <p:nvGrpSpPr>
          <p:cNvPr id="81" name="Group 80">
            <a:extLst>
              <a:ext uri="{FF2B5EF4-FFF2-40B4-BE49-F238E27FC236}">
                <a16:creationId xmlns:a16="http://schemas.microsoft.com/office/drawing/2014/main" id="{F7A52EDD-12B6-7A94-E0A5-B79DB08D16F6}"/>
              </a:ext>
            </a:extLst>
          </p:cNvPr>
          <p:cNvGrpSpPr/>
          <p:nvPr/>
        </p:nvGrpSpPr>
        <p:grpSpPr>
          <a:xfrm>
            <a:off x="5785120" y="3829989"/>
            <a:ext cx="2017503" cy="1717691"/>
            <a:chOff x="1133847" y="511496"/>
            <a:chExt cx="1687630" cy="2764803"/>
          </a:xfrm>
        </p:grpSpPr>
        <p:sp>
          <p:nvSpPr>
            <p:cNvPr id="82" name="Rounded Rectangle 34">
              <a:extLst>
                <a:ext uri="{FF2B5EF4-FFF2-40B4-BE49-F238E27FC236}">
                  <a16:creationId xmlns:a16="http://schemas.microsoft.com/office/drawing/2014/main" id="{C5366BAF-58E5-C1FD-2136-51A5665D04CF}"/>
                </a:ext>
              </a:extLst>
            </p:cNvPr>
            <p:cNvSpPr/>
            <p:nvPr/>
          </p:nvSpPr>
          <p:spPr>
            <a:xfrm>
              <a:off x="1133847" y="511499"/>
              <a:ext cx="1687630" cy="2764800"/>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83" name="Rounded Rectangle 4">
              <a:extLst>
                <a:ext uri="{FF2B5EF4-FFF2-40B4-BE49-F238E27FC236}">
                  <a16:creationId xmlns:a16="http://schemas.microsoft.com/office/drawing/2014/main" id="{3088E2EC-0876-BB88-A697-914BA4AA8F32}"/>
                </a:ext>
              </a:extLst>
            </p:cNvPr>
            <p:cNvSpPr txBox="1"/>
            <p:nvPr/>
          </p:nvSpPr>
          <p:spPr>
            <a:xfrm>
              <a:off x="1133847" y="511496"/>
              <a:ext cx="1687630" cy="25452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568" tIns="99568" rIns="99568" bIns="53340" numCol="1" spcCol="1270" anchor="ctr" anchorCtr="0">
              <a:noAutofit/>
            </a:bodyPr>
            <a:lstStyle/>
            <a:p>
              <a:pPr algn="ctr"/>
              <a:r>
                <a:rPr lang="en-US" dirty="0"/>
                <a:t>5. Create Sample Transfer for each user</a:t>
              </a:r>
              <a:endParaRPr lang="en-US" sz="1400" dirty="0">
                <a:latin typeface="Arial" panose="020B0604020202020204" pitchFamily="34" charset="0"/>
                <a:cs typeface="Arial" panose="020B0604020202020204" pitchFamily="34" charset="0"/>
              </a:endParaRPr>
            </a:p>
          </p:txBody>
        </p:sp>
      </p:grpSp>
      <p:grpSp>
        <p:nvGrpSpPr>
          <p:cNvPr id="84" name="Group 83">
            <a:extLst>
              <a:ext uri="{FF2B5EF4-FFF2-40B4-BE49-F238E27FC236}">
                <a16:creationId xmlns:a16="http://schemas.microsoft.com/office/drawing/2014/main" id="{869407C7-4672-D306-5F0C-3FB67FC324F7}"/>
              </a:ext>
            </a:extLst>
          </p:cNvPr>
          <p:cNvGrpSpPr/>
          <p:nvPr/>
        </p:nvGrpSpPr>
        <p:grpSpPr>
          <a:xfrm>
            <a:off x="3170403" y="3776716"/>
            <a:ext cx="2017503" cy="1717691"/>
            <a:chOff x="1133847" y="511496"/>
            <a:chExt cx="1687630" cy="2764803"/>
          </a:xfrm>
        </p:grpSpPr>
        <p:sp>
          <p:nvSpPr>
            <p:cNvPr id="85" name="Rounded Rectangle 37">
              <a:extLst>
                <a:ext uri="{FF2B5EF4-FFF2-40B4-BE49-F238E27FC236}">
                  <a16:creationId xmlns:a16="http://schemas.microsoft.com/office/drawing/2014/main" id="{8A0D0E3C-B9EE-4784-2164-FA51ACAEBC91}"/>
                </a:ext>
              </a:extLst>
            </p:cNvPr>
            <p:cNvSpPr/>
            <p:nvPr/>
          </p:nvSpPr>
          <p:spPr>
            <a:xfrm>
              <a:off x="1133847" y="511499"/>
              <a:ext cx="1687630" cy="2764800"/>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86" name="Rounded Rectangle 4">
              <a:extLst>
                <a:ext uri="{FF2B5EF4-FFF2-40B4-BE49-F238E27FC236}">
                  <a16:creationId xmlns:a16="http://schemas.microsoft.com/office/drawing/2014/main" id="{E8278D5E-C1C2-081F-6F17-5CBF0E5F2A79}"/>
                </a:ext>
              </a:extLst>
            </p:cNvPr>
            <p:cNvSpPr txBox="1"/>
            <p:nvPr/>
          </p:nvSpPr>
          <p:spPr>
            <a:xfrm>
              <a:off x="1133847" y="511496"/>
              <a:ext cx="1687630" cy="25452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568" tIns="99568" rIns="99568" bIns="53340" numCol="1" spcCol="1270" anchor="ctr" anchorCtr="0">
              <a:noAutofit/>
            </a:bodyPr>
            <a:lstStyle/>
            <a:p>
              <a:pPr algn="ctr"/>
              <a:r>
                <a:rPr lang="en-US" dirty="0"/>
                <a:t>6. User confirm receipt of the sample shipment</a:t>
              </a:r>
              <a:endParaRPr lang="en-US" sz="1400" dirty="0">
                <a:latin typeface="Arial" panose="020B0604020202020204" pitchFamily="34" charset="0"/>
                <a:cs typeface="Arial" panose="020B0604020202020204" pitchFamily="34" charset="0"/>
              </a:endParaRPr>
            </a:p>
          </p:txBody>
        </p:sp>
      </p:grpSp>
      <p:grpSp>
        <p:nvGrpSpPr>
          <p:cNvPr id="87" name="Group 86">
            <a:extLst>
              <a:ext uri="{FF2B5EF4-FFF2-40B4-BE49-F238E27FC236}">
                <a16:creationId xmlns:a16="http://schemas.microsoft.com/office/drawing/2014/main" id="{E9A001D4-3487-2DD8-5DC1-17139BB8EF6A}"/>
              </a:ext>
            </a:extLst>
          </p:cNvPr>
          <p:cNvGrpSpPr/>
          <p:nvPr/>
        </p:nvGrpSpPr>
        <p:grpSpPr>
          <a:xfrm>
            <a:off x="557380" y="3844910"/>
            <a:ext cx="2017503" cy="1717691"/>
            <a:chOff x="1133847" y="511496"/>
            <a:chExt cx="1687630" cy="2764803"/>
          </a:xfrm>
        </p:grpSpPr>
        <p:sp>
          <p:nvSpPr>
            <p:cNvPr id="88" name="Rounded Rectangle 40">
              <a:extLst>
                <a:ext uri="{FF2B5EF4-FFF2-40B4-BE49-F238E27FC236}">
                  <a16:creationId xmlns:a16="http://schemas.microsoft.com/office/drawing/2014/main" id="{C2C8BAB6-9229-AFB9-CC89-01A536B2C620}"/>
                </a:ext>
              </a:extLst>
            </p:cNvPr>
            <p:cNvSpPr/>
            <p:nvPr/>
          </p:nvSpPr>
          <p:spPr>
            <a:xfrm>
              <a:off x="1133847" y="511499"/>
              <a:ext cx="1687630" cy="2764800"/>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89" name="Rounded Rectangle 4">
              <a:extLst>
                <a:ext uri="{FF2B5EF4-FFF2-40B4-BE49-F238E27FC236}">
                  <a16:creationId xmlns:a16="http://schemas.microsoft.com/office/drawing/2014/main" id="{BE7D4065-0504-89D4-D83D-E39892EB5732}"/>
                </a:ext>
              </a:extLst>
            </p:cNvPr>
            <p:cNvSpPr txBox="1"/>
            <p:nvPr/>
          </p:nvSpPr>
          <p:spPr>
            <a:xfrm>
              <a:off x="1133847" y="511496"/>
              <a:ext cx="1687630" cy="254527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9568" tIns="99568" rIns="99568" bIns="53340" numCol="1" spcCol="1270" anchor="ctr" anchorCtr="0">
              <a:noAutofit/>
            </a:bodyPr>
            <a:lstStyle/>
            <a:p>
              <a:pPr algn="ctr"/>
              <a:r>
                <a:rPr lang="en-US" dirty="0"/>
                <a:t>7. User Starts Recording calls with Active Sample products</a:t>
              </a:r>
              <a:endParaRPr lang="en-US" sz="1400" dirty="0">
                <a:latin typeface="Arial" panose="020B0604020202020204" pitchFamily="34" charset="0"/>
                <a:cs typeface="Arial" panose="020B0604020202020204" pitchFamily="34" charset="0"/>
              </a:endParaRPr>
            </a:p>
          </p:txBody>
        </p:sp>
      </p:grpSp>
      <p:grpSp>
        <p:nvGrpSpPr>
          <p:cNvPr id="90" name="Group 89">
            <a:extLst>
              <a:ext uri="{FF2B5EF4-FFF2-40B4-BE49-F238E27FC236}">
                <a16:creationId xmlns:a16="http://schemas.microsoft.com/office/drawing/2014/main" id="{6707F23C-8C4A-6E16-AFEF-C9C4F86EC59A}"/>
              </a:ext>
            </a:extLst>
          </p:cNvPr>
          <p:cNvGrpSpPr/>
          <p:nvPr/>
        </p:nvGrpSpPr>
        <p:grpSpPr>
          <a:xfrm rot="5400000">
            <a:off x="9110655" y="3069604"/>
            <a:ext cx="752623" cy="661601"/>
            <a:chOff x="2750818" y="615345"/>
            <a:chExt cx="200917" cy="420171"/>
          </a:xfrm>
        </p:grpSpPr>
        <p:sp>
          <p:nvSpPr>
            <p:cNvPr id="91" name="Right Arrow 43">
              <a:extLst>
                <a:ext uri="{FF2B5EF4-FFF2-40B4-BE49-F238E27FC236}">
                  <a16:creationId xmlns:a16="http://schemas.microsoft.com/office/drawing/2014/main" id="{1F4547E0-440B-FF2D-8C7B-C36B7461D1F7}"/>
                </a:ext>
              </a:extLst>
            </p:cNvPr>
            <p:cNvSpPr/>
            <p:nvPr/>
          </p:nvSpPr>
          <p:spPr>
            <a:xfrm rot="21511203">
              <a:off x="2750818" y="615345"/>
              <a:ext cx="200917" cy="420171"/>
            </a:xfrm>
            <a:prstGeom prst="rightArrow">
              <a:avLst>
                <a:gd name="adj1" fmla="val 60000"/>
                <a:gd name="adj2" fmla="val 5000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3">
              <a:schemeClr val="accent1">
                <a:tint val="60000"/>
                <a:hueOff val="0"/>
                <a:satOff val="0"/>
                <a:lumOff val="0"/>
                <a:alphaOff val="0"/>
              </a:schemeClr>
            </a:effectRef>
            <a:fontRef idx="minor">
              <a:schemeClr val="lt1"/>
            </a:fontRef>
          </p:style>
        </p:sp>
        <p:sp>
          <p:nvSpPr>
            <p:cNvPr id="92" name="Right Arrow 6">
              <a:extLst>
                <a:ext uri="{FF2B5EF4-FFF2-40B4-BE49-F238E27FC236}">
                  <a16:creationId xmlns:a16="http://schemas.microsoft.com/office/drawing/2014/main" id="{45A95E80-E742-6393-6B07-EAD0C673293C}"/>
                </a:ext>
              </a:extLst>
            </p:cNvPr>
            <p:cNvSpPr txBox="1"/>
            <p:nvPr/>
          </p:nvSpPr>
          <p:spPr>
            <a:xfrm rot="21511203">
              <a:off x="2750828" y="700157"/>
              <a:ext cx="140642" cy="2521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844550">
                <a:lnSpc>
                  <a:spcPct val="90000"/>
                </a:lnSpc>
                <a:spcBef>
                  <a:spcPct val="0"/>
                </a:spcBef>
                <a:spcAft>
                  <a:spcPct val="35000"/>
                </a:spcAft>
              </a:pPr>
              <a:endParaRPr lang="en-US" sz="1900">
                <a:latin typeface="Arial" panose="020B0604020202020204" pitchFamily="34" charset="0"/>
                <a:cs typeface="Arial" panose="020B0604020202020204" pitchFamily="34" charset="0"/>
              </a:endParaRPr>
            </a:p>
          </p:txBody>
        </p:sp>
      </p:grpSp>
      <p:grpSp>
        <p:nvGrpSpPr>
          <p:cNvPr id="93" name="Group 92">
            <a:extLst>
              <a:ext uri="{FF2B5EF4-FFF2-40B4-BE49-F238E27FC236}">
                <a16:creationId xmlns:a16="http://schemas.microsoft.com/office/drawing/2014/main" id="{F3C8434A-B5DE-BEBE-4C3B-B26C981023E6}"/>
              </a:ext>
            </a:extLst>
          </p:cNvPr>
          <p:cNvGrpSpPr/>
          <p:nvPr/>
        </p:nvGrpSpPr>
        <p:grpSpPr>
          <a:xfrm rot="10800000">
            <a:off x="7794947" y="4376296"/>
            <a:ext cx="566751" cy="385209"/>
            <a:chOff x="2750818" y="615345"/>
            <a:chExt cx="200917" cy="420171"/>
          </a:xfrm>
        </p:grpSpPr>
        <p:sp>
          <p:nvSpPr>
            <p:cNvPr id="94" name="Right Arrow 46">
              <a:extLst>
                <a:ext uri="{FF2B5EF4-FFF2-40B4-BE49-F238E27FC236}">
                  <a16:creationId xmlns:a16="http://schemas.microsoft.com/office/drawing/2014/main" id="{4F8362BF-2563-913E-A966-0736AA88C8F7}"/>
                </a:ext>
              </a:extLst>
            </p:cNvPr>
            <p:cNvSpPr/>
            <p:nvPr/>
          </p:nvSpPr>
          <p:spPr>
            <a:xfrm rot="21511203">
              <a:off x="2750818" y="615345"/>
              <a:ext cx="200917" cy="420171"/>
            </a:xfrm>
            <a:prstGeom prst="rightArrow">
              <a:avLst>
                <a:gd name="adj1" fmla="val 60000"/>
                <a:gd name="adj2" fmla="val 5000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3">
              <a:schemeClr val="accent1">
                <a:tint val="60000"/>
                <a:hueOff val="0"/>
                <a:satOff val="0"/>
                <a:lumOff val="0"/>
                <a:alphaOff val="0"/>
              </a:schemeClr>
            </a:effectRef>
            <a:fontRef idx="minor">
              <a:schemeClr val="lt1"/>
            </a:fontRef>
          </p:style>
        </p:sp>
        <p:sp>
          <p:nvSpPr>
            <p:cNvPr id="95" name="Right Arrow 6">
              <a:extLst>
                <a:ext uri="{FF2B5EF4-FFF2-40B4-BE49-F238E27FC236}">
                  <a16:creationId xmlns:a16="http://schemas.microsoft.com/office/drawing/2014/main" id="{92A1696B-51B3-1BCC-8346-5F305C1DBF25}"/>
                </a:ext>
              </a:extLst>
            </p:cNvPr>
            <p:cNvSpPr txBox="1"/>
            <p:nvPr/>
          </p:nvSpPr>
          <p:spPr>
            <a:xfrm rot="21511203">
              <a:off x="2750828" y="700157"/>
              <a:ext cx="140642" cy="2521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844550">
                <a:lnSpc>
                  <a:spcPct val="90000"/>
                </a:lnSpc>
                <a:spcBef>
                  <a:spcPct val="0"/>
                </a:spcBef>
                <a:spcAft>
                  <a:spcPct val="35000"/>
                </a:spcAft>
              </a:pPr>
              <a:endParaRPr lang="en-US" sz="1900" dirty="0">
                <a:latin typeface="Arial" panose="020B0604020202020204" pitchFamily="34" charset="0"/>
                <a:cs typeface="Arial" panose="020B0604020202020204" pitchFamily="34" charset="0"/>
              </a:endParaRPr>
            </a:p>
          </p:txBody>
        </p:sp>
      </p:grpSp>
      <p:grpSp>
        <p:nvGrpSpPr>
          <p:cNvPr id="96" name="Group 95">
            <a:extLst>
              <a:ext uri="{FF2B5EF4-FFF2-40B4-BE49-F238E27FC236}">
                <a16:creationId xmlns:a16="http://schemas.microsoft.com/office/drawing/2014/main" id="{C6F96651-850F-FCF3-CDB5-2014CEE21549}"/>
              </a:ext>
            </a:extLst>
          </p:cNvPr>
          <p:cNvGrpSpPr/>
          <p:nvPr/>
        </p:nvGrpSpPr>
        <p:grpSpPr>
          <a:xfrm rot="10800000">
            <a:off x="5172324" y="4383551"/>
            <a:ext cx="566751" cy="385209"/>
            <a:chOff x="2750818" y="615345"/>
            <a:chExt cx="200917" cy="420171"/>
          </a:xfrm>
        </p:grpSpPr>
        <p:sp>
          <p:nvSpPr>
            <p:cNvPr id="97" name="Right Arrow 49">
              <a:extLst>
                <a:ext uri="{FF2B5EF4-FFF2-40B4-BE49-F238E27FC236}">
                  <a16:creationId xmlns:a16="http://schemas.microsoft.com/office/drawing/2014/main" id="{23F3EF5E-8ED4-7400-DAD4-4A0BC3D2CA86}"/>
                </a:ext>
              </a:extLst>
            </p:cNvPr>
            <p:cNvSpPr/>
            <p:nvPr/>
          </p:nvSpPr>
          <p:spPr>
            <a:xfrm rot="21511203">
              <a:off x="2750818" y="615345"/>
              <a:ext cx="200917" cy="420171"/>
            </a:xfrm>
            <a:prstGeom prst="rightArrow">
              <a:avLst>
                <a:gd name="adj1" fmla="val 60000"/>
                <a:gd name="adj2" fmla="val 5000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3">
              <a:schemeClr val="accent1">
                <a:tint val="60000"/>
                <a:hueOff val="0"/>
                <a:satOff val="0"/>
                <a:lumOff val="0"/>
                <a:alphaOff val="0"/>
              </a:schemeClr>
            </a:effectRef>
            <a:fontRef idx="minor">
              <a:schemeClr val="lt1"/>
            </a:fontRef>
          </p:style>
        </p:sp>
        <p:sp>
          <p:nvSpPr>
            <p:cNvPr id="98" name="Right Arrow 6">
              <a:extLst>
                <a:ext uri="{FF2B5EF4-FFF2-40B4-BE49-F238E27FC236}">
                  <a16:creationId xmlns:a16="http://schemas.microsoft.com/office/drawing/2014/main" id="{86F42734-D87D-848C-2C48-E3ADBA23AA77}"/>
                </a:ext>
              </a:extLst>
            </p:cNvPr>
            <p:cNvSpPr txBox="1"/>
            <p:nvPr/>
          </p:nvSpPr>
          <p:spPr>
            <a:xfrm rot="21511203">
              <a:off x="2750828" y="700157"/>
              <a:ext cx="140642" cy="2521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844550">
                <a:lnSpc>
                  <a:spcPct val="90000"/>
                </a:lnSpc>
                <a:spcBef>
                  <a:spcPct val="0"/>
                </a:spcBef>
                <a:spcAft>
                  <a:spcPct val="35000"/>
                </a:spcAft>
              </a:pPr>
              <a:endParaRPr lang="en-US" sz="1900">
                <a:latin typeface="Arial" panose="020B0604020202020204" pitchFamily="34" charset="0"/>
                <a:cs typeface="Arial" panose="020B0604020202020204" pitchFamily="34" charset="0"/>
              </a:endParaRPr>
            </a:p>
          </p:txBody>
        </p:sp>
      </p:grpSp>
      <p:grpSp>
        <p:nvGrpSpPr>
          <p:cNvPr id="99" name="Group 98">
            <a:extLst>
              <a:ext uri="{FF2B5EF4-FFF2-40B4-BE49-F238E27FC236}">
                <a16:creationId xmlns:a16="http://schemas.microsoft.com/office/drawing/2014/main" id="{59B68782-F46A-433F-5F82-0D6A98E30B5B}"/>
              </a:ext>
            </a:extLst>
          </p:cNvPr>
          <p:cNvGrpSpPr/>
          <p:nvPr/>
        </p:nvGrpSpPr>
        <p:grpSpPr>
          <a:xfrm rot="10800000">
            <a:off x="2563359" y="4447539"/>
            <a:ext cx="566751" cy="385209"/>
            <a:chOff x="2750818" y="615345"/>
            <a:chExt cx="200917" cy="420171"/>
          </a:xfrm>
        </p:grpSpPr>
        <p:sp>
          <p:nvSpPr>
            <p:cNvPr id="100" name="Right Arrow 52">
              <a:extLst>
                <a:ext uri="{FF2B5EF4-FFF2-40B4-BE49-F238E27FC236}">
                  <a16:creationId xmlns:a16="http://schemas.microsoft.com/office/drawing/2014/main" id="{626C693F-E60A-5E07-63D8-08FD4E1B9003}"/>
                </a:ext>
              </a:extLst>
            </p:cNvPr>
            <p:cNvSpPr/>
            <p:nvPr/>
          </p:nvSpPr>
          <p:spPr>
            <a:xfrm rot="21511203">
              <a:off x="2750818" y="615345"/>
              <a:ext cx="200917" cy="420171"/>
            </a:xfrm>
            <a:prstGeom prst="rightArrow">
              <a:avLst>
                <a:gd name="adj1" fmla="val 60000"/>
                <a:gd name="adj2" fmla="val 50000"/>
              </a:avLst>
            </a:prstGeom>
          </p:spPr>
          <p:style>
            <a:lnRef idx="0">
              <a:schemeClr val="accent1">
                <a:tint val="60000"/>
                <a:hueOff val="0"/>
                <a:satOff val="0"/>
                <a:lumOff val="0"/>
                <a:alphaOff val="0"/>
              </a:schemeClr>
            </a:lnRef>
            <a:fillRef idx="3">
              <a:schemeClr val="accent1">
                <a:tint val="60000"/>
                <a:hueOff val="0"/>
                <a:satOff val="0"/>
                <a:lumOff val="0"/>
                <a:alphaOff val="0"/>
              </a:schemeClr>
            </a:fillRef>
            <a:effectRef idx="3">
              <a:schemeClr val="accent1">
                <a:tint val="60000"/>
                <a:hueOff val="0"/>
                <a:satOff val="0"/>
                <a:lumOff val="0"/>
                <a:alphaOff val="0"/>
              </a:schemeClr>
            </a:effectRef>
            <a:fontRef idx="minor">
              <a:schemeClr val="lt1"/>
            </a:fontRef>
          </p:style>
        </p:sp>
        <p:sp>
          <p:nvSpPr>
            <p:cNvPr id="101" name="Right Arrow 6">
              <a:extLst>
                <a:ext uri="{FF2B5EF4-FFF2-40B4-BE49-F238E27FC236}">
                  <a16:creationId xmlns:a16="http://schemas.microsoft.com/office/drawing/2014/main" id="{81074B7E-085D-9C9E-AB24-7F66ED02D038}"/>
                </a:ext>
              </a:extLst>
            </p:cNvPr>
            <p:cNvSpPr txBox="1"/>
            <p:nvPr/>
          </p:nvSpPr>
          <p:spPr>
            <a:xfrm rot="21511203">
              <a:off x="2750828" y="700157"/>
              <a:ext cx="140642" cy="2521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algn="ctr" defTabSz="844550">
                <a:lnSpc>
                  <a:spcPct val="90000"/>
                </a:lnSpc>
                <a:spcBef>
                  <a:spcPct val="0"/>
                </a:spcBef>
                <a:spcAft>
                  <a:spcPct val="35000"/>
                </a:spcAft>
              </a:pPr>
              <a:endParaRPr lang="en-US" sz="190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685285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EB1CACE-65B4-921F-505D-BCD8A5FC7F36}"/>
              </a:ext>
            </a:extLst>
          </p:cNvPr>
          <p:cNvSpPr txBox="1">
            <a:spLocks/>
          </p:cNvSpPr>
          <p:nvPr/>
        </p:nvSpPr>
        <p:spPr>
          <a:xfrm>
            <a:off x="271952" y="356934"/>
            <a:ext cx="9294733" cy="38080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b="0" dirty="0">
                <a:latin typeface="Arial Rounded MT Bold" pitchFamily="34" charset="0"/>
                <a:cs typeface="+mn-cs"/>
              </a:rPr>
              <a:t>1. Product Catalog</a:t>
            </a:r>
          </a:p>
        </p:txBody>
      </p:sp>
      <p:sp>
        <p:nvSpPr>
          <p:cNvPr id="3" name="Content Placeholder 4">
            <a:extLst>
              <a:ext uri="{FF2B5EF4-FFF2-40B4-BE49-F238E27FC236}">
                <a16:creationId xmlns:a16="http://schemas.microsoft.com/office/drawing/2014/main" id="{51F206F7-0612-8D0A-9B73-73D6BAB9A58A}"/>
              </a:ext>
            </a:extLst>
          </p:cNvPr>
          <p:cNvSpPr txBox="1">
            <a:spLocks/>
          </p:cNvSpPr>
          <p:nvPr/>
        </p:nvSpPr>
        <p:spPr>
          <a:xfrm>
            <a:off x="272716" y="737735"/>
            <a:ext cx="9721516" cy="5462538"/>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Admin need to configure the products first for enabling sampling. VEEVA or Sample admin first need to configure the detail product, and then the same product associated with the detail one</a:t>
            </a:r>
          </a:p>
          <a:p>
            <a:endParaRPr lang="en-US" sz="2000" dirty="0"/>
          </a:p>
          <a:p>
            <a:pPr lvl="1"/>
            <a:r>
              <a:rPr lang="en-US" sz="1800" b="1" dirty="0"/>
              <a:t>Create Detail and Sample products</a:t>
            </a:r>
          </a:p>
          <a:p>
            <a:pPr lvl="2">
              <a:defRPr/>
            </a:pPr>
            <a:r>
              <a:rPr lang="en-US" dirty="0"/>
              <a:t>Go to All Tabs </a:t>
            </a:r>
            <a:r>
              <a:rPr lang="en-US" dirty="0">
                <a:sym typeface="Wingdings" panose="05000000000000000000" pitchFamily="2" charset="2"/>
              </a:rPr>
              <a:t> </a:t>
            </a:r>
            <a:r>
              <a:rPr lang="en-US" dirty="0"/>
              <a:t>Product Catalog</a:t>
            </a:r>
            <a:endParaRPr lang="en-US" sz="1800" dirty="0"/>
          </a:p>
          <a:p>
            <a:pPr lvl="1"/>
            <a:r>
              <a:rPr lang="en-US" sz="1800" b="1" dirty="0"/>
              <a:t>Create Detail product first</a:t>
            </a:r>
          </a:p>
          <a:p>
            <a:pPr lvl="2">
              <a:defRPr/>
            </a:pPr>
            <a:r>
              <a:rPr lang="en-US" dirty="0"/>
              <a:t>Leave Parent Product blank as detail is the top level product</a:t>
            </a:r>
          </a:p>
          <a:p>
            <a:pPr lvl="2">
              <a:defRPr/>
            </a:pPr>
            <a:r>
              <a:rPr lang="en-US" dirty="0"/>
              <a:t>The Company Product checkbox must be selected</a:t>
            </a:r>
          </a:p>
          <a:p>
            <a:pPr lvl="1"/>
            <a:r>
              <a:rPr lang="en-US" sz="1800" b="1" dirty="0"/>
              <a:t>Create a product of Type Sample</a:t>
            </a:r>
          </a:p>
          <a:p>
            <a:pPr lvl="2">
              <a:defRPr/>
            </a:pPr>
            <a:r>
              <a:rPr lang="en-US" dirty="0"/>
              <a:t>Set the Parent Product to the Detail product</a:t>
            </a:r>
          </a:p>
          <a:p>
            <a:pPr lvl="2"/>
            <a:r>
              <a:rPr lang="en-US" dirty="0"/>
              <a:t>The Company Product checkbox must be selected for the sample record</a:t>
            </a:r>
          </a:p>
          <a:p>
            <a:pPr lvl="2"/>
            <a:r>
              <a:rPr lang="en-US" dirty="0"/>
              <a:t>The Manufacturer must be populated for the Sample Record. This information is used by the Signature Capture Screen</a:t>
            </a:r>
            <a:endParaRPr lang="en-US" sz="1800" dirty="0"/>
          </a:p>
        </p:txBody>
      </p:sp>
      <p:sp>
        <p:nvSpPr>
          <p:cNvPr id="6" name="Footer Placeholder 4">
            <a:extLst>
              <a:ext uri="{FF2B5EF4-FFF2-40B4-BE49-F238E27FC236}">
                <a16:creationId xmlns:a16="http://schemas.microsoft.com/office/drawing/2014/main" id="{70A26DB8-126B-4896-36C1-A1448B5A0359}"/>
              </a:ext>
            </a:extLst>
          </p:cNvPr>
          <p:cNvSpPr>
            <a:spLocks noGrp="1"/>
          </p:cNvSpPr>
          <p:nvPr>
            <p:ph type="ftr" sz="quarter" idx="11"/>
          </p:nvPr>
        </p:nvSpPr>
        <p:spPr>
          <a:xfrm>
            <a:off x="1179520" y="6809873"/>
            <a:ext cx="1386453" cy="228599"/>
          </a:xfrm>
        </p:spPr>
        <p:txBody>
          <a:bodyPr/>
          <a:lstStyle/>
          <a:p>
            <a:r>
              <a:rPr lang="en-US" dirty="0"/>
              <a:t>© Cognizant 2015</a:t>
            </a:r>
          </a:p>
        </p:txBody>
      </p:sp>
      <p:sp>
        <p:nvSpPr>
          <p:cNvPr id="7" name="Slide Number Placeholder 1">
            <a:extLst>
              <a:ext uri="{FF2B5EF4-FFF2-40B4-BE49-F238E27FC236}">
                <a16:creationId xmlns:a16="http://schemas.microsoft.com/office/drawing/2014/main" id="{EB3BBE85-5319-193F-3A76-17F286158166}"/>
              </a:ext>
            </a:extLst>
          </p:cNvPr>
          <p:cNvSpPr>
            <a:spLocks noGrp="1"/>
          </p:cNvSpPr>
          <p:nvPr>
            <p:ph type="sldNum" sz="quarter" idx="12"/>
          </p:nvPr>
        </p:nvSpPr>
        <p:spPr>
          <a:xfrm>
            <a:off x="11136216" y="6886075"/>
            <a:ext cx="718896" cy="228596"/>
          </a:xfrm>
        </p:spPr>
        <p:txBody>
          <a:bodyPr/>
          <a:lstStyle/>
          <a:p>
            <a:fld id="{E7AF38FF-B38D-4060-8B8D-2D16AAFBAAC1}" type="slidenum">
              <a:rPr lang="en-US" smtClean="0"/>
              <a:pPr/>
              <a:t>12</a:t>
            </a:fld>
            <a:endParaRPr lang="en-US"/>
          </a:p>
        </p:txBody>
      </p:sp>
      <p:grpSp>
        <p:nvGrpSpPr>
          <p:cNvPr id="8" name="Group 7">
            <a:extLst>
              <a:ext uri="{FF2B5EF4-FFF2-40B4-BE49-F238E27FC236}">
                <a16:creationId xmlns:a16="http://schemas.microsoft.com/office/drawing/2014/main" id="{515DF6E5-CF15-B1E4-F001-A91F7B488FF0}"/>
              </a:ext>
            </a:extLst>
          </p:cNvPr>
          <p:cNvGrpSpPr/>
          <p:nvPr/>
        </p:nvGrpSpPr>
        <p:grpSpPr>
          <a:xfrm>
            <a:off x="7525520" y="2501854"/>
            <a:ext cx="2041165" cy="1371803"/>
            <a:chOff x="7772400" y="2362200"/>
            <a:chExt cx="2019298" cy="1371806"/>
          </a:xfrm>
        </p:grpSpPr>
        <p:pic>
          <p:nvPicPr>
            <p:cNvPr id="9" name="Picture 8">
              <a:extLst>
                <a:ext uri="{FF2B5EF4-FFF2-40B4-BE49-F238E27FC236}">
                  <a16:creationId xmlns:a16="http://schemas.microsoft.com/office/drawing/2014/main" id="{E8655736-32F9-4114-8940-2DF10E88B94A}"/>
                </a:ext>
              </a:extLst>
            </p:cNvPr>
            <p:cNvPicPr>
              <a:picLocks noChangeAspect="1"/>
            </p:cNvPicPr>
            <p:nvPr/>
          </p:nvPicPr>
          <p:blipFill>
            <a:blip r:embed="rId2"/>
            <a:stretch>
              <a:fillRect/>
            </a:stretch>
          </p:blipFill>
          <p:spPr>
            <a:xfrm>
              <a:off x="7772400" y="2362200"/>
              <a:ext cx="2019298" cy="1371806"/>
            </a:xfrm>
            <a:prstGeom prst="rect">
              <a:avLst/>
            </a:prstGeom>
          </p:spPr>
        </p:pic>
        <p:sp>
          <p:nvSpPr>
            <p:cNvPr id="10" name="Rectangle 9">
              <a:extLst>
                <a:ext uri="{FF2B5EF4-FFF2-40B4-BE49-F238E27FC236}">
                  <a16:creationId xmlns:a16="http://schemas.microsoft.com/office/drawing/2014/main" id="{F7B57C6A-7B21-EEEB-CB6F-BC225AF19CFC}"/>
                </a:ext>
              </a:extLst>
            </p:cNvPr>
            <p:cNvSpPr/>
            <p:nvPr/>
          </p:nvSpPr>
          <p:spPr>
            <a:xfrm>
              <a:off x="7924800" y="3048000"/>
              <a:ext cx="1866898" cy="686006"/>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pic>
        <p:nvPicPr>
          <p:cNvPr id="11" name="Picture 10">
            <a:extLst>
              <a:ext uri="{FF2B5EF4-FFF2-40B4-BE49-F238E27FC236}">
                <a16:creationId xmlns:a16="http://schemas.microsoft.com/office/drawing/2014/main" id="{A2B86211-6EEF-BE49-FB37-B96DF2BC8F59}"/>
              </a:ext>
            </a:extLst>
          </p:cNvPr>
          <p:cNvPicPr>
            <a:picLocks noChangeAspect="1"/>
          </p:cNvPicPr>
          <p:nvPr/>
        </p:nvPicPr>
        <p:blipFill>
          <a:blip r:embed="rId3"/>
          <a:stretch>
            <a:fillRect/>
          </a:stretch>
        </p:blipFill>
        <p:spPr>
          <a:xfrm>
            <a:off x="3420372" y="5245769"/>
            <a:ext cx="3426203" cy="1535418"/>
          </a:xfrm>
          <a:prstGeom prst="rect">
            <a:avLst/>
          </a:prstGeom>
        </p:spPr>
      </p:pic>
      <p:sp>
        <p:nvSpPr>
          <p:cNvPr id="12" name="Rectangle 11">
            <a:extLst>
              <a:ext uri="{FF2B5EF4-FFF2-40B4-BE49-F238E27FC236}">
                <a16:creationId xmlns:a16="http://schemas.microsoft.com/office/drawing/2014/main" id="{E88B4DBA-5881-945F-EEC8-7A356CCE8155}"/>
              </a:ext>
            </a:extLst>
          </p:cNvPr>
          <p:cNvSpPr/>
          <p:nvPr/>
        </p:nvSpPr>
        <p:spPr>
          <a:xfrm>
            <a:off x="4249465" y="5876423"/>
            <a:ext cx="2158751" cy="40004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3831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EB1CACE-65B4-921F-505D-BCD8A5FC7F36}"/>
              </a:ext>
            </a:extLst>
          </p:cNvPr>
          <p:cNvSpPr txBox="1">
            <a:spLocks/>
          </p:cNvSpPr>
          <p:nvPr/>
        </p:nvSpPr>
        <p:spPr>
          <a:xfrm>
            <a:off x="271952" y="356934"/>
            <a:ext cx="9294733" cy="38080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b="0" dirty="0">
                <a:latin typeface="Arial Rounded MT Bold" pitchFamily="34" charset="0"/>
                <a:cs typeface="+mn-cs"/>
              </a:rPr>
              <a:t>2.My Setup Products</a:t>
            </a:r>
          </a:p>
        </p:txBody>
      </p:sp>
      <p:sp>
        <p:nvSpPr>
          <p:cNvPr id="3" name="Content Placeholder 4">
            <a:extLst>
              <a:ext uri="{FF2B5EF4-FFF2-40B4-BE49-F238E27FC236}">
                <a16:creationId xmlns:a16="http://schemas.microsoft.com/office/drawing/2014/main" id="{51F206F7-0612-8D0A-9B73-73D6BAB9A58A}"/>
              </a:ext>
            </a:extLst>
          </p:cNvPr>
          <p:cNvSpPr txBox="1">
            <a:spLocks/>
          </p:cNvSpPr>
          <p:nvPr/>
        </p:nvSpPr>
        <p:spPr>
          <a:xfrm>
            <a:off x="272716" y="737735"/>
            <a:ext cx="9721516" cy="5462538"/>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solidFill>
              </a:rPr>
              <a:t>Once the detail and sample product is created, admin need to assign the detail product to the user through ‘My setup’</a:t>
            </a:r>
          </a:p>
          <a:p>
            <a:endParaRPr lang="en-US" sz="1800" dirty="0">
              <a:solidFill>
                <a:schemeClr val="tx1"/>
              </a:solidFill>
            </a:endParaRPr>
          </a:p>
          <a:p>
            <a:pPr lvl="1"/>
            <a:r>
              <a:rPr lang="en-US" sz="1800" b="1" dirty="0">
                <a:solidFill>
                  <a:schemeClr val="tx1"/>
                </a:solidFill>
              </a:rPr>
              <a:t>Give users access to Detail products</a:t>
            </a:r>
          </a:p>
          <a:p>
            <a:pPr lvl="2">
              <a:defRPr/>
            </a:pPr>
            <a:r>
              <a:rPr lang="en-US" sz="1600" dirty="0">
                <a:solidFill>
                  <a:schemeClr val="tx1"/>
                </a:solidFill>
              </a:rPr>
              <a:t>Go to All Tabs </a:t>
            </a:r>
            <a:r>
              <a:rPr lang="en-US" sz="1600" dirty="0">
                <a:solidFill>
                  <a:schemeClr val="tx1"/>
                </a:solidFill>
                <a:sym typeface="Wingdings" panose="05000000000000000000" pitchFamily="2" charset="2"/>
              </a:rPr>
              <a:t> </a:t>
            </a:r>
            <a:r>
              <a:rPr lang="en-US" sz="1600" dirty="0">
                <a:solidFill>
                  <a:schemeClr val="tx1"/>
                </a:solidFill>
              </a:rPr>
              <a:t>My Setup</a:t>
            </a:r>
          </a:p>
          <a:p>
            <a:pPr lvl="2">
              <a:defRPr/>
            </a:pPr>
            <a:r>
              <a:rPr lang="en-US" sz="1600" dirty="0">
                <a:solidFill>
                  <a:schemeClr val="tx1"/>
                </a:solidFill>
              </a:rPr>
              <a:t>Search for and edit each user’s My Setup</a:t>
            </a:r>
          </a:p>
          <a:p>
            <a:pPr lvl="2">
              <a:defRPr/>
            </a:pPr>
            <a:r>
              <a:rPr lang="en-US" sz="1600" dirty="0">
                <a:solidFill>
                  <a:schemeClr val="tx1"/>
                </a:solidFill>
              </a:rPr>
              <a:t>Ensure the user is having access to the detail product, so that he can discuss the same during a call</a:t>
            </a:r>
            <a:endParaRPr lang="en-US" sz="1800" dirty="0">
              <a:solidFill>
                <a:schemeClr val="tx1"/>
              </a:solidFill>
            </a:endParaRPr>
          </a:p>
          <a:p>
            <a:endParaRPr lang="en-US" sz="1800" dirty="0"/>
          </a:p>
        </p:txBody>
      </p:sp>
      <p:sp>
        <p:nvSpPr>
          <p:cNvPr id="6" name="Footer Placeholder 4">
            <a:extLst>
              <a:ext uri="{FF2B5EF4-FFF2-40B4-BE49-F238E27FC236}">
                <a16:creationId xmlns:a16="http://schemas.microsoft.com/office/drawing/2014/main" id="{70A26DB8-126B-4896-36C1-A1448B5A0359}"/>
              </a:ext>
            </a:extLst>
          </p:cNvPr>
          <p:cNvSpPr>
            <a:spLocks noGrp="1"/>
          </p:cNvSpPr>
          <p:nvPr>
            <p:ph type="ftr" sz="quarter" idx="11"/>
          </p:nvPr>
        </p:nvSpPr>
        <p:spPr>
          <a:xfrm>
            <a:off x="1179520" y="6809873"/>
            <a:ext cx="1386453" cy="228599"/>
          </a:xfrm>
        </p:spPr>
        <p:txBody>
          <a:bodyPr/>
          <a:lstStyle/>
          <a:p>
            <a:r>
              <a:rPr lang="en-US" dirty="0"/>
              <a:t>© Cognizant 2015</a:t>
            </a:r>
          </a:p>
        </p:txBody>
      </p:sp>
      <p:sp>
        <p:nvSpPr>
          <p:cNvPr id="7" name="Slide Number Placeholder 1">
            <a:extLst>
              <a:ext uri="{FF2B5EF4-FFF2-40B4-BE49-F238E27FC236}">
                <a16:creationId xmlns:a16="http://schemas.microsoft.com/office/drawing/2014/main" id="{EB3BBE85-5319-193F-3A76-17F286158166}"/>
              </a:ext>
            </a:extLst>
          </p:cNvPr>
          <p:cNvSpPr>
            <a:spLocks noGrp="1"/>
          </p:cNvSpPr>
          <p:nvPr>
            <p:ph type="sldNum" sz="quarter" idx="12"/>
          </p:nvPr>
        </p:nvSpPr>
        <p:spPr>
          <a:xfrm>
            <a:off x="11136216" y="6886075"/>
            <a:ext cx="718896" cy="228596"/>
          </a:xfrm>
        </p:spPr>
        <p:txBody>
          <a:bodyPr/>
          <a:lstStyle/>
          <a:p>
            <a:fld id="{E7AF38FF-B38D-4060-8B8D-2D16AAFBAAC1}" type="slidenum">
              <a:rPr lang="en-US" smtClean="0"/>
              <a:pPr/>
              <a:t>13</a:t>
            </a:fld>
            <a:endParaRPr lang="en-US"/>
          </a:p>
        </p:txBody>
      </p:sp>
      <p:pic>
        <p:nvPicPr>
          <p:cNvPr id="4" name="Picture 3">
            <a:extLst>
              <a:ext uri="{FF2B5EF4-FFF2-40B4-BE49-F238E27FC236}">
                <a16:creationId xmlns:a16="http://schemas.microsoft.com/office/drawing/2014/main" id="{D351FAAC-DA40-BB37-4A95-963B4AAC0E91}"/>
              </a:ext>
            </a:extLst>
          </p:cNvPr>
          <p:cNvPicPr>
            <a:picLocks noChangeAspect="1"/>
          </p:cNvPicPr>
          <p:nvPr/>
        </p:nvPicPr>
        <p:blipFill>
          <a:blip r:embed="rId2"/>
          <a:stretch>
            <a:fillRect/>
          </a:stretch>
        </p:blipFill>
        <p:spPr>
          <a:xfrm>
            <a:off x="2115847" y="3705226"/>
            <a:ext cx="4543425" cy="714375"/>
          </a:xfrm>
          <a:prstGeom prst="rect">
            <a:avLst/>
          </a:prstGeom>
        </p:spPr>
      </p:pic>
      <p:pic>
        <p:nvPicPr>
          <p:cNvPr id="5" name="Picture 4">
            <a:extLst>
              <a:ext uri="{FF2B5EF4-FFF2-40B4-BE49-F238E27FC236}">
                <a16:creationId xmlns:a16="http://schemas.microsoft.com/office/drawing/2014/main" id="{53FD71DA-E44E-0C7E-F793-A362AB57C0AE}"/>
              </a:ext>
            </a:extLst>
          </p:cNvPr>
          <p:cNvPicPr>
            <a:picLocks noChangeAspect="1"/>
          </p:cNvPicPr>
          <p:nvPr/>
        </p:nvPicPr>
        <p:blipFill>
          <a:blip r:embed="rId3"/>
          <a:stretch>
            <a:fillRect/>
          </a:stretch>
        </p:blipFill>
        <p:spPr>
          <a:xfrm>
            <a:off x="2115847" y="4876800"/>
            <a:ext cx="7605713" cy="1170110"/>
          </a:xfrm>
          <a:prstGeom prst="rect">
            <a:avLst/>
          </a:prstGeom>
        </p:spPr>
      </p:pic>
      <p:sp>
        <p:nvSpPr>
          <p:cNvPr id="13" name="Rectangle 12">
            <a:extLst>
              <a:ext uri="{FF2B5EF4-FFF2-40B4-BE49-F238E27FC236}">
                <a16:creationId xmlns:a16="http://schemas.microsoft.com/office/drawing/2014/main" id="{F9E240FA-5336-C860-8322-4372B213F295}"/>
              </a:ext>
            </a:extLst>
          </p:cNvPr>
          <p:cNvSpPr/>
          <p:nvPr/>
        </p:nvSpPr>
        <p:spPr>
          <a:xfrm>
            <a:off x="7805658" y="5543550"/>
            <a:ext cx="1915902" cy="40005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29545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6EB1CACE-65B4-921F-505D-BCD8A5FC7F36}"/>
              </a:ext>
            </a:extLst>
          </p:cNvPr>
          <p:cNvSpPr txBox="1">
            <a:spLocks/>
          </p:cNvSpPr>
          <p:nvPr/>
        </p:nvSpPr>
        <p:spPr>
          <a:xfrm>
            <a:off x="271952" y="356934"/>
            <a:ext cx="9294733" cy="38080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b="0" dirty="0">
                <a:latin typeface="Arial Rounded MT Bold" pitchFamily="34" charset="0"/>
                <a:cs typeface="+mn-cs"/>
              </a:rPr>
              <a:t>3.Rep Roster</a:t>
            </a:r>
          </a:p>
        </p:txBody>
      </p:sp>
      <p:sp>
        <p:nvSpPr>
          <p:cNvPr id="3" name="Content Placeholder 4">
            <a:extLst>
              <a:ext uri="{FF2B5EF4-FFF2-40B4-BE49-F238E27FC236}">
                <a16:creationId xmlns:a16="http://schemas.microsoft.com/office/drawing/2014/main" id="{51F206F7-0612-8D0A-9B73-73D6BAB9A58A}"/>
              </a:ext>
            </a:extLst>
          </p:cNvPr>
          <p:cNvSpPr txBox="1">
            <a:spLocks/>
          </p:cNvSpPr>
          <p:nvPr/>
        </p:nvSpPr>
        <p:spPr>
          <a:xfrm>
            <a:off x="272716" y="737735"/>
            <a:ext cx="9721516" cy="5462538"/>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1"/>
                </a:solidFill>
              </a:rPr>
              <a:t>Admin must configure a rep roster for each address for the user to receive the sample product at his address</a:t>
            </a:r>
          </a:p>
          <a:p>
            <a:endParaRPr lang="en-US" sz="1800" dirty="0">
              <a:solidFill>
                <a:schemeClr val="tx1"/>
              </a:solidFill>
            </a:endParaRPr>
          </a:p>
          <a:p>
            <a:pPr lvl="1"/>
            <a:r>
              <a:rPr lang="en-US" sz="1800" b="1" dirty="0">
                <a:solidFill>
                  <a:schemeClr val="tx1"/>
                </a:solidFill>
              </a:rPr>
              <a:t>Configure the Rep Roster for each user</a:t>
            </a:r>
          </a:p>
          <a:p>
            <a:pPr lvl="2">
              <a:defRPr/>
            </a:pPr>
            <a:r>
              <a:rPr lang="en-US" sz="1600" dirty="0">
                <a:solidFill>
                  <a:schemeClr val="tx1"/>
                </a:solidFill>
              </a:rPr>
              <a:t>Go to All Tabs </a:t>
            </a:r>
            <a:r>
              <a:rPr lang="en-US" sz="1600" dirty="0">
                <a:solidFill>
                  <a:schemeClr val="tx1"/>
                </a:solidFill>
                <a:sym typeface="Wingdings" panose="05000000000000000000" pitchFamily="2" charset="2"/>
              </a:rPr>
              <a:t> </a:t>
            </a:r>
            <a:r>
              <a:rPr lang="en-US" sz="1600" dirty="0">
                <a:solidFill>
                  <a:schemeClr val="tx1"/>
                </a:solidFill>
              </a:rPr>
              <a:t>Rep Roster</a:t>
            </a:r>
          </a:p>
          <a:p>
            <a:pPr lvl="2">
              <a:defRPr/>
            </a:pPr>
            <a:r>
              <a:rPr lang="en-US" sz="1600" dirty="0">
                <a:solidFill>
                  <a:schemeClr val="tx1"/>
                </a:solidFill>
              </a:rPr>
              <a:t>Modify or create a Rep Roster for each user</a:t>
            </a:r>
          </a:p>
          <a:p>
            <a:pPr lvl="1"/>
            <a:r>
              <a:rPr lang="en-US" sz="1800" b="1" dirty="0">
                <a:solidFill>
                  <a:schemeClr val="tx1"/>
                </a:solidFill>
              </a:rPr>
              <a:t>Rep Roster address should be the location of the user’s storage locker</a:t>
            </a:r>
          </a:p>
          <a:p>
            <a:pPr lvl="1"/>
            <a:r>
              <a:rPr lang="en-US" sz="1800" b="1" dirty="0">
                <a:solidFill>
                  <a:schemeClr val="tx1"/>
                </a:solidFill>
              </a:rPr>
              <a:t>Rep Roster Username External Id must match user’s SFDC username</a:t>
            </a:r>
          </a:p>
          <a:p>
            <a:endParaRPr lang="en-US" sz="1800" dirty="0"/>
          </a:p>
        </p:txBody>
      </p:sp>
      <p:sp>
        <p:nvSpPr>
          <p:cNvPr id="6" name="Footer Placeholder 4">
            <a:extLst>
              <a:ext uri="{FF2B5EF4-FFF2-40B4-BE49-F238E27FC236}">
                <a16:creationId xmlns:a16="http://schemas.microsoft.com/office/drawing/2014/main" id="{70A26DB8-126B-4896-36C1-A1448B5A0359}"/>
              </a:ext>
            </a:extLst>
          </p:cNvPr>
          <p:cNvSpPr>
            <a:spLocks noGrp="1"/>
          </p:cNvSpPr>
          <p:nvPr>
            <p:ph type="ftr" sz="quarter" idx="11"/>
          </p:nvPr>
        </p:nvSpPr>
        <p:spPr>
          <a:xfrm>
            <a:off x="1179520" y="6809873"/>
            <a:ext cx="1386453" cy="228599"/>
          </a:xfrm>
        </p:spPr>
        <p:txBody>
          <a:bodyPr/>
          <a:lstStyle/>
          <a:p>
            <a:r>
              <a:rPr lang="en-US" dirty="0"/>
              <a:t>© Cognizant 2015</a:t>
            </a:r>
          </a:p>
        </p:txBody>
      </p:sp>
      <p:sp>
        <p:nvSpPr>
          <p:cNvPr id="7" name="Slide Number Placeholder 1">
            <a:extLst>
              <a:ext uri="{FF2B5EF4-FFF2-40B4-BE49-F238E27FC236}">
                <a16:creationId xmlns:a16="http://schemas.microsoft.com/office/drawing/2014/main" id="{EB3BBE85-5319-193F-3A76-17F286158166}"/>
              </a:ext>
            </a:extLst>
          </p:cNvPr>
          <p:cNvSpPr>
            <a:spLocks noGrp="1"/>
          </p:cNvSpPr>
          <p:nvPr>
            <p:ph type="sldNum" sz="quarter" idx="12"/>
          </p:nvPr>
        </p:nvSpPr>
        <p:spPr>
          <a:xfrm>
            <a:off x="11136216" y="6886075"/>
            <a:ext cx="718896" cy="228596"/>
          </a:xfrm>
        </p:spPr>
        <p:txBody>
          <a:bodyPr/>
          <a:lstStyle/>
          <a:p>
            <a:fld id="{E7AF38FF-B38D-4060-8B8D-2D16AAFBAAC1}" type="slidenum">
              <a:rPr lang="en-US" smtClean="0"/>
              <a:pPr/>
              <a:t>14</a:t>
            </a:fld>
            <a:endParaRPr lang="en-US"/>
          </a:p>
        </p:txBody>
      </p:sp>
      <p:sp>
        <p:nvSpPr>
          <p:cNvPr id="13" name="Rectangle 12">
            <a:extLst>
              <a:ext uri="{FF2B5EF4-FFF2-40B4-BE49-F238E27FC236}">
                <a16:creationId xmlns:a16="http://schemas.microsoft.com/office/drawing/2014/main" id="{F9E240FA-5336-C860-8322-4372B213F295}"/>
              </a:ext>
            </a:extLst>
          </p:cNvPr>
          <p:cNvSpPr/>
          <p:nvPr/>
        </p:nvSpPr>
        <p:spPr>
          <a:xfrm>
            <a:off x="7805658" y="5543550"/>
            <a:ext cx="1915902" cy="40005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8" name="Picture 7">
            <a:extLst>
              <a:ext uri="{FF2B5EF4-FFF2-40B4-BE49-F238E27FC236}">
                <a16:creationId xmlns:a16="http://schemas.microsoft.com/office/drawing/2014/main" id="{C97CF025-2FAC-A52D-5EED-C7EE2BE08F71}"/>
              </a:ext>
            </a:extLst>
          </p:cNvPr>
          <p:cNvPicPr>
            <a:picLocks noChangeAspect="1"/>
          </p:cNvPicPr>
          <p:nvPr/>
        </p:nvPicPr>
        <p:blipFill rotWithShape="1">
          <a:blip r:embed="rId2"/>
          <a:srcRect r="1965"/>
          <a:stretch/>
        </p:blipFill>
        <p:spPr>
          <a:xfrm>
            <a:off x="1095639" y="3609473"/>
            <a:ext cx="4296580" cy="2590800"/>
          </a:xfrm>
          <a:prstGeom prst="rect">
            <a:avLst/>
          </a:prstGeom>
        </p:spPr>
      </p:pic>
      <p:pic>
        <p:nvPicPr>
          <p:cNvPr id="9" name="Picture 8">
            <a:extLst>
              <a:ext uri="{FF2B5EF4-FFF2-40B4-BE49-F238E27FC236}">
                <a16:creationId xmlns:a16="http://schemas.microsoft.com/office/drawing/2014/main" id="{731D0951-8123-4EE0-A363-D1E26DB8735E}"/>
              </a:ext>
            </a:extLst>
          </p:cNvPr>
          <p:cNvPicPr>
            <a:picLocks noChangeAspect="1"/>
          </p:cNvPicPr>
          <p:nvPr/>
        </p:nvPicPr>
        <p:blipFill rotWithShape="1">
          <a:blip r:embed="rId3"/>
          <a:srcRect t="22222"/>
          <a:stretch/>
        </p:blipFill>
        <p:spPr>
          <a:xfrm>
            <a:off x="5978072" y="3626017"/>
            <a:ext cx="3524250" cy="381000"/>
          </a:xfrm>
          <a:prstGeom prst="rect">
            <a:avLst/>
          </a:prstGeom>
          <a:ln>
            <a:solidFill>
              <a:schemeClr val="accent6">
                <a:lumMod val="75000"/>
              </a:schemeClr>
            </a:solidFill>
          </a:ln>
        </p:spPr>
      </p:pic>
    </p:spTree>
    <p:extLst>
      <p:ext uri="{BB962C8B-B14F-4D97-AF65-F5344CB8AC3E}">
        <p14:creationId xmlns:p14="http://schemas.microsoft.com/office/powerpoint/2010/main" val="4214381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579121" y="2949413"/>
            <a:ext cx="6335962" cy="1052392"/>
          </a:xfrm>
        </p:spPr>
        <p:txBody>
          <a:bodyPr/>
          <a:lstStyle/>
          <a:p>
            <a:br>
              <a:rPr lang="en-IN" sz="3600" dirty="0"/>
            </a:br>
            <a:br>
              <a:rPr lang="en-US" sz="3600" b="0" dirty="0">
                <a:solidFill>
                  <a:srgbClr val="00718F"/>
                </a:solidFill>
                <a:latin typeface="Arial" panose="020B0604020202020204" pitchFamily="34" charset="0"/>
                <a:cs typeface="Arial" panose="020B0604020202020204" pitchFamily="34" charset="0"/>
              </a:rPr>
            </a:br>
            <a:r>
              <a:rPr lang="en-US" sz="3600" b="0" dirty="0">
                <a:solidFill>
                  <a:srgbClr val="00718F"/>
                </a:solidFill>
                <a:latin typeface="Arial" panose="020B0604020202020204" pitchFamily="34" charset="0"/>
                <a:cs typeface="Arial" panose="020B0604020202020204" pitchFamily="34" charset="0"/>
              </a:rPr>
              <a:t>Sample Management in VEEVA</a:t>
            </a: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579120" y="4315326"/>
            <a:ext cx="5516880" cy="890440"/>
          </a:xfrm>
        </p:spPr>
        <p:txBody>
          <a:bodyPr/>
          <a:lstStyle/>
          <a:p>
            <a:r>
              <a:rPr lang="en-US" sz="3200" b="1" dirty="0"/>
              <a:t>Sample Lot and Lot Catalog</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272226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16</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552214"/>
            <a:ext cx="10499790" cy="45719"/>
          </a:xfrm>
        </p:spPr>
        <p:txBody>
          <a:bodyPr/>
          <a:lstStyle/>
          <a:p>
            <a:r>
              <a:rPr lang="en-US" dirty="0"/>
              <a:t>Sample Lot: Introduction…1</a:t>
            </a:r>
          </a:p>
        </p:txBody>
      </p:sp>
      <p:graphicFrame>
        <p:nvGraphicFramePr>
          <p:cNvPr id="9" name="Diagram 8">
            <a:extLst>
              <a:ext uri="{FF2B5EF4-FFF2-40B4-BE49-F238E27FC236}">
                <a16:creationId xmlns:a16="http://schemas.microsoft.com/office/drawing/2014/main" id="{54346EB6-F1D6-B0AC-7FC4-0B2635C8902B}"/>
              </a:ext>
            </a:extLst>
          </p:cNvPr>
          <p:cNvGraphicFramePr/>
          <p:nvPr>
            <p:extLst>
              <p:ext uri="{D42A27DB-BD31-4B8C-83A1-F6EECF244321}">
                <p14:modId xmlns:p14="http://schemas.microsoft.com/office/powerpoint/2010/main" val="907044472"/>
              </p:ext>
            </p:extLst>
          </p:nvPr>
        </p:nvGraphicFramePr>
        <p:xfrm>
          <a:off x="457199" y="4363453"/>
          <a:ext cx="8638675" cy="2101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BE0B9982-1981-BC9B-3055-927CAC8BD944}"/>
              </a:ext>
            </a:extLst>
          </p:cNvPr>
          <p:cNvSpPr txBox="1"/>
          <p:nvPr/>
        </p:nvSpPr>
        <p:spPr>
          <a:xfrm>
            <a:off x="457199" y="1331495"/>
            <a:ext cx="8686801" cy="4524315"/>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The Sample Lot object in VEEVA CRM contains all Lot #s for products that are available to users. The records in this object are visible only to the record owners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unique key constraint to the Sample Lot object is a combination of Lot #, the Sample name, and the Owner fields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Sample Lot object has a master-detail relationship with the Sample Transactions object in the detail side</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Sample Lot object is governed by strict security measures preventing users from updating or deleting Sample Lots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Administrators can be provided with access to delete Sample Lots but a trigger prevents the same to be deleted if Sample Transactions exist for the Sample Lot record that is being deleted</a:t>
            </a:r>
          </a:p>
          <a:p>
            <a:endParaRPr lang="en-US" sz="1800" dirty="0">
              <a:solidFill>
                <a:schemeClr val="tx1"/>
              </a:solidFill>
            </a:endParaRPr>
          </a:p>
        </p:txBody>
      </p:sp>
    </p:spTree>
    <p:extLst>
      <p:ext uri="{BB962C8B-B14F-4D97-AF65-F5344CB8AC3E}">
        <p14:creationId xmlns:p14="http://schemas.microsoft.com/office/powerpoint/2010/main" val="3427747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17</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552214"/>
            <a:ext cx="10499790" cy="369332"/>
          </a:xfrm>
        </p:spPr>
        <p:txBody>
          <a:bodyPr/>
          <a:lstStyle/>
          <a:p>
            <a:r>
              <a:rPr lang="en-US" dirty="0"/>
              <a:t>Sample Lot: Introduction…2</a:t>
            </a:r>
          </a:p>
        </p:txBody>
      </p:sp>
      <p:graphicFrame>
        <p:nvGraphicFramePr>
          <p:cNvPr id="9" name="Diagram 8">
            <a:extLst>
              <a:ext uri="{FF2B5EF4-FFF2-40B4-BE49-F238E27FC236}">
                <a16:creationId xmlns:a16="http://schemas.microsoft.com/office/drawing/2014/main" id="{54346EB6-F1D6-B0AC-7FC4-0B2635C8902B}"/>
              </a:ext>
            </a:extLst>
          </p:cNvPr>
          <p:cNvGraphicFramePr/>
          <p:nvPr/>
        </p:nvGraphicFramePr>
        <p:xfrm>
          <a:off x="457199" y="4363453"/>
          <a:ext cx="8638675" cy="2101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BE0B9982-1981-BC9B-3055-927CAC8BD944}"/>
              </a:ext>
            </a:extLst>
          </p:cNvPr>
          <p:cNvSpPr txBox="1"/>
          <p:nvPr/>
        </p:nvSpPr>
        <p:spPr>
          <a:xfrm>
            <a:off x="457199" y="1331495"/>
            <a:ext cx="8686801" cy="4247317"/>
          </a:xfrm>
          <a:prstGeom prst="rect">
            <a:avLst/>
          </a:prstGeom>
          <a:noFill/>
        </p:spPr>
        <p:txBody>
          <a:bodyPr wrap="square">
            <a:spAutoFit/>
          </a:bodyPr>
          <a:lstStyle/>
          <a:p>
            <a:r>
              <a:rPr lang="en-US" sz="1800" dirty="0">
                <a:solidFill>
                  <a:schemeClr val="tx1"/>
                </a:solidFill>
              </a:rPr>
              <a:t>Only the Active Sample Lots are displayed in My Sample page for a user </a:t>
            </a:r>
          </a:p>
          <a:p>
            <a:endParaRPr lang="en-US" sz="1800" dirty="0">
              <a:solidFill>
                <a:schemeClr val="tx1"/>
              </a:solidFill>
            </a:endParaRPr>
          </a:p>
          <a:p>
            <a:r>
              <a:rPr lang="en-US" sz="1800" dirty="0">
                <a:solidFill>
                  <a:schemeClr val="tx1"/>
                </a:solidFill>
              </a:rPr>
              <a:t>However, inactive Sample Lots which have been modified in last 60 days are also available in the list – this allows users to deselect a Sample Lot and select it again in case of user error</a:t>
            </a:r>
          </a:p>
          <a:p>
            <a:endParaRPr lang="en-US" sz="1800" dirty="0">
              <a:solidFill>
                <a:schemeClr val="tx1"/>
              </a:solidFill>
            </a:endParaRPr>
          </a:p>
          <a:p>
            <a:r>
              <a:rPr lang="en-US" sz="1800" b="1" dirty="0">
                <a:solidFill>
                  <a:schemeClr val="tx1"/>
                </a:solidFill>
              </a:rPr>
              <a:t>Note:</a:t>
            </a:r>
          </a:p>
          <a:p>
            <a:endParaRPr lang="en-US" sz="1800" b="1" dirty="0">
              <a:solidFill>
                <a:schemeClr val="tx1"/>
              </a:solidFill>
            </a:endParaRPr>
          </a:p>
          <a:p>
            <a:pPr lvl="1"/>
            <a:r>
              <a:rPr lang="en-US" sz="1800" dirty="0">
                <a:solidFill>
                  <a:schemeClr val="tx1"/>
                </a:solidFill>
              </a:rPr>
              <a:t>Active Sample Lots display on all calls even if the user does not have access to the parent product in their My Setup</a:t>
            </a:r>
          </a:p>
          <a:p>
            <a:pPr lvl="1"/>
            <a:endParaRPr lang="en-US" sz="1800" dirty="0">
              <a:solidFill>
                <a:schemeClr val="tx1"/>
              </a:solidFill>
            </a:endParaRPr>
          </a:p>
          <a:p>
            <a:pPr lvl="1"/>
            <a:r>
              <a:rPr lang="en-US" sz="1800" dirty="0">
                <a:solidFill>
                  <a:schemeClr val="tx1"/>
                </a:solidFill>
              </a:rPr>
              <a:t>Enabling the ENABLE_NEG_SAMPLE_INDICATOR VEEVA Setting will display an indicator when a sample drop or transfer would create a negative balance of inventory for a given sample lot</a:t>
            </a:r>
          </a:p>
          <a:p>
            <a:endParaRPr lang="en-US" sz="1800" dirty="0">
              <a:solidFill>
                <a:schemeClr val="tx1"/>
              </a:solidFill>
            </a:endParaRPr>
          </a:p>
        </p:txBody>
      </p:sp>
    </p:spTree>
    <p:extLst>
      <p:ext uri="{BB962C8B-B14F-4D97-AF65-F5344CB8AC3E}">
        <p14:creationId xmlns:p14="http://schemas.microsoft.com/office/powerpoint/2010/main" val="3124445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18</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457199" y="552214"/>
            <a:ext cx="10499790" cy="369332"/>
          </a:xfrm>
        </p:spPr>
        <p:txBody>
          <a:bodyPr/>
          <a:lstStyle/>
          <a:p>
            <a:r>
              <a:rPr lang="en-US" dirty="0"/>
              <a:t>Sample Lot: Lot Catalog…1</a:t>
            </a:r>
          </a:p>
        </p:txBody>
      </p:sp>
      <p:graphicFrame>
        <p:nvGraphicFramePr>
          <p:cNvPr id="9" name="Diagram 8">
            <a:extLst>
              <a:ext uri="{FF2B5EF4-FFF2-40B4-BE49-F238E27FC236}">
                <a16:creationId xmlns:a16="http://schemas.microsoft.com/office/drawing/2014/main" id="{54346EB6-F1D6-B0AC-7FC4-0B2635C8902B}"/>
              </a:ext>
            </a:extLst>
          </p:cNvPr>
          <p:cNvGraphicFramePr/>
          <p:nvPr/>
        </p:nvGraphicFramePr>
        <p:xfrm>
          <a:off x="457199" y="4363453"/>
          <a:ext cx="8638675" cy="2101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BE0B9982-1981-BC9B-3055-927CAC8BD944}"/>
              </a:ext>
            </a:extLst>
          </p:cNvPr>
          <p:cNvSpPr txBox="1"/>
          <p:nvPr/>
        </p:nvSpPr>
        <p:spPr>
          <a:xfrm>
            <a:off x="457199" y="1305341"/>
            <a:ext cx="8686801" cy="4801314"/>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The Lot Catalog contains all Samples and their corresponding Lot #s that are available to the entire organization. Administrators use Log Catalog to generate Sample Lots for users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Lot Catalog in VEEVA CRM can be configured using the below steps:</a:t>
            </a:r>
          </a:p>
          <a:p>
            <a:pPr marL="742950" lvl="1" indent="-285750">
              <a:buFont typeface="Arial" panose="020B0604020202020204" pitchFamily="34" charset="0"/>
              <a:buChar char="•"/>
            </a:pPr>
            <a:r>
              <a:rPr lang="en-US" sz="1800" dirty="0">
                <a:solidFill>
                  <a:schemeClr val="tx1"/>
                </a:solidFill>
              </a:rPr>
              <a:t>Create Samples in Product Catalog</a:t>
            </a:r>
          </a:p>
          <a:p>
            <a:pPr marL="742950" lvl="1" indent="-285750">
              <a:buFont typeface="Arial" panose="020B0604020202020204" pitchFamily="34" charset="0"/>
              <a:buChar char="•"/>
            </a:pPr>
            <a:r>
              <a:rPr lang="en-US" sz="1800" dirty="0">
                <a:solidFill>
                  <a:schemeClr val="tx1"/>
                </a:solidFill>
              </a:rPr>
              <a:t>The Name of the Sample created in the previous step need to be included in the Sample picklist in the Lot Catalog object. Please note that the picklist value must be an exact literal match of the Sample Name created in Product Catalog</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Lot catalog can be created in any of the 3 methods below:</a:t>
            </a:r>
          </a:p>
          <a:p>
            <a:pPr marL="742950" lvl="1" indent="-285750">
              <a:buFont typeface="Arial" panose="020B0604020202020204" pitchFamily="34" charset="0"/>
              <a:buChar char="•"/>
            </a:pPr>
            <a:r>
              <a:rPr lang="en-US" sz="1800" dirty="0">
                <a:solidFill>
                  <a:schemeClr val="tx1"/>
                </a:solidFill>
              </a:rPr>
              <a:t>Manual creation from application</a:t>
            </a:r>
          </a:p>
          <a:p>
            <a:pPr marL="742950" lvl="1" indent="-285750">
              <a:buFont typeface="Arial" panose="020B0604020202020204" pitchFamily="34" charset="0"/>
              <a:buChar char="•"/>
            </a:pPr>
            <a:r>
              <a:rPr lang="en-US" sz="1800" dirty="0">
                <a:solidFill>
                  <a:schemeClr val="tx1"/>
                </a:solidFill>
              </a:rPr>
              <a:t>Data loading via the Data Loader tool</a:t>
            </a:r>
          </a:p>
          <a:p>
            <a:pPr marL="742950" lvl="1" indent="-285750">
              <a:buFont typeface="Arial" panose="020B0604020202020204" pitchFamily="34" charset="0"/>
              <a:buChar char="•"/>
            </a:pPr>
            <a:r>
              <a:rPr lang="en-US" sz="1800" dirty="0">
                <a:solidFill>
                  <a:schemeClr val="tx1"/>
                </a:solidFill>
              </a:rPr>
              <a:t>Integration to a back-office system or 3rd party application through the Salesforce API</a:t>
            </a:r>
            <a:endParaRPr lang="en-US" sz="2000" dirty="0">
              <a:solidFill>
                <a:schemeClr val="tx1"/>
              </a:solidFill>
            </a:endParaRPr>
          </a:p>
          <a:p>
            <a:endParaRPr lang="en-US" sz="1800" dirty="0">
              <a:solidFill>
                <a:schemeClr val="tx1"/>
              </a:solidFill>
            </a:endParaRPr>
          </a:p>
        </p:txBody>
      </p:sp>
    </p:spTree>
    <p:extLst>
      <p:ext uri="{BB962C8B-B14F-4D97-AF65-F5344CB8AC3E}">
        <p14:creationId xmlns:p14="http://schemas.microsoft.com/office/powerpoint/2010/main" val="4268797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737618" y="6263640"/>
            <a:ext cx="1198179" cy="365125"/>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a:xfrm>
            <a:off x="152401" y="6263639"/>
            <a:ext cx="352097" cy="365760"/>
          </a:xfrm>
        </p:spPr>
        <p:txBody>
          <a:bodyPr/>
          <a:lstStyle/>
          <a:p>
            <a:fld id="{C53E075B-3175-45CF-B3C7-FEDF3F5961E3}" type="slidenum">
              <a:rPr lang="en-US" smtClean="0"/>
              <a:pPr/>
              <a:t>19</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52401" y="552214"/>
            <a:ext cx="10499790" cy="369332"/>
          </a:xfrm>
        </p:spPr>
        <p:txBody>
          <a:bodyPr/>
          <a:lstStyle/>
          <a:p>
            <a:r>
              <a:rPr lang="en-US" dirty="0"/>
              <a:t>Sample Lot: Lot Catalog…2</a:t>
            </a:r>
          </a:p>
        </p:txBody>
      </p:sp>
      <p:graphicFrame>
        <p:nvGraphicFramePr>
          <p:cNvPr id="9" name="Diagram 8">
            <a:extLst>
              <a:ext uri="{FF2B5EF4-FFF2-40B4-BE49-F238E27FC236}">
                <a16:creationId xmlns:a16="http://schemas.microsoft.com/office/drawing/2014/main" id="{54346EB6-F1D6-B0AC-7FC4-0B2635C8902B}"/>
              </a:ext>
            </a:extLst>
          </p:cNvPr>
          <p:cNvGraphicFramePr/>
          <p:nvPr>
            <p:extLst>
              <p:ext uri="{D42A27DB-BD31-4B8C-83A1-F6EECF244321}">
                <p14:modId xmlns:p14="http://schemas.microsoft.com/office/powerpoint/2010/main" val="2565864423"/>
              </p:ext>
            </p:extLst>
          </p:nvPr>
        </p:nvGraphicFramePr>
        <p:xfrm>
          <a:off x="152401" y="4363453"/>
          <a:ext cx="8638675" cy="2101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299AA348-1CA3-FD95-1DC8-B7FF45F1A166}"/>
              </a:ext>
            </a:extLst>
          </p:cNvPr>
          <p:cNvPicPr>
            <a:picLocks noChangeAspect="1"/>
          </p:cNvPicPr>
          <p:nvPr/>
        </p:nvPicPr>
        <p:blipFill>
          <a:blip r:embed="rId7"/>
          <a:stretch>
            <a:fillRect/>
          </a:stretch>
        </p:blipFill>
        <p:spPr>
          <a:xfrm>
            <a:off x="1524002" y="1676400"/>
            <a:ext cx="8534400" cy="1600200"/>
          </a:xfrm>
          <a:prstGeom prst="rect">
            <a:avLst/>
          </a:prstGeom>
          <a:ln>
            <a:solidFill>
              <a:schemeClr val="tx1"/>
            </a:solidFill>
          </a:ln>
        </p:spPr>
      </p:pic>
      <p:pic>
        <p:nvPicPr>
          <p:cNvPr id="8" name="Picture 7">
            <a:extLst>
              <a:ext uri="{FF2B5EF4-FFF2-40B4-BE49-F238E27FC236}">
                <a16:creationId xmlns:a16="http://schemas.microsoft.com/office/drawing/2014/main" id="{1B03F313-9D9C-9BC9-F218-296BA1B187A2}"/>
              </a:ext>
            </a:extLst>
          </p:cNvPr>
          <p:cNvPicPr>
            <a:picLocks noChangeAspect="1"/>
          </p:cNvPicPr>
          <p:nvPr/>
        </p:nvPicPr>
        <p:blipFill>
          <a:blip r:embed="rId8"/>
          <a:stretch>
            <a:fillRect/>
          </a:stretch>
        </p:blipFill>
        <p:spPr>
          <a:xfrm>
            <a:off x="1524002" y="4114800"/>
            <a:ext cx="8534400" cy="1714500"/>
          </a:xfrm>
          <a:prstGeom prst="rect">
            <a:avLst/>
          </a:prstGeom>
          <a:ln>
            <a:solidFill>
              <a:schemeClr val="tx1"/>
            </a:solidFill>
          </a:ln>
        </p:spPr>
      </p:pic>
      <p:sp>
        <p:nvSpPr>
          <p:cNvPr id="10" name="TextBox 9">
            <a:extLst>
              <a:ext uri="{FF2B5EF4-FFF2-40B4-BE49-F238E27FC236}">
                <a16:creationId xmlns:a16="http://schemas.microsoft.com/office/drawing/2014/main" id="{3A950759-1BCB-9EB1-106A-92476C23CCEC}"/>
              </a:ext>
            </a:extLst>
          </p:cNvPr>
          <p:cNvSpPr txBox="1"/>
          <p:nvPr/>
        </p:nvSpPr>
        <p:spPr>
          <a:xfrm>
            <a:off x="4572002" y="1295400"/>
            <a:ext cx="2438400" cy="369332"/>
          </a:xfrm>
          <a:prstGeom prst="rect">
            <a:avLst/>
          </a:prstGeom>
          <a:noFill/>
        </p:spPr>
        <p:txBody>
          <a:bodyPr wrap="square" rtlCol="0">
            <a:spAutoFit/>
          </a:bodyPr>
          <a:lstStyle/>
          <a:p>
            <a:pPr algn="ctr"/>
            <a:r>
              <a:rPr lang="en-US" b="1" dirty="0">
                <a:latin typeface="Arial" panose="020B0604020202020204" pitchFamily="34" charset="0"/>
                <a:cs typeface="Arial" panose="020B0604020202020204" pitchFamily="34" charset="0"/>
              </a:rPr>
              <a:t>Sample Lot</a:t>
            </a:r>
          </a:p>
        </p:txBody>
      </p:sp>
      <p:sp>
        <p:nvSpPr>
          <p:cNvPr id="11" name="TextBox 10">
            <a:extLst>
              <a:ext uri="{FF2B5EF4-FFF2-40B4-BE49-F238E27FC236}">
                <a16:creationId xmlns:a16="http://schemas.microsoft.com/office/drawing/2014/main" id="{722DB575-CF5D-5D55-90F0-44F483C84A79}"/>
              </a:ext>
            </a:extLst>
          </p:cNvPr>
          <p:cNvSpPr txBox="1"/>
          <p:nvPr/>
        </p:nvSpPr>
        <p:spPr>
          <a:xfrm>
            <a:off x="4686302" y="3733800"/>
            <a:ext cx="2209800" cy="369332"/>
          </a:xfrm>
          <a:prstGeom prst="rect">
            <a:avLst/>
          </a:prstGeom>
          <a:noFill/>
        </p:spPr>
        <p:txBody>
          <a:bodyPr wrap="square" rtlCol="0">
            <a:spAutoFit/>
          </a:bodyPr>
          <a:lstStyle>
            <a:defPPr>
              <a:defRPr lang="en-US"/>
            </a:defPPr>
            <a:lvl1pPr algn="ctr">
              <a:defRPr b="1">
                <a:latin typeface="Arial" panose="020B0604020202020204" pitchFamily="34" charset="0"/>
                <a:cs typeface="Arial" panose="020B0604020202020204" pitchFamily="34" charset="0"/>
              </a:defRPr>
            </a:lvl1pPr>
          </a:lstStyle>
          <a:p>
            <a:r>
              <a:rPr lang="en-US" dirty="0"/>
              <a:t>Lot Catalog</a:t>
            </a:r>
          </a:p>
        </p:txBody>
      </p:sp>
      <p:sp>
        <p:nvSpPr>
          <p:cNvPr id="14" name="Rectangle 13">
            <a:extLst>
              <a:ext uri="{FF2B5EF4-FFF2-40B4-BE49-F238E27FC236}">
                <a16:creationId xmlns:a16="http://schemas.microsoft.com/office/drawing/2014/main" id="{84D16178-19FF-D36B-C811-59FE33C5EB02}"/>
              </a:ext>
            </a:extLst>
          </p:cNvPr>
          <p:cNvSpPr/>
          <p:nvPr/>
        </p:nvSpPr>
        <p:spPr>
          <a:xfrm>
            <a:off x="2627630" y="1945720"/>
            <a:ext cx="1410973" cy="568881"/>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DADA1745-9DAA-1CC2-6AC6-D83711E4B76F}"/>
              </a:ext>
            </a:extLst>
          </p:cNvPr>
          <p:cNvSpPr/>
          <p:nvPr/>
        </p:nvSpPr>
        <p:spPr>
          <a:xfrm>
            <a:off x="2634454" y="4476398"/>
            <a:ext cx="1410973" cy="476602"/>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42A1AE9C-707C-0E7C-835C-7BDDC9DC264B}"/>
              </a:ext>
            </a:extLst>
          </p:cNvPr>
          <p:cNvSpPr/>
          <p:nvPr/>
        </p:nvSpPr>
        <p:spPr>
          <a:xfrm>
            <a:off x="6680706" y="5105400"/>
            <a:ext cx="2768097" cy="476602"/>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443655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a:xfrm>
            <a:off x="737618" y="6263640"/>
            <a:ext cx="1198179" cy="365125"/>
          </a:xfrm>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a:xfrm>
            <a:off x="152401" y="6263639"/>
            <a:ext cx="352097" cy="365760"/>
          </a:xfrm>
        </p:spPr>
        <p:txBody>
          <a:bodyPr/>
          <a:lstStyle/>
          <a:p>
            <a:fld id="{C53E075B-3175-45CF-B3C7-FEDF3F5961E3}" type="slidenum">
              <a:rPr lang="en-US" smtClean="0"/>
              <a:pPr/>
              <a:t>20</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152401" y="552214"/>
            <a:ext cx="10499790" cy="369332"/>
          </a:xfrm>
        </p:spPr>
        <p:txBody>
          <a:bodyPr/>
          <a:lstStyle/>
          <a:p>
            <a:r>
              <a:rPr lang="en-US" dirty="0"/>
              <a:t>Creating Sample Lots: from Lot Catalog Tab</a:t>
            </a:r>
          </a:p>
        </p:txBody>
      </p:sp>
      <p:sp>
        <p:nvSpPr>
          <p:cNvPr id="7" name="TextBox 6">
            <a:extLst>
              <a:ext uri="{FF2B5EF4-FFF2-40B4-BE49-F238E27FC236}">
                <a16:creationId xmlns:a16="http://schemas.microsoft.com/office/drawing/2014/main" id="{AA572E44-41E8-8F61-5763-83CAD2E5988E}"/>
              </a:ext>
            </a:extLst>
          </p:cNvPr>
          <p:cNvSpPr txBox="1"/>
          <p:nvPr/>
        </p:nvSpPr>
        <p:spPr>
          <a:xfrm>
            <a:off x="352926" y="1187116"/>
            <a:ext cx="8795084" cy="2862322"/>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In VEEVA CRM Sample Lots can be created from the Lot Catalog Tab by using the Create Sample Lots button</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This button allows an administrator to select multiple Lot Catalog records and generate Sample Lot records for a particular user</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In order to provide user, the permission to use the Create Sample Lots button effectively, user should be given access to </a:t>
            </a:r>
          </a:p>
          <a:p>
            <a:pPr marL="742950" lvl="1" indent="-285750">
              <a:buFont typeface="Arial" panose="020B0604020202020204" pitchFamily="34" charset="0"/>
              <a:buChar char="•"/>
            </a:pPr>
            <a:r>
              <a:rPr lang="en-US" sz="1800" dirty="0">
                <a:solidFill>
                  <a:schemeClr val="tx1"/>
                </a:solidFill>
              </a:rPr>
              <a:t>the Visualforce page </a:t>
            </a:r>
            <a:r>
              <a:rPr lang="en-US" sz="1800" dirty="0" err="1">
                <a:solidFill>
                  <a:schemeClr val="tx1"/>
                </a:solidFill>
              </a:rPr>
              <a:t>CreateSampleLots_vod</a:t>
            </a:r>
            <a:r>
              <a:rPr lang="en-US" sz="1800" dirty="0">
                <a:solidFill>
                  <a:schemeClr val="tx1"/>
                </a:solidFill>
              </a:rPr>
              <a:t> and</a:t>
            </a:r>
          </a:p>
          <a:p>
            <a:pPr marL="742950" lvl="1" indent="-285750">
              <a:buFont typeface="Arial" panose="020B0604020202020204" pitchFamily="34" charset="0"/>
              <a:buChar char="•"/>
            </a:pPr>
            <a:r>
              <a:rPr lang="en-US" sz="1800" dirty="0">
                <a:solidFill>
                  <a:schemeClr val="tx1"/>
                </a:solidFill>
              </a:rPr>
              <a:t>the Apex Class </a:t>
            </a:r>
            <a:r>
              <a:rPr lang="en-US" sz="1800" dirty="0" err="1">
                <a:solidFill>
                  <a:schemeClr val="tx1"/>
                </a:solidFill>
              </a:rPr>
              <a:t>VOD_GetRecordIds</a:t>
            </a:r>
            <a:endParaRPr lang="en-US" sz="1800" dirty="0">
              <a:solidFill>
                <a:schemeClr val="tx1"/>
              </a:solidFill>
            </a:endParaRPr>
          </a:p>
        </p:txBody>
      </p:sp>
    </p:spTree>
    <p:extLst>
      <p:ext uri="{BB962C8B-B14F-4D97-AF65-F5344CB8AC3E}">
        <p14:creationId xmlns:p14="http://schemas.microsoft.com/office/powerpoint/2010/main" val="2207280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dirty="0">
                <a:solidFill>
                  <a:srgbClr val="00718F"/>
                </a:solidFill>
                <a:latin typeface="Arial" panose="020B0604020202020204" pitchFamily="34" charset="0"/>
                <a:cs typeface="Arial" panose="020B0604020202020204" pitchFamily="34" charset="0"/>
              </a:rPr>
              <a:t>Sample Management in VEEVA</a:t>
            </a: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669192" y="4153375"/>
            <a:ext cx="4983904" cy="527600"/>
          </a:xfrm>
        </p:spPr>
        <p:txBody>
          <a:bodyPr/>
          <a:lstStyle/>
          <a:p>
            <a:r>
              <a:rPr lang="en-US" sz="3200" b="1" dirty="0">
                <a:latin typeface="Arial" panose="020B0604020202020204" pitchFamily="34" charset="0"/>
                <a:cs typeface="Arial" panose="020B0604020202020204" pitchFamily="34" charset="0"/>
              </a:rPr>
              <a:t>Sample Transaction</a:t>
            </a:r>
            <a:endParaRPr lang="en-US" sz="3200" b="1" dirty="0"/>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077232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22</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411798"/>
            <a:ext cx="10807700" cy="647994"/>
          </a:xfrm>
        </p:spPr>
        <p:txBody>
          <a:bodyPr/>
          <a:lstStyle/>
          <a:p>
            <a:r>
              <a:rPr lang="en-US" dirty="0"/>
              <a:t>Sample Transactions</a:t>
            </a:r>
          </a:p>
        </p:txBody>
      </p:sp>
      <p:pic>
        <p:nvPicPr>
          <p:cNvPr id="6" name="Picture 5">
            <a:extLst>
              <a:ext uri="{FF2B5EF4-FFF2-40B4-BE49-F238E27FC236}">
                <a16:creationId xmlns:a16="http://schemas.microsoft.com/office/drawing/2014/main" id="{A73DE2FC-5234-DF3A-0F19-82A5BD864C9F}"/>
              </a:ext>
            </a:extLst>
          </p:cNvPr>
          <p:cNvPicPr>
            <a:picLocks noChangeAspect="1"/>
          </p:cNvPicPr>
          <p:nvPr/>
        </p:nvPicPr>
        <p:blipFill>
          <a:blip r:embed="rId2"/>
          <a:stretch>
            <a:fillRect/>
          </a:stretch>
        </p:blipFill>
        <p:spPr>
          <a:xfrm>
            <a:off x="457199" y="1059792"/>
            <a:ext cx="7618415" cy="5227161"/>
          </a:xfrm>
          <a:prstGeom prst="rect">
            <a:avLst/>
          </a:prstGeom>
        </p:spPr>
      </p:pic>
    </p:spTree>
    <p:extLst>
      <p:ext uri="{BB962C8B-B14F-4D97-AF65-F5344CB8AC3E}">
        <p14:creationId xmlns:p14="http://schemas.microsoft.com/office/powerpoint/2010/main" val="384398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23</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411798"/>
            <a:ext cx="10807700" cy="369332"/>
          </a:xfrm>
        </p:spPr>
        <p:txBody>
          <a:bodyPr/>
          <a:lstStyle/>
          <a:p>
            <a:r>
              <a:rPr lang="en-US" dirty="0"/>
              <a:t>Sample Transactions: Introduction…1</a:t>
            </a:r>
          </a:p>
        </p:txBody>
      </p:sp>
      <p:sp>
        <p:nvSpPr>
          <p:cNvPr id="7" name="TextBox 6">
            <a:extLst>
              <a:ext uri="{FF2B5EF4-FFF2-40B4-BE49-F238E27FC236}">
                <a16:creationId xmlns:a16="http://schemas.microsoft.com/office/drawing/2014/main" id="{8541993A-7A65-7D7E-A363-B647FC5C70D3}"/>
              </a:ext>
            </a:extLst>
          </p:cNvPr>
          <p:cNvSpPr txBox="1"/>
          <p:nvPr/>
        </p:nvSpPr>
        <p:spPr>
          <a:xfrm>
            <a:off x="308534" y="1155032"/>
            <a:ext cx="8847497" cy="3416320"/>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Five types of Sample Transactions exist in VEEVA CRM are:</a:t>
            </a:r>
          </a:p>
          <a:p>
            <a:pPr marL="742950" lvl="1" indent="-285750">
              <a:buFont typeface="Arial" panose="020B0604020202020204" pitchFamily="34" charset="0"/>
              <a:buChar char="•"/>
            </a:pPr>
            <a:r>
              <a:rPr lang="en-US" sz="1800" dirty="0">
                <a:solidFill>
                  <a:schemeClr val="tx1"/>
                </a:solidFill>
              </a:rPr>
              <a:t>Adjustment</a:t>
            </a:r>
          </a:p>
          <a:p>
            <a:pPr marL="742950" lvl="1" indent="-285750">
              <a:buFont typeface="Arial" panose="020B0604020202020204" pitchFamily="34" charset="0"/>
              <a:buChar char="•"/>
            </a:pPr>
            <a:r>
              <a:rPr lang="en-US" sz="1800" dirty="0">
                <a:solidFill>
                  <a:schemeClr val="tx1"/>
                </a:solidFill>
              </a:rPr>
              <a:t>Return</a:t>
            </a:r>
          </a:p>
          <a:p>
            <a:pPr marL="742950" lvl="1" indent="-285750">
              <a:buFont typeface="Arial" panose="020B0604020202020204" pitchFamily="34" charset="0"/>
              <a:buChar char="•"/>
            </a:pPr>
            <a:r>
              <a:rPr lang="en-US" sz="1800" dirty="0">
                <a:solidFill>
                  <a:schemeClr val="tx1"/>
                </a:solidFill>
              </a:rPr>
              <a:t>Disbursement</a:t>
            </a:r>
          </a:p>
          <a:p>
            <a:pPr marL="742950" lvl="1" indent="-285750">
              <a:buFont typeface="Arial" panose="020B0604020202020204" pitchFamily="34" charset="0"/>
              <a:buChar char="•"/>
            </a:pPr>
            <a:r>
              <a:rPr lang="en-US" sz="1800" dirty="0">
                <a:solidFill>
                  <a:schemeClr val="tx1"/>
                </a:solidFill>
              </a:rPr>
              <a:t>Transfer</a:t>
            </a:r>
          </a:p>
          <a:p>
            <a:pPr marL="742950" lvl="1" indent="-285750">
              <a:buFont typeface="Arial" panose="020B0604020202020204" pitchFamily="34" charset="0"/>
              <a:buChar char="•"/>
            </a:pPr>
            <a:r>
              <a:rPr lang="en-US" sz="1800" dirty="0">
                <a:solidFill>
                  <a:schemeClr val="tx1"/>
                </a:solidFill>
              </a:rPr>
              <a:t>Receipt</a:t>
            </a:r>
          </a:p>
          <a:p>
            <a:pPr marL="742950" lvl="1"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In Sample Transactions object the above Transaction Types are controlled by Record Type – one for each transaction type</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Sample Transactions are stored in the object Sample_Transaction_</a:t>
            </a:r>
            <a:r>
              <a:rPr lang="en-US" sz="1800" dirty="0" err="1">
                <a:solidFill>
                  <a:schemeClr val="tx1"/>
                </a:solidFill>
              </a:rPr>
              <a:t>vod</a:t>
            </a:r>
            <a:r>
              <a:rPr lang="en-US" sz="1800" dirty="0">
                <a:solidFill>
                  <a:schemeClr val="tx1"/>
                </a:solidFill>
              </a:rPr>
              <a:t>__c which is on the detail side of a master-detail relationship with Sample Lot object</a:t>
            </a:r>
          </a:p>
        </p:txBody>
      </p:sp>
    </p:spTree>
    <p:extLst>
      <p:ext uri="{BB962C8B-B14F-4D97-AF65-F5344CB8AC3E}">
        <p14:creationId xmlns:p14="http://schemas.microsoft.com/office/powerpoint/2010/main" val="2477189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24</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411798"/>
            <a:ext cx="10807700" cy="369332"/>
          </a:xfrm>
        </p:spPr>
        <p:txBody>
          <a:bodyPr/>
          <a:lstStyle/>
          <a:p>
            <a:r>
              <a:rPr lang="en-US" dirty="0"/>
              <a:t>Sample Transactions: Introduction…2</a:t>
            </a:r>
          </a:p>
        </p:txBody>
      </p:sp>
      <p:sp>
        <p:nvSpPr>
          <p:cNvPr id="7" name="TextBox 6">
            <a:extLst>
              <a:ext uri="{FF2B5EF4-FFF2-40B4-BE49-F238E27FC236}">
                <a16:creationId xmlns:a16="http://schemas.microsoft.com/office/drawing/2014/main" id="{8541993A-7A65-7D7E-A363-B647FC5C70D3}"/>
              </a:ext>
            </a:extLst>
          </p:cNvPr>
          <p:cNvSpPr txBox="1"/>
          <p:nvPr/>
        </p:nvSpPr>
        <p:spPr>
          <a:xfrm>
            <a:off x="308534" y="1155032"/>
            <a:ext cx="8963803" cy="3139321"/>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To meet certain compliance requirements an Apex trigger exists on the Sample Transaction object to prevent the deletion of Sample Transaction records if the Status field of the Sample Transaction record is equal to Submitted</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Administrators can be provided with permissions to unlock and edit/delete a Sample Transaction record</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All modifications and deletions of Sample Transaction records are logged in the Sample Transaction Audit object, which is read-only, to provide historical visibility of modifications and deletes of Sample Transaction records</a:t>
            </a:r>
          </a:p>
          <a:p>
            <a:pPr marL="285750" indent="-285750">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3830842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25</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411798"/>
            <a:ext cx="10807700" cy="369332"/>
          </a:xfrm>
        </p:spPr>
        <p:txBody>
          <a:bodyPr/>
          <a:lstStyle/>
          <a:p>
            <a:r>
              <a:rPr lang="en-US" dirty="0"/>
              <a:t>Grouping </a:t>
            </a:r>
            <a:r>
              <a:rPr lang="en-US" dirty="0" err="1"/>
              <a:t>SampleTransactions</a:t>
            </a:r>
            <a:r>
              <a:rPr lang="en-US" dirty="0"/>
              <a:t>…1</a:t>
            </a:r>
          </a:p>
        </p:txBody>
      </p:sp>
      <p:sp>
        <p:nvSpPr>
          <p:cNvPr id="7" name="TextBox 6">
            <a:extLst>
              <a:ext uri="{FF2B5EF4-FFF2-40B4-BE49-F238E27FC236}">
                <a16:creationId xmlns:a16="http://schemas.microsoft.com/office/drawing/2014/main" id="{8541993A-7A65-7D7E-A363-B647FC5C70D3}"/>
              </a:ext>
            </a:extLst>
          </p:cNvPr>
          <p:cNvSpPr txBox="1"/>
          <p:nvPr/>
        </p:nvSpPr>
        <p:spPr>
          <a:xfrm>
            <a:off x="308534" y="813891"/>
            <a:ext cx="8963803" cy="5632311"/>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VEEVA CRM allows users to enter multiple sample lot line items as one transaction</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In order to configure this, the fields </a:t>
            </a:r>
            <a:r>
              <a:rPr lang="en-US" sz="1800" b="1" dirty="0" err="1">
                <a:solidFill>
                  <a:schemeClr val="tx1"/>
                </a:solidFill>
              </a:rPr>
              <a:t>Group_Transaction_Id_vod</a:t>
            </a:r>
            <a:r>
              <a:rPr lang="en-US" sz="1800" dirty="0">
                <a:solidFill>
                  <a:schemeClr val="tx1"/>
                </a:solidFill>
              </a:rPr>
              <a:t> and </a:t>
            </a:r>
            <a:r>
              <a:rPr lang="en-US" sz="1800" b="1" dirty="0" err="1">
                <a:solidFill>
                  <a:schemeClr val="tx1"/>
                </a:solidFill>
              </a:rPr>
              <a:t>zvod_Sample_Lines_vod</a:t>
            </a:r>
            <a:r>
              <a:rPr lang="en-US" sz="1800" dirty="0">
                <a:solidFill>
                  <a:schemeClr val="tx1"/>
                </a:solidFill>
              </a:rPr>
              <a:t> need to be added to the Sample Transactions object</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Using this functionality, user can add additional samples using the </a:t>
            </a:r>
            <a:r>
              <a:rPr lang="en-US" sz="1800" b="1" dirty="0">
                <a:solidFill>
                  <a:schemeClr val="tx1"/>
                </a:solidFill>
              </a:rPr>
              <a:t>Add Line Item </a:t>
            </a:r>
            <a:r>
              <a:rPr lang="en-US" sz="1800" dirty="0">
                <a:solidFill>
                  <a:schemeClr val="tx1"/>
                </a:solidFill>
              </a:rPr>
              <a:t>link, as well as delete lines using the </a:t>
            </a:r>
            <a:r>
              <a:rPr lang="en-US" sz="1800" b="1" dirty="0">
                <a:solidFill>
                  <a:schemeClr val="tx1"/>
                </a:solidFill>
              </a:rPr>
              <a:t>Del</a:t>
            </a:r>
            <a:r>
              <a:rPr lang="en-US" sz="1800" dirty="0">
                <a:solidFill>
                  <a:schemeClr val="tx1"/>
                </a:solidFill>
              </a:rPr>
              <a:t> link. The Add Line Item and Del link are displayed in edit view mode only</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a:t>
            </a:r>
            <a:r>
              <a:rPr lang="en-US" sz="1800" dirty="0" err="1">
                <a:solidFill>
                  <a:schemeClr val="tx1"/>
                </a:solidFill>
              </a:rPr>
              <a:t>zvod_Sample_Lines_vod</a:t>
            </a:r>
            <a:r>
              <a:rPr lang="en-US" sz="1800" dirty="0">
                <a:solidFill>
                  <a:schemeClr val="tx1"/>
                </a:solidFill>
              </a:rPr>
              <a:t> field needs to be added to the page layout</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If multi-line Sample Transaction functionality is enabled, the </a:t>
            </a:r>
            <a:r>
              <a:rPr lang="en-US" sz="1800" dirty="0" err="1">
                <a:solidFill>
                  <a:schemeClr val="tx1"/>
                </a:solidFill>
              </a:rPr>
              <a:t>Group_Transaction_Id_vod</a:t>
            </a:r>
            <a:r>
              <a:rPr lang="en-US" sz="1800" dirty="0">
                <a:solidFill>
                  <a:schemeClr val="tx1"/>
                </a:solidFill>
              </a:rPr>
              <a:t> field is populated irrespective of whether the sample transaction contains single or multiple lines</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This field value groups the sample transactions together</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a:t>
            </a:r>
            <a:r>
              <a:rPr lang="en-US" sz="1800" dirty="0" err="1">
                <a:solidFill>
                  <a:schemeClr val="tx1"/>
                </a:solidFill>
              </a:rPr>
              <a:t>Group_Transaction_Id_vod</a:t>
            </a:r>
            <a:r>
              <a:rPr lang="en-US" sz="1800" dirty="0">
                <a:solidFill>
                  <a:schemeClr val="tx1"/>
                </a:solidFill>
              </a:rPr>
              <a:t> field need to be added to Sample Transaction Audit object as well</a:t>
            </a:r>
          </a:p>
          <a:p>
            <a:pPr marL="285750" indent="-285750">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37016964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8827040-D556-38FA-8E78-FFF05F6ED80A}"/>
              </a:ext>
            </a:extLst>
          </p:cNvPr>
          <p:cNvSpPr>
            <a:spLocks noGrp="1"/>
          </p:cNvSpPr>
          <p:nvPr>
            <p:ph type="ftr" sz="quarter" idx="11"/>
          </p:nvPr>
        </p:nvSpPr>
        <p:spPr/>
        <p:txBody>
          <a:bodyPr/>
          <a:lstStyle/>
          <a:p>
            <a:r>
              <a:rPr lang="en-US"/>
              <a:t>© 2023 Cognizant</a:t>
            </a:r>
            <a:endParaRPr lang="en-US" dirty="0"/>
          </a:p>
        </p:txBody>
      </p:sp>
      <p:sp>
        <p:nvSpPr>
          <p:cNvPr id="5" name="Slide Number Placeholder 4">
            <a:extLst>
              <a:ext uri="{FF2B5EF4-FFF2-40B4-BE49-F238E27FC236}">
                <a16:creationId xmlns:a16="http://schemas.microsoft.com/office/drawing/2014/main" id="{1163DF95-BF38-E879-CC33-FF5B7C0E3E9E}"/>
              </a:ext>
            </a:extLst>
          </p:cNvPr>
          <p:cNvSpPr>
            <a:spLocks noGrp="1"/>
          </p:cNvSpPr>
          <p:nvPr>
            <p:ph type="sldNum" sz="quarter" idx="12"/>
          </p:nvPr>
        </p:nvSpPr>
        <p:spPr/>
        <p:txBody>
          <a:bodyPr/>
          <a:lstStyle/>
          <a:p>
            <a:fld id="{C53E075B-3175-45CF-B3C7-FEDF3F5961E3}" type="slidenum">
              <a:rPr lang="en-US" smtClean="0"/>
              <a:pPr/>
              <a:t>26</a:t>
            </a:fld>
            <a:endParaRPr lang="en-US" dirty="0"/>
          </a:p>
        </p:txBody>
      </p:sp>
      <p:sp>
        <p:nvSpPr>
          <p:cNvPr id="3" name="Title 2">
            <a:extLst>
              <a:ext uri="{FF2B5EF4-FFF2-40B4-BE49-F238E27FC236}">
                <a16:creationId xmlns:a16="http://schemas.microsoft.com/office/drawing/2014/main" id="{F407570A-35E0-C689-8D89-981372F5A85F}"/>
              </a:ext>
            </a:extLst>
          </p:cNvPr>
          <p:cNvSpPr>
            <a:spLocks noGrp="1"/>
          </p:cNvSpPr>
          <p:nvPr>
            <p:ph type="title" idx="4294967295"/>
          </p:nvPr>
        </p:nvSpPr>
        <p:spPr>
          <a:xfrm>
            <a:off x="308534" y="411798"/>
            <a:ext cx="10807700" cy="369332"/>
          </a:xfrm>
        </p:spPr>
        <p:txBody>
          <a:bodyPr/>
          <a:lstStyle/>
          <a:p>
            <a:r>
              <a:rPr lang="en-US" dirty="0"/>
              <a:t>Grouping Sample Transactions…2</a:t>
            </a:r>
          </a:p>
        </p:txBody>
      </p:sp>
      <p:sp>
        <p:nvSpPr>
          <p:cNvPr id="7" name="TextBox 6">
            <a:extLst>
              <a:ext uri="{FF2B5EF4-FFF2-40B4-BE49-F238E27FC236}">
                <a16:creationId xmlns:a16="http://schemas.microsoft.com/office/drawing/2014/main" id="{8541993A-7A65-7D7E-A363-B647FC5C70D3}"/>
              </a:ext>
            </a:extLst>
          </p:cNvPr>
          <p:cNvSpPr txBox="1"/>
          <p:nvPr/>
        </p:nvSpPr>
        <p:spPr>
          <a:xfrm>
            <a:off x="457199" y="1347537"/>
            <a:ext cx="8815138" cy="2031325"/>
          </a:xfrm>
          <a:prstGeom prst="rect">
            <a:avLst/>
          </a:prstGeom>
          <a:noFill/>
        </p:spPr>
        <p:txBody>
          <a:bodyPr wrap="square">
            <a:spAutoFit/>
          </a:bodyPr>
          <a:lstStyle/>
          <a:p>
            <a:r>
              <a:rPr lang="en-US" sz="1800" b="1" dirty="0">
                <a:solidFill>
                  <a:schemeClr val="tx1"/>
                </a:solidFill>
              </a:rPr>
              <a:t>Note:</a:t>
            </a:r>
          </a:p>
          <a:p>
            <a:pPr lvl="1"/>
            <a:endParaRPr lang="en-US" sz="1800" dirty="0">
              <a:solidFill>
                <a:schemeClr val="tx1"/>
              </a:solidFill>
            </a:endParaRPr>
          </a:p>
          <a:p>
            <a:pPr lvl="1"/>
            <a:r>
              <a:rPr lang="en-US" sz="1800" dirty="0">
                <a:solidFill>
                  <a:schemeClr val="tx1"/>
                </a:solidFill>
              </a:rPr>
              <a:t>There is a limit of 10 lines per sample transaction</a:t>
            </a:r>
          </a:p>
          <a:p>
            <a:pPr lvl="1"/>
            <a:endParaRPr lang="en-US" sz="1800" dirty="0">
              <a:solidFill>
                <a:schemeClr val="tx1"/>
              </a:solidFill>
            </a:endParaRPr>
          </a:p>
          <a:p>
            <a:pPr lvl="1"/>
            <a:r>
              <a:rPr lang="en-US" sz="1800" dirty="0">
                <a:solidFill>
                  <a:schemeClr val="tx1"/>
                </a:solidFill>
              </a:rPr>
              <a:t>If a sample transaction is unlocked that has the </a:t>
            </a:r>
            <a:r>
              <a:rPr lang="en-US" sz="1800" dirty="0" err="1">
                <a:solidFill>
                  <a:schemeClr val="tx1"/>
                </a:solidFill>
              </a:rPr>
              <a:t>Group_Transaction_Id_vod</a:t>
            </a:r>
            <a:r>
              <a:rPr lang="en-US" sz="1800" dirty="0">
                <a:solidFill>
                  <a:schemeClr val="tx1"/>
                </a:solidFill>
              </a:rPr>
              <a:t> field populated, then all sample transactions related to that group will be unlocked</a:t>
            </a:r>
          </a:p>
          <a:p>
            <a:pPr marL="285750" indent="-285750">
              <a:buFont typeface="Arial" panose="020B0604020202020204" pitchFamily="34" charset="0"/>
              <a:buChar char="•"/>
            </a:pPr>
            <a:endParaRPr lang="en-US" sz="1800" dirty="0">
              <a:solidFill>
                <a:schemeClr val="tx1"/>
              </a:solidFill>
            </a:endParaRPr>
          </a:p>
        </p:txBody>
      </p:sp>
    </p:spTree>
    <p:extLst>
      <p:ext uri="{BB962C8B-B14F-4D97-AF65-F5344CB8AC3E}">
        <p14:creationId xmlns:p14="http://schemas.microsoft.com/office/powerpoint/2010/main" val="2681360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dirty="0">
                <a:solidFill>
                  <a:srgbClr val="00718F"/>
                </a:solidFill>
                <a:latin typeface="Arial" panose="020B0604020202020204" pitchFamily="34" charset="0"/>
                <a:cs typeface="Arial" panose="020B0604020202020204" pitchFamily="34" charset="0"/>
              </a:rPr>
              <a:t>Sample Management in VEEVA</a:t>
            </a: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t>My Samples Tab</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622203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28</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714677"/>
          </a:xfrm>
        </p:spPr>
        <p:txBody>
          <a:bodyPr/>
          <a:lstStyle/>
          <a:p>
            <a:r>
              <a:rPr lang="en-US" dirty="0"/>
              <a:t>My Samples…1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358164" y="943279"/>
            <a:ext cx="7707088" cy="33908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err="1">
                <a:solidFill>
                  <a:schemeClr val="tx1"/>
                </a:solidFill>
              </a:rPr>
              <a:t>iRep</a:t>
            </a:r>
            <a:r>
              <a:rPr lang="en-US" sz="1800" dirty="0">
                <a:solidFill>
                  <a:schemeClr val="tx1"/>
                </a:solidFill>
              </a:rPr>
              <a:t> supports the creation of sample inventories offline. Selecting the </a:t>
            </a:r>
            <a:r>
              <a:rPr lang="en-US" sz="1800" b="1" dirty="0">
                <a:solidFill>
                  <a:schemeClr val="tx1"/>
                </a:solidFill>
              </a:rPr>
              <a:t>My Samples </a:t>
            </a:r>
            <a:r>
              <a:rPr lang="en-US" sz="1800" dirty="0">
                <a:solidFill>
                  <a:schemeClr val="tx1"/>
                </a:solidFill>
              </a:rPr>
              <a:t>tab displays a list of sample inventory records </a:t>
            </a:r>
          </a:p>
          <a:p>
            <a:endParaRPr lang="en-US" sz="1800" dirty="0">
              <a:solidFill>
                <a:schemeClr val="tx1"/>
              </a:solidFill>
            </a:endParaRPr>
          </a:p>
          <a:p>
            <a:r>
              <a:rPr lang="en-US" sz="1800" dirty="0">
                <a:solidFill>
                  <a:schemeClr val="tx1"/>
                </a:solidFill>
              </a:rPr>
              <a:t>The User can select the </a:t>
            </a:r>
            <a:r>
              <a:rPr lang="en-US" sz="1800" b="1" dirty="0">
                <a:solidFill>
                  <a:schemeClr val="tx1"/>
                </a:solidFill>
              </a:rPr>
              <a:t>New Record</a:t>
            </a:r>
            <a:r>
              <a:rPr lang="en-US" sz="1800" dirty="0">
                <a:solidFill>
                  <a:schemeClr val="tx1"/>
                </a:solidFill>
              </a:rPr>
              <a:t> button in order to create a new inventory or select any existing inventory for seeing details</a:t>
            </a:r>
          </a:p>
          <a:p>
            <a:endParaRPr lang="en-US" sz="1800" dirty="0">
              <a:solidFill>
                <a:schemeClr val="tx1"/>
              </a:solidFill>
            </a:endParaRPr>
          </a:p>
          <a:p>
            <a:r>
              <a:rPr lang="en-US" sz="1800" dirty="0">
                <a:solidFill>
                  <a:schemeClr val="tx1"/>
                </a:solidFill>
              </a:rPr>
              <a:t>However,  Sample inventories can only be submitted online</a:t>
            </a:r>
          </a:p>
          <a:p>
            <a:endParaRPr lang="en-US" sz="1800" dirty="0">
              <a:solidFill>
                <a:schemeClr val="tx1"/>
              </a:solidFill>
            </a:endParaRPr>
          </a:p>
          <a:p>
            <a:r>
              <a:rPr lang="en-US" sz="1800" b="1" dirty="0">
                <a:solidFill>
                  <a:schemeClr val="tx1"/>
                </a:solidFill>
              </a:rPr>
              <a:t>My Samples Page Tab Icon</a:t>
            </a:r>
          </a:p>
          <a:p>
            <a:pPr lvl="1"/>
            <a:r>
              <a:rPr lang="en-US" sz="1800" dirty="0">
                <a:solidFill>
                  <a:schemeClr val="tx1"/>
                </a:solidFill>
              </a:rPr>
              <a:t>We can configure the icon and header bar related with My Samples tab within the online VEEVA CRM application by using two VEEVA Messages:</a:t>
            </a:r>
          </a:p>
          <a:p>
            <a:pPr lvl="2"/>
            <a:r>
              <a:rPr lang="en-US" sz="1800" dirty="0">
                <a:solidFill>
                  <a:schemeClr val="tx1"/>
                </a:solidFill>
              </a:rPr>
              <a:t>MY_SAMPLES_CONFIRM_COLOR - contains the HTML color code for the header bar</a:t>
            </a:r>
          </a:p>
          <a:p>
            <a:pPr lvl="2"/>
            <a:r>
              <a:rPr lang="en-US" sz="1800" dirty="0">
                <a:solidFill>
                  <a:schemeClr val="tx1"/>
                </a:solidFill>
              </a:rPr>
              <a:t>MY_SAMPLES_LAYOUT_VIEW - contains the Salesforce </a:t>
            </a:r>
            <a:r>
              <a:rPr lang="en-US" sz="1800" dirty="0" err="1">
                <a:solidFill>
                  <a:schemeClr val="tx1"/>
                </a:solidFill>
              </a:rPr>
              <a:t>css</a:t>
            </a:r>
            <a:r>
              <a:rPr lang="en-US" sz="1800" dirty="0">
                <a:solidFill>
                  <a:schemeClr val="tx1"/>
                </a:solidFill>
              </a:rPr>
              <a:t> class name for the page</a:t>
            </a:r>
          </a:p>
          <a:p>
            <a:endParaRPr lang="en-US" sz="1800" dirty="0">
              <a:solidFill>
                <a:schemeClr val="tx1"/>
              </a:solidFill>
            </a:endParaRPr>
          </a:p>
          <a:p>
            <a:pPr lvl="1"/>
            <a:r>
              <a:rPr lang="en-US" sz="1800" dirty="0">
                <a:solidFill>
                  <a:schemeClr val="tx1"/>
                </a:solidFill>
              </a:rPr>
              <a:t>This functionality is deactivated by default</a:t>
            </a:r>
          </a:p>
          <a:p>
            <a:pPr marL="0" indent="0">
              <a:buNone/>
              <a:defRPr/>
            </a:pPr>
            <a:endParaRPr lang="en-US" sz="1800" dirty="0">
              <a:solidFill>
                <a:schemeClr val="tx1"/>
              </a:solidFill>
            </a:endParaRPr>
          </a:p>
        </p:txBody>
      </p:sp>
    </p:spTree>
    <p:extLst>
      <p:ext uri="{BB962C8B-B14F-4D97-AF65-F5344CB8AC3E}">
        <p14:creationId xmlns:p14="http://schemas.microsoft.com/office/powerpoint/2010/main" val="17797956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29</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My Samples…2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358164" y="786064"/>
            <a:ext cx="7707088" cy="32207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endParaRPr lang="en-US" sz="1800" dirty="0">
              <a:solidFill>
                <a:schemeClr val="tx1"/>
              </a:solidFill>
            </a:endParaRPr>
          </a:p>
        </p:txBody>
      </p:sp>
      <p:sp>
        <p:nvSpPr>
          <p:cNvPr id="12" name="Slide Number Placeholder 4">
            <a:extLst>
              <a:ext uri="{FF2B5EF4-FFF2-40B4-BE49-F238E27FC236}">
                <a16:creationId xmlns:a16="http://schemas.microsoft.com/office/drawing/2014/main" id="{89BFB3F5-7AD5-6F96-F89F-014BC6D3E309}"/>
              </a:ext>
            </a:extLst>
          </p:cNvPr>
          <p:cNvSpPr txBox="1">
            <a:spLocks/>
          </p:cNvSpPr>
          <p:nvPr/>
        </p:nvSpPr>
        <p:spPr>
          <a:xfrm>
            <a:off x="11023606" y="6400168"/>
            <a:ext cx="679357" cy="205167"/>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mtClean="0"/>
              <a:pPr/>
              <a:t>29</a:t>
            </a:fld>
            <a:endParaRPr lang="en-US"/>
          </a:p>
        </p:txBody>
      </p:sp>
      <p:pic>
        <p:nvPicPr>
          <p:cNvPr id="13" name="Picture 12">
            <a:extLst>
              <a:ext uri="{FF2B5EF4-FFF2-40B4-BE49-F238E27FC236}">
                <a16:creationId xmlns:a16="http://schemas.microsoft.com/office/drawing/2014/main" id="{906262E6-8873-32F4-03F1-11F5D8CFF2D3}"/>
              </a:ext>
            </a:extLst>
          </p:cNvPr>
          <p:cNvPicPr>
            <a:picLocks noChangeAspect="1"/>
          </p:cNvPicPr>
          <p:nvPr/>
        </p:nvPicPr>
        <p:blipFill rotWithShape="1">
          <a:blip r:embed="rId2"/>
          <a:srcRect r="34237"/>
          <a:stretch/>
        </p:blipFill>
        <p:spPr>
          <a:xfrm>
            <a:off x="1447808" y="786064"/>
            <a:ext cx="7715603" cy="4766341"/>
          </a:xfrm>
          <a:prstGeom prst="rect">
            <a:avLst/>
          </a:prstGeom>
        </p:spPr>
      </p:pic>
      <p:sp>
        <p:nvSpPr>
          <p:cNvPr id="14" name="Rectangle 13">
            <a:extLst>
              <a:ext uri="{FF2B5EF4-FFF2-40B4-BE49-F238E27FC236}">
                <a16:creationId xmlns:a16="http://schemas.microsoft.com/office/drawing/2014/main" id="{D6F06A6F-16A8-CB87-8775-549A7E5AA300}"/>
              </a:ext>
            </a:extLst>
          </p:cNvPr>
          <p:cNvSpPr/>
          <p:nvPr/>
        </p:nvSpPr>
        <p:spPr>
          <a:xfrm>
            <a:off x="5105407" y="2037050"/>
            <a:ext cx="1505789" cy="73187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latin typeface="Arial" panose="020B0604020202020204" pitchFamily="34" charset="0"/>
                <a:cs typeface="Arial" panose="020B0604020202020204" pitchFamily="34" charset="0"/>
              </a:rPr>
              <a:t>User can manage different types of transactions from ‘My Samples’ tab</a:t>
            </a:r>
          </a:p>
        </p:txBody>
      </p:sp>
      <p:sp>
        <p:nvSpPr>
          <p:cNvPr id="15" name="Right Arrow 8">
            <a:extLst>
              <a:ext uri="{FF2B5EF4-FFF2-40B4-BE49-F238E27FC236}">
                <a16:creationId xmlns:a16="http://schemas.microsoft.com/office/drawing/2014/main" id="{99752295-30DA-9399-883B-AA3FFAAD4883}"/>
              </a:ext>
            </a:extLst>
          </p:cNvPr>
          <p:cNvSpPr/>
          <p:nvPr/>
        </p:nvSpPr>
        <p:spPr>
          <a:xfrm rot="10800000">
            <a:off x="3048006" y="2443677"/>
            <a:ext cx="1891498" cy="199865"/>
          </a:xfrm>
          <a:prstGeom prs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E3DE111-67C6-A113-63C4-CB90C93EFB97}"/>
              </a:ext>
            </a:extLst>
          </p:cNvPr>
          <p:cNvSpPr/>
          <p:nvPr/>
        </p:nvSpPr>
        <p:spPr>
          <a:xfrm>
            <a:off x="1447808" y="1904368"/>
            <a:ext cx="1420596" cy="850959"/>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75621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30</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Transfer Sample Transactions…1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741948"/>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endParaRPr lang="en-US" sz="1800" dirty="0">
              <a:solidFill>
                <a:schemeClr val="tx1"/>
              </a:solidFill>
            </a:endParaRPr>
          </a:p>
        </p:txBody>
      </p:sp>
      <p:sp>
        <p:nvSpPr>
          <p:cNvPr id="6" name="TextBox 5">
            <a:extLst>
              <a:ext uri="{FF2B5EF4-FFF2-40B4-BE49-F238E27FC236}">
                <a16:creationId xmlns:a16="http://schemas.microsoft.com/office/drawing/2014/main" id="{4EED2F57-3B5A-1D3C-9145-17A1C6447B7F}"/>
              </a:ext>
            </a:extLst>
          </p:cNvPr>
          <p:cNvSpPr txBox="1"/>
          <p:nvPr/>
        </p:nvSpPr>
        <p:spPr>
          <a:xfrm>
            <a:off x="298580" y="914399"/>
            <a:ext cx="8857452" cy="4801314"/>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Admin or Users create a Transfer Sample Transaction when he needs to transfer a quantity of a Sample Lot to another user</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Transfer to field for a Transfer Sample Transaction indicates the user that is the recipient</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The Sample Transaction object has an Apex trigger which performs the following actions on submission of a Transfer Sample Transaction:</a:t>
            </a:r>
          </a:p>
          <a:p>
            <a:pPr marL="285750" indent="-285750">
              <a:buFont typeface="Arial" panose="020B0604020202020204" pitchFamily="34" charset="0"/>
              <a:buChar char="•"/>
            </a:pPr>
            <a:endParaRPr lang="en-US" sz="1800" dirty="0">
              <a:solidFill>
                <a:schemeClr val="tx1"/>
              </a:solidFill>
            </a:endParaRPr>
          </a:p>
          <a:p>
            <a:pPr marL="742950" lvl="1" indent="-285750">
              <a:buFont typeface="Arial" panose="020B0604020202020204" pitchFamily="34" charset="0"/>
              <a:buChar char="•"/>
            </a:pPr>
            <a:r>
              <a:rPr lang="en-US" sz="1800" dirty="0">
                <a:solidFill>
                  <a:schemeClr val="tx1"/>
                </a:solidFill>
              </a:rPr>
              <a:t>Sample Lot being transferred is created/updated for the Transfer to User of the Transfer</a:t>
            </a:r>
          </a:p>
          <a:p>
            <a:pPr marL="742950" lvl="1" indent="-285750">
              <a:buFont typeface="Arial" panose="020B0604020202020204" pitchFamily="34" charset="0"/>
              <a:buChar char="•"/>
            </a:pPr>
            <a:endParaRPr lang="en-US" sz="1800" dirty="0">
              <a:solidFill>
                <a:schemeClr val="tx1"/>
              </a:solidFill>
            </a:endParaRPr>
          </a:p>
          <a:p>
            <a:pPr marL="742950" lvl="1" indent="-285750">
              <a:buFont typeface="Arial" panose="020B0604020202020204" pitchFamily="34" charset="0"/>
              <a:buChar char="•"/>
            </a:pPr>
            <a:r>
              <a:rPr lang="en-US" sz="1800" dirty="0">
                <a:solidFill>
                  <a:schemeClr val="tx1"/>
                </a:solidFill>
              </a:rPr>
              <a:t>A Sample Receipt record is created for the Transfer to User</a:t>
            </a:r>
          </a:p>
          <a:p>
            <a:pPr marL="742950" lvl="1" indent="-285750">
              <a:buFont typeface="Arial" panose="020B0604020202020204" pitchFamily="34" charset="0"/>
              <a:buChar char="•"/>
            </a:pPr>
            <a:endParaRPr lang="en-US" sz="1800" dirty="0">
              <a:solidFill>
                <a:schemeClr val="tx1"/>
              </a:solidFill>
            </a:endParaRPr>
          </a:p>
          <a:p>
            <a:pPr marL="742950" lvl="1" indent="-285750">
              <a:buFont typeface="Arial" panose="020B0604020202020204" pitchFamily="34" charset="0"/>
              <a:buChar char="•"/>
            </a:pPr>
            <a:r>
              <a:rPr lang="en-US" sz="1800" dirty="0">
                <a:solidFill>
                  <a:schemeClr val="tx1"/>
                </a:solidFill>
              </a:rPr>
              <a:t>Reference to the Transfer Sample Transaction is maintained in the Ref Transaction Id field in order to update the Confirmed Quantity, Receipt Comments, and Received checkbox from the Transfer to User</a:t>
            </a:r>
          </a:p>
        </p:txBody>
      </p:sp>
    </p:spTree>
    <p:extLst>
      <p:ext uri="{BB962C8B-B14F-4D97-AF65-F5344CB8AC3E}">
        <p14:creationId xmlns:p14="http://schemas.microsoft.com/office/powerpoint/2010/main" val="13266592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31</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Transfer Sample Transaction…2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741948"/>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The Discrepancy for a Transfer Sample Transaction is the difference between the Quantity and Confirmed Quantity fields on the Sample Transaction record</a:t>
            </a:r>
          </a:p>
          <a:p>
            <a:endParaRPr lang="en-US" sz="1800" dirty="0">
              <a:solidFill>
                <a:schemeClr val="tx1"/>
              </a:solidFill>
            </a:endParaRPr>
          </a:p>
          <a:p>
            <a:r>
              <a:rPr lang="en-US" sz="1800" dirty="0">
                <a:solidFill>
                  <a:schemeClr val="tx1"/>
                </a:solidFill>
              </a:rPr>
              <a:t>The Discrepancy formula is calculated once the Received check box on the Transfer Sample Transaction record has been updated by the confirmation of the Sample Receipt record by the Transfer to User</a:t>
            </a:r>
          </a:p>
          <a:p>
            <a:endParaRPr lang="en-US" sz="1800" dirty="0">
              <a:solidFill>
                <a:schemeClr val="tx1"/>
              </a:solidFill>
            </a:endParaRPr>
          </a:p>
          <a:p>
            <a:r>
              <a:rPr lang="en-US" sz="1800" dirty="0">
                <a:solidFill>
                  <a:schemeClr val="tx1"/>
                </a:solidFill>
              </a:rPr>
              <a:t>A user can create a Transfer on behalf of another user by utilizing the Transfer from field</a:t>
            </a:r>
          </a:p>
          <a:p>
            <a:endParaRPr lang="en-US" sz="1800" dirty="0">
              <a:solidFill>
                <a:schemeClr val="tx1"/>
              </a:solidFill>
            </a:endParaRPr>
          </a:p>
          <a:p>
            <a:r>
              <a:rPr lang="en-US" sz="1800" dirty="0">
                <a:solidFill>
                  <a:schemeClr val="tx1"/>
                </a:solidFill>
              </a:rPr>
              <a:t>However, this is governed by the fact that the user should have access to Sample Lot data of the user on whose behalf the Adjustment Transaction record needs to be created</a:t>
            </a:r>
          </a:p>
          <a:p>
            <a:pPr marL="0" indent="0">
              <a:buNone/>
              <a:defRPr/>
            </a:pPr>
            <a:endParaRPr lang="en-US" sz="1800" dirty="0">
              <a:solidFill>
                <a:schemeClr val="tx1"/>
              </a:solidFill>
            </a:endParaRPr>
          </a:p>
        </p:txBody>
      </p:sp>
    </p:spTree>
    <p:extLst>
      <p:ext uri="{BB962C8B-B14F-4D97-AF65-F5344CB8AC3E}">
        <p14:creationId xmlns:p14="http://schemas.microsoft.com/office/powerpoint/2010/main" val="2228660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32</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Transfer Sample To Users</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667897"/>
            <a:ext cx="9278557" cy="495701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1800">
                <a:solidFill>
                  <a:schemeClr val="tx1"/>
                </a:solidFill>
              </a:rPr>
              <a:t>Admin or user can transfer the samples to the users from his ‘My Samples’ tab</a:t>
            </a:r>
            <a:endParaRPr lang="en-US" sz="1800" dirty="0"/>
          </a:p>
        </p:txBody>
      </p:sp>
      <p:pic>
        <p:nvPicPr>
          <p:cNvPr id="6" name="Picture 5">
            <a:extLst>
              <a:ext uri="{FF2B5EF4-FFF2-40B4-BE49-F238E27FC236}">
                <a16:creationId xmlns:a16="http://schemas.microsoft.com/office/drawing/2014/main" id="{415814D2-4E35-1FB7-38FC-572C2EE6C978}"/>
              </a:ext>
            </a:extLst>
          </p:cNvPr>
          <p:cNvPicPr>
            <a:picLocks noChangeAspect="1"/>
          </p:cNvPicPr>
          <p:nvPr/>
        </p:nvPicPr>
        <p:blipFill rotWithShape="1">
          <a:blip r:embed="rId2"/>
          <a:srcRect t="13640" b="8453"/>
          <a:stretch/>
        </p:blipFill>
        <p:spPr>
          <a:xfrm>
            <a:off x="457199" y="1233092"/>
            <a:ext cx="10172714" cy="4933949"/>
          </a:xfrm>
          <a:prstGeom prst="rect">
            <a:avLst/>
          </a:prstGeom>
        </p:spPr>
      </p:pic>
    </p:spTree>
    <p:extLst>
      <p:ext uri="{BB962C8B-B14F-4D97-AF65-F5344CB8AC3E}">
        <p14:creationId xmlns:p14="http://schemas.microsoft.com/office/powerpoint/2010/main" val="42767698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33</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Receipt Sample Transactions…1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667897"/>
            <a:ext cx="8412282" cy="559574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In case of a Sample Transfer, Receipt Sample Transactions represent a user’s Receipt of a Sample Lot. The Receipt Sample Transaction is created on the Confirmation of a Sample Receipt record</a:t>
            </a:r>
          </a:p>
          <a:p>
            <a:endParaRPr lang="en-US" sz="1800" dirty="0">
              <a:solidFill>
                <a:schemeClr val="tx1"/>
              </a:solidFill>
            </a:endParaRPr>
          </a:p>
          <a:p>
            <a:r>
              <a:rPr lang="en-US" sz="1800" dirty="0">
                <a:solidFill>
                  <a:schemeClr val="tx1"/>
                </a:solidFill>
              </a:rPr>
              <a:t>Similarly, a Receipt Sample Transaction record can be created for a Sample Receipt record created as a part of a 3</a:t>
            </a:r>
            <a:r>
              <a:rPr lang="en-US" sz="1800" baseline="30000" dirty="0">
                <a:solidFill>
                  <a:schemeClr val="tx1"/>
                </a:solidFill>
              </a:rPr>
              <a:t>rd</a:t>
            </a:r>
            <a:r>
              <a:rPr lang="en-US" sz="1800" dirty="0">
                <a:solidFill>
                  <a:schemeClr val="tx1"/>
                </a:solidFill>
              </a:rPr>
              <a:t> party integration</a:t>
            </a:r>
          </a:p>
          <a:p>
            <a:endParaRPr lang="en-US" sz="1800" dirty="0">
              <a:solidFill>
                <a:schemeClr val="tx1"/>
              </a:solidFill>
            </a:endParaRPr>
          </a:p>
          <a:p>
            <a:r>
              <a:rPr lang="en-US" sz="1800" b="1" dirty="0">
                <a:solidFill>
                  <a:schemeClr val="tx1"/>
                </a:solidFill>
              </a:rPr>
              <a:t>Ref Transaction Id </a:t>
            </a:r>
            <a:r>
              <a:rPr lang="en-US" sz="1800" dirty="0">
                <a:solidFill>
                  <a:schemeClr val="tx1"/>
                </a:solidFill>
              </a:rPr>
              <a:t>in a Receipt Sample Transaction record contains the reference to the Sample Transaction record for which the Receipt was created</a:t>
            </a:r>
          </a:p>
          <a:p>
            <a:endParaRPr lang="en-US" sz="1800" dirty="0">
              <a:solidFill>
                <a:schemeClr val="tx1"/>
              </a:solidFill>
            </a:endParaRPr>
          </a:p>
          <a:p>
            <a:r>
              <a:rPr lang="en-US" sz="1800" dirty="0">
                <a:solidFill>
                  <a:schemeClr val="tx1"/>
                </a:solidFill>
              </a:rPr>
              <a:t>In case of a Receipt Sample Transaction created by a 3</a:t>
            </a:r>
            <a:r>
              <a:rPr lang="en-US" sz="1800" baseline="30000" dirty="0">
                <a:solidFill>
                  <a:schemeClr val="tx1"/>
                </a:solidFill>
              </a:rPr>
              <a:t>rd</a:t>
            </a:r>
            <a:r>
              <a:rPr lang="en-US" sz="1800" dirty="0">
                <a:solidFill>
                  <a:schemeClr val="tx1"/>
                </a:solidFill>
              </a:rPr>
              <a:t> party integration, the Ref Transaction Id is not populated</a:t>
            </a:r>
          </a:p>
          <a:p>
            <a:endParaRPr lang="en-US" sz="1800" dirty="0">
              <a:solidFill>
                <a:schemeClr val="tx1"/>
              </a:solidFill>
            </a:endParaRPr>
          </a:p>
          <a:p>
            <a:r>
              <a:rPr lang="en-US" sz="1800" dirty="0">
                <a:solidFill>
                  <a:schemeClr val="tx1"/>
                </a:solidFill>
              </a:rPr>
              <a:t>On confirmation of a Sample Receipt record the following happens:</a:t>
            </a:r>
          </a:p>
          <a:p>
            <a:pPr lvl="1"/>
            <a:r>
              <a:rPr lang="en-US" sz="1800" dirty="0">
                <a:solidFill>
                  <a:schemeClr val="tx1"/>
                </a:solidFill>
              </a:rPr>
              <a:t>A Receipt Sample Transaction is created for the user</a:t>
            </a:r>
          </a:p>
          <a:p>
            <a:pPr lvl="1"/>
            <a:r>
              <a:rPr lang="en-US" sz="1800" dirty="0">
                <a:solidFill>
                  <a:schemeClr val="tx1"/>
                </a:solidFill>
              </a:rPr>
              <a:t>The Received Check box, Receipt Comments, Ref Transaction Id and Confirmed Quantity fields are populated on the Transfer Sample Transaction record</a:t>
            </a:r>
          </a:p>
          <a:p>
            <a:pPr marL="285750" indent="-285750">
              <a:buFont typeface="Arial" panose="020B0604020202020204" pitchFamily="34" charset="0"/>
              <a:buChar char="•"/>
            </a:pPr>
            <a:endParaRPr lang="en-US" sz="1800" b="1"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334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34</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Receipt Sample Transactions…2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1058779"/>
            <a:ext cx="8845421" cy="520485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The DISABLE_SAMPLE_RECEIPT_DEFAULT VEEVA Setting governs whether the Quantity field on Sample Receipt record will be defaulted or user is required to enter the Quantity manually</a:t>
            </a:r>
          </a:p>
          <a:p>
            <a:endParaRPr lang="en-US" sz="1800" dirty="0">
              <a:solidFill>
                <a:schemeClr val="tx1"/>
              </a:solidFill>
            </a:endParaRPr>
          </a:p>
          <a:p>
            <a:r>
              <a:rPr lang="en-US" sz="1800" b="1" dirty="0">
                <a:solidFill>
                  <a:schemeClr val="tx1"/>
                </a:solidFill>
              </a:rPr>
              <a:t>Note:</a:t>
            </a:r>
          </a:p>
          <a:p>
            <a:pPr lvl="1"/>
            <a:r>
              <a:rPr lang="en-US" sz="1800" dirty="0">
                <a:solidFill>
                  <a:schemeClr val="tx1"/>
                </a:solidFill>
              </a:rPr>
              <a:t>Read, Edit and Create permissions to the </a:t>
            </a:r>
            <a:r>
              <a:rPr lang="en-US" sz="1800" dirty="0" err="1">
                <a:solidFill>
                  <a:schemeClr val="tx1"/>
                </a:solidFill>
              </a:rPr>
              <a:t>Sample_Receipt_vod</a:t>
            </a:r>
            <a:r>
              <a:rPr lang="en-US" sz="1800" dirty="0">
                <a:solidFill>
                  <a:schemeClr val="tx1"/>
                </a:solidFill>
              </a:rPr>
              <a:t> object need to be provided to users to confirm receipt of Sample and to send a Sample Receipt</a:t>
            </a:r>
          </a:p>
          <a:p>
            <a:endParaRPr lang="en-US" sz="1800" dirty="0">
              <a:solidFill>
                <a:schemeClr val="tx1"/>
              </a:solidFill>
            </a:endParaRPr>
          </a:p>
        </p:txBody>
      </p:sp>
    </p:spTree>
    <p:extLst>
      <p:ext uri="{BB962C8B-B14F-4D97-AF65-F5344CB8AC3E}">
        <p14:creationId xmlns:p14="http://schemas.microsoft.com/office/powerpoint/2010/main" val="1084367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35</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Receipt Sample Transactions…3</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753979"/>
            <a:ext cx="8845419" cy="5509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800" dirty="0">
              <a:solidFill>
                <a:schemeClr val="tx1"/>
              </a:solidFill>
              <a:sym typeface="Wingdings" panose="05000000000000000000" pitchFamily="2" charset="2"/>
            </a:endParaRPr>
          </a:p>
        </p:txBody>
      </p:sp>
      <p:pic>
        <p:nvPicPr>
          <p:cNvPr id="9" name="Picture 8">
            <a:extLst>
              <a:ext uri="{FF2B5EF4-FFF2-40B4-BE49-F238E27FC236}">
                <a16:creationId xmlns:a16="http://schemas.microsoft.com/office/drawing/2014/main" id="{FF99077B-C89F-0150-BD7B-5563E63C6D20}"/>
              </a:ext>
            </a:extLst>
          </p:cNvPr>
          <p:cNvPicPr>
            <a:picLocks noChangeAspect="1"/>
          </p:cNvPicPr>
          <p:nvPr/>
        </p:nvPicPr>
        <p:blipFill>
          <a:blip r:embed="rId2"/>
          <a:stretch>
            <a:fillRect/>
          </a:stretch>
        </p:blipFill>
        <p:spPr>
          <a:xfrm>
            <a:off x="3381679" y="667722"/>
            <a:ext cx="7891722" cy="2606717"/>
          </a:xfrm>
          <a:prstGeom prst="rect">
            <a:avLst/>
          </a:prstGeom>
          <a:ln>
            <a:solidFill>
              <a:schemeClr val="tx1"/>
            </a:solidFill>
          </a:ln>
        </p:spPr>
      </p:pic>
      <p:pic>
        <p:nvPicPr>
          <p:cNvPr id="10" name="Picture 9">
            <a:extLst>
              <a:ext uri="{FF2B5EF4-FFF2-40B4-BE49-F238E27FC236}">
                <a16:creationId xmlns:a16="http://schemas.microsoft.com/office/drawing/2014/main" id="{83D1D4E1-5042-E03D-85FA-271059DB3E3E}"/>
              </a:ext>
            </a:extLst>
          </p:cNvPr>
          <p:cNvPicPr>
            <a:picLocks noChangeAspect="1"/>
          </p:cNvPicPr>
          <p:nvPr/>
        </p:nvPicPr>
        <p:blipFill>
          <a:blip r:embed="rId3"/>
          <a:stretch>
            <a:fillRect/>
          </a:stretch>
        </p:blipFill>
        <p:spPr>
          <a:xfrm>
            <a:off x="3220033" y="3812970"/>
            <a:ext cx="7886247" cy="2606716"/>
          </a:xfrm>
          <a:prstGeom prst="rect">
            <a:avLst/>
          </a:prstGeom>
          <a:ln>
            <a:solidFill>
              <a:schemeClr val="tx1"/>
            </a:solidFill>
          </a:ln>
        </p:spPr>
      </p:pic>
      <p:sp>
        <p:nvSpPr>
          <p:cNvPr id="11" name="Striped Right Arrow 8">
            <a:extLst>
              <a:ext uri="{FF2B5EF4-FFF2-40B4-BE49-F238E27FC236}">
                <a16:creationId xmlns:a16="http://schemas.microsoft.com/office/drawing/2014/main" id="{C93EA289-AA38-A775-540E-DD49CDBFEB75}"/>
              </a:ext>
            </a:extLst>
          </p:cNvPr>
          <p:cNvSpPr/>
          <p:nvPr/>
        </p:nvSpPr>
        <p:spPr>
          <a:xfrm rot="5400000">
            <a:off x="6867524" y="3269649"/>
            <a:ext cx="591262" cy="627827"/>
          </a:xfrm>
          <a:prstGeom prst="stripedRightArrow">
            <a:avLst>
              <a:gd name="adj1" fmla="val 50000"/>
              <a:gd name="adj2"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A82E3DF-7BFF-220D-99F2-5CE423DD0EA4}"/>
              </a:ext>
            </a:extLst>
          </p:cNvPr>
          <p:cNvSpPr txBox="1"/>
          <p:nvPr/>
        </p:nvSpPr>
        <p:spPr>
          <a:xfrm>
            <a:off x="550718" y="1295401"/>
            <a:ext cx="2954481"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User confirms the Sample receipt record by inputting the Confirmed Quantity</a:t>
            </a:r>
          </a:p>
        </p:txBody>
      </p:sp>
      <p:sp>
        <p:nvSpPr>
          <p:cNvPr id="13" name="TextBox 12">
            <a:extLst>
              <a:ext uri="{FF2B5EF4-FFF2-40B4-BE49-F238E27FC236}">
                <a16:creationId xmlns:a16="http://schemas.microsoft.com/office/drawing/2014/main" id="{E8892F91-F2B1-938E-8FAF-622F69544B23}"/>
              </a:ext>
            </a:extLst>
          </p:cNvPr>
          <p:cNvSpPr txBox="1"/>
          <p:nvPr/>
        </p:nvSpPr>
        <p:spPr>
          <a:xfrm>
            <a:off x="457200" y="4419600"/>
            <a:ext cx="2924479" cy="1477328"/>
          </a:xfrm>
          <a:prstGeom prst="rect">
            <a:avLst/>
          </a:prstGeom>
          <a:noFill/>
        </p:spPr>
        <p:txBody>
          <a:bodyPr wrap="square" rtlCol="0">
            <a:spAutoFit/>
          </a:bodyPr>
          <a:lstStyle>
            <a:defPPr>
              <a:defRPr lang="en-US"/>
            </a:defPPr>
            <a:lvl1pPr>
              <a:defRPr sz="1400">
                <a:latin typeface="Arial" panose="020B0604020202020204" pitchFamily="34" charset="0"/>
                <a:cs typeface="Arial" panose="020B0604020202020204" pitchFamily="34" charset="0"/>
              </a:defRPr>
            </a:lvl1pPr>
          </a:lstStyle>
          <a:p>
            <a:r>
              <a:rPr lang="en-US" sz="1800" dirty="0"/>
              <a:t>Receipt Sample Transaction record is created after user submits the Sample Receipt confirmation</a:t>
            </a:r>
          </a:p>
        </p:txBody>
      </p:sp>
      <p:sp>
        <p:nvSpPr>
          <p:cNvPr id="14" name="Rectangle 13">
            <a:extLst>
              <a:ext uri="{FF2B5EF4-FFF2-40B4-BE49-F238E27FC236}">
                <a16:creationId xmlns:a16="http://schemas.microsoft.com/office/drawing/2014/main" id="{D6C20690-5DD3-EBAE-00CA-62D165311A13}"/>
              </a:ext>
            </a:extLst>
          </p:cNvPr>
          <p:cNvSpPr/>
          <p:nvPr/>
        </p:nvSpPr>
        <p:spPr>
          <a:xfrm>
            <a:off x="7764000" y="2229016"/>
            <a:ext cx="2141999" cy="20938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Placeholder 1">
            <a:extLst>
              <a:ext uri="{FF2B5EF4-FFF2-40B4-BE49-F238E27FC236}">
                <a16:creationId xmlns:a16="http://schemas.microsoft.com/office/drawing/2014/main" id="{C4BDFDF1-9B02-2187-1AA8-61EED844A4A0}"/>
              </a:ext>
            </a:extLst>
          </p:cNvPr>
          <p:cNvSpPr txBox="1">
            <a:spLocks/>
          </p:cNvSpPr>
          <p:nvPr/>
        </p:nvSpPr>
        <p:spPr>
          <a:xfrm>
            <a:off x="65788" y="6528400"/>
            <a:ext cx="1772688" cy="253400"/>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Cognizant 2015</a:t>
            </a:r>
            <a:endParaRPr lang="en-US" dirty="0"/>
          </a:p>
        </p:txBody>
      </p:sp>
    </p:spTree>
    <p:extLst>
      <p:ext uri="{BB962C8B-B14F-4D97-AF65-F5344CB8AC3E}">
        <p14:creationId xmlns:p14="http://schemas.microsoft.com/office/powerpoint/2010/main" val="37681089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36</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Disbursement Sample Transactions</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866273"/>
            <a:ext cx="8845420" cy="53973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Whenever a Sample Drop happens, that is, samples have been added to a Call, a Sample Disbursement Transaction record is created</a:t>
            </a:r>
          </a:p>
          <a:p>
            <a:endParaRPr lang="en-US" sz="1800" dirty="0">
              <a:solidFill>
                <a:schemeClr val="tx1"/>
              </a:solidFill>
            </a:endParaRPr>
          </a:p>
          <a:p>
            <a:r>
              <a:rPr lang="en-US" sz="1800" dirty="0">
                <a:solidFill>
                  <a:schemeClr val="tx1"/>
                </a:solidFill>
              </a:rPr>
              <a:t>This Disbursement Transaction record is created by an Apex trigger whenever a Call is submitted where Sample(s) has been selected</a:t>
            </a:r>
          </a:p>
          <a:p>
            <a:endParaRPr lang="en-US" sz="1800" dirty="0">
              <a:solidFill>
                <a:schemeClr val="tx1"/>
              </a:solidFill>
            </a:endParaRPr>
          </a:p>
          <a:p>
            <a:r>
              <a:rPr lang="en-US" sz="1800" dirty="0">
                <a:solidFill>
                  <a:schemeClr val="tx1"/>
                </a:solidFill>
              </a:rPr>
              <a:t>A disbursement record is created for each sample added to the call</a:t>
            </a:r>
          </a:p>
          <a:p>
            <a:endParaRPr lang="en-US" sz="1800" dirty="0">
              <a:solidFill>
                <a:schemeClr val="tx1"/>
              </a:solidFill>
            </a:endParaRPr>
          </a:p>
          <a:p>
            <a:r>
              <a:rPr lang="en-US" sz="1800" dirty="0">
                <a:solidFill>
                  <a:schemeClr val="tx1"/>
                </a:solidFill>
              </a:rPr>
              <a:t>A Disbursement Sample Transaction is created for both paper-based Sampling as well as Electronic Signature Sampling from the VEEVA CRM application</a:t>
            </a:r>
          </a:p>
        </p:txBody>
      </p:sp>
    </p:spTree>
    <p:extLst>
      <p:ext uri="{BB962C8B-B14F-4D97-AF65-F5344CB8AC3E}">
        <p14:creationId xmlns:p14="http://schemas.microsoft.com/office/powerpoint/2010/main" val="2650503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dirty="0"/>
              <a:t>© 2023 Cognizant</a:t>
            </a:r>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37</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User Records a Call with Samples</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1" y="753979"/>
            <a:ext cx="8845419" cy="550966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marL="0" indent="0">
              <a:buNone/>
            </a:pPr>
            <a:endParaRPr lang="en-US" sz="1800" dirty="0">
              <a:solidFill>
                <a:schemeClr val="tx1"/>
              </a:solidFill>
            </a:endParaRPr>
          </a:p>
        </p:txBody>
      </p:sp>
      <p:sp>
        <p:nvSpPr>
          <p:cNvPr id="6" name="Content Placeholder 4">
            <a:extLst>
              <a:ext uri="{FF2B5EF4-FFF2-40B4-BE49-F238E27FC236}">
                <a16:creationId xmlns:a16="http://schemas.microsoft.com/office/drawing/2014/main" id="{F7502FBD-4B42-DBD9-98B2-BE348A9A7AA6}"/>
              </a:ext>
            </a:extLst>
          </p:cNvPr>
          <p:cNvSpPr txBox="1">
            <a:spLocks/>
          </p:cNvSpPr>
          <p:nvPr/>
        </p:nvSpPr>
        <p:spPr>
          <a:xfrm>
            <a:off x="780919" y="1022051"/>
            <a:ext cx="8584194" cy="1295400"/>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a:t>After all the changes are done, user can create a call with HCP with Samples</a:t>
            </a:r>
            <a:endParaRPr lang="en-US" sz="1800" dirty="0"/>
          </a:p>
        </p:txBody>
      </p:sp>
      <p:sp>
        <p:nvSpPr>
          <p:cNvPr id="7" name="Footer Placeholder 1">
            <a:extLst>
              <a:ext uri="{FF2B5EF4-FFF2-40B4-BE49-F238E27FC236}">
                <a16:creationId xmlns:a16="http://schemas.microsoft.com/office/drawing/2014/main" id="{FDFB041C-322A-34FA-1254-371C12F42C17}"/>
              </a:ext>
            </a:extLst>
          </p:cNvPr>
          <p:cNvSpPr txBox="1">
            <a:spLocks/>
          </p:cNvSpPr>
          <p:nvPr/>
        </p:nvSpPr>
        <p:spPr>
          <a:xfrm>
            <a:off x="-1038205" y="6432251"/>
            <a:ext cx="1828800" cy="228600"/>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 Cognizant 2015</a:t>
            </a:r>
            <a:endParaRPr lang="en-US" dirty="0"/>
          </a:p>
        </p:txBody>
      </p:sp>
      <p:sp>
        <p:nvSpPr>
          <p:cNvPr id="8" name="Slide Number Placeholder 4">
            <a:extLst>
              <a:ext uri="{FF2B5EF4-FFF2-40B4-BE49-F238E27FC236}">
                <a16:creationId xmlns:a16="http://schemas.microsoft.com/office/drawing/2014/main" id="{661C69C0-86CE-E8A7-B064-7DE0254CDF86}"/>
              </a:ext>
            </a:extLst>
          </p:cNvPr>
          <p:cNvSpPr txBox="1">
            <a:spLocks/>
          </p:cNvSpPr>
          <p:nvPr/>
        </p:nvSpPr>
        <p:spPr>
          <a:xfrm>
            <a:off x="10432919" y="6508452"/>
            <a:ext cx="711195" cy="228597"/>
          </a:xfrm>
          <a:prstGeom prst="rect">
            <a:avLst/>
          </a:prstGeom>
        </p:spPr>
        <p:txBody>
          <a:bodyPr vert="horz" wrap="none" lIns="0" tIns="0" rIns="0" bIns="0" rtlCol="0" anchor="b" anchorCtr="0"/>
          <a:lstStyle>
            <a:defPPr>
              <a:defRPr lang="en-US"/>
            </a:defPPr>
            <a:lvl1pPr marL="0" algn="l" defTabSz="914400" rtl="0" eaLnBrk="1" latinLnBrk="0" hangingPunct="1">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7AF38FF-B38D-4060-8B8D-2D16AAFBAAC1}" type="slidenum">
              <a:rPr lang="en-US" smtClean="0"/>
              <a:pPr/>
              <a:t>37</a:t>
            </a:fld>
            <a:endParaRPr lang="en-US" dirty="0"/>
          </a:p>
        </p:txBody>
      </p:sp>
      <p:pic>
        <p:nvPicPr>
          <p:cNvPr id="9" name="Picture 8">
            <a:extLst>
              <a:ext uri="{FF2B5EF4-FFF2-40B4-BE49-F238E27FC236}">
                <a16:creationId xmlns:a16="http://schemas.microsoft.com/office/drawing/2014/main" id="{1222C41A-2A9F-23FA-18C4-56B6A2910901}"/>
              </a:ext>
            </a:extLst>
          </p:cNvPr>
          <p:cNvPicPr>
            <a:picLocks noChangeAspect="1"/>
          </p:cNvPicPr>
          <p:nvPr/>
        </p:nvPicPr>
        <p:blipFill>
          <a:blip r:embed="rId2"/>
          <a:stretch>
            <a:fillRect/>
          </a:stretch>
        </p:blipFill>
        <p:spPr>
          <a:xfrm>
            <a:off x="1085720" y="1784052"/>
            <a:ext cx="7129463" cy="4270983"/>
          </a:xfrm>
          <a:prstGeom prst="rect">
            <a:avLst/>
          </a:prstGeom>
        </p:spPr>
      </p:pic>
      <p:sp>
        <p:nvSpPr>
          <p:cNvPr id="10" name="Rectangle 9">
            <a:extLst>
              <a:ext uri="{FF2B5EF4-FFF2-40B4-BE49-F238E27FC236}">
                <a16:creationId xmlns:a16="http://schemas.microsoft.com/office/drawing/2014/main" id="{CE4EF999-C4A9-275F-B879-6019ACDE026C}"/>
              </a:ext>
            </a:extLst>
          </p:cNvPr>
          <p:cNvSpPr/>
          <p:nvPr/>
        </p:nvSpPr>
        <p:spPr>
          <a:xfrm>
            <a:off x="1717943" y="5365452"/>
            <a:ext cx="5006577" cy="689583"/>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6FB96AB5-0DD0-B0CA-3FA2-C48B2AD21FDF}"/>
              </a:ext>
            </a:extLst>
          </p:cNvPr>
          <p:cNvSpPr/>
          <p:nvPr/>
        </p:nvSpPr>
        <p:spPr>
          <a:xfrm>
            <a:off x="1238120" y="2317451"/>
            <a:ext cx="1592943" cy="457200"/>
          </a:xfrm>
          <a:prstGeom prst="rect">
            <a:avLst/>
          </a:prstGeom>
          <a:noFill/>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93084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38</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Return Sample Transactions…1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593558" y="930442"/>
            <a:ext cx="8709060" cy="52533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Sometimes due to certain scenarios where Samples have expired or got damaged the Sales Representatives require to return the Samples</a:t>
            </a:r>
          </a:p>
          <a:p>
            <a:endParaRPr lang="en-US" sz="1800" dirty="0">
              <a:solidFill>
                <a:schemeClr val="tx1"/>
              </a:solidFill>
            </a:endParaRPr>
          </a:p>
          <a:p>
            <a:r>
              <a:rPr lang="en-US" sz="1800" dirty="0">
                <a:solidFill>
                  <a:schemeClr val="tx1"/>
                </a:solidFill>
              </a:rPr>
              <a:t>In VEEVA CRM, users can create a Sample Transaction from ‘My Samples’ tab. This will create a sample transaction record with record type as </a:t>
            </a:r>
            <a:r>
              <a:rPr lang="en-US" sz="1800" dirty="0" err="1">
                <a:solidFill>
                  <a:schemeClr val="tx1"/>
                </a:solidFill>
              </a:rPr>
              <a:t>Return_vod</a:t>
            </a:r>
            <a:r>
              <a:rPr lang="en-US" sz="1800" dirty="0">
                <a:solidFill>
                  <a:schemeClr val="tx1"/>
                </a:solidFill>
              </a:rPr>
              <a:t> in order to capture the return of samples</a:t>
            </a:r>
          </a:p>
          <a:p>
            <a:endParaRPr lang="en-US" sz="1800" dirty="0">
              <a:solidFill>
                <a:schemeClr val="tx1"/>
              </a:solidFill>
            </a:endParaRPr>
          </a:p>
          <a:p>
            <a:r>
              <a:rPr lang="en-US" sz="1800" dirty="0">
                <a:solidFill>
                  <a:schemeClr val="tx1"/>
                </a:solidFill>
              </a:rPr>
              <a:t>The </a:t>
            </a:r>
            <a:r>
              <a:rPr lang="en-US" sz="1800" i="1" dirty="0">
                <a:solidFill>
                  <a:schemeClr val="tx1"/>
                </a:solidFill>
              </a:rPr>
              <a:t>Return to</a:t>
            </a:r>
            <a:r>
              <a:rPr lang="en-US" sz="1800" dirty="0">
                <a:solidFill>
                  <a:schemeClr val="tx1"/>
                </a:solidFill>
              </a:rPr>
              <a:t> recipient field is a required information in a Return Sample Transaction record. The return address is auto-populated based on the selection of destination</a:t>
            </a:r>
          </a:p>
          <a:p>
            <a:pPr marL="0" indent="0">
              <a:buNone/>
            </a:pPr>
            <a:endParaRPr lang="en-US" sz="1800" dirty="0">
              <a:solidFill>
                <a:schemeClr val="tx1"/>
              </a:solidFill>
            </a:endParaRPr>
          </a:p>
          <a:p>
            <a:r>
              <a:rPr lang="en-US" sz="1800" dirty="0">
                <a:solidFill>
                  <a:schemeClr val="tx1"/>
                </a:solidFill>
              </a:rPr>
              <a:t>Return addresses are stored in the Rep Roster. The </a:t>
            </a:r>
            <a:r>
              <a:rPr lang="en-US" sz="1800" i="1" dirty="0">
                <a:solidFill>
                  <a:schemeClr val="tx1"/>
                </a:solidFill>
              </a:rPr>
              <a:t>Return to</a:t>
            </a:r>
            <a:r>
              <a:rPr lang="en-US" sz="1800" dirty="0">
                <a:solidFill>
                  <a:schemeClr val="tx1"/>
                </a:solidFill>
              </a:rPr>
              <a:t> pick list values must match the </a:t>
            </a:r>
            <a:r>
              <a:rPr lang="en-US" sz="1800" i="1" dirty="0">
                <a:solidFill>
                  <a:schemeClr val="tx1"/>
                </a:solidFill>
              </a:rPr>
              <a:t>Username External ID </a:t>
            </a:r>
            <a:r>
              <a:rPr lang="en-US" sz="1800" dirty="0">
                <a:solidFill>
                  <a:schemeClr val="tx1"/>
                </a:solidFill>
              </a:rPr>
              <a:t>field in Rep Roster object in order to populate the return address</a:t>
            </a: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marL="0" indent="0">
              <a:buNone/>
            </a:pPr>
            <a:endParaRPr lang="en-US" sz="1800" dirty="0">
              <a:solidFill>
                <a:schemeClr val="tx1"/>
              </a:solidFill>
            </a:endParaRPr>
          </a:p>
          <a:p>
            <a:endParaRPr lang="en-US" sz="1800" dirty="0">
              <a:solidFill>
                <a:schemeClr val="tx1"/>
              </a:solidFill>
            </a:endParaRPr>
          </a:p>
        </p:txBody>
      </p:sp>
    </p:spTree>
    <p:extLst>
      <p:ext uri="{BB962C8B-B14F-4D97-AF65-F5344CB8AC3E}">
        <p14:creationId xmlns:p14="http://schemas.microsoft.com/office/powerpoint/2010/main" val="29536588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39</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Return Sample Transactions…2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298580" y="834189"/>
            <a:ext cx="9826559" cy="5612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endParaRPr lang="en-US" sz="1800" dirty="0">
              <a:solidFill>
                <a:schemeClr val="tx1"/>
              </a:solidFill>
            </a:endParaRPr>
          </a:p>
          <a:p>
            <a:pPr marL="0" indent="0">
              <a:buNone/>
            </a:pPr>
            <a:endParaRPr lang="en-US" sz="1800" dirty="0">
              <a:solidFill>
                <a:schemeClr val="tx1"/>
              </a:solidFill>
            </a:endParaRPr>
          </a:p>
          <a:p>
            <a:endParaRPr lang="en-US" sz="1800" dirty="0">
              <a:solidFill>
                <a:schemeClr val="tx1"/>
              </a:solidFill>
            </a:endParaRPr>
          </a:p>
        </p:txBody>
      </p:sp>
      <p:pic>
        <p:nvPicPr>
          <p:cNvPr id="12" name="Picture 11">
            <a:extLst>
              <a:ext uri="{FF2B5EF4-FFF2-40B4-BE49-F238E27FC236}">
                <a16:creationId xmlns:a16="http://schemas.microsoft.com/office/drawing/2014/main" id="{05DD7F67-E776-D0FA-0FD2-FEBFF4664926}"/>
              </a:ext>
            </a:extLst>
          </p:cNvPr>
          <p:cNvPicPr>
            <a:picLocks noChangeAspect="1"/>
          </p:cNvPicPr>
          <p:nvPr/>
        </p:nvPicPr>
        <p:blipFill>
          <a:blip r:embed="rId2"/>
          <a:stretch>
            <a:fillRect/>
          </a:stretch>
        </p:blipFill>
        <p:spPr>
          <a:xfrm>
            <a:off x="1154209" y="1811637"/>
            <a:ext cx="8115300" cy="4333875"/>
          </a:xfrm>
          <a:prstGeom prst="rect">
            <a:avLst/>
          </a:prstGeom>
          <a:ln>
            <a:solidFill>
              <a:schemeClr val="tx1"/>
            </a:solidFill>
          </a:ln>
        </p:spPr>
      </p:pic>
      <p:sp>
        <p:nvSpPr>
          <p:cNvPr id="15" name="Content Placeholder 4">
            <a:extLst>
              <a:ext uri="{FF2B5EF4-FFF2-40B4-BE49-F238E27FC236}">
                <a16:creationId xmlns:a16="http://schemas.microsoft.com/office/drawing/2014/main" id="{3CE46B82-3A79-B582-BF21-B07000CFD043}"/>
              </a:ext>
            </a:extLst>
          </p:cNvPr>
          <p:cNvSpPr txBox="1">
            <a:spLocks/>
          </p:cNvSpPr>
          <p:nvPr/>
        </p:nvSpPr>
        <p:spPr>
          <a:xfrm>
            <a:off x="1154209" y="1122947"/>
            <a:ext cx="9706308" cy="131545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t>Below is an example of Sample return made by the sales representative:</a:t>
            </a:r>
          </a:p>
        </p:txBody>
      </p:sp>
    </p:spTree>
    <p:extLst>
      <p:ext uri="{BB962C8B-B14F-4D97-AF65-F5344CB8AC3E}">
        <p14:creationId xmlns:p14="http://schemas.microsoft.com/office/powerpoint/2010/main" val="1136677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40</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Adjustment Sample Transactions…1</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457199" y="898358"/>
            <a:ext cx="8670759" cy="51013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a:solidFill>
                  <a:schemeClr val="tx1"/>
                </a:solidFill>
              </a:rPr>
              <a:t>In case a Sample Lot has been lost or stolen a Sample Adjustment can be recorded by the user</a:t>
            </a:r>
          </a:p>
          <a:p>
            <a:endParaRPr lang="en-US" sz="1800">
              <a:solidFill>
                <a:schemeClr val="tx1"/>
              </a:solidFill>
            </a:endParaRPr>
          </a:p>
          <a:p>
            <a:r>
              <a:rPr lang="en-US" sz="1800">
                <a:solidFill>
                  <a:schemeClr val="tx1"/>
                </a:solidFill>
              </a:rPr>
              <a:t>Reasons picklist in an Adjustment Sample Transaction record is used to provide a reason for the adjustment</a:t>
            </a:r>
          </a:p>
          <a:p>
            <a:endParaRPr lang="en-US" sz="1800">
              <a:solidFill>
                <a:schemeClr val="tx1"/>
              </a:solidFill>
            </a:endParaRPr>
          </a:p>
          <a:p>
            <a:r>
              <a:rPr lang="en-US" sz="1800">
                <a:solidFill>
                  <a:schemeClr val="tx1"/>
                </a:solidFill>
              </a:rPr>
              <a:t>These transactions correspond to a user’s needs to adjust the Calculated Quantity of a Sample Lot. Reason</a:t>
            </a:r>
          </a:p>
          <a:p>
            <a:endParaRPr lang="en-US" sz="1800">
              <a:solidFill>
                <a:schemeClr val="tx1"/>
              </a:solidFill>
            </a:endParaRPr>
          </a:p>
          <a:p>
            <a:r>
              <a:rPr lang="en-US" sz="1800">
                <a:solidFill>
                  <a:schemeClr val="tx1"/>
                </a:solidFill>
              </a:rPr>
              <a:t>The Quantity field for an Adjustment Sample Transaction can be greater than, less than, or equal to zero </a:t>
            </a:r>
          </a:p>
          <a:p>
            <a:endParaRPr lang="en-US" sz="1800">
              <a:solidFill>
                <a:schemeClr val="tx1"/>
              </a:solidFill>
            </a:endParaRPr>
          </a:p>
          <a:p>
            <a:r>
              <a:rPr lang="en-US" sz="1800">
                <a:solidFill>
                  <a:schemeClr val="tx1"/>
                </a:solidFill>
              </a:rPr>
              <a:t>However, validation rules can be applied in order to incorporate business logic such that the Quantity cannot be less than 1</a:t>
            </a:r>
          </a:p>
          <a:p>
            <a:endParaRPr lang="en-US" sz="1800">
              <a:solidFill>
                <a:schemeClr val="tx1"/>
              </a:solidFill>
            </a:endParaRPr>
          </a:p>
          <a:p>
            <a:r>
              <a:rPr lang="en-US" sz="1800">
                <a:solidFill>
                  <a:schemeClr val="tx1"/>
                </a:solidFill>
              </a:rPr>
              <a:t>The value entered for the Quantity is the direct value that the Adjustment Sample Transaction will have on the Calculated Quantity for the Sample Lot</a:t>
            </a:r>
            <a:endParaRPr lang="en-US" sz="1800" dirty="0">
              <a:solidFill>
                <a:schemeClr val="tx1"/>
              </a:solidFill>
            </a:endParaRPr>
          </a:p>
        </p:txBody>
      </p:sp>
    </p:spTree>
    <p:extLst>
      <p:ext uri="{BB962C8B-B14F-4D97-AF65-F5344CB8AC3E}">
        <p14:creationId xmlns:p14="http://schemas.microsoft.com/office/powerpoint/2010/main" val="28948258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41</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Adjustment Sample Transactions…2</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457199" y="898358"/>
            <a:ext cx="8670759" cy="51013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solidFill>
                  <a:schemeClr val="tx1"/>
                </a:solidFill>
              </a:rPr>
              <a:t>Key areas of administration:</a:t>
            </a:r>
          </a:p>
          <a:p>
            <a:pPr lvl="1"/>
            <a:r>
              <a:rPr lang="en-US" sz="1800" dirty="0">
                <a:solidFill>
                  <a:schemeClr val="tx1"/>
                </a:solidFill>
              </a:rPr>
              <a:t>Reason picklist values</a:t>
            </a:r>
          </a:p>
          <a:p>
            <a:pPr lvl="1"/>
            <a:r>
              <a:rPr lang="en-US" sz="1800" dirty="0">
                <a:solidFill>
                  <a:schemeClr val="tx1"/>
                </a:solidFill>
              </a:rPr>
              <a:t>Validation rules for adjustments</a:t>
            </a:r>
          </a:p>
          <a:p>
            <a:pPr lvl="1"/>
            <a:r>
              <a:rPr lang="en-US" sz="1800" dirty="0">
                <a:solidFill>
                  <a:schemeClr val="tx1"/>
                </a:solidFill>
              </a:rPr>
              <a:t>Accessibility of Sample Lot records for Adjust for functionality</a:t>
            </a:r>
          </a:p>
          <a:p>
            <a:pPr lvl="1"/>
            <a:endParaRPr lang="en-US" sz="1800" dirty="0">
              <a:solidFill>
                <a:schemeClr val="tx1"/>
              </a:solidFill>
            </a:endParaRPr>
          </a:p>
          <a:p>
            <a:pPr indent="-285750"/>
            <a:r>
              <a:rPr lang="en-US" sz="1800" b="1" dirty="0">
                <a:solidFill>
                  <a:schemeClr val="tx1"/>
                </a:solidFill>
              </a:rPr>
              <a:t>Note:</a:t>
            </a:r>
          </a:p>
          <a:p>
            <a:pPr lvl="1"/>
            <a:r>
              <a:rPr lang="en-US" sz="1800" dirty="0">
                <a:solidFill>
                  <a:schemeClr val="tx1"/>
                </a:solidFill>
              </a:rPr>
              <a:t>A user can create an Adjustment on behalf of another user by utilizing the Adjust for field </a:t>
            </a:r>
          </a:p>
          <a:p>
            <a:pPr lvl="1"/>
            <a:endParaRPr lang="en-US" sz="1800" dirty="0">
              <a:solidFill>
                <a:schemeClr val="tx1"/>
              </a:solidFill>
            </a:endParaRPr>
          </a:p>
          <a:p>
            <a:pPr lvl="1"/>
            <a:r>
              <a:rPr lang="en-US" sz="1800" dirty="0">
                <a:solidFill>
                  <a:schemeClr val="tx1"/>
                </a:solidFill>
              </a:rPr>
              <a:t>However, this is governed by the fact that the user should have access to Sample Lot data of the user on whose behalf the Adjustment Transaction record needs to be created</a:t>
            </a:r>
          </a:p>
          <a:p>
            <a:pPr lvl="1"/>
            <a:endParaRPr lang="en-US" sz="1800" dirty="0">
              <a:solidFill>
                <a:schemeClr val="tx1"/>
              </a:solidFill>
            </a:endParaRPr>
          </a:p>
          <a:p>
            <a:pPr lvl="1"/>
            <a:r>
              <a:rPr lang="en-US" sz="1800" dirty="0">
                <a:solidFill>
                  <a:schemeClr val="tx1"/>
                </a:solidFill>
              </a:rPr>
              <a:t>Uses can create a backdated Adjustment Sample Transaction by utilizing the Adjusted Date field</a:t>
            </a:r>
          </a:p>
          <a:p>
            <a:endParaRPr lang="en-US" sz="1800" dirty="0">
              <a:solidFill>
                <a:schemeClr val="tx1"/>
              </a:solidFill>
            </a:endParaRPr>
          </a:p>
        </p:txBody>
      </p:sp>
    </p:spTree>
    <p:extLst>
      <p:ext uri="{BB962C8B-B14F-4D97-AF65-F5344CB8AC3E}">
        <p14:creationId xmlns:p14="http://schemas.microsoft.com/office/powerpoint/2010/main" val="8340219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42</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298580" y="228601"/>
            <a:ext cx="10807700" cy="369332"/>
          </a:xfrm>
        </p:spPr>
        <p:txBody>
          <a:bodyPr/>
          <a:lstStyle/>
          <a:p>
            <a:r>
              <a:rPr lang="en-US" dirty="0"/>
              <a:t>Adjustment Sample Transactions…3</a:t>
            </a:r>
          </a:p>
        </p:txBody>
      </p:sp>
      <p:sp>
        <p:nvSpPr>
          <p:cNvPr id="20" name="Content Placeholder 1">
            <a:extLst>
              <a:ext uri="{FF2B5EF4-FFF2-40B4-BE49-F238E27FC236}">
                <a16:creationId xmlns:a16="http://schemas.microsoft.com/office/drawing/2014/main" id="{4C621679-D8D6-6A92-123F-0B378A52F909}"/>
              </a:ext>
            </a:extLst>
          </p:cNvPr>
          <p:cNvSpPr txBox="1">
            <a:spLocks/>
          </p:cNvSpPr>
          <p:nvPr/>
        </p:nvSpPr>
        <p:spPr>
          <a:xfrm>
            <a:off x="457199" y="898358"/>
            <a:ext cx="8670759" cy="510138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800" dirty="0">
              <a:solidFill>
                <a:schemeClr val="tx1"/>
              </a:solidFill>
            </a:endParaRPr>
          </a:p>
        </p:txBody>
      </p:sp>
      <p:pic>
        <p:nvPicPr>
          <p:cNvPr id="6" name="Picture 5">
            <a:extLst>
              <a:ext uri="{FF2B5EF4-FFF2-40B4-BE49-F238E27FC236}">
                <a16:creationId xmlns:a16="http://schemas.microsoft.com/office/drawing/2014/main" id="{A765F6FC-85F9-3FB8-7AF0-0A1E9F1DE82D}"/>
              </a:ext>
            </a:extLst>
          </p:cNvPr>
          <p:cNvPicPr>
            <a:picLocks noChangeAspect="1"/>
          </p:cNvPicPr>
          <p:nvPr/>
        </p:nvPicPr>
        <p:blipFill>
          <a:blip r:embed="rId2"/>
          <a:stretch>
            <a:fillRect/>
          </a:stretch>
        </p:blipFill>
        <p:spPr>
          <a:xfrm>
            <a:off x="531979" y="1902593"/>
            <a:ext cx="8521197" cy="2819400"/>
          </a:xfrm>
          <a:prstGeom prst="rect">
            <a:avLst/>
          </a:prstGeom>
          <a:ln>
            <a:solidFill>
              <a:schemeClr val="tx1"/>
            </a:solidFill>
          </a:ln>
        </p:spPr>
      </p:pic>
      <p:sp>
        <p:nvSpPr>
          <p:cNvPr id="9" name="Content Placeholder 4">
            <a:extLst>
              <a:ext uri="{FF2B5EF4-FFF2-40B4-BE49-F238E27FC236}">
                <a16:creationId xmlns:a16="http://schemas.microsoft.com/office/drawing/2014/main" id="{4975AD9B-CFD7-15CA-F3C3-B1BFBD04D2B3}"/>
              </a:ext>
            </a:extLst>
          </p:cNvPr>
          <p:cNvSpPr txBox="1">
            <a:spLocks/>
          </p:cNvSpPr>
          <p:nvPr/>
        </p:nvSpPr>
        <p:spPr>
          <a:xfrm>
            <a:off x="457199" y="1155032"/>
            <a:ext cx="10122907" cy="4476978"/>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t>Below is an example of sample adjustment made by sales representative:</a:t>
            </a:r>
          </a:p>
        </p:txBody>
      </p:sp>
    </p:spTree>
    <p:extLst>
      <p:ext uri="{BB962C8B-B14F-4D97-AF65-F5344CB8AC3E}">
        <p14:creationId xmlns:p14="http://schemas.microsoft.com/office/powerpoint/2010/main" val="6970627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669191" y="2173336"/>
            <a:ext cx="6245891" cy="1828469"/>
          </a:xfrm>
        </p:spPr>
        <p:txBody>
          <a:bodyPr/>
          <a:lstStyle/>
          <a:p>
            <a:r>
              <a:rPr lang="en-US" sz="3600" b="0" dirty="0">
                <a:solidFill>
                  <a:srgbClr val="00718F"/>
                </a:solidFill>
                <a:latin typeface="Arial" panose="020B0604020202020204" pitchFamily="34" charset="0"/>
                <a:cs typeface="Arial" panose="020B0604020202020204" pitchFamily="34" charset="0"/>
              </a:rPr>
              <a:t>Sample Management in VEEVA</a:t>
            </a:r>
            <a:br>
              <a:rPr lang="en-US" sz="3600" b="0" dirty="0">
                <a:solidFill>
                  <a:srgbClr val="00718F"/>
                </a:solidFill>
                <a:latin typeface="Arial" panose="020B0604020202020204" pitchFamily="34" charset="0"/>
                <a:cs typeface="Arial" panose="020B0604020202020204" pitchFamily="34" charset="0"/>
              </a:rPr>
            </a:br>
            <a:endParaRPr lang="en-US" b="0"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724492" y="4153375"/>
            <a:ext cx="4928603" cy="457200"/>
          </a:xfrm>
        </p:spPr>
        <p:txBody>
          <a:bodyPr/>
          <a:lstStyle/>
          <a:p>
            <a:r>
              <a:rPr lang="en-US" sz="3200" b="1" dirty="0"/>
              <a:t>Sample Limit</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r>
              <a:rPr lang="en-US"/>
              <a:t>© 2023 Cognizant</a:t>
            </a:r>
            <a:endParaRPr lang="en-US" dirty="0"/>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r>
              <a:rPr lang="en-US" dirty="0"/>
              <a:t>20-07-2023</a:t>
            </a:r>
          </a:p>
        </p:txBody>
      </p:sp>
    </p:spTree>
    <p:extLst>
      <p:ext uri="{BB962C8B-B14F-4D97-AF65-F5344CB8AC3E}">
        <p14:creationId xmlns:p14="http://schemas.microsoft.com/office/powerpoint/2010/main" val="4997576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44</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317238" y="557213"/>
            <a:ext cx="10807700" cy="369332"/>
          </a:xfrm>
        </p:spPr>
        <p:txBody>
          <a:bodyPr/>
          <a:lstStyle/>
          <a:p>
            <a:r>
              <a:rPr lang="en-US" dirty="0"/>
              <a:t>Sample Limits…1</a:t>
            </a:r>
          </a:p>
        </p:txBody>
      </p:sp>
      <p:sp>
        <p:nvSpPr>
          <p:cNvPr id="4" name="Content Placeholder 1">
            <a:extLst>
              <a:ext uri="{FF2B5EF4-FFF2-40B4-BE49-F238E27FC236}">
                <a16:creationId xmlns:a16="http://schemas.microsoft.com/office/drawing/2014/main" id="{E70B7BF2-667A-CCD4-DE4D-818A2635E561}"/>
              </a:ext>
            </a:extLst>
          </p:cNvPr>
          <p:cNvSpPr txBox="1">
            <a:spLocks/>
          </p:cNvSpPr>
          <p:nvPr/>
        </p:nvSpPr>
        <p:spPr>
          <a:xfrm>
            <a:off x="317238" y="1317624"/>
            <a:ext cx="9825137"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en-US" sz="1800" b="1" dirty="0"/>
          </a:p>
          <a:p>
            <a:pPr marL="285750"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Sample Limits provide a method to regulate and enforce the Sample Quantity disbursed</a:t>
            </a:r>
          </a:p>
          <a:p>
            <a:pPr marL="285750" indent="-285750">
              <a:spcBef>
                <a:spcPct val="20000"/>
              </a:spcBef>
              <a:buFont typeface="Arial" panose="020B0604020202020204" pitchFamily="34" charset="0"/>
              <a:buChar char="•"/>
            </a:pPr>
            <a:endParaRPr lang="en-US" dirty="0">
              <a:latin typeface="Arial" panose="020B0604020202020204" pitchFamily="34" charset="0"/>
              <a:ea typeface="Arial Unicode MS" pitchFamily="34" charset="-128"/>
              <a:cs typeface="Arial" panose="020B0604020202020204" pitchFamily="34" charset="0"/>
            </a:endParaRPr>
          </a:p>
          <a:p>
            <a:pPr marL="285750"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The number of samples disbursed to an Account over a specific time period is regulated by several companies</a:t>
            </a:r>
          </a:p>
          <a:p>
            <a:pPr marL="285750" indent="-285750">
              <a:spcBef>
                <a:spcPct val="20000"/>
              </a:spcBef>
              <a:buFont typeface="Arial" panose="020B0604020202020204" pitchFamily="34" charset="0"/>
              <a:buChar char="•"/>
            </a:pPr>
            <a:endParaRPr lang="en-US" dirty="0">
              <a:latin typeface="Arial" panose="020B0604020202020204" pitchFamily="34" charset="0"/>
              <a:ea typeface="Arial Unicode MS" pitchFamily="34" charset="-128"/>
              <a:cs typeface="Arial" panose="020B0604020202020204" pitchFamily="34" charset="0"/>
            </a:endParaRPr>
          </a:p>
          <a:p>
            <a:pPr marL="285750"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This feature is available in both online and offline</a:t>
            </a:r>
          </a:p>
          <a:p>
            <a:pPr marL="285750" indent="-285750">
              <a:spcBef>
                <a:spcPct val="20000"/>
              </a:spcBef>
              <a:buFont typeface="Arial" panose="020B0604020202020204" pitchFamily="34" charset="0"/>
              <a:buChar char="•"/>
            </a:pPr>
            <a:endParaRPr lang="en-US" dirty="0">
              <a:latin typeface="Arial" panose="020B0604020202020204" pitchFamily="34" charset="0"/>
              <a:ea typeface="Arial Unicode MS" pitchFamily="34" charset="-128"/>
              <a:cs typeface="Arial" panose="020B0604020202020204" pitchFamily="34" charset="0"/>
            </a:endParaRPr>
          </a:p>
          <a:p>
            <a:pPr marL="285750"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For a given product, the limits can be applied at the following levels:</a:t>
            </a:r>
          </a:p>
          <a:p>
            <a:pPr marL="285750" indent="-285750">
              <a:spcBef>
                <a:spcPct val="20000"/>
              </a:spcBef>
              <a:buFont typeface="Arial" panose="020B0604020202020204" pitchFamily="34" charset="0"/>
              <a:buChar char="•"/>
            </a:pPr>
            <a:endParaRPr lang="en-US" dirty="0">
              <a:latin typeface="Arial" panose="020B0604020202020204" pitchFamily="34" charset="0"/>
              <a:ea typeface="Arial Unicode MS" pitchFamily="34" charset="-128"/>
              <a:cs typeface="Arial" panose="020B0604020202020204" pitchFamily="34" charset="0"/>
            </a:endParaRPr>
          </a:p>
          <a:p>
            <a:pPr marL="742950" lvl="1" indent="-285750">
              <a:spcBef>
                <a:spcPct val="20000"/>
              </a:spcBef>
              <a:buFont typeface="Arial" panose="020B0604020202020204" pitchFamily="34" charset="0"/>
              <a:buChar char="-"/>
            </a:pPr>
            <a:r>
              <a:rPr lang="en-US" b="1" dirty="0">
                <a:latin typeface="Arial" panose="020B0604020202020204" pitchFamily="34" charset="0"/>
                <a:ea typeface="Arial Unicode MS" pitchFamily="34" charset="-128"/>
                <a:cs typeface="Arial" panose="020B0604020202020204" pitchFamily="34" charset="0"/>
              </a:rPr>
              <a:t>Account Limit</a:t>
            </a:r>
          </a:p>
          <a:p>
            <a:pPr marL="1200150" lvl="2"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Limiting the sample quantity that can be disbursed over a period of time to a particular Account</a:t>
            </a:r>
          </a:p>
          <a:p>
            <a:pPr marL="1200150" lvl="2"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It is applicable to a specific Account across all Users</a:t>
            </a: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p:txBody>
      </p:sp>
    </p:spTree>
    <p:extLst>
      <p:ext uri="{BB962C8B-B14F-4D97-AF65-F5344CB8AC3E}">
        <p14:creationId xmlns:p14="http://schemas.microsoft.com/office/powerpoint/2010/main" val="2245440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B176796-B501-57D2-1FEF-87C48628E6C5}"/>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84045D04-F6AA-5DEB-47A2-1E5FFB4BAAE6}"/>
              </a:ext>
            </a:extLst>
          </p:cNvPr>
          <p:cNvSpPr>
            <a:spLocks noGrp="1"/>
          </p:cNvSpPr>
          <p:nvPr>
            <p:ph type="sldNum" sz="quarter" idx="12"/>
          </p:nvPr>
        </p:nvSpPr>
        <p:spPr/>
        <p:txBody>
          <a:bodyPr/>
          <a:lstStyle/>
          <a:p>
            <a:fld id="{C53E075B-3175-45CF-B3C7-FEDF3F5961E3}" type="slidenum">
              <a:rPr lang="en-US" smtClean="0"/>
              <a:pPr/>
              <a:t>45</a:t>
            </a:fld>
            <a:endParaRPr lang="en-US" dirty="0"/>
          </a:p>
        </p:txBody>
      </p:sp>
      <p:sp>
        <p:nvSpPr>
          <p:cNvPr id="5" name="Title 4">
            <a:extLst>
              <a:ext uri="{FF2B5EF4-FFF2-40B4-BE49-F238E27FC236}">
                <a16:creationId xmlns:a16="http://schemas.microsoft.com/office/drawing/2014/main" id="{7A8B3838-7BD6-DD5F-D50B-A9433F6534F7}"/>
              </a:ext>
            </a:extLst>
          </p:cNvPr>
          <p:cNvSpPr>
            <a:spLocks noGrp="1"/>
          </p:cNvSpPr>
          <p:nvPr>
            <p:ph type="title" idx="4294967295"/>
          </p:nvPr>
        </p:nvSpPr>
        <p:spPr>
          <a:xfrm>
            <a:off x="317238" y="557213"/>
            <a:ext cx="10807700" cy="369332"/>
          </a:xfrm>
        </p:spPr>
        <p:txBody>
          <a:bodyPr/>
          <a:lstStyle/>
          <a:p>
            <a:r>
              <a:rPr lang="en-US" dirty="0"/>
              <a:t>Sample Limits…2</a:t>
            </a:r>
          </a:p>
        </p:txBody>
      </p:sp>
      <p:sp>
        <p:nvSpPr>
          <p:cNvPr id="4" name="Content Placeholder 1">
            <a:extLst>
              <a:ext uri="{FF2B5EF4-FFF2-40B4-BE49-F238E27FC236}">
                <a16:creationId xmlns:a16="http://schemas.microsoft.com/office/drawing/2014/main" id="{E70B7BF2-667A-CCD4-DE4D-818A2635E561}"/>
              </a:ext>
            </a:extLst>
          </p:cNvPr>
          <p:cNvSpPr txBox="1">
            <a:spLocks/>
          </p:cNvSpPr>
          <p:nvPr/>
        </p:nvSpPr>
        <p:spPr>
          <a:xfrm>
            <a:off x="0" y="1106906"/>
            <a:ext cx="10142375" cy="51938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en-US" sz="1800" b="1" dirty="0"/>
          </a:p>
          <a:p>
            <a:pPr marL="742950" lvl="1" indent="-285750">
              <a:spcBef>
                <a:spcPct val="20000"/>
              </a:spcBef>
              <a:buFont typeface="Arial" panose="020B0604020202020204" pitchFamily="34" charset="0"/>
              <a:buChar char="-"/>
            </a:pPr>
            <a:r>
              <a:rPr lang="en-US" b="1" dirty="0">
                <a:latin typeface="Arial" panose="020B0604020202020204" pitchFamily="34" charset="0"/>
                <a:ea typeface="Arial Unicode MS" pitchFamily="34" charset="-128"/>
                <a:cs typeface="Arial" panose="020B0604020202020204" pitchFamily="34" charset="0"/>
              </a:rPr>
              <a:t>User Limit</a:t>
            </a:r>
          </a:p>
          <a:p>
            <a:pPr marL="1200150" lvl="2"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Limiting the sample quantity that can be disbursed over a period of time by a particular user</a:t>
            </a:r>
          </a:p>
          <a:p>
            <a:pPr marL="1200150" lvl="2"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It is applicable to a specific user across all Accounts</a:t>
            </a:r>
          </a:p>
          <a:p>
            <a:pPr lvl="1">
              <a:spcBef>
                <a:spcPct val="20000"/>
              </a:spcBef>
            </a:pPr>
            <a:endParaRPr lang="en-US" dirty="0">
              <a:latin typeface="Arial" panose="020B0604020202020204" pitchFamily="34" charset="0"/>
              <a:ea typeface="Arial Unicode MS" pitchFamily="34" charset="-128"/>
              <a:cs typeface="Arial" panose="020B0604020202020204" pitchFamily="34" charset="0"/>
            </a:endParaRPr>
          </a:p>
          <a:p>
            <a:pPr marL="742950" lvl="1" indent="-285750">
              <a:spcBef>
                <a:spcPct val="20000"/>
              </a:spcBef>
              <a:buFont typeface="Arial" panose="020B0604020202020204" pitchFamily="34" charset="0"/>
              <a:buChar char="-"/>
            </a:pPr>
            <a:r>
              <a:rPr lang="en-US" b="1" dirty="0">
                <a:latin typeface="Arial" panose="020B0604020202020204" pitchFamily="34" charset="0"/>
                <a:ea typeface="Arial Unicode MS" pitchFamily="34" charset="-128"/>
                <a:cs typeface="Arial" panose="020B0604020202020204" pitchFamily="34" charset="0"/>
              </a:rPr>
              <a:t>Account-User Limit</a:t>
            </a:r>
          </a:p>
          <a:p>
            <a:pPr marL="1200150" lvl="2"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Limiting the sample quantity that can be disbursed over a period of time to a particular Account by a particular user</a:t>
            </a:r>
          </a:p>
          <a:p>
            <a:pPr marL="1200150" lvl="2"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It is applicable to a specific user for a specific Account</a:t>
            </a:r>
          </a:p>
          <a:p>
            <a:pPr marL="742950" lvl="1" indent="-285750">
              <a:spcBef>
                <a:spcPct val="20000"/>
              </a:spcBef>
              <a:buFont typeface="Arial" panose="020B0604020202020204" pitchFamily="34" charset="0"/>
              <a:buChar char="•"/>
            </a:pPr>
            <a:endParaRPr lang="en-US" dirty="0">
              <a:latin typeface="Arial" panose="020B0604020202020204" pitchFamily="34" charset="0"/>
              <a:ea typeface="Arial Unicode MS" pitchFamily="34" charset="-128"/>
              <a:cs typeface="Arial" panose="020B0604020202020204" pitchFamily="34" charset="0"/>
            </a:endParaRPr>
          </a:p>
          <a:p>
            <a:pPr marL="742950" lvl="1" indent="-285750">
              <a:spcBef>
                <a:spcPct val="20000"/>
              </a:spcBef>
              <a:buFont typeface="Arial" panose="020B0604020202020204" pitchFamily="34" charset="0"/>
              <a:buChar char="-"/>
            </a:pPr>
            <a:r>
              <a:rPr lang="en-US" b="1" dirty="0">
                <a:latin typeface="Arial" panose="020B0604020202020204" pitchFamily="34" charset="0"/>
                <a:ea typeface="Arial Unicode MS" pitchFamily="34" charset="-128"/>
                <a:cs typeface="Arial" panose="020B0604020202020204" pitchFamily="34" charset="0"/>
              </a:rPr>
              <a:t>Limit Per Call</a:t>
            </a:r>
          </a:p>
          <a:p>
            <a:pPr marL="1200150" lvl="2" indent="-285750">
              <a:spcBef>
                <a:spcPct val="20000"/>
              </a:spcBef>
              <a:buFont typeface="Arial" panose="020B0604020202020204" pitchFamily="34" charset="0"/>
              <a:buChar char="•"/>
            </a:pPr>
            <a:r>
              <a:rPr lang="en-US" dirty="0">
                <a:latin typeface="Arial" panose="020B0604020202020204" pitchFamily="34" charset="0"/>
                <a:ea typeface="Arial Unicode MS" pitchFamily="34" charset="-128"/>
                <a:cs typeface="Arial" panose="020B0604020202020204" pitchFamily="34" charset="0"/>
              </a:rPr>
              <a:t>Specific amount of sample quantity that can be disbursed over a single call</a:t>
            </a: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a:p>
            <a:pPr>
              <a:defRPr/>
            </a:pPr>
            <a:endParaRPr lang="en-US" sz="1800" b="1" dirty="0"/>
          </a:p>
        </p:txBody>
      </p:sp>
    </p:spTree>
    <p:extLst>
      <p:ext uri="{BB962C8B-B14F-4D97-AF65-F5344CB8AC3E}">
        <p14:creationId xmlns:p14="http://schemas.microsoft.com/office/powerpoint/2010/main" val="3630302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46</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587438540"/>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6447" y="36447"/>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Bo</a:t>
              </a:r>
              <a:r>
                <a:rPr lang="en-US" dirty="0">
                  <a:latin typeface="Arial" panose="020B0604020202020204" pitchFamily="34" charset="0"/>
                  <a:cs typeface="Arial" panose="020B0604020202020204" pitchFamily="34" charset="0"/>
                </a:rPr>
                <a:t>th I and II</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47</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a:t>
            </a:r>
            <a:r>
              <a:rPr lang="en-US" dirty="0"/>
              <a:t>2</a:t>
            </a:r>
          </a:p>
        </p:txBody>
      </p:sp>
      <p:graphicFrame>
        <p:nvGraphicFramePr>
          <p:cNvPr id="5" name="Diagram 4">
            <a:extLst>
              <a:ext uri="{FF2B5EF4-FFF2-40B4-BE49-F238E27FC236}">
                <a16:creationId xmlns:a16="http://schemas.microsoft.com/office/drawing/2014/main" id="{CF566466-BBFA-208A-E65D-B08953063E86}"/>
              </a:ext>
            </a:extLst>
          </p:cNvPr>
          <p:cNvGraphicFramePr/>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6447" y="36447"/>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850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48</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3</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2915268994"/>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2246" y="44745"/>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Product</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856192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49</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4</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222410023"/>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333885" cy="746628"/>
            <a:chOff x="0" y="0"/>
            <a:chExt cx="8333885"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32246" y="44745"/>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dirty="0">
                  <a:latin typeface="Arial" panose="020B0604020202020204" pitchFamily="34" charset="0"/>
                  <a:cs typeface="Arial" panose="020B0604020202020204" pitchFamily="34" charset="0"/>
                </a:rPr>
                <a:t>None of the  above</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14718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50</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5</a:t>
            </a:r>
            <a:endParaRPr lang="en-US" dirty="0"/>
          </a:p>
        </p:txBody>
      </p:sp>
      <p:graphicFrame>
        <p:nvGraphicFramePr>
          <p:cNvPr id="5" name="Diagram 4">
            <a:extLst>
              <a:ext uri="{FF2B5EF4-FFF2-40B4-BE49-F238E27FC236}">
                <a16:creationId xmlns:a16="http://schemas.microsoft.com/office/drawing/2014/main" id="{CF566466-BBFA-208A-E65D-B08953063E86}"/>
              </a:ext>
            </a:extLst>
          </p:cNvPr>
          <p:cNvGraphicFramePr/>
          <p:nvPr>
            <p:extLst>
              <p:ext uri="{D42A27DB-BD31-4B8C-83A1-F6EECF244321}">
                <p14:modId xmlns:p14="http://schemas.microsoft.com/office/powerpoint/2010/main" val="307280047"/>
              </p:ext>
            </p:extLst>
          </p:nvPr>
        </p:nvGraphicFramePr>
        <p:xfrm>
          <a:off x="633247" y="1331495"/>
          <a:ext cx="8333885" cy="3086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8" name="Group 7">
            <a:extLst>
              <a:ext uri="{FF2B5EF4-FFF2-40B4-BE49-F238E27FC236}">
                <a16:creationId xmlns:a16="http://schemas.microsoft.com/office/drawing/2014/main" id="{ECAFD24E-4B00-FC92-C355-E414D12AEAA8}"/>
              </a:ext>
            </a:extLst>
          </p:cNvPr>
          <p:cNvGrpSpPr/>
          <p:nvPr/>
        </p:nvGrpSpPr>
        <p:grpSpPr>
          <a:xfrm>
            <a:off x="633247" y="4347836"/>
            <a:ext cx="8437042" cy="746628"/>
            <a:chOff x="0" y="0"/>
            <a:chExt cx="8437042" cy="746628"/>
          </a:xfrm>
        </p:grpSpPr>
        <p:sp>
          <p:nvSpPr>
            <p:cNvPr id="9" name="Rectangle: Rounded Corners 8">
              <a:extLst>
                <a:ext uri="{FF2B5EF4-FFF2-40B4-BE49-F238E27FC236}">
                  <a16:creationId xmlns:a16="http://schemas.microsoft.com/office/drawing/2014/main" id="{FB5B4ECD-E89C-2A90-B7BC-3273BCDE1B79}"/>
                </a:ext>
              </a:extLst>
            </p:cNvPr>
            <p:cNvSpPr/>
            <p:nvPr/>
          </p:nvSpPr>
          <p:spPr>
            <a:xfrm>
              <a:off x="0" y="0"/>
              <a:ext cx="8333885" cy="746628"/>
            </a:xfrm>
            <a:prstGeom prst="round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10" name="Rectangle: Rounded Corners 4">
              <a:extLst>
                <a:ext uri="{FF2B5EF4-FFF2-40B4-BE49-F238E27FC236}">
                  <a16:creationId xmlns:a16="http://schemas.microsoft.com/office/drawing/2014/main" id="{098A60CF-ECA1-C4F2-1E35-BBDDECA0C44A}"/>
                </a:ext>
              </a:extLst>
            </p:cNvPr>
            <p:cNvSpPr txBox="1"/>
            <p:nvPr/>
          </p:nvSpPr>
          <p:spPr>
            <a:xfrm>
              <a:off x="176051" y="0"/>
              <a:ext cx="8260991" cy="67373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496252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51</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dirty="0"/>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ja-JP" dirty="0">
                <a:solidFill>
                  <a:schemeClr val="tx1"/>
                </a:solidFill>
              </a:rPr>
              <a:t>In this module, you have learnt to:</a:t>
            </a:r>
            <a:endParaRPr lang="en-US" dirty="0">
              <a:solidFill>
                <a:schemeClr val="tx1"/>
              </a:solidFill>
            </a:endParaRPr>
          </a:p>
          <a:p>
            <a:endParaRPr lang="en-US" sz="1800" dirty="0">
              <a:solidFill>
                <a:schemeClr val="tx1"/>
              </a:solidFill>
            </a:endParaRPr>
          </a:p>
          <a:p>
            <a:pPr lvl="1" eaLnBrk="0" fontAlgn="base" hangingPunct="0">
              <a:spcBef>
                <a:spcPct val="0"/>
              </a:spcBef>
              <a:spcAft>
                <a:spcPct val="0"/>
              </a:spcAft>
            </a:pPr>
            <a:r>
              <a:rPr lang="en-US" altLang="en-US" dirty="0">
                <a:solidFill>
                  <a:schemeClr val="tx1"/>
                </a:solidFill>
              </a:rPr>
              <a:t>Define VEEVA Sample Management Data Model</a:t>
            </a:r>
          </a:p>
          <a:p>
            <a:pPr lvl="1" eaLnBrk="0" fontAlgn="base" hangingPunct="0">
              <a:spcBef>
                <a:spcPct val="0"/>
              </a:spcBef>
              <a:spcAft>
                <a:spcPct val="0"/>
              </a:spcAft>
            </a:pPr>
            <a:r>
              <a:rPr lang="en-US" altLang="en-US" dirty="0">
                <a:solidFill>
                  <a:schemeClr val="tx1"/>
                </a:solidFill>
              </a:rPr>
              <a:t>Define Sample Lot and Lot Catalog</a:t>
            </a:r>
          </a:p>
          <a:p>
            <a:pPr lvl="1" eaLnBrk="0" fontAlgn="base" hangingPunct="0">
              <a:spcBef>
                <a:spcPct val="0"/>
              </a:spcBef>
              <a:spcAft>
                <a:spcPct val="0"/>
              </a:spcAft>
            </a:pPr>
            <a:r>
              <a:rPr lang="en-US" altLang="en-US" dirty="0">
                <a:solidFill>
                  <a:schemeClr val="tx1"/>
                </a:solidFill>
              </a:rPr>
              <a:t>Explain various Sample Transactions</a:t>
            </a:r>
          </a:p>
          <a:p>
            <a:pPr lvl="1" eaLnBrk="0" fontAlgn="base" hangingPunct="0">
              <a:spcBef>
                <a:spcPct val="0"/>
              </a:spcBef>
              <a:spcAft>
                <a:spcPct val="0"/>
              </a:spcAft>
            </a:pPr>
            <a:r>
              <a:rPr lang="en-US" altLang="en-US" dirty="0">
                <a:solidFill>
                  <a:schemeClr val="tx1"/>
                </a:solidFill>
              </a:rPr>
              <a:t>Describe My Samples Tab</a:t>
            </a:r>
          </a:p>
          <a:p>
            <a:pPr lvl="1" eaLnBrk="0" fontAlgn="base" hangingPunct="0">
              <a:spcBef>
                <a:spcPct val="0"/>
              </a:spcBef>
              <a:spcAft>
                <a:spcPct val="0"/>
              </a:spcAft>
            </a:pPr>
            <a:r>
              <a:rPr lang="en-US" altLang="en-US" dirty="0">
                <a:solidFill>
                  <a:schemeClr val="tx1"/>
                </a:solidFill>
              </a:rPr>
              <a:t>Describe Sample Limit</a:t>
            </a:r>
            <a:endParaRPr lang="en-US" sz="1600" dirty="0"/>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53721" y="1549060"/>
            <a:ext cx="3023521" cy="2016075"/>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52</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800" dirty="0"/>
              <a:t>Source</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defRPr/>
            </a:pPr>
            <a:r>
              <a:rPr lang="en-US" sz="1800" dirty="0">
                <a:solidFill>
                  <a:schemeClr val="tx1">
                    <a:lumMod val="50000"/>
                    <a:lumOff val="50000"/>
                  </a:schemeClr>
                </a:solidFill>
                <a:hlinkClick r:id="rId2">
                  <a:extLst>
                    <a:ext uri="{A12FA001-AC4F-418D-AE19-62706E023703}">
                      <ahyp:hlinkClr xmlns:ahyp="http://schemas.microsoft.com/office/drawing/2018/hyperlinkcolor" val="tx"/>
                    </a:ext>
                  </a:extLst>
                </a:hlinkClick>
              </a:rPr>
              <a:t>https://crmhelp.VEEVA.com/doc</a:t>
            </a:r>
            <a:endParaRPr lang="en-US" sz="1800" dirty="0">
              <a:solidFill>
                <a:schemeClr val="tx1">
                  <a:lumMod val="50000"/>
                  <a:lumOff val="50000"/>
                </a:schemeClr>
              </a:solidFill>
            </a:endParaRPr>
          </a:p>
          <a:p>
            <a:pPr marL="285750" indent="-285750">
              <a:buFont typeface="Arial" panose="020B0604020202020204" pitchFamily="34" charset="0"/>
              <a:buChar char="•"/>
              <a:defRPr/>
            </a:pPr>
            <a:endParaRPr lang="en-US" sz="1800" dirty="0"/>
          </a:p>
          <a:p>
            <a:endParaRPr lang="en-US" dirty="0"/>
          </a:p>
        </p:txBody>
      </p:sp>
      <p:sp>
        <p:nvSpPr>
          <p:cNvPr id="11" name="Text Box 4">
            <a:extLst>
              <a:ext uri="{FF2B5EF4-FFF2-40B4-BE49-F238E27FC236}">
                <a16:creationId xmlns:a16="http://schemas.microsoft.com/office/drawing/2014/main" id="{EC77BAAE-1BF9-295B-7AAB-74B487B7972B}"/>
              </a:ext>
            </a:extLst>
          </p:cNvPr>
          <p:cNvSpPr txBox="1">
            <a:spLocks noChangeArrowheads="1"/>
          </p:cNvSpPr>
          <p:nvPr/>
        </p:nvSpPr>
        <p:spPr bwMode="auto">
          <a:xfrm>
            <a:off x="633247" y="3852307"/>
            <a:ext cx="8458200" cy="83099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spAutoFit/>
          </a:bodyPr>
          <a:lstStyle>
            <a:defPPr>
              <a:defRPr lang="en-US"/>
            </a:defPPr>
            <a:lvl1pPr eaLnBrk="0" hangingPunct="0">
              <a:defRPr sz="1200" b="1">
                <a:solidFill>
                  <a:schemeClr val="tx2">
                    <a:lumMod val="50000"/>
                  </a:schemeClr>
                </a:solidFill>
                <a:latin typeface="Arial Unicode MS" pitchFamily="34" charset="-128"/>
                <a:ea typeface="Arial Unicode MS" pitchFamily="34" charset="-128"/>
                <a:cs typeface="Arial Unicode MS" pitchFamily="34" charset="-128"/>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Disclaimer: </a:t>
            </a:r>
            <a:r>
              <a:rPr lang="en-US" b="0" dirty="0"/>
              <a:t>Parts of the content of </a:t>
            </a:r>
            <a:r>
              <a:rPr lang="en-US" b="0" i="1" dirty="0"/>
              <a:t>this course is based </a:t>
            </a:r>
            <a:r>
              <a:rPr lang="en-US" b="0" dirty="0"/>
              <a:t>on the materials available from the Web sites and books listed above. The materials that can be accessed from linked sites are not maintained by Cognizant Academy and we are not responsible for the contents thereof. All trademarks, service marks, and trade names in this course are the marks of the respective owner(s).</a:t>
            </a:r>
          </a:p>
        </p:txBody>
      </p:sp>
    </p:spTree>
    <p:extLst>
      <p:ext uri="{BB962C8B-B14F-4D97-AF65-F5344CB8AC3E}">
        <p14:creationId xmlns:p14="http://schemas.microsoft.com/office/powerpoint/2010/main" val="5637972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fld id="{C53E075B-3175-45CF-B3C7-FEDF3F5961E3}" type="slidenum">
              <a:rPr lang="en-US" smtClean="0"/>
              <a:pPr/>
              <a:t>53</a:t>
            </a:fld>
            <a:endParaRPr lang="en-US" dirty="0"/>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1027641"/>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2000" dirty="0"/>
              <a:t>Coming Next ... </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776225"/>
            <a:ext cx="8229600"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solidFill>
                  <a:schemeClr val="tx1"/>
                </a:solidFill>
              </a:rPr>
              <a:t>In the upcoming module - </a:t>
            </a:r>
            <a:r>
              <a:rPr lang="en-US" i="1" dirty="0">
                <a:solidFill>
                  <a:schemeClr val="tx1"/>
                </a:solidFill>
              </a:rPr>
              <a:t>Territory Management, </a:t>
            </a:r>
            <a:r>
              <a:rPr lang="en-US" dirty="0">
                <a:solidFill>
                  <a:schemeClr val="tx1"/>
                </a:solidFill>
              </a:rPr>
              <a:t>you will learn to:</a:t>
            </a:r>
          </a:p>
          <a:p>
            <a:pPr marL="0" indent="0">
              <a:buNone/>
            </a:pPr>
            <a:endParaRPr lang="en-US" dirty="0">
              <a:solidFill>
                <a:schemeClr val="tx1"/>
              </a:solidFill>
            </a:endParaRPr>
          </a:p>
          <a:p>
            <a:pPr lvl="1"/>
            <a:r>
              <a:rPr lang="en-US" dirty="0">
                <a:solidFill>
                  <a:schemeClr val="tx1"/>
                </a:solidFill>
              </a:rPr>
              <a:t>Define VEEVA Data Model – Account Visibility/Territory Alignment &amp; Territory Hierarchy </a:t>
            </a:r>
          </a:p>
          <a:p>
            <a:pPr lvl="1"/>
            <a:r>
              <a:rPr lang="en-US" dirty="0">
                <a:solidFill>
                  <a:schemeClr val="tx1"/>
                </a:solidFill>
              </a:rPr>
              <a:t>Create Territories </a:t>
            </a:r>
          </a:p>
          <a:p>
            <a:pPr lvl="1"/>
            <a:r>
              <a:rPr lang="en-US" dirty="0">
                <a:solidFill>
                  <a:schemeClr val="tx1"/>
                </a:solidFill>
              </a:rPr>
              <a:t>Define VEEVA’s Account Territory Loader (ATL) </a:t>
            </a:r>
          </a:p>
          <a:p>
            <a:pPr lvl="1"/>
            <a:r>
              <a:rPr lang="en-US" dirty="0">
                <a:solidFill>
                  <a:schemeClr val="tx1"/>
                </a:solidFill>
              </a:rPr>
              <a:t>List out ATL Best Practice</a:t>
            </a:r>
          </a:p>
          <a:p>
            <a:pPr lvl="1"/>
            <a:r>
              <a:rPr lang="en-US" dirty="0">
                <a:solidFill>
                  <a:schemeClr val="tx1"/>
                </a:solidFill>
              </a:rPr>
              <a:t>Describe Zip-to-Terr &amp; Brick-to-Terr</a:t>
            </a:r>
          </a:p>
          <a:p>
            <a:pPr lvl="1"/>
            <a:r>
              <a:rPr lang="en-US" dirty="0">
                <a:solidFill>
                  <a:schemeClr val="tx1"/>
                </a:solidFill>
              </a:rPr>
              <a:t>Work with Territory Fields - Product Alignment by Territory and Account </a:t>
            </a:r>
            <a:endParaRPr lang="en-US" dirty="0"/>
          </a:p>
        </p:txBody>
      </p:sp>
    </p:spTree>
    <p:extLst>
      <p:ext uri="{BB962C8B-B14F-4D97-AF65-F5344CB8AC3E}">
        <p14:creationId xmlns:p14="http://schemas.microsoft.com/office/powerpoint/2010/main" val="35117275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r>
              <a:rPr lang="en-US"/>
              <a:t>© 2023 Cognizant</a:t>
            </a:r>
            <a:endParaRPr lang="en-US" dirty="0"/>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fld id="{C53E075B-3175-45CF-B3C7-FEDF3F5961E3}" type="slidenum">
              <a:rPr lang="en-US" smtClean="0"/>
              <a:pPr/>
              <a:t>54</a:t>
            </a:fld>
            <a:endParaRPr lang="en-US" dirty="0"/>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0" lvl="1" indent="0">
              <a:buNone/>
            </a:pPr>
            <a:r>
              <a:rPr lang="en-US" sz="2800" b="1" dirty="0">
                <a:solidFill>
                  <a:srgbClr val="00718F"/>
                </a:solidFill>
                <a:latin typeface="Arial" panose="020B0604020202020204" pitchFamily="34" charset="0"/>
                <a:cs typeface="Arial" panose="020B0604020202020204" pitchFamily="34" charset="0"/>
              </a:rPr>
              <a:t>Sample Management in VEEVA</a:t>
            </a:r>
          </a:p>
          <a:p>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2.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16E250-D33D-40D1-970C-79E7C523FAA6}">
  <ds:schemaRefs>
    <ds:schemaRef ds:uri="http://schemas.microsoft.com/office/2006/metadata/properties"/>
    <ds:schemaRef ds:uri="http://schemas.microsoft.com/office/infopath/2007/PartnerControls"/>
    <ds:schemaRef ds:uri="9bf2d67a-4843-4f77-8dec-dc49e79de6e2"/>
    <ds:schemaRef ds:uri="ced96c98-7ffa-4594-9ee3-7376ab79bd9a"/>
  </ds:schemaRefs>
</ds:datastoreItem>
</file>

<file path=customXml/itemProps2.xml><?xml version="1.0" encoding="utf-8"?>
<ds:datastoreItem xmlns:ds="http://schemas.openxmlformats.org/officeDocument/2006/customXml" ds:itemID="{0E50B0E1-8A34-4CA9-AB7C-3F43A03A27DD}"/>
</file>

<file path=customXml/itemProps3.xml><?xml version="1.0" encoding="utf-8"?>
<ds:datastoreItem xmlns:ds="http://schemas.openxmlformats.org/officeDocument/2006/customXml" ds:itemID="{3FE26B16-591B-4D19-9A28-79D857DAB38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cognizant_ppt_template_11mar2022 (1)</Template>
  <TotalTime>10748</TotalTime>
  <Words>3805</Words>
  <Application>Microsoft Office PowerPoint</Application>
  <PresentationFormat>Widescreen</PresentationFormat>
  <Paragraphs>528</Paragraphs>
  <Slides>54</Slides>
  <Notes>5</Notes>
  <HiddenSlides>0</HiddenSlides>
  <MMClips>0</MMClips>
  <ScaleCrop>false</ScaleCrop>
  <HeadingPairs>
    <vt:vector size="4" baseType="variant">
      <vt:variant>
        <vt:lpstr>Theme</vt:lpstr>
      </vt:variant>
      <vt:variant>
        <vt:i4>2</vt:i4>
      </vt:variant>
      <vt:variant>
        <vt:lpstr>Slide Titles</vt:lpstr>
      </vt:variant>
      <vt:variant>
        <vt:i4>54</vt:i4>
      </vt:variant>
    </vt:vector>
  </HeadingPairs>
  <TitlesOfParts>
    <vt:vector size="56" baseType="lpstr">
      <vt:lpstr>Office Theme</vt:lpstr>
      <vt:lpstr>Theme2</vt:lpstr>
      <vt:lpstr>  Sample Management in VEEVA </vt:lpstr>
      <vt:lpstr>About the Author</vt:lpstr>
      <vt:lpstr>Overview</vt:lpstr>
      <vt:lpstr>Objectives</vt:lpstr>
      <vt:lpstr>Do You Know…1</vt:lpstr>
      <vt:lpstr>Do You Know..2</vt:lpstr>
      <vt:lpstr>PowerPoint Presentation</vt:lpstr>
      <vt:lpstr>Introduction…1</vt:lpstr>
      <vt:lpstr>Data Model…1</vt:lpstr>
      <vt:lpstr>Data Model…2</vt:lpstr>
      <vt:lpstr>PowerPoint Presentation</vt:lpstr>
      <vt:lpstr>PowerPoint Presentation</vt:lpstr>
      <vt:lpstr>PowerPoint Presentation</vt:lpstr>
      <vt:lpstr>PowerPoint Presentation</vt:lpstr>
      <vt:lpstr>  Sample Management in VEEVA</vt:lpstr>
      <vt:lpstr>Sample Lot: Introduction…1</vt:lpstr>
      <vt:lpstr>Sample Lot: Introduction…2</vt:lpstr>
      <vt:lpstr>Sample Lot: Lot Catalog…1</vt:lpstr>
      <vt:lpstr>Sample Lot: Lot Catalog…2</vt:lpstr>
      <vt:lpstr>Creating Sample Lots: from Lot Catalog Tab</vt:lpstr>
      <vt:lpstr>Sample Management in VEEVA</vt:lpstr>
      <vt:lpstr>Sample Transactions</vt:lpstr>
      <vt:lpstr>Sample Transactions: Introduction…1</vt:lpstr>
      <vt:lpstr>Sample Transactions: Introduction…2</vt:lpstr>
      <vt:lpstr>Grouping SampleTransactions…1</vt:lpstr>
      <vt:lpstr>Grouping Sample Transactions…2</vt:lpstr>
      <vt:lpstr>Sample Management in VEEVA</vt:lpstr>
      <vt:lpstr>My Samples…1</vt:lpstr>
      <vt:lpstr>My Samples…2</vt:lpstr>
      <vt:lpstr>Transfer Sample Transactions…1</vt:lpstr>
      <vt:lpstr>Transfer Sample Transaction…2</vt:lpstr>
      <vt:lpstr>Transfer Sample To Users</vt:lpstr>
      <vt:lpstr>Receipt Sample Transactions…1</vt:lpstr>
      <vt:lpstr>Receipt Sample Transactions…2</vt:lpstr>
      <vt:lpstr>Receipt Sample Transactions…3</vt:lpstr>
      <vt:lpstr>Disbursement Sample Transactions</vt:lpstr>
      <vt:lpstr>User Records a Call with Samples</vt:lpstr>
      <vt:lpstr>Return Sample Transactions…1</vt:lpstr>
      <vt:lpstr>Return Sample Transactions…2</vt:lpstr>
      <vt:lpstr>Adjustment Sample Transactions…1</vt:lpstr>
      <vt:lpstr>Adjustment Sample Transactions…2</vt:lpstr>
      <vt:lpstr>Adjustment Sample Transactions…3</vt:lpstr>
      <vt:lpstr>Sample Management in VEEVA </vt:lpstr>
      <vt:lpstr>Sample Limits…1</vt:lpstr>
      <vt:lpstr>Sample Limits…2</vt:lpstr>
      <vt:lpstr>Check Your Understanding ... 1</vt:lpstr>
      <vt:lpstr>Check Your Understanding ... 2</vt:lpstr>
      <vt:lpstr>Check Your Understanding ... 3</vt:lpstr>
      <vt:lpstr>Check Your Understanding ... 4</vt:lpstr>
      <vt:lpstr>Check Your Understanding ... 5</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
  <dc:creator>Nandi, Tuhin (Cognizant)</dc:creator>
  <cp:keywords/>
  <dc:description/>
  <cp:lastModifiedBy>Kate, Sneha (Cognizant)</cp:lastModifiedBy>
  <cp:revision>10</cp:revision>
  <dcterms:created xsi:type="dcterms:W3CDTF">2023-02-10T06:22:06Z</dcterms:created>
  <dcterms:modified xsi:type="dcterms:W3CDTF">2024-11-13T14:30:53Z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ies>
</file>