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819" r:id="rId5"/>
  </p:sldMasterIdLst>
  <p:notesMasterIdLst>
    <p:notesMasterId r:id="rId55"/>
  </p:notesMasterIdLst>
  <p:handoutMasterIdLst>
    <p:handoutMasterId r:id="rId56"/>
  </p:handoutMasterIdLst>
  <p:sldIdLst>
    <p:sldId id="256" r:id="rId6"/>
    <p:sldId id="289" r:id="rId7"/>
    <p:sldId id="259" r:id="rId8"/>
    <p:sldId id="724" r:id="rId9"/>
    <p:sldId id="260" r:id="rId10"/>
    <p:sldId id="717" r:id="rId11"/>
    <p:sldId id="723" r:id="rId12"/>
    <p:sldId id="261" r:id="rId13"/>
    <p:sldId id="756" r:id="rId14"/>
    <p:sldId id="718" r:id="rId15"/>
    <p:sldId id="725" r:id="rId16"/>
    <p:sldId id="270" r:id="rId17"/>
    <p:sldId id="757" r:id="rId18"/>
    <p:sldId id="758" r:id="rId19"/>
    <p:sldId id="759" r:id="rId20"/>
    <p:sldId id="760" r:id="rId21"/>
    <p:sldId id="761" r:id="rId22"/>
    <p:sldId id="762" r:id="rId23"/>
    <p:sldId id="763" r:id="rId24"/>
    <p:sldId id="764" r:id="rId25"/>
    <p:sldId id="765" r:id="rId26"/>
    <p:sldId id="719" r:id="rId27"/>
    <p:sldId id="273" r:id="rId28"/>
    <p:sldId id="766" r:id="rId29"/>
    <p:sldId id="767" r:id="rId30"/>
    <p:sldId id="769" r:id="rId31"/>
    <p:sldId id="768" r:id="rId32"/>
    <p:sldId id="770" r:id="rId33"/>
    <p:sldId id="771" r:id="rId34"/>
    <p:sldId id="772" r:id="rId35"/>
    <p:sldId id="720" r:id="rId36"/>
    <p:sldId id="266" r:id="rId37"/>
    <p:sldId id="726" r:id="rId38"/>
    <p:sldId id="773" r:id="rId39"/>
    <p:sldId id="728" r:id="rId40"/>
    <p:sldId id="727" r:id="rId41"/>
    <p:sldId id="774" r:id="rId42"/>
    <p:sldId id="729" r:id="rId43"/>
    <p:sldId id="775" r:id="rId44"/>
    <p:sldId id="776" r:id="rId45"/>
    <p:sldId id="716" r:id="rId46"/>
    <p:sldId id="712" r:id="rId47"/>
    <p:sldId id="753" r:id="rId48"/>
    <p:sldId id="754" r:id="rId49"/>
    <p:sldId id="755" r:id="rId50"/>
    <p:sldId id="265" r:id="rId51"/>
    <p:sldId id="287" r:id="rId52"/>
    <p:sldId id="288" r:id="rId53"/>
    <p:sldId id="268"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4" userDrawn="1">
          <p15:clr>
            <a:srgbClr val="A4A3A4"/>
          </p15:clr>
        </p15:guide>
        <p15:guide id="2" orient="horz" pos="3480" userDrawn="1">
          <p15:clr>
            <a:srgbClr val="A4A3A4"/>
          </p15:clr>
        </p15:guide>
        <p15:guide id="3" orient="horz" pos="1968" userDrawn="1">
          <p15:clr>
            <a:srgbClr val="A4A3A4"/>
          </p15:clr>
        </p15:guide>
        <p15:guide id="4"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0FE45A-7076-C060-3926-02C230FFCD7B}" name="Gartner, David (Cognizant)" initials="GD(" userId="S::930056@cognizant.com::31109c44-657a-4c1f-917c-0cd2083250d2" providerId="AD"/>
  <p188:author id="{99F93FB6-C18C-5FBA-5487-DBE9A471B604}" name="Jennifer Kelly" initials="JK" userId="c+VufwqJC72uMbGB6Qy3ESl4lWVfVYW4DP6fjOUmpX4=" providerId="None"/>
  <p188:author id="{AFF83BBF-8DC2-56B1-7D97-F4B62A6558D1}" name="Holsinger, Sophie (Contractor)" initials="H(" userId="qSv0elhcSqVZ6Und2jvxKda9UaW6eolhxm7dQQjF6aw=" providerId="None"/>
  <p188:author id="{0DF45BD4-5C8A-2E2D-FEE5-54A7402B3C0A}" name="Michelle Loeb" initials="ML" userId="y5thoKV0uDjaThbJPgxbMhWQvDJapLNicr5yuEWdci8=" providerId="None"/>
  <p188:author id="{561DB6D9-3341-C508-291F-4E7B425C4BEE}" name="La Cascia, Lynne (Cognizant)" initials="L(" userId="XzsV+nJzGmSCzj+6LOZ0MUrq7QBF9d0P2TCBTjMm7P4="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ikki Feuerstein" initials="RF" lastIdx="118" clrIdx="0">
    <p:extLst>
      <p:ext uri="{19B8F6BF-5375-455C-9EA6-DF929625EA0E}">
        <p15:presenceInfo xmlns:p15="http://schemas.microsoft.com/office/powerpoint/2012/main" userId="9696b6c1086d6638" providerId="Windows Live"/>
      </p:ext>
    </p:extLst>
  </p:cmAuthor>
  <p:cmAuthor id="2" name="Alex DiMaio" initials="AD" lastIdx="327" clrIdx="1">
    <p:extLst>
      <p:ext uri="{19B8F6BF-5375-455C-9EA6-DF929625EA0E}">
        <p15:presenceInfo xmlns:p15="http://schemas.microsoft.com/office/powerpoint/2012/main" userId="S::adimaio@tenetpartner.onmicrosoft.com::b1481f74-343d-4e6b-b114-ca2ded61f9f6" providerId="AD"/>
      </p:ext>
    </p:extLst>
  </p:cmAuthor>
  <p:cmAuthor id="3" name="Microsoft Office User" initials="MOU" lastIdx="4" clrIdx="2"/>
  <p:cmAuthor id="4" name="Gartner, David (Cognizant)" initials="GD(" lastIdx="61" clrIdx="3">
    <p:extLst>
      <p:ext uri="{19B8F6BF-5375-455C-9EA6-DF929625EA0E}">
        <p15:presenceInfo xmlns:p15="http://schemas.microsoft.com/office/powerpoint/2012/main" userId="S::930056@cognizant.com::31109c44-657a-4c1f-917c-0cd2083250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DB820"/>
    <a:srgbClr val="EAC71D"/>
    <a:srgbClr val="B81E2D"/>
    <a:srgbClr val="424242"/>
    <a:srgbClr val="ECECEC"/>
    <a:srgbClr val="000048"/>
    <a:srgbClr val="777777"/>
    <a:srgbClr val="E9C71D"/>
    <a:srgbClr val="2E31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C4ACE-9990-476E-B24C-7B4B1306C668}" v="125" dt="2023-08-10T07:17:47.4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6327" autoAdjust="0"/>
  </p:normalViewPr>
  <p:slideViewPr>
    <p:cSldViewPr snapToGrid="0">
      <p:cViewPr varScale="1">
        <p:scale>
          <a:sx n="40" d="100"/>
          <a:sy n="40" d="100"/>
        </p:scale>
        <p:origin x="60" y="540"/>
      </p:cViewPr>
      <p:guideLst>
        <p:guide orient="horz" pos="1584"/>
        <p:guide orient="horz" pos="3480"/>
        <p:guide orient="horz" pos="1968"/>
        <p:guide pos="3840"/>
      </p:guideLst>
    </p:cSldViewPr>
  </p:slideViewPr>
  <p:outlineViewPr>
    <p:cViewPr>
      <p:scale>
        <a:sx n="33" d="100"/>
        <a:sy n="33" d="100"/>
      </p:scale>
      <p:origin x="0" y="-20008"/>
    </p:cViewPr>
  </p:outlin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10" d="100"/>
          <a:sy n="110" d="100"/>
        </p:scale>
        <p:origin x="41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notesMaster" Target="notesMasters/notesMaster1.xml"/><Relationship Id="rId63"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handoutMaster" Target="handoutMasters/handoutMaster1.xml"/><Relationship Id="rId64" Type="http://schemas.microsoft.com/office/2018/10/relationships/authors" Target="author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commentAuthors" Target="commentAuthor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Sneha (Cognizant)" userId="62ca8c89-7698-4ba4-86c5-ae883b79a337" providerId="ADAL" clId="{7A4C4ACE-9990-476E-B24C-7B4B1306C668}"/>
    <pc:docChg chg="undo custSel addSld delSld modSld sldOrd">
      <pc:chgData name="Kate, Sneha (Cognizant)" userId="62ca8c89-7698-4ba4-86c5-ae883b79a337" providerId="ADAL" clId="{7A4C4ACE-9990-476E-B24C-7B4B1306C668}" dt="2023-08-10T07:18:45.341" v="2041" actId="14100"/>
      <pc:docMkLst>
        <pc:docMk/>
      </pc:docMkLst>
      <pc:sldChg chg="modSp mod">
        <pc:chgData name="Kate, Sneha (Cognizant)" userId="62ca8c89-7698-4ba4-86c5-ae883b79a337" providerId="ADAL" clId="{7A4C4ACE-9990-476E-B24C-7B4B1306C668}" dt="2023-08-10T07:18:45.341" v="2041" actId="14100"/>
        <pc:sldMkLst>
          <pc:docMk/>
          <pc:sldMk cId="2682367817" sldId="256"/>
        </pc:sldMkLst>
        <pc:spChg chg="mod">
          <ac:chgData name="Kate, Sneha (Cognizant)" userId="62ca8c89-7698-4ba4-86c5-ae883b79a337" providerId="ADAL" clId="{7A4C4ACE-9990-476E-B24C-7B4B1306C668}" dt="2023-08-10T07:18:45.341" v="2041" actId="14100"/>
          <ac:spMkLst>
            <pc:docMk/>
            <pc:sldMk cId="2682367817" sldId="256"/>
            <ac:spMk id="2" creationId="{6DD6D1A9-B0C5-D73A-BAE7-E3FCBDA3F0BA}"/>
          </ac:spMkLst>
        </pc:spChg>
      </pc:sldChg>
      <pc:sldChg chg="modSp mod">
        <pc:chgData name="Kate, Sneha (Cognizant)" userId="62ca8c89-7698-4ba4-86c5-ae883b79a337" providerId="ADAL" clId="{7A4C4ACE-9990-476E-B24C-7B4B1306C668}" dt="2023-08-10T05:55:25.152" v="49" actId="14100"/>
        <pc:sldMkLst>
          <pc:docMk/>
          <pc:sldMk cId="1879160448" sldId="259"/>
        </pc:sldMkLst>
        <pc:spChg chg="mod">
          <ac:chgData name="Kate, Sneha (Cognizant)" userId="62ca8c89-7698-4ba4-86c5-ae883b79a337" providerId="ADAL" clId="{7A4C4ACE-9990-476E-B24C-7B4B1306C668}" dt="2023-08-10T05:55:25.152" v="49" actId="14100"/>
          <ac:spMkLst>
            <pc:docMk/>
            <pc:sldMk cId="1879160448" sldId="259"/>
            <ac:spMk id="2" creationId="{E5A63820-092F-35E6-E8BF-2B62EEE21138}"/>
          </ac:spMkLst>
        </pc:spChg>
      </pc:sldChg>
      <pc:sldChg chg="modSp mod">
        <pc:chgData name="Kate, Sneha (Cognizant)" userId="62ca8c89-7698-4ba4-86c5-ae883b79a337" providerId="ADAL" clId="{7A4C4ACE-9990-476E-B24C-7B4B1306C668}" dt="2023-08-10T05:56:07.734" v="55"/>
        <pc:sldMkLst>
          <pc:docMk/>
          <pc:sldMk cId="3005906201" sldId="260"/>
        </pc:sldMkLst>
        <pc:spChg chg="mod">
          <ac:chgData name="Kate, Sneha (Cognizant)" userId="62ca8c89-7698-4ba4-86c5-ae883b79a337" providerId="ADAL" clId="{7A4C4ACE-9990-476E-B24C-7B4B1306C668}" dt="2023-08-10T05:56:07.734" v="55"/>
          <ac:spMkLst>
            <pc:docMk/>
            <pc:sldMk cId="3005906201" sldId="260"/>
            <ac:spMk id="2" creationId="{C4B7A633-33F1-43A7-05B1-ABCE3F2FD3C2}"/>
          </ac:spMkLst>
        </pc:spChg>
      </pc:sldChg>
      <pc:sldChg chg="modSp mod">
        <pc:chgData name="Kate, Sneha (Cognizant)" userId="62ca8c89-7698-4ba4-86c5-ae883b79a337" providerId="ADAL" clId="{7A4C4ACE-9990-476E-B24C-7B4B1306C668}" dt="2023-08-10T05:59:43.163" v="147" actId="20577"/>
        <pc:sldMkLst>
          <pc:docMk/>
          <pc:sldMk cId="2236367607" sldId="261"/>
        </pc:sldMkLst>
        <pc:spChg chg="mod">
          <ac:chgData name="Kate, Sneha (Cognizant)" userId="62ca8c89-7698-4ba4-86c5-ae883b79a337" providerId="ADAL" clId="{7A4C4ACE-9990-476E-B24C-7B4B1306C668}" dt="2023-08-10T05:59:43.163" v="147" actId="20577"/>
          <ac:spMkLst>
            <pc:docMk/>
            <pc:sldMk cId="2236367607" sldId="261"/>
            <ac:spMk id="2" creationId="{00565AA0-9D26-01E4-3E5C-A7CD5FA39082}"/>
          </ac:spMkLst>
        </pc:spChg>
        <pc:spChg chg="mod">
          <ac:chgData name="Kate, Sneha (Cognizant)" userId="62ca8c89-7698-4ba4-86c5-ae883b79a337" providerId="ADAL" clId="{7A4C4ACE-9990-476E-B24C-7B4B1306C668}" dt="2023-08-10T05:59:09.158" v="140" actId="20577"/>
          <ac:spMkLst>
            <pc:docMk/>
            <pc:sldMk cId="2236367607" sldId="261"/>
            <ac:spMk id="3" creationId="{F407570A-35E0-C689-8D89-981372F5A85F}"/>
          </ac:spMkLst>
        </pc:spChg>
      </pc:sldChg>
      <pc:sldChg chg="modSp mod">
        <pc:chgData name="Kate, Sneha (Cognizant)" userId="62ca8c89-7698-4ba4-86c5-ae883b79a337" providerId="ADAL" clId="{7A4C4ACE-9990-476E-B24C-7B4B1306C668}" dt="2023-08-10T07:17:23.233" v="1998"/>
        <pc:sldMkLst>
          <pc:docMk/>
          <pc:sldMk cId="3090349151" sldId="265"/>
        </pc:sldMkLst>
        <pc:spChg chg="mod">
          <ac:chgData name="Kate, Sneha (Cognizant)" userId="62ca8c89-7698-4ba4-86c5-ae883b79a337" providerId="ADAL" clId="{7A4C4ACE-9990-476E-B24C-7B4B1306C668}" dt="2023-08-10T07:17:23.233" v="1998"/>
          <ac:spMkLst>
            <pc:docMk/>
            <pc:sldMk cId="3090349151" sldId="265"/>
            <ac:spMk id="5" creationId="{3325E288-3DD0-3289-1B46-700F55FF4848}"/>
          </ac:spMkLst>
        </pc:spChg>
      </pc:sldChg>
      <pc:sldChg chg="addSp delSp modSp mod">
        <pc:chgData name="Kate, Sneha (Cognizant)" userId="62ca8c89-7698-4ba4-86c5-ae883b79a337" providerId="ADAL" clId="{7A4C4ACE-9990-476E-B24C-7B4B1306C668}" dt="2023-08-10T06:58:07.832" v="1221" actId="14100"/>
        <pc:sldMkLst>
          <pc:docMk/>
          <pc:sldMk cId="1779795695" sldId="266"/>
        </pc:sldMkLst>
        <pc:spChg chg="mod">
          <ac:chgData name="Kate, Sneha (Cognizant)" userId="62ca8c89-7698-4ba4-86c5-ae883b79a337" providerId="ADAL" clId="{7A4C4ACE-9990-476E-B24C-7B4B1306C668}" dt="2023-08-10T06:57:43.678" v="1213" actId="20577"/>
          <ac:spMkLst>
            <pc:docMk/>
            <pc:sldMk cId="1779795695" sldId="266"/>
            <ac:spMk id="5" creationId="{7A8B3838-7BD6-DD5F-D50B-A9433F6534F7}"/>
          </ac:spMkLst>
        </pc:spChg>
        <pc:spChg chg="add mod">
          <ac:chgData name="Kate, Sneha (Cognizant)" userId="62ca8c89-7698-4ba4-86c5-ae883b79a337" providerId="ADAL" clId="{7A4C4ACE-9990-476E-B24C-7B4B1306C668}" dt="2023-08-10T06:58:07.832" v="1221" actId="14100"/>
          <ac:spMkLst>
            <pc:docMk/>
            <pc:sldMk cId="1779795695" sldId="266"/>
            <ac:spMk id="6" creationId="{A025D5A5-CEF2-699A-D16A-4F0DDE33A19C}"/>
          </ac:spMkLst>
        </pc:spChg>
        <pc:spChg chg="del mod">
          <ac:chgData name="Kate, Sneha (Cognizant)" userId="62ca8c89-7698-4ba4-86c5-ae883b79a337" providerId="ADAL" clId="{7A4C4ACE-9990-476E-B24C-7B4B1306C668}" dt="2023-08-10T06:58:02.925" v="1219" actId="478"/>
          <ac:spMkLst>
            <pc:docMk/>
            <pc:sldMk cId="1779795695" sldId="266"/>
            <ac:spMk id="20" creationId="{4C621679-D8D6-6A92-123F-0B378A52F909}"/>
          </ac:spMkLst>
        </pc:spChg>
        <pc:spChg chg="del mod">
          <ac:chgData name="Kate, Sneha (Cognizant)" userId="62ca8c89-7698-4ba4-86c5-ae883b79a337" providerId="ADAL" clId="{7A4C4ACE-9990-476E-B24C-7B4B1306C668}" dt="2023-08-10T06:57:53.944" v="1216" actId="478"/>
          <ac:spMkLst>
            <pc:docMk/>
            <pc:sldMk cId="1779795695" sldId="266"/>
            <ac:spMk id="30" creationId="{56E125A6-EB07-C076-5CC7-90EEB19AD883}"/>
          </ac:spMkLst>
        </pc:spChg>
      </pc:sldChg>
      <pc:sldChg chg="del">
        <pc:chgData name="Kate, Sneha (Cognizant)" userId="62ca8c89-7698-4ba4-86c5-ae883b79a337" providerId="ADAL" clId="{7A4C4ACE-9990-476E-B24C-7B4B1306C668}" dt="2023-08-10T07:09:38.871" v="1758" actId="47"/>
        <pc:sldMkLst>
          <pc:docMk/>
          <pc:sldMk cId="1255605990" sldId="267"/>
        </pc:sldMkLst>
      </pc:sldChg>
      <pc:sldChg chg="modSp mod">
        <pc:chgData name="Kate, Sneha (Cognizant)" userId="62ca8c89-7698-4ba4-86c5-ae883b79a337" providerId="ADAL" clId="{7A4C4ACE-9990-476E-B24C-7B4B1306C668}" dt="2023-08-10T07:18:33.691" v="2040" actId="20577"/>
        <pc:sldMkLst>
          <pc:docMk/>
          <pc:sldMk cId="3158841849" sldId="268"/>
        </pc:sldMkLst>
        <pc:spChg chg="mod">
          <ac:chgData name="Kate, Sneha (Cognizant)" userId="62ca8c89-7698-4ba4-86c5-ae883b79a337" providerId="ADAL" clId="{7A4C4ACE-9990-476E-B24C-7B4B1306C668}" dt="2023-08-10T07:18:33.691" v="2040" actId="20577"/>
          <ac:spMkLst>
            <pc:docMk/>
            <pc:sldMk cId="3158841849" sldId="268"/>
            <ac:spMk id="5" creationId="{9F210633-8F7E-62A5-5DA0-0E7F5050FB3E}"/>
          </ac:spMkLst>
        </pc:spChg>
      </pc:sldChg>
      <pc:sldChg chg="addSp delSp modSp mod">
        <pc:chgData name="Kate, Sneha (Cognizant)" userId="62ca8c89-7698-4ba4-86c5-ae883b79a337" providerId="ADAL" clId="{7A4C4ACE-9990-476E-B24C-7B4B1306C668}" dt="2023-08-10T06:44:03.718" v="788" actId="1076"/>
        <pc:sldMkLst>
          <pc:docMk/>
          <pc:sldMk cId="3427747904" sldId="270"/>
        </pc:sldMkLst>
        <pc:spChg chg="mod">
          <ac:chgData name="Kate, Sneha (Cognizant)" userId="62ca8c89-7698-4ba4-86c5-ae883b79a337" providerId="ADAL" clId="{7A4C4ACE-9990-476E-B24C-7B4B1306C668}" dt="2023-08-10T06:43:34.771" v="784" actId="20577"/>
          <ac:spMkLst>
            <pc:docMk/>
            <pc:sldMk cId="3427747904" sldId="270"/>
            <ac:spMk id="3" creationId="{F407570A-35E0-C689-8D89-981372F5A85F}"/>
          </ac:spMkLst>
        </pc:spChg>
        <pc:spChg chg="add mod">
          <ac:chgData name="Kate, Sneha (Cognizant)" userId="62ca8c89-7698-4ba4-86c5-ae883b79a337" providerId="ADAL" clId="{7A4C4ACE-9990-476E-B24C-7B4B1306C668}" dt="2023-08-10T06:43:58.859" v="786" actId="14100"/>
          <ac:spMkLst>
            <pc:docMk/>
            <pc:sldMk cId="3427747904" sldId="270"/>
            <ac:spMk id="7" creationId="{681ED156-B5D6-EC91-08E4-5546C4AAD04E}"/>
          </ac:spMkLst>
        </pc:spChg>
        <pc:graphicFrameChg chg="del">
          <ac:chgData name="Kate, Sneha (Cognizant)" userId="62ca8c89-7698-4ba4-86c5-ae883b79a337" providerId="ADAL" clId="{7A4C4ACE-9990-476E-B24C-7B4B1306C668}" dt="2023-08-10T06:43:15.527" v="723" actId="478"/>
          <ac:graphicFrameMkLst>
            <pc:docMk/>
            <pc:sldMk cId="3427747904" sldId="270"/>
            <ac:graphicFrameMk id="6" creationId="{EA9B55F3-D1F5-899A-5B73-F60179FD9944}"/>
          </ac:graphicFrameMkLst>
        </pc:graphicFrameChg>
        <pc:graphicFrameChg chg="del">
          <ac:chgData name="Kate, Sneha (Cognizant)" userId="62ca8c89-7698-4ba4-86c5-ae883b79a337" providerId="ADAL" clId="{7A4C4ACE-9990-476E-B24C-7B4B1306C668}" dt="2023-08-10T06:43:17.397" v="724" actId="478"/>
          <ac:graphicFrameMkLst>
            <pc:docMk/>
            <pc:sldMk cId="3427747904" sldId="270"/>
            <ac:graphicFrameMk id="9" creationId="{54346EB6-F1D6-B0AC-7FC4-0B2635C8902B}"/>
          </ac:graphicFrameMkLst>
        </pc:graphicFrameChg>
        <pc:picChg chg="add mod">
          <ac:chgData name="Kate, Sneha (Cognizant)" userId="62ca8c89-7698-4ba4-86c5-ae883b79a337" providerId="ADAL" clId="{7A4C4ACE-9990-476E-B24C-7B4B1306C668}" dt="2023-08-10T06:44:03.718" v="788" actId="1076"/>
          <ac:picMkLst>
            <pc:docMk/>
            <pc:sldMk cId="3427747904" sldId="270"/>
            <ac:picMk id="8" creationId="{C370ED29-A066-213D-D839-22A730B5EC01}"/>
          </ac:picMkLst>
        </pc:picChg>
      </pc:sldChg>
      <pc:sldChg chg="addSp delSp modSp mod">
        <pc:chgData name="Kate, Sneha (Cognizant)" userId="62ca8c89-7698-4ba4-86c5-ae883b79a337" providerId="ADAL" clId="{7A4C4ACE-9990-476E-B24C-7B4B1306C668}" dt="2023-08-10T06:52:59.260" v="1062" actId="14100"/>
        <pc:sldMkLst>
          <pc:docMk/>
          <pc:sldMk cId="384398374" sldId="273"/>
        </pc:sldMkLst>
        <pc:spChg chg="mod">
          <ac:chgData name="Kate, Sneha (Cognizant)" userId="62ca8c89-7698-4ba4-86c5-ae883b79a337" providerId="ADAL" clId="{7A4C4ACE-9990-476E-B24C-7B4B1306C668}" dt="2023-08-10T06:52:30.441" v="1056"/>
          <ac:spMkLst>
            <pc:docMk/>
            <pc:sldMk cId="384398374" sldId="273"/>
            <ac:spMk id="3" creationId="{F407570A-35E0-C689-8D89-981372F5A85F}"/>
          </ac:spMkLst>
        </pc:spChg>
        <pc:spChg chg="add mod">
          <ac:chgData name="Kate, Sneha (Cognizant)" userId="62ca8c89-7698-4ba4-86c5-ae883b79a337" providerId="ADAL" clId="{7A4C4ACE-9990-476E-B24C-7B4B1306C668}" dt="2023-08-10T06:52:53.328" v="1060"/>
          <ac:spMkLst>
            <pc:docMk/>
            <pc:sldMk cId="384398374" sldId="273"/>
            <ac:spMk id="7" creationId="{C7649902-FA48-3FD9-EB54-7A8913BA1C4F}"/>
          </ac:spMkLst>
        </pc:spChg>
        <pc:spChg chg="add mod">
          <ac:chgData name="Kate, Sneha (Cognizant)" userId="62ca8c89-7698-4ba4-86c5-ae883b79a337" providerId="ADAL" clId="{7A4C4ACE-9990-476E-B24C-7B4B1306C668}" dt="2023-08-10T06:52:59.260" v="1062" actId="14100"/>
          <ac:spMkLst>
            <pc:docMk/>
            <pc:sldMk cId="384398374" sldId="273"/>
            <ac:spMk id="9" creationId="{A37B8A85-468C-D2D2-E042-E5846B7D3FFA}"/>
          </ac:spMkLst>
        </pc:spChg>
        <pc:picChg chg="del">
          <ac:chgData name="Kate, Sneha (Cognizant)" userId="62ca8c89-7698-4ba4-86c5-ae883b79a337" providerId="ADAL" clId="{7A4C4ACE-9990-476E-B24C-7B4B1306C668}" dt="2023-08-10T06:52:03.320" v="1014" actId="478"/>
          <ac:picMkLst>
            <pc:docMk/>
            <pc:sldMk cId="384398374" sldId="273"/>
            <ac:picMk id="2" creationId="{23CB2193-C9B6-8230-3447-10109FE62678}"/>
          </ac:picMkLst>
        </pc:picChg>
      </pc:sldChg>
      <pc:sldChg chg="del">
        <pc:chgData name="Kate, Sneha (Cognizant)" userId="62ca8c89-7698-4ba4-86c5-ae883b79a337" providerId="ADAL" clId="{7A4C4ACE-9990-476E-B24C-7B4B1306C668}" dt="2023-08-10T07:09:38.871" v="1758" actId="47"/>
        <pc:sldMkLst>
          <pc:docMk/>
          <pc:sldMk cId="2245440374" sldId="276"/>
        </pc:sldMkLst>
      </pc:sldChg>
      <pc:sldChg chg="del">
        <pc:chgData name="Kate, Sneha (Cognizant)" userId="62ca8c89-7698-4ba4-86c5-ae883b79a337" providerId="ADAL" clId="{7A4C4ACE-9990-476E-B24C-7B4B1306C668}" dt="2023-08-10T07:09:38.871" v="1758" actId="47"/>
        <pc:sldMkLst>
          <pc:docMk/>
          <pc:sldMk cId="1198700657" sldId="277"/>
        </pc:sldMkLst>
      </pc:sldChg>
      <pc:sldChg chg="del">
        <pc:chgData name="Kate, Sneha (Cognizant)" userId="62ca8c89-7698-4ba4-86c5-ae883b79a337" providerId="ADAL" clId="{7A4C4ACE-9990-476E-B24C-7B4B1306C668}" dt="2023-08-10T07:09:38.871" v="1758" actId="47"/>
        <pc:sldMkLst>
          <pc:docMk/>
          <pc:sldMk cId="3356987430" sldId="278"/>
        </pc:sldMkLst>
      </pc:sldChg>
      <pc:sldChg chg="del">
        <pc:chgData name="Kate, Sneha (Cognizant)" userId="62ca8c89-7698-4ba4-86c5-ae883b79a337" providerId="ADAL" clId="{7A4C4ACE-9990-476E-B24C-7B4B1306C668}" dt="2023-08-10T07:09:38.871" v="1758" actId="47"/>
        <pc:sldMkLst>
          <pc:docMk/>
          <pc:sldMk cId="4082255068" sldId="279"/>
        </pc:sldMkLst>
      </pc:sldChg>
      <pc:sldChg chg="modSp mod ord">
        <pc:chgData name="Kate, Sneha (Cognizant)" userId="62ca8c89-7698-4ba4-86c5-ae883b79a337" providerId="ADAL" clId="{7A4C4ACE-9990-476E-B24C-7B4B1306C668}" dt="2023-08-10T07:17:47.449" v="2004"/>
        <pc:sldMkLst>
          <pc:docMk/>
          <pc:sldMk cId="563797236" sldId="287"/>
        </pc:sldMkLst>
        <pc:spChg chg="mod">
          <ac:chgData name="Kate, Sneha (Cognizant)" userId="62ca8c89-7698-4ba4-86c5-ae883b79a337" providerId="ADAL" clId="{7A4C4ACE-9990-476E-B24C-7B4B1306C668}" dt="2023-08-10T07:17:47.449" v="2004"/>
          <ac:spMkLst>
            <pc:docMk/>
            <pc:sldMk cId="563797236" sldId="287"/>
            <ac:spMk id="5" creationId="{3325E288-3DD0-3289-1B46-700F55FF4848}"/>
          </ac:spMkLst>
        </pc:spChg>
      </pc:sldChg>
      <pc:sldChg chg="modSp mod">
        <pc:chgData name="Kate, Sneha (Cognizant)" userId="62ca8c89-7698-4ba4-86c5-ae883b79a337" providerId="ADAL" clId="{7A4C4ACE-9990-476E-B24C-7B4B1306C668}" dt="2023-08-10T07:18:14.335" v="2006"/>
        <pc:sldMkLst>
          <pc:docMk/>
          <pc:sldMk cId="3511727540" sldId="288"/>
        </pc:sldMkLst>
        <pc:spChg chg="mod">
          <ac:chgData name="Kate, Sneha (Cognizant)" userId="62ca8c89-7698-4ba4-86c5-ae883b79a337" providerId="ADAL" clId="{7A4C4ACE-9990-476E-B24C-7B4B1306C668}" dt="2023-08-10T07:18:14.335" v="2006"/>
          <ac:spMkLst>
            <pc:docMk/>
            <pc:sldMk cId="3511727540" sldId="288"/>
            <ac:spMk id="5" creationId="{3325E288-3DD0-3289-1B46-700F55FF4848}"/>
          </ac:spMkLst>
        </pc:spChg>
      </pc:sldChg>
      <pc:sldChg chg="modSp mod">
        <pc:chgData name="Kate, Sneha (Cognizant)" userId="62ca8c89-7698-4ba4-86c5-ae883b79a337" providerId="ADAL" clId="{7A4C4ACE-9990-476E-B24C-7B4B1306C668}" dt="2023-08-10T07:13:27.212" v="1824" actId="20577"/>
        <pc:sldMkLst>
          <pc:docMk/>
          <pc:sldMk cId="180774390" sldId="712"/>
        </pc:sldMkLst>
        <pc:spChg chg="mod">
          <ac:chgData name="Kate, Sneha (Cognizant)" userId="62ca8c89-7698-4ba4-86c5-ae883b79a337" providerId="ADAL" clId="{7A4C4ACE-9990-476E-B24C-7B4B1306C668}" dt="2023-08-10T07:13:14.920" v="1794" actId="6549"/>
          <ac:spMkLst>
            <pc:docMk/>
            <pc:sldMk cId="180774390" sldId="712"/>
            <ac:spMk id="8" creationId="{D05C2CA5-DEA1-3E93-24DC-C0DA712EEAA3}"/>
          </ac:spMkLst>
        </pc:spChg>
        <pc:graphicFrameChg chg="mod">
          <ac:chgData name="Kate, Sneha (Cognizant)" userId="62ca8c89-7698-4ba4-86c5-ae883b79a337" providerId="ADAL" clId="{7A4C4ACE-9990-476E-B24C-7B4B1306C668}" dt="2023-08-10T07:12:13.361" v="1780"/>
          <ac:graphicFrameMkLst>
            <pc:docMk/>
            <pc:sldMk cId="180774390" sldId="712"/>
            <ac:graphicFrameMk id="5" creationId="{71AF468C-B04E-BD66-2C2E-6A4F0AAA2E2F}"/>
          </ac:graphicFrameMkLst>
        </pc:graphicFrameChg>
        <pc:graphicFrameChg chg="mod">
          <ac:chgData name="Kate, Sneha (Cognizant)" userId="62ca8c89-7698-4ba4-86c5-ae883b79a337" providerId="ADAL" clId="{7A4C4ACE-9990-476E-B24C-7B4B1306C668}" dt="2023-08-10T07:13:27.212" v="1824" actId="20577"/>
          <ac:graphicFrameMkLst>
            <pc:docMk/>
            <pc:sldMk cId="180774390" sldId="712"/>
            <ac:graphicFrameMk id="6" creationId="{8CA72680-3A46-3D46-A5A0-B399BF375B4E}"/>
          </ac:graphicFrameMkLst>
        </pc:graphicFrameChg>
      </pc:sldChg>
      <pc:sldChg chg="modSp mod">
        <pc:chgData name="Kate, Sneha (Cognizant)" userId="62ca8c89-7698-4ba4-86c5-ae883b79a337" providerId="ADAL" clId="{7A4C4ACE-9990-476E-B24C-7B4B1306C668}" dt="2023-08-10T07:11:54.197" v="1778" actId="20577"/>
        <pc:sldMkLst>
          <pc:docMk/>
          <pc:sldMk cId="117732452" sldId="716"/>
        </pc:sldMkLst>
        <pc:spChg chg="mod">
          <ac:chgData name="Kate, Sneha (Cognizant)" userId="62ca8c89-7698-4ba4-86c5-ae883b79a337" providerId="ADAL" clId="{7A4C4ACE-9990-476E-B24C-7B4B1306C668}" dt="2023-08-10T07:11:54.197" v="1778" actId="20577"/>
          <ac:spMkLst>
            <pc:docMk/>
            <pc:sldMk cId="117732452" sldId="716"/>
            <ac:spMk id="10" creationId="{098A60CF-ECA1-C4F2-1E35-BBDDECA0C44A}"/>
          </ac:spMkLst>
        </pc:spChg>
        <pc:graphicFrameChg chg="mod">
          <ac:chgData name="Kate, Sneha (Cognizant)" userId="62ca8c89-7698-4ba4-86c5-ae883b79a337" providerId="ADAL" clId="{7A4C4ACE-9990-476E-B24C-7B4B1306C668}" dt="2023-08-10T07:11:49.965" v="1772"/>
          <ac:graphicFrameMkLst>
            <pc:docMk/>
            <pc:sldMk cId="117732452" sldId="716"/>
            <ac:graphicFrameMk id="5" creationId="{CF566466-BBFA-208A-E65D-B08953063E86}"/>
          </ac:graphicFrameMkLst>
        </pc:graphicFrameChg>
      </pc:sldChg>
      <pc:sldChg chg="modSp mod ord">
        <pc:chgData name="Kate, Sneha (Cognizant)" userId="62ca8c89-7698-4ba4-86c5-ae883b79a337" providerId="ADAL" clId="{7A4C4ACE-9990-476E-B24C-7B4B1306C668}" dt="2023-08-10T05:56:41.565" v="115" actId="20577"/>
        <pc:sldMkLst>
          <pc:docMk/>
          <pc:sldMk cId="3519810719" sldId="717"/>
        </pc:sldMkLst>
        <pc:spChg chg="mod">
          <ac:chgData name="Kate, Sneha (Cognizant)" userId="62ca8c89-7698-4ba4-86c5-ae883b79a337" providerId="ADAL" clId="{7A4C4ACE-9990-476E-B24C-7B4B1306C668}" dt="2023-08-10T05:56:41.565" v="115" actId="20577"/>
          <ac:spMkLst>
            <pc:docMk/>
            <pc:sldMk cId="3519810719" sldId="717"/>
            <ac:spMk id="3" creationId="{C7276DC3-F326-F107-FC8E-C78A1B588DB8}"/>
          </ac:spMkLst>
        </pc:spChg>
        <pc:spChg chg="mod">
          <ac:chgData name="Kate, Sneha (Cognizant)" userId="62ca8c89-7698-4ba4-86c5-ae883b79a337" providerId="ADAL" clId="{7A4C4ACE-9990-476E-B24C-7B4B1306C668}" dt="2023-08-10T05:56:28.907" v="98" actId="20577"/>
          <ac:spMkLst>
            <pc:docMk/>
            <pc:sldMk cId="3519810719" sldId="717"/>
            <ac:spMk id="11" creationId="{6C89135B-DDC4-C06C-33AD-3FA78D5BA252}"/>
          </ac:spMkLst>
        </pc:spChg>
      </pc:sldChg>
      <pc:sldChg chg="modSp mod ord">
        <pc:chgData name="Kate, Sneha (Cognizant)" userId="62ca8c89-7698-4ba4-86c5-ae883b79a337" providerId="ADAL" clId="{7A4C4ACE-9990-476E-B24C-7B4B1306C668}" dt="2023-08-10T06:02:21.339" v="286" actId="14100"/>
        <pc:sldMkLst>
          <pc:docMk/>
          <pc:sldMk cId="4272226962" sldId="718"/>
        </pc:sldMkLst>
        <pc:spChg chg="mod">
          <ac:chgData name="Kate, Sneha (Cognizant)" userId="62ca8c89-7698-4ba4-86c5-ae883b79a337" providerId="ADAL" clId="{7A4C4ACE-9990-476E-B24C-7B4B1306C668}" dt="2023-08-10T06:02:00.220" v="250" actId="20577"/>
          <ac:spMkLst>
            <pc:docMk/>
            <pc:sldMk cId="4272226962" sldId="718"/>
            <ac:spMk id="2" creationId="{6DD6D1A9-B0C5-D73A-BAE7-E3FCBDA3F0BA}"/>
          </ac:spMkLst>
        </pc:spChg>
        <pc:spChg chg="mod">
          <ac:chgData name="Kate, Sneha (Cognizant)" userId="62ca8c89-7698-4ba4-86c5-ae883b79a337" providerId="ADAL" clId="{7A4C4ACE-9990-476E-B24C-7B4B1306C668}" dt="2023-08-10T06:02:21.339" v="286" actId="14100"/>
          <ac:spMkLst>
            <pc:docMk/>
            <pc:sldMk cId="4272226962" sldId="718"/>
            <ac:spMk id="3" creationId="{C7276DC3-F326-F107-FC8E-C78A1B588DB8}"/>
          </ac:spMkLst>
        </pc:spChg>
      </pc:sldChg>
      <pc:sldChg chg="modSp mod">
        <pc:chgData name="Kate, Sneha (Cognizant)" userId="62ca8c89-7698-4ba4-86c5-ae883b79a337" providerId="ADAL" clId="{7A4C4ACE-9990-476E-B24C-7B4B1306C668}" dt="2023-08-10T06:51:51.233" v="1013" actId="14100"/>
        <pc:sldMkLst>
          <pc:docMk/>
          <pc:sldMk cId="4077232650" sldId="719"/>
        </pc:sldMkLst>
        <pc:spChg chg="mod">
          <ac:chgData name="Kate, Sneha (Cognizant)" userId="62ca8c89-7698-4ba4-86c5-ae883b79a337" providerId="ADAL" clId="{7A4C4ACE-9990-476E-B24C-7B4B1306C668}" dt="2023-08-10T06:51:47.705" v="1012" actId="14100"/>
          <ac:spMkLst>
            <pc:docMk/>
            <pc:sldMk cId="4077232650" sldId="719"/>
            <ac:spMk id="2" creationId="{6DD6D1A9-B0C5-D73A-BAE7-E3FCBDA3F0BA}"/>
          </ac:spMkLst>
        </pc:spChg>
        <pc:spChg chg="mod">
          <ac:chgData name="Kate, Sneha (Cognizant)" userId="62ca8c89-7698-4ba4-86c5-ae883b79a337" providerId="ADAL" clId="{7A4C4ACE-9990-476E-B24C-7B4B1306C668}" dt="2023-08-10T06:51:51.233" v="1013" actId="14100"/>
          <ac:spMkLst>
            <pc:docMk/>
            <pc:sldMk cId="4077232650" sldId="719"/>
            <ac:spMk id="3" creationId="{C7276DC3-F326-F107-FC8E-C78A1B588DB8}"/>
          </ac:spMkLst>
        </pc:spChg>
      </pc:sldChg>
      <pc:sldChg chg="modSp mod">
        <pc:chgData name="Kate, Sneha (Cognizant)" userId="62ca8c89-7698-4ba4-86c5-ae883b79a337" providerId="ADAL" clId="{7A4C4ACE-9990-476E-B24C-7B4B1306C668}" dt="2023-08-10T06:57:23.367" v="1160" actId="20577"/>
        <pc:sldMkLst>
          <pc:docMk/>
          <pc:sldMk cId="622203520" sldId="720"/>
        </pc:sldMkLst>
        <pc:spChg chg="mod">
          <ac:chgData name="Kate, Sneha (Cognizant)" userId="62ca8c89-7698-4ba4-86c5-ae883b79a337" providerId="ADAL" clId="{7A4C4ACE-9990-476E-B24C-7B4B1306C668}" dt="2023-08-10T06:57:23.367" v="1160" actId="20577"/>
          <ac:spMkLst>
            <pc:docMk/>
            <pc:sldMk cId="622203520" sldId="720"/>
            <ac:spMk id="2" creationId="{6DD6D1A9-B0C5-D73A-BAE7-E3FCBDA3F0BA}"/>
          </ac:spMkLst>
        </pc:spChg>
        <pc:spChg chg="mod">
          <ac:chgData name="Kate, Sneha (Cognizant)" userId="62ca8c89-7698-4ba4-86c5-ae883b79a337" providerId="ADAL" clId="{7A4C4ACE-9990-476E-B24C-7B4B1306C668}" dt="2023-08-10T06:57:12.685" v="1121" actId="20577"/>
          <ac:spMkLst>
            <pc:docMk/>
            <pc:sldMk cId="622203520" sldId="720"/>
            <ac:spMk id="3" creationId="{C7276DC3-F326-F107-FC8E-C78A1B588DB8}"/>
          </ac:spMkLst>
        </pc:spChg>
      </pc:sldChg>
      <pc:sldChg chg="del">
        <pc:chgData name="Kate, Sneha (Cognizant)" userId="62ca8c89-7698-4ba4-86c5-ae883b79a337" providerId="ADAL" clId="{7A4C4ACE-9990-476E-B24C-7B4B1306C668}" dt="2023-08-10T07:09:29.424" v="1757" actId="47"/>
        <pc:sldMkLst>
          <pc:docMk/>
          <pc:sldMk cId="499757671" sldId="721"/>
        </pc:sldMkLst>
      </pc:sldChg>
      <pc:sldChg chg="modSp mod">
        <pc:chgData name="Kate, Sneha (Cognizant)" userId="62ca8c89-7698-4ba4-86c5-ae883b79a337" providerId="ADAL" clId="{7A4C4ACE-9990-476E-B24C-7B4B1306C668}" dt="2023-08-10T05:57:05.119" v="117" actId="14100"/>
        <pc:sldMkLst>
          <pc:docMk/>
          <pc:sldMk cId="1169519382" sldId="723"/>
        </pc:sldMkLst>
        <pc:spChg chg="mod">
          <ac:chgData name="Kate, Sneha (Cognizant)" userId="62ca8c89-7698-4ba4-86c5-ae883b79a337" providerId="ADAL" clId="{7A4C4ACE-9990-476E-B24C-7B4B1306C668}" dt="2023-08-10T05:57:05.119" v="117" actId="14100"/>
          <ac:spMkLst>
            <pc:docMk/>
            <pc:sldMk cId="1169519382" sldId="723"/>
            <ac:spMk id="2" creationId="{C4B7A633-33F1-43A7-05B1-ABCE3F2FD3C2}"/>
          </ac:spMkLst>
        </pc:spChg>
      </pc:sldChg>
      <pc:sldChg chg="modSp mod ord">
        <pc:chgData name="Kate, Sneha (Cognizant)" userId="62ca8c89-7698-4ba4-86c5-ae883b79a337" providerId="ADAL" clId="{7A4C4ACE-9990-476E-B24C-7B4B1306C668}" dt="2023-08-10T05:55:49.740" v="52"/>
        <pc:sldMkLst>
          <pc:docMk/>
          <pc:sldMk cId="2537782893" sldId="724"/>
        </pc:sldMkLst>
        <pc:spChg chg="mod">
          <ac:chgData name="Kate, Sneha (Cognizant)" userId="62ca8c89-7698-4ba4-86c5-ae883b79a337" providerId="ADAL" clId="{7A4C4ACE-9990-476E-B24C-7B4B1306C668}" dt="2023-08-10T05:55:49.740" v="52"/>
          <ac:spMkLst>
            <pc:docMk/>
            <pc:sldMk cId="2537782893" sldId="724"/>
            <ac:spMk id="2" creationId="{C4B7A633-33F1-43A7-05B1-ABCE3F2FD3C2}"/>
          </ac:spMkLst>
        </pc:spChg>
      </pc:sldChg>
      <pc:sldChg chg="addSp modSp mod">
        <pc:chgData name="Kate, Sneha (Cognizant)" userId="62ca8c89-7698-4ba4-86c5-ae883b79a337" providerId="ADAL" clId="{7A4C4ACE-9990-476E-B24C-7B4B1306C668}" dt="2023-08-10T06:43:04.989" v="722" actId="1076"/>
        <pc:sldMkLst>
          <pc:docMk/>
          <pc:sldMk cId="1685285059" sldId="725"/>
        </pc:sldMkLst>
        <pc:spChg chg="mod">
          <ac:chgData name="Kate, Sneha (Cognizant)" userId="62ca8c89-7698-4ba4-86c5-ae883b79a337" providerId="ADAL" clId="{7A4C4ACE-9990-476E-B24C-7B4B1306C668}" dt="2023-08-10T06:43:02.398" v="721" actId="14100"/>
          <ac:spMkLst>
            <pc:docMk/>
            <pc:sldMk cId="1685285059" sldId="725"/>
            <ac:spMk id="2" creationId="{00565AA0-9D26-01E4-3E5C-A7CD5FA39082}"/>
          </ac:spMkLst>
        </pc:spChg>
        <pc:spChg chg="mod">
          <ac:chgData name="Kate, Sneha (Cognizant)" userId="62ca8c89-7698-4ba4-86c5-ae883b79a337" providerId="ADAL" clId="{7A4C4ACE-9990-476E-B24C-7B4B1306C668}" dt="2023-08-10T06:02:49.682" v="322" actId="20577"/>
          <ac:spMkLst>
            <pc:docMk/>
            <pc:sldMk cId="1685285059" sldId="725"/>
            <ac:spMk id="3" creationId="{F407570A-35E0-C689-8D89-981372F5A85F}"/>
          </ac:spMkLst>
        </pc:spChg>
        <pc:picChg chg="add mod">
          <ac:chgData name="Kate, Sneha (Cognizant)" userId="62ca8c89-7698-4ba4-86c5-ae883b79a337" providerId="ADAL" clId="{7A4C4ACE-9990-476E-B24C-7B4B1306C668}" dt="2023-08-10T06:43:04.989" v="722" actId="1076"/>
          <ac:picMkLst>
            <pc:docMk/>
            <pc:sldMk cId="1685285059" sldId="725"/>
            <ac:picMk id="6" creationId="{EB0EF7AD-E2B0-A39A-2612-4D52B5437128}"/>
          </ac:picMkLst>
        </pc:picChg>
      </pc:sldChg>
      <pc:sldChg chg="addSp delSp modSp mod">
        <pc:chgData name="Kate, Sneha (Cognizant)" userId="62ca8c89-7698-4ba4-86c5-ae883b79a337" providerId="ADAL" clId="{7A4C4ACE-9990-476E-B24C-7B4B1306C668}" dt="2023-08-10T06:59:26.320" v="1289" actId="14100"/>
        <pc:sldMkLst>
          <pc:docMk/>
          <pc:sldMk cId="3775621286" sldId="726"/>
        </pc:sldMkLst>
        <pc:spChg chg="mod">
          <ac:chgData name="Kate, Sneha (Cognizant)" userId="62ca8c89-7698-4ba4-86c5-ae883b79a337" providerId="ADAL" clId="{7A4C4ACE-9990-476E-B24C-7B4B1306C668}" dt="2023-08-10T06:59:07.007" v="1283"/>
          <ac:spMkLst>
            <pc:docMk/>
            <pc:sldMk cId="3775621286" sldId="726"/>
            <ac:spMk id="5" creationId="{7A8B3838-7BD6-DD5F-D50B-A9433F6534F7}"/>
          </ac:spMkLst>
        </pc:spChg>
        <pc:spChg chg="del">
          <ac:chgData name="Kate, Sneha (Cognizant)" userId="62ca8c89-7698-4ba4-86c5-ae883b79a337" providerId="ADAL" clId="{7A4C4ACE-9990-476E-B24C-7B4B1306C668}" dt="2023-08-10T06:58:37.044" v="1225" actId="478"/>
          <ac:spMkLst>
            <pc:docMk/>
            <pc:sldMk cId="3775621286" sldId="726"/>
            <ac:spMk id="7" creationId="{11E75F3F-36EF-A81C-D219-5DFEDB15796A}"/>
          </ac:spMkLst>
        </pc:spChg>
        <pc:spChg chg="add mod">
          <ac:chgData name="Kate, Sneha (Cognizant)" userId="62ca8c89-7698-4ba4-86c5-ae883b79a337" providerId="ADAL" clId="{7A4C4ACE-9990-476E-B24C-7B4B1306C668}" dt="2023-08-10T06:59:19.104" v="1287"/>
          <ac:spMkLst>
            <pc:docMk/>
            <pc:sldMk cId="3775621286" sldId="726"/>
            <ac:spMk id="10" creationId="{E1A892A7-3D8C-F1E8-93C1-F0973CC6C73C}"/>
          </ac:spMkLst>
        </pc:spChg>
        <pc:spChg chg="add mod">
          <ac:chgData name="Kate, Sneha (Cognizant)" userId="62ca8c89-7698-4ba4-86c5-ae883b79a337" providerId="ADAL" clId="{7A4C4ACE-9990-476E-B24C-7B4B1306C668}" dt="2023-08-10T06:59:26.320" v="1289" actId="14100"/>
          <ac:spMkLst>
            <pc:docMk/>
            <pc:sldMk cId="3775621286" sldId="726"/>
            <ac:spMk id="12" creationId="{2C2E3C37-643B-54CA-A3B9-0EB362AE4B22}"/>
          </ac:spMkLst>
        </pc:spChg>
        <pc:spChg chg="del mod">
          <ac:chgData name="Kate, Sneha (Cognizant)" userId="62ca8c89-7698-4ba4-86c5-ae883b79a337" providerId="ADAL" clId="{7A4C4ACE-9990-476E-B24C-7B4B1306C668}" dt="2023-08-10T06:58:46.924" v="1228" actId="478"/>
          <ac:spMkLst>
            <pc:docMk/>
            <pc:sldMk cId="3775621286" sldId="726"/>
            <ac:spMk id="20" creationId="{4C621679-D8D6-6A92-123F-0B378A52F909}"/>
          </ac:spMkLst>
        </pc:spChg>
        <pc:picChg chg="del">
          <ac:chgData name="Kate, Sneha (Cognizant)" userId="62ca8c89-7698-4ba4-86c5-ae883b79a337" providerId="ADAL" clId="{7A4C4ACE-9990-476E-B24C-7B4B1306C668}" dt="2023-08-10T06:58:25.877" v="1223" actId="478"/>
          <ac:picMkLst>
            <pc:docMk/>
            <pc:sldMk cId="3775621286" sldId="726"/>
            <ac:picMk id="4" creationId="{C7C0CE5F-461E-84A0-B11C-3E5E559121E5}"/>
          </ac:picMkLst>
        </pc:picChg>
        <pc:picChg chg="del">
          <ac:chgData name="Kate, Sneha (Cognizant)" userId="62ca8c89-7698-4ba4-86c5-ae883b79a337" providerId="ADAL" clId="{7A4C4ACE-9990-476E-B24C-7B4B1306C668}" dt="2023-08-10T06:58:24.495" v="1222" actId="478"/>
          <ac:picMkLst>
            <pc:docMk/>
            <pc:sldMk cId="3775621286" sldId="726"/>
            <ac:picMk id="6" creationId="{86311A63-186D-D7A0-972F-209EC7C694E0}"/>
          </ac:picMkLst>
        </pc:picChg>
        <pc:cxnChg chg="del">
          <ac:chgData name="Kate, Sneha (Cognizant)" userId="62ca8c89-7698-4ba4-86c5-ae883b79a337" providerId="ADAL" clId="{7A4C4ACE-9990-476E-B24C-7B4B1306C668}" dt="2023-08-10T06:58:27.703" v="1224" actId="478"/>
          <ac:cxnSpMkLst>
            <pc:docMk/>
            <pc:sldMk cId="3775621286" sldId="726"/>
            <ac:cxnSpMk id="8" creationId="{CD8973B1-BAB5-BB5E-81FB-3C823CCFF702}"/>
          </ac:cxnSpMkLst>
        </pc:cxnChg>
      </pc:sldChg>
      <pc:sldChg chg="modSp mod">
        <pc:chgData name="Kate, Sneha (Cognizant)" userId="62ca8c89-7698-4ba4-86c5-ae883b79a337" providerId="ADAL" clId="{7A4C4ACE-9990-476E-B24C-7B4B1306C668}" dt="2023-08-10T07:04:54.660" v="1585"/>
        <pc:sldMkLst>
          <pc:docMk/>
          <pc:sldMk cId="2228660773" sldId="727"/>
        </pc:sldMkLst>
        <pc:spChg chg="mod">
          <ac:chgData name="Kate, Sneha (Cognizant)" userId="62ca8c89-7698-4ba4-86c5-ae883b79a337" providerId="ADAL" clId="{7A4C4ACE-9990-476E-B24C-7B4B1306C668}" dt="2023-08-10T07:04:45.795" v="1583" actId="20577"/>
          <ac:spMkLst>
            <pc:docMk/>
            <pc:sldMk cId="2228660773" sldId="727"/>
            <ac:spMk id="5" creationId="{7A8B3838-7BD6-DD5F-D50B-A9433F6534F7}"/>
          </ac:spMkLst>
        </pc:spChg>
        <pc:spChg chg="mod">
          <ac:chgData name="Kate, Sneha (Cognizant)" userId="62ca8c89-7698-4ba4-86c5-ae883b79a337" providerId="ADAL" clId="{7A4C4ACE-9990-476E-B24C-7B4B1306C668}" dt="2023-08-10T07:04:54.660" v="1585"/>
          <ac:spMkLst>
            <pc:docMk/>
            <pc:sldMk cId="2228660773" sldId="727"/>
            <ac:spMk id="20" creationId="{4C621679-D8D6-6A92-123F-0B378A52F909}"/>
          </ac:spMkLst>
        </pc:spChg>
      </pc:sldChg>
      <pc:sldChg chg="addSp delSp modSp mod">
        <pc:chgData name="Kate, Sneha (Cognizant)" userId="62ca8c89-7698-4ba4-86c5-ae883b79a337" providerId="ADAL" clId="{7A4C4ACE-9990-476E-B24C-7B4B1306C668}" dt="2023-08-10T07:04:17.143" v="1506" actId="1037"/>
        <pc:sldMkLst>
          <pc:docMk/>
          <pc:sldMk cId="1326659287" sldId="728"/>
        </pc:sldMkLst>
        <pc:spChg chg="mod">
          <ac:chgData name="Kate, Sneha (Cognizant)" userId="62ca8c89-7698-4ba4-86c5-ae883b79a337" providerId="ADAL" clId="{7A4C4ACE-9990-476E-B24C-7B4B1306C668}" dt="2023-08-10T07:04:17.143" v="1506" actId="1037"/>
          <ac:spMkLst>
            <pc:docMk/>
            <pc:sldMk cId="1326659287" sldId="728"/>
            <ac:spMk id="2" creationId="{7B176796-B501-57D2-1FEF-87C48628E6C5}"/>
          </ac:spMkLst>
        </pc:spChg>
        <pc:spChg chg="mod">
          <ac:chgData name="Kate, Sneha (Cognizant)" userId="62ca8c89-7698-4ba4-86c5-ae883b79a337" providerId="ADAL" clId="{7A4C4ACE-9990-476E-B24C-7B4B1306C668}" dt="2023-08-10T07:04:17.143" v="1506" actId="1037"/>
          <ac:spMkLst>
            <pc:docMk/>
            <pc:sldMk cId="1326659287" sldId="728"/>
            <ac:spMk id="3" creationId="{84045D04-F6AA-5DEB-47A2-1E5FFB4BAAE6}"/>
          </ac:spMkLst>
        </pc:spChg>
        <pc:spChg chg="add del mod">
          <ac:chgData name="Kate, Sneha (Cognizant)" userId="62ca8c89-7698-4ba4-86c5-ae883b79a337" providerId="ADAL" clId="{7A4C4ACE-9990-476E-B24C-7B4B1306C668}" dt="2023-08-10T07:01:12.390" v="1423" actId="478"/>
          <ac:spMkLst>
            <pc:docMk/>
            <pc:sldMk cId="1326659287" sldId="728"/>
            <ac:spMk id="4" creationId="{DB6DCE48-C353-5780-FDDD-38746211D283}"/>
          </ac:spMkLst>
        </pc:spChg>
        <pc:spChg chg="mod">
          <ac:chgData name="Kate, Sneha (Cognizant)" userId="62ca8c89-7698-4ba4-86c5-ae883b79a337" providerId="ADAL" clId="{7A4C4ACE-9990-476E-B24C-7B4B1306C668}" dt="2023-08-10T07:04:17.143" v="1506" actId="1037"/>
          <ac:spMkLst>
            <pc:docMk/>
            <pc:sldMk cId="1326659287" sldId="728"/>
            <ac:spMk id="5" creationId="{7A8B3838-7BD6-DD5F-D50B-A9433F6534F7}"/>
          </ac:spMkLst>
        </pc:spChg>
        <pc:spChg chg="add del mod">
          <ac:chgData name="Kate, Sneha (Cognizant)" userId="62ca8c89-7698-4ba4-86c5-ae883b79a337" providerId="ADAL" clId="{7A4C4ACE-9990-476E-B24C-7B4B1306C668}" dt="2023-08-10T07:01:17.767" v="1427" actId="478"/>
          <ac:spMkLst>
            <pc:docMk/>
            <pc:sldMk cId="1326659287" sldId="728"/>
            <ac:spMk id="6" creationId="{DC245701-162C-0A6B-5682-817C35A3033D}"/>
          </ac:spMkLst>
        </pc:spChg>
        <pc:spChg chg="add del mod">
          <ac:chgData name="Kate, Sneha (Cognizant)" userId="62ca8c89-7698-4ba4-86c5-ae883b79a337" providerId="ADAL" clId="{7A4C4ACE-9990-476E-B24C-7B4B1306C668}" dt="2023-08-10T07:01:15.375" v="1425" actId="478"/>
          <ac:spMkLst>
            <pc:docMk/>
            <pc:sldMk cId="1326659287" sldId="728"/>
            <ac:spMk id="7" creationId="{FC18E2E0-F58E-98AA-47AE-6460F322336A}"/>
          </ac:spMkLst>
        </pc:spChg>
        <pc:spChg chg="add mod">
          <ac:chgData name="Kate, Sneha (Cognizant)" userId="62ca8c89-7698-4ba4-86c5-ae883b79a337" providerId="ADAL" clId="{7A4C4ACE-9990-476E-B24C-7B4B1306C668}" dt="2023-08-10T07:04:17.143" v="1506" actId="1037"/>
          <ac:spMkLst>
            <pc:docMk/>
            <pc:sldMk cId="1326659287" sldId="728"/>
            <ac:spMk id="8" creationId="{C37EC1FC-5DE5-A23D-5EF3-BD83D6774E5A}"/>
          </ac:spMkLst>
        </pc:spChg>
        <pc:spChg chg="del mod">
          <ac:chgData name="Kate, Sneha (Cognizant)" userId="62ca8c89-7698-4ba4-86c5-ae883b79a337" providerId="ADAL" clId="{7A4C4ACE-9990-476E-B24C-7B4B1306C668}" dt="2023-08-10T07:00:25.679" v="1340" actId="478"/>
          <ac:spMkLst>
            <pc:docMk/>
            <pc:sldMk cId="1326659287" sldId="728"/>
            <ac:spMk id="10" creationId="{1FA4E5F0-6626-C6C9-D3E5-1BD74D14D882}"/>
          </ac:spMkLst>
        </pc:spChg>
        <pc:spChg chg="del">
          <ac:chgData name="Kate, Sneha (Cognizant)" userId="62ca8c89-7698-4ba4-86c5-ae883b79a337" providerId="ADAL" clId="{7A4C4ACE-9990-476E-B24C-7B4B1306C668}" dt="2023-08-10T07:00:28.975" v="1341" actId="478"/>
          <ac:spMkLst>
            <pc:docMk/>
            <pc:sldMk cId="1326659287" sldId="728"/>
            <ac:spMk id="11" creationId="{3C68302B-3DA0-8A5A-0222-6CDBFE01A139}"/>
          </ac:spMkLst>
        </pc:spChg>
        <pc:spChg chg="del">
          <ac:chgData name="Kate, Sneha (Cognizant)" userId="62ca8c89-7698-4ba4-86c5-ae883b79a337" providerId="ADAL" clId="{7A4C4ACE-9990-476E-B24C-7B4B1306C668}" dt="2023-08-10T07:00:23.611" v="1338" actId="478"/>
          <ac:spMkLst>
            <pc:docMk/>
            <pc:sldMk cId="1326659287" sldId="728"/>
            <ac:spMk id="13" creationId="{6A48CD0A-FAAC-A8E8-5974-D33D76326787}"/>
          </ac:spMkLst>
        </pc:spChg>
        <pc:spChg chg="add mod">
          <ac:chgData name="Kate, Sneha (Cognizant)" userId="62ca8c89-7698-4ba4-86c5-ae883b79a337" providerId="ADAL" clId="{7A4C4ACE-9990-476E-B24C-7B4B1306C668}" dt="2023-08-10T07:04:17.143" v="1506" actId="1037"/>
          <ac:spMkLst>
            <pc:docMk/>
            <pc:sldMk cId="1326659287" sldId="728"/>
            <ac:spMk id="14" creationId="{D8BD47CC-9244-56A5-04EF-ED33162C63AB}"/>
          </ac:spMkLst>
        </pc:spChg>
        <pc:spChg chg="add mod">
          <ac:chgData name="Kate, Sneha (Cognizant)" userId="62ca8c89-7698-4ba4-86c5-ae883b79a337" providerId="ADAL" clId="{7A4C4ACE-9990-476E-B24C-7B4B1306C668}" dt="2023-08-10T07:04:17.143" v="1506" actId="1037"/>
          <ac:spMkLst>
            <pc:docMk/>
            <pc:sldMk cId="1326659287" sldId="728"/>
            <ac:spMk id="15" creationId="{16246B53-AF38-FC69-5039-7D662748D4C9}"/>
          </ac:spMkLst>
        </pc:spChg>
        <pc:spChg chg="add mod">
          <ac:chgData name="Kate, Sneha (Cognizant)" userId="62ca8c89-7698-4ba4-86c5-ae883b79a337" providerId="ADAL" clId="{7A4C4ACE-9990-476E-B24C-7B4B1306C668}" dt="2023-08-10T07:04:17.143" v="1506" actId="1037"/>
          <ac:spMkLst>
            <pc:docMk/>
            <pc:sldMk cId="1326659287" sldId="728"/>
            <ac:spMk id="16" creationId="{AE7F72CF-281D-7807-B862-E38D1BE1407E}"/>
          </ac:spMkLst>
        </pc:spChg>
        <pc:spChg chg="add mod">
          <ac:chgData name="Kate, Sneha (Cognizant)" userId="62ca8c89-7698-4ba4-86c5-ae883b79a337" providerId="ADAL" clId="{7A4C4ACE-9990-476E-B24C-7B4B1306C668}" dt="2023-08-10T07:04:17.143" v="1506" actId="1037"/>
          <ac:spMkLst>
            <pc:docMk/>
            <pc:sldMk cId="1326659287" sldId="728"/>
            <ac:spMk id="17" creationId="{49A29148-269A-FA7F-4D68-03D082739C8F}"/>
          </ac:spMkLst>
        </pc:spChg>
        <pc:spChg chg="add mod">
          <ac:chgData name="Kate, Sneha (Cognizant)" userId="62ca8c89-7698-4ba4-86c5-ae883b79a337" providerId="ADAL" clId="{7A4C4ACE-9990-476E-B24C-7B4B1306C668}" dt="2023-08-10T07:04:17.143" v="1506" actId="1037"/>
          <ac:spMkLst>
            <pc:docMk/>
            <pc:sldMk cId="1326659287" sldId="728"/>
            <ac:spMk id="18" creationId="{2EBDF4FE-2F3F-E72A-5DE6-D05195B2DA74}"/>
          </ac:spMkLst>
        </pc:spChg>
        <pc:spChg chg="add mod">
          <ac:chgData name="Kate, Sneha (Cognizant)" userId="62ca8c89-7698-4ba4-86c5-ae883b79a337" providerId="ADAL" clId="{7A4C4ACE-9990-476E-B24C-7B4B1306C668}" dt="2023-08-10T07:04:17.143" v="1506" actId="1037"/>
          <ac:spMkLst>
            <pc:docMk/>
            <pc:sldMk cId="1326659287" sldId="728"/>
            <ac:spMk id="19" creationId="{C2A1584C-E274-463D-FAA1-EA67C40F608E}"/>
          </ac:spMkLst>
        </pc:spChg>
        <pc:spChg chg="del mod">
          <ac:chgData name="Kate, Sneha (Cognizant)" userId="62ca8c89-7698-4ba4-86c5-ae883b79a337" providerId="ADAL" clId="{7A4C4ACE-9990-476E-B24C-7B4B1306C668}" dt="2023-08-10T07:00:37.950" v="1343" actId="478"/>
          <ac:spMkLst>
            <pc:docMk/>
            <pc:sldMk cId="1326659287" sldId="728"/>
            <ac:spMk id="20" creationId="{4C621679-D8D6-6A92-123F-0B378A52F909}"/>
          </ac:spMkLst>
        </pc:spChg>
        <pc:spChg chg="add mod">
          <ac:chgData name="Kate, Sneha (Cognizant)" userId="62ca8c89-7698-4ba4-86c5-ae883b79a337" providerId="ADAL" clId="{7A4C4ACE-9990-476E-B24C-7B4B1306C668}" dt="2023-08-10T07:04:17.143" v="1506" actId="1037"/>
          <ac:spMkLst>
            <pc:docMk/>
            <pc:sldMk cId="1326659287" sldId="728"/>
            <ac:spMk id="21" creationId="{28768133-FBC2-ECB0-96DC-E4E5AF724703}"/>
          </ac:spMkLst>
        </pc:spChg>
        <pc:spChg chg="add mod">
          <ac:chgData name="Kate, Sneha (Cognizant)" userId="62ca8c89-7698-4ba4-86c5-ae883b79a337" providerId="ADAL" clId="{7A4C4ACE-9990-476E-B24C-7B4B1306C668}" dt="2023-08-10T07:04:17.143" v="1506" actId="1037"/>
          <ac:spMkLst>
            <pc:docMk/>
            <pc:sldMk cId="1326659287" sldId="728"/>
            <ac:spMk id="22" creationId="{ED203A21-B102-91CD-AB3B-0DAAD2A3C3ED}"/>
          </ac:spMkLst>
        </pc:spChg>
        <pc:spChg chg="add mod">
          <ac:chgData name="Kate, Sneha (Cognizant)" userId="62ca8c89-7698-4ba4-86c5-ae883b79a337" providerId="ADAL" clId="{7A4C4ACE-9990-476E-B24C-7B4B1306C668}" dt="2023-08-10T07:04:17.143" v="1506" actId="1037"/>
          <ac:spMkLst>
            <pc:docMk/>
            <pc:sldMk cId="1326659287" sldId="728"/>
            <ac:spMk id="23" creationId="{56BAFE21-2E48-D16B-9D7C-D0E40318BB41}"/>
          </ac:spMkLst>
        </pc:spChg>
        <pc:spChg chg="add mod">
          <ac:chgData name="Kate, Sneha (Cognizant)" userId="62ca8c89-7698-4ba4-86c5-ae883b79a337" providerId="ADAL" clId="{7A4C4ACE-9990-476E-B24C-7B4B1306C668}" dt="2023-08-10T07:04:17.143" v="1506" actId="1037"/>
          <ac:spMkLst>
            <pc:docMk/>
            <pc:sldMk cId="1326659287" sldId="728"/>
            <ac:spMk id="24" creationId="{DF72C8E6-FE02-4A2B-64BC-73D709BC29B1}"/>
          </ac:spMkLst>
        </pc:spChg>
        <pc:spChg chg="add mod">
          <ac:chgData name="Kate, Sneha (Cognizant)" userId="62ca8c89-7698-4ba4-86c5-ae883b79a337" providerId="ADAL" clId="{7A4C4ACE-9990-476E-B24C-7B4B1306C668}" dt="2023-08-10T07:04:17.143" v="1506" actId="1037"/>
          <ac:spMkLst>
            <pc:docMk/>
            <pc:sldMk cId="1326659287" sldId="728"/>
            <ac:spMk id="25" creationId="{B8783BAC-30B2-D306-1206-BC0FB7178552}"/>
          </ac:spMkLst>
        </pc:spChg>
        <pc:spChg chg="add mod">
          <ac:chgData name="Kate, Sneha (Cognizant)" userId="62ca8c89-7698-4ba4-86c5-ae883b79a337" providerId="ADAL" clId="{7A4C4ACE-9990-476E-B24C-7B4B1306C668}" dt="2023-08-10T07:04:17.143" v="1506" actId="1037"/>
          <ac:spMkLst>
            <pc:docMk/>
            <pc:sldMk cId="1326659287" sldId="728"/>
            <ac:spMk id="26" creationId="{E69174DC-5CB2-6BDC-259C-49E62571543C}"/>
          </ac:spMkLst>
        </pc:spChg>
        <pc:spChg chg="add mod">
          <ac:chgData name="Kate, Sneha (Cognizant)" userId="62ca8c89-7698-4ba4-86c5-ae883b79a337" providerId="ADAL" clId="{7A4C4ACE-9990-476E-B24C-7B4B1306C668}" dt="2023-08-10T07:04:17.143" v="1506" actId="1037"/>
          <ac:spMkLst>
            <pc:docMk/>
            <pc:sldMk cId="1326659287" sldId="728"/>
            <ac:spMk id="27" creationId="{59B0B714-A3F2-4D75-04A9-0128F0768A7C}"/>
          </ac:spMkLst>
        </pc:spChg>
        <pc:spChg chg="add mod">
          <ac:chgData name="Kate, Sneha (Cognizant)" userId="62ca8c89-7698-4ba4-86c5-ae883b79a337" providerId="ADAL" clId="{7A4C4ACE-9990-476E-B24C-7B4B1306C668}" dt="2023-08-10T07:04:17.143" v="1506" actId="1037"/>
          <ac:spMkLst>
            <pc:docMk/>
            <pc:sldMk cId="1326659287" sldId="728"/>
            <ac:spMk id="28" creationId="{689E365A-A1E3-C3B5-0CC8-CF6C6AEA9FF3}"/>
          </ac:spMkLst>
        </pc:spChg>
        <pc:spChg chg="add mod">
          <ac:chgData name="Kate, Sneha (Cognizant)" userId="62ca8c89-7698-4ba4-86c5-ae883b79a337" providerId="ADAL" clId="{7A4C4ACE-9990-476E-B24C-7B4B1306C668}" dt="2023-08-10T07:04:17.143" v="1506" actId="1037"/>
          <ac:spMkLst>
            <pc:docMk/>
            <pc:sldMk cId="1326659287" sldId="728"/>
            <ac:spMk id="32" creationId="{C1912426-65E3-7D23-CB4A-FD509AA8BD85}"/>
          </ac:spMkLst>
        </pc:spChg>
        <pc:spChg chg="add mod">
          <ac:chgData name="Kate, Sneha (Cognizant)" userId="62ca8c89-7698-4ba4-86c5-ae883b79a337" providerId="ADAL" clId="{7A4C4ACE-9990-476E-B24C-7B4B1306C668}" dt="2023-08-10T07:04:17.143" v="1506" actId="1037"/>
          <ac:spMkLst>
            <pc:docMk/>
            <pc:sldMk cId="1326659287" sldId="728"/>
            <ac:spMk id="33" creationId="{D2E76ADD-EC2C-EF17-DA46-0D088307F621}"/>
          </ac:spMkLst>
        </pc:spChg>
        <pc:spChg chg="add mod">
          <ac:chgData name="Kate, Sneha (Cognizant)" userId="62ca8c89-7698-4ba4-86c5-ae883b79a337" providerId="ADAL" clId="{7A4C4ACE-9990-476E-B24C-7B4B1306C668}" dt="2023-08-10T07:04:17.143" v="1506" actId="1037"/>
          <ac:spMkLst>
            <pc:docMk/>
            <pc:sldMk cId="1326659287" sldId="728"/>
            <ac:spMk id="34" creationId="{91DACD06-9661-E16A-90FE-8E518F3EAD92}"/>
          </ac:spMkLst>
        </pc:spChg>
        <pc:picChg chg="del">
          <ac:chgData name="Kate, Sneha (Cognizant)" userId="62ca8c89-7698-4ba4-86c5-ae883b79a337" providerId="ADAL" clId="{7A4C4ACE-9990-476E-B24C-7B4B1306C668}" dt="2023-08-10T07:00:20.351" v="1336" actId="478"/>
          <ac:picMkLst>
            <pc:docMk/>
            <pc:sldMk cId="1326659287" sldId="728"/>
            <ac:picMk id="9" creationId="{80A8ADB9-0F97-0B25-7F3A-97DF04EB54D4}"/>
          </ac:picMkLst>
        </pc:picChg>
        <pc:picChg chg="del">
          <ac:chgData name="Kate, Sneha (Cognizant)" userId="62ca8c89-7698-4ba4-86c5-ae883b79a337" providerId="ADAL" clId="{7A4C4ACE-9990-476E-B24C-7B4B1306C668}" dt="2023-08-10T07:00:21.990" v="1337" actId="478"/>
          <ac:picMkLst>
            <pc:docMk/>
            <pc:sldMk cId="1326659287" sldId="728"/>
            <ac:picMk id="12" creationId="{D13B3A1F-B67D-C43D-CCD9-28469DF774E6}"/>
          </ac:picMkLst>
        </pc:picChg>
        <pc:cxnChg chg="add mod">
          <ac:chgData name="Kate, Sneha (Cognizant)" userId="62ca8c89-7698-4ba4-86c5-ae883b79a337" providerId="ADAL" clId="{7A4C4ACE-9990-476E-B24C-7B4B1306C668}" dt="2023-08-10T07:04:17.143" v="1506" actId="1037"/>
          <ac:cxnSpMkLst>
            <pc:docMk/>
            <pc:sldMk cId="1326659287" sldId="728"/>
            <ac:cxnSpMk id="29" creationId="{F30383DF-7886-57B0-E931-5718DCF8FA33}"/>
          </ac:cxnSpMkLst>
        </pc:cxnChg>
        <pc:cxnChg chg="add mod">
          <ac:chgData name="Kate, Sneha (Cognizant)" userId="62ca8c89-7698-4ba4-86c5-ae883b79a337" providerId="ADAL" clId="{7A4C4ACE-9990-476E-B24C-7B4B1306C668}" dt="2023-08-10T07:04:17.143" v="1506" actId="1037"/>
          <ac:cxnSpMkLst>
            <pc:docMk/>
            <pc:sldMk cId="1326659287" sldId="728"/>
            <ac:cxnSpMk id="30" creationId="{6E2643BA-93BF-7080-D7E3-98AC17AC66B2}"/>
          </ac:cxnSpMkLst>
        </pc:cxnChg>
        <pc:cxnChg chg="add mod">
          <ac:chgData name="Kate, Sneha (Cognizant)" userId="62ca8c89-7698-4ba4-86c5-ae883b79a337" providerId="ADAL" clId="{7A4C4ACE-9990-476E-B24C-7B4B1306C668}" dt="2023-08-10T07:04:17.143" v="1506" actId="1037"/>
          <ac:cxnSpMkLst>
            <pc:docMk/>
            <pc:sldMk cId="1326659287" sldId="728"/>
            <ac:cxnSpMk id="31" creationId="{A1453812-0E02-F6D5-154D-3BC6B62CA73D}"/>
          </ac:cxnSpMkLst>
        </pc:cxnChg>
        <pc:cxnChg chg="add mod">
          <ac:chgData name="Kate, Sneha (Cognizant)" userId="62ca8c89-7698-4ba4-86c5-ae883b79a337" providerId="ADAL" clId="{7A4C4ACE-9990-476E-B24C-7B4B1306C668}" dt="2023-08-10T07:04:17.143" v="1506" actId="1037"/>
          <ac:cxnSpMkLst>
            <pc:docMk/>
            <pc:sldMk cId="1326659287" sldId="728"/>
            <ac:cxnSpMk id="35" creationId="{E1C43D28-D174-366A-5B22-09869F0FC401}"/>
          </ac:cxnSpMkLst>
        </pc:cxnChg>
        <pc:cxnChg chg="add mod">
          <ac:chgData name="Kate, Sneha (Cognizant)" userId="62ca8c89-7698-4ba4-86c5-ae883b79a337" providerId="ADAL" clId="{7A4C4ACE-9990-476E-B24C-7B4B1306C668}" dt="2023-08-10T07:04:17.143" v="1506" actId="1037"/>
          <ac:cxnSpMkLst>
            <pc:docMk/>
            <pc:sldMk cId="1326659287" sldId="728"/>
            <ac:cxnSpMk id="36" creationId="{38051355-B4E9-EB36-3BB3-A23C2D262FB4}"/>
          </ac:cxnSpMkLst>
        </pc:cxnChg>
        <pc:cxnChg chg="add mod">
          <ac:chgData name="Kate, Sneha (Cognizant)" userId="62ca8c89-7698-4ba4-86c5-ae883b79a337" providerId="ADAL" clId="{7A4C4ACE-9990-476E-B24C-7B4B1306C668}" dt="2023-08-10T07:04:17.143" v="1506" actId="1037"/>
          <ac:cxnSpMkLst>
            <pc:docMk/>
            <pc:sldMk cId="1326659287" sldId="728"/>
            <ac:cxnSpMk id="37" creationId="{8ADA859F-63E1-FD29-6683-21426D9F6346}"/>
          </ac:cxnSpMkLst>
        </pc:cxnChg>
        <pc:cxnChg chg="add mod">
          <ac:chgData name="Kate, Sneha (Cognizant)" userId="62ca8c89-7698-4ba4-86c5-ae883b79a337" providerId="ADAL" clId="{7A4C4ACE-9990-476E-B24C-7B4B1306C668}" dt="2023-08-10T07:04:17.143" v="1506" actId="1037"/>
          <ac:cxnSpMkLst>
            <pc:docMk/>
            <pc:sldMk cId="1326659287" sldId="728"/>
            <ac:cxnSpMk id="38" creationId="{0950A9E9-E6EB-746D-46B7-780A83D1D7A4}"/>
          </ac:cxnSpMkLst>
        </pc:cxnChg>
        <pc:cxnChg chg="add mod">
          <ac:chgData name="Kate, Sneha (Cognizant)" userId="62ca8c89-7698-4ba4-86c5-ae883b79a337" providerId="ADAL" clId="{7A4C4ACE-9990-476E-B24C-7B4B1306C668}" dt="2023-08-10T07:04:17.143" v="1506" actId="1037"/>
          <ac:cxnSpMkLst>
            <pc:docMk/>
            <pc:sldMk cId="1326659287" sldId="728"/>
            <ac:cxnSpMk id="39" creationId="{23E64E0D-FE32-C812-BF5F-9B37E11DEF08}"/>
          </ac:cxnSpMkLst>
        </pc:cxnChg>
      </pc:sldChg>
      <pc:sldChg chg="addSp delSp modSp mod">
        <pc:chgData name="Kate, Sneha (Cognizant)" userId="62ca8c89-7698-4ba4-86c5-ae883b79a337" providerId="ADAL" clId="{7A4C4ACE-9990-476E-B24C-7B4B1306C668}" dt="2023-08-10T07:07:09.084" v="1736"/>
        <pc:sldMkLst>
          <pc:docMk/>
          <pc:sldMk cId="4276769821" sldId="729"/>
        </pc:sldMkLst>
        <pc:spChg chg="add del mod">
          <ac:chgData name="Kate, Sneha (Cognizant)" userId="62ca8c89-7698-4ba4-86c5-ae883b79a337" providerId="ADAL" clId="{7A4C4ACE-9990-476E-B24C-7B4B1306C668}" dt="2023-08-10T07:07:01.247" v="1734" actId="20577"/>
          <ac:spMkLst>
            <pc:docMk/>
            <pc:sldMk cId="4276769821" sldId="729"/>
            <ac:spMk id="5" creationId="{7A8B3838-7BD6-DD5F-D50B-A9433F6534F7}"/>
          </ac:spMkLst>
        </pc:spChg>
        <pc:spChg chg="mod">
          <ac:chgData name="Kate, Sneha (Cognizant)" userId="62ca8c89-7698-4ba4-86c5-ae883b79a337" providerId="ADAL" clId="{7A4C4ACE-9990-476E-B24C-7B4B1306C668}" dt="2023-08-10T07:07:09.084" v="1736"/>
          <ac:spMkLst>
            <pc:docMk/>
            <pc:sldMk cId="4276769821" sldId="729"/>
            <ac:spMk id="20" creationId="{4C621679-D8D6-6A92-123F-0B378A52F909}"/>
          </ac:spMkLst>
        </pc:spChg>
        <pc:picChg chg="del">
          <ac:chgData name="Kate, Sneha (Cognizant)" userId="62ca8c89-7698-4ba4-86c5-ae883b79a337" providerId="ADAL" clId="{7A4C4ACE-9990-476E-B24C-7B4B1306C668}" dt="2023-08-10T07:06:36.696" v="1665" actId="478"/>
          <ac:picMkLst>
            <pc:docMk/>
            <pc:sldMk cId="4276769821" sldId="729"/>
            <ac:picMk id="4" creationId="{2321FAEC-F93C-1332-7238-9B1A85EDF9B7}"/>
          </ac:picMkLst>
        </pc:picChg>
      </pc:sldChg>
      <pc:sldChg chg="del">
        <pc:chgData name="Kate, Sneha (Cognizant)" userId="62ca8c89-7698-4ba4-86c5-ae883b79a337" providerId="ADAL" clId="{7A4C4ACE-9990-476E-B24C-7B4B1306C668}" dt="2023-08-10T07:09:14.760" v="1755" actId="47"/>
        <pc:sldMkLst>
          <pc:docMk/>
          <pc:sldMk cId="358433415" sldId="730"/>
        </pc:sldMkLst>
      </pc:sldChg>
      <pc:sldChg chg="del">
        <pc:chgData name="Kate, Sneha (Cognizant)" userId="62ca8c89-7698-4ba4-86c5-ae883b79a337" providerId="ADAL" clId="{7A4C4ACE-9990-476E-B24C-7B4B1306C668}" dt="2023-08-10T07:09:19.530" v="1756" actId="47"/>
        <pc:sldMkLst>
          <pc:docMk/>
          <pc:sldMk cId="108436782" sldId="731"/>
        </pc:sldMkLst>
      </pc:sldChg>
      <pc:sldChg chg="del">
        <pc:chgData name="Kate, Sneha (Cognizant)" userId="62ca8c89-7698-4ba4-86c5-ae883b79a337" providerId="ADAL" clId="{7A4C4ACE-9990-476E-B24C-7B4B1306C668}" dt="2023-08-10T07:09:29.424" v="1757" actId="47"/>
        <pc:sldMkLst>
          <pc:docMk/>
          <pc:sldMk cId="3768108972" sldId="732"/>
        </pc:sldMkLst>
      </pc:sldChg>
      <pc:sldChg chg="del">
        <pc:chgData name="Kate, Sneha (Cognizant)" userId="62ca8c89-7698-4ba4-86c5-ae883b79a337" providerId="ADAL" clId="{7A4C4ACE-9990-476E-B24C-7B4B1306C668}" dt="2023-08-10T07:09:29.424" v="1757" actId="47"/>
        <pc:sldMkLst>
          <pc:docMk/>
          <pc:sldMk cId="265050381" sldId="733"/>
        </pc:sldMkLst>
      </pc:sldChg>
      <pc:sldChg chg="del">
        <pc:chgData name="Kate, Sneha (Cognizant)" userId="62ca8c89-7698-4ba4-86c5-ae883b79a337" providerId="ADAL" clId="{7A4C4ACE-9990-476E-B24C-7B4B1306C668}" dt="2023-08-10T07:09:29.424" v="1757" actId="47"/>
        <pc:sldMkLst>
          <pc:docMk/>
          <pc:sldMk cId="4093084051" sldId="734"/>
        </pc:sldMkLst>
      </pc:sldChg>
      <pc:sldChg chg="del">
        <pc:chgData name="Kate, Sneha (Cognizant)" userId="62ca8c89-7698-4ba4-86c5-ae883b79a337" providerId="ADAL" clId="{7A4C4ACE-9990-476E-B24C-7B4B1306C668}" dt="2023-08-10T07:09:29.424" v="1757" actId="47"/>
        <pc:sldMkLst>
          <pc:docMk/>
          <pc:sldMk cId="2953658819" sldId="735"/>
        </pc:sldMkLst>
      </pc:sldChg>
      <pc:sldChg chg="del">
        <pc:chgData name="Kate, Sneha (Cognizant)" userId="62ca8c89-7698-4ba4-86c5-ae883b79a337" providerId="ADAL" clId="{7A4C4ACE-9990-476E-B24C-7B4B1306C668}" dt="2023-08-10T07:09:29.424" v="1757" actId="47"/>
        <pc:sldMkLst>
          <pc:docMk/>
          <pc:sldMk cId="1136677816" sldId="736"/>
        </pc:sldMkLst>
      </pc:sldChg>
      <pc:sldChg chg="del">
        <pc:chgData name="Kate, Sneha (Cognizant)" userId="62ca8c89-7698-4ba4-86c5-ae883b79a337" providerId="ADAL" clId="{7A4C4ACE-9990-476E-B24C-7B4B1306C668}" dt="2023-08-10T07:09:29.424" v="1757" actId="47"/>
        <pc:sldMkLst>
          <pc:docMk/>
          <pc:sldMk cId="2894825835" sldId="737"/>
        </pc:sldMkLst>
      </pc:sldChg>
      <pc:sldChg chg="del">
        <pc:chgData name="Kate, Sneha (Cognizant)" userId="62ca8c89-7698-4ba4-86c5-ae883b79a337" providerId="ADAL" clId="{7A4C4ACE-9990-476E-B24C-7B4B1306C668}" dt="2023-08-10T07:09:38.871" v="1758" actId="47"/>
        <pc:sldMkLst>
          <pc:docMk/>
          <pc:sldMk cId="2277888862" sldId="738"/>
        </pc:sldMkLst>
      </pc:sldChg>
      <pc:sldChg chg="del">
        <pc:chgData name="Kate, Sneha (Cognizant)" userId="62ca8c89-7698-4ba4-86c5-ae883b79a337" providerId="ADAL" clId="{7A4C4ACE-9990-476E-B24C-7B4B1306C668}" dt="2023-08-10T07:09:38.871" v="1758" actId="47"/>
        <pc:sldMkLst>
          <pc:docMk/>
          <pc:sldMk cId="341653944" sldId="739"/>
        </pc:sldMkLst>
      </pc:sldChg>
      <pc:sldChg chg="del">
        <pc:chgData name="Kate, Sneha (Cognizant)" userId="62ca8c89-7698-4ba4-86c5-ae883b79a337" providerId="ADAL" clId="{7A4C4ACE-9990-476E-B24C-7B4B1306C668}" dt="2023-08-10T07:09:38.871" v="1758" actId="47"/>
        <pc:sldMkLst>
          <pc:docMk/>
          <pc:sldMk cId="3393904705" sldId="740"/>
        </pc:sldMkLst>
      </pc:sldChg>
      <pc:sldChg chg="del">
        <pc:chgData name="Kate, Sneha (Cognizant)" userId="62ca8c89-7698-4ba4-86c5-ae883b79a337" providerId="ADAL" clId="{7A4C4ACE-9990-476E-B24C-7B4B1306C668}" dt="2023-08-10T07:09:38.871" v="1758" actId="47"/>
        <pc:sldMkLst>
          <pc:docMk/>
          <pc:sldMk cId="111200850" sldId="741"/>
        </pc:sldMkLst>
      </pc:sldChg>
      <pc:sldChg chg="del">
        <pc:chgData name="Kate, Sneha (Cognizant)" userId="62ca8c89-7698-4ba4-86c5-ae883b79a337" providerId="ADAL" clId="{7A4C4ACE-9990-476E-B24C-7B4B1306C668}" dt="2023-08-10T07:09:38.871" v="1758" actId="47"/>
        <pc:sldMkLst>
          <pc:docMk/>
          <pc:sldMk cId="2132361171" sldId="742"/>
        </pc:sldMkLst>
      </pc:sldChg>
      <pc:sldChg chg="del">
        <pc:chgData name="Kate, Sneha (Cognizant)" userId="62ca8c89-7698-4ba4-86c5-ae883b79a337" providerId="ADAL" clId="{7A4C4ACE-9990-476E-B24C-7B4B1306C668}" dt="2023-08-10T07:09:38.871" v="1758" actId="47"/>
        <pc:sldMkLst>
          <pc:docMk/>
          <pc:sldMk cId="4057816518" sldId="743"/>
        </pc:sldMkLst>
      </pc:sldChg>
      <pc:sldChg chg="del">
        <pc:chgData name="Kate, Sneha (Cognizant)" userId="62ca8c89-7698-4ba4-86c5-ae883b79a337" providerId="ADAL" clId="{7A4C4ACE-9990-476E-B24C-7B4B1306C668}" dt="2023-08-10T07:09:38.871" v="1758" actId="47"/>
        <pc:sldMkLst>
          <pc:docMk/>
          <pc:sldMk cId="1539651415" sldId="744"/>
        </pc:sldMkLst>
      </pc:sldChg>
      <pc:sldChg chg="modSp mod">
        <pc:chgData name="Kate, Sneha (Cognizant)" userId="62ca8c89-7698-4ba4-86c5-ae883b79a337" providerId="ADAL" clId="{7A4C4ACE-9990-476E-B24C-7B4B1306C668}" dt="2023-08-10T07:15:11.143" v="1921" actId="20577"/>
        <pc:sldMkLst>
          <pc:docMk/>
          <pc:sldMk cId="3108895191" sldId="753"/>
        </pc:sldMkLst>
        <pc:spChg chg="mod">
          <ac:chgData name="Kate, Sneha (Cognizant)" userId="62ca8c89-7698-4ba4-86c5-ae883b79a337" providerId="ADAL" clId="{7A4C4ACE-9990-476E-B24C-7B4B1306C668}" dt="2023-08-10T07:14:58.217" v="1894" actId="12"/>
          <ac:spMkLst>
            <pc:docMk/>
            <pc:sldMk cId="3108895191" sldId="753"/>
            <ac:spMk id="8" creationId="{D05C2CA5-DEA1-3E93-24DC-C0DA712EEAA3}"/>
          </ac:spMkLst>
        </pc:spChg>
        <pc:graphicFrameChg chg="mod">
          <ac:chgData name="Kate, Sneha (Cognizant)" userId="62ca8c89-7698-4ba4-86c5-ae883b79a337" providerId="ADAL" clId="{7A4C4ACE-9990-476E-B24C-7B4B1306C668}" dt="2023-08-10T07:13:59.047" v="1830" actId="20577"/>
          <ac:graphicFrameMkLst>
            <pc:docMk/>
            <pc:sldMk cId="3108895191" sldId="753"/>
            <ac:graphicFrameMk id="5" creationId="{71AF468C-B04E-BD66-2C2E-6A4F0AAA2E2F}"/>
          </ac:graphicFrameMkLst>
        </pc:graphicFrameChg>
        <pc:graphicFrameChg chg="mod">
          <ac:chgData name="Kate, Sneha (Cognizant)" userId="62ca8c89-7698-4ba4-86c5-ae883b79a337" providerId="ADAL" clId="{7A4C4ACE-9990-476E-B24C-7B4B1306C668}" dt="2023-08-10T07:15:11.143" v="1921" actId="20577"/>
          <ac:graphicFrameMkLst>
            <pc:docMk/>
            <pc:sldMk cId="3108895191" sldId="753"/>
            <ac:graphicFrameMk id="6" creationId="{8CA72680-3A46-3D46-A5A0-B399BF375B4E}"/>
          </ac:graphicFrameMkLst>
        </pc:graphicFrameChg>
      </pc:sldChg>
      <pc:sldChg chg="modSp mod">
        <pc:chgData name="Kate, Sneha (Cognizant)" userId="62ca8c89-7698-4ba4-86c5-ae883b79a337" providerId="ADAL" clId="{7A4C4ACE-9990-476E-B24C-7B4B1306C668}" dt="2023-08-10T07:16:25.656" v="1980" actId="12"/>
        <pc:sldMkLst>
          <pc:docMk/>
          <pc:sldMk cId="2587031327" sldId="754"/>
        </pc:sldMkLst>
        <pc:spChg chg="mod">
          <ac:chgData name="Kate, Sneha (Cognizant)" userId="62ca8c89-7698-4ba4-86c5-ae883b79a337" providerId="ADAL" clId="{7A4C4ACE-9990-476E-B24C-7B4B1306C668}" dt="2023-08-10T07:16:25.656" v="1980" actId="12"/>
          <ac:spMkLst>
            <pc:docMk/>
            <pc:sldMk cId="2587031327" sldId="754"/>
            <ac:spMk id="8" creationId="{D05C2CA5-DEA1-3E93-24DC-C0DA712EEAA3}"/>
          </ac:spMkLst>
        </pc:spChg>
        <pc:graphicFrameChg chg="mod">
          <ac:chgData name="Kate, Sneha (Cognizant)" userId="62ca8c89-7698-4ba4-86c5-ae883b79a337" providerId="ADAL" clId="{7A4C4ACE-9990-476E-B24C-7B4B1306C668}" dt="2023-08-10T07:15:54.947" v="1926"/>
          <ac:graphicFrameMkLst>
            <pc:docMk/>
            <pc:sldMk cId="2587031327" sldId="754"/>
            <ac:graphicFrameMk id="5" creationId="{71AF468C-B04E-BD66-2C2E-6A4F0AAA2E2F}"/>
          </ac:graphicFrameMkLst>
        </pc:graphicFrameChg>
        <pc:graphicFrameChg chg="mod">
          <ac:chgData name="Kate, Sneha (Cognizant)" userId="62ca8c89-7698-4ba4-86c5-ae883b79a337" providerId="ADAL" clId="{7A4C4ACE-9990-476E-B24C-7B4B1306C668}" dt="2023-08-10T07:16:21.069" v="1979" actId="20577"/>
          <ac:graphicFrameMkLst>
            <pc:docMk/>
            <pc:sldMk cId="2587031327" sldId="754"/>
            <ac:graphicFrameMk id="6" creationId="{8CA72680-3A46-3D46-A5A0-B399BF375B4E}"/>
          </ac:graphicFrameMkLst>
        </pc:graphicFrameChg>
      </pc:sldChg>
      <pc:sldChg chg="modSp mod">
        <pc:chgData name="Kate, Sneha (Cognizant)" userId="62ca8c89-7698-4ba4-86c5-ae883b79a337" providerId="ADAL" clId="{7A4C4ACE-9990-476E-B24C-7B4B1306C668}" dt="2023-08-10T07:17:03.007" v="1996" actId="5793"/>
        <pc:sldMkLst>
          <pc:docMk/>
          <pc:sldMk cId="2717098297" sldId="755"/>
        </pc:sldMkLst>
        <pc:spChg chg="mod">
          <ac:chgData name="Kate, Sneha (Cognizant)" userId="62ca8c89-7698-4ba4-86c5-ae883b79a337" providerId="ADAL" clId="{7A4C4ACE-9990-476E-B24C-7B4B1306C668}" dt="2023-08-10T07:17:03.007" v="1996" actId="5793"/>
          <ac:spMkLst>
            <pc:docMk/>
            <pc:sldMk cId="2717098297" sldId="755"/>
            <ac:spMk id="8" creationId="{D05C2CA5-DEA1-3E93-24DC-C0DA712EEAA3}"/>
          </ac:spMkLst>
        </pc:spChg>
        <pc:graphicFrameChg chg="mod">
          <ac:chgData name="Kate, Sneha (Cognizant)" userId="62ca8c89-7698-4ba4-86c5-ae883b79a337" providerId="ADAL" clId="{7A4C4ACE-9990-476E-B24C-7B4B1306C668}" dt="2023-08-10T07:16:42.886" v="1982"/>
          <ac:graphicFrameMkLst>
            <pc:docMk/>
            <pc:sldMk cId="2717098297" sldId="755"/>
            <ac:graphicFrameMk id="5" creationId="{71AF468C-B04E-BD66-2C2E-6A4F0AAA2E2F}"/>
          </ac:graphicFrameMkLst>
        </pc:graphicFrameChg>
        <pc:graphicFrameChg chg="mod">
          <ac:chgData name="Kate, Sneha (Cognizant)" userId="62ca8c89-7698-4ba4-86c5-ae883b79a337" providerId="ADAL" clId="{7A4C4ACE-9990-476E-B24C-7B4B1306C668}" dt="2023-08-10T07:16:55.580" v="1986" actId="20577"/>
          <ac:graphicFrameMkLst>
            <pc:docMk/>
            <pc:sldMk cId="2717098297" sldId="755"/>
            <ac:graphicFrameMk id="6" creationId="{8CA72680-3A46-3D46-A5A0-B399BF375B4E}"/>
          </ac:graphicFrameMkLst>
        </pc:graphicFrameChg>
      </pc:sldChg>
      <pc:sldChg chg="addSp delSp modSp add mod">
        <pc:chgData name="Kate, Sneha (Cognizant)" userId="62ca8c89-7698-4ba4-86c5-ae883b79a337" providerId="ADAL" clId="{7A4C4ACE-9990-476E-B24C-7B4B1306C668}" dt="2023-08-10T06:01:11.366" v="167" actId="14100"/>
        <pc:sldMkLst>
          <pc:docMk/>
          <pc:sldMk cId="616084104" sldId="756"/>
        </pc:sldMkLst>
        <pc:spChg chg="mod">
          <ac:chgData name="Kate, Sneha (Cognizant)" userId="62ca8c89-7698-4ba4-86c5-ae883b79a337" providerId="ADAL" clId="{7A4C4ACE-9990-476E-B24C-7B4B1306C668}" dt="2023-08-10T06:00:20.975" v="155" actId="20577"/>
          <ac:spMkLst>
            <pc:docMk/>
            <pc:sldMk cId="616084104" sldId="756"/>
            <ac:spMk id="2" creationId="{00565AA0-9D26-01E4-3E5C-A7CD5FA39082}"/>
          </ac:spMkLst>
        </pc:spChg>
        <pc:spChg chg="mod">
          <ac:chgData name="Kate, Sneha (Cognizant)" userId="62ca8c89-7698-4ba4-86c5-ae883b79a337" providerId="ADAL" clId="{7A4C4ACE-9990-476E-B24C-7B4B1306C668}" dt="2023-08-10T05:59:59.662" v="150" actId="20577"/>
          <ac:spMkLst>
            <pc:docMk/>
            <pc:sldMk cId="616084104" sldId="756"/>
            <ac:spMk id="3" creationId="{F407570A-35E0-C689-8D89-981372F5A85F}"/>
          </ac:spMkLst>
        </pc:spChg>
        <pc:spChg chg="add del mod">
          <ac:chgData name="Kate, Sneha (Cognizant)" userId="62ca8c89-7698-4ba4-86c5-ae883b79a337" providerId="ADAL" clId="{7A4C4ACE-9990-476E-B24C-7B4B1306C668}" dt="2023-08-10T06:00:52.712" v="161" actId="478"/>
          <ac:spMkLst>
            <pc:docMk/>
            <pc:sldMk cId="616084104" sldId="756"/>
            <ac:spMk id="6" creationId="{0459FEF9-6427-5130-51C8-E80D0D22F358}"/>
          </ac:spMkLst>
        </pc:spChg>
        <pc:spChg chg="add del mod">
          <ac:chgData name="Kate, Sneha (Cognizant)" userId="62ca8c89-7698-4ba4-86c5-ae883b79a337" providerId="ADAL" clId="{7A4C4ACE-9990-476E-B24C-7B4B1306C668}" dt="2023-08-10T06:00:57.172" v="162" actId="478"/>
          <ac:spMkLst>
            <pc:docMk/>
            <pc:sldMk cId="616084104" sldId="756"/>
            <ac:spMk id="7" creationId="{C81A52FD-7643-D47D-2372-94286670B230}"/>
          </ac:spMkLst>
        </pc:spChg>
        <pc:spChg chg="add del mod">
          <ac:chgData name="Kate, Sneha (Cognizant)" userId="62ca8c89-7698-4ba4-86c5-ae883b79a337" providerId="ADAL" clId="{7A4C4ACE-9990-476E-B24C-7B4B1306C668}" dt="2023-08-10T06:01:01.384" v="164" actId="478"/>
          <ac:spMkLst>
            <pc:docMk/>
            <pc:sldMk cId="616084104" sldId="756"/>
            <ac:spMk id="8" creationId="{4627C8BB-2864-048D-2451-E1F0447E5E66}"/>
          </ac:spMkLst>
        </pc:spChg>
        <pc:spChg chg="add mod">
          <ac:chgData name="Kate, Sneha (Cognizant)" userId="62ca8c89-7698-4ba4-86c5-ae883b79a337" providerId="ADAL" clId="{7A4C4ACE-9990-476E-B24C-7B4B1306C668}" dt="2023-08-10T06:00:40.806" v="158" actId="20577"/>
          <ac:spMkLst>
            <pc:docMk/>
            <pc:sldMk cId="616084104" sldId="756"/>
            <ac:spMk id="9" creationId="{818E20FB-1004-574E-6D25-2EEE918D1D23}"/>
          </ac:spMkLst>
        </pc:spChg>
        <pc:graphicFrameChg chg="add mod">
          <ac:chgData name="Kate, Sneha (Cognizant)" userId="62ca8c89-7698-4ba4-86c5-ae883b79a337" providerId="ADAL" clId="{7A4C4ACE-9990-476E-B24C-7B4B1306C668}" dt="2023-08-10T06:01:11.366" v="167" actId="14100"/>
          <ac:graphicFrameMkLst>
            <pc:docMk/>
            <pc:sldMk cId="616084104" sldId="756"/>
            <ac:graphicFrameMk id="10" creationId="{F69A4CA8-FDA4-1554-0589-8D210CEF6D2F}"/>
          </ac:graphicFrameMkLst>
        </pc:graphicFrameChg>
      </pc:sldChg>
      <pc:sldChg chg="addSp delSp modSp add mod">
        <pc:chgData name="Kate, Sneha (Cognizant)" userId="62ca8c89-7698-4ba4-86c5-ae883b79a337" providerId="ADAL" clId="{7A4C4ACE-9990-476E-B24C-7B4B1306C668}" dt="2023-08-10T06:45:16.710" v="798" actId="1076"/>
        <pc:sldMkLst>
          <pc:docMk/>
          <pc:sldMk cId="3889725646" sldId="757"/>
        </pc:sldMkLst>
        <pc:spChg chg="mod">
          <ac:chgData name="Kate, Sneha (Cognizant)" userId="62ca8c89-7698-4ba4-86c5-ae883b79a337" providerId="ADAL" clId="{7A4C4ACE-9990-476E-B24C-7B4B1306C668}" dt="2023-08-10T06:44:21.886" v="792" actId="20577"/>
          <ac:spMkLst>
            <pc:docMk/>
            <pc:sldMk cId="3889725646" sldId="757"/>
            <ac:spMk id="3" creationId="{F407570A-35E0-C689-8D89-981372F5A85F}"/>
          </ac:spMkLst>
        </pc:spChg>
        <pc:spChg chg="mod">
          <ac:chgData name="Kate, Sneha (Cognizant)" userId="62ca8c89-7698-4ba4-86c5-ae883b79a337" providerId="ADAL" clId="{7A4C4ACE-9990-476E-B24C-7B4B1306C668}" dt="2023-08-10T06:44:59.896" v="796" actId="113"/>
          <ac:spMkLst>
            <pc:docMk/>
            <pc:sldMk cId="3889725646" sldId="757"/>
            <ac:spMk id="7" creationId="{681ED156-B5D6-EC91-08E4-5546C4AAD04E}"/>
          </ac:spMkLst>
        </pc:spChg>
        <pc:picChg chg="add mod">
          <ac:chgData name="Kate, Sneha (Cognizant)" userId="62ca8c89-7698-4ba4-86c5-ae883b79a337" providerId="ADAL" clId="{7A4C4ACE-9990-476E-B24C-7B4B1306C668}" dt="2023-08-10T06:45:16.710" v="798" actId="1076"/>
          <ac:picMkLst>
            <pc:docMk/>
            <pc:sldMk cId="3889725646" sldId="757"/>
            <ac:picMk id="2" creationId="{E538626A-74EE-AC98-BB3B-27E338832CF8}"/>
          </ac:picMkLst>
        </pc:picChg>
        <pc:picChg chg="del">
          <ac:chgData name="Kate, Sneha (Cognizant)" userId="62ca8c89-7698-4ba4-86c5-ae883b79a337" providerId="ADAL" clId="{7A4C4ACE-9990-476E-B24C-7B4B1306C668}" dt="2023-08-10T06:44:17.947" v="790" actId="478"/>
          <ac:picMkLst>
            <pc:docMk/>
            <pc:sldMk cId="3889725646" sldId="757"/>
            <ac:picMk id="8" creationId="{C370ED29-A066-213D-D839-22A730B5EC01}"/>
          </ac:picMkLst>
        </pc:picChg>
      </pc:sldChg>
      <pc:sldChg chg="addSp delSp modSp add mod">
        <pc:chgData name="Kate, Sneha (Cognizant)" userId="62ca8c89-7698-4ba4-86c5-ae883b79a337" providerId="ADAL" clId="{7A4C4ACE-9990-476E-B24C-7B4B1306C668}" dt="2023-08-10T06:46:08.462" v="822" actId="20577"/>
        <pc:sldMkLst>
          <pc:docMk/>
          <pc:sldMk cId="2412789140" sldId="758"/>
        </pc:sldMkLst>
        <pc:spChg chg="mod">
          <ac:chgData name="Kate, Sneha (Cognizant)" userId="62ca8c89-7698-4ba4-86c5-ae883b79a337" providerId="ADAL" clId="{7A4C4ACE-9990-476E-B24C-7B4B1306C668}" dt="2023-08-10T06:46:08.462" v="822" actId="20577"/>
          <ac:spMkLst>
            <pc:docMk/>
            <pc:sldMk cId="2412789140" sldId="758"/>
            <ac:spMk id="3" creationId="{F407570A-35E0-C689-8D89-981372F5A85F}"/>
          </ac:spMkLst>
        </pc:spChg>
        <pc:spChg chg="mod">
          <ac:chgData name="Kate, Sneha (Cognizant)" userId="62ca8c89-7698-4ba4-86c5-ae883b79a337" providerId="ADAL" clId="{7A4C4ACE-9990-476E-B24C-7B4B1306C668}" dt="2023-08-10T06:45:55.357" v="807" actId="113"/>
          <ac:spMkLst>
            <pc:docMk/>
            <pc:sldMk cId="2412789140" sldId="758"/>
            <ac:spMk id="7" creationId="{681ED156-B5D6-EC91-08E4-5546C4AAD04E}"/>
          </ac:spMkLst>
        </pc:spChg>
        <pc:picChg chg="del">
          <ac:chgData name="Kate, Sneha (Cognizant)" userId="62ca8c89-7698-4ba4-86c5-ae883b79a337" providerId="ADAL" clId="{7A4C4ACE-9990-476E-B24C-7B4B1306C668}" dt="2023-08-10T06:45:26.613" v="800" actId="478"/>
          <ac:picMkLst>
            <pc:docMk/>
            <pc:sldMk cId="2412789140" sldId="758"/>
            <ac:picMk id="2" creationId="{E538626A-74EE-AC98-BB3B-27E338832CF8}"/>
          </ac:picMkLst>
        </pc:picChg>
        <pc:picChg chg="add mod">
          <ac:chgData name="Kate, Sneha (Cognizant)" userId="62ca8c89-7698-4ba4-86c5-ae883b79a337" providerId="ADAL" clId="{7A4C4ACE-9990-476E-B24C-7B4B1306C668}" dt="2023-08-10T06:45:57.603" v="808" actId="1076"/>
          <ac:picMkLst>
            <pc:docMk/>
            <pc:sldMk cId="2412789140" sldId="758"/>
            <ac:picMk id="6" creationId="{C7096A3D-83FD-F7A0-1BBE-8641B26CD1EC}"/>
          </ac:picMkLst>
        </pc:picChg>
      </pc:sldChg>
      <pc:sldChg chg="addSp delSp modSp add mod">
        <pc:chgData name="Kate, Sneha (Cognizant)" userId="62ca8c89-7698-4ba4-86c5-ae883b79a337" providerId="ADAL" clId="{7A4C4ACE-9990-476E-B24C-7B4B1306C668}" dt="2023-08-10T06:46:40.561" v="830"/>
        <pc:sldMkLst>
          <pc:docMk/>
          <pc:sldMk cId="2486039823" sldId="759"/>
        </pc:sldMkLst>
        <pc:spChg chg="mod">
          <ac:chgData name="Kate, Sneha (Cognizant)" userId="62ca8c89-7698-4ba4-86c5-ae883b79a337" providerId="ADAL" clId="{7A4C4ACE-9990-476E-B24C-7B4B1306C668}" dt="2023-08-10T06:46:22.667" v="825" actId="20577"/>
          <ac:spMkLst>
            <pc:docMk/>
            <pc:sldMk cId="2486039823" sldId="759"/>
            <ac:spMk id="3" creationId="{F407570A-35E0-C689-8D89-981372F5A85F}"/>
          </ac:spMkLst>
        </pc:spChg>
        <pc:spChg chg="mod">
          <ac:chgData name="Kate, Sneha (Cognizant)" userId="62ca8c89-7698-4ba4-86c5-ae883b79a337" providerId="ADAL" clId="{7A4C4ACE-9990-476E-B24C-7B4B1306C668}" dt="2023-08-10T06:46:40.561" v="830"/>
          <ac:spMkLst>
            <pc:docMk/>
            <pc:sldMk cId="2486039823" sldId="759"/>
            <ac:spMk id="7" creationId="{681ED156-B5D6-EC91-08E4-5546C4AAD04E}"/>
          </ac:spMkLst>
        </pc:spChg>
        <pc:picChg chg="add mod">
          <ac:chgData name="Kate, Sneha (Cognizant)" userId="62ca8c89-7698-4ba4-86c5-ae883b79a337" providerId="ADAL" clId="{7A4C4ACE-9990-476E-B24C-7B4B1306C668}" dt="2023-08-10T06:46:30.680" v="828" actId="1076"/>
          <ac:picMkLst>
            <pc:docMk/>
            <pc:sldMk cId="2486039823" sldId="759"/>
            <ac:picMk id="2" creationId="{6F0CA62E-D4C8-6E5C-BCC9-6F3B70524C60}"/>
          </ac:picMkLst>
        </pc:picChg>
        <pc:picChg chg="del">
          <ac:chgData name="Kate, Sneha (Cognizant)" userId="62ca8c89-7698-4ba4-86c5-ae883b79a337" providerId="ADAL" clId="{7A4C4ACE-9990-476E-B24C-7B4B1306C668}" dt="2023-08-10T06:46:24.952" v="826" actId="478"/>
          <ac:picMkLst>
            <pc:docMk/>
            <pc:sldMk cId="2486039823" sldId="759"/>
            <ac:picMk id="6" creationId="{C7096A3D-83FD-F7A0-1BBE-8641B26CD1EC}"/>
          </ac:picMkLst>
        </pc:picChg>
      </pc:sldChg>
      <pc:sldChg chg="addSp delSp modSp add mod">
        <pc:chgData name="Kate, Sneha (Cognizant)" userId="62ca8c89-7698-4ba4-86c5-ae883b79a337" providerId="ADAL" clId="{7A4C4ACE-9990-476E-B24C-7B4B1306C668}" dt="2023-08-10T06:47:15.613" v="838"/>
        <pc:sldMkLst>
          <pc:docMk/>
          <pc:sldMk cId="2423132432" sldId="760"/>
        </pc:sldMkLst>
        <pc:spChg chg="mod">
          <ac:chgData name="Kate, Sneha (Cognizant)" userId="62ca8c89-7698-4ba4-86c5-ae883b79a337" providerId="ADAL" clId="{7A4C4ACE-9990-476E-B24C-7B4B1306C668}" dt="2023-08-10T06:46:55.956" v="833" actId="20577"/>
          <ac:spMkLst>
            <pc:docMk/>
            <pc:sldMk cId="2423132432" sldId="760"/>
            <ac:spMk id="3" creationId="{F407570A-35E0-C689-8D89-981372F5A85F}"/>
          </ac:spMkLst>
        </pc:spChg>
        <pc:spChg chg="mod">
          <ac:chgData name="Kate, Sneha (Cognizant)" userId="62ca8c89-7698-4ba4-86c5-ae883b79a337" providerId="ADAL" clId="{7A4C4ACE-9990-476E-B24C-7B4B1306C668}" dt="2023-08-10T06:47:15.613" v="838"/>
          <ac:spMkLst>
            <pc:docMk/>
            <pc:sldMk cId="2423132432" sldId="760"/>
            <ac:spMk id="7" creationId="{681ED156-B5D6-EC91-08E4-5546C4AAD04E}"/>
          </ac:spMkLst>
        </pc:spChg>
        <pc:picChg chg="del">
          <ac:chgData name="Kate, Sneha (Cognizant)" userId="62ca8c89-7698-4ba4-86c5-ae883b79a337" providerId="ADAL" clId="{7A4C4ACE-9990-476E-B24C-7B4B1306C668}" dt="2023-08-10T06:46:58.249" v="834" actId="478"/>
          <ac:picMkLst>
            <pc:docMk/>
            <pc:sldMk cId="2423132432" sldId="760"/>
            <ac:picMk id="2" creationId="{6F0CA62E-D4C8-6E5C-BCC9-6F3B70524C60}"/>
          </ac:picMkLst>
        </pc:picChg>
        <pc:picChg chg="add mod">
          <ac:chgData name="Kate, Sneha (Cognizant)" userId="62ca8c89-7698-4ba4-86c5-ae883b79a337" providerId="ADAL" clId="{7A4C4ACE-9990-476E-B24C-7B4B1306C668}" dt="2023-08-10T06:47:05.262" v="836" actId="1076"/>
          <ac:picMkLst>
            <pc:docMk/>
            <pc:sldMk cId="2423132432" sldId="760"/>
            <ac:picMk id="6" creationId="{9F135D8E-4089-3272-7237-E8F0EAA21D68}"/>
          </ac:picMkLst>
        </pc:picChg>
      </pc:sldChg>
      <pc:sldChg chg="addSp delSp modSp add mod">
        <pc:chgData name="Kate, Sneha (Cognizant)" userId="62ca8c89-7698-4ba4-86c5-ae883b79a337" providerId="ADAL" clId="{7A4C4ACE-9990-476E-B24C-7B4B1306C668}" dt="2023-08-10T06:47:56.369" v="848" actId="14100"/>
        <pc:sldMkLst>
          <pc:docMk/>
          <pc:sldMk cId="2126118972" sldId="761"/>
        </pc:sldMkLst>
        <pc:spChg chg="mod">
          <ac:chgData name="Kate, Sneha (Cognizant)" userId="62ca8c89-7698-4ba4-86c5-ae883b79a337" providerId="ADAL" clId="{7A4C4ACE-9990-476E-B24C-7B4B1306C668}" dt="2023-08-10T06:47:36.270" v="842" actId="20577"/>
          <ac:spMkLst>
            <pc:docMk/>
            <pc:sldMk cId="2126118972" sldId="761"/>
            <ac:spMk id="3" creationId="{F407570A-35E0-C689-8D89-981372F5A85F}"/>
          </ac:spMkLst>
        </pc:spChg>
        <pc:spChg chg="mod">
          <ac:chgData name="Kate, Sneha (Cognizant)" userId="62ca8c89-7698-4ba4-86c5-ae883b79a337" providerId="ADAL" clId="{7A4C4ACE-9990-476E-B24C-7B4B1306C668}" dt="2023-08-10T06:47:45.208" v="844"/>
          <ac:spMkLst>
            <pc:docMk/>
            <pc:sldMk cId="2126118972" sldId="761"/>
            <ac:spMk id="7" creationId="{681ED156-B5D6-EC91-08E4-5546C4AAD04E}"/>
          </ac:spMkLst>
        </pc:spChg>
        <pc:picChg chg="add mod">
          <ac:chgData name="Kate, Sneha (Cognizant)" userId="62ca8c89-7698-4ba4-86c5-ae883b79a337" providerId="ADAL" clId="{7A4C4ACE-9990-476E-B24C-7B4B1306C668}" dt="2023-08-10T06:47:56.369" v="848" actId="14100"/>
          <ac:picMkLst>
            <pc:docMk/>
            <pc:sldMk cId="2126118972" sldId="761"/>
            <ac:picMk id="2" creationId="{61F08745-71C6-2EF4-F42A-EF615CC5DEC7}"/>
          </ac:picMkLst>
        </pc:picChg>
        <pc:picChg chg="del">
          <ac:chgData name="Kate, Sneha (Cognizant)" userId="62ca8c89-7698-4ba4-86c5-ae883b79a337" providerId="ADAL" clId="{7A4C4ACE-9990-476E-B24C-7B4B1306C668}" dt="2023-08-10T06:47:32.226" v="840" actId="478"/>
          <ac:picMkLst>
            <pc:docMk/>
            <pc:sldMk cId="2126118972" sldId="761"/>
            <ac:picMk id="6" creationId="{9F135D8E-4089-3272-7237-E8F0EAA21D68}"/>
          </ac:picMkLst>
        </pc:picChg>
      </pc:sldChg>
      <pc:sldChg chg="addSp delSp modSp add mod">
        <pc:chgData name="Kate, Sneha (Cognizant)" userId="62ca8c89-7698-4ba4-86c5-ae883b79a337" providerId="ADAL" clId="{7A4C4ACE-9990-476E-B24C-7B4B1306C668}" dt="2023-08-10T06:48:34.729" v="857" actId="1076"/>
        <pc:sldMkLst>
          <pc:docMk/>
          <pc:sldMk cId="1441981197" sldId="762"/>
        </pc:sldMkLst>
        <pc:spChg chg="mod">
          <ac:chgData name="Kate, Sneha (Cognizant)" userId="62ca8c89-7698-4ba4-86c5-ae883b79a337" providerId="ADAL" clId="{7A4C4ACE-9990-476E-B24C-7B4B1306C668}" dt="2023-08-10T06:48:21.072" v="854" actId="20577"/>
          <ac:spMkLst>
            <pc:docMk/>
            <pc:sldMk cId="1441981197" sldId="762"/>
            <ac:spMk id="3" creationId="{F407570A-35E0-C689-8D89-981372F5A85F}"/>
          </ac:spMkLst>
        </pc:spChg>
        <pc:spChg chg="mod">
          <ac:chgData name="Kate, Sneha (Cognizant)" userId="62ca8c89-7698-4ba4-86c5-ae883b79a337" providerId="ADAL" clId="{7A4C4ACE-9990-476E-B24C-7B4B1306C668}" dt="2023-08-10T06:48:31.522" v="856"/>
          <ac:spMkLst>
            <pc:docMk/>
            <pc:sldMk cId="1441981197" sldId="762"/>
            <ac:spMk id="7" creationId="{681ED156-B5D6-EC91-08E4-5546C4AAD04E}"/>
          </ac:spMkLst>
        </pc:spChg>
        <pc:picChg chg="del">
          <ac:chgData name="Kate, Sneha (Cognizant)" userId="62ca8c89-7698-4ba4-86c5-ae883b79a337" providerId="ADAL" clId="{7A4C4ACE-9990-476E-B24C-7B4B1306C668}" dt="2023-08-10T06:48:11.258" v="850" actId="478"/>
          <ac:picMkLst>
            <pc:docMk/>
            <pc:sldMk cId="1441981197" sldId="762"/>
            <ac:picMk id="2" creationId="{61F08745-71C6-2EF4-F42A-EF615CC5DEC7}"/>
          </ac:picMkLst>
        </pc:picChg>
        <pc:picChg chg="add mod">
          <ac:chgData name="Kate, Sneha (Cognizant)" userId="62ca8c89-7698-4ba4-86c5-ae883b79a337" providerId="ADAL" clId="{7A4C4ACE-9990-476E-B24C-7B4B1306C668}" dt="2023-08-10T06:48:34.729" v="857" actId="1076"/>
          <ac:picMkLst>
            <pc:docMk/>
            <pc:sldMk cId="1441981197" sldId="762"/>
            <ac:picMk id="6" creationId="{2336F15B-8E4B-5B48-AB73-6A4AFA574EBC}"/>
          </ac:picMkLst>
        </pc:picChg>
      </pc:sldChg>
      <pc:sldChg chg="addSp delSp modSp add mod">
        <pc:chgData name="Kate, Sneha (Cognizant)" userId="62ca8c89-7698-4ba4-86c5-ae883b79a337" providerId="ADAL" clId="{7A4C4ACE-9990-476E-B24C-7B4B1306C668}" dt="2023-08-10T06:49:16.797" v="866" actId="14100"/>
        <pc:sldMkLst>
          <pc:docMk/>
          <pc:sldMk cId="434540910" sldId="763"/>
        </pc:sldMkLst>
        <pc:spChg chg="mod">
          <ac:chgData name="Kate, Sneha (Cognizant)" userId="62ca8c89-7698-4ba4-86c5-ae883b79a337" providerId="ADAL" clId="{7A4C4ACE-9990-476E-B24C-7B4B1306C668}" dt="2023-08-10T06:49:01.462" v="863" actId="20577"/>
          <ac:spMkLst>
            <pc:docMk/>
            <pc:sldMk cId="434540910" sldId="763"/>
            <ac:spMk id="3" creationId="{F407570A-35E0-C689-8D89-981372F5A85F}"/>
          </ac:spMkLst>
        </pc:spChg>
        <pc:spChg chg="mod">
          <ac:chgData name="Kate, Sneha (Cognizant)" userId="62ca8c89-7698-4ba4-86c5-ae883b79a337" providerId="ADAL" clId="{7A4C4ACE-9990-476E-B24C-7B4B1306C668}" dt="2023-08-10T06:49:11.675" v="865"/>
          <ac:spMkLst>
            <pc:docMk/>
            <pc:sldMk cId="434540910" sldId="763"/>
            <ac:spMk id="7" creationId="{681ED156-B5D6-EC91-08E4-5546C4AAD04E}"/>
          </ac:spMkLst>
        </pc:spChg>
        <pc:picChg chg="add mod">
          <ac:chgData name="Kate, Sneha (Cognizant)" userId="62ca8c89-7698-4ba4-86c5-ae883b79a337" providerId="ADAL" clId="{7A4C4ACE-9990-476E-B24C-7B4B1306C668}" dt="2023-08-10T06:49:16.797" v="866" actId="14100"/>
          <ac:picMkLst>
            <pc:docMk/>
            <pc:sldMk cId="434540910" sldId="763"/>
            <ac:picMk id="2" creationId="{E1987B47-5E1A-1E27-1EA1-FE4D5AC47F78}"/>
          </ac:picMkLst>
        </pc:picChg>
        <pc:picChg chg="del">
          <ac:chgData name="Kate, Sneha (Cognizant)" userId="62ca8c89-7698-4ba4-86c5-ae883b79a337" providerId="ADAL" clId="{7A4C4ACE-9990-476E-B24C-7B4B1306C668}" dt="2023-08-10T06:48:47.211" v="859" actId="478"/>
          <ac:picMkLst>
            <pc:docMk/>
            <pc:sldMk cId="434540910" sldId="763"/>
            <ac:picMk id="6" creationId="{2336F15B-8E4B-5B48-AB73-6A4AFA574EBC}"/>
          </ac:picMkLst>
        </pc:picChg>
      </pc:sldChg>
      <pc:sldChg chg="addSp delSp modSp add mod">
        <pc:chgData name="Kate, Sneha (Cognizant)" userId="62ca8c89-7698-4ba4-86c5-ae883b79a337" providerId="ADAL" clId="{7A4C4ACE-9990-476E-B24C-7B4B1306C668}" dt="2023-08-10T06:49:54.391" v="878" actId="1076"/>
        <pc:sldMkLst>
          <pc:docMk/>
          <pc:sldMk cId="1941744817" sldId="764"/>
        </pc:sldMkLst>
        <pc:spChg chg="mod">
          <ac:chgData name="Kate, Sneha (Cognizant)" userId="62ca8c89-7698-4ba4-86c5-ae883b79a337" providerId="ADAL" clId="{7A4C4ACE-9990-476E-B24C-7B4B1306C668}" dt="2023-08-10T06:49:32.381" v="869" actId="20577"/>
          <ac:spMkLst>
            <pc:docMk/>
            <pc:sldMk cId="1941744817" sldId="764"/>
            <ac:spMk id="3" creationId="{F407570A-35E0-C689-8D89-981372F5A85F}"/>
          </ac:spMkLst>
        </pc:spChg>
        <pc:spChg chg="del mod">
          <ac:chgData name="Kate, Sneha (Cognizant)" userId="62ca8c89-7698-4ba4-86c5-ae883b79a337" providerId="ADAL" clId="{7A4C4ACE-9990-476E-B24C-7B4B1306C668}" dt="2023-08-10T06:49:37.075" v="873"/>
          <ac:spMkLst>
            <pc:docMk/>
            <pc:sldMk cId="1941744817" sldId="764"/>
            <ac:spMk id="7" creationId="{681ED156-B5D6-EC91-08E4-5546C4AAD04E}"/>
          </ac:spMkLst>
        </pc:spChg>
        <pc:spChg chg="add mod">
          <ac:chgData name="Kate, Sneha (Cognizant)" userId="62ca8c89-7698-4ba4-86c5-ae883b79a337" providerId="ADAL" clId="{7A4C4ACE-9990-476E-B24C-7B4B1306C668}" dt="2023-08-10T06:49:50.741" v="877" actId="14100"/>
          <ac:spMkLst>
            <pc:docMk/>
            <pc:sldMk cId="1941744817" sldId="764"/>
            <ac:spMk id="9" creationId="{62A26644-8E8A-078A-BBDF-893F81866F04}"/>
          </ac:spMkLst>
        </pc:spChg>
        <pc:picChg chg="del">
          <ac:chgData name="Kate, Sneha (Cognizant)" userId="62ca8c89-7698-4ba4-86c5-ae883b79a337" providerId="ADAL" clId="{7A4C4ACE-9990-476E-B24C-7B4B1306C668}" dt="2023-08-10T06:49:37.075" v="871" actId="478"/>
          <ac:picMkLst>
            <pc:docMk/>
            <pc:sldMk cId="1941744817" sldId="764"/>
            <ac:picMk id="2" creationId="{E1987B47-5E1A-1E27-1EA1-FE4D5AC47F78}"/>
          </ac:picMkLst>
        </pc:picChg>
        <pc:picChg chg="add mod">
          <ac:chgData name="Kate, Sneha (Cognizant)" userId="62ca8c89-7698-4ba4-86c5-ae883b79a337" providerId="ADAL" clId="{7A4C4ACE-9990-476E-B24C-7B4B1306C668}" dt="2023-08-10T06:49:54.391" v="878" actId="1076"/>
          <ac:picMkLst>
            <pc:docMk/>
            <pc:sldMk cId="1941744817" sldId="764"/>
            <ac:picMk id="6" creationId="{A1C09AF0-C39F-3552-ACAA-A8997E940C3C}"/>
          </ac:picMkLst>
        </pc:picChg>
      </pc:sldChg>
      <pc:sldChg chg="addSp delSp modSp add mod">
        <pc:chgData name="Kate, Sneha (Cognizant)" userId="62ca8c89-7698-4ba4-86c5-ae883b79a337" providerId="ADAL" clId="{7A4C4ACE-9990-476E-B24C-7B4B1306C668}" dt="2023-08-10T06:50:41.777" v="924" actId="14100"/>
        <pc:sldMkLst>
          <pc:docMk/>
          <pc:sldMk cId="781372241" sldId="765"/>
        </pc:sldMkLst>
        <pc:spChg chg="mod">
          <ac:chgData name="Kate, Sneha (Cognizant)" userId="62ca8c89-7698-4ba4-86c5-ae883b79a337" providerId="ADAL" clId="{7A4C4ACE-9990-476E-B24C-7B4B1306C668}" dt="2023-08-10T06:50:28.791" v="920" actId="20577"/>
          <ac:spMkLst>
            <pc:docMk/>
            <pc:sldMk cId="781372241" sldId="765"/>
            <ac:spMk id="3" creationId="{F407570A-35E0-C689-8D89-981372F5A85F}"/>
          </ac:spMkLst>
        </pc:spChg>
        <pc:spChg chg="mod">
          <ac:chgData name="Kate, Sneha (Cognizant)" userId="62ca8c89-7698-4ba4-86c5-ae883b79a337" providerId="ADAL" clId="{7A4C4ACE-9990-476E-B24C-7B4B1306C668}" dt="2023-08-10T06:50:41.777" v="924" actId="14100"/>
          <ac:spMkLst>
            <pc:docMk/>
            <pc:sldMk cId="781372241" sldId="765"/>
            <ac:spMk id="9" creationId="{62A26644-8E8A-078A-BBDF-893F81866F04}"/>
          </ac:spMkLst>
        </pc:spChg>
        <pc:graphicFrameChg chg="add del mod modGraphic">
          <ac:chgData name="Kate, Sneha (Cognizant)" userId="62ca8c89-7698-4ba4-86c5-ae883b79a337" providerId="ADAL" clId="{7A4C4ACE-9990-476E-B24C-7B4B1306C668}" dt="2023-08-10T06:50:08.332" v="882" actId="478"/>
          <ac:graphicFrameMkLst>
            <pc:docMk/>
            <pc:sldMk cId="781372241" sldId="765"/>
            <ac:graphicFrameMk id="7" creationId="{760AFEEF-A161-AB3E-2912-E16777E2472C}"/>
          </ac:graphicFrameMkLst>
        </pc:graphicFrameChg>
        <pc:picChg chg="del">
          <ac:chgData name="Kate, Sneha (Cognizant)" userId="62ca8c89-7698-4ba4-86c5-ae883b79a337" providerId="ADAL" clId="{7A4C4ACE-9990-476E-B24C-7B4B1306C668}" dt="2023-08-10T06:50:10.648" v="883" actId="478"/>
          <ac:picMkLst>
            <pc:docMk/>
            <pc:sldMk cId="781372241" sldId="765"/>
            <ac:picMk id="6" creationId="{A1C09AF0-C39F-3552-ACAA-A8997E940C3C}"/>
          </ac:picMkLst>
        </pc:picChg>
      </pc:sldChg>
      <pc:sldChg chg="delSp modSp add mod">
        <pc:chgData name="Kate, Sneha (Cognizant)" userId="62ca8c89-7698-4ba4-86c5-ae883b79a337" providerId="ADAL" clId="{7A4C4ACE-9990-476E-B24C-7B4B1306C668}" dt="2023-08-10T06:53:30.004" v="1069"/>
        <pc:sldMkLst>
          <pc:docMk/>
          <pc:sldMk cId="4058061987" sldId="766"/>
        </pc:sldMkLst>
        <pc:spChg chg="mod">
          <ac:chgData name="Kate, Sneha (Cognizant)" userId="62ca8c89-7698-4ba4-86c5-ae883b79a337" providerId="ADAL" clId="{7A4C4ACE-9990-476E-B24C-7B4B1306C668}" dt="2023-08-10T06:53:20.649" v="1067" actId="20577"/>
          <ac:spMkLst>
            <pc:docMk/>
            <pc:sldMk cId="4058061987" sldId="766"/>
            <ac:spMk id="3" creationId="{F407570A-35E0-C689-8D89-981372F5A85F}"/>
          </ac:spMkLst>
        </pc:spChg>
        <pc:spChg chg="mod">
          <ac:chgData name="Kate, Sneha (Cognizant)" userId="62ca8c89-7698-4ba4-86c5-ae883b79a337" providerId="ADAL" clId="{7A4C4ACE-9990-476E-B24C-7B4B1306C668}" dt="2023-08-10T06:53:30.004" v="1069"/>
          <ac:spMkLst>
            <pc:docMk/>
            <pc:sldMk cId="4058061987" sldId="766"/>
            <ac:spMk id="7" creationId="{C7649902-FA48-3FD9-EB54-7A8913BA1C4F}"/>
          </ac:spMkLst>
        </pc:spChg>
        <pc:spChg chg="del mod">
          <ac:chgData name="Kate, Sneha (Cognizant)" userId="62ca8c89-7698-4ba4-86c5-ae883b79a337" providerId="ADAL" clId="{7A4C4ACE-9990-476E-B24C-7B4B1306C668}" dt="2023-08-10T06:53:17.741" v="1065" actId="478"/>
          <ac:spMkLst>
            <pc:docMk/>
            <pc:sldMk cId="4058061987" sldId="766"/>
            <ac:spMk id="9" creationId="{A37B8A85-468C-D2D2-E042-E5846B7D3FFA}"/>
          </ac:spMkLst>
        </pc:spChg>
      </pc:sldChg>
      <pc:sldChg chg="addSp modSp add mod">
        <pc:chgData name="Kate, Sneha (Cognizant)" userId="62ca8c89-7698-4ba4-86c5-ae883b79a337" providerId="ADAL" clId="{7A4C4ACE-9990-476E-B24C-7B4B1306C668}" dt="2023-08-10T06:54:17.224" v="1078" actId="14100"/>
        <pc:sldMkLst>
          <pc:docMk/>
          <pc:sldMk cId="4229284493" sldId="767"/>
        </pc:sldMkLst>
        <pc:spChg chg="mod">
          <ac:chgData name="Kate, Sneha (Cognizant)" userId="62ca8c89-7698-4ba4-86c5-ae883b79a337" providerId="ADAL" clId="{7A4C4ACE-9990-476E-B24C-7B4B1306C668}" dt="2023-08-10T06:53:46.719" v="1072" actId="20577"/>
          <ac:spMkLst>
            <pc:docMk/>
            <pc:sldMk cId="4229284493" sldId="767"/>
            <ac:spMk id="3" creationId="{F407570A-35E0-C689-8D89-981372F5A85F}"/>
          </ac:spMkLst>
        </pc:spChg>
        <pc:spChg chg="mod">
          <ac:chgData name="Kate, Sneha (Cognizant)" userId="62ca8c89-7698-4ba4-86c5-ae883b79a337" providerId="ADAL" clId="{7A4C4ACE-9990-476E-B24C-7B4B1306C668}" dt="2023-08-10T06:53:55.934" v="1074"/>
          <ac:spMkLst>
            <pc:docMk/>
            <pc:sldMk cId="4229284493" sldId="767"/>
            <ac:spMk id="7" creationId="{C7649902-FA48-3FD9-EB54-7A8913BA1C4F}"/>
          </ac:spMkLst>
        </pc:spChg>
        <pc:graphicFrameChg chg="add mod">
          <ac:chgData name="Kate, Sneha (Cognizant)" userId="62ca8c89-7698-4ba4-86c5-ae883b79a337" providerId="ADAL" clId="{7A4C4ACE-9990-476E-B24C-7B4B1306C668}" dt="2023-08-10T06:54:17.224" v="1078" actId="14100"/>
          <ac:graphicFrameMkLst>
            <pc:docMk/>
            <pc:sldMk cId="4229284493" sldId="767"/>
            <ac:graphicFrameMk id="2" creationId="{80C99932-D1B2-10AC-0DE9-7210FBF7F8DE}"/>
          </ac:graphicFrameMkLst>
        </pc:graphicFrameChg>
      </pc:sldChg>
      <pc:sldChg chg="delSp modSp add mod">
        <pc:chgData name="Kate, Sneha (Cognizant)" userId="62ca8c89-7698-4ba4-86c5-ae883b79a337" providerId="ADAL" clId="{7A4C4ACE-9990-476E-B24C-7B4B1306C668}" dt="2023-08-10T06:55:27.559" v="1092"/>
        <pc:sldMkLst>
          <pc:docMk/>
          <pc:sldMk cId="816076658" sldId="768"/>
        </pc:sldMkLst>
        <pc:spChg chg="mod">
          <ac:chgData name="Kate, Sneha (Cognizant)" userId="62ca8c89-7698-4ba4-86c5-ae883b79a337" providerId="ADAL" clId="{7A4C4ACE-9990-476E-B24C-7B4B1306C668}" dt="2023-08-10T06:55:05.575" v="1087" actId="20577"/>
          <ac:spMkLst>
            <pc:docMk/>
            <pc:sldMk cId="816076658" sldId="768"/>
            <ac:spMk id="3" creationId="{F407570A-35E0-C689-8D89-981372F5A85F}"/>
          </ac:spMkLst>
        </pc:spChg>
        <pc:spChg chg="mod">
          <ac:chgData name="Kate, Sneha (Cognizant)" userId="62ca8c89-7698-4ba4-86c5-ae883b79a337" providerId="ADAL" clId="{7A4C4ACE-9990-476E-B24C-7B4B1306C668}" dt="2023-08-10T06:55:27.559" v="1092"/>
          <ac:spMkLst>
            <pc:docMk/>
            <pc:sldMk cId="816076658" sldId="768"/>
            <ac:spMk id="7" creationId="{C7649902-FA48-3FD9-EB54-7A8913BA1C4F}"/>
          </ac:spMkLst>
        </pc:spChg>
        <pc:graphicFrameChg chg="del">
          <ac:chgData name="Kate, Sneha (Cognizant)" userId="62ca8c89-7698-4ba4-86c5-ae883b79a337" providerId="ADAL" clId="{7A4C4ACE-9990-476E-B24C-7B4B1306C668}" dt="2023-08-10T06:54:46.841" v="1082" actId="478"/>
          <ac:graphicFrameMkLst>
            <pc:docMk/>
            <pc:sldMk cId="816076658" sldId="768"/>
            <ac:graphicFrameMk id="2" creationId="{80C99932-D1B2-10AC-0DE9-7210FBF7F8DE}"/>
          </ac:graphicFrameMkLst>
        </pc:graphicFrameChg>
      </pc:sldChg>
      <pc:sldChg chg="add ord">
        <pc:chgData name="Kate, Sneha (Cognizant)" userId="62ca8c89-7698-4ba4-86c5-ae883b79a337" providerId="ADAL" clId="{7A4C4ACE-9990-476E-B24C-7B4B1306C668}" dt="2023-08-10T06:55:41.544" v="1094"/>
        <pc:sldMkLst>
          <pc:docMk/>
          <pc:sldMk cId="1586843756" sldId="769"/>
        </pc:sldMkLst>
      </pc:sldChg>
      <pc:sldChg chg="modSp add mod">
        <pc:chgData name="Kate, Sneha (Cognizant)" userId="62ca8c89-7698-4ba4-86c5-ae883b79a337" providerId="ADAL" clId="{7A4C4ACE-9990-476E-B24C-7B4B1306C668}" dt="2023-08-10T06:56:05.109" v="1099"/>
        <pc:sldMkLst>
          <pc:docMk/>
          <pc:sldMk cId="1107036516" sldId="770"/>
        </pc:sldMkLst>
        <pc:spChg chg="mod">
          <ac:chgData name="Kate, Sneha (Cognizant)" userId="62ca8c89-7698-4ba4-86c5-ae883b79a337" providerId="ADAL" clId="{7A4C4ACE-9990-476E-B24C-7B4B1306C668}" dt="2023-08-10T06:55:54.838" v="1097" actId="20577"/>
          <ac:spMkLst>
            <pc:docMk/>
            <pc:sldMk cId="1107036516" sldId="770"/>
            <ac:spMk id="3" creationId="{F407570A-35E0-C689-8D89-981372F5A85F}"/>
          </ac:spMkLst>
        </pc:spChg>
        <pc:spChg chg="mod">
          <ac:chgData name="Kate, Sneha (Cognizant)" userId="62ca8c89-7698-4ba4-86c5-ae883b79a337" providerId="ADAL" clId="{7A4C4ACE-9990-476E-B24C-7B4B1306C668}" dt="2023-08-10T06:56:05.109" v="1099"/>
          <ac:spMkLst>
            <pc:docMk/>
            <pc:sldMk cId="1107036516" sldId="770"/>
            <ac:spMk id="7" creationId="{C7649902-FA48-3FD9-EB54-7A8913BA1C4F}"/>
          </ac:spMkLst>
        </pc:spChg>
      </pc:sldChg>
      <pc:sldChg chg="modSp add mod">
        <pc:chgData name="Kate, Sneha (Cognizant)" userId="62ca8c89-7698-4ba4-86c5-ae883b79a337" providerId="ADAL" clId="{7A4C4ACE-9990-476E-B24C-7B4B1306C668}" dt="2023-08-10T06:56:32.022" v="1104"/>
        <pc:sldMkLst>
          <pc:docMk/>
          <pc:sldMk cId="4090433476" sldId="771"/>
        </pc:sldMkLst>
        <pc:spChg chg="mod">
          <ac:chgData name="Kate, Sneha (Cognizant)" userId="62ca8c89-7698-4ba4-86c5-ae883b79a337" providerId="ADAL" clId="{7A4C4ACE-9990-476E-B24C-7B4B1306C668}" dt="2023-08-10T06:56:21.350" v="1102" actId="20577"/>
          <ac:spMkLst>
            <pc:docMk/>
            <pc:sldMk cId="4090433476" sldId="771"/>
            <ac:spMk id="3" creationId="{F407570A-35E0-C689-8D89-981372F5A85F}"/>
          </ac:spMkLst>
        </pc:spChg>
        <pc:spChg chg="mod">
          <ac:chgData name="Kate, Sneha (Cognizant)" userId="62ca8c89-7698-4ba4-86c5-ae883b79a337" providerId="ADAL" clId="{7A4C4ACE-9990-476E-B24C-7B4B1306C668}" dt="2023-08-10T06:56:32.022" v="1104"/>
          <ac:spMkLst>
            <pc:docMk/>
            <pc:sldMk cId="4090433476" sldId="771"/>
            <ac:spMk id="7" creationId="{C7649902-FA48-3FD9-EB54-7A8913BA1C4F}"/>
          </ac:spMkLst>
        </pc:spChg>
      </pc:sldChg>
      <pc:sldChg chg="modSp add mod">
        <pc:chgData name="Kate, Sneha (Cognizant)" userId="62ca8c89-7698-4ba4-86c5-ae883b79a337" providerId="ADAL" clId="{7A4C4ACE-9990-476E-B24C-7B4B1306C668}" dt="2023-08-10T06:56:56.917" v="1109"/>
        <pc:sldMkLst>
          <pc:docMk/>
          <pc:sldMk cId="1513892414" sldId="772"/>
        </pc:sldMkLst>
        <pc:spChg chg="mod">
          <ac:chgData name="Kate, Sneha (Cognizant)" userId="62ca8c89-7698-4ba4-86c5-ae883b79a337" providerId="ADAL" clId="{7A4C4ACE-9990-476E-B24C-7B4B1306C668}" dt="2023-08-10T06:56:48.841" v="1107" actId="20577"/>
          <ac:spMkLst>
            <pc:docMk/>
            <pc:sldMk cId="1513892414" sldId="772"/>
            <ac:spMk id="3" creationId="{F407570A-35E0-C689-8D89-981372F5A85F}"/>
          </ac:spMkLst>
        </pc:spChg>
        <pc:spChg chg="mod">
          <ac:chgData name="Kate, Sneha (Cognizant)" userId="62ca8c89-7698-4ba4-86c5-ae883b79a337" providerId="ADAL" clId="{7A4C4ACE-9990-476E-B24C-7B4B1306C668}" dt="2023-08-10T06:56:56.917" v="1109"/>
          <ac:spMkLst>
            <pc:docMk/>
            <pc:sldMk cId="1513892414" sldId="772"/>
            <ac:spMk id="7" creationId="{C7649902-FA48-3FD9-EB54-7A8913BA1C4F}"/>
          </ac:spMkLst>
        </pc:spChg>
      </pc:sldChg>
      <pc:sldChg chg="modSp add mod ord">
        <pc:chgData name="Kate, Sneha (Cognizant)" userId="62ca8c89-7698-4ba4-86c5-ae883b79a337" providerId="ADAL" clId="{7A4C4ACE-9990-476E-B24C-7B4B1306C668}" dt="2023-08-10T07:00:04.031" v="1334" actId="20577"/>
        <pc:sldMkLst>
          <pc:docMk/>
          <pc:sldMk cId="2505651008" sldId="773"/>
        </pc:sldMkLst>
        <pc:spChg chg="mod">
          <ac:chgData name="Kate, Sneha (Cognizant)" userId="62ca8c89-7698-4ba4-86c5-ae883b79a337" providerId="ADAL" clId="{7A4C4ACE-9990-476E-B24C-7B4B1306C668}" dt="2023-08-10T07:00:04.031" v="1334" actId="20577"/>
          <ac:spMkLst>
            <pc:docMk/>
            <pc:sldMk cId="2505651008" sldId="773"/>
            <ac:spMk id="3" creationId="{C7276DC3-F326-F107-FC8E-C78A1B588DB8}"/>
          </ac:spMkLst>
        </pc:spChg>
      </pc:sldChg>
      <pc:sldChg chg="modSp add mod ord">
        <pc:chgData name="Kate, Sneha (Cognizant)" userId="62ca8c89-7698-4ba4-86c5-ae883b79a337" providerId="ADAL" clId="{7A4C4ACE-9990-476E-B24C-7B4B1306C668}" dt="2023-08-10T07:06:25.762" v="1664" actId="14100"/>
        <pc:sldMkLst>
          <pc:docMk/>
          <pc:sldMk cId="1379333464" sldId="774"/>
        </pc:sldMkLst>
        <pc:spChg chg="mod">
          <ac:chgData name="Kate, Sneha (Cognizant)" userId="62ca8c89-7698-4ba4-86c5-ae883b79a337" providerId="ADAL" clId="{7A4C4ACE-9990-476E-B24C-7B4B1306C668}" dt="2023-08-10T07:06:25.762" v="1664" actId="14100"/>
          <ac:spMkLst>
            <pc:docMk/>
            <pc:sldMk cId="1379333464" sldId="774"/>
            <ac:spMk id="3" creationId="{C7276DC3-F326-F107-FC8E-C78A1B588DB8}"/>
          </ac:spMkLst>
        </pc:spChg>
      </pc:sldChg>
      <pc:sldChg chg="modSp add mod">
        <pc:chgData name="Kate, Sneha (Cognizant)" userId="62ca8c89-7698-4ba4-86c5-ae883b79a337" providerId="ADAL" clId="{7A4C4ACE-9990-476E-B24C-7B4B1306C668}" dt="2023-08-10T07:08:10.687" v="1745" actId="113"/>
        <pc:sldMkLst>
          <pc:docMk/>
          <pc:sldMk cId="2552717175" sldId="775"/>
        </pc:sldMkLst>
        <pc:spChg chg="mod">
          <ac:chgData name="Kate, Sneha (Cognizant)" userId="62ca8c89-7698-4ba4-86c5-ae883b79a337" providerId="ADAL" clId="{7A4C4ACE-9990-476E-B24C-7B4B1306C668}" dt="2023-08-10T07:07:28.807" v="1740" actId="20577"/>
          <ac:spMkLst>
            <pc:docMk/>
            <pc:sldMk cId="2552717175" sldId="775"/>
            <ac:spMk id="5" creationId="{7A8B3838-7BD6-DD5F-D50B-A9433F6534F7}"/>
          </ac:spMkLst>
        </pc:spChg>
        <pc:spChg chg="mod">
          <ac:chgData name="Kate, Sneha (Cognizant)" userId="62ca8c89-7698-4ba4-86c5-ae883b79a337" providerId="ADAL" clId="{7A4C4ACE-9990-476E-B24C-7B4B1306C668}" dt="2023-08-10T07:08:10.687" v="1745" actId="113"/>
          <ac:spMkLst>
            <pc:docMk/>
            <pc:sldMk cId="2552717175" sldId="775"/>
            <ac:spMk id="20" creationId="{4C621679-D8D6-6A92-123F-0B378A52F909}"/>
          </ac:spMkLst>
        </pc:spChg>
      </pc:sldChg>
      <pc:sldChg chg="addSp modSp add mod">
        <pc:chgData name="Kate, Sneha (Cognizant)" userId="62ca8c89-7698-4ba4-86c5-ae883b79a337" providerId="ADAL" clId="{7A4C4ACE-9990-476E-B24C-7B4B1306C668}" dt="2023-08-10T07:10:26.585" v="1764" actId="14100"/>
        <pc:sldMkLst>
          <pc:docMk/>
          <pc:sldMk cId="2202554658" sldId="776"/>
        </pc:sldMkLst>
        <pc:spChg chg="mod">
          <ac:chgData name="Kate, Sneha (Cognizant)" userId="62ca8c89-7698-4ba4-86c5-ae883b79a337" providerId="ADAL" clId="{7A4C4ACE-9990-476E-B24C-7B4B1306C668}" dt="2023-08-10T07:08:36.552" v="1748" actId="20577"/>
          <ac:spMkLst>
            <pc:docMk/>
            <pc:sldMk cId="2202554658" sldId="776"/>
            <ac:spMk id="5" creationId="{7A8B3838-7BD6-DD5F-D50B-A9433F6534F7}"/>
          </ac:spMkLst>
        </pc:spChg>
        <pc:spChg chg="add mod">
          <ac:chgData name="Kate, Sneha (Cognizant)" userId="62ca8c89-7698-4ba4-86c5-ae883b79a337" providerId="ADAL" clId="{7A4C4ACE-9990-476E-B24C-7B4B1306C668}" dt="2023-08-10T07:10:26.585" v="1764" actId="14100"/>
          <ac:spMkLst>
            <pc:docMk/>
            <pc:sldMk cId="2202554658" sldId="776"/>
            <ac:spMk id="6" creationId="{09295D37-141C-C16A-52AC-517E9200480D}"/>
          </ac:spMkLst>
        </pc:spChg>
        <pc:spChg chg="mod">
          <ac:chgData name="Kate, Sneha (Cognizant)" userId="62ca8c89-7698-4ba4-86c5-ae883b79a337" providerId="ADAL" clId="{7A4C4ACE-9990-476E-B24C-7B4B1306C668}" dt="2023-08-10T07:10:08.821" v="1760" actId="255"/>
          <ac:spMkLst>
            <pc:docMk/>
            <pc:sldMk cId="2202554658" sldId="776"/>
            <ac:spMk id="20" creationId="{4C621679-D8D6-6A92-123F-0B378A52F90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4CA0D9-C8D0-44AA-8F25-797CA6840642}"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E32019EB-650E-4BB9-B063-9D731E28F61A}">
      <dgm:prSet phldrT="[Text]" custT="1"/>
      <dgm:spPr/>
      <dgm:t>
        <a:bodyPr/>
        <a:lstStyle/>
        <a:p>
          <a:r>
            <a:rPr lang="en-US" sz="1800" dirty="0">
              <a:latin typeface="Arial" pitchFamily="34" charset="0"/>
              <a:cs typeface="Arial" pitchFamily="34" charset="0"/>
            </a:rPr>
            <a:t>Type Of DCRs</a:t>
          </a:r>
        </a:p>
      </dgm:t>
    </dgm:pt>
    <dgm:pt modelId="{59510198-65AA-45F2-8CC2-66CEDF897F42}" type="parTrans" cxnId="{5D2D95CF-1EEC-4D20-90B2-56999916F5BB}">
      <dgm:prSet/>
      <dgm:spPr/>
      <dgm:t>
        <a:bodyPr/>
        <a:lstStyle/>
        <a:p>
          <a:endParaRPr lang="en-US"/>
        </a:p>
      </dgm:t>
    </dgm:pt>
    <dgm:pt modelId="{5F5B8A03-E818-4823-B05B-E991FD3E5DB8}" type="sibTrans" cxnId="{5D2D95CF-1EEC-4D20-90B2-56999916F5BB}">
      <dgm:prSet/>
      <dgm:spPr/>
      <dgm:t>
        <a:bodyPr/>
        <a:lstStyle/>
        <a:p>
          <a:endParaRPr lang="en-US"/>
        </a:p>
      </dgm:t>
    </dgm:pt>
    <dgm:pt modelId="{F0E5F8C9-DE0E-4998-8E01-4FA6DC5F956C}">
      <dgm:prSet phldrT="[Text]" custT="1"/>
      <dgm:spPr/>
      <dgm:t>
        <a:bodyPr/>
        <a:lstStyle/>
        <a:p>
          <a:r>
            <a:rPr lang="en-US" sz="1800" dirty="0">
              <a:latin typeface="Arial" pitchFamily="34" charset="0"/>
              <a:cs typeface="Arial" pitchFamily="34" charset="0"/>
            </a:rPr>
            <a:t>New Account DCR</a:t>
          </a:r>
        </a:p>
      </dgm:t>
    </dgm:pt>
    <dgm:pt modelId="{A73D6374-71DD-424A-ACDD-7A1D64FA0359}" type="parTrans" cxnId="{76E1366A-CC31-444F-82F5-3FCC8617A75D}">
      <dgm:prSet/>
      <dgm:spPr/>
      <dgm:t>
        <a:bodyPr/>
        <a:lstStyle/>
        <a:p>
          <a:endParaRPr lang="en-US"/>
        </a:p>
      </dgm:t>
    </dgm:pt>
    <dgm:pt modelId="{185D2CC4-1C82-4CA6-9152-0A1DA4921D02}" type="sibTrans" cxnId="{76E1366A-CC31-444F-82F5-3FCC8617A75D}">
      <dgm:prSet/>
      <dgm:spPr/>
      <dgm:t>
        <a:bodyPr/>
        <a:lstStyle/>
        <a:p>
          <a:endParaRPr lang="en-US"/>
        </a:p>
      </dgm:t>
    </dgm:pt>
    <dgm:pt modelId="{71DBBFD5-C309-4BFF-AE58-39F00B7B9651}">
      <dgm:prSet phldrT="[Text]" custT="1"/>
      <dgm:spPr/>
      <dgm:t>
        <a:bodyPr/>
        <a:lstStyle/>
        <a:p>
          <a:r>
            <a:rPr lang="en-US" sz="1800" dirty="0">
              <a:latin typeface="Arial" pitchFamily="34" charset="0"/>
              <a:cs typeface="Arial" pitchFamily="34" charset="0"/>
            </a:rPr>
            <a:t>New Address DCR</a:t>
          </a:r>
        </a:p>
      </dgm:t>
    </dgm:pt>
    <dgm:pt modelId="{DCF60B11-A61C-4B22-BD09-045005A96D45}" type="parTrans" cxnId="{CF801226-3BD1-4242-9ACE-4543DFAE56AA}">
      <dgm:prSet/>
      <dgm:spPr/>
      <dgm:t>
        <a:bodyPr/>
        <a:lstStyle/>
        <a:p>
          <a:endParaRPr lang="en-US"/>
        </a:p>
      </dgm:t>
    </dgm:pt>
    <dgm:pt modelId="{124DFB59-E9C3-4D6E-BCED-2FF02315881A}" type="sibTrans" cxnId="{CF801226-3BD1-4242-9ACE-4543DFAE56AA}">
      <dgm:prSet/>
      <dgm:spPr/>
      <dgm:t>
        <a:bodyPr/>
        <a:lstStyle/>
        <a:p>
          <a:endParaRPr lang="en-US"/>
        </a:p>
      </dgm:t>
    </dgm:pt>
    <dgm:pt modelId="{3587C561-CDC2-40C8-8C76-DD49EE059094}">
      <dgm:prSet phldrT="[Text]" custT="1"/>
      <dgm:spPr/>
      <dgm:t>
        <a:bodyPr/>
        <a:lstStyle/>
        <a:p>
          <a:r>
            <a:rPr lang="en-US" sz="1800" dirty="0">
              <a:latin typeface="Arial" pitchFamily="34" charset="0"/>
              <a:cs typeface="Arial" pitchFamily="34" charset="0"/>
            </a:rPr>
            <a:t>New Child Account DCR</a:t>
          </a:r>
        </a:p>
      </dgm:t>
    </dgm:pt>
    <dgm:pt modelId="{5DDA3512-B0F5-4973-A16D-8105A903023A}" type="parTrans" cxnId="{C7FC51CC-B6CD-4250-BF0B-2E5B1D1F7430}">
      <dgm:prSet/>
      <dgm:spPr/>
      <dgm:t>
        <a:bodyPr/>
        <a:lstStyle/>
        <a:p>
          <a:endParaRPr lang="en-US"/>
        </a:p>
      </dgm:t>
    </dgm:pt>
    <dgm:pt modelId="{5E6B97C0-5AED-4207-8499-3630F329CAF0}" type="sibTrans" cxnId="{C7FC51CC-B6CD-4250-BF0B-2E5B1D1F7430}">
      <dgm:prSet/>
      <dgm:spPr/>
      <dgm:t>
        <a:bodyPr/>
        <a:lstStyle/>
        <a:p>
          <a:endParaRPr lang="en-US"/>
        </a:p>
      </dgm:t>
    </dgm:pt>
    <dgm:pt modelId="{D30CAE80-B653-4165-8F29-796C2D27BB25}" type="pres">
      <dgm:prSet presAssocID="{AF4CA0D9-C8D0-44AA-8F25-797CA6840642}" presName="hierChild1" presStyleCnt="0">
        <dgm:presLayoutVars>
          <dgm:chPref val="1"/>
          <dgm:dir/>
          <dgm:animOne val="branch"/>
          <dgm:animLvl val="lvl"/>
          <dgm:resizeHandles/>
        </dgm:presLayoutVars>
      </dgm:prSet>
      <dgm:spPr/>
    </dgm:pt>
    <dgm:pt modelId="{53B7CC80-818D-4D33-BC56-3A945A782E48}" type="pres">
      <dgm:prSet presAssocID="{E32019EB-650E-4BB9-B063-9D731E28F61A}" presName="hierRoot1" presStyleCnt="0"/>
      <dgm:spPr/>
    </dgm:pt>
    <dgm:pt modelId="{EC6A7FF4-A6B5-4BA9-B68B-7242F3DA7BAF}" type="pres">
      <dgm:prSet presAssocID="{E32019EB-650E-4BB9-B063-9D731E28F61A}" presName="composite" presStyleCnt="0"/>
      <dgm:spPr/>
    </dgm:pt>
    <dgm:pt modelId="{143722F3-AC3D-404E-AA25-882B3D3524B9}" type="pres">
      <dgm:prSet presAssocID="{E32019EB-650E-4BB9-B063-9D731E28F61A}" presName="background" presStyleLbl="node0" presStyleIdx="0" presStyleCnt="1"/>
      <dgm:spPr/>
    </dgm:pt>
    <dgm:pt modelId="{F274E7BF-E8F4-4739-BFB9-B527D2008932}" type="pres">
      <dgm:prSet presAssocID="{E32019EB-650E-4BB9-B063-9D731E28F61A}" presName="text" presStyleLbl="fgAcc0" presStyleIdx="0" presStyleCnt="1" custScaleX="221329" custLinFactNeighborX="7162" custLinFactNeighborY="-948">
        <dgm:presLayoutVars>
          <dgm:chPref val="3"/>
        </dgm:presLayoutVars>
      </dgm:prSet>
      <dgm:spPr/>
    </dgm:pt>
    <dgm:pt modelId="{DA914BD0-BCA3-4E0F-969D-7A50CBC567B5}" type="pres">
      <dgm:prSet presAssocID="{E32019EB-650E-4BB9-B063-9D731E28F61A}" presName="hierChild2" presStyleCnt="0"/>
      <dgm:spPr/>
    </dgm:pt>
    <dgm:pt modelId="{2DBCFB2A-3A26-4FCF-8FA8-F5FC002C3493}" type="pres">
      <dgm:prSet presAssocID="{A73D6374-71DD-424A-ACDD-7A1D64FA0359}" presName="Name10" presStyleLbl="parChTrans1D2" presStyleIdx="0" presStyleCnt="3"/>
      <dgm:spPr/>
    </dgm:pt>
    <dgm:pt modelId="{BA1C0886-60B7-46FA-B422-6F3144B404FA}" type="pres">
      <dgm:prSet presAssocID="{F0E5F8C9-DE0E-4998-8E01-4FA6DC5F956C}" presName="hierRoot2" presStyleCnt="0"/>
      <dgm:spPr/>
    </dgm:pt>
    <dgm:pt modelId="{13E8DF15-FC64-494D-9C54-1E85767C510C}" type="pres">
      <dgm:prSet presAssocID="{F0E5F8C9-DE0E-4998-8E01-4FA6DC5F956C}" presName="composite2" presStyleCnt="0"/>
      <dgm:spPr/>
    </dgm:pt>
    <dgm:pt modelId="{FBABB68C-F86A-4C63-BDB3-6A156208BD98}" type="pres">
      <dgm:prSet presAssocID="{F0E5F8C9-DE0E-4998-8E01-4FA6DC5F956C}" presName="background2" presStyleLbl="node2" presStyleIdx="0" presStyleCnt="3"/>
      <dgm:spPr/>
    </dgm:pt>
    <dgm:pt modelId="{35F079E5-4479-4867-A82B-C14BCE3FE195}" type="pres">
      <dgm:prSet presAssocID="{F0E5F8C9-DE0E-4998-8E01-4FA6DC5F956C}" presName="text2" presStyleLbl="fgAcc2" presStyleIdx="0" presStyleCnt="3" custScaleX="189276">
        <dgm:presLayoutVars>
          <dgm:chPref val="3"/>
        </dgm:presLayoutVars>
      </dgm:prSet>
      <dgm:spPr/>
    </dgm:pt>
    <dgm:pt modelId="{0A5B0A1D-2A6D-498D-813C-A59F21761565}" type="pres">
      <dgm:prSet presAssocID="{F0E5F8C9-DE0E-4998-8E01-4FA6DC5F956C}" presName="hierChild3" presStyleCnt="0"/>
      <dgm:spPr/>
    </dgm:pt>
    <dgm:pt modelId="{F30078E9-E6B9-4D0B-B7D4-86B3BF5086EB}" type="pres">
      <dgm:prSet presAssocID="{DCF60B11-A61C-4B22-BD09-045005A96D45}" presName="Name10" presStyleLbl="parChTrans1D2" presStyleIdx="1" presStyleCnt="3"/>
      <dgm:spPr/>
    </dgm:pt>
    <dgm:pt modelId="{E544A011-DC00-4932-BCD3-A3574345C6A3}" type="pres">
      <dgm:prSet presAssocID="{71DBBFD5-C309-4BFF-AE58-39F00B7B9651}" presName="hierRoot2" presStyleCnt="0"/>
      <dgm:spPr/>
    </dgm:pt>
    <dgm:pt modelId="{B85CEE71-3CAA-414F-8B73-BFE124639823}" type="pres">
      <dgm:prSet presAssocID="{71DBBFD5-C309-4BFF-AE58-39F00B7B9651}" presName="composite2" presStyleCnt="0"/>
      <dgm:spPr/>
    </dgm:pt>
    <dgm:pt modelId="{E5D870D7-26DF-44C6-B6B9-78939F9932DA}" type="pres">
      <dgm:prSet presAssocID="{71DBBFD5-C309-4BFF-AE58-39F00B7B9651}" presName="background2" presStyleLbl="node2" presStyleIdx="1" presStyleCnt="3"/>
      <dgm:spPr/>
    </dgm:pt>
    <dgm:pt modelId="{F329F8A8-7579-40AE-B5A7-404EEA037C9F}" type="pres">
      <dgm:prSet presAssocID="{71DBBFD5-C309-4BFF-AE58-39F00B7B9651}" presName="text2" presStyleLbl="fgAcc2" presStyleIdx="1" presStyleCnt="3" custScaleX="168340" custLinFactNeighborX="-2580" custLinFactNeighborY="-1016">
        <dgm:presLayoutVars>
          <dgm:chPref val="3"/>
        </dgm:presLayoutVars>
      </dgm:prSet>
      <dgm:spPr/>
    </dgm:pt>
    <dgm:pt modelId="{98D48B96-9D01-44A2-BE77-6F40BD3FC161}" type="pres">
      <dgm:prSet presAssocID="{71DBBFD5-C309-4BFF-AE58-39F00B7B9651}" presName="hierChild3" presStyleCnt="0"/>
      <dgm:spPr/>
    </dgm:pt>
    <dgm:pt modelId="{8F7D9FF2-C32A-40A2-AD11-7715E54DC8AA}" type="pres">
      <dgm:prSet presAssocID="{5DDA3512-B0F5-4973-A16D-8105A903023A}" presName="Name10" presStyleLbl="parChTrans1D2" presStyleIdx="2" presStyleCnt="3"/>
      <dgm:spPr/>
    </dgm:pt>
    <dgm:pt modelId="{A53AF831-3473-40CA-8E56-E08E2DFD80AA}" type="pres">
      <dgm:prSet presAssocID="{3587C561-CDC2-40C8-8C76-DD49EE059094}" presName="hierRoot2" presStyleCnt="0"/>
      <dgm:spPr/>
    </dgm:pt>
    <dgm:pt modelId="{469E86E4-D7AF-455E-94FF-2DC72E1E8CAD}" type="pres">
      <dgm:prSet presAssocID="{3587C561-CDC2-40C8-8C76-DD49EE059094}" presName="composite2" presStyleCnt="0"/>
      <dgm:spPr/>
    </dgm:pt>
    <dgm:pt modelId="{E1AD5217-08CA-4F02-A407-8C516805B647}" type="pres">
      <dgm:prSet presAssocID="{3587C561-CDC2-40C8-8C76-DD49EE059094}" presName="background2" presStyleLbl="node2" presStyleIdx="2" presStyleCnt="3"/>
      <dgm:spPr/>
    </dgm:pt>
    <dgm:pt modelId="{73B1D51B-3177-4FA9-947D-CD5F5ACD13C5}" type="pres">
      <dgm:prSet presAssocID="{3587C561-CDC2-40C8-8C76-DD49EE059094}" presName="text2" presStyleLbl="fgAcc2" presStyleIdx="2" presStyleCnt="3" custScaleX="196647" custLinFactNeighborX="-7422" custLinFactNeighborY="1040">
        <dgm:presLayoutVars>
          <dgm:chPref val="3"/>
        </dgm:presLayoutVars>
      </dgm:prSet>
      <dgm:spPr/>
    </dgm:pt>
    <dgm:pt modelId="{26D92B63-7A20-4272-B1B7-AF8720795860}" type="pres">
      <dgm:prSet presAssocID="{3587C561-CDC2-40C8-8C76-DD49EE059094}" presName="hierChild3" presStyleCnt="0"/>
      <dgm:spPr/>
    </dgm:pt>
  </dgm:ptLst>
  <dgm:cxnLst>
    <dgm:cxn modelId="{59217B13-4B00-4C89-960F-D5289DE803D6}" type="presOf" srcId="{71DBBFD5-C309-4BFF-AE58-39F00B7B9651}" destId="{F329F8A8-7579-40AE-B5A7-404EEA037C9F}" srcOrd="0" destOrd="0" presId="urn:microsoft.com/office/officeart/2005/8/layout/hierarchy1"/>
    <dgm:cxn modelId="{CF801226-3BD1-4242-9ACE-4543DFAE56AA}" srcId="{E32019EB-650E-4BB9-B063-9D731E28F61A}" destId="{71DBBFD5-C309-4BFF-AE58-39F00B7B9651}" srcOrd="1" destOrd="0" parTransId="{DCF60B11-A61C-4B22-BD09-045005A96D45}" sibTransId="{124DFB59-E9C3-4D6E-BCED-2FF02315881A}"/>
    <dgm:cxn modelId="{B9971533-8A79-4F36-B890-07F4C524CA11}" type="presOf" srcId="{F0E5F8C9-DE0E-4998-8E01-4FA6DC5F956C}" destId="{35F079E5-4479-4867-A82B-C14BCE3FE195}" srcOrd="0" destOrd="0" presId="urn:microsoft.com/office/officeart/2005/8/layout/hierarchy1"/>
    <dgm:cxn modelId="{AA440861-78C6-4C99-A775-8CB636941D35}" type="presOf" srcId="{A73D6374-71DD-424A-ACDD-7A1D64FA0359}" destId="{2DBCFB2A-3A26-4FCF-8FA8-F5FC002C3493}" srcOrd="0" destOrd="0" presId="urn:microsoft.com/office/officeart/2005/8/layout/hierarchy1"/>
    <dgm:cxn modelId="{20497E45-3676-4CA7-8D93-FBE78E17ED04}" type="presOf" srcId="{E32019EB-650E-4BB9-B063-9D731E28F61A}" destId="{F274E7BF-E8F4-4739-BFB9-B527D2008932}" srcOrd="0" destOrd="0" presId="urn:microsoft.com/office/officeart/2005/8/layout/hierarchy1"/>
    <dgm:cxn modelId="{76E1366A-CC31-444F-82F5-3FCC8617A75D}" srcId="{E32019EB-650E-4BB9-B063-9D731E28F61A}" destId="{F0E5F8C9-DE0E-4998-8E01-4FA6DC5F956C}" srcOrd="0" destOrd="0" parTransId="{A73D6374-71DD-424A-ACDD-7A1D64FA0359}" sibTransId="{185D2CC4-1C82-4CA6-9152-0A1DA4921D02}"/>
    <dgm:cxn modelId="{792470B1-0156-478A-A39B-F3CBC8B03A96}" type="presOf" srcId="{5DDA3512-B0F5-4973-A16D-8105A903023A}" destId="{8F7D9FF2-C32A-40A2-AD11-7715E54DC8AA}" srcOrd="0" destOrd="0" presId="urn:microsoft.com/office/officeart/2005/8/layout/hierarchy1"/>
    <dgm:cxn modelId="{C7FC51CC-B6CD-4250-BF0B-2E5B1D1F7430}" srcId="{E32019EB-650E-4BB9-B063-9D731E28F61A}" destId="{3587C561-CDC2-40C8-8C76-DD49EE059094}" srcOrd="2" destOrd="0" parTransId="{5DDA3512-B0F5-4973-A16D-8105A903023A}" sibTransId="{5E6B97C0-5AED-4207-8499-3630F329CAF0}"/>
    <dgm:cxn modelId="{5D2D95CF-1EEC-4D20-90B2-56999916F5BB}" srcId="{AF4CA0D9-C8D0-44AA-8F25-797CA6840642}" destId="{E32019EB-650E-4BB9-B063-9D731E28F61A}" srcOrd="0" destOrd="0" parTransId="{59510198-65AA-45F2-8CC2-66CEDF897F42}" sibTransId="{5F5B8A03-E818-4823-B05B-E991FD3E5DB8}"/>
    <dgm:cxn modelId="{04FDB0F4-7F89-4E98-9057-19FB710A19D4}" type="presOf" srcId="{AF4CA0D9-C8D0-44AA-8F25-797CA6840642}" destId="{D30CAE80-B653-4165-8F29-796C2D27BB25}" srcOrd="0" destOrd="0" presId="urn:microsoft.com/office/officeart/2005/8/layout/hierarchy1"/>
    <dgm:cxn modelId="{59AE8DF8-9632-439C-A090-6804157804D3}" type="presOf" srcId="{DCF60B11-A61C-4B22-BD09-045005A96D45}" destId="{F30078E9-E6B9-4D0B-B7D4-86B3BF5086EB}" srcOrd="0" destOrd="0" presId="urn:microsoft.com/office/officeart/2005/8/layout/hierarchy1"/>
    <dgm:cxn modelId="{0F54ACFF-AF6B-4FA4-9A22-AB3C7666E97B}" type="presOf" srcId="{3587C561-CDC2-40C8-8C76-DD49EE059094}" destId="{73B1D51B-3177-4FA9-947D-CD5F5ACD13C5}" srcOrd="0" destOrd="0" presId="urn:microsoft.com/office/officeart/2005/8/layout/hierarchy1"/>
    <dgm:cxn modelId="{EC45F3E5-4315-41AD-82D1-2EC68883B4FD}" type="presParOf" srcId="{D30CAE80-B653-4165-8F29-796C2D27BB25}" destId="{53B7CC80-818D-4D33-BC56-3A945A782E48}" srcOrd="0" destOrd="0" presId="urn:microsoft.com/office/officeart/2005/8/layout/hierarchy1"/>
    <dgm:cxn modelId="{F5DAA9B4-10E8-45E1-AB00-B8C4DFE3A0A8}" type="presParOf" srcId="{53B7CC80-818D-4D33-BC56-3A945A782E48}" destId="{EC6A7FF4-A6B5-4BA9-B68B-7242F3DA7BAF}" srcOrd="0" destOrd="0" presId="urn:microsoft.com/office/officeart/2005/8/layout/hierarchy1"/>
    <dgm:cxn modelId="{4E50887D-D341-4F86-8C8A-4A1DBFC4A1A6}" type="presParOf" srcId="{EC6A7FF4-A6B5-4BA9-B68B-7242F3DA7BAF}" destId="{143722F3-AC3D-404E-AA25-882B3D3524B9}" srcOrd="0" destOrd="0" presId="urn:microsoft.com/office/officeart/2005/8/layout/hierarchy1"/>
    <dgm:cxn modelId="{29486871-6449-4F28-BE2B-24EAF38D0C2A}" type="presParOf" srcId="{EC6A7FF4-A6B5-4BA9-B68B-7242F3DA7BAF}" destId="{F274E7BF-E8F4-4739-BFB9-B527D2008932}" srcOrd="1" destOrd="0" presId="urn:microsoft.com/office/officeart/2005/8/layout/hierarchy1"/>
    <dgm:cxn modelId="{DF6B626F-A865-400A-9297-FE48C6803F75}" type="presParOf" srcId="{53B7CC80-818D-4D33-BC56-3A945A782E48}" destId="{DA914BD0-BCA3-4E0F-969D-7A50CBC567B5}" srcOrd="1" destOrd="0" presId="urn:microsoft.com/office/officeart/2005/8/layout/hierarchy1"/>
    <dgm:cxn modelId="{97909361-38A8-4808-898F-57ABA922E604}" type="presParOf" srcId="{DA914BD0-BCA3-4E0F-969D-7A50CBC567B5}" destId="{2DBCFB2A-3A26-4FCF-8FA8-F5FC002C3493}" srcOrd="0" destOrd="0" presId="urn:microsoft.com/office/officeart/2005/8/layout/hierarchy1"/>
    <dgm:cxn modelId="{BB4F2E3F-B198-4B65-89BF-922056BBC58E}" type="presParOf" srcId="{DA914BD0-BCA3-4E0F-969D-7A50CBC567B5}" destId="{BA1C0886-60B7-46FA-B422-6F3144B404FA}" srcOrd="1" destOrd="0" presId="urn:microsoft.com/office/officeart/2005/8/layout/hierarchy1"/>
    <dgm:cxn modelId="{720C4CB6-F359-49F9-AA07-2338CDD9E97A}" type="presParOf" srcId="{BA1C0886-60B7-46FA-B422-6F3144B404FA}" destId="{13E8DF15-FC64-494D-9C54-1E85767C510C}" srcOrd="0" destOrd="0" presId="urn:microsoft.com/office/officeart/2005/8/layout/hierarchy1"/>
    <dgm:cxn modelId="{79DA2887-5399-4AE0-ADEF-E6CEFD714421}" type="presParOf" srcId="{13E8DF15-FC64-494D-9C54-1E85767C510C}" destId="{FBABB68C-F86A-4C63-BDB3-6A156208BD98}" srcOrd="0" destOrd="0" presId="urn:microsoft.com/office/officeart/2005/8/layout/hierarchy1"/>
    <dgm:cxn modelId="{1C8AB432-3CD2-4076-A847-8584195ED7C4}" type="presParOf" srcId="{13E8DF15-FC64-494D-9C54-1E85767C510C}" destId="{35F079E5-4479-4867-A82B-C14BCE3FE195}" srcOrd="1" destOrd="0" presId="urn:microsoft.com/office/officeart/2005/8/layout/hierarchy1"/>
    <dgm:cxn modelId="{87010D69-6D16-49D2-961E-CB986D1BB3C6}" type="presParOf" srcId="{BA1C0886-60B7-46FA-B422-6F3144B404FA}" destId="{0A5B0A1D-2A6D-498D-813C-A59F21761565}" srcOrd="1" destOrd="0" presId="urn:microsoft.com/office/officeart/2005/8/layout/hierarchy1"/>
    <dgm:cxn modelId="{C05F6B0A-EFA6-4526-8FFE-7B0B2C36267C}" type="presParOf" srcId="{DA914BD0-BCA3-4E0F-969D-7A50CBC567B5}" destId="{F30078E9-E6B9-4D0B-B7D4-86B3BF5086EB}" srcOrd="2" destOrd="0" presId="urn:microsoft.com/office/officeart/2005/8/layout/hierarchy1"/>
    <dgm:cxn modelId="{93A1C586-D47E-45B3-8141-B15DFFF9E50C}" type="presParOf" srcId="{DA914BD0-BCA3-4E0F-969D-7A50CBC567B5}" destId="{E544A011-DC00-4932-BCD3-A3574345C6A3}" srcOrd="3" destOrd="0" presId="urn:microsoft.com/office/officeart/2005/8/layout/hierarchy1"/>
    <dgm:cxn modelId="{71996388-C43E-4287-B8B0-56CCE8721120}" type="presParOf" srcId="{E544A011-DC00-4932-BCD3-A3574345C6A3}" destId="{B85CEE71-3CAA-414F-8B73-BFE124639823}" srcOrd="0" destOrd="0" presId="urn:microsoft.com/office/officeart/2005/8/layout/hierarchy1"/>
    <dgm:cxn modelId="{0778908E-B9BB-4E80-8DFF-DBEFF6C04561}" type="presParOf" srcId="{B85CEE71-3CAA-414F-8B73-BFE124639823}" destId="{E5D870D7-26DF-44C6-B6B9-78939F9932DA}" srcOrd="0" destOrd="0" presId="urn:microsoft.com/office/officeart/2005/8/layout/hierarchy1"/>
    <dgm:cxn modelId="{8264CE2F-D501-4323-99B3-4D9817C05C9D}" type="presParOf" srcId="{B85CEE71-3CAA-414F-8B73-BFE124639823}" destId="{F329F8A8-7579-40AE-B5A7-404EEA037C9F}" srcOrd="1" destOrd="0" presId="urn:microsoft.com/office/officeart/2005/8/layout/hierarchy1"/>
    <dgm:cxn modelId="{8DCCF2F7-CB06-4134-BBA2-47A7404161E7}" type="presParOf" srcId="{E544A011-DC00-4932-BCD3-A3574345C6A3}" destId="{98D48B96-9D01-44A2-BE77-6F40BD3FC161}" srcOrd="1" destOrd="0" presId="urn:microsoft.com/office/officeart/2005/8/layout/hierarchy1"/>
    <dgm:cxn modelId="{8FAE5547-A87C-44BC-8F5B-6A5A4FD37BB5}" type="presParOf" srcId="{DA914BD0-BCA3-4E0F-969D-7A50CBC567B5}" destId="{8F7D9FF2-C32A-40A2-AD11-7715E54DC8AA}" srcOrd="4" destOrd="0" presId="urn:microsoft.com/office/officeart/2005/8/layout/hierarchy1"/>
    <dgm:cxn modelId="{BC3433BA-20D9-4EC4-B622-BF2DB5713508}" type="presParOf" srcId="{DA914BD0-BCA3-4E0F-969D-7A50CBC567B5}" destId="{A53AF831-3473-40CA-8E56-E08E2DFD80AA}" srcOrd="5" destOrd="0" presId="urn:microsoft.com/office/officeart/2005/8/layout/hierarchy1"/>
    <dgm:cxn modelId="{ABFAA8D2-D391-431D-BCBE-8A1CEF303676}" type="presParOf" srcId="{A53AF831-3473-40CA-8E56-E08E2DFD80AA}" destId="{469E86E4-D7AF-455E-94FF-2DC72E1E8CAD}" srcOrd="0" destOrd="0" presId="urn:microsoft.com/office/officeart/2005/8/layout/hierarchy1"/>
    <dgm:cxn modelId="{C658DA9B-3AFD-4A8B-8074-2DDF65002774}" type="presParOf" srcId="{469E86E4-D7AF-455E-94FF-2DC72E1E8CAD}" destId="{E1AD5217-08CA-4F02-A407-8C516805B647}" srcOrd="0" destOrd="0" presId="urn:microsoft.com/office/officeart/2005/8/layout/hierarchy1"/>
    <dgm:cxn modelId="{381E77B5-C743-46D4-B376-9CE43E920EBD}" type="presParOf" srcId="{469E86E4-D7AF-455E-94FF-2DC72E1E8CAD}" destId="{73B1D51B-3177-4FA9-947D-CD5F5ACD13C5}" srcOrd="1" destOrd="0" presId="urn:microsoft.com/office/officeart/2005/8/layout/hierarchy1"/>
    <dgm:cxn modelId="{CBF6FAA6-4833-441C-BD84-4103E8962B1D}" type="presParOf" srcId="{A53AF831-3473-40CA-8E56-E08E2DFD80AA}" destId="{26D92B63-7A20-4272-B1B7-AF872079586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4CA0D9-C8D0-44AA-8F25-797CA6840642}"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E32019EB-650E-4BB9-B063-9D731E28F61A}">
      <dgm:prSet phldrT="[Text]" custT="1"/>
      <dgm:spPr/>
      <dgm:t>
        <a:bodyPr/>
        <a:lstStyle/>
        <a:p>
          <a:r>
            <a:rPr lang="en-US" sz="1800" dirty="0">
              <a:latin typeface="Arial" pitchFamily="34" charset="0"/>
              <a:cs typeface="Arial" pitchFamily="34" charset="0"/>
            </a:rPr>
            <a:t>DCR Objects </a:t>
          </a:r>
        </a:p>
      </dgm:t>
    </dgm:pt>
    <dgm:pt modelId="{59510198-65AA-45F2-8CC2-66CEDF897F42}" type="parTrans" cxnId="{5D2D95CF-1EEC-4D20-90B2-56999916F5BB}">
      <dgm:prSet/>
      <dgm:spPr/>
      <dgm:t>
        <a:bodyPr/>
        <a:lstStyle/>
        <a:p>
          <a:endParaRPr lang="en-US"/>
        </a:p>
      </dgm:t>
    </dgm:pt>
    <dgm:pt modelId="{5F5B8A03-E818-4823-B05B-E991FD3E5DB8}" type="sibTrans" cxnId="{5D2D95CF-1EEC-4D20-90B2-56999916F5BB}">
      <dgm:prSet/>
      <dgm:spPr/>
      <dgm:t>
        <a:bodyPr/>
        <a:lstStyle/>
        <a:p>
          <a:endParaRPr lang="en-US"/>
        </a:p>
      </dgm:t>
    </dgm:pt>
    <dgm:pt modelId="{F0E5F8C9-DE0E-4998-8E01-4FA6DC5F956C}">
      <dgm:prSet phldrT="[Text]" custT="1"/>
      <dgm:spPr/>
      <dgm:t>
        <a:bodyPr/>
        <a:lstStyle/>
        <a:p>
          <a:r>
            <a:rPr lang="en-US" sz="1800" dirty="0">
              <a:latin typeface="Arial" pitchFamily="34" charset="0"/>
              <a:cs typeface="Arial" pitchFamily="34" charset="0"/>
            </a:rPr>
            <a:t>Data Change Request Header</a:t>
          </a:r>
        </a:p>
      </dgm:t>
    </dgm:pt>
    <dgm:pt modelId="{A73D6374-71DD-424A-ACDD-7A1D64FA0359}" type="parTrans" cxnId="{76E1366A-CC31-444F-82F5-3FCC8617A75D}">
      <dgm:prSet/>
      <dgm:spPr/>
      <dgm:t>
        <a:bodyPr/>
        <a:lstStyle/>
        <a:p>
          <a:endParaRPr lang="en-US"/>
        </a:p>
      </dgm:t>
    </dgm:pt>
    <dgm:pt modelId="{185D2CC4-1C82-4CA6-9152-0A1DA4921D02}" type="sibTrans" cxnId="{76E1366A-CC31-444F-82F5-3FCC8617A75D}">
      <dgm:prSet/>
      <dgm:spPr/>
      <dgm:t>
        <a:bodyPr/>
        <a:lstStyle/>
        <a:p>
          <a:endParaRPr lang="en-US"/>
        </a:p>
      </dgm:t>
    </dgm:pt>
    <dgm:pt modelId="{71DBBFD5-C309-4BFF-AE58-39F00B7B9651}">
      <dgm:prSet phldrT="[Text]" custT="1"/>
      <dgm:spPr/>
      <dgm:t>
        <a:bodyPr/>
        <a:lstStyle/>
        <a:p>
          <a:r>
            <a:rPr lang="en-US" sz="1800" dirty="0">
              <a:latin typeface="Arial" pitchFamily="34" charset="0"/>
              <a:cs typeface="Arial" pitchFamily="34" charset="0"/>
            </a:rPr>
            <a:t>Data Change Request Lines</a:t>
          </a:r>
        </a:p>
      </dgm:t>
    </dgm:pt>
    <dgm:pt modelId="{DCF60B11-A61C-4B22-BD09-045005A96D45}" type="parTrans" cxnId="{CF801226-3BD1-4242-9ACE-4543DFAE56AA}">
      <dgm:prSet/>
      <dgm:spPr/>
      <dgm:t>
        <a:bodyPr/>
        <a:lstStyle/>
        <a:p>
          <a:endParaRPr lang="en-US"/>
        </a:p>
      </dgm:t>
    </dgm:pt>
    <dgm:pt modelId="{124DFB59-E9C3-4D6E-BCED-2FF02315881A}" type="sibTrans" cxnId="{CF801226-3BD1-4242-9ACE-4543DFAE56AA}">
      <dgm:prSet/>
      <dgm:spPr/>
      <dgm:t>
        <a:bodyPr/>
        <a:lstStyle/>
        <a:p>
          <a:endParaRPr lang="en-US"/>
        </a:p>
      </dgm:t>
    </dgm:pt>
    <dgm:pt modelId="{3587C561-CDC2-40C8-8C76-DD49EE059094}">
      <dgm:prSet phldrT="[Text]" custT="1"/>
      <dgm:spPr/>
      <dgm:t>
        <a:bodyPr/>
        <a:lstStyle/>
        <a:p>
          <a:r>
            <a:rPr lang="en-US" sz="1800" dirty="0">
              <a:latin typeface="Arial" pitchFamily="34" charset="0"/>
              <a:cs typeface="Arial" pitchFamily="34" charset="0"/>
            </a:rPr>
            <a:t>DCR Field Type</a:t>
          </a:r>
        </a:p>
      </dgm:t>
    </dgm:pt>
    <dgm:pt modelId="{5DDA3512-B0F5-4973-A16D-8105A903023A}" type="parTrans" cxnId="{C7FC51CC-B6CD-4250-BF0B-2E5B1D1F7430}">
      <dgm:prSet/>
      <dgm:spPr/>
      <dgm:t>
        <a:bodyPr/>
        <a:lstStyle/>
        <a:p>
          <a:endParaRPr lang="en-US"/>
        </a:p>
      </dgm:t>
    </dgm:pt>
    <dgm:pt modelId="{5E6B97C0-5AED-4207-8499-3630F329CAF0}" type="sibTrans" cxnId="{C7FC51CC-B6CD-4250-BF0B-2E5B1D1F7430}">
      <dgm:prSet/>
      <dgm:spPr/>
      <dgm:t>
        <a:bodyPr/>
        <a:lstStyle/>
        <a:p>
          <a:endParaRPr lang="en-US"/>
        </a:p>
      </dgm:t>
    </dgm:pt>
    <dgm:pt modelId="{D30CAE80-B653-4165-8F29-796C2D27BB25}" type="pres">
      <dgm:prSet presAssocID="{AF4CA0D9-C8D0-44AA-8F25-797CA6840642}" presName="hierChild1" presStyleCnt="0">
        <dgm:presLayoutVars>
          <dgm:chPref val="1"/>
          <dgm:dir/>
          <dgm:animOne val="branch"/>
          <dgm:animLvl val="lvl"/>
          <dgm:resizeHandles/>
        </dgm:presLayoutVars>
      </dgm:prSet>
      <dgm:spPr/>
    </dgm:pt>
    <dgm:pt modelId="{53B7CC80-818D-4D33-BC56-3A945A782E48}" type="pres">
      <dgm:prSet presAssocID="{E32019EB-650E-4BB9-B063-9D731E28F61A}" presName="hierRoot1" presStyleCnt="0"/>
      <dgm:spPr/>
    </dgm:pt>
    <dgm:pt modelId="{EC6A7FF4-A6B5-4BA9-B68B-7242F3DA7BAF}" type="pres">
      <dgm:prSet presAssocID="{E32019EB-650E-4BB9-B063-9D731E28F61A}" presName="composite" presStyleCnt="0"/>
      <dgm:spPr/>
    </dgm:pt>
    <dgm:pt modelId="{143722F3-AC3D-404E-AA25-882B3D3524B9}" type="pres">
      <dgm:prSet presAssocID="{E32019EB-650E-4BB9-B063-9D731E28F61A}" presName="background" presStyleLbl="node0" presStyleIdx="0" presStyleCnt="1"/>
      <dgm:spPr/>
    </dgm:pt>
    <dgm:pt modelId="{F274E7BF-E8F4-4739-BFB9-B527D2008932}" type="pres">
      <dgm:prSet presAssocID="{E32019EB-650E-4BB9-B063-9D731E28F61A}" presName="text" presStyleLbl="fgAcc0" presStyleIdx="0" presStyleCnt="1" custScaleX="221329" custLinFactNeighborX="-6345" custLinFactNeighborY="-13280">
        <dgm:presLayoutVars>
          <dgm:chPref val="3"/>
        </dgm:presLayoutVars>
      </dgm:prSet>
      <dgm:spPr/>
    </dgm:pt>
    <dgm:pt modelId="{DA914BD0-BCA3-4E0F-969D-7A50CBC567B5}" type="pres">
      <dgm:prSet presAssocID="{E32019EB-650E-4BB9-B063-9D731E28F61A}" presName="hierChild2" presStyleCnt="0"/>
      <dgm:spPr/>
    </dgm:pt>
    <dgm:pt modelId="{2DBCFB2A-3A26-4FCF-8FA8-F5FC002C3493}" type="pres">
      <dgm:prSet presAssocID="{A73D6374-71DD-424A-ACDD-7A1D64FA0359}" presName="Name10" presStyleLbl="parChTrans1D2" presStyleIdx="0" presStyleCnt="3"/>
      <dgm:spPr/>
    </dgm:pt>
    <dgm:pt modelId="{BA1C0886-60B7-46FA-B422-6F3144B404FA}" type="pres">
      <dgm:prSet presAssocID="{F0E5F8C9-DE0E-4998-8E01-4FA6DC5F956C}" presName="hierRoot2" presStyleCnt="0"/>
      <dgm:spPr/>
    </dgm:pt>
    <dgm:pt modelId="{13E8DF15-FC64-494D-9C54-1E85767C510C}" type="pres">
      <dgm:prSet presAssocID="{F0E5F8C9-DE0E-4998-8E01-4FA6DC5F956C}" presName="composite2" presStyleCnt="0"/>
      <dgm:spPr/>
    </dgm:pt>
    <dgm:pt modelId="{FBABB68C-F86A-4C63-BDB3-6A156208BD98}" type="pres">
      <dgm:prSet presAssocID="{F0E5F8C9-DE0E-4998-8E01-4FA6DC5F956C}" presName="background2" presStyleLbl="node2" presStyleIdx="0" presStyleCnt="3"/>
      <dgm:spPr/>
    </dgm:pt>
    <dgm:pt modelId="{35F079E5-4479-4867-A82B-C14BCE3FE195}" type="pres">
      <dgm:prSet presAssocID="{F0E5F8C9-DE0E-4998-8E01-4FA6DC5F956C}" presName="text2" presStyleLbl="fgAcc2" presStyleIdx="0" presStyleCnt="3" custScaleX="189276">
        <dgm:presLayoutVars>
          <dgm:chPref val="3"/>
        </dgm:presLayoutVars>
      </dgm:prSet>
      <dgm:spPr/>
    </dgm:pt>
    <dgm:pt modelId="{0A5B0A1D-2A6D-498D-813C-A59F21761565}" type="pres">
      <dgm:prSet presAssocID="{F0E5F8C9-DE0E-4998-8E01-4FA6DC5F956C}" presName="hierChild3" presStyleCnt="0"/>
      <dgm:spPr/>
    </dgm:pt>
    <dgm:pt modelId="{F30078E9-E6B9-4D0B-B7D4-86B3BF5086EB}" type="pres">
      <dgm:prSet presAssocID="{DCF60B11-A61C-4B22-BD09-045005A96D45}" presName="Name10" presStyleLbl="parChTrans1D2" presStyleIdx="1" presStyleCnt="3"/>
      <dgm:spPr/>
    </dgm:pt>
    <dgm:pt modelId="{E544A011-DC00-4932-BCD3-A3574345C6A3}" type="pres">
      <dgm:prSet presAssocID="{71DBBFD5-C309-4BFF-AE58-39F00B7B9651}" presName="hierRoot2" presStyleCnt="0"/>
      <dgm:spPr/>
    </dgm:pt>
    <dgm:pt modelId="{B85CEE71-3CAA-414F-8B73-BFE124639823}" type="pres">
      <dgm:prSet presAssocID="{71DBBFD5-C309-4BFF-AE58-39F00B7B9651}" presName="composite2" presStyleCnt="0"/>
      <dgm:spPr/>
    </dgm:pt>
    <dgm:pt modelId="{E5D870D7-26DF-44C6-B6B9-78939F9932DA}" type="pres">
      <dgm:prSet presAssocID="{71DBBFD5-C309-4BFF-AE58-39F00B7B9651}" presName="background2" presStyleLbl="node2" presStyleIdx="1" presStyleCnt="3"/>
      <dgm:spPr/>
    </dgm:pt>
    <dgm:pt modelId="{F329F8A8-7579-40AE-B5A7-404EEA037C9F}" type="pres">
      <dgm:prSet presAssocID="{71DBBFD5-C309-4BFF-AE58-39F00B7B9651}" presName="text2" presStyleLbl="fgAcc2" presStyleIdx="1" presStyleCnt="3" custScaleX="168340" custLinFactNeighborX="-2580" custLinFactNeighborY="-1016">
        <dgm:presLayoutVars>
          <dgm:chPref val="3"/>
        </dgm:presLayoutVars>
      </dgm:prSet>
      <dgm:spPr/>
    </dgm:pt>
    <dgm:pt modelId="{98D48B96-9D01-44A2-BE77-6F40BD3FC161}" type="pres">
      <dgm:prSet presAssocID="{71DBBFD5-C309-4BFF-AE58-39F00B7B9651}" presName="hierChild3" presStyleCnt="0"/>
      <dgm:spPr/>
    </dgm:pt>
    <dgm:pt modelId="{8F7D9FF2-C32A-40A2-AD11-7715E54DC8AA}" type="pres">
      <dgm:prSet presAssocID="{5DDA3512-B0F5-4973-A16D-8105A903023A}" presName="Name10" presStyleLbl="parChTrans1D2" presStyleIdx="2" presStyleCnt="3"/>
      <dgm:spPr/>
    </dgm:pt>
    <dgm:pt modelId="{A53AF831-3473-40CA-8E56-E08E2DFD80AA}" type="pres">
      <dgm:prSet presAssocID="{3587C561-CDC2-40C8-8C76-DD49EE059094}" presName="hierRoot2" presStyleCnt="0"/>
      <dgm:spPr/>
    </dgm:pt>
    <dgm:pt modelId="{469E86E4-D7AF-455E-94FF-2DC72E1E8CAD}" type="pres">
      <dgm:prSet presAssocID="{3587C561-CDC2-40C8-8C76-DD49EE059094}" presName="composite2" presStyleCnt="0"/>
      <dgm:spPr/>
    </dgm:pt>
    <dgm:pt modelId="{E1AD5217-08CA-4F02-A407-8C516805B647}" type="pres">
      <dgm:prSet presAssocID="{3587C561-CDC2-40C8-8C76-DD49EE059094}" presName="background2" presStyleLbl="node2" presStyleIdx="2" presStyleCnt="3"/>
      <dgm:spPr/>
    </dgm:pt>
    <dgm:pt modelId="{73B1D51B-3177-4FA9-947D-CD5F5ACD13C5}" type="pres">
      <dgm:prSet presAssocID="{3587C561-CDC2-40C8-8C76-DD49EE059094}" presName="text2" presStyleLbl="fgAcc2" presStyleIdx="2" presStyleCnt="3" custScaleX="196647" custLinFactNeighborX="-7422" custLinFactNeighborY="1040">
        <dgm:presLayoutVars>
          <dgm:chPref val="3"/>
        </dgm:presLayoutVars>
      </dgm:prSet>
      <dgm:spPr/>
    </dgm:pt>
    <dgm:pt modelId="{26D92B63-7A20-4272-B1B7-AF8720795860}" type="pres">
      <dgm:prSet presAssocID="{3587C561-CDC2-40C8-8C76-DD49EE059094}" presName="hierChild3" presStyleCnt="0"/>
      <dgm:spPr/>
    </dgm:pt>
  </dgm:ptLst>
  <dgm:cxnLst>
    <dgm:cxn modelId="{59217B13-4B00-4C89-960F-D5289DE803D6}" type="presOf" srcId="{71DBBFD5-C309-4BFF-AE58-39F00B7B9651}" destId="{F329F8A8-7579-40AE-B5A7-404EEA037C9F}" srcOrd="0" destOrd="0" presId="urn:microsoft.com/office/officeart/2005/8/layout/hierarchy1"/>
    <dgm:cxn modelId="{CF801226-3BD1-4242-9ACE-4543DFAE56AA}" srcId="{E32019EB-650E-4BB9-B063-9D731E28F61A}" destId="{71DBBFD5-C309-4BFF-AE58-39F00B7B9651}" srcOrd="1" destOrd="0" parTransId="{DCF60B11-A61C-4B22-BD09-045005A96D45}" sibTransId="{124DFB59-E9C3-4D6E-BCED-2FF02315881A}"/>
    <dgm:cxn modelId="{B9971533-8A79-4F36-B890-07F4C524CA11}" type="presOf" srcId="{F0E5F8C9-DE0E-4998-8E01-4FA6DC5F956C}" destId="{35F079E5-4479-4867-A82B-C14BCE3FE195}" srcOrd="0" destOrd="0" presId="urn:microsoft.com/office/officeart/2005/8/layout/hierarchy1"/>
    <dgm:cxn modelId="{AA440861-78C6-4C99-A775-8CB636941D35}" type="presOf" srcId="{A73D6374-71DD-424A-ACDD-7A1D64FA0359}" destId="{2DBCFB2A-3A26-4FCF-8FA8-F5FC002C3493}" srcOrd="0" destOrd="0" presId="urn:microsoft.com/office/officeart/2005/8/layout/hierarchy1"/>
    <dgm:cxn modelId="{20497E45-3676-4CA7-8D93-FBE78E17ED04}" type="presOf" srcId="{E32019EB-650E-4BB9-B063-9D731E28F61A}" destId="{F274E7BF-E8F4-4739-BFB9-B527D2008932}" srcOrd="0" destOrd="0" presId="urn:microsoft.com/office/officeart/2005/8/layout/hierarchy1"/>
    <dgm:cxn modelId="{76E1366A-CC31-444F-82F5-3FCC8617A75D}" srcId="{E32019EB-650E-4BB9-B063-9D731E28F61A}" destId="{F0E5F8C9-DE0E-4998-8E01-4FA6DC5F956C}" srcOrd="0" destOrd="0" parTransId="{A73D6374-71DD-424A-ACDD-7A1D64FA0359}" sibTransId="{185D2CC4-1C82-4CA6-9152-0A1DA4921D02}"/>
    <dgm:cxn modelId="{792470B1-0156-478A-A39B-F3CBC8B03A96}" type="presOf" srcId="{5DDA3512-B0F5-4973-A16D-8105A903023A}" destId="{8F7D9FF2-C32A-40A2-AD11-7715E54DC8AA}" srcOrd="0" destOrd="0" presId="urn:microsoft.com/office/officeart/2005/8/layout/hierarchy1"/>
    <dgm:cxn modelId="{C7FC51CC-B6CD-4250-BF0B-2E5B1D1F7430}" srcId="{E32019EB-650E-4BB9-B063-9D731E28F61A}" destId="{3587C561-CDC2-40C8-8C76-DD49EE059094}" srcOrd="2" destOrd="0" parTransId="{5DDA3512-B0F5-4973-A16D-8105A903023A}" sibTransId="{5E6B97C0-5AED-4207-8499-3630F329CAF0}"/>
    <dgm:cxn modelId="{5D2D95CF-1EEC-4D20-90B2-56999916F5BB}" srcId="{AF4CA0D9-C8D0-44AA-8F25-797CA6840642}" destId="{E32019EB-650E-4BB9-B063-9D731E28F61A}" srcOrd="0" destOrd="0" parTransId="{59510198-65AA-45F2-8CC2-66CEDF897F42}" sibTransId="{5F5B8A03-E818-4823-B05B-E991FD3E5DB8}"/>
    <dgm:cxn modelId="{04FDB0F4-7F89-4E98-9057-19FB710A19D4}" type="presOf" srcId="{AF4CA0D9-C8D0-44AA-8F25-797CA6840642}" destId="{D30CAE80-B653-4165-8F29-796C2D27BB25}" srcOrd="0" destOrd="0" presId="urn:microsoft.com/office/officeart/2005/8/layout/hierarchy1"/>
    <dgm:cxn modelId="{59AE8DF8-9632-439C-A090-6804157804D3}" type="presOf" srcId="{DCF60B11-A61C-4B22-BD09-045005A96D45}" destId="{F30078E9-E6B9-4D0B-B7D4-86B3BF5086EB}" srcOrd="0" destOrd="0" presId="urn:microsoft.com/office/officeart/2005/8/layout/hierarchy1"/>
    <dgm:cxn modelId="{0F54ACFF-AF6B-4FA4-9A22-AB3C7666E97B}" type="presOf" srcId="{3587C561-CDC2-40C8-8C76-DD49EE059094}" destId="{73B1D51B-3177-4FA9-947D-CD5F5ACD13C5}" srcOrd="0" destOrd="0" presId="urn:microsoft.com/office/officeart/2005/8/layout/hierarchy1"/>
    <dgm:cxn modelId="{EC45F3E5-4315-41AD-82D1-2EC68883B4FD}" type="presParOf" srcId="{D30CAE80-B653-4165-8F29-796C2D27BB25}" destId="{53B7CC80-818D-4D33-BC56-3A945A782E48}" srcOrd="0" destOrd="0" presId="urn:microsoft.com/office/officeart/2005/8/layout/hierarchy1"/>
    <dgm:cxn modelId="{F5DAA9B4-10E8-45E1-AB00-B8C4DFE3A0A8}" type="presParOf" srcId="{53B7CC80-818D-4D33-BC56-3A945A782E48}" destId="{EC6A7FF4-A6B5-4BA9-B68B-7242F3DA7BAF}" srcOrd="0" destOrd="0" presId="urn:microsoft.com/office/officeart/2005/8/layout/hierarchy1"/>
    <dgm:cxn modelId="{4E50887D-D341-4F86-8C8A-4A1DBFC4A1A6}" type="presParOf" srcId="{EC6A7FF4-A6B5-4BA9-B68B-7242F3DA7BAF}" destId="{143722F3-AC3D-404E-AA25-882B3D3524B9}" srcOrd="0" destOrd="0" presId="urn:microsoft.com/office/officeart/2005/8/layout/hierarchy1"/>
    <dgm:cxn modelId="{29486871-6449-4F28-BE2B-24EAF38D0C2A}" type="presParOf" srcId="{EC6A7FF4-A6B5-4BA9-B68B-7242F3DA7BAF}" destId="{F274E7BF-E8F4-4739-BFB9-B527D2008932}" srcOrd="1" destOrd="0" presId="urn:microsoft.com/office/officeart/2005/8/layout/hierarchy1"/>
    <dgm:cxn modelId="{DF6B626F-A865-400A-9297-FE48C6803F75}" type="presParOf" srcId="{53B7CC80-818D-4D33-BC56-3A945A782E48}" destId="{DA914BD0-BCA3-4E0F-969D-7A50CBC567B5}" srcOrd="1" destOrd="0" presId="urn:microsoft.com/office/officeart/2005/8/layout/hierarchy1"/>
    <dgm:cxn modelId="{97909361-38A8-4808-898F-57ABA922E604}" type="presParOf" srcId="{DA914BD0-BCA3-4E0F-969D-7A50CBC567B5}" destId="{2DBCFB2A-3A26-4FCF-8FA8-F5FC002C3493}" srcOrd="0" destOrd="0" presId="urn:microsoft.com/office/officeart/2005/8/layout/hierarchy1"/>
    <dgm:cxn modelId="{BB4F2E3F-B198-4B65-89BF-922056BBC58E}" type="presParOf" srcId="{DA914BD0-BCA3-4E0F-969D-7A50CBC567B5}" destId="{BA1C0886-60B7-46FA-B422-6F3144B404FA}" srcOrd="1" destOrd="0" presId="urn:microsoft.com/office/officeart/2005/8/layout/hierarchy1"/>
    <dgm:cxn modelId="{720C4CB6-F359-49F9-AA07-2338CDD9E97A}" type="presParOf" srcId="{BA1C0886-60B7-46FA-B422-6F3144B404FA}" destId="{13E8DF15-FC64-494D-9C54-1E85767C510C}" srcOrd="0" destOrd="0" presId="urn:microsoft.com/office/officeart/2005/8/layout/hierarchy1"/>
    <dgm:cxn modelId="{79DA2887-5399-4AE0-ADEF-E6CEFD714421}" type="presParOf" srcId="{13E8DF15-FC64-494D-9C54-1E85767C510C}" destId="{FBABB68C-F86A-4C63-BDB3-6A156208BD98}" srcOrd="0" destOrd="0" presId="urn:microsoft.com/office/officeart/2005/8/layout/hierarchy1"/>
    <dgm:cxn modelId="{1C8AB432-3CD2-4076-A847-8584195ED7C4}" type="presParOf" srcId="{13E8DF15-FC64-494D-9C54-1E85767C510C}" destId="{35F079E5-4479-4867-A82B-C14BCE3FE195}" srcOrd="1" destOrd="0" presId="urn:microsoft.com/office/officeart/2005/8/layout/hierarchy1"/>
    <dgm:cxn modelId="{87010D69-6D16-49D2-961E-CB986D1BB3C6}" type="presParOf" srcId="{BA1C0886-60B7-46FA-B422-6F3144B404FA}" destId="{0A5B0A1D-2A6D-498D-813C-A59F21761565}" srcOrd="1" destOrd="0" presId="urn:microsoft.com/office/officeart/2005/8/layout/hierarchy1"/>
    <dgm:cxn modelId="{C05F6B0A-EFA6-4526-8FFE-7B0B2C36267C}" type="presParOf" srcId="{DA914BD0-BCA3-4E0F-969D-7A50CBC567B5}" destId="{F30078E9-E6B9-4D0B-B7D4-86B3BF5086EB}" srcOrd="2" destOrd="0" presId="urn:microsoft.com/office/officeart/2005/8/layout/hierarchy1"/>
    <dgm:cxn modelId="{93A1C586-D47E-45B3-8141-B15DFFF9E50C}" type="presParOf" srcId="{DA914BD0-BCA3-4E0F-969D-7A50CBC567B5}" destId="{E544A011-DC00-4932-BCD3-A3574345C6A3}" srcOrd="3" destOrd="0" presId="urn:microsoft.com/office/officeart/2005/8/layout/hierarchy1"/>
    <dgm:cxn modelId="{71996388-C43E-4287-B8B0-56CCE8721120}" type="presParOf" srcId="{E544A011-DC00-4932-BCD3-A3574345C6A3}" destId="{B85CEE71-3CAA-414F-8B73-BFE124639823}" srcOrd="0" destOrd="0" presId="urn:microsoft.com/office/officeart/2005/8/layout/hierarchy1"/>
    <dgm:cxn modelId="{0778908E-B9BB-4E80-8DFF-DBEFF6C04561}" type="presParOf" srcId="{B85CEE71-3CAA-414F-8B73-BFE124639823}" destId="{E5D870D7-26DF-44C6-B6B9-78939F9932DA}" srcOrd="0" destOrd="0" presId="urn:microsoft.com/office/officeart/2005/8/layout/hierarchy1"/>
    <dgm:cxn modelId="{8264CE2F-D501-4323-99B3-4D9817C05C9D}" type="presParOf" srcId="{B85CEE71-3CAA-414F-8B73-BFE124639823}" destId="{F329F8A8-7579-40AE-B5A7-404EEA037C9F}" srcOrd="1" destOrd="0" presId="urn:microsoft.com/office/officeart/2005/8/layout/hierarchy1"/>
    <dgm:cxn modelId="{8DCCF2F7-CB06-4134-BBA2-47A7404161E7}" type="presParOf" srcId="{E544A011-DC00-4932-BCD3-A3574345C6A3}" destId="{98D48B96-9D01-44A2-BE77-6F40BD3FC161}" srcOrd="1" destOrd="0" presId="urn:microsoft.com/office/officeart/2005/8/layout/hierarchy1"/>
    <dgm:cxn modelId="{8FAE5547-A87C-44BC-8F5B-6A5A4FD37BB5}" type="presParOf" srcId="{DA914BD0-BCA3-4E0F-969D-7A50CBC567B5}" destId="{8F7D9FF2-C32A-40A2-AD11-7715E54DC8AA}" srcOrd="4" destOrd="0" presId="urn:microsoft.com/office/officeart/2005/8/layout/hierarchy1"/>
    <dgm:cxn modelId="{BC3433BA-20D9-4EC4-B622-BF2DB5713508}" type="presParOf" srcId="{DA914BD0-BCA3-4E0F-969D-7A50CBC567B5}" destId="{A53AF831-3473-40CA-8E56-E08E2DFD80AA}" srcOrd="5" destOrd="0" presId="urn:microsoft.com/office/officeart/2005/8/layout/hierarchy1"/>
    <dgm:cxn modelId="{ABFAA8D2-D391-431D-BCBE-8A1CEF303676}" type="presParOf" srcId="{A53AF831-3473-40CA-8E56-E08E2DFD80AA}" destId="{469E86E4-D7AF-455E-94FF-2DC72E1E8CAD}" srcOrd="0" destOrd="0" presId="urn:microsoft.com/office/officeart/2005/8/layout/hierarchy1"/>
    <dgm:cxn modelId="{C658DA9B-3AFD-4A8B-8074-2DDF65002774}" type="presParOf" srcId="{469E86E4-D7AF-455E-94FF-2DC72E1E8CAD}" destId="{E1AD5217-08CA-4F02-A407-8C516805B647}" srcOrd="0" destOrd="0" presId="urn:microsoft.com/office/officeart/2005/8/layout/hierarchy1"/>
    <dgm:cxn modelId="{381E77B5-C743-46D4-B376-9CE43E920EBD}" type="presParOf" srcId="{469E86E4-D7AF-455E-94FF-2DC72E1E8CAD}" destId="{73B1D51B-3177-4FA9-947D-CD5F5ACD13C5}" srcOrd="1" destOrd="0" presId="urn:microsoft.com/office/officeart/2005/8/layout/hierarchy1"/>
    <dgm:cxn modelId="{CBF6FAA6-4833-441C-BD84-4103E8962B1D}" type="presParOf" srcId="{A53AF831-3473-40CA-8E56-E08E2DFD80AA}" destId="{26D92B63-7A20-4272-B1B7-AF872079586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1. How many objects relevant to DCR are present in VEEVA?</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1</a:t>
          </a:r>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6D54E985-EA4E-4554-9098-7D9DFCB568FB}">
      <dgm:prSet custT="1"/>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975E58AD-771C-4495-9182-343347BE4736}" type="sibTrans" cxnId="{11D6C4BB-074E-4D9C-AAC9-034D33A24B9E}">
      <dgm:prSet/>
      <dgm:spPr/>
      <dgm:t>
        <a:bodyPr/>
        <a:lstStyle/>
        <a:p>
          <a:endParaRPr lang="en-US"/>
        </a:p>
      </dgm:t>
    </dgm:pt>
    <dgm:pt modelId="{EFE2E122-E8E0-40DB-A672-361CAC834494}" type="parTrans" cxnId="{11D6C4BB-074E-4D9C-AAC9-034D33A24B9E}">
      <dgm:prSet/>
      <dgm:spPr/>
      <dgm:t>
        <a:bodyPr/>
        <a:lstStyle/>
        <a:p>
          <a:endParaRPr lang="en-US"/>
        </a:p>
      </dgm:t>
    </dgm:pt>
    <dgm:pt modelId="{07EB2BAC-FB3E-4728-99FE-9116A9C974C9}">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2</a:t>
          </a:r>
        </a:p>
      </dgm:t>
    </dgm:pt>
    <dgm:pt modelId="{C952A1BC-5321-4E14-82A8-5C7488F8046B}" type="parTrans" cxnId="{C50695DA-C148-4A12-A69D-044874A321A3}">
      <dgm:prSet/>
      <dgm:spPr/>
      <dgm:t>
        <a:bodyPr/>
        <a:lstStyle/>
        <a:p>
          <a:endParaRPr lang="en-IN"/>
        </a:p>
      </dgm:t>
    </dgm:pt>
    <dgm:pt modelId="{BB5AB85E-F3EE-4785-9D98-397A1E1D7E37}" type="sibTrans" cxnId="{C50695DA-C148-4A12-A69D-044874A321A3}">
      <dgm:prSet/>
      <dgm:spPr/>
      <dgm:t>
        <a:bodyPr/>
        <a:lstStyle/>
        <a:p>
          <a:endParaRPr lang="en-IN"/>
        </a:p>
      </dgm:t>
    </dgm:pt>
    <dgm:pt modelId="{40292EF9-81BE-4D5A-9EDE-1E85371B559C}">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3</a:t>
          </a:r>
        </a:p>
      </dgm:t>
    </dgm:pt>
    <dgm:pt modelId="{DE2D4788-0A16-4072-8208-101C1A5046EB}" type="parTrans" cxnId="{357E60C2-7B54-42FE-8C87-758624F6C48A}">
      <dgm:prSet/>
      <dgm:spPr/>
      <dgm:t>
        <a:bodyPr/>
        <a:lstStyle/>
        <a:p>
          <a:endParaRPr lang="en-IN"/>
        </a:p>
      </dgm:t>
    </dgm:pt>
    <dgm:pt modelId="{C9125439-931E-49D8-A9D8-C61620F60959}" type="sibTrans" cxnId="{357E60C2-7B54-42FE-8C87-758624F6C48A}">
      <dgm:prSet/>
      <dgm:spPr/>
      <dgm:t>
        <a:bodyPr/>
        <a:lstStyle/>
        <a:p>
          <a:endParaRPr lang="en-IN"/>
        </a:p>
      </dgm:t>
    </dgm:pt>
    <dgm:pt modelId="{52D3FBAB-F039-4368-8FE8-F517667DF12A}">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4</a:t>
          </a:r>
        </a:p>
      </dgm:t>
    </dgm:pt>
    <dgm:pt modelId="{23A6B882-B51F-4384-BB2A-4B21F45E7933}" type="parTrans" cxnId="{3098AD81-61A7-420A-BA58-7B40A63DEF2B}">
      <dgm:prSet/>
      <dgm:spPr/>
      <dgm:t>
        <a:bodyPr/>
        <a:lstStyle/>
        <a:p>
          <a:endParaRPr lang="en-IN"/>
        </a:p>
      </dgm:t>
    </dgm:pt>
    <dgm:pt modelId="{F864F94A-348F-49AE-8149-0AA3F67D6B2B}" type="sibTrans" cxnId="{3098AD81-61A7-420A-BA58-7B40A63DEF2B}">
      <dgm:prSet/>
      <dgm:spPr/>
      <dgm:t>
        <a:bodyPr/>
        <a:lstStyle/>
        <a:p>
          <a:endParaRPr lang="en-IN"/>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81648" custLinFactNeighborY="10893">
        <dgm:presLayoutVars>
          <dgm:bulletEnabled val="1"/>
        </dgm:presLayoutVars>
      </dgm:prSet>
      <dgm:spPr/>
    </dgm:pt>
  </dgm:ptLst>
  <dgm:cxnLst>
    <dgm:cxn modelId="{00383016-437F-46B6-8E62-C1930665B545}" type="presOf" srcId="{6D54E985-EA4E-4554-9098-7D9DFCB568FB}" destId="{0EBE7C70-51AD-4402-A9D8-36889ADBC56A}" srcOrd="0" destOrd="4" presId="urn:microsoft.com/office/officeart/2005/8/layout/vList2"/>
    <dgm:cxn modelId="{3E0D5317-683C-4A83-BE55-4ACDCF76BB81}" type="presOf" srcId="{07EB2BAC-FB3E-4728-99FE-9116A9C974C9}" destId="{0EBE7C70-51AD-4402-A9D8-36889ADBC56A}" srcOrd="0" destOrd="1" presId="urn:microsoft.com/office/officeart/2005/8/layout/vList2"/>
    <dgm:cxn modelId="{5CC33C6A-1310-4728-B3B6-5B6B8E4C6677}" type="presOf" srcId="{52D3FBAB-F039-4368-8FE8-F517667DF12A}" destId="{0EBE7C70-51AD-4402-A9D8-36889ADBC56A}" srcOrd="0" destOrd="3" presId="urn:microsoft.com/office/officeart/2005/8/layout/vList2"/>
    <dgm:cxn modelId="{940CB553-DACB-4982-BC28-54AA51C221EA}" type="presOf" srcId="{40292EF9-81BE-4D5A-9EDE-1E85371B559C}" destId="{0EBE7C70-51AD-4402-A9D8-36889ADBC56A}" srcOrd="0" destOrd="2" presId="urn:microsoft.com/office/officeart/2005/8/layout/vList2"/>
    <dgm:cxn modelId="{3098AD81-61A7-420A-BA58-7B40A63DEF2B}" srcId="{2C8EA471-3542-4573-A8BF-295862507B6E}" destId="{52D3FBAB-F039-4368-8FE8-F517667DF12A}" srcOrd="3" destOrd="0" parTransId="{23A6B882-B51F-4384-BB2A-4B21F45E7933}" sibTransId="{F864F94A-348F-49AE-8149-0AA3F67D6B2B}"/>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11D6C4BB-074E-4D9C-AAC9-034D33A24B9E}" srcId="{2C8EA471-3542-4573-A8BF-295862507B6E}" destId="{6D54E985-EA4E-4554-9098-7D9DFCB568FB}" srcOrd="4" destOrd="0" parTransId="{EFE2E122-E8E0-40DB-A672-361CAC834494}" sibTransId="{975E58AD-771C-4495-9182-343347BE4736}"/>
    <dgm:cxn modelId="{42C701BD-9304-43B0-BEE0-4718A400C443}" type="presOf" srcId="{D073AE1F-622F-41F3-83F6-04C7A451C39E}" destId="{0EBE7C70-51AD-4402-A9D8-36889ADBC56A}" srcOrd="0" destOrd="0" presId="urn:microsoft.com/office/officeart/2005/8/layout/vList2"/>
    <dgm:cxn modelId="{357E60C2-7B54-42FE-8C87-758624F6C48A}" srcId="{2C8EA471-3542-4573-A8BF-295862507B6E}" destId="{40292EF9-81BE-4D5A-9EDE-1E85371B559C}" srcOrd="2" destOrd="0" parTransId="{DE2D4788-0A16-4072-8208-101C1A5046EB}" sibTransId="{C9125439-931E-49D8-A9D8-C61620F60959}"/>
    <dgm:cxn modelId="{C50695DA-C148-4A12-A69D-044874A321A3}" srcId="{2C8EA471-3542-4573-A8BF-295862507B6E}" destId="{07EB2BAC-FB3E-4728-99FE-9116A9C974C9}" srcOrd="1" destOrd="0" parTransId="{C952A1BC-5321-4E14-82A8-5C7488F8046B}" sibTransId="{BB5AB85E-F3EE-4785-9D98-397A1E1D7E37}"/>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2. </a:t>
          </a:r>
          <a:r>
            <a:rPr lang="en-US" sz="1800" dirty="0">
              <a:latin typeface="Arial" panose="020B0604020202020204" pitchFamily="34" charset="0"/>
              <a:cs typeface="Arial" panose="020B0604020202020204" pitchFamily="34" charset="0"/>
            </a:rPr>
            <a:t>What are the key fields needed to enter in VEEVA while creating a new Account DCR?</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1768">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Notes</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3.Which one from following cannot be a Status of DCR?</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1768">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Accepted</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DCR process cannot be used in Third party validation services?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1768">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False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How many types of Results in DCR header are present in VEEVA?</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21773" custLinFactNeighborY="42026">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3</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85981"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7D9FF2-C32A-40A2-AD11-7715E54DC8AA}">
      <dsp:nvSpPr>
        <dsp:cNvPr id="0" name=""/>
        <dsp:cNvSpPr/>
      </dsp:nvSpPr>
      <dsp:spPr>
        <a:xfrm>
          <a:off x="4460812" y="1489611"/>
          <a:ext cx="2712300" cy="441450"/>
        </a:xfrm>
        <a:custGeom>
          <a:avLst/>
          <a:gdLst/>
          <a:ahLst/>
          <a:cxnLst/>
          <a:rect l="0" t="0" r="0" b="0"/>
          <a:pathLst>
            <a:path>
              <a:moveTo>
                <a:pt x="0" y="0"/>
              </a:moveTo>
              <a:lnTo>
                <a:pt x="0" y="306684"/>
              </a:lnTo>
              <a:lnTo>
                <a:pt x="2712300" y="306684"/>
              </a:lnTo>
              <a:lnTo>
                <a:pt x="2712300" y="441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0078E9-E6B9-4D0B-B7D4-86B3BF5086EB}">
      <dsp:nvSpPr>
        <dsp:cNvPr id="0" name=""/>
        <dsp:cNvSpPr/>
      </dsp:nvSpPr>
      <dsp:spPr>
        <a:xfrm>
          <a:off x="4265477" y="1489611"/>
          <a:ext cx="195334" cy="422457"/>
        </a:xfrm>
        <a:custGeom>
          <a:avLst/>
          <a:gdLst/>
          <a:ahLst/>
          <a:cxnLst/>
          <a:rect l="0" t="0" r="0" b="0"/>
          <a:pathLst>
            <a:path>
              <a:moveTo>
                <a:pt x="195334" y="0"/>
              </a:moveTo>
              <a:lnTo>
                <a:pt x="195334" y="287692"/>
              </a:lnTo>
              <a:lnTo>
                <a:pt x="0" y="287692"/>
              </a:lnTo>
              <a:lnTo>
                <a:pt x="0" y="4224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BCFB2A-3A26-4FCF-8FA8-F5FC002C3493}">
      <dsp:nvSpPr>
        <dsp:cNvPr id="0" name=""/>
        <dsp:cNvSpPr/>
      </dsp:nvSpPr>
      <dsp:spPr>
        <a:xfrm>
          <a:off x="1378551" y="1489611"/>
          <a:ext cx="3082261" cy="431842"/>
        </a:xfrm>
        <a:custGeom>
          <a:avLst/>
          <a:gdLst/>
          <a:ahLst/>
          <a:cxnLst/>
          <a:rect l="0" t="0" r="0" b="0"/>
          <a:pathLst>
            <a:path>
              <a:moveTo>
                <a:pt x="3082261" y="0"/>
              </a:moveTo>
              <a:lnTo>
                <a:pt x="3082261" y="297077"/>
              </a:lnTo>
              <a:lnTo>
                <a:pt x="0" y="297077"/>
              </a:lnTo>
              <a:lnTo>
                <a:pt x="0" y="43184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3722F3-AC3D-404E-AA25-882B3D3524B9}">
      <dsp:nvSpPr>
        <dsp:cNvPr id="0" name=""/>
        <dsp:cNvSpPr/>
      </dsp:nvSpPr>
      <dsp:spPr>
        <a:xfrm>
          <a:off x="2850936" y="565854"/>
          <a:ext cx="3219752" cy="9237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74E7BF-E8F4-4739-BFB9-B527D2008932}">
      <dsp:nvSpPr>
        <dsp:cNvPr id="0" name=""/>
        <dsp:cNvSpPr/>
      </dsp:nvSpPr>
      <dsp:spPr>
        <a:xfrm>
          <a:off x="3012573" y="719409"/>
          <a:ext cx="3219752" cy="9237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itchFamily="34" charset="0"/>
              <a:cs typeface="Arial" pitchFamily="34" charset="0"/>
            </a:rPr>
            <a:t>Type Of DCRs</a:t>
          </a:r>
        </a:p>
      </dsp:txBody>
      <dsp:txXfrm>
        <a:off x="3039629" y="746465"/>
        <a:ext cx="3165640" cy="869645"/>
      </dsp:txXfrm>
    </dsp:sp>
    <dsp:sp modelId="{FBABB68C-F86A-4C63-BDB3-6A156208BD98}">
      <dsp:nvSpPr>
        <dsp:cNvPr id="0" name=""/>
        <dsp:cNvSpPr/>
      </dsp:nvSpPr>
      <dsp:spPr>
        <a:xfrm>
          <a:off x="1818" y="1921454"/>
          <a:ext cx="2753466" cy="9237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F079E5-4479-4867-A82B-C14BCE3FE195}">
      <dsp:nvSpPr>
        <dsp:cNvPr id="0" name=""/>
        <dsp:cNvSpPr/>
      </dsp:nvSpPr>
      <dsp:spPr>
        <a:xfrm>
          <a:off x="163455" y="2075010"/>
          <a:ext cx="2753466" cy="9237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itchFamily="34" charset="0"/>
              <a:cs typeface="Arial" pitchFamily="34" charset="0"/>
            </a:rPr>
            <a:t>New Account DCR</a:t>
          </a:r>
        </a:p>
      </dsp:txBody>
      <dsp:txXfrm>
        <a:off x="190511" y="2102066"/>
        <a:ext cx="2699354" cy="869645"/>
      </dsp:txXfrm>
    </dsp:sp>
    <dsp:sp modelId="{E5D870D7-26DF-44C6-B6B9-78939F9932DA}">
      <dsp:nvSpPr>
        <dsp:cNvPr id="0" name=""/>
        <dsp:cNvSpPr/>
      </dsp:nvSpPr>
      <dsp:spPr>
        <a:xfrm>
          <a:off x="3041026" y="1912069"/>
          <a:ext cx="2448902" cy="9237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29F8A8-7579-40AE-B5A7-404EEA037C9F}">
      <dsp:nvSpPr>
        <dsp:cNvPr id="0" name=""/>
        <dsp:cNvSpPr/>
      </dsp:nvSpPr>
      <dsp:spPr>
        <a:xfrm>
          <a:off x="3202663" y="2065624"/>
          <a:ext cx="2448902" cy="9237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itchFamily="34" charset="0"/>
              <a:cs typeface="Arial" pitchFamily="34" charset="0"/>
            </a:rPr>
            <a:t>New Address DCR</a:t>
          </a:r>
        </a:p>
      </dsp:txBody>
      <dsp:txXfrm>
        <a:off x="3229719" y="2092680"/>
        <a:ext cx="2394790" cy="869645"/>
      </dsp:txXfrm>
    </dsp:sp>
    <dsp:sp modelId="{E1AD5217-08CA-4F02-A407-8C516805B647}">
      <dsp:nvSpPr>
        <dsp:cNvPr id="0" name=""/>
        <dsp:cNvSpPr/>
      </dsp:nvSpPr>
      <dsp:spPr>
        <a:xfrm>
          <a:off x="5742765" y="1931061"/>
          <a:ext cx="2860694" cy="9237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B1D51B-3177-4FA9-947D-CD5F5ACD13C5}">
      <dsp:nvSpPr>
        <dsp:cNvPr id="0" name=""/>
        <dsp:cNvSpPr/>
      </dsp:nvSpPr>
      <dsp:spPr>
        <a:xfrm>
          <a:off x="5904402" y="2084617"/>
          <a:ext cx="2860694" cy="9237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itchFamily="34" charset="0"/>
              <a:cs typeface="Arial" pitchFamily="34" charset="0"/>
            </a:rPr>
            <a:t>New Child Account DCR</a:t>
          </a:r>
        </a:p>
      </dsp:txBody>
      <dsp:txXfrm>
        <a:off x="5931458" y="2111673"/>
        <a:ext cx="2806582" cy="8696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7D9FF2-C32A-40A2-AD11-7715E54DC8AA}">
      <dsp:nvSpPr>
        <dsp:cNvPr id="0" name=""/>
        <dsp:cNvSpPr/>
      </dsp:nvSpPr>
      <dsp:spPr>
        <a:xfrm>
          <a:off x="3831090" y="1035558"/>
          <a:ext cx="2613274" cy="498945"/>
        </a:xfrm>
        <a:custGeom>
          <a:avLst/>
          <a:gdLst/>
          <a:ahLst/>
          <a:cxnLst/>
          <a:rect l="0" t="0" r="0" b="0"/>
          <a:pathLst>
            <a:path>
              <a:moveTo>
                <a:pt x="0" y="0"/>
              </a:moveTo>
              <a:lnTo>
                <a:pt x="0" y="377871"/>
              </a:lnTo>
              <a:lnTo>
                <a:pt x="2613274" y="377871"/>
              </a:lnTo>
              <a:lnTo>
                <a:pt x="2613274" y="498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0078E9-E6B9-4D0B-B7D4-86B3BF5086EB}">
      <dsp:nvSpPr>
        <dsp:cNvPr id="0" name=""/>
        <dsp:cNvSpPr/>
      </dsp:nvSpPr>
      <dsp:spPr>
        <a:xfrm>
          <a:off x="3785370" y="1035558"/>
          <a:ext cx="91440" cy="481882"/>
        </a:xfrm>
        <a:custGeom>
          <a:avLst/>
          <a:gdLst/>
          <a:ahLst/>
          <a:cxnLst/>
          <a:rect l="0" t="0" r="0" b="0"/>
          <a:pathLst>
            <a:path>
              <a:moveTo>
                <a:pt x="45720" y="0"/>
              </a:moveTo>
              <a:lnTo>
                <a:pt x="45720" y="360808"/>
              </a:lnTo>
              <a:lnTo>
                <a:pt x="46759" y="360808"/>
              </a:lnTo>
              <a:lnTo>
                <a:pt x="46759" y="4818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BCFB2A-3A26-4FCF-8FA8-F5FC002C3493}">
      <dsp:nvSpPr>
        <dsp:cNvPr id="0" name=""/>
        <dsp:cNvSpPr/>
      </dsp:nvSpPr>
      <dsp:spPr>
        <a:xfrm>
          <a:off x="1238498" y="1035558"/>
          <a:ext cx="2592592" cy="490314"/>
        </a:xfrm>
        <a:custGeom>
          <a:avLst/>
          <a:gdLst/>
          <a:ahLst/>
          <a:cxnLst/>
          <a:rect l="0" t="0" r="0" b="0"/>
          <a:pathLst>
            <a:path>
              <a:moveTo>
                <a:pt x="2592592" y="0"/>
              </a:moveTo>
              <a:lnTo>
                <a:pt x="2592592" y="369240"/>
              </a:lnTo>
              <a:lnTo>
                <a:pt x="0" y="369240"/>
              </a:lnTo>
              <a:lnTo>
                <a:pt x="0" y="4903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3722F3-AC3D-404E-AA25-882B3D3524B9}">
      <dsp:nvSpPr>
        <dsp:cNvPr id="0" name=""/>
        <dsp:cNvSpPr/>
      </dsp:nvSpPr>
      <dsp:spPr>
        <a:xfrm>
          <a:off x="2384768" y="205650"/>
          <a:ext cx="2892643" cy="8299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74E7BF-E8F4-4739-BFB9-B527D2008932}">
      <dsp:nvSpPr>
        <dsp:cNvPr id="0" name=""/>
        <dsp:cNvSpPr/>
      </dsp:nvSpPr>
      <dsp:spPr>
        <a:xfrm>
          <a:off x="2529984" y="343605"/>
          <a:ext cx="2892643" cy="8299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itchFamily="34" charset="0"/>
              <a:cs typeface="Arial" pitchFamily="34" charset="0"/>
            </a:rPr>
            <a:t>DCR Objects </a:t>
          </a:r>
        </a:p>
      </dsp:txBody>
      <dsp:txXfrm>
        <a:off x="2554291" y="367912"/>
        <a:ext cx="2844029" cy="781294"/>
      </dsp:txXfrm>
    </dsp:sp>
    <dsp:sp modelId="{FBABB68C-F86A-4C63-BDB3-6A156208BD98}">
      <dsp:nvSpPr>
        <dsp:cNvPr id="0" name=""/>
        <dsp:cNvSpPr/>
      </dsp:nvSpPr>
      <dsp:spPr>
        <a:xfrm>
          <a:off x="1633" y="1525873"/>
          <a:ext cx="2473729" cy="8299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F079E5-4479-4867-A82B-C14BCE3FE195}">
      <dsp:nvSpPr>
        <dsp:cNvPr id="0" name=""/>
        <dsp:cNvSpPr/>
      </dsp:nvSpPr>
      <dsp:spPr>
        <a:xfrm>
          <a:off x="146849" y="1663828"/>
          <a:ext cx="2473729" cy="8299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itchFamily="34" charset="0"/>
              <a:cs typeface="Arial" pitchFamily="34" charset="0"/>
            </a:rPr>
            <a:t>Data Change Request Header</a:t>
          </a:r>
        </a:p>
      </dsp:txBody>
      <dsp:txXfrm>
        <a:off x="171156" y="1688135"/>
        <a:ext cx="2425115" cy="781294"/>
      </dsp:txXfrm>
    </dsp:sp>
    <dsp:sp modelId="{E5D870D7-26DF-44C6-B6B9-78939F9932DA}">
      <dsp:nvSpPr>
        <dsp:cNvPr id="0" name=""/>
        <dsp:cNvSpPr/>
      </dsp:nvSpPr>
      <dsp:spPr>
        <a:xfrm>
          <a:off x="2732075" y="1517441"/>
          <a:ext cx="2200107" cy="8299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29F8A8-7579-40AE-B5A7-404EEA037C9F}">
      <dsp:nvSpPr>
        <dsp:cNvPr id="0" name=""/>
        <dsp:cNvSpPr/>
      </dsp:nvSpPr>
      <dsp:spPr>
        <a:xfrm>
          <a:off x="2877291" y="1655396"/>
          <a:ext cx="2200107" cy="8299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itchFamily="34" charset="0"/>
              <a:cs typeface="Arial" pitchFamily="34" charset="0"/>
            </a:rPr>
            <a:t>Data Change Request Lines</a:t>
          </a:r>
        </a:p>
      </dsp:txBody>
      <dsp:txXfrm>
        <a:off x="2901598" y="1679703"/>
        <a:ext cx="2151493" cy="781294"/>
      </dsp:txXfrm>
    </dsp:sp>
    <dsp:sp modelId="{E1AD5217-08CA-4F02-A407-8C516805B647}">
      <dsp:nvSpPr>
        <dsp:cNvPr id="0" name=""/>
        <dsp:cNvSpPr/>
      </dsp:nvSpPr>
      <dsp:spPr>
        <a:xfrm>
          <a:off x="5159332" y="1534504"/>
          <a:ext cx="2570063" cy="8299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B1D51B-3177-4FA9-947D-CD5F5ACD13C5}">
      <dsp:nvSpPr>
        <dsp:cNvPr id="0" name=""/>
        <dsp:cNvSpPr/>
      </dsp:nvSpPr>
      <dsp:spPr>
        <a:xfrm>
          <a:off x="5304548" y="1672459"/>
          <a:ext cx="2570063" cy="8299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itchFamily="34" charset="0"/>
              <a:cs typeface="Arial" pitchFamily="34" charset="0"/>
            </a:rPr>
            <a:t>DCR Field Type</a:t>
          </a:r>
        </a:p>
      </dsp:txBody>
      <dsp:txXfrm>
        <a:off x="5328855" y="1696766"/>
        <a:ext cx="2521449" cy="7812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06334"/>
          <a:ext cx="8333885" cy="129601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1. How many objects relevant to DCR are present in VEEVA?</a:t>
          </a:r>
          <a:endParaRPr lang="en-US" sz="1800" kern="1200" dirty="0">
            <a:solidFill>
              <a:schemeClr val="bg1"/>
            </a:solidFill>
            <a:latin typeface="Arial" panose="020B0604020202020204" pitchFamily="34" charset="0"/>
            <a:cs typeface="Arial" panose="020B0604020202020204" pitchFamily="34" charset="0"/>
          </a:endParaRPr>
        </a:p>
      </dsp:txBody>
      <dsp:txXfrm>
        <a:off x="63266" y="169600"/>
        <a:ext cx="8207353" cy="1169482"/>
      </dsp:txXfrm>
    </dsp:sp>
    <dsp:sp modelId="{0EBE7C70-51AD-4402-A9D8-36889ADBC56A}">
      <dsp:nvSpPr>
        <dsp:cNvPr id="0" name=""/>
        <dsp:cNvSpPr/>
      </dsp:nvSpPr>
      <dsp:spPr>
        <a:xfrm>
          <a:off x="0" y="1727113"/>
          <a:ext cx="8333885" cy="1188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1</a:t>
          </a:r>
          <a:endParaRPr lang="en-US"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2</a:t>
          </a: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3</a:t>
          </a: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4</a:t>
          </a:r>
        </a:p>
        <a:p>
          <a:pPr marL="171450" lvl="1" indent="-171450" algn="l" defTabSz="800100">
            <a:lnSpc>
              <a:spcPct val="90000"/>
            </a:lnSpc>
            <a:spcBef>
              <a:spcPct val="0"/>
            </a:spcBef>
            <a:spcAft>
              <a:spcPct val="20000"/>
            </a:spcAft>
            <a:buChar char="•"/>
          </a:pPr>
          <a:endParaRPr lang="en-US" sz="1800" kern="1200" dirty="0">
            <a:solidFill>
              <a:schemeClr val="bg1">
                <a:lumMod val="95000"/>
              </a:schemeClr>
            </a:solidFill>
            <a:latin typeface="Arial" panose="020B0604020202020204" pitchFamily="34" charset="0"/>
            <a:cs typeface="Arial" panose="020B0604020202020204" pitchFamily="34" charset="0"/>
          </a:endParaRPr>
        </a:p>
      </dsp:txBody>
      <dsp:txXfrm>
        <a:off x="0" y="1727113"/>
        <a:ext cx="8333885" cy="11886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80514"/>
          <a:ext cx="8333885" cy="94868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2. </a:t>
          </a:r>
          <a:r>
            <a:rPr lang="en-US" sz="1800" kern="1200" dirty="0">
              <a:latin typeface="Arial" panose="020B0604020202020204" pitchFamily="34" charset="0"/>
              <a:cs typeface="Arial" panose="020B0604020202020204" pitchFamily="34" charset="0"/>
            </a:rPr>
            <a:t>What are the key fields needed to enter in VEEVA while creating a new Account DCR?</a:t>
          </a:r>
          <a:endParaRPr lang="en-US" sz="1800" kern="1200" dirty="0">
            <a:solidFill>
              <a:schemeClr val="bg1"/>
            </a:solidFill>
            <a:latin typeface="Arial" panose="020B0604020202020204" pitchFamily="34" charset="0"/>
            <a:cs typeface="Arial" panose="020B0604020202020204" pitchFamily="34" charset="0"/>
          </a:endParaRPr>
        </a:p>
      </dsp:txBody>
      <dsp:txXfrm>
        <a:off x="46311" y="526825"/>
        <a:ext cx="8241263" cy="856065"/>
      </dsp:txXfrm>
    </dsp:sp>
    <dsp:sp modelId="{0EBE7C70-51AD-4402-A9D8-36889ADBC56A}">
      <dsp:nvSpPr>
        <dsp:cNvPr id="0" name=""/>
        <dsp:cNvSpPr/>
      </dsp:nvSpPr>
      <dsp:spPr>
        <a:xfrm>
          <a:off x="0" y="949565"/>
          <a:ext cx="8333885"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1120" rIns="398272" bIns="71120" numCol="1" spcCol="1270" anchor="t" anchorCtr="0">
          <a:noAutofit/>
        </a:bodyPr>
        <a:lstStyle/>
        <a:p>
          <a:pPr marL="285750" lvl="1" indent="-285750" algn="l" defTabSz="1955800">
            <a:lnSpc>
              <a:spcPct val="90000"/>
            </a:lnSpc>
            <a:spcBef>
              <a:spcPct val="0"/>
            </a:spcBef>
            <a:spcAft>
              <a:spcPct val="20000"/>
            </a:spcAft>
            <a:buChar char="•"/>
          </a:pPr>
          <a:endParaRPr lang="en-US" sz="4400" kern="1200" dirty="0">
            <a:solidFill>
              <a:schemeClr val="bg1">
                <a:lumMod val="95000"/>
              </a:schemeClr>
            </a:solidFill>
            <a:latin typeface="Arial" panose="020B0604020202020204" pitchFamily="34" charset="0"/>
            <a:cs typeface="Arial" panose="020B0604020202020204" pitchFamily="34" charset="0"/>
          </a:endParaRPr>
        </a:p>
      </dsp:txBody>
      <dsp:txXfrm>
        <a:off x="0" y="949565"/>
        <a:ext cx="8333885" cy="9273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Notes</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80514"/>
          <a:ext cx="8333885" cy="94868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3.Which one from following cannot be a Status of DCR?</a:t>
          </a:r>
          <a:endParaRPr lang="en-US" sz="1800" kern="1200" dirty="0">
            <a:solidFill>
              <a:schemeClr val="bg1"/>
            </a:solidFill>
            <a:latin typeface="Arial" panose="020B0604020202020204" pitchFamily="34" charset="0"/>
            <a:cs typeface="Arial" panose="020B0604020202020204" pitchFamily="34" charset="0"/>
          </a:endParaRPr>
        </a:p>
      </dsp:txBody>
      <dsp:txXfrm>
        <a:off x="46311" y="526825"/>
        <a:ext cx="8241263" cy="856065"/>
      </dsp:txXfrm>
    </dsp:sp>
    <dsp:sp modelId="{0EBE7C70-51AD-4402-A9D8-36889ADBC56A}">
      <dsp:nvSpPr>
        <dsp:cNvPr id="0" name=""/>
        <dsp:cNvSpPr/>
      </dsp:nvSpPr>
      <dsp:spPr>
        <a:xfrm>
          <a:off x="0" y="949565"/>
          <a:ext cx="8333885"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1120" rIns="398272" bIns="71120" numCol="1" spcCol="1270" anchor="t" anchorCtr="0">
          <a:noAutofit/>
        </a:bodyPr>
        <a:lstStyle/>
        <a:p>
          <a:pPr marL="285750" lvl="1" indent="-285750" algn="l" defTabSz="1955800">
            <a:lnSpc>
              <a:spcPct val="90000"/>
            </a:lnSpc>
            <a:spcBef>
              <a:spcPct val="0"/>
            </a:spcBef>
            <a:spcAft>
              <a:spcPct val="20000"/>
            </a:spcAft>
            <a:buChar char="•"/>
          </a:pPr>
          <a:endParaRPr lang="en-US" sz="4400" kern="1200" dirty="0">
            <a:solidFill>
              <a:schemeClr val="bg1">
                <a:lumMod val="95000"/>
              </a:schemeClr>
            </a:solidFill>
            <a:latin typeface="Arial" panose="020B0604020202020204" pitchFamily="34" charset="0"/>
            <a:cs typeface="Arial" panose="020B0604020202020204" pitchFamily="34" charset="0"/>
          </a:endParaRPr>
        </a:p>
      </dsp:txBody>
      <dsp:txXfrm>
        <a:off x="0" y="949565"/>
        <a:ext cx="8333885" cy="9273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Accepted</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80514"/>
          <a:ext cx="8333885" cy="94868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DCR process cannot be used in Third party validation services?</a:t>
          </a:r>
          <a:endParaRPr lang="en-US" sz="1800" kern="1200" dirty="0">
            <a:solidFill>
              <a:schemeClr val="bg1"/>
            </a:solidFill>
            <a:latin typeface="Arial" panose="020B0604020202020204" pitchFamily="34" charset="0"/>
            <a:cs typeface="Arial" panose="020B0604020202020204" pitchFamily="34" charset="0"/>
          </a:endParaRPr>
        </a:p>
      </dsp:txBody>
      <dsp:txXfrm>
        <a:off x="46311" y="526825"/>
        <a:ext cx="8241263" cy="856065"/>
      </dsp:txXfrm>
    </dsp:sp>
    <dsp:sp modelId="{0EBE7C70-51AD-4402-A9D8-36889ADBC56A}">
      <dsp:nvSpPr>
        <dsp:cNvPr id="0" name=""/>
        <dsp:cNvSpPr/>
      </dsp:nvSpPr>
      <dsp:spPr>
        <a:xfrm>
          <a:off x="0" y="949565"/>
          <a:ext cx="8333885"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1120" rIns="398272" bIns="71120" numCol="1" spcCol="1270" anchor="t" anchorCtr="0">
          <a:noAutofit/>
        </a:bodyPr>
        <a:lstStyle/>
        <a:p>
          <a:pPr marL="285750" lvl="1" indent="-285750" algn="l" defTabSz="1955800">
            <a:lnSpc>
              <a:spcPct val="90000"/>
            </a:lnSpc>
            <a:spcBef>
              <a:spcPct val="0"/>
            </a:spcBef>
            <a:spcAft>
              <a:spcPct val="20000"/>
            </a:spcAft>
            <a:buChar char="•"/>
          </a:pPr>
          <a:endParaRPr lang="en-US" sz="4400" kern="1200" dirty="0">
            <a:solidFill>
              <a:schemeClr val="bg1">
                <a:lumMod val="95000"/>
              </a:schemeClr>
            </a:solidFill>
            <a:latin typeface="Arial" panose="020B0604020202020204" pitchFamily="34" charset="0"/>
            <a:cs typeface="Arial" panose="020B0604020202020204" pitchFamily="34" charset="0"/>
          </a:endParaRPr>
        </a:p>
      </dsp:txBody>
      <dsp:txXfrm>
        <a:off x="0" y="949565"/>
        <a:ext cx="8333885" cy="92736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False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40695"/>
          <a:ext cx="8333885" cy="10714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How many types of Results in DCR header are present in VEEVA?</a:t>
          </a:r>
          <a:endParaRPr lang="en-US" sz="1800" kern="1200" dirty="0">
            <a:solidFill>
              <a:schemeClr val="bg1"/>
            </a:solidFill>
            <a:latin typeface="Arial" panose="020B0604020202020204" pitchFamily="34" charset="0"/>
            <a:cs typeface="Arial" panose="020B0604020202020204" pitchFamily="34" charset="0"/>
          </a:endParaRPr>
        </a:p>
      </dsp:txBody>
      <dsp:txXfrm>
        <a:off x="52302" y="392997"/>
        <a:ext cx="8229281" cy="966803"/>
      </dsp:txXfrm>
    </dsp:sp>
    <dsp:sp modelId="{0EBE7C70-51AD-4402-A9D8-36889ADBC56A}">
      <dsp:nvSpPr>
        <dsp:cNvPr id="0" name=""/>
        <dsp:cNvSpPr/>
      </dsp:nvSpPr>
      <dsp:spPr>
        <a:xfrm>
          <a:off x="0" y="1098605"/>
          <a:ext cx="8333885" cy="778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59690" rIns="334264" bIns="59690" numCol="1" spcCol="1270" anchor="t" anchorCtr="0">
          <a:noAutofit/>
        </a:bodyPr>
        <a:lstStyle/>
        <a:p>
          <a:pPr marL="285750" lvl="1" indent="-285750" algn="l" defTabSz="1644650">
            <a:lnSpc>
              <a:spcPct val="90000"/>
            </a:lnSpc>
            <a:spcBef>
              <a:spcPct val="0"/>
            </a:spcBef>
            <a:spcAft>
              <a:spcPct val="20000"/>
            </a:spcAft>
            <a:buChar char="•"/>
          </a:pPr>
          <a:endParaRPr lang="en-US" sz="3700" kern="1200" dirty="0">
            <a:solidFill>
              <a:schemeClr val="bg1">
                <a:lumMod val="95000"/>
              </a:schemeClr>
            </a:solidFill>
            <a:latin typeface="Arial" panose="020B0604020202020204" pitchFamily="34" charset="0"/>
            <a:cs typeface="Arial" panose="020B0604020202020204" pitchFamily="34" charset="0"/>
          </a:endParaRPr>
        </a:p>
      </dsp:txBody>
      <dsp:txXfrm>
        <a:off x="0" y="1098605"/>
        <a:ext cx="8333885" cy="7783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1046216"/>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3</a:t>
          </a:r>
          <a:endParaRPr lang="en-US" sz="1800" b="1" kern="1200" dirty="0">
            <a:latin typeface="Arial" panose="020B0604020202020204" pitchFamily="34" charset="0"/>
            <a:cs typeface="Arial" panose="020B0604020202020204" pitchFamily="34" charset="0"/>
          </a:endParaRPr>
        </a:p>
      </dsp:txBody>
      <dsp:txXfrm>
        <a:off x="51072" y="51072"/>
        <a:ext cx="8231741" cy="94407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658FED-51F9-9B45-B597-1E80080F05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98449CD-7629-F94E-AB7C-5B049A15EC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407195-0CC2-A547-89CA-57E183807FCC}" type="datetimeFigureOut">
              <a:rPr lang="en-US" smtClean="0"/>
              <a:t>8/10/2023</a:t>
            </a:fld>
            <a:endParaRPr lang="en-US"/>
          </a:p>
        </p:txBody>
      </p:sp>
      <p:sp>
        <p:nvSpPr>
          <p:cNvPr id="4" name="Footer Placeholder 3">
            <a:extLst>
              <a:ext uri="{FF2B5EF4-FFF2-40B4-BE49-F238E27FC236}">
                <a16:creationId xmlns:a16="http://schemas.microsoft.com/office/drawing/2014/main" id="{EEA1FED8-4762-F94C-A006-546565DF54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F831462-D62C-8C42-B544-F3E0E7018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8F4819-B501-CC4D-93F0-10A4E74E0251}" type="slidenum">
              <a:rPr lang="en-US" smtClean="0"/>
              <a:t>‹#›</a:t>
            </a:fld>
            <a:endParaRPr lang="en-US"/>
          </a:p>
        </p:txBody>
      </p:sp>
    </p:spTree>
    <p:extLst>
      <p:ext uri="{BB962C8B-B14F-4D97-AF65-F5344CB8AC3E}">
        <p14:creationId xmlns:p14="http://schemas.microsoft.com/office/powerpoint/2010/main" val="1602135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00608-096F-0448-BF1C-AC23D45B3CD2}" type="datetimeFigureOut">
              <a:rPr lang="en-US" smtClean="0"/>
              <a:t>8/10/2023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A3903-E1C0-B641-BF09-7903E2AE2EC7}" type="slidenum">
              <a:rPr lang="en-US" smtClean="0"/>
              <a:t>‹#›</a:t>
            </a:fld>
            <a:endParaRPr lang="en-US" dirty="0"/>
          </a:p>
        </p:txBody>
      </p:sp>
    </p:spTree>
    <p:extLst>
      <p:ext uri="{BB962C8B-B14F-4D97-AF65-F5344CB8AC3E}">
        <p14:creationId xmlns:p14="http://schemas.microsoft.com/office/powerpoint/2010/main" val="234775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2911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2921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2999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80544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379766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319452567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1924353203"/>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41548366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31402081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248601573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6605909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760396691"/>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9841559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35521357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667767552"/>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42205517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fld id="{C53E075B-3175-45CF-B3C7-FEDF3F5961E3}" type="slidenum">
              <a:rPr lang="en-US" smtClean="0"/>
              <a:pPr/>
              <a:t>‹#›</a:t>
            </a:fld>
            <a:endParaRPr lang="en-US" dirty="0"/>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1730998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C8F4C0-B128-9B4A-A493-3A158A484A8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5484780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64428607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114743664"/>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5261054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4254062397"/>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userDrawn="1">
          <p15:clr>
            <a:srgbClr val="FBAE40"/>
          </p15:clr>
        </p15:guide>
        <p15:guide id="4" pos="710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9301401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9516940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82811947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0028586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67611049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44175262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9069149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524452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0653459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72587817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483158593"/>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293661127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547856868"/>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39362913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27335735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2597999571"/>
      </p:ext>
    </p:extLst>
  </p:cSld>
  <p:clrMapOvr>
    <a:overrideClrMapping bg1="dk1" tx1="lt1" bg2="dk2" tx2="lt2" accent1="accent1" accent2="accent2" accent3="accent3" accent4="accent4" accent5="accent5" accent6="accent6" hlink="hlink" folHlink="folHlink"/>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179470269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19454593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3200713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11092197"/>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48120014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fld id="{2EFEF571-C9B4-4D92-A7F7-315B894862A8}" type="slidenum">
              <a:rPr lang="en-US" smtClean="0"/>
              <a:pP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9762985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3714977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85696127"/>
      </p:ext>
    </p:extLst>
  </p:cSld>
  <p:clrMapOvr>
    <a:overrideClrMapping bg1="lt1" tx1="dk1" bg2="lt2" tx2="dk2" accent1="accent1" accent2="accent2" accent3="accent3" accent4="accent4" accent5="accent5" accent6="accent6" hlink="hlink" folHlink="folHlink"/>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54611851"/>
      </p:ext>
    </p:extLst>
  </p:cSld>
  <p:clrMapOvr>
    <a:overrideClrMapping bg1="lt1" tx1="dk1" bg2="lt2" tx2="dk2" accent1="accent1" accent2="accent2" accent3="accent3" accent4="accent4" accent5="accent5" accent6="accent6" hlink="hlink" folHlink="folHlink"/>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150979897"/>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35282105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520178969"/>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927355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178608480"/>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02762760"/>
      </p:ext>
    </p:extLst>
  </p:cSld>
  <p:clrMapOvr>
    <a:overrideClrMapping bg1="dk1" tx1="lt1" bg2="dk2" tx2="lt2" accent1="accent1" accent2="accent2" accent3="accent3" accent4="accent4" accent5="accent5" accent6="accent6" hlink="hlink" folHlink="folHlink"/>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550575790"/>
      </p:ext>
    </p:extLst>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55009811"/>
      </p:ext>
    </p:extLst>
  </p:cSld>
  <p:clrMapOvr>
    <a:overrideClrMapping bg1="dk1" tx1="lt1" bg2="dk2" tx2="lt2" accent1="accent1" accent2="accent2" accent3="accent3" accent4="accent4" accent5="accent5" accent6="accent6" hlink="hlink" folHlink="folHlink"/>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666602358"/>
      </p:ext>
    </p:extLst>
  </p:cSld>
  <p:clrMapOvr>
    <a:masterClrMapping/>
  </p:clrMapOvr>
  <p:hf hd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1848913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2262930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539153871"/>
      </p:ext>
    </p:extLst>
  </p:cSld>
  <p:clrMapOvr>
    <a:overrideClrMapping bg1="lt1" tx1="dk1" bg2="lt2" tx2="dk2" accent1="accent1" accent2="accent2" accent3="accent3" accent4="accent4" accent5="accent5" accent6="accent6" hlink="hlink" folHlink="folHlink"/>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139266149"/>
      </p:ext>
    </p:extLst>
  </p:cSld>
  <p:clrMapOvr>
    <a:overrideClrMapping bg1="dk1" tx1="lt1" bg2="dk2" tx2="lt2" accent1="accent1" accent2="accent2" accent3="accent3" accent4="accent4" accent5="accent5" accent6="accent6" hlink="hlink" folHlink="folHlink"/>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864218846"/>
      </p:ext>
    </p:extLst>
  </p:cSld>
  <p:clrMapOvr>
    <a:overrideClrMapping bg1="lt1" tx1="dk1" bg2="lt2" tx2="dk2" accent1="accent1" accent2="accent2" accent3="accent3" accent4="accent4" accent5="accent5" accent6="accent6" hlink="hlink" folHlink="folHlink"/>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16752220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8/10/2023</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858038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theme" Target="../theme/theme2.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1" r:id="rId1"/>
    <p:sldLayoutId id="2147483691" r:id="rId2"/>
    <p:sldLayoutId id="2147483814" r:id="rId3"/>
    <p:sldLayoutId id="2147483815" r:id="rId4"/>
    <p:sldLayoutId id="2147483729" r:id="rId5"/>
    <p:sldLayoutId id="2147483773" r:id="rId6"/>
    <p:sldLayoutId id="2147483665" r:id="rId7"/>
    <p:sldLayoutId id="2147483798" r:id="rId8"/>
    <p:sldLayoutId id="2147483799" r:id="rId9"/>
    <p:sldLayoutId id="2147483663" r:id="rId10"/>
    <p:sldLayoutId id="2147483806" r:id="rId11"/>
    <p:sldLayoutId id="2147483807" r:id="rId12"/>
    <p:sldLayoutId id="2147483816" r:id="rId13"/>
    <p:sldLayoutId id="2147483817" r:id="rId14"/>
    <p:sldLayoutId id="2147483818" r:id="rId15"/>
    <p:sldLayoutId id="2147483808" r:id="rId16"/>
    <p:sldLayoutId id="2147483809" r:id="rId17"/>
    <p:sldLayoutId id="2147483775" r:id="rId18"/>
    <p:sldLayoutId id="2147483781" r:id="rId19"/>
    <p:sldLayoutId id="2147483776" r:id="rId20"/>
    <p:sldLayoutId id="2147483740" r:id="rId21"/>
    <p:sldLayoutId id="2147483734" r:id="rId22"/>
    <p:sldLayoutId id="2147483783" r:id="rId23"/>
    <p:sldLayoutId id="2147483733" r:id="rId24"/>
    <p:sldLayoutId id="2147483772" r:id="rId25"/>
    <p:sldLayoutId id="2147483726" r:id="rId26"/>
    <p:sldLayoutId id="2147483796" r:id="rId27"/>
    <p:sldLayoutId id="2147483797" r:id="rId28"/>
    <p:sldLayoutId id="2147483795" r:id="rId29"/>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0" r:id="rId21"/>
    <p:sldLayoutId id="2147483841" r:id="rId22"/>
    <p:sldLayoutId id="2147483842" r:id="rId23"/>
    <p:sldLayoutId id="2147483843" r:id="rId24"/>
    <p:sldLayoutId id="2147483844" r:id="rId25"/>
    <p:sldLayoutId id="2147483845" r:id="rId26"/>
    <p:sldLayoutId id="2147483846" r:id="rId27"/>
    <p:sldLayoutId id="2147483847" r:id="rId28"/>
    <p:sldLayoutId id="2147483848" r:id="rId29"/>
    <p:sldLayoutId id="2147483849" r:id="rId30"/>
    <p:sldLayoutId id="2147483850" r:id="rId3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3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36.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43.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3.xml"/><Relationship Id="rId1" Type="http://schemas.openxmlformats.org/officeDocument/2006/relationships/slideLayout" Target="../slideLayouts/slideLayout36.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44.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diagramData" Target="../diagrams/data8.xml"/><Relationship Id="rId7" Type="http://schemas.microsoft.com/office/2007/relationships/diagramDrawing" Target="../diagrams/drawing8.xml"/><Relationship Id="rId12" Type="http://schemas.microsoft.com/office/2007/relationships/diagramDrawing" Target="../diagrams/drawing9.xml"/><Relationship Id="rId2" Type="http://schemas.openxmlformats.org/officeDocument/2006/relationships/notesSlide" Target="../notesSlides/notesSlide4.xml"/><Relationship Id="rId1" Type="http://schemas.openxmlformats.org/officeDocument/2006/relationships/slideLayout" Target="../slideLayouts/slideLayout36.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0" Type="http://schemas.openxmlformats.org/officeDocument/2006/relationships/diagramQuickStyle" Target="../diagrams/quickStyle9.xml"/><Relationship Id="rId4" Type="http://schemas.openxmlformats.org/officeDocument/2006/relationships/diagramLayout" Target="../diagrams/layout8.xml"/><Relationship Id="rId9" Type="http://schemas.openxmlformats.org/officeDocument/2006/relationships/diagramLayout" Target="../diagrams/layout9.xml"/></Relationships>
</file>

<file path=ppt/slides/_rels/slide45.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Data" Target="../diagrams/data10.xml"/><Relationship Id="rId7" Type="http://schemas.microsoft.com/office/2007/relationships/diagramDrawing" Target="../diagrams/drawing10.xml"/><Relationship Id="rId12" Type="http://schemas.microsoft.com/office/2007/relationships/diagramDrawing" Target="../diagrams/drawing11.xml"/><Relationship Id="rId2" Type="http://schemas.openxmlformats.org/officeDocument/2006/relationships/notesSlide" Target="../notesSlides/notesSlide5.xml"/><Relationship Id="rId1" Type="http://schemas.openxmlformats.org/officeDocument/2006/relationships/slideLayout" Target="../slideLayouts/slideLayout36.xml"/><Relationship Id="rId6" Type="http://schemas.openxmlformats.org/officeDocument/2006/relationships/diagramColors" Target="../diagrams/colors10.xml"/><Relationship Id="rId11" Type="http://schemas.openxmlformats.org/officeDocument/2006/relationships/diagramColors" Target="../diagrams/colors11.xml"/><Relationship Id="rId5" Type="http://schemas.openxmlformats.org/officeDocument/2006/relationships/diagramQuickStyle" Target="../diagrams/quickStyle10.xml"/><Relationship Id="rId10" Type="http://schemas.openxmlformats.org/officeDocument/2006/relationships/diagramQuickStyle" Target="../diagrams/quickStyle11.xml"/><Relationship Id="rId4" Type="http://schemas.openxmlformats.org/officeDocument/2006/relationships/diagramLayout" Target="../diagrams/layout10.xml"/><Relationship Id="rId9" Type="http://schemas.openxmlformats.org/officeDocument/2006/relationships/diagramLayout" Target="../diagrams/layout11.xml"/></Relationships>
</file>

<file path=ppt/slides/_rels/slide4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hyperlink" Target="https://crmhelp.veeva.com/doc/Content/Home.htm" TargetMode="Externa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6" y="2117558"/>
            <a:ext cx="6245890" cy="1844842"/>
          </a:xfrm>
        </p:spPr>
        <p:txBody>
          <a:bodyPr/>
          <a:lstStyle/>
          <a:p>
            <a:br>
              <a:rPr lang="en-US" sz="3600" b="1" dirty="0">
                <a:solidFill>
                  <a:srgbClr val="00718F"/>
                </a:solidFill>
                <a:latin typeface="Arial" panose="020B0604020202020204" pitchFamily="34" charset="0"/>
                <a:cs typeface="Arial" panose="020B0604020202020204" pitchFamily="34" charset="0"/>
              </a:rPr>
            </a:br>
            <a:br>
              <a:rPr lang="en-US" sz="3600" b="1" dirty="0">
                <a:solidFill>
                  <a:srgbClr val="00718F"/>
                </a:solidFill>
                <a:latin typeface="Arial" panose="020B0604020202020204" pitchFamily="34" charset="0"/>
                <a:cs typeface="Arial" panose="020B0604020202020204" pitchFamily="34" charset="0"/>
              </a:rPr>
            </a:br>
            <a:r>
              <a:rPr lang="en-US" dirty="0">
                <a:solidFill>
                  <a:srgbClr val="00718F"/>
                </a:solidFill>
                <a:latin typeface="Arial" panose="020B0604020202020204" pitchFamily="34" charset="0"/>
                <a:cs typeface="Arial" panose="020B0604020202020204" pitchFamily="34" charset="0"/>
              </a:rPr>
              <a:t>Data Change Request</a:t>
            </a:r>
            <a:br>
              <a:rPr lang="en-US" sz="3600" b="1" dirty="0">
                <a:solidFill>
                  <a:srgbClr val="00718F"/>
                </a:solidFill>
                <a:latin typeface="Arial" panose="020B0604020202020204" pitchFamily="34" charset="0"/>
                <a:cs typeface="Arial" panose="020B0604020202020204" pitchFamily="34" charset="0"/>
              </a:rPr>
            </a:b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PL3</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dirty="0"/>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1223886841"/>
              </p:ext>
            </p:extLst>
          </p:nvPr>
        </p:nvGraphicFramePr>
        <p:xfrm>
          <a:off x="457198" y="2005884"/>
          <a:ext cx="9283961" cy="2141256"/>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Arial Unicode MS" pitchFamily="34" charset="-128"/>
                          <a:ea typeface="Arial Unicode MS" pitchFamily="34" charset="-128"/>
                          <a:cs typeface="Arial Unicode MS" pitchFamily="34" charset="-128"/>
                        </a:rPr>
                        <a:t>Prashant, Sourav Bhattacharya, Supriyo Saha</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66774224"/>
                  </a:ext>
                </a:extLst>
              </a:tr>
              <a:tr h="0">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solidFill>
                            <a:schemeClr val="tx1"/>
                          </a:solidFill>
                          <a:latin typeface="Arial Unicode MS" pitchFamily="34" charset="-128"/>
                          <a:ea typeface="Arial Unicode MS" pitchFamily="34" charset="-128"/>
                          <a:cs typeface="Arial Unicode MS" pitchFamily="34" charset="-128"/>
                        </a:rPr>
                        <a:t>Consultant CRM, Sr. Consultant CRM – EAS Salesforce</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 0.9 :20-July-2023, V1.0: July-2023:Updated with Lightning UI</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Sneha Kate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fld id="{C53E075B-3175-45CF-B3C7-FEDF3F5961E3}" type="slidenum">
              <a:rPr lang="en-US" smtClean="0"/>
              <a:pPr/>
              <a:t>3</a:t>
            </a:fld>
            <a:endParaRPr lang="en-US" dirty="0"/>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95663"/>
            <a:ext cx="10807700" cy="4335688"/>
          </a:xfrm>
        </p:spPr>
        <p:txBody>
          <a:bodyPr/>
          <a:lstStyle/>
          <a:p>
            <a:pPr marL="0" indent="0">
              <a:buNone/>
            </a:pPr>
            <a:r>
              <a:rPr lang="en-US" dirty="0"/>
              <a:t>In the previous Module – </a:t>
            </a:r>
            <a:r>
              <a:rPr lang="en-US" i="1" dirty="0" err="1"/>
              <a:t>IRep</a:t>
            </a:r>
            <a:r>
              <a:rPr lang="en-US" i="1" dirty="0"/>
              <a:t> Configuration, you learnt to </a:t>
            </a:r>
            <a:r>
              <a:rPr lang="en-US" sz="1800" dirty="0">
                <a:solidFill>
                  <a:schemeClr val="tx1"/>
                </a:solidFill>
              </a:rPr>
              <a:t>...</a:t>
            </a:r>
          </a:p>
          <a:p>
            <a:pPr marL="0" indent="0">
              <a:buNone/>
            </a:pPr>
            <a:endParaRPr lang="en-US" dirty="0">
              <a:solidFill>
                <a:schemeClr val="tx1"/>
              </a:solidFill>
            </a:endParaRPr>
          </a:p>
          <a:p>
            <a:pPr lvl="1">
              <a:buFont typeface="Arial" panose="020B0604020202020204" pitchFamily="34" charset="0"/>
              <a:buChar char="•"/>
            </a:pPr>
            <a:r>
              <a:rPr lang="en-US" dirty="0"/>
              <a:t>Define What is </a:t>
            </a:r>
            <a:r>
              <a:rPr lang="en-US" dirty="0" err="1"/>
              <a:t>iRep</a:t>
            </a:r>
            <a:r>
              <a:rPr lang="en-US" dirty="0"/>
              <a:t> </a:t>
            </a:r>
          </a:p>
          <a:p>
            <a:pPr lvl="1">
              <a:buFont typeface="Arial" panose="020B0604020202020204" pitchFamily="34" charset="0"/>
              <a:buChar char="•"/>
            </a:pPr>
            <a:r>
              <a:rPr lang="en-US" dirty="0"/>
              <a:t>Install </a:t>
            </a:r>
            <a:r>
              <a:rPr lang="en-US" dirty="0" err="1"/>
              <a:t>iRep</a:t>
            </a:r>
            <a:r>
              <a:rPr lang="en-US" dirty="0"/>
              <a:t> </a:t>
            </a:r>
          </a:p>
          <a:p>
            <a:pPr lvl="1">
              <a:buFont typeface="Arial" panose="020B0604020202020204" pitchFamily="34" charset="0"/>
              <a:buChar char="•"/>
            </a:pPr>
            <a:r>
              <a:rPr lang="en-US" dirty="0"/>
              <a:t>Navigate through </a:t>
            </a:r>
            <a:r>
              <a:rPr lang="en-US" dirty="0" err="1"/>
              <a:t>iRep</a:t>
            </a:r>
            <a:r>
              <a:rPr lang="en-US" dirty="0"/>
              <a:t> UI</a:t>
            </a:r>
          </a:p>
          <a:p>
            <a:pPr lvl="1">
              <a:buFont typeface="Arial" panose="020B0604020202020204" pitchFamily="34" charset="0"/>
              <a:buChar char="•"/>
            </a:pPr>
            <a:r>
              <a:rPr lang="en-US" dirty="0"/>
              <a:t>Configure </a:t>
            </a:r>
            <a:r>
              <a:rPr lang="en-US" dirty="0" err="1"/>
              <a:t>iRep</a:t>
            </a:r>
            <a:endParaRPr lang="en-US" dirty="0"/>
          </a:p>
          <a:p>
            <a:pPr lvl="1">
              <a:buFont typeface="Arial" panose="020B0604020202020204" pitchFamily="34" charset="0"/>
              <a:buChar char="•"/>
            </a:pPr>
            <a:r>
              <a:rPr lang="en-US" dirty="0"/>
              <a:t>Describe and Configure CLM(Closed Loop Marketing)</a:t>
            </a:r>
          </a:p>
          <a:p>
            <a:endParaRPr lang="en-US" sz="1800" dirty="0">
              <a:solidFill>
                <a:schemeClr val="tx1"/>
              </a:solidFill>
            </a:endParaRPr>
          </a:p>
          <a:p>
            <a:pPr marL="0" indent="0">
              <a:buNone/>
            </a:pPr>
            <a:r>
              <a:rPr lang="en-US" sz="1800" b="1" dirty="0"/>
              <a:t>And now ... </a:t>
            </a:r>
          </a:p>
          <a:p>
            <a:endParaRPr lang="en-US" dirty="0"/>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dirty="0"/>
              <a:t>Recap…</a:t>
            </a:r>
          </a:p>
        </p:txBody>
      </p:sp>
    </p:spTree>
    <p:extLst>
      <p:ext uri="{BB962C8B-B14F-4D97-AF65-F5344CB8AC3E}">
        <p14:creationId xmlns:p14="http://schemas.microsoft.com/office/powerpoint/2010/main" val="187916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4</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2"/>
            <a:ext cx="5887202" cy="4616927"/>
          </a:xfrm>
        </p:spPr>
        <p:txBody>
          <a:bodyPr/>
          <a:lstStyle/>
          <a:p>
            <a:r>
              <a:rPr lang="en-US" sz="1600" dirty="0"/>
              <a:t>Do you know DCRs process includes third party validation as well other than VEEVA Networks</a:t>
            </a:r>
          </a:p>
          <a:p>
            <a:endParaRPr lang="en-US" sz="1600" dirty="0"/>
          </a:p>
          <a:p>
            <a:r>
              <a:rPr lang="en-US" sz="1600" dirty="0"/>
              <a:t>Do you know DCR is created for Account &amp; Address</a:t>
            </a:r>
          </a:p>
          <a:p>
            <a:endParaRPr lang="en-US" sz="1600" dirty="0"/>
          </a:p>
          <a:p>
            <a:r>
              <a:rPr lang="en-US" sz="1600" dirty="0"/>
              <a:t>Do you know DCR can be raised in VEEVA Offline (</a:t>
            </a:r>
            <a:r>
              <a:rPr lang="en-US" sz="1600" dirty="0" err="1"/>
              <a:t>iRep</a:t>
            </a:r>
            <a:r>
              <a:rPr lang="en-US" sz="1600" dirty="0"/>
              <a:t>) &amp; Online(Browser) </a:t>
            </a:r>
          </a:p>
          <a:p>
            <a:pPr algn="just"/>
            <a:endParaRPr lang="en-US" sz="1600" dirty="0">
              <a:solidFill>
                <a:schemeClr val="tx1"/>
              </a:solidFill>
            </a:endParaRP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Do You Know</a:t>
            </a:r>
          </a:p>
        </p:txBody>
      </p:sp>
      <p:pic>
        <p:nvPicPr>
          <p:cNvPr id="7" name="Picture 2" descr="D:\Images\Images\Question\shutterstock_157594730.jpg">
            <a:extLst>
              <a:ext uri="{FF2B5EF4-FFF2-40B4-BE49-F238E27FC236}">
                <a16:creationId xmlns:a16="http://schemas.microsoft.com/office/drawing/2014/main" id="{D43DA37D-F5C0-A09B-6241-6926604ABA7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6410960" y="1436210"/>
            <a:ext cx="3164841" cy="2341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782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5</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333500"/>
            <a:ext cx="6730482" cy="4191000"/>
          </a:xfrm>
        </p:spPr>
        <p:txBody>
          <a:bodyPr/>
          <a:lstStyle/>
          <a:p>
            <a:r>
              <a:rPr lang="en-US" dirty="0"/>
              <a:t>After completing this chapter, you will learn to:</a:t>
            </a:r>
          </a:p>
          <a:p>
            <a:pPr lvl="1"/>
            <a:r>
              <a:rPr lang="en-US" dirty="0"/>
              <a:t>Define the Online &amp; iPad DCR Process</a:t>
            </a:r>
          </a:p>
          <a:p>
            <a:pPr lvl="1"/>
            <a:r>
              <a:rPr lang="en-US" dirty="0"/>
              <a:t>Configure a DCR</a:t>
            </a:r>
          </a:p>
          <a:p>
            <a:pPr lvl="1"/>
            <a:r>
              <a:rPr lang="en-US" dirty="0"/>
              <a:t>Look at the output/results of a DCR</a:t>
            </a:r>
          </a:p>
          <a:p>
            <a:pPr lvl="1"/>
            <a:r>
              <a:rPr lang="en-US" dirty="0"/>
              <a:t>Describe a DCR Model</a:t>
            </a:r>
          </a:p>
          <a:p>
            <a:pPr lvl="1"/>
            <a:r>
              <a:rPr lang="en-US" dirty="0"/>
              <a:t>Describe the Network settings required for a DCR</a:t>
            </a:r>
          </a:p>
          <a:p>
            <a:pPr lvl="1"/>
            <a:endParaRPr lang="en-US" dirty="0"/>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Objectives</a:t>
            </a:r>
          </a:p>
        </p:txBody>
      </p:sp>
      <p:pic>
        <p:nvPicPr>
          <p:cNvPr id="6" name="Picture 2" descr="D:\Images\Images\Objective\shutterstock_67901683.jpg">
            <a:extLst>
              <a:ext uri="{FF2B5EF4-FFF2-40B4-BE49-F238E27FC236}">
                <a16:creationId xmlns:a16="http://schemas.microsoft.com/office/drawing/2014/main" id="{B3D16588-795B-937B-A337-67C1C81FC2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6669428" y="816524"/>
            <a:ext cx="2517197" cy="377579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906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44410" y="4168450"/>
            <a:ext cx="4132390" cy="457200"/>
          </a:xfrm>
        </p:spPr>
        <p:txBody>
          <a:bodyPr/>
          <a:lstStyle/>
          <a:p>
            <a:r>
              <a:rPr lang="en-US" sz="3200" b="1" dirty="0"/>
              <a:t>DCR Overview</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569495" y="3026026"/>
            <a:ext cx="8614610" cy="646331"/>
          </a:xfrm>
          <a:prstGeom prst="rect">
            <a:avLst/>
          </a:prstGeom>
          <a:noFill/>
        </p:spPr>
        <p:txBody>
          <a:bodyPr wrap="square">
            <a:spAutoFit/>
          </a:bodyPr>
          <a:lstStyle/>
          <a:p>
            <a:r>
              <a:rPr lang="en-US" sz="3600" dirty="0">
                <a:solidFill>
                  <a:srgbClr val="00718F"/>
                </a:solidFill>
                <a:latin typeface="Arial" panose="020B0604020202020204" pitchFamily="34" charset="0"/>
                <a:cs typeface="Arial" panose="020B0604020202020204" pitchFamily="34" charset="0"/>
              </a:rPr>
              <a:t>Data Change Request</a:t>
            </a:r>
            <a:endParaRPr lang="en-IN" sz="3600" dirty="0"/>
          </a:p>
        </p:txBody>
      </p:sp>
    </p:spTree>
    <p:extLst>
      <p:ext uri="{BB962C8B-B14F-4D97-AF65-F5344CB8AC3E}">
        <p14:creationId xmlns:p14="http://schemas.microsoft.com/office/powerpoint/2010/main" val="3519810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7</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001190"/>
            <a:ext cx="6730482" cy="4658723"/>
          </a:xfrm>
        </p:spPr>
        <p:txBody>
          <a:bodyPr/>
          <a:lstStyle/>
          <a:p>
            <a:r>
              <a:rPr lang="en-US" dirty="0"/>
              <a:t>A Data Change Request (DCR) is a request to modify certain Account/address data and is created when data is changed and needs to be validated</a:t>
            </a:r>
          </a:p>
          <a:p>
            <a:pPr marL="0" indent="0">
              <a:buNone/>
            </a:pPr>
            <a:endParaRPr lang="en-US" sz="1800" dirty="0"/>
          </a:p>
          <a:p>
            <a:r>
              <a:rPr lang="en-US" dirty="0"/>
              <a:t>DCR can be created for each separate object(listed below) that is created or edited:</a:t>
            </a:r>
          </a:p>
          <a:p>
            <a:pPr lvl="1"/>
            <a:r>
              <a:rPr lang="en-US" dirty="0"/>
              <a:t>Account</a:t>
            </a:r>
          </a:p>
          <a:p>
            <a:pPr lvl="1"/>
            <a:r>
              <a:rPr lang="en-US" dirty="0"/>
              <a:t>Address</a:t>
            </a:r>
          </a:p>
          <a:p>
            <a:pPr lvl="1"/>
            <a:r>
              <a:rPr lang="en-US" dirty="0"/>
              <a:t>Child Account</a:t>
            </a:r>
          </a:p>
          <a:p>
            <a:pPr marL="457200" lvl="1" indent="0">
              <a:buNone/>
            </a:pPr>
            <a:endParaRPr lang="en-US" dirty="0"/>
          </a:p>
          <a:p>
            <a:r>
              <a:rPr lang="en-US" dirty="0"/>
              <a:t>DCR has the five statuses mentioned below</a:t>
            </a:r>
          </a:p>
          <a:p>
            <a:pPr lvl="1"/>
            <a:r>
              <a:rPr lang="en-US" dirty="0"/>
              <a:t>New –  The DCR is in this state only while the user is modifying the DCR data</a:t>
            </a:r>
          </a:p>
          <a:p>
            <a:pPr lvl="1"/>
            <a:r>
              <a:rPr lang="en-US" dirty="0"/>
              <a:t>Submitted – When user submits a DCR </a:t>
            </a:r>
          </a:p>
          <a:p>
            <a:pPr lvl="1"/>
            <a:r>
              <a:rPr lang="en-US" dirty="0"/>
              <a:t>Pending – When DCR has been acknowledged by the Data Validation Service</a:t>
            </a:r>
          </a:p>
          <a:p>
            <a:pPr lvl="1"/>
            <a:r>
              <a:rPr lang="en-US" dirty="0"/>
              <a:t>Processed – When DCR has completed the data change validation</a:t>
            </a:r>
          </a:p>
          <a:p>
            <a:pPr lvl="1"/>
            <a:r>
              <a:rPr lang="en-US" dirty="0"/>
              <a:t>Cancelled – The DCR has not been processed and is cancelled</a:t>
            </a: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Overview</a:t>
            </a:r>
          </a:p>
        </p:txBody>
      </p:sp>
      <p:pic>
        <p:nvPicPr>
          <p:cNvPr id="9" name="Picture 2" descr="D:\Images\Images\Overview\shutterstock_72689296.jpg">
            <a:extLst>
              <a:ext uri="{FF2B5EF4-FFF2-40B4-BE49-F238E27FC236}">
                <a16:creationId xmlns:a16="http://schemas.microsoft.com/office/drawing/2014/main" id="{10E117A6-29B4-0A1A-1352-C2C6755F2E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0" y="1468913"/>
            <a:ext cx="2021840" cy="3296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519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8</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818146"/>
            <a:ext cx="9101080" cy="5000041"/>
          </a:xfrm>
        </p:spPr>
        <p:txBody>
          <a:bodyPr/>
          <a:lstStyle/>
          <a:p>
            <a:r>
              <a:rPr lang="en-US" sz="1600" b="1" dirty="0"/>
              <a:t>New Account DCR - </a:t>
            </a:r>
            <a:r>
              <a:rPr lang="en-US" sz="1600" dirty="0"/>
              <a:t>A New Account DCR can only be initiated from the Network Account Search results page. The user must have access to the </a:t>
            </a:r>
            <a:r>
              <a:rPr lang="en-US" sz="1600" dirty="0" err="1"/>
              <a:t>Account_vod</a:t>
            </a:r>
            <a:r>
              <a:rPr lang="en-US" sz="1600" dirty="0"/>
              <a:t> record type in the DCR object in order to create a New Account DCR</a:t>
            </a:r>
          </a:p>
          <a:p>
            <a:endParaRPr lang="en-US" sz="1600" dirty="0"/>
          </a:p>
          <a:p>
            <a:endParaRPr lang="en-US" sz="1600" dirty="0"/>
          </a:p>
          <a:p>
            <a:r>
              <a:rPr lang="en-US" sz="1600" b="1" dirty="0"/>
              <a:t>New Address DCR - </a:t>
            </a:r>
            <a:r>
              <a:rPr lang="en-US" sz="1600" dirty="0"/>
              <a:t>If a user, without create permissions for the Address object, clicks the New Address button, a DCR is created via the New Address page </a:t>
            </a:r>
          </a:p>
          <a:p>
            <a:pPr>
              <a:buNone/>
            </a:pPr>
            <a:endParaRPr lang="en-US" dirty="0"/>
          </a:p>
          <a:p>
            <a:pPr marL="0" indent="0">
              <a:buNone/>
            </a:pPr>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DCR-Types 1</a:t>
            </a:r>
          </a:p>
        </p:txBody>
      </p:sp>
    </p:spTree>
    <p:extLst>
      <p:ext uri="{BB962C8B-B14F-4D97-AF65-F5344CB8AC3E}">
        <p14:creationId xmlns:p14="http://schemas.microsoft.com/office/powerpoint/2010/main" val="2236367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9</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818146"/>
            <a:ext cx="9101080" cy="5000041"/>
          </a:xfrm>
        </p:spPr>
        <p:txBody>
          <a:bodyPr/>
          <a:lstStyle/>
          <a:p>
            <a:r>
              <a:rPr lang="en-US" sz="1600" b="1" dirty="0"/>
              <a:t>New Child Account DCR - </a:t>
            </a:r>
            <a:r>
              <a:rPr lang="en-US" sz="1600" dirty="0"/>
              <a:t>There are two ways to create a new child account:</a:t>
            </a:r>
          </a:p>
          <a:p>
            <a:pPr marL="0" indent="0">
              <a:buNone/>
            </a:pPr>
            <a:r>
              <a:rPr lang="en-US" sz="1600" dirty="0"/>
              <a:t>	- The New Child Account button on the person Account detail page</a:t>
            </a:r>
          </a:p>
          <a:p>
            <a:pPr marL="0" indent="0">
              <a:buNone/>
            </a:pPr>
            <a:r>
              <a:rPr lang="en-US" sz="1600" dirty="0"/>
              <a:t>	- The New Child button on the business Account detail page</a:t>
            </a:r>
          </a:p>
          <a:p>
            <a:pPr>
              <a:buNone/>
            </a:pPr>
            <a:endParaRPr lang="en-US" dirty="0"/>
          </a:p>
          <a:p>
            <a:pPr>
              <a:buNone/>
            </a:pPr>
            <a:endParaRPr lang="en-US" dirty="0"/>
          </a:p>
          <a:p>
            <a:pPr marL="0" indent="0">
              <a:buNone/>
            </a:pPr>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DCR-Types 2</a:t>
            </a:r>
          </a:p>
        </p:txBody>
      </p:sp>
      <p:sp>
        <p:nvSpPr>
          <p:cNvPr id="9" name="Content Placeholder 4">
            <a:extLst>
              <a:ext uri="{FF2B5EF4-FFF2-40B4-BE49-F238E27FC236}">
                <a16:creationId xmlns:a16="http://schemas.microsoft.com/office/drawing/2014/main" id="{818E20FB-1004-574E-6D25-2EEE918D1D23}"/>
              </a:ext>
            </a:extLst>
          </p:cNvPr>
          <p:cNvSpPr txBox="1">
            <a:spLocks/>
          </p:cNvSpPr>
          <p:nvPr/>
        </p:nvSpPr>
        <p:spPr>
          <a:xfrm>
            <a:off x="1042416" y="1989220"/>
            <a:ext cx="8711184" cy="3902035"/>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1" dirty="0"/>
          </a:p>
          <a:p>
            <a:endParaRPr lang="en-US" dirty="0"/>
          </a:p>
        </p:txBody>
      </p:sp>
      <p:graphicFrame>
        <p:nvGraphicFramePr>
          <p:cNvPr id="10" name="Diagram 9">
            <a:extLst>
              <a:ext uri="{FF2B5EF4-FFF2-40B4-BE49-F238E27FC236}">
                <a16:creationId xmlns:a16="http://schemas.microsoft.com/office/drawing/2014/main" id="{F69A4CA8-FDA4-1554-0589-8D210CEF6D2F}"/>
              </a:ext>
            </a:extLst>
          </p:cNvPr>
          <p:cNvGraphicFramePr/>
          <p:nvPr>
            <p:extLst>
              <p:ext uri="{D42A27DB-BD31-4B8C-83A1-F6EECF244321}">
                <p14:modId xmlns:p14="http://schemas.microsoft.com/office/powerpoint/2010/main" val="1300227923"/>
              </p:ext>
            </p:extLst>
          </p:nvPr>
        </p:nvGraphicFramePr>
        <p:xfrm>
          <a:off x="317240" y="2598821"/>
          <a:ext cx="8874886" cy="35733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6084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579121" y="2173336"/>
            <a:ext cx="6335962" cy="1828469"/>
          </a:xfrm>
        </p:spPr>
        <p:txBody>
          <a:bodyPr/>
          <a:lstStyle/>
          <a:p>
            <a:r>
              <a:rPr lang="en-US" b="0" dirty="0">
                <a:solidFill>
                  <a:srgbClr val="00718F"/>
                </a:solidFill>
                <a:latin typeface="Arial" panose="020B0604020202020204" pitchFamily="34" charset="0"/>
                <a:cs typeface="Arial" panose="020B0604020202020204" pitchFamily="34" charset="0"/>
              </a:rPr>
              <a:t>Data Change Request</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579120" y="4001805"/>
            <a:ext cx="5516879" cy="983555"/>
          </a:xfrm>
        </p:spPr>
        <p:txBody>
          <a:bodyPr/>
          <a:lstStyle/>
          <a:p>
            <a:r>
              <a:rPr lang="en-US" sz="3200" b="1" dirty="0"/>
              <a:t>Data Change Request Process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4272226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11</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755412"/>
            <a:ext cx="9517640" cy="5165368"/>
          </a:xfrm>
        </p:spPr>
        <p:txBody>
          <a:bodyPr/>
          <a:lstStyle/>
          <a:p>
            <a:pPr marL="285750" indent="-285750">
              <a:buFont typeface="Arial" panose="020B0604020202020204" pitchFamily="34" charset="0"/>
              <a:buChar char="•"/>
            </a:pPr>
            <a:r>
              <a:rPr lang="en-US" sz="1800" b="1" dirty="0"/>
              <a:t>Note</a:t>
            </a:r>
            <a:r>
              <a:rPr lang="en-US" sz="1800" b="1" dirty="0">
                <a:solidFill>
                  <a:schemeClr val="tx1"/>
                </a:solidFill>
              </a:rPr>
              <a:t>:</a:t>
            </a:r>
          </a:p>
          <a:p>
            <a:pPr lvl="1"/>
            <a:r>
              <a:rPr lang="en-US" dirty="0">
                <a:solidFill>
                  <a:schemeClr val="tx1"/>
                </a:solidFill>
              </a:rPr>
              <a:t>New Account DCR - Create New Account DCR via New Account Wizard </a:t>
            </a:r>
            <a:endParaRPr lang="en-US" dirty="0">
              <a:solidFill>
                <a:schemeClr val="tx1">
                  <a:lumMod val="75000"/>
                  <a:lumOff val="25000"/>
                </a:schemeClr>
              </a:solidFill>
              <a:latin typeface="Arial" pitchFamily="34" charset="0"/>
              <a:ea typeface="Arial Unicode MS" pitchFamily="34" charset="-128"/>
              <a:cs typeface="Arial" pitchFamily="34" charset="0"/>
            </a:endParaRPr>
          </a:p>
          <a:p>
            <a:pPr marL="349250" lvl="1" indent="0">
              <a:buNone/>
            </a:pPr>
            <a:endParaRPr lang="en-US" dirty="0">
              <a:solidFill>
                <a:schemeClr val="tx1"/>
              </a:solidFill>
            </a:endParaRPr>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DCR-Online Process 1</a:t>
            </a:r>
          </a:p>
        </p:txBody>
      </p:sp>
      <p:pic>
        <p:nvPicPr>
          <p:cNvPr id="6" name="Picture 2" descr="https://crmhelp.veeva.com/doc/Content/Resources/Images/Integration/Network/DataChangeRequest/OnlineDCR_361x401.png">
            <a:extLst>
              <a:ext uri="{FF2B5EF4-FFF2-40B4-BE49-F238E27FC236}">
                <a16:creationId xmlns:a16="http://schemas.microsoft.com/office/drawing/2014/main" id="{EB0EF7AD-E2B0-A39A-2612-4D52B54371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1505" y="1604251"/>
            <a:ext cx="6019800" cy="4655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285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12</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228602"/>
            <a:ext cx="10807700" cy="369332"/>
          </a:xfrm>
        </p:spPr>
        <p:txBody>
          <a:bodyPr/>
          <a:lstStyle/>
          <a:p>
            <a:r>
              <a:rPr lang="en-US" dirty="0"/>
              <a:t>DCR - Online Process 2</a:t>
            </a:r>
          </a:p>
        </p:txBody>
      </p:sp>
      <p:sp>
        <p:nvSpPr>
          <p:cNvPr id="7" name="TextBox 6">
            <a:extLst>
              <a:ext uri="{FF2B5EF4-FFF2-40B4-BE49-F238E27FC236}">
                <a16:creationId xmlns:a16="http://schemas.microsoft.com/office/drawing/2014/main" id="{681ED156-B5D6-EC91-08E4-5546C4AAD04E}"/>
              </a:ext>
            </a:extLst>
          </p:cNvPr>
          <p:cNvSpPr txBox="1"/>
          <p:nvPr/>
        </p:nvSpPr>
        <p:spPr>
          <a:xfrm>
            <a:off x="149289" y="802105"/>
            <a:ext cx="8994711" cy="369332"/>
          </a:xfrm>
          <a:prstGeom prst="rect">
            <a:avLst/>
          </a:prstGeom>
          <a:noFill/>
        </p:spPr>
        <p:txBody>
          <a:bodyPr wrap="square">
            <a:spAutoFit/>
          </a:bodyPr>
          <a:lstStyle/>
          <a:p>
            <a:r>
              <a:rPr lang="en-IN" dirty="0"/>
              <a:t>New Address DCR - Create New Address DCR via New Address Wizard </a:t>
            </a:r>
          </a:p>
        </p:txBody>
      </p:sp>
      <p:pic>
        <p:nvPicPr>
          <p:cNvPr id="8" name="Picture 7">
            <a:extLst>
              <a:ext uri="{FF2B5EF4-FFF2-40B4-BE49-F238E27FC236}">
                <a16:creationId xmlns:a16="http://schemas.microsoft.com/office/drawing/2014/main" id="{C370ED29-A066-213D-D839-22A730B5EC01}"/>
              </a:ext>
            </a:extLst>
          </p:cNvPr>
          <p:cNvPicPr>
            <a:picLocks noChangeAspect="1"/>
          </p:cNvPicPr>
          <p:nvPr/>
        </p:nvPicPr>
        <p:blipFill>
          <a:blip r:embed="rId2"/>
          <a:stretch>
            <a:fillRect/>
          </a:stretch>
        </p:blipFill>
        <p:spPr>
          <a:xfrm>
            <a:off x="809296" y="1483896"/>
            <a:ext cx="5783943" cy="4571999"/>
          </a:xfrm>
          <a:prstGeom prst="rect">
            <a:avLst/>
          </a:prstGeom>
        </p:spPr>
      </p:pic>
    </p:spTree>
    <p:extLst>
      <p:ext uri="{BB962C8B-B14F-4D97-AF65-F5344CB8AC3E}">
        <p14:creationId xmlns:p14="http://schemas.microsoft.com/office/powerpoint/2010/main" val="3427747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13</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228602"/>
            <a:ext cx="10807700" cy="369332"/>
          </a:xfrm>
        </p:spPr>
        <p:txBody>
          <a:bodyPr/>
          <a:lstStyle/>
          <a:p>
            <a:r>
              <a:rPr lang="en-US" dirty="0"/>
              <a:t>DCR - Online Process 3</a:t>
            </a:r>
          </a:p>
        </p:txBody>
      </p:sp>
      <p:sp>
        <p:nvSpPr>
          <p:cNvPr id="7" name="TextBox 6">
            <a:extLst>
              <a:ext uri="{FF2B5EF4-FFF2-40B4-BE49-F238E27FC236}">
                <a16:creationId xmlns:a16="http://schemas.microsoft.com/office/drawing/2014/main" id="{681ED156-B5D6-EC91-08E4-5546C4AAD04E}"/>
              </a:ext>
            </a:extLst>
          </p:cNvPr>
          <p:cNvSpPr txBox="1"/>
          <p:nvPr/>
        </p:nvSpPr>
        <p:spPr>
          <a:xfrm>
            <a:off x="149289" y="802105"/>
            <a:ext cx="8994711" cy="1754326"/>
          </a:xfrm>
          <a:prstGeom prst="rect">
            <a:avLst/>
          </a:prstGeom>
          <a:noFill/>
        </p:spPr>
        <p:txBody>
          <a:bodyPr wrap="square">
            <a:spAutoFit/>
          </a:bodyPr>
          <a:lstStyle/>
          <a:p>
            <a:r>
              <a:rPr lang="en-US" b="1" dirty="0"/>
              <a:t>New Child Account DCR</a:t>
            </a:r>
            <a:r>
              <a:rPr lang="en-US" dirty="0"/>
              <a:t> - There are two ways to create a new child account:</a:t>
            </a:r>
          </a:p>
          <a:p>
            <a:endParaRPr lang="en-US" dirty="0"/>
          </a:p>
          <a:p>
            <a:pPr marL="285750" indent="-285750">
              <a:buFont typeface="Arial" panose="020B0604020202020204" pitchFamily="34" charset="0"/>
              <a:buChar char="•"/>
            </a:pPr>
            <a:r>
              <a:rPr lang="en-US" dirty="0"/>
              <a:t>The New Child Account button on the Person Account detail page</a:t>
            </a:r>
          </a:p>
          <a:p>
            <a:pPr marL="285750" indent="-285750">
              <a:buFont typeface="Arial" panose="020B0604020202020204" pitchFamily="34" charset="0"/>
              <a:buChar char="•"/>
            </a:pPr>
            <a:r>
              <a:rPr lang="en-US" dirty="0"/>
              <a:t>The New Child Account button on the Business Account detail page</a:t>
            </a:r>
          </a:p>
          <a:p>
            <a:endParaRPr lang="en-US" dirty="0"/>
          </a:p>
          <a:p>
            <a:endParaRPr lang="en-IN" dirty="0"/>
          </a:p>
        </p:txBody>
      </p:sp>
      <p:pic>
        <p:nvPicPr>
          <p:cNvPr id="2" name="Picture 1">
            <a:extLst>
              <a:ext uri="{FF2B5EF4-FFF2-40B4-BE49-F238E27FC236}">
                <a16:creationId xmlns:a16="http://schemas.microsoft.com/office/drawing/2014/main" id="{E538626A-74EE-AC98-BB3B-27E338832CF8}"/>
              </a:ext>
            </a:extLst>
          </p:cNvPr>
          <p:cNvPicPr>
            <a:picLocks noChangeAspect="1"/>
          </p:cNvPicPr>
          <p:nvPr/>
        </p:nvPicPr>
        <p:blipFill>
          <a:blip r:embed="rId2"/>
          <a:stretch>
            <a:fillRect/>
          </a:stretch>
        </p:blipFill>
        <p:spPr>
          <a:xfrm>
            <a:off x="149289" y="2319140"/>
            <a:ext cx="7724116" cy="3736755"/>
          </a:xfrm>
          <a:prstGeom prst="rect">
            <a:avLst/>
          </a:prstGeom>
        </p:spPr>
      </p:pic>
    </p:spTree>
    <p:extLst>
      <p:ext uri="{BB962C8B-B14F-4D97-AF65-F5344CB8AC3E}">
        <p14:creationId xmlns:p14="http://schemas.microsoft.com/office/powerpoint/2010/main" val="3889725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14</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228602"/>
            <a:ext cx="10807700" cy="369332"/>
          </a:xfrm>
        </p:spPr>
        <p:txBody>
          <a:bodyPr/>
          <a:lstStyle/>
          <a:p>
            <a:r>
              <a:rPr lang="en-US" dirty="0"/>
              <a:t>DCR - iPad Process 1</a:t>
            </a:r>
          </a:p>
        </p:txBody>
      </p:sp>
      <p:sp>
        <p:nvSpPr>
          <p:cNvPr id="7" name="TextBox 6">
            <a:extLst>
              <a:ext uri="{FF2B5EF4-FFF2-40B4-BE49-F238E27FC236}">
                <a16:creationId xmlns:a16="http://schemas.microsoft.com/office/drawing/2014/main" id="{681ED156-B5D6-EC91-08E4-5546C4AAD04E}"/>
              </a:ext>
            </a:extLst>
          </p:cNvPr>
          <p:cNvSpPr txBox="1"/>
          <p:nvPr/>
        </p:nvSpPr>
        <p:spPr>
          <a:xfrm>
            <a:off x="149289" y="802105"/>
            <a:ext cx="8994711" cy="923330"/>
          </a:xfrm>
          <a:prstGeom prst="rect">
            <a:avLst/>
          </a:prstGeom>
          <a:noFill/>
        </p:spPr>
        <p:txBody>
          <a:bodyPr wrap="square">
            <a:spAutoFit/>
          </a:bodyPr>
          <a:lstStyle/>
          <a:p>
            <a:r>
              <a:rPr lang="en-US" b="1" dirty="0"/>
              <a:t>New Account DCR </a:t>
            </a:r>
            <a:r>
              <a:rPr lang="en-US" dirty="0"/>
              <a:t>- Create New Account DCR via Network Account Search results page by tapping the New button</a:t>
            </a:r>
          </a:p>
          <a:p>
            <a:endParaRPr lang="en-IN" dirty="0"/>
          </a:p>
        </p:txBody>
      </p:sp>
      <p:pic>
        <p:nvPicPr>
          <p:cNvPr id="6" name="Picture 5">
            <a:extLst>
              <a:ext uri="{FF2B5EF4-FFF2-40B4-BE49-F238E27FC236}">
                <a16:creationId xmlns:a16="http://schemas.microsoft.com/office/drawing/2014/main" id="{C7096A3D-83FD-F7A0-1BBE-8641B26CD1EC}"/>
              </a:ext>
            </a:extLst>
          </p:cNvPr>
          <p:cNvPicPr>
            <a:picLocks noChangeAspect="1"/>
          </p:cNvPicPr>
          <p:nvPr/>
        </p:nvPicPr>
        <p:blipFill>
          <a:blip r:embed="rId2"/>
          <a:stretch>
            <a:fillRect/>
          </a:stretch>
        </p:blipFill>
        <p:spPr>
          <a:xfrm>
            <a:off x="306838" y="1722825"/>
            <a:ext cx="7536543" cy="4543425"/>
          </a:xfrm>
          <a:prstGeom prst="rect">
            <a:avLst/>
          </a:prstGeom>
        </p:spPr>
      </p:pic>
    </p:spTree>
    <p:extLst>
      <p:ext uri="{BB962C8B-B14F-4D97-AF65-F5344CB8AC3E}">
        <p14:creationId xmlns:p14="http://schemas.microsoft.com/office/powerpoint/2010/main" val="2412789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15</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228602"/>
            <a:ext cx="10807700" cy="369332"/>
          </a:xfrm>
        </p:spPr>
        <p:txBody>
          <a:bodyPr/>
          <a:lstStyle/>
          <a:p>
            <a:r>
              <a:rPr lang="en-US" dirty="0"/>
              <a:t>DCR - iPad Process 2</a:t>
            </a:r>
          </a:p>
        </p:txBody>
      </p:sp>
      <p:sp>
        <p:nvSpPr>
          <p:cNvPr id="7" name="TextBox 6">
            <a:extLst>
              <a:ext uri="{FF2B5EF4-FFF2-40B4-BE49-F238E27FC236}">
                <a16:creationId xmlns:a16="http://schemas.microsoft.com/office/drawing/2014/main" id="{681ED156-B5D6-EC91-08E4-5546C4AAD04E}"/>
              </a:ext>
            </a:extLst>
          </p:cNvPr>
          <p:cNvSpPr txBox="1"/>
          <p:nvPr/>
        </p:nvSpPr>
        <p:spPr>
          <a:xfrm>
            <a:off x="149289" y="802105"/>
            <a:ext cx="8994711" cy="923330"/>
          </a:xfrm>
          <a:prstGeom prst="rect">
            <a:avLst/>
          </a:prstGeom>
          <a:noFill/>
        </p:spPr>
        <p:txBody>
          <a:bodyPr wrap="square">
            <a:spAutoFit/>
          </a:bodyPr>
          <a:lstStyle/>
          <a:p>
            <a:r>
              <a:rPr lang="en-US" dirty="0">
                <a:solidFill>
                  <a:srgbClr val="404040"/>
                </a:solidFill>
                <a:latin typeface="Arial" panose="020B0604020202020204" pitchFamily="34" charset="0"/>
              </a:rPr>
              <a:t>After tapping the New button, the user creates the new account using the standard procedure. After saving the changes, the DCR notes window displays</a:t>
            </a:r>
          </a:p>
          <a:p>
            <a:endParaRPr lang="en-IN" dirty="0"/>
          </a:p>
        </p:txBody>
      </p:sp>
      <p:pic>
        <p:nvPicPr>
          <p:cNvPr id="2" name="Picture 1">
            <a:extLst>
              <a:ext uri="{FF2B5EF4-FFF2-40B4-BE49-F238E27FC236}">
                <a16:creationId xmlns:a16="http://schemas.microsoft.com/office/drawing/2014/main" id="{6F0CA62E-D4C8-6E5C-BCC9-6F3B70524C60}"/>
              </a:ext>
            </a:extLst>
          </p:cNvPr>
          <p:cNvPicPr>
            <a:picLocks noChangeAspect="1"/>
          </p:cNvPicPr>
          <p:nvPr/>
        </p:nvPicPr>
        <p:blipFill>
          <a:blip r:embed="rId2"/>
          <a:stretch>
            <a:fillRect/>
          </a:stretch>
        </p:blipFill>
        <p:spPr>
          <a:xfrm>
            <a:off x="729085" y="1929606"/>
            <a:ext cx="5257800" cy="4391296"/>
          </a:xfrm>
          <a:prstGeom prst="rect">
            <a:avLst/>
          </a:prstGeom>
        </p:spPr>
      </p:pic>
    </p:spTree>
    <p:extLst>
      <p:ext uri="{BB962C8B-B14F-4D97-AF65-F5344CB8AC3E}">
        <p14:creationId xmlns:p14="http://schemas.microsoft.com/office/powerpoint/2010/main" val="2486039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16</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228602"/>
            <a:ext cx="10807700" cy="369332"/>
          </a:xfrm>
        </p:spPr>
        <p:txBody>
          <a:bodyPr/>
          <a:lstStyle/>
          <a:p>
            <a:r>
              <a:rPr lang="en-US" dirty="0"/>
              <a:t>DCR - iPad Process 3</a:t>
            </a:r>
          </a:p>
        </p:txBody>
      </p:sp>
      <p:sp>
        <p:nvSpPr>
          <p:cNvPr id="7" name="TextBox 6">
            <a:extLst>
              <a:ext uri="{FF2B5EF4-FFF2-40B4-BE49-F238E27FC236}">
                <a16:creationId xmlns:a16="http://schemas.microsoft.com/office/drawing/2014/main" id="{681ED156-B5D6-EC91-08E4-5546C4AAD04E}"/>
              </a:ext>
            </a:extLst>
          </p:cNvPr>
          <p:cNvSpPr txBox="1"/>
          <p:nvPr/>
        </p:nvSpPr>
        <p:spPr>
          <a:xfrm>
            <a:off x="149289" y="802105"/>
            <a:ext cx="8994711" cy="923330"/>
          </a:xfrm>
          <a:prstGeom prst="rect">
            <a:avLst/>
          </a:prstGeom>
          <a:noFill/>
        </p:spPr>
        <p:txBody>
          <a:bodyPr wrap="square">
            <a:spAutoFit/>
          </a:bodyPr>
          <a:lstStyle/>
          <a:p>
            <a:r>
              <a:rPr lang="en-US" b="1" dirty="0">
                <a:solidFill>
                  <a:srgbClr val="404040"/>
                </a:solidFill>
                <a:latin typeface="Arial" panose="020B0604020202020204" pitchFamily="34" charset="0"/>
              </a:rPr>
              <a:t>Edit Account DCR </a:t>
            </a:r>
            <a:r>
              <a:rPr lang="en-US" dirty="0">
                <a:solidFill>
                  <a:srgbClr val="404040"/>
                </a:solidFill>
                <a:latin typeface="Arial" panose="020B0604020202020204" pitchFamily="34" charset="0"/>
              </a:rPr>
              <a:t>- When a user has access to the DCR object and the </a:t>
            </a:r>
            <a:r>
              <a:rPr lang="en-US" dirty="0" err="1">
                <a:solidFill>
                  <a:srgbClr val="404040"/>
                </a:solidFill>
                <a:latin typeface="Arial" panose="020B0604020202020204" pitchFamily="34" charset="0"/>
              </a:rPr>
              <a:t>Account_vod</a:t>
            </a:r>
            <a:r>
              <a:rPr lang="en-US" dirty="0">
                <a:solidFill>
                  <a:srgbClr val="404040"/>
                </a:solidFill>
                <a:latin typeface="Arial" panose="020B0604020202020204" pitchFamily="34" charset="0"/>
              </a:rPr>
              <a:t> record type, an Account Edit DCR page displays after the user taps the Edit button</a:t>
            </a:r>
          </a:p>
          <a:p>
            <a:endParaRPr lang="en-IN" dirty="0"/>
          </a:p>
        </p:txBody>
      </p:sp>
      <p:pic>
        <p:nvPicPr>
          <p:cNvPr id="6" name="Picture 5">
            <a:extLst>
              <a:ext uri="{FF2B5EF4-FFF2-40B4-BE49-F238E27FC236}">
                <a16:creationId xmlns:a16="http://schemas.microsoft.com/office/drawing/2014/main" id="{9F135D8E-4089-3272-7237-E8F0EAA21D68}"/>
              </a:ext>
            </a:extLst>
          </p:cNvPr>
          <p:cNvPicPr>
            <a:picLocks noChangeAspect="1"/>
          </p:cNvPicPr>
          <p:nvPr/>
        </p:nvPicPr>
        <p:blipFill>
          <a:blip r:embed="rId2"/>
          <a:stretch>
            <a:fillRect/>
          </a:stretch>
        </p:blipFill>
        <p:spPr>
          <a:xfrm>
            <a:off x="296779" y="1929606"/>
            <a:ext cx="9525000" cy="4390430"/>
          </a:xfrm>
          <a:prstGeom prst="rect">
            <a:avLst/>
          </a:prstGeom>
        </p:spPr>
      </p:pic>
    </p:spTree>
    <p:extLst>
      <p:ext uri="{BB962C8B-B14F-4D97-AF65-F5344CB8AC3E}">
        <p14:creationId xmlns:p14="http://schemas.microsoft.com/office/powerpoint/2010/main" val="2423132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17</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228602"/>
            <a:ext cx="10807700" cy="369332"/>
          </a:xfrm>
        </p:spPr>
        <p:txBody>
          <a:bodyPr/>
          <a:lstStyle/>
          <a:p>
            <a:r>
              <a:rPr lang="en-US" dirty="0"/>
              <a:t>DCR - iPad Process 4</a:t>
            </a:r>
          </a:p>
        </p:txBody>
      </p:sp>
      <p:sp>
        <p:nvSpPr>
          <p:cNvPr id="7" name="TextBox 6">
            <a:extLst>
              <a:ext uri="{FF2B5EF4-FFF2-40B4-BE49-F238E27FC236}">
                <a16:creationId xmlns:a16="http://schemas.microsoft.com/office/drawing/2014/main" id="{681ED156-B5D6-EC91-08E4-5546C4AAD04E}"/>
              </a:ext>
            </a:extLst>
          </p:cNvPr>
          <p:cNvSpPr txBox="1"/>
          <p:nvPr/>
        </p:nvSpPr>
        <p:spPr>
          <a:xfrm>
            <a:off x="149289" y="802105"/>
            <a:ext cx="8994711" cy="1754326"/>
          </a:xfrm>
          <a:prstGeom prst="rect">
            <a:avLst/>
          </a:prstGeom>
          <a:noFill/>
        </p:spPr>
        <p:txBody>
          <a:bodyPr wrap="square">
            <a:spAutoFit/>
          </a:bodyPr>
          <a:lstStyle/>
          <a:p>
            <a:r>
              <a:rPr lang="en-US" b="1" dirty="0">
                <a:solidFill>
                  <a:srgbClr val="404040"/>
                </a:solidFill>
                <a:latin typeface="Arial" panose="020B0604020202020204" pitchFamily="34" charset="0"/>
              </a:rPr>
              <a:t>Account DCR Confirmation Page </a:t>
            </a:r>
            <a:r>
              <a:rPr lang="en-US" dirty="0">
                <a:solidFill>
                  <a:srgbClr val="404040"/>
                </a:solidFill>
                <a:latin typeface="Arial" panose="020B0604020202020204" pitchFamily="34" charset="0"/>
              </a:rPr>
              <a:t>- The top section of the Data Change Request confirmation window is a Notes field (</a:t>
            </a:r>
            <a:r>
              <a:rPr lang="en-US" dirty="0" err="1">
                <a:solidFill>
                  <a:srgbClr val="404040"/>
                </a:solidFill>
                <a:latin typeface="Arial" panose="020B0604020202020204" pitchFamily="34" charset="0"/>
              </a:rPr>
              <a:t>Notes_vod</a:t>
            </a:r>
            <a:r>
              <a:rPr lang="en-US" dirty="0">
                <a:solidFill>
                  <a:srgbClr val="404040"/>
                </a:solidFill>
                <a:latin typeface="Arial" panose="020B0604020202020204" pitchFamily="34" charset="0"/>
              </a:rPr>
              <a:t> field of the Data Change Request object). Enter the reason for the changes or other notes for the Data Steward or equivalent responsible person. The Notes field is an optional field, but it can be made a Required field by enforcing it on the DCR page layout</a:t>
            </a:r>
          </a:p>
          <a:p>
            <a:endParaRPr lang="en-IN" dirty="0"/>
          </a:p>
        </p:txBody>
      </p:sp>
      <p:pic>
        <p:nvPicPr>
          <p:cNvPr id="2" name="Picture 1">
            <a:extLst>
              <a:ext uri="{FF2B5EF4-FFF2-40B4-BE49-F238E27FC236}">
                <a16:creationId xmlns:a16="http://schemas.microsoft.com/office/drawing/2014/main" id="{61F08745-71C6-2EF4-F42A-EF615CC5DEC7}"/>
              </a:ext>
            </a:extLst>
          </p:cNvPr>
          <p:cNvPicPr>
            <a:picLocks noChangeAspect="1"/>
          </p:cNvPicPr>
          <p:nvPr/>
        </p:nvPicPr>
        <p:blipFill>
          <a:blip r:embed="rId2"/>
          <a:stretch>
            <a:fillRect/>
          </a:stretch>
        </p:blipFill>
        <p:spPr>
          <a:xfrm>
            <a:off x="149289" y="2556431"/>
            <a:ext cx="9780774" cy="3202685"/>
          </a:xfrm>
          <a:prstGeom prst="rect">
            <a:avLst/>
          </a:prstGeom>
        </p:spPr>
      </p:pic>
    </p:spTree>
    <p:extLst>
      <p:ext uri="{BB962C8B-B14F-4D97-AF65-F5344CB8AC3E}">
        <p14:creationId xmlns:p14="http://schemas.microsoft.com/office/powerpoint/2010/main" val="2126118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18</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228602"/>
            <a:ext cx="10807700" cy="369332"/>
          </a:xfrm>
        </p:spPr>
        <p:txBody>
          <a:bodyPr/>
          <a:lstStyle/>
          <a:p>
            <a:r>
              <a:rPr lang="en-US" dirty="0"/>
              <a:t>DCR - iPad Process 5</a:t>
            </a:r>
          </a:p>
        </p:txBody>
      </p:sp>
      <p:sp>
        <p:nvSpPr>
          <p:cNvPr id="7" name="TextBox 6">
            <a:extLst>
              <a:ext uri="{FF2B5EF4-FFF2-40B4-BE49-F238E27FC236}">
                <a16:creationId xmlns:a16="http://schemas.microsoft.com/office/drawing/2014/main" id="{681ED156-B5D6-EC91-08E4-5546C4AAD04E}"/>
              </a:ext>
            </a:extLst>
          </p:cNvPr>
          <p:cNvSpPr txBox="1"/>
          <p:nvPr/>
        </p:nvSpPr>
        <p:spPr>
          <a:xfrm>
            <a:off x="149289" y="802105"/>
            <a:ext cx="8994711" cy="1477328"/>
          </a:xfrm>
          <a:prstGeom prst="rect">
            <a:avLst/>
          </a:prstGeom>
          <a:noFill/>
        </p:spPr>
        <p:txBody>
          <a:bodyPr wrap="square">
            <a:spAutoFit/>
          </a:bodyPr>
          <a:lstStyle/>
          <a:p>
            <a:r>
              <a:rPr lang="en-US" b="1" dirty="0">
                <a:solidFill>
                  <a:srgbClr val="404040"/>
                </a:solidFill>
                <a:latin typeface="Arial" panose="020B0604020202020204" pitchFamily="34" charset="0"/>
              </a:rPr>
              <a:t>Edit Address DCR </a:t>
            </a:r>
            <a:r>
              <a:rPr lang="en-US" dirty="0">
                <a:solidFill>
                  <a:srgbClr val="404040"/>
                </a:solidFill>
                <a:latin typeface="Arial" panose="020B0604020202020204" pitchFamily="34" charset="0"/>
              </a:rPr>
              <a:t>- When a user has access to the DCR object and the </a:t>
            </a:r>
            <a:r>
              <a:rPr lang="en-US" dirty="0" err="1">
                <a:solidFill>
                  <a:srgbClr val="404040"/>
                </a:solidFill>
                <a:latin typeface="Arial" panose="020B0604020202020204" pitchFamily="34" charset="0"/>
              </a:rPr>
              <a:t>Address_vod</a:t>
            </a:r>
            <a:r>
              <a:rPr lang="en-US" dirty="0">
                <a:solidFill>
                  <a:srgbClr val="404040"/>
                </a:solidFill>
                <a:latin typeface="Arial" panose="020B0604020202020204" pitchFamily="34" charset="0"/>
              </a:rPr>
              <a:t> record type, they can submit an Edit Address DCR. DCR-controlled fields display with a lock icon on the right side. A Data Change Request confirmation window displays when the user taps Save</a:t>
            </a:r>
          </a:p>
          <a:p>
            <a:endParaRPr lang="en-IN" dirty="0"/>
          </a:p>
        </p:txBody>
      </p:sp>
      <p:pic>
        <p:nvPicPr>
          <p:cNvPr id="6" name="Picture 5">
            <a:extLst>
              <a:ext uri="{FF2B5EF4-FFF2-40B4-BE49-F238E27FC236}">
                <a16:creationId xmlns:a16="http://schemas.microsoft.com/office/drawing/2014/main" id="{2336F15B-8E4B-5B48-AB73-6A4AFA574EBC}"/>
              </a:ext>
            </a:extLst>
          </p:cNvPr>
          <p:cNvPicPr>
            <a:picLocks noChangeAspect="1"/>
          </p:cNvPicPr>
          <p:nvPr/>
        </p:nvPicPr>
        <p:blipFill>
          <a:blip r:embed="rId2"/>
          <a:stretch>
            <a:fillRect/>
          </a:stretch>
        </p:blipFill>
        <p:spPr>
          <a:xfrm>
            <a:off x="149289" y="2170750"/>
            <a:ext cx="10210800" cy="4275452"/>
          </a:xfrm>
          <a:prstGeom prst="rect">
            <a:avLst/>
          </a:prstGeom>
        </p:spPr>
      </p:pic>
    </p:spTree>
    <p:extLst>
      <p:ext uri="{BB962C8B-B14F-4D97-AF65-F5344CB8AC3E}">
        <p14:creationId xmlns:p14="http://schemas.microsoft.com/office/powerpoint/2010/main" val="1441981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19</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228602"/>
            <a:ext cx="10807700" cy="369332"/>
          </a:xfrm>
        </p:spPr>
        <p:txBody>
          <a:bodyPr/>
          <a:lstStyle/>
          <a:p>
            <a:r>
              <a:rPr lang="en-US" dirty="0"/>
              <a:t>DCR - iPad Process 6</a:t>
            </a:r>
          </a:p>
        </p:txBody>
      </p:sp>
      <p:sp>
        <p:nvSpPr>
          <p:cNvPr id="7" name="TextBox 6">
            <a:extLst>
              <a:ext uri="{FF2B5EF4-FFF2-40B4-BE49-F238E27FC236}">
                <a16:creationId xmlns:a16="http://schemas.microsoft.com/office/drawing/2014/main" id="{681ED156-B5D6-EC91-08E4-5546C4AAD04E}"/>
              </a:ext>
            </a:extLst>
          </p:cNvPr>
          <p:cNvSpPr txBox="1"/>
          <p:nvPr/>
        </p:nvSpPr>
        <p:spPr>
          <a:xfrm>
            <a:off x="149289" y="802105"/>
            <a:ext cx="8994711" cy="1754326"/>
          </a:xfrm>
          <a:prstGeom prst="rect">
            <a:avLst/>
          </a:prstGeom>
          <a:noFill/>
        </p:spPr>
        <p:txBody>
          <a:bodyPr wrap="square">
            <a:spAutoFit/>
          </a:bodyPr>
          <a:lstStyle/>
          <a:p>
            <a:r>
              <a:rPr lang="en-US" b="1" dirty="0">
                <a:solidFill>
                  <a:srgbClr val="404040"/>
                </a:solidFill>
                <a:latin typeface="Arial" panose="020B0604020202020204" pitchFamily="34" charset="0"/>
              </a:rPr>
              <a:t>Address DCR Confirmation Page </a:t>
            </a:r>
            <a:r>
              <a:rPr lang="en-US" dirty="0">
                <a:solidFill>
                  <a:srgbClr val="404040"/>
                </a:solidFill>
                <a:latin typeface="Arial" panose="020B0604020202020204" pitchFamily="34" charset="0"/>
              </a:rPr>
              <a:t>- The top section of the Data Change Request confirmation window is a Notes field (</a:t>
            </a:r>
            <a:r>
              <a:rPr lang="en-US" dirty="0" err="1">
                <a:solidFill>
                  <a:srgbClr val="404040"/>
                </a:solidFill>
                <a:latin typeface="Arial" panose="020B0604020202020204" pitchFamily="34" charset="0"/>
              </a:rPr>
              <a:t>Notes_vod</a:t>
            </a:r>
            <a:r>
              <a:rPr lang="en-US" dirty="0">
                <a:solidFill>
                  <a:srgbClr val="404040"/>
                </a:solidFill>
                <a:latin typeface="Arial" panose="020B0604020202020204" pitchFamily="34" charset="0"/>
              </a:rPr>
              <a:t> field of the Data Change Request object). Enter the reason for the changes or other notes for the Data Steward or equivalent responsible person. The Notes field is an optional field, but it can be made a Required field by enforcing it on the DCR page layout</a:t>
            </a:r>
          </a:p>
          <a:p>
            <a:endParaRPr lang="en-IN" dirty="0"/>
          </a:p>
        </p:txBody>
      </p:sp>
      <p:pic>
        <p:nvPicPr>
          <p:cNvPr id="2" name="Picture 2" descr="https://crmhelp.veeva.com/doc/Content/Resources/Images/Integration/Network/DataChangeRequest/iPadDCR6.png">
            <a:extLst>
              <a:ext uri="{FF2B5EF4-FFF2-40B4-BE49-F238E27FC236}">
                <a16:creationId xmlns:a16="http://schemas.microsoft.com/office/drawing/2014/main" id="{E1987B47-5E1A-1E27-1EA1-FE4D5AC47F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139" y="2483604"/>
            <a:ext cx="9936850" cy="3571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540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20</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228602"/>
            <a:ext cx="10807700" cy="369332"/>
          </a:xfrm>
        </p:spPr>
        <p:txBody>
          <a:bodyPr/>
          <a:lstStyle/>
          <a:p>
            <a:r>
              <a:rPr lang="en-US" dirty="0"/>
              <a:t>DCR - iPad Process 7</a:t>
            </a:r>
          </a:p>
        </p:txBody>
      </p:sp>
      <p:pic>
        <p:nvPicPr>
          <p:cNvPr id="6" name="Picture 5">
            <a:extLst>
              <a:ext uri="{FF2B5EF4-FFF2-40B4-BE49-F238E27FC236}">
                <a16:creationId xmlns:a16="http://schemas.microsoft.com/office/drawing/2014/main" id="{A1C09AF0-C39F-3552-ACAA-A8997E940C3C}"/>
              </a:ext>
            </a:extLst>
          </p:cNvPr>
          <p:cNvPicPr>
            <a:picLocks noChangeAspect="1"/>
          </p:cNvPicPr>
          <p:nvPr/>
        </p:nvPicPr>
        <p:blipFill>
          <a:blip r:embed="rId2"/>
          <a:stretch>
            <a:fillRect/>
          </a:stretch>
        </p:blipFill>
        <p:spPr>
          <a:xfrm>
            <a:off x="312820" y="2193758"/>
            <a:ext cx="9383573" cy="3581400"/>
          </a:xfrm>
          <a:prstGeom prst="rect">
            <a:avLst/>
          </a:prstGeom>
        </p:spPr>
      </p:pic>
      <p:sp>
        <p:nvSpPr>
          <p:cNvPr id="9" name="TextBox 8">
            <a:extLst>
              <a:ext uri="{FF2B5EF4-FFF2-40B4-BE49-F238E27FC236}">
                <a16:creationId xmlns:a16="http://schemas.microsoft.com/office/drawing/2014/main" id="{62A26644-8E8A-078A-BBDF-893F81866F04}"/>
              </a:ext>
            </a:extLst>
          </p:cNvPr>
          <p:cNvSpPr txBox="1"/>
          <p:nvPr/>
        </p:nvSpPr>
        <p:spPr>
          <a:xfrm>
            <a:off x="149289" y="728773"/>
            <a:ext cx="8994711" cy="1200329"/>
          </a:xfrm>
          <a:prstGeom prst="rect">
            <a:avLst/>
          </a:prstGeom>
          <a:noFill/>
        </p:spPr>
        <p:txBody>
          <a:bodyPr wrap="square">
            <a:spAutoFit/>
          </a:bodyPr>
          <a:lstStyle/>
          <a:p>
            <a:r>
              <a:rPr lang="en-US" b="1" dirty="0">
                <a:solidFill>
                  <a:srgbClr val="404040"/>
                </a:solidFill>
                <a:latin typeface="Arial" panose="020B0604020202020204" pitchFamily="34" charset="0"/>
              </a:rPr>
              <a:t>Edit Child Account DCR </a:t>
            </a:r>
            <a:r>
              <a:rPr lang="en-US" dirty="0">
                <a:solidFill>
                  <a:srgbClr val="404040"/>
                </a:solidFill>
                <a:latin typeface="Arial" panose="020B0604020202020204" pitchFamily="34" charset="0"/>
              </a:rPr>
              <a:t>- When a user has access to the DCR object and the </a:t>
            </a:r>
            <a:r>
              <a:rPr lang="en-US" dirty="0" err="1">
                <a:solidFill>
                  <a:srgbClr val="404040"/>
                </a:solidFill>
                <a:latin typeface="Arial" panose="020B0604020202020204" pitchFamily="34" charset="0"/>
              </a:rPr>
              <a:t>Child_Account_vod</a:t>
            </a:r>
            <a:r>
              <a:rPr lang="en-US" dirty="0">
                <a:solidFill>
                  <a:srgbClr val="404040"/>
                </a:solidFill>
                <a:latin typeface="Arial" panose="020B0604020202020204" pitchFamily="34" charset="0"/>
              </a:rPr>
              <a:t> record type, they can submit an Edit Child Account DCR. DCR-controlled fields display with a lock icon on the right side. A Data Change Request confirmation window displays when the user taps Save</a:t>
            </a:r>
          </a:p>
        </p:txBody>
      </p:sp>
    </p:spTree>
    <p:extLst>
      <p:ext uri="{BB962C8B-B14F-4D97-AF65-F5344CB8AC3E}">
        <p14:creationId xmlns:p14="http://schemas.microsoft.com/office/powerpoint/2010/main" val="1941744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21</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228602"/>
            <a:ext cx="10807700" cy="369332"/>
          </a:xfrm>
        </p:spPr>
        <p:txBody>
          <a:bodyPr/>
          <a:lstStyle/>
          <a:p>
            <a:r>
              <a:rPr lang="en-US" dirty="0"/>
              <a:t>DCR – Editing DCRs</a:t>
            </a:r>
          </a:p>
        </p:txBody>
      </p:sp>
      <p:sp>
        <p:nvSpPr>
          <p:cNvPr id="9" name="TextBox 8">
            <a:extLst>
              <a:ext uri="{FF2B5EF4-FFF2-40B4-BE49-F238E27FC236}">
                <a16:creationId xmlns:a16="http://schemas.microsoft.com/office/drawing/2014/main" id="{62A26644-8E8A-078A-BBDF-893F81866F04}"/>
              </a:ext>
            </a:extLst>
          </p:cNvPr>
          <p:cNvSpPr txBox="1"/>
          <p:nvPr/>
        </p:nvSpPr>
        <p:spPr>
          <a:xfrm>
            <a:off x="288758" y="866274"/>
            <a:ext cx="8855242" cy="3416320"/>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404040"/>
                </a:solidFill>
                <a:latin typeface="Arial" panose="020B0604020202020204" pitchFamily="34" charset="0"/>
              </a:rPr>
              <a:t>If the user opens a DCR to edit, clicks a DCR field and does not change it, a DCR is not created when you click Submit</a:t>
            </a:r>
          </a:p>
          <a:p>
            <a:pPr marL="285750" indent="-285750">
              <a:buFont typeface="Arial" panose="020B0604020202020204" pitchFamily="34" charset="0"/>
              <a:buChar char="•"/>
            </a:pPr>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If a DCR field is cleared (empty) and the DCR is submitted, then:</a:t>
            </a:r>
          </a:p>
          <a:p>
            <a:pPr marL="742950" lvl="1" indent="-285750">
              <a:buFont typeface="Arial" panose="020B0604020202020204" pitchFamily="34" charset="0"/>
              <a:buChar char="•"/>
            </a:pPr>
            <a:r>
              <a:rPr lang="en-US" dirty="0">
                <a:solidFill>
                  <a:srgbClr val="404040"/>
                </a:solidFill>
                <a:latin typeface="Arial" panose="020B0604020202020204" pitchFamily="34" charset="0"/>
              </a:rPr>
              <a:t>If the DCR field is required, a standard error message displays at the top of the page and beneath the field (Error: You must enter a value)</a:t>
            </a:r>
          </a:p>
          <a:p>
            <a:pPr marL="742950" lvl="1" indent="-285750">
              <a:buFont typeface="Arial" panose="020B0604020202020204" pitchFamily="34" charset="0"/>
              <a:buChar char="•"/>
            </a:pPr>
            <a:endParaRPr lang="en-US" dirty="0">
              <a:solidFill>
                <a:srgbClr val="404040"/>
              </a:solidFill>
              <a:latin typeface="Arial" panose="020B0604020202020204" pitchFamily="34" charset="0"/>
            </a:endParaRPr>
          </a:p>
          <a:p>
            <a:pPr marL="742950" lvl="1" indent="-285750">
              <a:buFont typeface="Arial" panose="020B0604020202020204" pitchFamily="34" charset="0"/>
              <a:buChar char="•"/>
            </a:pPr>
            <a:r>
              <a:rPr lang="en-US" dirty="0">
                <a:solidFill>
                  <a:srgbClr val="404040"/>
                </a:solidFill>
                <a:latin typeface="Arial" panose="020B0604020202020204" pitchFamily="34" charset="0"/>
              </a:rPr>
              <a:t>If the DCR field is not required, the user is allowed to clear the contents. This will result in a DCR line with (empty) as the new value for that field</a:t>
            </a:r>
          </a:p>
          <a:p>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A user can edit as many DCR fields as necessary before clicking Submit</a:t>
            </a:r>
          </a:p>
          <a:p>
            <a:endParaRPr lang="en-US" dirty="0">
              <a:solidFill>
                <a:srgbClr val="404040"/>
              </a:solidFill>
              <a:latin typeface="Arial" panose="020B0604020202020204" pitchFamily="34" charset="0"/>
            </a:endParaRPr>
          </a:p>
        </p:txBody>
      </p:sp>
    </p:spTree>
    <p:extLst>
      <p:ext uri="{BB962C8B-B14F-4D97-AF65-F5344CB8AC3E}">
        <p14:creationId xmlns:p14="http://schemas.microsoft.com/office/powerpoint/2010/main" val="781372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336883" y="2277979"/>
            <a:ext cx="6578199" cy="1723826"/>
          </a:xfrm>
        </p:spPr>
        <p:txBody>
          <a:bodyPr/>
          <a:lstStyle/>
          <a:p>
            <a:r>
              <a:rPr lang="en-US" b="0" dirty="0">
                <a:solidFill>
                  <a:srgbClr val="00718F"/>
                </a:solidFill>
                <a:latin typeface="Arial" panose="020B0604020202020204" pitchFamily="34" charset="0"/>
                <a:cs typeface="Arial" panose="020B0604020202020204" pitchFamily="34" charset="0"/>
              </a:rPr>
              <a:t>Data Change Request</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336883" y="4001805"/>
            <a:ext cx="4979327" cy="568185"/>
          </a:xfrm>
        </p:spPr>
        <p:txBody>
          <a:bodyPr/>
          <a:lstStyle/>
          <a:p>
            <a:r>
              <a:rPr lang="en-US" sz="3200" b="1" dirty="0">
                <a:latin typeface="Arial" panose="020B0604020202020204" pitchFamily="34" charset="0"/>
                <a:cs typeface="Arial" panose="020B0604020202020204" pitchFamily="34" charset="0"/>
              </a:rPr>
              <a:t>DCR Configuration</a:t>
            </a:r>
            <a:endParaRPr lang="en-US" sz="3200" b="1" dirty="0"/>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4077232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23</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DCR Configuration 1</a:t>
            </a:r>
          </a:p>
        </p:txBody>
      </p:sp>
      <p:sp>
        <p:nvSpPr>
          <p:cNvPr id="7" name="TextBox 6">
            <a:extLst>
              <a:ext uri="{FF2B5EF4-FFF2-40B4-BE49-F238E27FC236}">
                <a16:creationId xmlns:a16="http://schemas.microsoft.com/office/drawing/2014/main" id="{C7649902-FA48-3FD9-EB54-7A8913BA1C4F}"/>
              </a:ext>
            </a:extLst>
          </p:cNvPr>
          <p:cNvSpPr txBox="1"/>
          <p:nvPr/>
        </p:nvSpPr>
        <p:spPr>
          <a:xfrm>
            <a:off x="308534" y="1187116"/>
            <a:ext cx="8847497" cy="369332"/>
          </a:xfrm>
          <a:prstGeom prst="rect">
            <a:avLst/>
          </a:prstGeom>
          <a:noFill/>
        </p:spPr>
        <p:txBody>
          <a:bodyPr wrap="square">
            <a:spAutoFit/>
          </a:bodyPr>
          <a:lstStyle/>
          <a:p>
            <a:r>
              <a:rPr lang="en-US" b="1">
                <a:solidFill>
                  <a:srgbClr val="404040"/>
                </a:solidFill>
                <a:latin typeface="Arial" panose="020B0604020202020204" pitchFamily="34" charset="0"/>
              </a:rPr>
              <a:t>To Configure a DCR: </a:t>
            </a:r>
            <a:r>
              <a:rPr lang="en-US">
                <a:solidFill>
                  <a:srgbClr val="404040"/>
                </a:solidFill>
                <a:latin typeface="Arial" panose="020B0604020202020204" pitchFamily="34" charset="0"/>
              </a:rPr>
              <a:t>You have to follow the below Steps</a:t>
            </a:r>
            <a:endParaRPr lang="en-US" dirty="0"/>
          </a:p>
        </p:txBody>
      </p:sp>
      <p:sp>
        <p:nvSpPr>
          <p:cNvPr id="9" name="TextBox 8">
            <a:extLst>
              <a:ext uri="{FF2B5EF4-FFF2-40B4-BE49-F238E27FC236}">
                <a16:creationId xmlns:a16="http://schemas.microsoft.com/office/drawing/2014/main" id="{A37B8A85-468C-D2D2-E042-E5846B7D3FFA}"/>
              </a:ext>
            </a:extLst>
          </p:cNvPr>
          <p:cNvSpPr txBox="1"/>
          <p:nvPr/>
        </p:nvSpPr>
        <p:spPr>
          <a:xfrm>
            <a:off x="308534" y="1683772"/>
            <a:ext cx="8847497" cy="3693319"/>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404040"/>
                </a:solidFill>
                <a:latin typeface="Arial" panose="020B0604020202020204" pitchFamily="34" charset="0"/>
              </a:rPr>
              <a:t>Enable the Data Change Request Mode Veeva Setting with a value of 1</a:t>
            </a:r>
          </a:p>
          <a:p>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Provide access to the relevant DCR Record types (Account, Address or Child Account)</a:t>
            </a:r>
          </a:p>
          <a:p>
            <a:pPr marL="285750" indent="-285750">
              <a:buFont typeface="Arial" panose="020B0604020202020204" pitchFamily="34" charset="0"/>
              <a:buChar char="•"/>
            </a:pPr>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Provide </a:t>
            </a:r>
            <a:r>
              <a:rPr lang="en-US" dirty="0" err="1">
                <a:solidFill>
                  <a:srgbClr val="404040"/>
                </a:solidFill>
                <a:latin typeface="Arial" panose="020B0604020202020204" pitchFamily="34" charset="0"/>
              </a:rPr>
              <a:t>VisualForce</a:t>
            </a:r>
            <a:r>
              <a:rPr lang="en-US" dirty="0">
                <a:solidFill>
                  <a:srgbClr val="404040"/>
                </a:solidFill>
                <a:latin typeface="Arial" panose="020B0604020202020204" pitchFamily="34" charset="0"/>
              </a:rPr>
              <a:t> page access to the user profile for the following pages</a:t>
            </a:r>
          </a:p>
          <a:p>
            <a:endParaRPr lang="en-US" dirty="0">
              <a:solidFill>
                <a:srgbClr val="404040"/>
              </a:solidFill>
              <a:latin typeface="Arial" panose="020B0604020202020204" pitchFamily="34" charset="0"/>
            </a:endParaRPr>
          </a:p>
          <a:p>
            <a:pPr marL="742950" lvl="1" indent="-285750">
              <a:buFont typeface="Wingdings" panose="05000000000000000000" pitchFamily="2" charset="2"/>
              <a:buChar char="Ø"/>
            </a:pPr>
            <a:r>
              <a:rPr lang="en-US" dirty="0" err="1">
                <a:solidFill>
                  <a:srgbClr val="404040"/>
                </a:solidFill>
                <a:latin typeface="Arial" panose="020B0604020202020204" pitchFamily="34" charset="0"/>
              </a:rPr>
              <a:t>Edit_Account_DCR_vod</a:t>
            </a:r>
            <a:endParaRPr lang="en-US" dirty="0">
              <a:solidFill>
                <a:srgbClr val="404040"/>
              </a:solidFill>
              <a:latin typeface="Arial" panose="020B0604020202020204" pitchFamily="34" charset="0"/>
            </a:endParaRPr>
          </a:p>
          <a:p>
            <a:pPr marL="742950" lvl="1" indent="-285750">
              <a:buFont typeface="Wingdings" panose="05000000000000000000" pitchFamily="2" charset="2"/>
              <a:buChar char="Ø"/>
            </a:pPr>
            <a:r>
              <a:rPr lang="en-US" dirty="0" err="1">
                <a:solidFill>
                  <a:srgbClr val="404040"/>
                </a:solidFill>
                <a:latin typeface="Arial" panose="020B0604020202020204" pitchFamily="34" charset="0"/>
              </a:rPr>
              <a:t>Edit_Address_DCR_vod</a:t>
            </a:r>
            <a:endParaRPr lang="en-US" dirty="0">
              <a:solidFill>
                <a:srgbClr val="404040"/>
              </a:solidFill>
              <a:latin typeface="Arial" panose="020B0604020202020204" pitchFamily="34" charset="0"/>
            </a:endParaRPr>
          </a:p>
          <a:p>
            <a:pPr marL="742950" lvl="1" indent="-285750">
              <a:buFont typeface="Wingdings" panose="05000000000000000000" pitchFamily="2" charset="2"/>
              <a:buChar char="Ø"/>
            </a:pPr>
            <a:r>
              <a:rPr lang="en-US" dirty="0" err="1">
                <a:solidFill>
                  <a:srgbClr val="404040"/>
                </a:solidFill>
                <a:latin typeface="Arial" panose="020B0604020202020204" pitchFamily="34" charset="0"/>
              </a:rPr>
              <a:t>Edit_Child_Account_DCR_vod</a:t>
            </a:r>
            <a:endParaRPr lang="en-US" dirty="0">
              <a:solidFill>
                <a:srgbClr val="404040"/>
              </a:solidFill>
              <a:latin typeface="Arial" panose="020B0604020202020204" pitchFamily="34" charset="0"/>
            </a:endParaRPr>
          </a:p>
          <a:p>
            <a:pPr marL="742950" lvl="1" indent="-285750">
              <a:buFont typeface="Wingdings" panose="05000000000000000000" pitchFamily="2" charset="2"/>
              <a:buChar char="Ø"/>
            </a:pPr>
            <a:r>
              <a:rPr lang="en-US" dirty="0" err="1">
                <a:solidFill>
                  <a:srgbClr val="404040"/>
                </a:solidFill>
                <a:latin typeface="Arial" panose="020B0604020202020204" pitchFamily="34" charset="0"/>
              </a:rPr>
              <a:t>New_Address_DCR_vod</a:t>
            </a:r>
            <a:endParaRPr lang="en-US" dirty="0">
              <a:solidFill>
                <a:srgbClr val="404040"/>
              </a:solidFill>
              <a:latin typeface="Arial" panose="020B0604020202020204" pitchFamily="34" charset="0"/>
            </a:endParaRPr>
          </a:p>
          <a:p>
            <a:pPr marL="742950" lvl="1" indent="-285750">
              <a:buFont typeface="Wingdings" panose="05000000000000000000" pitchFamily="2" charset="2"/>
              <a:buChar char="Ø"/>
            </a:pPr>
            <a:r>
              <a:rPr lang="en-US" dirty="0" err="1">
                <a:solidFill>
                  <a:srgbClr val="404040"/>
                </a:solidFill>
                <a:latin typeface="Arial" panose="020B0604020202020204" pitchFamily="34" charset="0"/>
              </a:rPr>
              <a:t>New_Child_Account_DCR_vod</a:t>
            </a:r>
            <a:endParaRPr lang="en-US" dirty="0">
              <a:solidFill>
                <a:srgbClr val="404040"/>
              </a:solidFill>
              <a:latin typeface="Arial" panose="020B0604020202020204" pitchFamily="34" charset="0"/>
            </a:endParaRPr>
          </a:p>
          <a:p>
            <a:pPr marL="742950" lvl="1" indent="-285750">
              <a:buFont typeface="Wingdings" panose="05000000000000000000" pitchFamily="2" charset="2"/>
              <a:buChar char="Ø"/>
            </a:pPr>
            <a:r>
              <a:rPr lang="en-US" dirty="0" err="1">
                <a:solidFill>
                  <a:srgbClr val="404040"/>
                </a:solidFill>
                <a:latin typeface="Arial" panose="020B0604020202020204" pitchFamily="34" charset="0"/>
              </a:rPr>
              <a:t>New_Parent_Account_DCR_vod</a:t>
            </a:r>
            <a:endParaRPr lang="en-US" dirty="0">
              <a:solidFill>
                <a:srgbClr val="404040"/>
              </a:solidFill>
              <a:latin typeface="Arial" panose="020B0604020202020204" pitchFamily="34" charset="0"/>
            </a:endParaRPr>
          </a:p>
        </p:txBody>
      </p:sp>
    </p:spTree>
    <p:extLst>
      <p:ext uri="{BB962C8B-B14F-4D97-AF65-F5344CB8AC3E}">
        <p14:creationId xmlns:p14="http://schemas.microsoft.com/office/powerpoint/2010/main" val="384398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24</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DCR Configuration 2</a:t>
            </a:r>
          </a:p>
        </p:txBody>
      </p:sp>
      <p:sp>
        <p:nvSpPr>
          <p:cNvPr id="7" name="TextBox 6">
            <a:extLst>
              <a:ext uri="{FF2B5EF4-FFF2-40B4-BE49-F238E27FC236}">
                <a16:creationId xmlns:a16="http://schemas.microsoft.com/office/drawing/2014/main" id="{C7649902-FA48-3FD9-EB54-7A8913BA1C4F}"/>
              </a:ext>
            </a:extLst>
          </p:cNvPr>
          <p:cNvSpPr txBox="1"/>
          <p:nvPr/>
        </p:nvSpPr>
        <p:spPr>
          <a:xfrm>
            <a:off x="308534" y="1187116"/>
            <a:ext cx="8847497" cy="1477328"/>
          </a:xfrm>
          <a:prstGeom prst="rect">
            <a:avLst/>
          </a:prstGeom>
          <a:noFill/>
        </p:spPr>
        <p:txBody>
          <a:bodyPr wrap="square">
            <a:spAutoFit/>
          </a:bodyPr>
          <a:lstStyle/>
          <a:p>
            <a:r>
              <a:rPr lang="en-US" dirty="0">
                <a:solidFill>
                  <a:srgbClr val="404040"/>
                </a:solidFill>
                <a:latin typeface="Arial" panose="020B0604020202020204" pitchFamily="34" charset="0"/>
              </a:rPr>
              <a:t>Remove the standard SFDC 'Edit' button from page layouts that create DCRs. Replace it with the custom Edit DCR button. The custom Edit DCR button names are </a:t>
            </a:r>
            <a:r>
              <a:rPr lang="en-US" dirty="0" err="1">
                <a:solidFill>
                  <a:srgbClr val="404040"/>
                </a:solidFill>
                <a:latin typeface="Arial" panose="020B0604020202020204" pitchFamily="34" charset="0"/>
              </a:rPr>
              <a:t>Edit_DCR_vod</a:t>
            </a:r>
            <a:r>
              <a:rPr lang="en-US" dirty="0">
                <a:solidFill>
                  <a:srgbClr val="404040"/>
                </a:solidFill>
                <a:latin typeface="Arial" panose="020B0604020202020204" pitchFamily="34" charset="0"/>
              </a:rPr>
              <a:t>, </a:t>
            </a:r>
            <a:r>
              <a:rPr lang="en-US" dirty="0" err="1">
                <a:solidFill>
                  <a:srgbClr val="404040"/>
                </a:solidFill>
                <a:latin typeface="Arial" panose="020B0604020202020204" pitchFamily="34" charset="0"/>
              </a:rPr>
              <a:t>Edit_Address_DCR_vod</a:t>
            </a:r>
            <a:r>
              <a:rPr lang="en-US" dirty="0">
                <a:solidFill>
                  <a:srgbClr val="404040"/>
                </a:solidFill>
                <a:latin typeface="Arial" panose="020B0604020202020204" pitchFamily="34" charset="0"/>
              </a:rPr>
              <a:t>, and </a:t>
            </a:r>
            <a:r>
              <a:rPr lang="en-US" dirty="0" err="1">
                <a:solidFill>
                  <a:srgbClr val="404040"/>
                </a:solidFill>
                <a:latin typeface="Arial" panose="020B0604020202020204" pitchFamily="34" charset="0"/>
              </a:rPr>
              <a:t>Edit_Child_Account_DCR_vod</a:t>
            </a:r>
            <a:r>
              <a:rPr lang="en-US" dirty="0">
                <a:solidFill>
                  <a:srgbClr val="404040"/>
                </a:solidFill>
                <a:latin typeface="Arial" panose="020B0604020202020204" pitchFamily="34" charset="0"/>
              </a:rPr>
              <a:t> for Account, Address, and Child Account respectively</a:t>
            </a:r>
          </a:p>
          <a:p>
            <a:endParaRPr lang="en-US" dirty="0"/>
          </a:p>
        </p:txBody>
      </p:sp>
    </p:spTree>
    <p:extLst>
      <p:ext uri="{BB962C8B-B14F-4D97-AF65-F5344CB8AC3E}">
        <p14:creationId xmlns:p14="http://schemas.microsoft.com/office/powerpoint/2010/main" val="4058061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25</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DCR Configuration 3</a:t>
            </a:r>
          </a:p>
        </p:txBody>
      </p:sp>
      <p:sp>
        <p:nvSpPr>
          <p:cNvPr id="7" name="TextBox 6">
            <a:extLst>
              <a:ext uri="{FF2B5EF4-FFF2-40B4-BE49-F238E27FC236}">
                <a16:creationId xmlns:a16="http://schemas.microsoft.com/office/drawing/2014/main" id="{C7649902-FA48-3FD9-EB54-7A8913BA1C4F}"/>
              </a:ext>
            </a:extLst>
          </p:cNvPr>
          <p:cNvSpPr txBox="1"/>
          <p:nvPr/>
        </p:nvSpPr>
        <p:spPr>
          <a:xfrm>
            <a:off x="308534" y="1187116"/>
            <a:ext cx="8847497" cy="1661993"/>
          </a:xfrm>
          <a:prstGeom prst="rect">
            <a:avLst/>
          </a:prstGeom>
          <a:noFill/>
        </p:spPr>
        <p:txBody>
          <a:bodyPr wrap="square">
            <a:spAutoFit/>
          </a:bodyPr>
          <a:lstStyle/>
          <a:p>
            <a:r>
              <a:rPr lang="en-US" b="1" dirty="0">
                <a:solidFill>
                  <a:srgbClr val="404040"/>
                </a:solidFill>
                <a:latin typeface="Arial" panose="020B0604020202020204" pitchFamily="34" charset="0"/>
              </a:rPr>
              <a:t>There are three DCR Objects</a:t>
            </a:r>
          </a:p>
          <a:p>
            <a:endParaRPr lang="en-US" b="1" dirty="0">
              <a:solidFill>
                <a:srgbClr val="404040"/>
              </a:solidFill>
              <a:latin typeface="Arial" panose="020B0604020202020204" pitchFamily="34" charset="0"/>
            </a:endParaRPr>
          </a:p>
          <a:p>
            <a:pPr marL="742950" lvl="1" indent="-285750">
              <a:buFont typeface="Arial" panose="020B0604020202020204" pitchFamily="34" charset="0"/>
              <a:buChar char="•"/>
            </a:pPr>
            <a:r>
              <a:rPr lang="en-US" sz="1600" dirty="0">
                <a:solidFill>
                  <a:srgbClr val="404040"/>
                </a:solidFill>
                <a:latin typeface="Arial" panose="020B0604020202020204" pitchFamily="34" charset="0"/>
              </a:rPr>
              <a:t>Data Change Request Header</a:t>
            </a:r>
          </a:p>
          <a:p>
            <a:pPr marL="742950" lvl="1" indent="-285750">
              <a:buFont typeface="Arial" panose="020B0604020202020204" pitchFamily="34" charset="0"/>
              <a:buChar char="•"/>
            </a:pPr>
            <a:r>
              <a:rPr lang="en-US" sz="1600" dirty="0">
                <a:solidFill>
                  <a:srgbClr val="404040"/>
                </a:solidFill>
                <a:latin typeface="Arial" panose="020B0604020202020204" pitchFamily="34" charset="0"/>
              </a:rPr>
              <a:t>Data Change Request Lines</a:t>
            </a:r>
          </a:p>
          <a:p>
            <a:pPr marL="742950" lvl="1" indent="-285750">
              <a:buFont typeface="Arial" panose="020B0604020202020204" pitchFamily="34" charset="0"/>
              <a:buChar char="•"/>
            </a:pPr>
            <a:r>
              <a:rPr lang="en-US" sz="1600" dirty="0">
                <a:solidFill>
                  <a:srgbClr val="404040"/>
                </a:solidFill>
                <a:latin typeface="Arial" panose="020B0604020202020204" pitchFamily="34" charset="0"/>
              </a:rPr>
              <a:t>DCR Field Type</a:t>
            </a:r>
          </a:p>
          <a:p>
            <a:endParaRPr lang="en-US" dirty="0"/>
          </a:p>
        </p:txBody>
      </p:sp>
      <p:graphicFrame>
        <p:nvGraphicFramePr>
          <p:cNvPr id="2" name="Diagram 1">
            <a:extLst>
              <a:ext uri="{FF2B5EF4-FFF2-40B4-BE49-F238E27FC236}">
                <a16:creationId xmlns:a16="http://schemas.microsoft.com/office/drawing/2014/main" id="{80C99932-D1B2-10AC-0DE9-7210FBF7F8DE}"/>
              </a:ext>
            </a:extLst>
          </p:cNvPr>
          <p:cNvGraphicFramePr/>
          <p:nvPr>
            <p:extLst>
              <p:ext uri="{D42A27DB-BD31-4B8C-83A1-F6EECF244321}">
                <p14:modId xmlns:p14="http://schemas.microsoft.com/office/powerpoint/2010/main" val="1862505219"/>
              </p:ext>
            </p:extLst>
          </p:nvPr>
        </p:nvGraphicFramePr>
        <p:xfrm>
          <a:off x="1042416" y="2976433"/>
          <a:ext cx="7973247" cy="2809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9284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26</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DCR Configuration 4</a:t>
            </a:r>
          </a:p>
        </p:txBody>
      </p:sp>
      <p:sp>
        <p:nvSpPr>
          <p:cNvPr id="7" name="TextBox 6">
            <a:extLst>
              <a:ext uri="{FF2B5EF4-FFF2-40B4-BE49-F238E27FC236}">
                <a16:creationId xmlns:a16="http://schemas.microsoft.com/office/drawing/2014/main" id="{C7649902-FA48-3FD9-EB54-7A8913BA1C4F}"/>
              </a:ext>
            </a:extLst>
          </p:cNvPr>
          <p:cNvSpPr txBox="1"/>
          <p:nvPr/>
        </p:nvSpPr>
        <p:spPr>
          <a:xfrm>
            <a:off x="308534" y="1187116"/>
            <a:ext cx="8847497" cy="3416320"/>
          </a:xfrm>
          <a:prstGeom prst="rect">
            <a:avLst/>
          </a:prstGeom>
          <a:noFill/>
        </p:spPr>
        <p:txBody>
          <a:bodyPr wrap="square">
            <a:spAutoFit/>
          </a:bodyPr>
          <a:lstStyle/>
          <a:p>
            <a:r>
              <a:rPr lang="en-US" b="1" dirty="0">
                <a:solidFill>
                  <a:srgbClr val="404040"/>
                </a:solidFill>
                <a:latin typeface="Arial" panose="020B0604020202020204" pitchFamily="34" charset="0"/>
              </a:rPr>
              <a:t>Data Change Request Header</a:t>
            </a:r>
          </a:p>
          <a:p>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User profile must have Read, Edit, and Create permissions on the Data Change Request object (Setup/Manage Users/Profiles/Data Change Requests)</a:t>
            </a:r>
          </a:p>
          <a:p>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Field Level Security must be set to visible for each profile (Setup/Manage Users/(Profile Name) /Field Level Security/Data Change Request/View)</a:t>
            </a:r>
          </a:p>
          <a:p>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Verify that a </a:t>
            </a:r>
            <a:r>
              <a:rPr lang="en-US" dirty="0" err="1">
                <a:solidFill>
                  <a:srgbClr val="404040"/>
                </a:solidFill>
                <a:latin typeface="Arial" panose="020B0604020202020204" pitchFamily="34" charset="0"/>
              </a:rPr>
              <a:t>VMobile</a:t>
            </a:r>
            <a:r>
              <a:rPr lang="en-US" dirty="0">
                <a:solidFill>
                  <a:srgbClr val="404040"/>
                </a:solidFill>
                <a:latin typeface="Arial" panose="020B0604020202020204" pitchFamily="34" charset="0"/>
              </a:rPr>
              <a:t> Object Configuration entry exists for the Data_Change_Request_</a:t>
            </a:r>
            <a:r>
              <a:rPr lang="en-US" dirty="0" err="1">
                <a:solidFill>
                  <a:srgbClr val="404040"/>
                </a:solidFill>
                <a:latin typeface="Arial" panose="020B0604020202020204" pitchFamily="34" charset="0"/>
              </a:rPr>
              <a:t>vod</a:t>
            </a:r>
            <a:r>
              <a:rPr lang="en-US" dirty="0">
                <a:solidFill>
                  <a:srgbClr val="404040"/>
                </a:solidFill>
                <a:latin typeface="Arial" panose="020B0604020202020204" pitchFamily="34" charset="0"/>
              </a:rPr>
              <a:t>__c object. If not, create a new entry and ensure the Type is set to Top Level and the Active flag is selected</a:t>
            </a:r>
          </a:p>
          <a:p>
            <a:endParaRPr lang="en-US" dirty="0"/>
          </a:p>
        </p:txBody>
      </p:sp>
    </p:spTree>
    <p:extLst>
      <p:ext uri="{BB962C8B-B14F-4D97-AF65-F5344CB8AC3E}">
        <p14:creationId xmlns:p14="http://schemas.microsoft.com/office/powerpoint/2010/main" val="1586843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27</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DCR Configuration 5</a:t>
            </a:r>
          </a:p>
        </p:txBody>
      </p:sp>
      <p:sp>
        <p:nvSpPr>
          <p:cNvPr id="7" name="TextBox 6">
            <a:extLst>
              <a:ext uri="{FF2B5EF4-FFF2-40B4-BE49-F238E27FC236}">
                <a16:creationId xmlns:a16="http://schemas.microsoft.com/office/drawing/2014/main" id="{C7649902-FA48-3FD9-EB54-7A8913BA1C4F}"/>
              </a:ext>
            </a:extLst>
          </p:cNvPr>
          <p:cNvSpPr txBox="1"/>
          <p:nvPr/>
        </p:nvSpPr>
        <p:spPr>
          <a:xfrm>
            <a:off x="308534" y="1187116"/>
            <a:ext cx="8847497" cy="3416320"/>
          </a:xfrm>
          <a:prstGeom prst="rect">
            <a:avLst/>
          </a:prstGeom>
          <a:noFill/>
        </p:spPr>
        <p:txBody>
          <a:bodyPr wrap="square">
            <a:spAutoFit/>
          </a:bodyPr>
          <a:lstStyle/>
          <a:p>
            <a:r>
              <a:rPr lang="en-US" b="1" dirty="0">
                <a:solidFill>
                  <a:srgbClr val="404040"/>
                </a:solidFill>
                <a:latin typeface="Arial" panose="020B0604020202020204" pitchFamily="34" charset="0"/>
              </a:rPr>
              <a:t>Data Change Request Lines</a:t>
            </a:r>
          </a:p>
          <a:p>
            <a:pPr marL="285750" indent="-285750">
              <a:buFont typeface="Arial" panose="020B0604020202020204" pitchFamily="34" charset="0"/>
              <a:buChar char="•"/>
            </a:pPr>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User profile must have Edit, Read, and Create permissions on the Data Change Request Lines object (Setup/Manage Users/Profiles/Data Change Request Lines)</a:t>
            </a:r>
          </a:p>
          <a:p>
            <a:pPr marL="285750" indent="-285750">
              <a:buFont typeface="Arial" panose="020B0604020202020204" pitchFamily="34" charset="0"/>
              <a:buChar char="•"/>
            </a:pPr>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Field Level Security must be set to visible for each profile (Setup/Manage Users/ (Profile Name)/Field Level Security/Data Change Request Lines/View)</a:t>
            </a:r>
          </a:p>
          <a:p>
            <a:pPr marL="285750" indent="-285750">
              <a:buFont typeface="Arial" panose="020B0604020202020204" pitchFamily="34" charset="0"/>
              <a:buChar char="•"/>
            </a:pPr>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Verify that a </a:t>
            </a:r>
            <a:r>
              <a:rPr lang="en-US" dirty="0" err="1">
                <a:solidFill>
                  <a:srgbClr val="404040"/>
                </a:solidFill>
                <a:latin typeface="Arial" panose="020B0604020202020204" pitchFamily="34" charset="0"/>
              </a:rPr>
              <a:t>VMobile</a:t>
            </a:r>
            <a:r>
              <a:rPr lang="en-US" dirty="0">
                <a:solidFill>
                  <a:srgbClr val="404040"/>
                </a:solidFill>
                <a:latin typeface="Arial" panose="020B0604020202020204" pitchFamily="34" charset="0"/>
              </a:rPr>
              <a:t> Object Configuration entry exists for the Data_Change_Request_Line_</a:t>
            </a:r>
            <a:r>
              <a:rPr lang="en-US" dirty="0" err="1">
                <a:solidFill>
                  <a:srgbClr val="404040"/>
                </a:solidFill>
                <a:latin typeface="Arial" panose="020B0604020202020204" pitchFamily="34" charset="0"/>
              </a:rPr>
              <a:t>vod</a:t>
            </a:r>
            <a:r>
              <a:rPr lang="en-US" dirty="0">
                <a:solidFill>
                  <a:srgbClr val="404040"/>
                </a:solidFill>
                <a:latin typeface="Arial" panose="020B0604020202020204" pitchFamily="34" charset="0"/>
              </a:rPr>
              <a:t>__c object. If not, create a new entry and ensure the Type is set to Top Level and the Active flag is selected</a:t>
            </a:r>
          </a:p>
          <a:p>
            <a:endParaRPr lang="en-US" dirty="0">
              <a:solidFill>
                <a:srgbClr val="404040"/>
              </a:solidFill>
              <a:latin typeface="Arial" panose="020B0604020202020204" pitchFamily="34" charset="0"/>
            </a:endParaRPr>
          </a:p>
        </p:txBody>
      </p:sp>
    </p:spTree>
    <p:extLst>
      <p:ext uri="{BB962C8B-B14F-4D97-AF65-F5344CB8AC3E}">
        <p14:creationId xmlns:p14="http://schemas.microsoft.com/office/powerpoint/2010/main" val="816076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28</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DCR Configuration 6</a:t>
            </a:r>
          </a:p>
        </p:txBody>
      </p:sp>
      <p:sp>
        <p:nvSpPr>
          <p:cNvPr id="7" name="TextBox 6">
            <a:extLst>
              <a:ext uri="{FF2B5EF4-FFF2-40B4-BE49-F238E27FC236}">
                <a16:creationId xmlns:a16="http://schemas.microsoft.com/office/drawing/2014/main" id="{C7649902-FA48-3FD9-EB54-7A8913BA1C4F}"/>
              </a:ext>
            </a:extLst>
          </p:cNvPr>
          <p:cNvSpPr txBox="1"/>
          <p:nvPr/>
        </p:nvSpPr>
        <p:spPr>
          <a:xfrm>
            <a:off x="308534" y="1187116"/>
            <a:ext cx="8847497" cy="3416320"/>
          </a:xfrm>
          <a:prstGeom prst="rect">
            <a:avLst/>
          </a:prstGeom>
          <a:noFill/>
        </p:spPr>
        <p:txBody>
          <a:bodyPr wrap="square">
            <a:spAutoFit/>
          </a:bodyPr>
          <a:lstStyle/>
          <a:p>
            <a:r>
              <a:rPr lang="en-US" b="1" dirty="0">
                <a:solidFill>
                  <a:srgbClr val="404040"/>
                </a:solidFill>
                <a:latin typeface="Arial" panose="020B0604020202020204" pitchFamily="34" charset="0"/>
              </a:rPr>
              <a:t>DCR Field Type</a:t>
            </a:r>
          </a:p>
          <a:p>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User profile must have Read permission on the DCR Field Type object (Setup/Manage Users/Profiles/DCR Field Types)</a:t>
            </a:r>
          </a:p>
          <a:p>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Field Level Security must be set to visible for each profile (Setup/Manage Users/ (Profile Name)/Field Level Security/DCR Field Type/View)</a:t>
            </a:r>
          </a:p>
          <a:p>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Verify that a </a:t>
            </a:r>
            <a:r>
              <a:rPr lang="en-US" dirty="0" err="1">
                <a:solidFill>
                  <a:srgbClr val="404040"/>
                </a:solidFill>
                <a:latin typeface="Arial" panose="020B0604020202020204" pitchFamily="34" charset="0"/>
              </a:rPr>
              <a:t>VMobile</a:t>
            </a:r>
            <a:r>
              <a:rPr lang="en-US" dirty="0">
                <a:solidFill>
                  <a:srgbClr val="404040"/>
                </a:solidFill>
                <a:latin typeface="Arial" panose="020B0604020202020204" pitchFamily="34" charset="0"/>
              </a:rPr>
              <a:t> Object Configuration entry exists for the DCR_Field_Type_</a:t>
            </a:r>
            <a:r>
              <a:rPr lang="en-US" dirty="0" err="1">
                <a:solidFill>
                  <a:srgbClr val="404040"/>
                </a:solidFill>
                <a:latin typeface="Arial" panose="020B0604020202020204" pitchFamily="34" charset="0"/>
              </a:rPr>
              <a:t>vod</a:t>
            </a:r>
            <a:r>
              <a:rPr lang="en-US" dirty="0">
                <a:solidFill>
                  <a:srgbClr val="404040"/>
                </a:solidFill>
                <a:latin typeface="Arial" panose="020B0604020202020204" pitchFamily="34" charset="0"/>
              </a:rPr>
              <a:t>__c object. If not, create a new entry and ensure the Type is set to Top Level and the Active flag is selected</a:t>
            </a:r>
          </a:p>
          <a:p>
            <a:endParaRPr lang="en-US" dirty="0">
              <a:solidFill>
                <a:srgbClr val="404040"/>
              </a:solidFill>
              <a:latin typeface="Arial" panose="020B0604020202020204" pitchFamily="34" charset="0"/>
            </a:endParaRPr>
          </a:p>
        </p:txBody>
      </p:sp>
    </p:spTree>
    <p:extLst>
      <p:ext uri="{BB962C8B-B14F-4D97-AF65-F5344CB8AC3E}">
        <p14:creationId xmlns:p14="http://schemas.microsoft.com/office/powerpoint/2010/main" val="11070365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29</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DCR Configuration 7</a:t>
            </a:r>
          </a:p>
        </p:txBody>
      </p:sp>
      <p:sp>
        <p:nvSpPr>
          <p:cNvPr id="7" name="TextBox 6">
            <a:extLst>
              <a:ext uri="{FF2B5EF4-FFF2-40B4-BE49-F238E27FC236}">
                <a16:creationId xmlns:a16="http://schemas.microsoft.com/office/drawing/2014/main" id="{C7649902-FA48-3FD9-EB54-7A8913BA1C4F}"/>
              </a:ext>
            </a:extLst>
          </p:cNvPr>
          <p:cNvSpPr txBox="1"/>
          <p:nvPr/>
        </p:nvSpPr>
        <p:spPr>
          <a:xfrm>
            <a:off x="308534" y="1187116"/>
            <a:ext cx="8847497" cy="2031325"/>
          </a:xfrm>
          <a:prstGeom prst="rect">
            <a:avLst/>
          </a:prstGeom>
          <a:noFill/>
        </p:spPr>
        <p:txBody>
          <a:bodyPr wrap="square">
            <a:spAutoFit/>
          </a:bodyPr>
          <a:lstStyle/>
          <a:p>
            <a:r>
              <a:rPr lang="en-US" b="1" dirty="0">
                <a:solidFill>
                  <a:srgbClr val="404040"/>
                </a:solidFill>
                <a:latin typeface="Arial" panose="020B0604020202020204" pitchFamily="34" charset="0"/>
              </a:rPr>
              <a:t>DCR Configuration for Controlled Fields</a:t>
            </a:r>
          </a:p>
          <a:p>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DCR Field Types tab needs to be enabled for administrators</a:t>
            </a:r>
          </a:p>
          <a:p>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A DCR Field Type record needs to be created for each DCR-managed field on the account, child account, or address object</a:t>
            </a:r>
          </a:p>
          <a:p>
            <a:endParaRPr lang="en-US" dirty="0">
              <a:solidFill>
                <a:srgbClr val="404040"/>
              </a:solidFill>
              <a:latin typeface="Arial" panose="020B0604020202020204" pitchFamily="34" charset="0"/>
            </a:endParaRPr>
          </a:p>
        </p:txBody>
      </p:sp>
    </p:spTree>
    <p:extLst>
      <p:ext uri="{BB962C8B-B14F-4D97-AF65-F5344CB8AC3E}">
        <p14:creationId xmlns:p14="http://schemas.microsoft.com/office/powerpoint/2010/main" val="4090433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30</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DCR Configuration 8</a:t>
            </a:r>
          </a:p>
        </p:txBody>
      </p:sp>
      <p:sp>
        <p:nvSpPr>
          <p:cNvPr id="7" name="TextBox 6">
            <a:extLst>
              <a:ext uri="{FF2B5EF4-FFF2-40B4-BE49-F238E27FC236}">
                <a16:creationId xmlns:a16="http://schemas.microsoft.com/office/drawing/2014/main" id="{C7649902-FA48-3FD9-EB54-7A8913BA1C4F}"/>
              </a:ext>
            </a:extLst>
          </p:cNvPr>
          <p:cNvSpPr txBox="1"/>
          <p:nvPr/>
        </p:nvSpPr>
        <p:spPr>
          <a:xfrm>
            <a:off x="308534" y="1187116"/>
            <a:ext cx="8847497" cy="5078313"/>
          </a:xfrm>
          <a:prstGeom prst="rect">
            <a:avLst/>
          </a:prstGeom>
          <a:noFill/>
        </p:spPr>
        <p:txBody>
          <a:bodyPr wrap="square">
            <a:spAutoFit/>
          </a:bodyPr>
          <a:lstStyle/>
          <a:p>
            <a:r>
              <a:rPr lang="en-US" dirty="0">
                <a:solidFill>
                  <a:srgbClr val="404040"/>
                </a:solidFill>
                <a:latin typeface="Arial" panose="020B0604020202020204" pitchFamily="34" charset="0"/>
              </a:rPr>
              <a:t>Four categories of fields can be used. All the supported configurations are listed below. Configurations, other than the ones listed, are not supported</a:t>
            </a:r>
          </a:p>
          <a:p>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err="1">
                <a:solidFill>
                  <a:srgbClr val="404040"/>
                </a:solidFill>
                <a:latin typeface="Arial" panose="020B0604020202020204" pitchFamily="34" charset="0"/>
              </a:rPr>
              <a:t>DCR_Editable_vod</a:t>
            </a:r>
            <a:r>
              <a:rPr lang="en-US" dirty="0">
                <a:solidFill>
                  <a:srgbClr val="404040"/>
                </a:solidFill>
                <a:latin typeface="Arial" panose="020B0604020202020204" pitchFamily="34" charset="0"/>
              </a:rPr>
              <a:t> - Editable Network Field: Field can be modified by user. Changes trigger creation of DCR in the background</a:t>
            </a:r>
          </a:p>
          <a:p>
            <a:pPr marL="285750" indent="-285750">
              <a:buFont typeface="Arial" panose="020B0604020202020204" pitchFamily="34" charset="0"/>
              <a:buChar char="•"/>
            </a:pPr>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err="1">
                <a:solidFill>
                  <a:srgbClr val="404040"/>
                </a:solidFill>
                <a:latin typeface="Arial" panose="020B0604020202020204" pitchFamily="34" charset="0"/>
              </a:rPr>
              <a:t>DCR_Editable_Required_vod</a:t>
            </a:r>
            <a:r>
              <a:rPr lang="en-US" dirty="0">
                <a:solidFill>
                  <a:srgbClr val="404040"/>
                </a:solidFill>
                <a:latin typeface="Arial" panose="020B0604020202020204" pitchFamily="34" charset="0"/>
              </a:rPr>
              <a:t> - Editable Required Network Field: Field can be modified by user. Value cannot be empty. Changes trigger creation of DCR in the background</a:t>
            </a:r>
          </a:p>
          <a:p>
            <a:pPr marL="285750" indent="-285750">
              <a:buFont typeface="Arial" panose="020B0604020202020204" pitchFamily="34" charset="0"/>
              <a:buChar char="•"/>
            </a:pPr>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err="1">
                <a:solidFill>
                  <a:srgbClr val="404040"/>
                </a:solidFill>
                <a:latin typeface="Arial" panose="020B0604020202020204" pitchFamily="34" charset="0"/>
              </a:rPr>
              <a:t>DCR_vod</a:t>
            </a:r>
            <a:r>
              <a:rPr lang="en-US" dirty="0">
                <a:solidFill>
                  <a:srgbClr val="404040"/>
                </a:solidFill>
                <a:latin typeface="Arial" panose="020B0604020202020204" pitchFamily="34" charset="0"/>
              </a:rPr>
              <a:t> - DCR Controlled Network Field: Field cannot be modified by user. User needs to create a DCR in order to modify a field value. Changes are performed only after receiving approval from Network</a:t>
            </a:r>
          </a:p>
          <a:p>
            <a:pPr marL="285750" indent="-285750">
              <a:buFont typeface="Arial" panose="020B0604020202020204" pitchFamily="34" charset="0"/>
              <a:buChar char="•"/>
            </a:pPr>
            <a:endParaRPr lang="en-US" dirty="0">
              <a:solidFill>
                <a:srgbClr val="404040"/>
              </a:solidFill>
              <a:latin typeface="Arial" panose="020B0604020202020204" pitchFamily="34" charset="0"/>
            </a:endParaRPr>
          </a:p>
          <a:p>
            <a:pPr marL="285750" indent="-285750">
              <a:buFont typeface="Arial" panose="020B0604020202020204" pitchFamily="34" charset="0"/>
              <a:buChar char="•"/>
            </a:pPr>
            <a:r>
              <a:rPr lang="en-US" dirty="0" err="1">
                <a:solidFill>
                  <a:srgbClr val="404040"/>
                </a:solidFill>
                <a:latin typeface="Arial" panose="020B0604020202020204" pitchFamily="34" charset="0"/>
              </a:rPr>
              <a:t>DCR_Required_vod</a:t>
            </a:r>
            <a:r>
              <a:rPr lang="en-US" dirty="0">
                <a:solidFill>
                  <a:srgbClr val="404040"/>
                </a:solidFill>
                <a:latin typeface="Arial" panose="020B0604020202020204" pitchFamily="34" charset="0"/>
              </a:rPr>
              <a:t> - Field cannot be modified by user. User needs to create a DCR in order to modify a field value. Changes are performed only after receiving approval from Network. Value cannot be empty when creating a DCR</a:t>
            </a:r>
          </a:p>
          <a:p>
            <a:endParaRPr lang="en-US" dirty="0">
              <a:solidFill>
                <a:srgbClr val="404040"/>
              </a:solidFill>
              <a:latin typeface="Arial" panose="020B0604020202020204" pitchFamily="34" charset="0"/>
            </a:endParaRPr>
          </a:p>
        </p:txBody>
      </p:sp>
    </p:spTree>
    <p:extLst>
      <p:ext uri="{BB962C8B-B14F-4D97-AF65-F5344CB8AC3E}">
        <p14:creationId xmlns:p14="http://schemas.microsoft.com/office/powerpoint/2010/main" val="15138924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b="0" dirty="0">
                <a:solidFill>
                  <a:srgbClr val="00718F"/>
                </a:solidFill>
                <a:latin typeface="Arial" panose="020B0604020202020204" pitchFamily="34" charset="0"/>
                <a:cs typeface="Arial" panose="020B0604020202020204" pitchFamily="34" charset="0"/>
              </a:rPr>
              <a:t>Data Change Request</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dirty="0"/>
              <a:t>DCR Results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6222035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32</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573946"/>
            <a:ext cx="10807700" cy="369332"/>
          </a:xfrm>
        </p:spPr>
        <p:txBody>
          <a:bodyPr/>
          <a:lstStyle/>
          <a:p>
            <a:r>
              <a:rPr lang="en-US" dirty="0"/>
              <a:t>DCR Results 1</a:t>
            </a:r>
          </a:p>
        </p:txBody>
      </p:sp>
      <p:sp>
        <p:nvSpPr>
          <p:cNvPr id="6" name="TextBox 5">
            <a:extLst>
              <a:ext uri="{FF2B5EF4-FFF2-40B4-BE49-F238E27FC236}">
                <a16:creationId xmlns:a16="http://schemas.microsoft.com/office/drawing/2014/main" id="{A025D5A5-CEF2-699A-D16A-4F0DDE33A19C}"/>
              </a:ext>
            </a:extLst>
          </p:cNvPr>
          <p:cNvSpPr txBox="1"/>
          <p:nvPr/>
        </p:nvSpPr>
        <p:spPr>
          <a:xfrm>
            <a:off x="457199" y="1299411"/>
            <a:ext cx="8698832" cy="2031325"/>
          </a:xfrm>
          <a:prstGeom prst="rect">
            <a:avLst/>
          </a:prstGeom>
          <a:noFill/>
        </p:spPr>
        <p:txBody>
          <a:bodyPr wrap="square">
            <a:spAutoFit/>
          </a:bodyPr>
          <a:lstStyle/>
          <a:p>
            <a:r>
              <a:rPr lang="en-US" b="1" dirty="0">
                <a:solidFill>
                  <a:srgbClr val="404040"/>
                </a:solidFill>
                <a:latin typeface="Arial" panose="020B0604020202020204" pitchFamily="34" charset="0"/>
              </a:rPr>
              <a:t>DCR Results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DCRs contain header details such as the DCR type, timestamps, and other general info. A DCR Line object contains information primarily about the fields being edited and points back to the DCR Header. A DCR Header may have a number of DCR Lines pointing to it. Both the DCR Header and DCR Lines contain result information</a:t>
            </a:r>
          </a:p>
        </p:txBody>
      </p:sp>
    </p:spTree>
    <p:extLst>
      <p:ext uri="{BB962C8B-B14F-4D97-AF65-F5344CB8AC3E}">
        <p14:creationId xmlns:p14="http://schemas.microsoft.com/office/powerpoint/2010/main" val="1779795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33</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DCR Results 2</a:t>
            </a:r>
          </a:p>
        </p:txBody>
      </p:sp>
      <p:sp>
        <p:nvSpPr>
          <p:cNvPr id="10" name="TextBox 9">
            <a:extLst>
              <a:ext uri="{FF2B5EF4-FFF2-40B4-BE49-F238E27FC236}">
                <a16:creationId xmlns:a16="http://schemas.microsoft.com/office/drawing/2014/main" id="{E1A892A7-3D8C-F1E8-93C1-F0973CC6C73C}"/>
              </a:ext>
            </a:extLst>
          </p:cNvPr>
          <p:cNvSpPr txBox="1"/>
          <p:nvPr/>
        </p:nvSpPr>
        <p:spPr>
          <a:xfrm>
            <a:off x="298580" y="770021"/>
            <a:ext cx="8857451" cy="1477328"/>
          </a:xfrm>
          <a:prstGeom prst="rect">
            <a:avLst/>
          </a:prstGeom>
          <a:noFill/>
        </p:spPr>
        <p:txBody>
          <a:bodyPr wrap="square">
            <a:spAutoFit/>
          </a:bodyPr>
          <a:lstStyle/>
          <a:p>
            <a:r>
              <a:rPr lang="en-US" b="1">
                <a:solidFill>
                  <a:srgbClr val="404040"/>
                </a:solidFill>
                <a:latin typeface="Arial" panose="020B0604020202020204" pitchFamily="34" charset="0"/>
              </a:rPr>
              <a:t>Results in DCR Header </a:t>
            </a:r>
          </a:p>
          <a:p>
            <a:endParaRPr lang="en-US">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solidFill>
                  <a:srgbClr val="404040"/>
                </a:solidFill>
                <a:latin typeface="Arial" panose="020B0604020202020204" pitchFamily="34" charset="0"/>
              </a:rPr>
              <a:t>Accepted - All changes are accepted</a:t>
            </a:r>
          </a:p>
          <a:p>
            <a:pPr marL="285750" indent="-285750">
              <a:buFont typeface="Arial" panose="020B0604020202020204" pitchFamily="34" charset="0"/>
              <a:buChar char="•"/>
            </a:pPr>
            <a:r>
              <a:rPr lang="en-US">
                <a:solidFill>
                  <a:srgbClr val="404040"/>
                </a:solidFill>
                <a:latin typeface="Arial" panose="020B0604020202020204" pitchFamily="34" charset="0"/>
              </a:rPr>
              <a:t>Rejected – All changes are rejected</a:t>
            </a:r>
          </a:p>
          <a:p>
            <a:pPr marL="285750" indent="-285750">
              <a:buFont typeface="Arial" panose="020B0604020202020204" pitchFamily="34" charset="0"/>
              <a:buChar char="•"/>
            </a:pPr>
            <a:r>
              <a:rPr lang="en-US">
                <a:solidFill>
                  <a:srgbClr val="404040"/>
                </a:solidFill>
                <a:latin typeface="Arial" panose="020B0604020202020204" pitchFamily="34" charset="0"/>
              </a:rPr>
              <a:t>Partial - At least one field change was accepted (see fields for details)</a:t>
            </a:r>
            <a:endParaRPr lang="en-US" dirty="0">
              <a:solidFill>
                <a:srgbClr val="404040"/>
              </a:solidFill>
              <a:latin typeface="Arial" panose="020B0604020202020204" pitchFamily="34" charset="0"/>
            </a:endParaRPr>
          </a:p>
        </p:txBody>
      </p:sp>
      <p:sp>
        <p:nvSpPr>
          <p:cNvPr id="12" name="TextBox 11">
            <a:extLst>
              <a:ext uri="{FF2B5EF4-FFF2-40B4-BE49-F238E27FC236}">
                <a16:creationId xmlns:a16="http://schemas.microsoft.com/office/drawing/2014/main" id="{2C2E3C37-643B-54CA-A3B9-0EB362AE4B22}"/>
              </a:ext>
            </a:extLst>
          </p:cNvPr>
          <p:cNvSpPr txBox="1"/>
          <p:nvPr/>
        </p:nvSpPr>
        <p:spPr>
          <a:xfrm>
            <a:off x="298580" y="2582779"/>
            <a:ext cx="8857451" cy="2308324"/>
          </a:xfrm>
          <a:prstGeom prst="rect">
            <a:avLst/>
          </a:prstGeom>
          <a:noFill/>
        </p:spPr>
        <p:txBody>
          <a:bodyPr wrap="square">
            <a:spAutoFit/>
          </a:bodyPr>
          <a:lstStyle/>
          <a:p>
            <a:r>
              <a:rPr lang="en-US" b="1" dirty="0">
                <a:solidFill>
                  <a:srgbClr val="404040"/>
                </a:solidFill>
                <a:latin typeface="Arial" panose="020B0604020202020204" pitchFamily="34" charset="0"/>
              </a:rPr>
              <a:t>Results in DCR Line</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Accepted - The changes are accepted</a:t>
            </a:r>
          </a:p>
          <a:p>
            <a:pPr marL="285750" indent="-285750">
              <a:buFont typeface="Arial" panose="020B0604020202020204" pitchFamily="34" charset="0"/>
              <a:buChar char="•"/>
            </a:pPr>
            <a:r>
              <a:rPr lang="en-US" dirty="0">
                <a:solidFill>
                  <a:srgbClr val="404040"/>
                </a:solidFill>
                <a:latin typeface="Arial" panose="020B0604020202020204" pitchFamily="34" charset="0"/>
              </a:rPr>
              <a:t>Rejected - The changes are rejected</a:t>
            </a:r>
          </a:p>
          <a:p>
            <a:pPr marL="285750" indent="-285750">
              <a:buFont typeface="Arial" panose="020B0604020202020204" pitchFamily="34" charset="0"/>
              <a:buChar char="•"/>
            </a:pPr>
            <a:r>
              <a:rPr lang="en-US" dirty="0">
                <a:solidFill>
                  <a:srgbClr val="404040"/>
                </a:solidFill>
                <a:latin typeface="Arial" panose="020B0604020202020204" pitchFamily="34" charset="0"/>
              </a:rPr>
              <a:t>Modified - The change for this field is accepted with differences (modified by a data steward or administrator)</a:t>
            </a:r>
          </a:p>
          <a:p>
            <a:pPr marL="285750" indent="-285750">
              <a:buFont typeface="Arial" panose="020B0604020202020204" pitchFamily="34" charset="0"/>
              <a:buChar char="•"/>
            </a:pPr>
            <a:r>
              <a:rPr lang="en-US" dirty="0">
                <a:solidFill>
                  <a:srgbClr val="404040"/>
                </a:solidFill>
                <a:latin typeface="Arial" panose="020B0604020202020204" pitchFamily="34" charset="0"/>
              </a:rPr>
              <a:t>Already Applied - The change for this field is applied (another DCR was previously processed with the same change)</a:t>
            </a:r>
            <a:endParaRPr lang="en-IN" dirty="0"/>
          </a:p>
        </p:txBody>
      </p:sp>
    </p:spTree>
    <p:extLst>
      <p:ext uri="{BB962C8B-B14F-4D97-AF65-F5344CB8AC3E}">
        <p14:creationId xmlns:p14="http://schemas.microsoft.com/office/powerpoint/2010/main" val="37756212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b="0" dirty="0">
                <a:solidFill>
                  <a:srgbClr val="00718F"/>
                </a:solidFill>
                <a:latin typeface="Arial" panose="020B0604020202020204" pitchFamily="34" charset="0"/>
                <a:cs typeface="Arial" panose="020B0604020202020204" pitchFamily="34" charset="0"/>
              </a:rPr>
              <a:t>Data Change Request</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dirty="0"/>
              <a:t>Data Change Request Model</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2505651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a:xfrm>
            <a:off x="732806" y="6263640"/>
            <a:ext cx="1198179" cy="365125"/>
          </a:xfrm>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a:xfrm>
            <a:off x="147589" y="6263639"/>
            <a:ext cx="352097" cy="365760"/>
          </a:xfrm>
        </p:spPr>
        <p:txBody>
          <a:bodyPr/>
          <a:lstStyle/>
          <a:p>
            <a:fld id="{C53E075B-3175-45CF-B3C7-FEDF3F5961E3}" type="slidenum">
              <a:rPr lang="en-US" smtClean="0"/>
              <a:pPr/>
              <a:t>35</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72718" y="237611"/>
            <a:ext cx="10523952" cy="360322"/>
          </a:xfrm>
        </p:spPr>
        <p:txBody>
          <a:bodyPr/>
          <a:lstStyle/>
          <a:p>
            <a:r>
              <a:rPr lang="en-US" dirty="0"/>
              <a:t>Data Change Request Model 1</a:t>
            </a:r>
          </a:p>
        </p:txBody>
      </p:sp>
      <p:sp>
        <p:nvSpPr>
          <p:cNvPr id="8" name="Rectangle 7">
            <a:extLst>
              <a:ext uri="{FF2B5EF4-FFF2-40B4-BE49-F238E27FC236}">
                <a16:creationId xmlns:a16="http://schemas.microsoft.com/office/drawing/2014/main" id="{C37EC1FC-5DE5-A23D-5EF3-BD83D6774E5A}"/>
              </a:ext>
            </a:extLst>
          </p:cNvPr>
          <p:cNvSpPr/>
          <p:nvPr/>
        </p:nvSpPr>
        <p:spPr>
          <a:xfrm>
            <a:off x="1302876" y="1295400"/>
            <a:ext cx="4267200" cy="4572000"/>
          </a:xfrm>
          <a:prstGeom prst="rect">
            <a:avLst/>
          </a:prstGeom>
        </p:spPr>
        <p:style>
          <a:lnRef idx="3">
            <a:schemeClr val="lt1"/>
          </a:lnRef>
          <a:fillRef idx="1">
            <a:schemeClr val="accent3"/>
          </a:fillRef>
          <a:effectRef idx="1">
            <a:schemeClr val="accent3"/>
          </a:effectRef>
          <a:fontRef idx="minor">
            <a:schemeClr val="lt1"/>
          </a:fontRef>
        </p:style>
        <p:txBody>
          <a:bodyPr rtlCol="0" anchor="t"/>
          <a:lstStyle/>
          <a:p>
            <a:r>
              <a:rPr lang="en-US" dirty="0">
                <a:latin typeface="Arial" panose="020B0604020202020204" pitchFamily="34" charset="0"/>
                <a:cs typeface="Arial" panose="020B0604020202020204" pitchFamily="34" charset="0"/>
              </a:rPr>
              <a:t>CRM</a:t>
            </a:r>
          </a:p>
        </p:txBody>
      </p:sp>
      <p:sp>
        <p:nvSpPr>
          <p:cNvPr id="14" name="Rectangle 13">
            <a:extLst>
              <a:ext uri="{FF2B5EF4-FFF2-40B4-BE49-F238E27FC236}">
                <a16:creationId xmlns:a16="http://schemas.microsoft.com/office/drawing/2014/main" id="{D8BD47CC-9244-56A5-04EF-ED33162C63AB}"/>
              </a:ext>
            </a:extLst>
          </p:cNvPr>
          <p:cNvSpPr/>
          <p:nvPr/>
        </p:nvSpPr>
        <p:spPr>
          <a:xfrm>
            <a:off x="5672091" y="1295400"/>
            <a:ext cx="4558227" cy="4572000"/>
          </a:xfrm>
          <a:prstGeom prst="rect">
            <a:avLst/>
          </a:prstGeom>
        </p:spPr>
        <p:style>
          <a:lnRef idx="3">
            <a:schemeClr val="lt1"/>
          </a:lnRef>
          <a:fillRef idx="1">
            <a:schemeClr val="accent3"/>
          </a:fillRef>
          <a:effectRef idx="1">
            <a:schemeClr val="accent3"/>
          </a:effectRef>
          <a:fontRef idx="minor">
            <a:schemeClr val="lt1"/>
          </a:fontRef>
        </p:style>
        <p:txBody>
          <a:bodyPr rtlCol="0" anchor="t"/>
          <a:lstStyle/>
          <a:p>
            <a:r>
              <a:rPr lang="en-US" dirty="0">
                <a:latin typeface="Arial" panose="020B0604020202020204" pitchFamily="34" charset="0"/>
                <a:cs typeface="Arial" panose="020B0604020202020204" pitchFamily="34" charset="0"/>
              </a:rPr>
              <a:t>Networks</a:t>
            </a:r>
          </a:p>
        </p:txBody>
      </p:sp>
      <p:sp>
        <p:nvSpPr>
          <p:cNvPr id="15" name="Rectangle 14">
            <a:extLst>
              <a:ext uri="{FF2B5EF4-FFF2-40B4-BE49-F238E27FC236}">
                <a16:creationId xmlns:a16="http://schemas.microsoft.com/office/drawing/2014/main" id="{16246B53-AF38-FC69-5039-7D662748D4C9}"/>
              </a:ext>
            </a:extLst>
          </p:cNvPr>
          <p:cNvSpPr/>
          <p:nvPr/>
        </p:nvSpPr>
        <p:spPr>
          <a:xfrm>
            <a:off x="1747791" y="3048000"/>
            <a:ext cx="762000" cy="457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New</a:t>
            </a:r>
          </a:p>
        </p:txBody>
      </p:sp>
      <p:sp>
        <p:nvSpPr>
          <p:cNvPr id="16" name="Rectangle 15">
            <a:extLst>
              <a:ext uri="{FF2B5EF4-FFF2-40B4-BE49-F238E27FC236}">
                <a16:creationId xmlns:a16="http://schemas.microsoft.com/office/drawing/2014/main" id="{AE7F72CF-281D-7807-B862-E38D1BE1407E}"/>
              </a:ext>
            </a:extLst>
          </p:cNvPr>
          <p:cNvSpPr/>
          <p:nvPr/>
        </p:nvSpPr>
        <p:spPr>
          <a:xfrm>
            <a:off x="2783747" y="3048000"/>
            <a:ext cx="869044" cy="457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Submitted</a:t>
            </a:r>
          </a:p>
        </p:txBody>
      </p:sp>
      <p:sp>
        <p:nvSpPr>
          <p:cNvPr id="17" name="Rectangle 16">
            <a:extLst>
              <a:ext uri="{FF2B5EF4-FFF2-40B4-BE49-F238E27FC236}">
                <a16:creationId xmlns:a16="http://schemas.microsoft.com/office/drawing/2014/main" id="{49A29148-269A-FA7F-4D68-03D082739C8F}"/>
              </a:ext>
            </a:extLst>
          </p:cNvPr>
          <p:cNvSpPr/>
          <p:nvPr/>
        </p:nvSpPr>
        <p:spPr>
          <a:xfrm>
            <a:off x="4033790" y="2056312"/>
            <a:ext cx="1295400" cy="45828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Processed</a:t>
            </a:r>
          </a:p>
        </p:txBody>
      </p:sp>
      <p:sp>
        <p:nvSpPr>
          <p:cNvPr id="18" name="Rectangle 17">
            <a:extLst>
              <a:ext uri="{FF2B5EF4-FFF2-40B4-BE49-F238E27FC236}">
                <a16:creationId xmlns:a16="http://schemas.microsoft.com/office/drawing/2014/main" id="{2EBDF4FE-2F3F-E72A-5DE6-D05195B2DA74}"/>
              </a:ext>
            </a:extLst>
          </p:cNvPr>
          <p:cNvSpPr/>
          <p:nvPr/>
        </p:nvSpPr>
        <p:spPr>
          <a:xfrm>
            <a:off x="4033790" y="3048000"/>
            <a:ext cx="1295400" cy="457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Pending</a:t>
            </a:r>
          </a:p>
        </p:txBody>
      </p:sp>
      <p:sp>
        <p:nvSpPr>
          <p:cNvPr id="19" name="Rectangle 18">
            <a:extLst>
              <a:ext uri="{FF2B5EF4-FFF2-40B4-BE49-F238E27FC236}">
                <a16:creationId xmlns:a16="http://schemas.microsoft.com/office/drawing/2014/main" id="{C2A1584C-E274-463D-FAA1-EA67C40F608E}"/>
              </a:ext>
            </a:extLst>
          </p:cNvPr>
          <p:cNvSpPr/>
          <p:nvPr/>
        </p:nvSpPr>
        <p:spPr>
          <a:xfrm>
            <a:off x="4033790" y="4127665"/>
            <a:ext cx="1295400" cy="457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Cancelled</a:t>
            </a:r>
          </a:p>
        </p:txBody>
      </p:sp>
      <p:sp>
        <p:nvSpPr>
          <p:cNvPr id="21" name="Right Arrow 15">
            <a:extLst>
              <a:ext uri="{FF2B5EF4-FFF2-40B4-BE49-F238E27FC236}">
                <a16:creationId xmlns:a16="http://schemas.microsoft.com/office/drawing/2014/main" id="{28768133-FBC2-ECB0-96DC-E4E5AF724703}"/>
              </a:ext>
            </a:extLst>
          </p:cNvPr>
          <p:cNvSpPr/>
          <p:nvPr/>
        </p:nvSpPr>
        <p:spPr>
          <a:xfrm>
            <a:off x="2558281" y="3253741"/>
            <a:ext cx="197757" cy="45719"/>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ight Arrow 17">
            <a:extLst>
              <a:ext uri="{FF2B5EF4-FFF2-40B4-BE49-F238E27FC236}">
                <a16:creationId xmlns:a16="http://schemas.microsoft.com/office/drawing/2014/main" id="{ED203A21-B102-91CD-AB3B-0DAAD2A3C3ED}"/>
              </a:ext>
            </a:extLst>
          </p:cNvPr>
          <p:cNvSpPr/>
          <p:nvPr/>
        </p:nvSpPr>
        <p:spPr>
          <a:xfrm>
            <a:off x="3690890" y="3253741"/>
            <a:ext cx="304800" cy="45719"/>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56BAFE21-2E48-D16B-9D7C-D0E40318BB41}"/>
              </a:ext>
            </a:extLst>
          </p:cNvPr>
          <p:cNvSpPr/>
          <p:nvPr/>
        </p:nvSpPr>
        <p:spPr>
          <a:xfrm>
            <a:off x="7305195" y="2056312"/>
            <a:ext cx="1295400" cy="49676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Change</a:t>
            </a:r>
            <a:r>
              <a:rPr lang="en-US" sz="1200" dirty="0">
                <a:solidFill>
                  <a:schemeClr val="tx1"/>
                </a:solidFill>
              </a:rPr>
              <a:t>_ </a:t>
            </a:r>
            <a:r>
              <a:rPr lang="en-US" sz="1200" dirty="0">
                <a:solidFill>
                  <a:schemeClr val="tx1"/>
                </a:solidFill>
                <a:latin typeface="Arial" panose="020B0604020202020204" pitchFamily="34" charset="0"/>
                <a:cs typeface="Arial" panose="020B0604020202020204" pitchFamily="34" charset="0"/>
              </a:rPr>
              <a:t>Processed</a:t>
            </a:r>
          </a:p>
        </p:txBody>
      </p:sp>
      <p:sp>
        <p:nvSpPr>
          <p:cNvPr id="24" name="Rectangle 23">
            <a:extLst>
              <a:ext uri="{FF2B5EF4-FFF2-40B4-BE49-F238E27FC236}">
                <a16:creationId xmlns:a16="http://schemas.microsoft.com/office/drawing/2014/main" id="{DF72C8E6-FE02-4A2B-64BC-73D709BC29B1}"/>
              </a:ext>
            </a:extLst>
          </p:cNvPr>
          <p:cNvSpPr/>
          <p:nvPr/>
        </p:nvSpPr>
        <p:spPr>
          <a:xfrm>
            <a:off x="7364242" y="3044911"/>
            <a:ext cx="1236353" cy="457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Change_PendingReview</a:t>
            </a:r>
          </a:p>
        </p:txBody>
      </p:sp>
      <p:sp>
        <p:nvSpPr>
          <p:cNvPr id="25" name="Rectangle 24">
            <a:extLst>
              <a:ext uri="{FF2B5EF4-FFF2-40B4-BE49-F238E27FC236}">
                <a16:creationId xmlns:a16="http://schemas.microsoft.com/office/drawing/2014/main" id="{B8783BAC-30B2-D306-1206-BC0FB7178552}"/>
              </a:ext>
            </a:extLst>
          </p:cNvPr>
          <p:cNvSpPr/>
          <p:nvPr/>
        </p:nvSpPr>
        <p:spPr>
          <a:xfrm>
            <a:off x="8815667" y="3044911"/>
            <a:ext cx="1414650" cy="457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Change_PartiallyProcessed</a:t>
            </a:r>
          </a:p>
        </p:txBody>
      </p:sp>
      <p:sp>
        <p:nvSpPr>
          <p:cNvPr id="26" name="Rectangle 25">
            <a:extLst>
              <a:ext uri="{FF2B5EF4-FFF2-40B4-BE49-F238E27FC236}">
                <a16:creationId xmlns:a16="http://schemas.microsoft.com/office/drawing/2014/main" id="{E69174DC-5CB2-6BDC-259C-49E62571543C}"/>
              </a:ext>
            </a:extLst>
          </p:cNvPr>
          <p:cNvSpPr/>
          <p:nvPr/>
        </p:nvSpPr>
        <p:spPr>
          <a:xfrm>
            <a:off x="7301731" y="4098411"/>
            <a:ext cx="1500082" cy="457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Change_Cancelled</a:t>
            </a:r>
          </a:p>
        </p:txBody>
      </p:sp>
      <p:sp>
        <p:nvSpPr>
          <p:cNvPr id="27" name="Rectangle 26">
            <a:extLst>
              <a:ext uri="{FF2B5EF4-FFF2-40B4-BE49-F238E27FC236}">
                <a16:creationId xmlns:a16="http://schemas.microsoft.com/office/drawing/2014/main" id="{59B0B714-A3F2-4D75-04A9-0128F0768A7C}"/>
              </a:ext>
            </a:extLst>
          </p:cNvPr>
          <p:cNvSpPr/>
          <p:nvPr/>
        </p:nvSpPr>
        <p:spPr>
          <a:xfrm>
            <a:off x="5873217" y="3044911"/>
            <a:ext cx="1251939" cy="457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Change_New</a:t>
            </a:r>
          </a:p>
        </p:txBody>
      </p:sp>
      <p:sp>
        <p:nvSpPr>
          <p:cNvPr id="28" name="Right Arrow 24">
            <a:extLst>
              <a:ext uri="{FF2B5EF4-FFF2-40B4-BE49-F238E27FC236}">
                <a16:creationId xmlns:a16="http://schemas.microsoft.com/office/drawing/2014/main" id="{689E365A-A1E3-C3B5-0CC8-CF6C6AEA9FF3}"/>
              </a:ext>
            </a:extLst>
          </p:cNvPr>
          <p:cNvSpPr/>
          <p:nvPr/>
        </p:nvSpPr>
        <p:spPr>
          <a:xfrm>
            <a:off x="5379623" y="3253741"/>
            <a:ext cx="460573" cy="45719"/>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29" name="Straight Connector 28">
            <a:extLst>
              <a:ext uri="{FF2B5EF4-FFF2-40B4-BE49-F238E27FC236}">
                <a16:creationId xmlns:a16="http://schemas.microsoft.com/office/drawing/2014/main" id="{F30383DF-7886-57B0-E931-5718DCF8FA33}"/>
              </a:ext>
            </a:extLst>
          </p:cNvPr>
          <p:cNvCxnSpPr/>
          <p:nvPr/>
        </p:nvCxnSpPr>
        <p:spPr>
          <a:xfrm>
            <a:off x="7919990" y="4584866"/>
            <a:ext cx="0" cy="291935"/>
          </a:xfrm>
          <a:prstGeom prst="line">
            <a:avLst/>
          </a:prstGeom>
          <a:ln/>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6E2643BA-93BF-7080-D7E3-98AC17AC66B2}"/>
              </a:ext>
            </a:extLst>
          </p:cNvPr>
          <p:cNvCxnSpPr/>
          <p:nvPr/>
        </p:nvCxnSpPr>
        <p:spPr>
          <a:xfrm flipH="1">
            <a:off x="4643390" y="4876800"/>
            <a:ext cx="3276600" cy="0"/>
          </a:xfrm>
          <a:prstGeom prst="line">
            <a:avLst/>
          </a:prstGeom>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A1453812-0E02-F6D5-154D-3BC6B62CA73D}"/>
              </a:ext>
            </a:extLst>
          </p:cNvPr>
          <p:cNvCxnSpPr/>
          <p:nvPr/>
        </p:nvCxnSpPr>
        <p:spPr>
          <a:xfrm flipV="1">
            <a:off x="4643390" y="4584866"/>
            <a:ext cx="0" cy="29193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Right Arrow 44">
            <a:extLst>
              <a:ext uri="{FF2B5EF4-FFF2-40B4-BE49-F238E27FC236}">
                <a16:creationId xmlns:a16="http://schemas.microsoft.com/office/drawing/2014/main" id="{C1912426-65E3-7D23-CB4A-FD509AA8BD85}"/>
              </a:ext>
            </a:extLst>
          </p:cNvPr>
          <p:cNvSpPr/>
          <p:nvPr/>
        </p:nvSpPr>
        <p:spPr>
          <a:xfrm>
            <a:off x="7145704" y="3253741"/>
            <a:ext cx="197757" cy="45719"/>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3" name="Right Arrow 45">
            <a:extLst>
              <a:ext uri="{FF2B5EF4-FFF2-40B4-BE49-F238E27FC236}">
                <a16:creationId xmlns:a16="http://schemas.microsoft.com/office/drawing/2014/main" id="{D2E76ADD-EC2C-EF17-DA46-0D088307F621}"/>
              </a:ext>
            </a:extLst>
          </p:cNvPr>
          <p:cNvSpPr/>
          <p:nvPr/>
        </p:nvSpPr>
        <p:spPr>
          <a:xfrm>
            <a:off x="8622779" y="3267355"/>
            <a:ext cx="179034" cy="45719"/>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4" name="Up Arrow 46">
            <a:extLst>
              <a:ext uri="{FF2B5EF4-FFF2-40B4-BE49-F238E27FC236}">
                <a16:creationId xmlns:a16="http://schemas.microsoft.com/office/drawing/2014/main" id="{91DACD06-9661-E16A-90FE-8E518F3EAD92}"/>
              </a:ext>
            </a:extLst>
          </p:cNvPr>
          <p:cNvSpPr/>
          <p:nvPr/>
        </p:nvSpPr>
        <p:spPr>
          <a:xfrm>
            <a:off x="7919991" y="2582331"/>
            <a:ext cx="45719" cy="433327"/>
          </a:xfrm>
          <a:prstGeom prst="up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35" name="Straight Arrow Connector 34">
            <a:extLst>
              <a:ext uri="{FF2B5EF4-FFF2-40B4-BE49-F238E27FC236}">
                <a16:creationId xmlns:a16="http://schemas.microsoft.com/office/drawing/2014/main" id="{E1C43D28-D174-366A-5B22-09869F0FC401}"/>
              </a:ext>
            </a:extLst>
          </p:cNvPr>
          <p:cNvCxnSpPr>
            <a:endCxn id="17" idx="3"/>
          </p:cNvCxnSpPr>
          <p:nvPr/>
        </p:nvCxnSpPr>
        <p:spPr>
          <a:xfrm flipH="1" flipV="1">
            <a:off x="5329190" y="2285456"/>
            <a:ext cx="1943100" cy="5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38051355-B4E9-EB36-3BB3-A23C2D262FB4}"/>
              </a:ext>
            </a:extLst>
          </p:cNvPr>
          <p:cNvCxnSpPr/>
          <p:nvPr/>
        </p:nvCxnSpPr>
        <p:spPr>
          <a:xfrm>
            <a:off x="9463367" y="2258451"/>
            <a:ext cx="0" cy="757206"/>
          </a:xfrm>
          <a:prstGeom prst="line">
            <a:avLst/>
          </a:prstGeom>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8ADA859F-63E1-FD29-6683-21426D9F6346}"/>
              </a:ext>
            </a:extLst>
          </p:cNvPr>
          <p:cNvCxnSpPr/>
          <p:nvPr/>
        </p:nvCxnSpPr>
        <p:spPr>
          <a:xfrm flipH="1">
            <a:off x="8622779" y="2258451"/>
            <a:ext cx="84058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Connector 37">
            <a:extLst>
              <a:ext uri="{FF2B5EF4-FFF2-40B4-BE49-F238E27FC236}">
                <a16:creationId xmlns:a16="http://schemas.microsoft.com/office/drawing/2014/main" id="{0950A9E9-E6EB-746D-46B7-780A83D1D7A4}"/>
              </a:ext>
            </a:extLst>
          </p:cNvPr>
          <p:cNvCxnSpPr/>
          <p:nvPr/>
        </p:nvCxnSpPr>
        <p:spPr>
          <a:xfrm>
            <a:off x="6472190" y="3502112"/>
            <a:ext cx="0" cy="841289"/>
          </a:xfrm>
          <a:prstGeom prst="line">
            <a:avLst/>
          </a:prstGeom>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23E64E0D-FE32-C812-BF5F-9B37E11DEF08}"/>
              </a:ext>
            </a:extLst>
          </p:cNvPr>
          <p:cNvCxnSpPr/>
          <p:nvPr/>
        </p:nvCxnSpPr>
        <p:spPr>
          <a:xfrm flipV="1">
            <a:off x="6472190" y="4340868"/>
            <a:ext cx="815686" cy="25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26659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36</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Data Change Request Model 2</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741948"/>
            <a:ext cx="9278557" cy="4957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solidFill>
                  <a:srgbClr val="404040"/>
                </a:solidFill>
                <a:latin typeface="Arial" panose="020B0604020202020204" pitchFamily="34" charset="0"/>
              </a:rPr>
              <a:t>Unlinked Records in CRM</a:t>
            </a:r>
          </a:p>
          <a:p>
            <a:endParaRPr lang="en-US" b="1" dirty="0">
              <a:latin typeface="Arial" panose="020B0604020202020204" pitchFamily="34" charset="0"/>
              <a:cs typeface="Arial" panose="020B0604020202020204" pitchFamily="34" charset="0"/>
            </a:endParaRPr>
          </a:p>
          <a:p>
            <a:r>
              <a:rPr lang="en-US" dirty="0">
                <a:solidFill>
                  <a:srgbClr val="404040"/>
                </a:solidFill>
                <a:latin typeface="Arial" panose="020B0604020202020204" pitchFamily="34" charset="0"/>
              </a:rPr>
              <a:t>If a record in CRM is not linked to Network properly, for example, the record does not have a valid Network vid or no vid at all, when a user submits the DCR on that record, CRM does not attempt to send the DCR to Network. Instead, CRM does the following to optimize the process:</a:t>
            </a:r>
          </a:p>
          <a:p>
            <a:endParaRPr lang="en-US" dirty="0">
              <a:solidFill>
                <a:srgbClr val="404040"/>
              </a:solidFill>
              <a:latin typeface="Arial" panose="020B0604020202020204" pitchFamily="34" charset="0"/>
            </a:endParaRPr>
          </a:p>
          <a:p>
            <a:pPr marL="742950" lvl="1" indent="-285750">
              <a:buFont typeface="Arial" panose="020B0604020202020204" pitchFamily="34" charset="0"/>
              <a:buChar char="•"/>
            </a:pPr>
            <a:r>
              <a:rPr lang="en-US" dirty="0">
                <a:solidFill>
                  <a:srgbClr val="404040"/>
                </a:solidFill>
                <a:latin typeface="Arial" panose="020B0604020202020204" pitchFamily="34" charset="0"/>
              </a:rPr>
              <a:t>The Status field of the DCR is set to Canceled</a:t>
            </a:r>
          </a:p>
          <a:p>
            <a:pPr marL="742950" lvl="1" indent="-285750">
              <a:buFont typeface="Arial" panose="020B0604020202020204" pitchFamily="34" charset="0"/>
              <a:buChar char="•"/>
            </a:pPr>
            <a:r>
              <a:rPr lang="en-US" dirty="0">
                <a:solidFill>
                  <a:srgbClr val="404040"/>
                </a:solidFill>
                <a:latin typeface="Arial" panose="020B0604020202020204" pitchFamily="34" charset="0"/>
              </a:rPr>
              <a:t>The Result field of the DCR is set to Change Rejected</a:t>
            </a:r>
          </a:p>
          <a:p>
            <a:pPr marL="742950" lvl="1" indent="-285750">
              <a:buFont typeface="Arial" panose="020B0604020202020204" pitchFamily="34" charset="0"/>
              <a:buChar char="•"/>
            </a:pPr>
            <a:r>
              <a:rPr lang="en-US" dirty="0">
                <a:solidFill>
                  <a:srgbClr val="404040"/>
                </a:solidFill>
                <a:latin typeface="Arial" panose="020B0604020202020204" pitchFamily="34" charset="0"/>
              </a:rPr>
              <a:t>The Error field of the DCR is set to Related record missing Network External ID: {SFID}</a:t>
            </a:r>
            <a:endParaRPr lang="en-US" sz="1800" dirty="0">
              <a:solidFill>
                <a:schemeClr val="tx1"/>
              </a:solidFill>
            </a:endParaRPr>
          </a:p>
        </p:txBody>
      </p:sp>
    </p:spTree>
    <p:extLst>
      <p:ext uri="{BB962C8B-B14F-4D97-AF65-F5344CB8AC3E}">
        <p14:creationId xmlns:p14="http://schemas.microsoft.com/office/powerpoint/2010/main" val="22286607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b="0" dirty="0">
                <a:solidFill>
                  <a:srgbClr val="00718F"/>
                </a:solidFill>
                <a:latin typeface="Arial" panose="020B0604020202020204" pitchFamily="34" charset="0"/>
                <a:cs typeface="Arial" panose="020B0604020202020204" pitchFamily="34" charset="0"/>
              </a:rPr>
              <a:t>Data Change Request</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669192" y="3769895"/>
            <a:ext cx="4983904" cy="840680"/>
          </a:xfrm>
        </p:spPr>
        <p:txBody>
          <a:bodyPr/>
          <a:lstStyle/>
          <a:p>
            <a:r>
              <a:rPr lang="en-US" sz="3200" b="1" dirty="0"/>
              <a:t>Network and Data Change Request Settings Overview</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1379333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38</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Network and DCR Settings 1</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667897"/>
            <a:ext cx="9278557" cy="4957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solidFill>
                  <a:srgbClr val="404040"/>
                </a:solidFill>
                <a:latin typeface="Arial" panose="020B0604020202020204" pitchFamily="34" charset="0"/>
              </a:rPr>
              <a:t>Network Settings Group</a:t>
            </a:r>
          </a:p>
          <a:p>
            <a:endParaRPr lang="en-US" dirty="0">
              <a:solidFill>
                <a:srgbClr val="404040"/>
              </a:solidFill>
              <a:latin typeface="Arial" panose="020B0604020202020204" pitchFamily="34" charset="0"/>
            </a:endParaRPr>
          </a:p>
          <a:p>
            <a:r>
              <a:rPr lang="en-US" dirty="0">
                <a:solidFill>
                  <a:srgbClr val="404040"/>
                </a:solidFill>
                <a:latin typeface="Arial" panose="020B0604020202020204" pitchFamily="34" charset="0"/>
              </a:rPr>
              <a:t>Network-specific settings are located in VEEVA. To navigate to Network Settings follow the below steps:</a:t>
            </a:r>
          </a:p>
          <a:p>
            <a:endParaRPr lang="en-US" dirty="0">
              <a:solidFill>
                <a:srgbClr val="404040"/>
              </a:solidFill>
              <a:latin typeface="Arial" panose="020B0604020202020204" pitchFamily="34" charset="0"/>
            </a:endParaRPr>
          </a:p>
          <a:p>
            <a:pPr marL="742950" lvl="1" indent="-285750">
              <a:buFont typeface="Arial" panose="020B0604020202020204" pitchFamily="34" charset="0"/>
              <a:buChar char="•"/>
            </a:pPr>
            <a:r>
              <a:rPr lang="en-US" dirty="0">
                <a:solidFill>
                  <a:srgbClr val="404040"/>
                </a:solidFill>
                <a:latin typeface="Arial" panose="020B0604020202020204" pitchFamily="34" charset="0"/>
              </a:rPr>
              <a:t>Click </a:t>
            </a:r>
            <a:r>
              <a:rPr lang="en-US" b="1" dirty="0">
                <a:solidFill>
                  <a:srgbClr val="404040"/>
                </a:solidFill>
                <a:latin typeface="Arial" panose="020B0604020202020204" pitchFamily="34" charset="0"/>
              </a:rPr>
              <a:t>Setup</a:t>
            </a:r>
            <a:endParaRPr lang="en-US" dirty="0">
              <a:solidFill>
                <a:srgbClr val="404040"/>
              </a:solidFill>
              <a:latin typeface="Arial" panose="020B0604020202020204" pitchFamily="34" charset="0"/>
            </a:endParaRPr>
          </a:p>
          <a:p>
            <a:pPr marL="742950" lvl="1" indent="-285750">
              <a:buFont typeface="Arial" panose="020B0604020202020204" pitchFamily="34" charset="0"/>
              <a:buChar char="•"/>
            </a:pPr>
            <a:r>
              <a:rPr lang="en-US" dirty="0">
                <a:solidFill>
                  <a:srgbClr val="404040"/>
                </a:solidFill>
                <a:latin typeface="Arial" panose="020B0604020202020204" pitchFamily="34" charset="0"/>
              </a:rPr>
              <a:t>Click </a:t>
            </a:r>
            <a:r>
              <a:rPr lang="en-US" b="1" dirty="0">
                <a:solidFill>
                  <a:srgbClr val="404040"/>
                </a:solidFill>
                <a:latin typeface="Arial" panose="020B0604020202020204" pitchFamily="34" charset="0"/>
              </a:rPr>
              <a:t>Develop</a:t>
            </a:r>
            <a:endParaRPr lang="en-US" dirty="0">
              <a:solidFill>
                <a:srgbClr val="404040"/>
              </a:solidFill>
              <a:latin typeface="Arial" panose="020B0604020202020204" pitchFamily="34" charset="0"/>
            </a:endParaRPr>
          </a:p>
          <a:p>
            <a:pPr marL="742950" lvl="1" indent="-285750">
              <a:buFont typeface="Arial" panose="020B0604020202020204" pitchFamily="34" charset="0"/>
              <a:buChar char="•"/>
            </a:pPr>
            <a:r>
              <a:rPr lang="en-US" dirty="0">
                <a:solidFill>
                  <a:srgbClr val="404040"/>
                </a:solidFill>
                <a:latin typeface="Arial" panose="020B0604020202020204" pitchFamily="34" charset="0"/>
              </a:rPr>
              <a:t>Click </a:t>
            </a:r>
            <a:r>
              <a:rPr lang="en-US" b="1" dirty="0">
                <a:solidFill>
                  <a:srgbClr val="404040"/>
                </a:solidFill>
                <a:latin typeface="Arial" panose="020B0604020202020204" pitchFamily="34" charset="0"/>
              </a:rPr>
              <a:t>Custom</a:t>
            </a:r>
            <a:r>
              <a:rPr lang="en-US" dirty="0">
                <a:solidFill>
                  <a:srgbClr val="404040"/>
                </a:solidFill>
                <a:latin typeface="Arial" panose="020B0604020202020204" pitchFamily="34" charset="0"/>
              </a:rPr>
              <a:t> Settings</a:t>
            </a:r>
          </a:p>
          <a:p>
            <a:pPr marL="742950" lvl="1" indent="-285750">
              <a:buFont typeface="Arial" panose="020B0604020202020204" pitchFamily="34" charset="0"/>
              <a:buChar char="•"/>
            </a:pPr>
            <a:r>
              <a:rPr lang="en-US" dirty="0">
                <a:solidFill>
                  <a:srgbClr val="404040"/>
                </a:solidFill>
                <a:latin typeface="Arial" panose="020B0604020202020204" pitchFamily="34" charset="0"/>
              </a:rPr>
              <a:t>Click </a:t>
            </a:r>
            <a:r>
              <a:rPr lang="en-US" b="1" dirty="0">
                <a:solidFill>
                  <a:srgbClr val="404040"/>
                </a:solidFill>
                <a:latin typeface="Arial" panose="020B0604020202020204" pitchFamily="34" charset="0"/>
              </a:rPr>
              <a:t>Network</a:t>
            </a:r>
            <a:r>
              <a:rPr lang="en-US" dirty="0">
                <a:solidFill>
                  <a:srgbClr val="404040"/>
                </a:solidFill>
                <a:latin typeface="Arial" panose="020B0604020202020204" pitchFamily="34" charset="0"/>
              </a:rPr>
              <a:t> Settings</a:t>
            </a:r>
          </a:p>
          <a:p>
            <a:pPr lvl="1"/>
            <a:endParaRPr lang="en-US" dirty="0">
              <a:solidFill>
                <a:srgbClr val="404040"/>
              </a:solidFill>
              <a:latin typeface="Arial" panose="020B0604020202020204" pitchFamily="34" charset="0"/>
            </a:endParaRPr>
          </a:p>
          <a:p>
            <a:r>
              <a:rPr lang="en-US" dirty="0">
                <a:solidFill>
                  <a:srgbClr val="404040"/>
                </a:solidFill>
                <a:latin typeface="Arial" panose="020B0604020202020204" pitchFamily="34" charset="0"/>
              </a:rPr>
              <a:t>Settings related to creating Data Change Requests (DCRs) are found in the VEEVA Settings group available to all CRM customers</a:t>
            </a:r>
          </a:p>
          <a:p>
            <a:pPr marL="285750" indent="-285750">
              <a:buFont typeface="Arial" panose="020B0604020202020204" pitchFamily="34" charset="0"/>
              <a:buChar char="•"/>
            </a:pPr>
            <a:endParaRPr lang="en-US" sz="1800" b="1"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6769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39</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Network and DCR Settings 2</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667897"/>
            <a:ext cx="9278557" cy="4957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b="1" dirty="0">
                <a:solidFill>
                  <a:srgbClr val="404040"/>
                </a:solidFill>
                <a:latin typeface="Arial" panose="020B0604020202020204" pitchFamily="34" charset="0"/>
              </a:rPr>
              <a:t>High-Level Configuration for DCRs and Network</a:t>
            </a:r>
          </a:p>
          <a:p>
            <a:endParaRPr lang="en-US" sz="1600" dirty="0"/>
          </a:p>
          <a:p>
            <a:pPr marL="285750" indent="-285750">
              <a:buFont typeface="Arial" panose="020B0604020202020204" pitchFamily="34" charset="0"/>
              <a:buChar char="•"/>
            </a:pPr>
            <a:r>
              <a:rPr lang="en-US" sz="1600" dirty="0">
                <a:solidFill>
                  <a:srgbClr val="404040"/>
                </a:solidFill>
                <a:latin typeface="Arial" panose="020B0604020202020204" pitchFamily="34" charset="0"/>
              </a:rPr>
              <a:t>To enable a user to create DCRs, set the </a:t>
            </a:r>
            <a:r>
              <a:rPr lang="en-US" sz="1600" dirty="0" err="1">
                <a:solidFill>
                  <a:srgbClr val="404040"/>
                </a:solidFill>
                <a:latin typeface="Arial" panose="020B0604020202020204" pitchFamily="34" charset="0"/>
              </a:rPr>
              <a:t>DATA_CHANGE_REQUEST_MODE_vod</a:t>
            </a:r>
            <a:r>
              <a:rPr lang="en-US" sz="1600" dirty="0">
                <a:solidFill>
                  <a:srgbClr val="404040"/>
                </a:solidFill>
                <a:latin typeface="Arial" panose="020B0604020202020204" pitchFamily="34" charset="0"/>
              </a:rPr>
              <a:t> setting to 1. If this setting is 0, users cannot create DCRs regardless of other object permissions</a:t>
            </a:r>
          </a:p>
          <a:p>
            <a:endParaRPr lang="en-US" sz="1600" dirty="0">
              <a:solidFill>
                <a:srgbClr val="404040"/>
              </a:solidFill>
              <a:latin typeface="Arial" panose="020B0604020202020204" pitchFamily="34" charset="0"/>
            </a:endParaRPr>
          </a:p>
          <a:p>
            <a:pPr marL="285750" indent="-285750">
              <a:buFont typeface="Arial" panose="020B0604020202020204" pitchFamily="34" charset="0"/>
              <a:buChar char="•"/>
            </a:pPr>
            <a:r>
              <a:rPr lang="en-US" sz="1600" dirty="0">
                <a:solidFill>
                  <a:srgbClr val="404040"/>
                </a:solidFill>
                <a:latin typeface="Arial" panose="020B0604020202020204" pitchFamily="34" charset="0"/>
              </a:rPr>
              <a:t>Customers not using VEEVA Network to manage customer master data can enable this setting [</a:t>
            </a:r>
            <a:r>
              <a:rPr lang="en-US" sz="1600" dirty="0" err="1">
                <a:solidFill>
                  <a:srgbClr val="404040"/>
                </a:solidFill>
                <a:latin typeface="Arial" panose="020B0604020202020204" pitchFamily="34" charset="0"/>
              </a:rPr>
              <a:t>DATA_CHANGE_REQUEST_MODE_vod</a:t>
            </a:r>
            <a:r>
              <a:rPr lang="en-US" sz="1600" dirty="0">
                <a:solidFill>
                  <a:srgbClr val="404040"/>
                </a:solidFill>
                <a:latin typeface="Arial" panose="020B0604020202020204" pitchFamily="34" charset="0"/>
              </a:rPr>
              <a:t> setting to 1] to begin capturing DCRs within VEEVA. In addition to this setting, administrators need to configure object permissions for users who create DCRs and which fields generate DCRs when edited</a:t>
            </a:r>
          </a:p>
          <a:p>
            <a:endParaRPr lang="en-US" sz="1600" dirty="0">
              <a:solidFill>
                <a:srgbClr val="404040"/>
              </a:solidFill>
              <a:latin typeface="Arial" panose="020B0604020202020204" pitchFamily="34" charset="0"/>
            </a:endParaRPr>
          </a:p>
          <a:p>
            <a:pPr marL="285750" indent="-285750">
              <a:buFont typeface="Arial" panose="020B0604020202020204" pitchFamily="34" charset="0"/>
              <a:buChar char="•"/>
            </a:pPr>
            <a:r>
              <a:rPr lang="en-US" sz="1600" dirty="0">
                <a:solidFill>
                  <a:srgbClr val="404040"/>
                </a:solidFill>
                <a:latin typeface="Arial" panose="020B0604020202020204" pitchFamily="34" charset="0"/>
              </a:rPr>
              <a:t>To indicate a user as a Network Customer Master user, set the </a:t>
            </a:r>
            <a:r>
              <a:rPr lang="en-US" sz="1600" dirty="0" err="1">
                <a:solidFill>
                  <a:srgbClr val="404040"/>
                </a:solidFill>
                <a:latin typeface="Arial" panose="020B0604020202020204" pitchFamily="34" charset="0"/>
              </a:rPr>
              <a:t>NETWORK_CUSTOMER_MASTER_MODE_vod</a:t>
            </a:r>
            <a:r>
              <a:rPr lang="en-US" sz="1600" dirty="0">
                <a:solidFill>
                  <a:srgbClr val="404040"/>
                </a:solidFill>
                <a:latin typeface="Arial" panose="020B0604020202020204" pitchFamily="34" charset="0"/>
              </a:rPr>
              <a:t> setting to 1. If setting [</a:t>
            </a:r>
            <a:r>
              <a:rPr lang="en-US" sz="1600" dirty="0" err="1">
                <a:solidFill>
                  <a:srgbClr val="404040"/>
                </a:solidFill>
                <a:latin typeface="Arial" panose="020B0604020202020204" pitchFamily="34" charset="0"/>
              </a:rPr>
              <a:t>DATA_CHANGE_REQUEST_MODE_vod</a:t>
            </a:r>
            <a:r>
              <a:rPr lang="en-US" sz="1600" dirty="0">
                <a:solidFill>
                  <a:srgbClr val="404040"/>
                </a:solidFill>
                <a:latin typeface="Arial" panose="020B0604020202020204" pitchFamily="34" charset="0"/>
              </a:rPr>
              <a:t> setting to 1] is 0, DCRs for editing or creating account data are not sent to Network. If set to 1, all DCRs are sent to Network</a:t>
            </a:r>
          </a:p>
        </p:txBody>
      </p:sp>
    </p:spTree>
    <p:extLst>
      <p:ext uri="{BB962C8B-B14F-4D97-AF65-F5344CB8AC3E}">
        <p14:creationId xmlns:p14="http://schemas.microsoft.com/office/powerpoint/2010/main" val="25527171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40</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Network and DCR Settings 3</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667897"/>
            <a:ext cx="9278557" cy="3230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solidFill>
                  <a:srgbClr val="404040"/>
                </a:solidFill>
                <a:latin typeface="Arial" panose="020B0604020202020204" pitchFamily="34" charset="0"/>
              </a:rPr>
              <a:t>The value in this setting is stamped on each DCR created by a user to ensure proper routing. The data is stored in the </a:t>
            </a:r>
            <a:r>
              <a:rPr lang="en-US" dirty="0" err="1">
                <a:solidFill>
                  <a:srgbClr val="404040"/>
                </a:solidFill>
                <a:latin typeface="Arial" panose="020B0604020202020204" pitchFamily="34" charset="0"/>
              </a:rPr>
              <a:t>Network_Customer_Master_Mode_vod</a:t>
            </a:r>
            <a:r>
              <a:rPr lang="en-US" dirty="0">
                <a:solidFill>
                  <a:srgbClr val="404040"/>
                </a:solidFill>
                <a:latin typeface="Arial" panose="020B0604020202020204" pitchFamily="34" charset="0"/>
              </a:rPr>
              <a:t> field on the </a:t>
            </a:r>
            <a:r>
              <a:rPr lang="en-US" dirty="0" err="1">
                <a:solidFill>
                  <a:srgbClr val="404040"/>
                </a:solidFill>
                <a:latin typeface="Arial" panose="020B0604020202020204" pitchFamily="34" charset="0"/>
              </a:rPr>
              <a:t>Data_Change_Request_vod</a:t>
            </a:r>
            <a:r>
              <a:rPr lang="en-US" dirty="0">
                <a:solidFill>
                  <a:srgbClr val="404040"/>
                </a:solidFill>
                <a:latin typeface="Arial" panose="020B0604020202020204" pitchFamily="34" charset="0"/>
              </a:rPr>
              <a:t> object</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rgbClr val="404040"/>
                </a:solidFill>
                <a:latin typeface="Arial" panose="020B0604020202020204" pitchFamily="34" charset="0"/>
              </a:rPr>
              <a:t>Additionally, the country of the user who created the DCR is stamped in the </a:t>
            </a:r>
            <a:r>
              <a:rPr lang="en-US" dirty="0" err="1">
                <a:solidFill>
                  <a:srgbClr val="404040"/>
                </a:solidFill>
                <a:latin typeface="Arial" panose="020B0604020202020204" pitchFamily="34" charset="0"/>
              </a:rPr>
              <a:t>Country_Mapping_vod</a:t>
            </a:r>
            <a:r>
              <a:rPr lang="en-US" dirty="0">
                <a:solidFill>
                  <a:srgbClr val="404040"/>
                </a:solidFill>
                <a:latin typeface="Arial" panose="020B0604020202020204" pitchFamily="34" charset="0"/>
              </a:rPr>
              <a:t> field on the </a:t>
            </a:r>
            <a:r>
              <a:rPr lang="en-US" dirty="0" err="1">
                <a:solidFill>
                  <a:srgbClr val="404040"/>
                </a:solidFill>
                <a:latin typeface="Arial" panose="020B0604020202020204" pitchFamily="34" charset="0"/>
              </a:rPr>
              <a:t>Data_Change_Request_vod</a:t>
            </a:r>
            <a:r>
              <a:rPr lang="en-US" dirty="0">
                <a:solidFill>
                  <a:srgbClr val="404040"/>
                </a:solidFill>
                <a:latin typeface="Arial" panose="020B0604020202020204" pitchFamily="34" charset="0"/>
              </a:rPr>
              <a:t> object. This is used to determine which mapping should be used when processing a DCR, which assists in handling multi-country implementations. It is required that the Admin set the Country field on the User object using the country’s 2-digit ISO 3166-1 alpha 2 code</a:t>
            </a:r>
            <a:endParaRPr lang="en-US" dirty="0">
              <a:latin typeface="Arial" panose="020B0604020202020204" pitchFamily="34" charset="0"/>
              <a:cs typeface="Arial" panose="020B0604020202020204" pitchFamily="34" charset="0"/>
            </a:endParaRPr>
          </a:p>
          <a:p>
            <a:pPr marL="0" indent="0">
              <a:buNone/>
            </a:pPr>
            <a:endParaRPr lang="en-US" sz="1600" dirty="0">
              <a:solidFill>
                <a:srgbClr val="404040"/>
              </a:solidFill>
              <a:latin typeface="Arial" panose="020B0604020202020204" pitchFamily="34" charset="0"/>
            </a:endParaRPr>
          </a:p>
        </p:txBody>
      </p:sp>
      <p:sp>
        <p:nvSpPr>
          <p:cNvPr id="6" name="TextBox 5">
            <a:extLst>
              <a:ext uri="{FF2B5EF4-FFF2-40B4-BE49-F238E27FC236}">
                <a16:creationId xmlns:a16="http://schemas.microsoft.com/office/drawing/2014/main" id="{09295D37-141C-C16A-52AC-517E9200480D}"/>
              </a:ext>
            </a:extLst>
          </p:cNvPr>
          <p:cNvSpPr txBox="1"/>
          <p:nvPr/>
        </p:nvSpPr>
        <p:spPr>
          <a:xfrm>
            <a:off x="298580" y="4411579"/>
            <a:ext cx="8412284" cy="1200329"/>
          </a:xfrm>
          <a:prstGeom prst="rect">
            <a:avLst/>
          </a:prstGeom>
          <a:noFill/>
        </p:spPr>
        <p:txBody>
          <a:bodyPr wrap="square">
            <a:spAutoFit/>
          </a:bodyPr>
          <a:lstStyle/>
          <a:p>
            <a:pPr lvl="1">
              <a:defRPr/>
            </a:pPr>
            <a:r>
              <a:rPr lang="en-US" b="1" dirty="0">
                <a:solidFill>
                  <a:srgbClr val="404040"/>
                </a:solidFill>
                <a:latin typeface="Arial" panose="020B0604020202020204" pitchFamily="34" charset="0"/>
              </a:rPr>
              <a:t>Note</a:t>
            </a:r>
            <a:r>
              <a:rPr lang="en-US" dirty="0">
                <a:solidFill>
                  <a:srgbClr val="404040"/>
                </a:solidFill>
                <a:latin typeface="Arial" panose="020B0604020202020204" pitchFamily="34" charset="0"/>
              </a:rPr>
              <a:t>: ISO 3166-1-alpha-2 English country names and code elements. This list states the country names (official short names in English) in alphabetical order as given in ISO 3166-1 and the corresponding ISO 3166-1-alpha-2 code elements</a:t>
            </a:r>
          </a:p>
        </p:txBody>
      </p:sp>
    </p:spTree>
    <p:extLst>
      <p:ext uri="{BB962C8B-B14F-4D97-AF65-F5344CB8AC3E}">
        <p14:creationId xmlns:p14="http://schemas.microsoft.com/office/powerpoint/2010/main" val="2202554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41</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5" name="Diagram 4">
            <a:extLst>
              <a:ext uri="{FF2B5EF4-FFF2-40B4-BE49-F238E27FC236}">
                <a16:creationId xmlns:a16="http://schemas.microsoft.com/office/drawing/2014/main" id="{CF566466-BBFA-208A-E65D-B08953063E86}"/>
              </a:ext>
            </a:extLst>
          </p:cNvPr>
          <p:cNvGraphicFramePr/>
          <p:nvPr>
            <p:extLst>
              <p:ext uri="{D42A27DB-BD31-4B8C-83A1-F6EECF244321}">
                <p14:modId xmlns:p14="http://schemas.microsoft.com/office/powerpoint/2010/main" val="732910670"/>
              </p:ext>
            </p:extLst>
          </p:nvPr>
        </p:nvGraphicFramePr>
        <p:xfrm>
          <a:off x="633247" y="1331495"/>
          <a:ext cx="8333885" cy="3086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ECAFD24E-4B00-FC92-C355-E414D12AEAA8}"/>
              </a:ext>
            </a:extLst>
          </p:cNvPr>
          <p:cNvGrpSpPr/>
          <p:nvPr/>
        </p:nvGrpSpPr>
        <p:grpSpPr>
          <a:xfrm>
            <a:off x="633247" y="4347836"/>
            <a:ext cx="8333885" cy="746628"/>
            <a:chOff x="0" y="0"/>
            <a:chExt cx="8333885" cy="746628"/>
          </a:xfrm>
        </p:grpSpPr>
        <p:sp>
          <p:nvSpPr>
            <p:cNvPr id="9" name="Rectangle: Rounded Corners 8">
              <a:extLst>
                <a:ext uri="{FF2B5EF4-FFF2-40B4-BE49-F238E27FC236}">
                  <a16:creationId xmlns:a16="http://schemas.microsoft.com/office/drawing/2014/main" id="{FB5B4ECD-E89C-2A90-B7BC-3273BCDE1B79}"/>
                </a:ext>
              </a:extLst>
            </p:cNvPr>
            <p:cNvSpPr/>
            <p:nvPr/>
          </p:nvSpPr>
          <p:spPr>
            <a:xfrm>
              <a:off x="0" y="0"/>
              <a:ext cx="8333885" cy="746628"/>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0" name="Rectangle: Rounded Corners 4">
              <a:extLst>
                <a:ext uri="{FF2B5EF4-FFF2-40B4-BE49-F238E27FC236}">
                  <a16:creationId xmlns:a16="http://schemas.microsoft.com/office/drawing/2014/main" id="{098A60CF-ECA1-C4F2-1E35-BBDDECA0C44A}"/>
                </a:ext>
              </a:extLst>
            </p:cNvPr>
            <p:cNvSpPr txBox="1"/>
            <p:nvPr/>
          </p:nvSpPr>
          <p:spPr>
            <a:xfrm>
              <a:off x="36447" y="36447"/>
              <a:ext cx="8260991" cy="673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3</a:t>
              </a:r>
              <a:endParaRPr lang="en-US" sz="1800" b="1"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773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42</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2</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783955748"/>
              </p:ext>
            </p:extLst>
          </p:nvPr>
        </p:nvGraphicFramePr>
        <p:xfrm>
          <a:off x="457200" y="1187116"/>
          <a:ext cx="8333885" cy="1876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2709969780"/>
              </p:ext>
            </p:extLst>
          </p:nvPr>
        </p:nvGraphicFramePr>
        <p:xfrm>
          <a:off x="457200" y="4943829"/>
          <a:ext cx="8333885" cy="30663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216708"/>
            <a:ext cx="8686800" cy="1754326"/>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DCR Status</a:t>
            </a:r>
          </a:p>
          <a:p>
            <a:pPr marL="285750" indent="-285750">
              <a:buFont typeface="Arial" panose="020B0604020202020204" pitchFamily="34" charset="0"/>
              <a:buChar char="•"/>
            </a:pPr>
            <a:r>
              <a:rPr lang="en-US" dirty="0">
                <a:solidFill>
                  <a:schemeClr val="bg1"/>
                </a:solidFill>
              </a:rPr>
              <a:t> Notes</a:t>
            </a:r>
          </a:p>
          <a:p>
            <a:pPr marL="285750" indent="-285750">
              <a:buFont typeface="Arial" panose="020B0604020202020204" pitchFamily="34" charset="0"/>
              <a:buChar char="•"/>
            </a:pPr>
            <a:r>
              <a:rPr lang="en-US" dirty="0">
                <a:solidFill>
                  <a:schemeClr val="bg1"/>
                </a:solidFill>
              </a:rPr>
              <a:t> Name</a:t>
            </a:r>
          </a:p>
          <a:p>
            <a:pPr marL="285750" indent="-285750">
              <a:buFont typeface="Arial" panose="020B0604020202020204" pitchFamily="34" charset="0"/>
              <a:buChar char="•"/>
            </a:pPr>
            <a:r>
              <a:rPr lang="en-US" dirty="0">
                <a:solidFill>
                  <a:schemeClr val="bg1"/>
                </a:solidFill>
              </a:rPr>
              <a:t> None of the above</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IN" dirty="0">
              <a:solidFill>
                <a:schemeClr val="bg1"/>
              </a:solidFill>
            </a:endParaRPr>
          </a:p>
        </p:txBody>
      </p:sp>
    </p:spTree>
    <p:extLst>
      <p:ext uri="{BB962C8B-B14F-4D97-AF65-F5344CB8AC3E}">
        <p14:creationId xmlns:p14="http://schemas.microsoft.com/office/powerpoint/2010/main" val="18077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43</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3</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236055865"/>
              </p:ext>
            </p:extLst>
          </p:nvPr>
        </p:nvGraphicFramePr>
        <p:xfrm>
          <a:off x="457200" y="1187116"/>
          <a:ext cx="8333885" cy="1876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1755106100"/>
              </p:ext>
            </p:extLst>
          </p:nvPr>
        </p:nvGraphicFramePr>
        <p:xfrm>
          <a:off x="457200" y="4943829"/>
          <a:ext cx="8333885" cy="30663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199" y="2939387"/>
            <a:ext cx="8686799" cy="1803212"/>
          </a:xfrm>
          <a:prstGeom prst="rect">
            <a:avLst/>
          </a:prstGeom>
          <a:noFill/>
        </p:spPr>
        <p:txBody>
          <a:bodyPr wrap="square">
            <a:spAutoFit/>
          </a:bodyPr>
          <a:lstStyle/>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 New</a:t>
            </a:r>
          </a:p>
          <a:p>
            <a:pPr marL="285750" indent="-285750">
              <a:buFont typeface="Arial" panose="020B0604020202020204" pitchFamily="34" charset="0"/>
              <a:buChar char="•"/>
            </a:pPr>
            <a:r>
              <a:rPr lang="en-US" dirty="0">
                <a:solidFill>
                  <a:schemeClr val="bg1"/>
                </a:solidFill>
              </a:rPr>
              <a:t> Processed</a:t>
            </a:r>
          </a:p>
          <a:p>
            <a:pPr marL="285750" indent="-285750">
              <a:buFont typeface="Arial" panose="020B0604020202020204" pitchFamily="34" charset="0"/>
              <a:buChar char="•"/>
            </a:pPr>
            <a:r>
              <a:rPr lang="en-US" dirty="0">
                <a:solidFill>
                  <a:schemeClr val="bg1"/>
                </a:solidFill>
              </a:rPr>
              <a:t> Pending</a:t>
            </a:r>
          </a:p>
          <a:p>
            <a:pPr marL="285750" indent="-285750">
              <a:buFont typeface="Arial" panose="020B0604020202020204" pitchFamily="34" charset="0"/>
              <a:buChar char="•"/>
            </a:pPr>
            <a:r>
              <a:rPr lang="en-US" dirty="0">
                <a:solidFill>
                  <a:schemeClr val="bg1"/>
                </a:solidFill>
              </a:rPr>
              <a:t> Accepted</a:t>
            </a:r>
          </a:p>
          <a:p>
            <a:endParaRPr lang="en-US" dirty="0">
              <a:solidFill>
                <a:schemeClr val="bg1"/>
              </a:solidFill>
            </a:endParaRPr>
          </a:p>
        </p:txBody>
      </p:sp>
    </p:spTree>
    <p:extLst>
      <p:ext uri="{BB962C8B-B14F-4D97-AF65-F5344CB8AC3E}">
        <p14:creationId xmlns:p14="http://schemas.microsoft.com/office/powerpoint/2010/main" val="310889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44</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a:t>
            </a:r>
            <a:r>
              <a:rPr lang="en-US" dirty="0"/>
              <a:t>4</a:t>
            </a:r>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739308441"/>
              </p:ext>
            </p:extLst>
          </p:nvPr>
        </p:nvGraphicFramePr>
        <p:xfrm>
          <a:off x="457200" y="1187116"/>
          <a:ext cx="8333885" cy="1876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3850643074"/>
              </p:ext>
            </p:extLst>
          </p:nvPr>
        </p:nvGraphicFramePr>
        <p:xfrm>
          <a:off x="457200" y="4943829"/>
          <a:ext cx="8333885" cy="30663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216708"/>
            <a:ext cx="8686800" cy="646331"/>
          </a:xfrm>
          <a:prstGeom prst="rect">
            <a:avLst/>
          </a:prstGeom>
          <a:noFill/>
        </p:spPr>
        <p:txBody>
          <a:bodyPr wrap="square">
            <a:spAutoFit/>
          </a:bodyPr>
          <a:lstStyle/>
          <a:p>
            <a:pPr marL="285750" lvl="0" indent="-285750">
              <a:buFont typeface="Arial" panose="020B0604020202020204" pitchFamily="34" charset="0"/>
              <a:buChar char="•"/>
            </a:pPr>
            <a:r>
              <a:rPr lang="en-US" dirty="0">
                <a:solidFill>
                  <a:schemeClr val="bg1"/>
                </a:solidFill>
                <a:latin typeface="Arial" panose="020B0604020202020204" pitchFamily="34" charset="0"/>
                <a:cs typeface="Arial" panose="020B0604020202020204" pitchFamily="34" charset="0"/>
              </a:rPr>
              <a:t>True</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False</a:t>
            </a:r>
          </a:p>
        </p:txBody>
      </p:sp>
    </p:spTree>
    <p:extLst>
      <p:ext uri="{BB962C8B-B14F-4D97-AF65-F5344CB8AC3E}">
        <p14:creationId xmlns:p14="http://schemas.microsoft.com/office/powerpoint/2010/main" val="258703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45</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5</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2926399309"/>
              </p:ext>
            </p:extLst>
          </p:nvPr>
        </p:nvGraphicFramePr>
        <p:xfrm>
          <a:off x="457200" y="1187116"/>
          <a:ext cx="8333885" cy="1876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3729346755"/>
              </p:ext>
            </p:extLst>
          </p:nvPr>
        </p:nvGraphicFramePr>
        <p:xfrm>
          <a:off x="457200" y="4943829"/>
          <a:ext cx="8333885" cy="30663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154242"/>
            <a:ext cx="8686800" cy="1477328"/>
          </a:xfrm>
          <a:prstGeom prst="rect">
            <a:avLst/>
          </a:prstGeom>
          <a:noFill/>
        </p:spPr>
        <p:txBody>
          <a:bodyPr wrap="square">
            <a:spAutoFit/>
          </a:bodyPr>
          <a:lstStyle/>
          <a:p>
            <a:pPr marL="285750" lvl="0" indent="-285750">
              <a:buFont typeface="Arial" panose="020B0604020202020204" pitchFamily="34" charset="0"/>
              <a:buChar char="•"/>
            </a:pPr>
            <a:r>
              <a:rPr lang="en-GB" dirty="0">
                <a:solidFill>
                  <a:schemeClr val="bg1"/>
                </a:solidFill>
              </a:rPr>
              <a:t>2</a:t>
            </a:r>
          </a:p>
          <a:p>
            <a:pPr marL="285750" lvl="0" indent="-285750">
              <a:buFont typeface="Arial" panose="020B0604020202020204" pitchFamily="34" charset="0"/>
              <a:buChar char="•"/>
            </a:pPr>
            <a:r>
              <a:rPr lang="en-GB" dirty="0">
                <a:solidFill>
                  <a:schemeClr val="bg1"/>
                </a:solidFill>
              </a:rPr>
              <a:t>3</a:t>
            </a:r>
          </a:p>
          <a:p>
            <a:pPr marL="285750" lvl="0" indent="-285750">
              <a:buFont typeface="Arial" panose="020B0604020202020204" pitchFamily="34" charset="0"/>
              <a:buChar char="•"/>
            </a:pPr>
            <a:r>
              <a:rPr lang="en-GB" dirty="0">
                <a:solidFill>
                  <a:schemeClr val="bg1"/>
                </a:solidFill>
              </a:rPr>
              <a:t>4</a:t>
            </a:r>
          </a:p>
          <a:p>
            <a:pPr marL="285750" lvl="0" indent="-285750">
              <a:buFont typeface="Arial" panose="020B0604020202020204" pitchFamily="34" charset="0"/>
              <a:buChar char="•"/>
            </a:pPr>
            <a:r>
              <a:rPr lang="en-GB" dirty="0">
                <a:solidFill>
                  <a:schemeClr val="bg1"/>
                </a:solidFill>
              </a:rPr>
              <a:t>5</a:t>
            </a:r>
          </a:p>
          <a:p>
            <a:pPr lvl="0"/>
            <a:endParaRPr lang="en-IN" dirty="0">
              <a:solidFill>
                <a:schemeClr val="bg1"/>
              </a:solidFill>
            </a:endParaRPr>
          </a:p>
        </p:txBody>
      </p:sp>
    </p:spTree>
    <p:extLst>
      <p:ext uri="{BB962C8B-B14F-4D97-AF65-F5344CB8AC3E}">
        <p14:creationId xmlns:p14="http://schemas.microsoft.com/office/powerpoint/2010/main" val="2717098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46</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932330"/>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dirty="0"/>
              <a:t>Summary</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874837"/>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dirty="0"/>
              <a:t>In this module, you have learnt to:</a:t>
            </a:r>
          </a:p>
          <a:p>
            <a:pPr marL="0" indent="0">
              <a:buNone/>
            </a:pPr>
            <a:endParaRPr lang="en-US" dirty="0"/>
          </a:p>
          <a:p>
            <a:r>
              <a:rPr lang="en-US" dirty="0"/>
              <a:t>Define the DCR process</a:t>
            </a:r>
          </a:p>
          <a:p>
            <a:r>
              <a:rPr lang="en-US" dirty="0"/>
              <a:t>Configure a DCR</a:t>
            </a:r>
          </a:p>
          <a:p>
            <a:r>
              <a:rPr lang="en-US" dirty="0"/>
              <a:t>View/Interpret the results of a DCR </a:t>
            </a:r>
          </a:p>
          <a:p>
            <a:r>
              <a:rPr lang="en-US" dirty="0"/>
              <a:t>Define a DCR model</a:t>
            </a:r>
          </a:p>
          <a:p>
            <a:r>
              <a:rPr lang="en-US" dirty="0"/>
              <a:t>Describe the Network settings for DCR</a:t>
            </a:r>
          </a:p>
          <a:p>
            <a:pPr lvl="1">
              <a:buFont typeface="Arial" panose="020B0604020202020204" pitchFamily="34" charset="0"/>
              <a:buChar char="•"/>
            </a:pPr>
            <a:endParaRPr lang="en-US" dirty="0">
              <a:solidFill>
                <a:schemeClr val="tx1"/>
              </a:solidFill>
            </a:endParaRPr>
          </a:p>
        </p:txBody>
      </p:sp>
      <p:pic>
        <p:nvPicPr>
          <p:cNvPr id="6" name="Picture 2" descr="D:\Images\Images\Objective\shutterstock_128202194.jpg">
            <a:extLst>
              <a:ext uri="{FF2B5EF4-FFF2-40B4-BE49-F238E27FC236}">
                <a16:creationId xmlns:a16="http://schemas.microsoft.com/office/drawing/2014/main" id="{720B3D16-4F58-A86E-B2F4-AEA0328A9E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53721" y="1549060"/>
            <a:ext cx="3023521" cy="2016075"/>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3491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47</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800" dirty="0"/>
              <a:t>Source</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5"/>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400" dirty="0">
                <a:hlinkClick r:id="rId2"/>
              </a:rPr>
              <a:t>https://crmhelp.veeva.com/doc/Content/Home.htm</a:t>
            </a:r>
            <a:endParaRPr lang="en-US" sz="2400" dirty="0"/>
          </a:p>
          <a:p>
            <a:endParaRPr lang="en-US" dirty="0"/>
          </a:p>
        </p:txBody>
      </p:sp>
      <p:sp>
        <p:nvSpPr>
          <p:cNvPr id="11" name="Text Box 4">
            <a:extLst>
              <a:ext uri="{FF2B5EF4-FFF2-40B4-BE49-F238E27FC236}">
                <a16:creationId xmlns:a16="http://schemas.microsoft.com/office/drawing/2014/main" id="{EC77BAAE-1BF9-295B-7AAB-74B487B7972B}"/>
              </a:ext>
            </a:extLst>
          </p:cNvPr>
          <p:cNvSpPr txBox="1">
            <a:spLocks noChangeArrowheads="1"/>
          </p:cNvSpPr>
          <p:nvPr/>
        </p:nvSpPr>
        <p:spPr bwMode="auto">
          <a:xfrm>
            <a:off x="633247" y="3852307"/>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a:t>
            </a:r>
            <a:r>
              <a:rPr lang="en-US" b="0" i="1" dirty="0"/>
              <a:t>this course is based </a:t>
            </a:r>
            <a:r>
              <a:rPr lang="en-US" b="0" dirty="0"/>
              <a:t>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spTree>
    <p:extLst>
      <p:ext uri="{BB962C8B-B14F-4D97-AF65-F5344CB8AC3E}">
        <p14:creationId xmlns:p14="http://schemas.microsoft.com/office/powerpoint/2010/main" val="5637972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48</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000" dirty="0"/>
              <a:t>Coming Next ... </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5"/>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In the upcoming module </a:t>
            </a:r>
            <a:r>
              <a:rPr lang="en-US" dirty="0">
                <a:solidFill>
                  <a:schemeClr val="tx1"/>
                </a:solidFill>
              </a:rPr>
              <a:t>– </a:t>
            </a:r>
            <a:r>
              <a:rPr lang="en-US" i="1" dirty="0"/>
              <a:t>Coaching Reports</a:t>
            </a:r>
            <a:r>
              <a:rPr lang="en-US" i="1" dirty="0">
                <a:solidFill>
                  <a:schemeClr val="tx1"/>
                </a:solidFill>
              </a:rPr>
              <a:t> </a:t>
            </a:r>
            <a:r>
              <a:rPr lang="en-US" dirty="0"/>
              <a:t>you will learn to</a:t>
            </a:r>
            <a:r>
              <a:rPr lang="en-US" dirty="0">
                <a:solidFill>
                  <a:schemeClr val="tx1"/>
                </a:solidFill>
              </a:rPr>
              <a:t>, </a:t>
            </a:r>
          </a:p>
          <a:p>
            <a:pPr marL="0" indent="0">
              <a:buNone/>
            </a:pPr>
            <a:endParaRPr lang="en-US" dirty="0">
              <a:solidFill>
                <a:schemeClr val="tx1"/>
              </a:solidFill>
            </a:endParaRPr>
          </a:p>
          <a:p>
            <a:pPr lvl="1">
              <a:buClrTx/>
              <a:buFont typeface="Arial" panose="020B0604020202020204" pitchFamily="34" charset="0"/>
              <a:buChar char="•"/>
            </a:pPr>
            <a:r>
              <a:rPr lang="en-US" dirty="0"/>
              <a:t>Define Coaching Reports</a:t>
            </a:r>
          </a:p>
          <a:p>
            <a:pPr lvl="1">
              <a:buClrTx/>
              <a:buFont typeface="Arial" panose="020B0604020202020204" pitchFamily="34" charset="0"/>
              <a:buChar char="•"/>
            </a:pPr>
            <a:r>
              <a:rPr lang="en-US" dirty="0"/>
              <a:t>Visualize Coaching Reports</a:t>
            </a:r>
          </a:p>
          <a:p>
            <a:pPr lvl="1">
              <a:buClrTx/>
              <a:buFont typeface="Arial" panose="020B0604020202020204" pitchFamily="34" charset="0"/>
              <a:buChar char="•"/>
            </a:pPr>
            <a:r>
              <a:rPr lang="en-US" dirty="0"/>
              <a:t>Explain the functionality for Coaching Reports</a:t>
            </a:r>
          </a:p>
          <a:p>
            <a:pPr lvl="1">
              <a:buClrTx/>
              <a:buFont typeface="Arial" panose="020B0604020202020204" pitchFamily="34" charset="0"/>
              <a:buChar char="•"/>
            </a:pPr>
            <a:r>
              <a:rPr lang="en-US" dirty="0"/>
              <a:t>Configure Coaching Reports in VEEVA</a:t>
            </a:r>
          </a:p>
          <a:p>
            <a:endParaRPr lang="en-US" dirty="0"/>
          </a:p>
        </p:txBody>
      </p:sp>
    </p:spTree>
    <p:extLst>
      <p:ext uri="{BB962C8B-B14F-4D97-AF65-F5344CB8AC3E}">
        <p14:creationId xmlns:p14="http://schemas.microsoft.com/office/powerpoint/2010/main" val="35117275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F15240-9274-1C9C-353E-4E0AAA2A97BF}"/>
              </a:ext>
            </a:extLst>
          </p:cNvPr>
          <p:cNvSpPr>
            <a:spLocks noGrp="1"/>
          </p:cNvSpPr>
          <p:nvPr>
            <p:ph type="ctrTitle"/>
          </p:nvPr>
        </p:nvSpPr>
        <p:spPr>
          <a:xfrm>
            <a:off x="1042416" y="2365335"/>
            <a:ext cx="6053327" cy="923330"/>
          </a:xfrm>
        </p:spPr>
        <p:txBody>
          <a:bodyPr/>
          <a:lstStyle/>
          <a:p>
            <a:r>
              <a:rPr lang="en-US" dirty="0"/>
              <a:t>Thank you</a:t>
            </a:r>
          </a:p>
        </p:txBody>
      </p:sp>
      <p:sp>
        <p:nvSpPr>
          <p:cNvPr id="2" name="Footer Placeholder 1">
            <a:extLst>
              <a:ext uri="{FF2B5EF4-FFF2-40B4-BE49-F238E27FC236}">
                <a16:creationId xmlns:a16="http://schemas.microsoft.com/office/drawing/2014/main" id="{1059F124-9A06-01E2-76D8-64E3DE8DE648}"/>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54A8E351-776C-6B1F-7E44-C0B82A02B43E}"/>
              </a:ext>
            </a:extLst>
          </p:cNvPr>
          <p:cNvSpPr>
            <a:spLocks noGrp="1"/>
          </p:cNvSpPr>
          <p:nvPr>
            <p:ph type="sldNum" sz="quarter" idx="12"/>
          </p:nvPr>
        </p:nvSpPr>
        <p:spPr/>
        <p:txBody>
          <a:bodyPr/>
          <a:lstStyle/>
          <a:p>
            <a:fld id="{C53E075B-3175-45CF-B3C7-FEDF3F5961E3}" type="slidenum">
              <a:rPr lang="en-US" smtClean="0"/>
              <a:pPr/>
              <a:t>49</a:t>
            </a:fld>
            <a:endParaRPr lang="en-US" dirty="0"/>
          </a:p>
        </p:txBody>
      </p:sp>
      <p:sp>
        <p:nvSpPr>
          <p:cNvPr id="5" name="Text Placeholder 4">
            <a:extLst>
              <a:ext uri="{FF2B5EF4-FFF2-40B4-BE49-F238E27FC236}">
                <a16:creationId xmlns:a16="http://schemas.microsoft.com/office/drawing/2014/main" id="{9F210633-8F7E-62A5-5DA0-0E7F5050FB3E}"/>
              </a:ext>
            </a:extLst>
          </p:cNvPr>
          <p:cNvSpPr>
            <a:spLocks noGrp="1"/>
          </p:cNvSpPr>
          <p:nvPr>
            <p:ph type="body" sz="quarter" idx="13"/>
          </p:nvPr>
        </p:nvSpPr>
        <p:spPr/>
        <p:txBody>
          <a:bodyPr/>
          <a:lstStyle/>
          <a:p>
            <a:pPr marL="0" lvl="1" indent="0">
              <a:buNone/>
            </a:pPr>
            <a:r>
              <a:rPr lang="en-US" sz="2800" dirty="0">
                <a:solidFill>
                  <a:schemeClr val="tx1">
                    <a:lumMod val="75000"/>
                    <a:lumOff val="25000"/>
                  </a:schemeClr>
                </a:solidFill>
                <a:latin typeface="Arial Rounded MT Bold" pitchFamily="34" charset="0"/>
              </a:rPr>
              <a:t>You have successfully completed</a:t>
            </a:r>
          </a:p>
          <a:p>
            <a:pPr marL="0" lvl="1" indent="0">
              <a:buNone/>
            </a:pPr>
            <a:r>
              <a:rPr lang="en-US" sz="2800" b="1" dirty="0">
                <a:solidFill>
                  <a:srgbClr val="00718F"/>
                </a:solidFill>
                <a:latin typeface="Arial" panose="020B0604020202020204" pitchFamily="34" charset="0"/>
                <a:cs typeface="Arial" panose="020B0604020202020204" pitchFamily="34" charset="0"/>
              </a:rPr>
              <a:t> Overview of Data Change Request</a:t>
            </a:r>
            <a:endParaRPr lang="en-US" dirty="0"/>
          </a:p>
        </p:txBody>
      </p:sp>
    </p:spTree>
    <p:extLst>
      <p:ext uri="{BB962C8B-B14F-4D97-AF65-F5344CB8AC3E}">
        <p14:creationId xmlns:p14="http://schemas.microsoft.com/office/powerpoint/2010/main" val="3158841849"/>
      </p:ext>
    </p:extLst>
  </p:cSld>
  <p:clrMapOvr>
    <a:masterClrMapping/>
  </p:clrMapOvr>
</p:sld>
</file>

<file path=ppt/theme/theme1.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6" ma:contentTypeDescription="Create a new document." ma:contentTypeScope="" ma:versionID="467fd860e439affda554b0e8fd63545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97a4d66715efea2c754f88516e87045d"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E26B16-591B-4D19-9A28-79D857DAB385}">
  <ds:schemaRefs>
    <ds:schemaRef ds:uri="http://schemas.microsoft.com/sharepoint/v3/contenttype/forms"/>
  </ds:schemaRefs>
</ds:datastoreItem>
</file>

<file path=customXml/itemProps2.xml><?xml version="1.0" encoding="utf-8"?>
<ds:datastoreItem xmlns:ds="http://schemas.openxmlformats.org/officeDocument/2006/customXml" ds:itemID="{F916E250-D33D-40D1-970C-79E7C523FAA6}">
  <ds:schemaRefs>
    <ds:schemaRef ds:uri="http://schemas.microsoft.com/office/2006/metadata/properties"/>
    <ds:schemaRef ds:uri="http://schemas.microsoft.com/office/infopath/2007/PartnerControls"/>
    <ds:schemaRef ds:uri="9bf2d67a-4843-4f77-8dec-dc49e79de6e2"/>
    <ds:schemaRef ds:uri="ced96c98-7ffa-4594-9ee3-7376ab79bd9a"/>
  </ds:schemaRefs>
</ds:datastoreItem>
</file>

<file path=customXml/itemProps3.xml><?xml version="1.0" encoding="utf-8"?>
<ds:datastoreItem xmlns:ds="http://schemas.openxmlformats.org/officeDocument/2006/customXml" ds:itemID="{3390E851-C8C8-404E-A22B-45A28AA61846}"/>
</file>

<file path=docProps/app.xml><?xml version="1.0" encoding="utf-8"?>
<Properties xmlns="http://schemas.openxmlformats.org/officeDocument/2006/extended-properties" xmlns:vt="http://schemas.openxmlformats.org/officeDocument/2006/docPropsVTypes">
  <Template>cognizant_ppt_template_11mar2022 (1)</Template>
  <TotalTime>2056</TotalTime>
  <Words>2997</Words>
  <Application>Microsoft Office PowerPoint</Application>
  <PresentationFormat>Widescreen</PresentationFormat>
  <Paragraphs>394</Paragraphs>
  <Slides>49</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49</vt:i4>
      </vt:variant>
    </vt:vector>
  </HeadingPairs>
  <TitlesOfParts>
    <vt:vector size="57" baseType="lpstr">
      <vt:lpstr>Arial</vt:lpstr>
      <vt:lpstr>Arial Rounded MT Bold</vt:lpstr>
      <vt:lpstr>Arial Unicode MS</vt:lpstr>
      <vt:lpstr>Calibri</vt:lpstr>
      <vt:lpstr>Cambria</vt:lpstr>
      <vt:lpstr>Wingdings</vt:lpstr>
      <vt:lpstr>Office Theme</vt:lpstr>
      <vt:lpstr>Theme2</vt:lpstr>
      <vt:lpstr>  Data Change Request  </vt:lpstr>
      <vt:lpstr>About the Author</vt:lpstr>
      <vt:lpstr>Recap…</vt:lpstr>
      <vt:lpstr>Do You Know</vt:lpstr>
      <vt:lpstr>Objectives</vt:lpstr>
      <vt:lpstr>PowerPoint Presentation</vt:lpstr>
      <vt:lpstr>Overview</vt:lpstr>
      <vt:lpstr>DCR-Types 1</vt:lpstr>
      <vt:lpstr>DCR-Types 2</vt:lpstr>
      <vt:lpstr>Data Change Request </vt:lpstr>
      <vt:lpstr>DCR-Online Process 1</vt:lpstr>
      <vt:lpstr>DCR - Online Process 2</vt:lpstr>
      <vt:lpstr>DCR - Online Process 3</vt:lpstr>
      <vt:lpstr>DCR - iPad Process 1</vt:lpstr>
      <vt:lpstr>DCR - iPad Process 2</vt:lpstr>
      <vt:lpstr>DCR - iPad Process 3</vt:lpstr>
      <vt:lpstr>DCR - iPad Process 4</vt:lpstr>
      <vt:lpstr>DCR - iPad Process 5</vt:lpstr>
      <vt:lpstr>DCR - iPad Process 6</vt:lpstr>
      <vt:lpstr>DCR - iPad Process 7</vt:lpstr>
      <vt:lpstr>DCR – Editing DCRs</vt:lpstr>
      <vt:lpstr>Data Change Request </vt:lpstr>
      <vt:lpstr>DCR Configuration 1</vt:lpstr>
      <vt:lpstr>DCR Configuration 2</vt:lpstr>
      <vt:lpstr>DCR Configuration 3</vt:lpstr>
      <vt:lpstr>DCR Configuration 4</vt:lpstr>
      <vt:lpstr>DCR Configuration 5</vt:lpstr>
      <vt:lpstr>DCR Configuration 6</vt:lpstr>
      <vt:lpstr>DCR Configuration 7</vt:lpstr>
      <vt:lpstr>DCR Configuration 8</vt:lpstr>
      <vt:lpstr>Data Change Request </vt:lpstr>
      <vt:lpstr>DCR Results 1</vt:lpstr>
      <vt:lpstr>DCR Results 2</vt:lpstr>
      <vt:lpstr>Data Change Request </vt:lpstr>
      <vt:lpstr>Data Change Request Model 1</vt:lpstr>
      <vt:lpstr>Data Change Request Model 2</vt:lpstr>
      <vt:lpstr>Data Change Request </vt:lpstr>
      <vt:lpstr>Network and DCR Settings 1</vt:lpstr>
      <vt:lpstr>Network and DCR Settings 2</vt:lpstr>
      <vt:lpstr>Network and DCR Settings 3</vt:lpstr>
      <vt:lpstr>Check Your Understanding ... 1</vt:lpstr>
      <vt:lpstr>Check Your Understanding ... 2</vt:lpstr>
      <vt:lpstr>Check Your Understanding ... 3</vt:lpstr>
      <vt:lpstr>Check Your Understanding ... 4</vt:lpstr>
      <vt:lpstr>Check Your Understanding ... 5</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
  <dc:creator>Nandi, Tuhin (Cognizant)</dc:creator>
  <cp:keywords/>
  <dc:description/>
  <cp:lastModifiedBy>Kate, Sneha (Cognizant)</cp:lastModifiedBy>
  <cp:revision>8</cp:revision>
  <dcterms:created xsi:type="dcterms:W3CDTF">2023-02-10T06:22:06Z</dcterms:created>
  <dcterms:modified xsi:type="dcterms:W3CDTF">2023-08-10T07:18:55Z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ies>
</file>