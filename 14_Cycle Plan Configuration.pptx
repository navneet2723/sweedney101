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55"/>
  </p:notesMasterIdLst>
  <p:handoutMasterIdLst>
    <p:handoutMasterId r:id="rId56"/>
  </p:handoutMasterIdLst>
  <p:sldIdLst>
    <p:sldId id="256" r:id="rId6"/>
    <p:sldId id="289" r:id="rId7"/>
    <p:sldId id="259" r:id="rId8"/>
    <p:sldId id="260" r:id="rId9"/>
    <p:sldId id="723" r:id="rId10"/>
    <p:sldId id="724" r:id="rId11"/>
    <p:sldId id="717" r:id="rId12"/>
    <p:sldId id="261" r:id="rId13"/>
    <p:sldId id="725" r:id="rId14"/>
    <p:sldId id="718" r:id="rId15"/>
    <p:sldId id="270" r:id="rId16"/>
    <p:sldId id="719" r:id="rId17"/>
    <p:sldId id="273" r:id="rId18"/>
    <p:sldId id="720" r:id="rId19"/>
    <p:sldId id="266" r:id="rId20"/>
    <p:sldId id="726" r:id="rId21"/>
    <p:sldId id="728" r:id="rId22"/>
    <p:sldId id="727" r:id="rId23"/>
    <p:sldId id="729" r:id="rId24"/>
    <p:sldId id="730" r:id="rId25"/>
    <p:sldId id="731" r:id="rId26"/>
    <p:sldId id="732" r:id="rId27"/>
    <p:sldId id="733" r:id="rId28"/>
    <p:sldId id="734" r:id="rId29"/>
    <p:sldId id="735" r:id="rId30"/>
    <p:sldId id="736" r:id="rId31"/>
    <p:sldId id="737" r:id="rId32"/>
    <p:sldId id="721" r:id="rId33"/>
    <p:sldId id="276" r:id="rId34"/>
    <p:sldId id="738" r:id="rId35"/>
    <p:sldId id="267" r:id="rId36"/>
    <p:sldId id="277" r:id="rId37"/>
    <p:sldId id="739" r:id="rId38"/>
    <p:sldId id="278" r:id="rId39"/>
    <p:sldId id="279" r:id="rId40"/>
    <p:sldId id="740" r:id="rId41"/>
    <p:sldId id="741" r:id="rId42"/>
    <p:sldId id="742" r:id="rId43"/>
    <p:sldId id="743" r:id="rId44"/>
    <p:sldId id="744" r:id="rId45"/>
    <p:sldId id="716" r:id="rId46"/>
    <p:sldId id="712" r:id="rId47"/>
    <p:sldId id="753" r:id="rId48"/>
    <p:sldId id="754" r:id="rId49"/>
    <p:sldId id="755" r:id="rId50"/>
    <p:sldId id="265" r:id="rId51"/>
    <p:sldId id="288" r:id="rId52"/>
    <p:sldId id="287" r:id="rId53"/>
    <p:sldId id="26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DB820"/>
    <a:srgbClr val="EAC71D"/>
    <a:srgbClr val="B81E2D"/>
    <a:srgbClr val="424242"/>
    <a:srgbClr val="ECECEC"/>
    <a:srgbClr val="000048"/>
    <a:srgbClr val="777777"/>
    <a:srgbClr val="E9C71D"/>
    <a:srgbClr val="2E31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20D0E3-50BC-4572-A30C-C2D0580FB715}" v="193" dt="2023-07-21T06:39:48.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6327" autoAdjust="0"/>
  </p:normalViewPr>
  <p:slideViewPr>
    <p:cSldViewPr snapToGrid="0">
      <p:cViewPr varScale="1">
        <p:scale>
          <a:sx n="40" d="100"/>
          <a:sy n="40" d="100"/>
        </p:scale>
        <p:origin x="60" y="540"/>
      </p:cViewPr>
      <p:guideLst>
        <p:guide orient="horz" pos="1584"/>
        <p:guide orient="horz" pos="3480"/>
        <p:guide orient="horz" pos="1968"/>
        <p:guide pos="3840"/>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64"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commentAuthors" Target="commen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Sneha (Cognizant)" userId="62ca8c89-7698-4ba4-86c5-ae883b79a337" providerId="ADAL" clId="{B920D0E3-50BC-4572-A30C-C2D0580FB715}"/>
    <pc:docChg chg="undo custSel addSld delSld modSld sldOrd">
      <pc:chgData name="Kate, Sneha (Cognizant)" userId="62ca8c89-7698-4ba4-86c5-ae883b79a337" providerId="ADAL" clId="{B920D0E3-50BC-4572-A30C-C2D0580FB715}" dt="2023-07-21T06:40:12.972" v="2897" actId="2696"/>
      <pc:docMkLst>
        <pc:docMk/>
      </pc:docMkLst>
      <pc:sldChg chg="modSp add del mod">
        <pc:chgData name="Kate, Sneha (Cognizant)" userId="62ca8c89-7698-4ba4-86c5-ae883b79a337" providerId="ADAL" clId="{B920D0E3-50BC-4572-A30C-C2D0580FB715}" dt="2023-07-20T12:13:18.996" v="1059" actId="47"/>
        <pc:sldMkLst>
          <pc:docMk/>
          <pc:sldMk cId="2682367817" sldId="256"/>
        </pc:sldMkLst>
        <pc:spChg chg="mod">
          <ac:chgData name="Kate, Sneha (Cognizant)" userId="62ca8c89-7698-4ba4-86c5-ae883b79a337" providerId="ADAL" clId="{B920D0E3-50BC-4572-A30C-C2D0580FB715}" dt="2023-07-20T11:25:15.804" v="706" actId="14100"/>
          <ac:spMkLst>
            <pc:docMk/>
            <pc:sldMk cId="2682367817" sldId="256"/>
            <ac:spMk id="2" creationId="{6DD6D1A9-B0C5-D73A-BAE7-E3FCBDA3F0BA}"/>
          </ac:spMkLst>
        </pc:spChg>
        <pc:spChg chg="mod">
          <ac:chgData name="Kate, Sneha (Cognizant)" userId="62ca8c89-7698-4ba4-86c5-ae883b79a337" providerId="ADAL" clId="{B920D0E3-50BC-4572-A30C-C2D0580FB715}" dt="2023-07-20T10:52:14.680" v="53" actId="5793"/>
          <ac:spMkLst>
            <pc:docMk/>
            <pc:sldMk cId="2682367817" sldId="256"/>
            <ac:spMk id="3" creationId="{C7276DC3-F326-F107-FC8E-C78A1B588DB8}"/>
          </ac:spMkLst>
        </pc:spChg>
        <pc:spChg chg="mod">
          <ac:chgData name="Kate, Sneha (Cognizant)" userId="62ca8c89-7698-4ba4-86c5-ae883b79a337" providerId="ADAL" clId="{B920D0E3-50BC-4572-A30C-C2D0580FB715}" dt="2023-07-20T10:52:27.680" v="63" actId="20577"/>
          <ac:spMkLst>
            <pc:docMk/>
            <pc:sldMk cId="2682367817" sldId="256"/>
            <ac:spMk id="5" creationId="{950E133F-E69D-1B0A-B204-ED8872B1C093}"/>
          </ac:spMkLst>
        </pc:spChg>
      </pc:sldChg>
      <pc:sldChg chg="modSp mod">
        <pc:chgData name="Kate, Sneha (Cognizant)" userId="62ca8c89-7698-4ba4-86c5-ae883b79a337" providerId="ADAL" clId="{B920D0E3-50BC-4572-A30C-C2D0580FB715}" dt="2023-07-20T10:55:11.126" v="92" actId="5793"/>
        <pc:sldMkLst>
          <pc:docMk/>
          <pc:sldMk cId="1879160448" sldId="259"/>
        </pc:sldMkLst>
        <pc:spChg chg="mod">
          <ac:chgData name="Kate, Sneha (Cognizant)" userId="62ca8c89-7698-4ba4-86c5-ae883b79a337" providerId="ADAL" clId="{B920D0E3-50BC-4572-A30C-C2D0580FB715}" dt="2023-07-20T10:54:43.272" v="74"/>
          <ac:spMkLst>
            <pc:docMk/>
            <pc:sldMk cId="1879160448" sldId="259"/>
            <ac:spMk id="2" creationId="{E5A63820-092F-35E6-E8BF-2B62EEE21138}"/>
          </ac:spMkLst>
        </pc:spChg>
        <pc:spChg chg="mod">
          <ac:chgData name="Kate, Sneha (Cognizant)" userId="62ca8c89-7698-4ba4-86c5-ae883b79a337" providerId="ADAL" clId="{B920D0E3-50BC-4572-A30C-C2D0580FB715}" dt="2023-07-20T10:55:11.126" v="92" actId="5793"/>
          <ac:spMkLst>
            <pc:docMk/>
            <pc:sldMk cId="1879160448" sldId="259"/>
            <ac:spMk id="3" creationId="{698B3586-83C2-3951-7A86-9A7AC0F0310F}"/>
          </ac:spMkLst>
        </pc:spChg>
      </pc:sldChg>
      <pc:sldChg chg="addSp modSp mod">
        <pc:chgData name="Kate, Sneha (Cognizant)" userId="62ca8c89-7698-4ba4-86c5-ae883b79a337" providerId="ADAL" clId="{B920D0E3-50BC-4572-A30C-C2D0580FB715}" dt="2023-07-20T10:56:09.134" v="122" actId="1076"/>
        <pc:sldMkLst>
          <pc:docMk/>
          <pc:sldMk cId="3005906201" sldId="260"/>
        </pc:sldMkLst>
        <pc:spChg chg="mod">
          <ac:chgData name="Kate, Sneha (Cognizant)" userId="62ca8c89-7698-4ba4-86c5-ae883b79a337" providerId="ADAL" clId="{B920D0E3-50BC-4572-A30C-C2D0580FB715}" dt="2023-07-20T10:55:58.330" v="118" actId="14100"/>
          <ac:spMkLst>
            <pc:docMk/>
            <pc:sldMk cId="3005906201" sldId="260"/>
            <ac:spMk id="2" creationId="{C4B7A633-33F1-43A7-05B1-ABCE3F2FD3C2}"/>
          </ac:spMkLst>
        </pc:spChg>
        <pc:spChg chg="mod">
          <ac:chgData name="Kate, Sneha (Cognizant)" userId="62ca8c89-7698-4ba4-86c5-ae883b79a337" providerId="ADAL" clId="{B920D0E3-50BC-4572-A30C-C2D0580FB715}" dt="2023-07-20T10:55:28.763" v="113" actId="20577"/>
          <ac:spMkLst>
            <pc:docMk/>
            <pc:sldMk cId="3005906201" sldId="260"/>
            <ac:spMk id="3" creationId="{DC2DC814-4F78-F1E8-7410-932E50715871}"/>
          </ac:spMkLst>
        </pc:spChg>
        <pc:picChg chg="add mod">
          <ac:chgData name="Kate, Sneha (Cognizant)" userId="62ca8c89-7698-4ba4-86c5-ae883b79a337" providerId="ADAL" clId="{B920D0E3-50BC-4572-A30C-C2D0580FB715}" dt="2023-07-20T10:56:09.134" v="122" actId="1076"/>
          <ac:picMkLst>
            <pc:docMk/>
            <pc:sldMk cId="3005906201" sldId="260"/>
            <ac:picMk id="6" creationId="{B3D16588-795B-937B-A337-67C1C81FC2EB}"/>
          </ac:picMkLst>
        </pc:picChg>
      </pc:sldChg>
      <pc:sldChg chg="delSp modSp mod">
        <pc:chgData name="Kate, Sneha (Cognizant)" userId="62ca8c89-7698-4ba4-86c5-ae883b79a337" providerId="ADAL" clId="{B920D0E3-50BC-4572-A30C-C2D0580FB715}" dt="2023-07-20T11:09:18.489" v="311" actId="14100"/>
        <pc:sldMkLst>
          <pc:docMk/>
          <pc:sldMk cId="2236367607" sldId="261"/>
        </pc:sldMkLst>
        <pc:spChg chg="mod">
          <ac:chgData name="Kate, Sneha (Cognizant)" userId="62ca8c89-7698-4ba4-86c5-ae883b79a337" providerId="ADAL" clId="{B920D0E3-50BC-4572-A30C-C2D0580FB715}" dt="2023-07-20T11:09:18.489" v="311" actId="14100"/>
          <ac:spMkLst>
            <pc:docMk/>
            <pc:sldMk cId="2236367607" sldId="261"/>
            <ac:spMk id="2" creationId="{00565AA0-9D26-01E4-3E5C-A7CD5FA39082}"/>
          </ac:spMkLst>
        </pc:spChg>
        <pc:spChg chg="mod">
          <ac:chgData name="Kate, Sneha (Cognizant)" userId="62ca8c89-7698-4ba4-86c5-ae883b79a337" providerId="ADAL" clId="{B920D0E3-50BC-4572-A30C-C2D0580FB715}" dt="2023-07-20T11:05:51.820" v="273" actId="14100"/>
          <ac:spMkLst>
            <pc:docMk/>
            <pc:sldMk cId="2236367607" sldId="261"/>
            <ac:spMk id="3" creationId="{F407570A-35E0-C689-8D89-981372F5A85F}"/>
          </ac:spMkLst>
        </pc:spChg>
        <pc:picChg chg="del mod">
          <ac:chgData name="Kate, Sneha (Cognizant)" userId="62ca8c89-7698-4ba4-86c5-ae883b79a337" providerId="ADAL" clId="{B920D0E3-50BC-4572-A30C-C2D0580FB715}" dt="2023-07-20T11:04:39.953" v="264" actId="478"/>
          <ac:picMkLst>
            <pc:docMk/>
            <pc:sldMk cId="2236367607" sldId="261"/>
            <ac:picMk id="6" creationId="{6A309FD2-EBBA-834F-CC6A-5592C30E3AB0}"/>
          </ac:picMkLst>
        </pc:picChg>
      </pc:sldChg>
      <pc:sldChg chg="modSp mod ord">
        <pc:chgData name="Kate, Sneha (Cognizant)" userId="62ca8c89-7698-4ba4-86c5-ae883b79a337" providerId="ADAL" clId="{B920D0E3-50BC-4572-A30C-C2D0580FB715}" dt="2023-07-21T06:37:45.046" v="2843" actId="1076"/>
        <pc:sldMkLst>
          <pc:docMk/>
          <pc:sldMk cId="3090349151" sldId="265"/>
        </pc:sldMkLst>
        <pc:spChg chg="mod">
          <ac:chgData name="Kate, Sneha (Cognizant)" userId="62ca8c89-7698-4ba4-86c5-ae883b79a337" providerId="ADAL" clId="{B920D0E3-50BC-4572-A30C-C2D0580FB715}" dt="2023-07-21T06:37:32.104" v="2840" actId="255"/>
          <ac:spMkLst>
            <pc:docMk/>
            <pc:sldMk cId="3090349151" sldId="265"/>
            <ac:spMk id="5" creationId="{3325E288-3DD0-3289-1B46-700F55FF4848}"/>
          </ac:spMkLst>
        </pc:spChg>
        <pc:picChg chg="mod">
          <ac:chgData name="Kate, Sneha (Cognizant)" userId="62ca8c89-7698-4ba4-86c5-ae883b79a337" providerId="ADAL" clId="{B920D0E3-50BC-4572-A30C-C2D0580FB715}" dt="2023-07-21T06:37:45.046" v="2843" actId="1076"/>
          <ac:picMkLst>
            <pc:docMk/>
            <pc:sldMk cId="3090349151" sldId="265"/>
            <ac:picMk id="6" creationId="{720B3D16-4F58-A86E-B2F4-AEA0328A9EC7}"/>
          </ac:picMkLst>
        </pc:picChg>
      </pc:sldChg>
      <pc:sldChg chg="delSp modSp mod">
        <pc:chgData name="Kate, Sneha (Cognizant)" userId="62ca8c89-7698-4ba4-86c5-ae883b79a337" providerId="ADAL" clId="{B920D0E3-50BC-4572-A30C-C2D0580FB715}" dt="2023-07-20T11:50:28.411" v="841" actId="20577"/>
        <pc:sldMkLst>
          <pc:docMk/>
          <pc:sldMk cId="1779795695" sldId="266"/>
        </pc:sldMkLst>
        <pc:spChg chg="mod">
          <ac:chgData name="Kate, Sneha (Cognizant)" userId="62ca8c89-7698-4ba4-86c5-ae883b79a337" providerId="ADAL" clId="{B920D0E3-50BC-4572-A30C-C2D0580FB715}" dt="2023-07-20T11:49:12.935" v="774" actId="20577"/>
          <ac:spMkLst>
            <pc:docMk/>
            <pc:sldMk cId="1779795695" sldId="266"/>
            <ac:spMk id="5" creationId="{7A8B3838-7BD6-DD5F-D50B-A9433F6534F7}"/>
          </ac:spMkLst>
        </pc:spChg>
        <pc:spChg chg="mod">
          <ac:chgData name="Kate, Sneha (Cognizant)" userId="62ca8c89-7698-4ba4-86c5-ae883b79a337" providerId="ADAL" clId="{B920D0E3-50BC-4572-A30C-C2D0580FB715}" dt="2023-07-20T11:50:28.411" v="841" actId="20577"/>
          <ac:spMkLst>
            <pc:docMk/>
            <pc:sldMk cId="1779795695" sldId="266"/>
            <ac:spMk id="20" creationId="{4C621679-D8D6-6A92-123F-0B378A52F909}"/>
          </ac:spMkLst>
        </pc:spChg>
        <pc:spChg chg="mod">
          <ac:chgData name="Kate, Sneha (Cognizant)" userId="62ca8c89-7698-4ba4-86c5-ae883b79a337" providerId="ADAL" clId="{B920D0E3-50BC-4572-A30C-C2D0580FB715}" dt="2023-07-20T11:49:33.643" v="825"/>
          <ac:spMkLst>
            <pc:docMk/>
            <pc:sldMk cId="1779795695" sldId="266"/>
            <ac:spMk id="30" creationId="{56E125A6-EB07-C076-5CC7-90EEB19AD883}"/>
          </ac:spMkLst>
        </pc:spChg>
        <pc:grpChg chg="del">
          <ac:chgData name="Kate, Sneha (Cognizant)" userId="62ca8c89-7698-4ba4-86c5-ae883b79a337" providerId="ADAL" clId="{B920D0E3-50BC-4572-A30C-C2D0580FB715}" dt="2023-07-20T11:49:39.655" v="826" actId="478"/>
          <ac:grpSpMkLst>
            <pc:docMk/>
            <pc:sldMk cId="1779795695" sldId="266"/>
            <ac:grpSpMk id="21" creationId="{4FDF0193-91F7-4614-1D29-893953EBF6A0}"/>
          </ac:grpSpMkLst>
        </pc:grpChg>
        <pc:grpChg chg="del">
          <ac:chgData name="Kate, Sneha (Cognizant)" userId="62ca8c89-7698-4ba4-86c5-ae883b79a337" providerId="ADAL" clId="{B920D0E3-50BC-4572-A30C-C2D0580FB715}" dt="2023-07-20T11:49:41.493" v="827" actId="478"/>
          <ac:grpSpMkLst>
            <pc:docMk/>
            <pc:sldMk cId="1779795695" sldId="266"/>
            <ac:grpSpMk id="24" creationId="{43DF3F73-5292-6BE0-9C8F-127BC8505B9C}"/>
          </ac:grpSpMkLst>
        </pc:grpChg>
        <pc:grpChg chg="del">
          <ac:chgData name="Kate, Sneha (Cognizant)" userId="62ca8c89-7698-4ba4-86c5-ae883b79a337" providerId="ADAL" clId="{B920D0E3-50BC-4572-A30C-C2D0580FB715}" dt="2023-07-20T11:49:43.315" v="828" actId="478"/>
          <ac:grpSpMkLst>
            <pc:docMk/>
            <pc:sldMk cId="1779795695" sldId="266"/>
            <ac:grpSpMk id="27" creationId="{BA201487-15EC-4EE8-29E1-85515A321C45}"/>
          </ac:grpSpMkLst>
        </pc:grpChg>
      </pc:sldChg>
      <pc:sldChg chg="modSp mod">
        <pc:chgData name="Kate, Sneha (Cognizant)" userId="62ca8c89-7698-4ba4-86c5-ae883b79a337" providerId="ADAL" clId="{B920D0E3-50BC-4572-A30C-C2D0580FB715}" dt="2023-07-20T12:44:27.177" v="1795" actId="14100"/>
        <pc:sldMkLst>
          <pc:docMk/>
          <pc:sldMk cId="1255605990" sldId="267"/>
        </pc:sldMkLst>
        <pc:spChg chg="mod">
          <ac:chgData name="Kate, Sneha (Cognizant)" userId="62ca8c89-7698-4ba4-86c5-ae883b79a337" providerId="ADAL" clId="{B920D0E3-50BC-4572-A30C-C2D0580FB715}" dt="2023-07-20T12:44:07.032" v="1793" actId="14100"/>
          <ac:spMkLst>
            <pc:docMk/>
            <pc:sldMk cId="1255605990" sldId="267"/>
            <ac:spMk id="5" creationId="{7A8B3838-7BD6-DD5F-D50B-A9433F6534F7}"/>
          </ac:spMkLst>
        </pc:spChg>
        <pc:spChg chg="mod">
          <ac:chgData name="Kate, Sneha (Cognizant)" userId="62ca8c89-7698-4ba4-86c5-ae883b79a337" providerId="ADAL" clId="{B920D0E3-50BC-4572-A30C-C2D0580FB715}" dt="2023-07-20T12:44:27.177" v="1795" actId="14100"/>
          <ac:spMkLst>
            <pc:docMk/>
            <pc:sldMk cId="1255605990" sldId="267"/>
            <ac:spMk id="6" creationId="{181BFC26-F14C-7ED6-47CB-ED3923B4B7B6}"/>
          </ac:spMkLst>
        </pc:spChg>
      </pc:sldChg>
      <pc:sldChg chg="modSp mod">
        <pc:chgData name="Kate, Sneha (Cognizant)" userId="62ca8c89-7698-4ba4-86c5-ae883b79a337" providerId="ADAL" clId="{B920D0E3-50BC-4572-A30C-C2D0580FB715}" dt="2023-07-21T06:36:26.363" v="2833" actId="20577"/>
        <pc:sldMkLst>
          <pc:docMk/>
          <pc:sldMk cId="3158841849" sldId="268"/>
        </pc:sldMkLst>
        <pc:spChg chg="mod">
          <ac:chgData name="Kate, Sneha (Cognizant)" userId="62ca8c89-7698-4ba4-86c5-ae883b79a337" providerId="ADAL" clId="{B920D0E3-50BC-4572-A30C-C2D0580FB715}" dt="2023-07-21T06:36:26.363" v="2833" actId="20577"/>
          <ac:spMkLst>
            <pc:docMk/>
            <pc:sldMk cId="3158841849" sldId="268"/>
            <ac:spMk id="5" creationId="{9F210633-8F7E-62A5-5DA0-0E7F5050FB3E}"/>
          </ac:spMkLst>
        </pc:spChg>
      </pc:sldChg>
      <pc:sldChg chg="addSp delSp modSp mod">
        <pc:chgData name="Kate, Sneha (Cognizant)" userId="62ca8c89-7698-4ba4-86c5-ae883b79a337" providerId="ADAL" clId="{B920D0E3-50BC-4572-A30C-C2D0580FB715}" dt="2023-07-20T11:17:02.064" v="481"/>
        <pc:sldMkLst>
          <pc:docMk/>
          <pc:sldMk cId="3427747904" sldId="270"/>
        </pc:sldMkLst>
        <pc:spChg chg="del mod">
          <ac:chgData name="Kate, Sneha (Cognizant)" userId="62ca8c89-7698-4ba4-86c5-ae883b79a337" providerId="ADAL" clId="{B920D0E3-50BC-4572-A30C-C2D0580FB715}" dt="2023-07-20T11:13:49.411" v="445"/>
          <ac:spMkLst>
            <pc:docMk/>
            <pc:sldMk cId="3427747904" sldId="270"/>
            <ac:spMk id="2" creationId="{00565AA0-9D26-01E4-3E5C-A7CD5FA39082}"/>
          </ac:spMkLst>
        </pc:spChg>
        <pc:spChg chg="mod">
          <ac:chgData name="Kate, Sneha (Cognizant)" userId="62ca8c89-7698-4ba4-86c5-ae883b79a337" providerId="ADAL" clId="{B920D0E3-50BC-4572-A30C-C2D0580FB715}" dt="2023-07-20T11:14:12.298" v="449" actId="14100"/>
          <ac:spMkLst>
            <pc:docMk/>
            <pc:sldMk cId="3427747904" sldId="270"/>
            <ac:spMk id="3" creationId="{F407570A-35E0-C689-8D89-981372F5A85F}"/>
          </ac:spMkLst>
        </pc:spChg>
        <pc:graphicFrameChg chg="add mod">
          <ac:chgData name="Kate, Sneha (Cognizant)" userId="62ca8c89-7698-4ba4-86c5-ae883b79a337" providerId="ADAL" clId="{B920D0E3-50BC-4572-A30C-C2D0580FB715}" dt="2023-07-20T11:16:52.970" v="478" actId="14100"/>
          <ac:graphicFrameMkLst>
            <pc:docMk/>
            <pc:sldMk cId="3427747904" sldId="270"/>
            <ac:graphicFrameMk id="6" creationId="{EA9B55F3-D1F5-899A-5B73-F60179FD9944}"/>
          </ac:graphicFrameMkLst>
        </pc:graphicFrameChg>
        <pc:graphicFrameChg chg="add del mod">
          <ac:chgData name="Kate, Sneha (Cognizant)" userId="62ca8c89-7698-4ba4-86c5-ae883b79a337" providerId="ADAL" clId="{B920D0E3-50BC-4572-A30C-C2D0580FB715}" dt="2023-07-20T11:14:30.065" v="456"/>
          <ac:graphicFrameMkLst>
            <pc:docMk/>
            <pc:sldMk cId="3427747904" sldId="270"/>
            <ac:graphicFrameMk id="8" creationId="{E78995DF-A140-28B8-98B3-F223D566255A}"/>
          </ac:graphicFrameMkLst>
        </pc:graphicFrameChg>
        <pc:graphicFrameChg chg="add mod">
          <ac:chgData name="Kate, Sneha (Cognizant)" userId="62ca8c89-7698-4ba4-86c5-ae883b79a337" providerId="ADAL" clId="{B920D0E3-50BC-4572-A30C-C2D0580FB715}" dt="2023-07-20T11:17:02.064" v="481"/>
          <ac:graphicFrameMkLst>
            <pc:docMk/>
            <pc:sldMk cId="3427747904" sldId="270"/>
            <ac:graphicFrameMk id="9" creationId="{54346EB6-F1D6-B0AC-7FC4-0B2635C8902B}"/>
          </ac:graphicFrameMkLst>
        </pc:graphicFrameChg>
        <pc:picChg chg="del">
          <ac:chgData name="Kate, Sneha (Cognizant)" userId="62ca8c89-7698-4ba4-86c5-ae883b79a337" providerId="ADAL" clId="{B920D0E3-50BC-4572-A30C-C2D0580FB715}" dt="2023-07-20T11:11:12.884" v="388" actId="478"/>
          <ac:picMkLst>
            <pc:docMk/>
            <pc:sldMk cId="3427747904" sldId="270"/>
            <ac:picMk id="7" creationId="{C55B283E-B912-7AFE-8745-38EA1D0A343F}"/>
          </ac:picMkLst>
        </pc:picChg>
      </pc:sldChg>
      <pc:sldChg chg="addSp delSp modSp mod">
        <pc:chgData name="Kate, Sneha (Cognizant)" userId="62ca8c89-7698-4ba4-86c5-ae883b79a337" providerId="ADAL" clId="{B920D0E3-50BC-4572-A30C-C2D0580FB715}" dt="2023-07-20T11:19:44.440" v="591" actId="20577"/>
        <pc:sldMkLst>
          <pc:docMk/>
          <pc:sldMk cId="384398374" sldId="273"/>
        </pc:sldMkLst>
        <pc:spChg chg="mod">
          <ac:chgData name="Kate, Sneha (Cognizant)" userId="62ca8c89-7698-4ba4-86c5-ae883b79a337" providerId="ADAL" clId="{B920D0E3-50BC-4572-A30C-C2D0580FB715}" dt="2023-07-20T11:19:44.440" v="591" actId="20577"/>
          <ac:spMkLst>
            <pc:docMk/>
            <pc:sldMk cId="384398374" sldId="273"/>
            <ac:spMk id="3" creationId="{F407570A-35E0-C689-8D89-981372F5A85F}"/>
          </ac:spMkLst>
        </pc:spChg>
        <pc:graphicFrameChg chg="del mod modGraphic">
          <ac:chgData name="Kate, Sneha (Cognizant)" userId="62ca8c89-7698-4ba4-86c5-ae883b79a337" providerId="ADAL" clId="{B920D0E3-50BC-4572-A30C-C2D0580FB715}" dt="2023-07-20T11:19:24.924" v="566" actId="478"/>
          <ac:graphicFrameMkLst>
            <pc:docMk/>
            <pc:sldMk cId="384398374" sldId="273"/>
            <ac:graphicFrameMk id="6" creationId="{AFA237D3-5B55-1C7F-1EEE-3ACB87144D63}"/>
          </ac:graphicFrameMkLst>
        </pc:graphicFrameChg>
        <pc:picChg chg="add mod">
          <ac:chgData name="Kate, Sneha (Cognizant)" userId="62ca8c89-7698-4ba4-86c5-ae883b79a337" providerId="ADAL" clId="{B920D0E3-50BC-4572-A30C-C2D0580FB715}" dt="2023-07-20T11:19:27.913" v="568" actId="1076"/>
          <ac:picMkLst>
            <pc:docMk/>
            <pc:sldMk cId="384398374" sldId="273"/>
            <ac:picMk id="2" creationId="{23CB2193-C9B6-8230-3447-10109FE62678}"/>
          </ac:picMkLst>
        </pc:picChg>
      </pc:sldChg>
      <pc:sldChg chg="addSp delSp modSp mod">
        <pc:chgData name="Kate, Sneha (Cognizant)" userId="62ca8c89-7698-4ba4-86c5-ae883b79a337" providerId="ADAL" clId="{B920D0E3-50BC-4572-A30C-C2D0580FB715}" dt="2023-07-20T12:34:21.126" v="1604" actId="12"/>
        <pc:sldMkLst>
          <pc:docMk/>
          <pc:sldMk cId="2245440374" sldId="276"/>
        </pc:sldMkLst>
        <pc:spChg chg="mod">
          <ac:chgData name="Kate, Sneha (Cognizant)" userId="62ca8c89-7698-4ba4-86c5-ae883b79a337" providerId="ADAL" clId="{B920D0E3-50BC-4572-A30C-C2D0580FB715}" dt="2023-07-20T12:34:21.126" v="1604" actId="12"/>
          <ac:spMkLst>
            <pc:docMk/>
            <pc:sldMk cId="2245440374" sldId="276"/>
            <ac:spMk id="4" creationId="{E70B7BF2-667A-CCD4-DE4D-818A2635E561}"/>
          </ac:spMkLst>
        </pc:spChg>
        <pc:spChg chg="mod">
          <ac:chgData name="Kate, Sneha (Cognizant)" userId="62ca8c89-7698-4ba4-86c5-ae883b79a337" providerId="ADAL" clId="{B920D0E3-50BC-4572-A30C-C2D0580FB715}" dt="2023-07-20T12:31:42.287" v="1577" actId="20577"/>
          <ac:spMkLst>
            <pc:docMk/>
            <pc:sldMk cId="2245440374" sldId="276"/>
            <ac:spMk id="5" creationId="{7A8B3838-7BD6-DD5F-D50B-A9433F6534F7}"/>
          </ac:spMkLst>
        </pc:spChg>
        <pc:spChg chg="del mod">
          <ac:chgData name="Kate, Sneha (Cognizant)" userId="62ca8c89-7698-4ba4-86c5-ae883b79a337" providerId="ADAL" clId="{B920D0E3-50BC-4572-A30C-C2D0580FB715}" dt="2023-07-20T12:31:54.193" v="1582" actId="478"/>
          <ac:spMkLst>
            <pc:docMk/>
            <pc:sldMk cId="2245440374" sldId="276"/>
            <ac:spMk id="7" creationId="{D33F0EDF-48F5-549F-65C3-CD98A69CA7B3}"/>
          </ac:spMkLst>
        </pc:spChg>
        <pc:spChg chg="del mod">
          <ac:chgData name="Kate, Sneha (Cognizant)" userId="62ca8c89-7698-4ba4-86c5-ae883b79a337" providerId="ADAL" clId="{B920D0E3-50BC-4572-A30C-C2D0580FB715}" dt="2023-07-20T12:31:58.111" v="1584" actId="478"/>
          <ac:spMkLst>
            <pc:docMk/>
            <pc:sldMk cId="2245440374" sldId="276"/>
            <ac:spMk id="8" creationId="{051C3F7F-433F-4284-35F5-EEA503BB4802}"/>
          </ac:spMkLst>
        </pc:spChg>
        <pc:spChg chg="del mod">
          <ac:chgData name="Kate, Sneha (Cognizant)" userId="62ca8c89-7698-4ba4-86c5-ae883b79a337" providerId="ADAL" clId="{B920D0E3-50BC-4572-A30C-C2D0580FB715}" dt="2023-07-20T12:32:00.681" v="1586" actId="478"/>
          <ac:spMkLst>
            <pc:docMk/>
            <pc:sldMk cId="2245440374" sldId="276"/>
            <ac:spMk id="9" creationId="{57F85C86-CFC5-3384-4C2E-F8443863C750}"/>
          </ac:spMkLst>
        </pc:spChg>
        <pc:spChg chg="add del">
          <ac:chgData name="Kate, Sneha (Cognizant)" userId="62ca8c89-7698-4ba4-86c5-ae883b79a337" providerId="ADAL" clId="{B920D0E3-50BC-4572-A30C-C2D0580FB715}" dt="2023-07-20T12:32:58.126" v="1594" actId="22"/>
          <ac:spMkLst>
            <pc:docMk/>
            <pc:sldMk cId="2245440374" sldId="276"/>
            <ac:spMk id="13" creationId="{10954BEE-14E8-B8E0-2071-43F8634531FC}"/>
          </ac:spMkLst>
        </pc:spChg>
        <pc:graphicFrameChg chg="add mod">
          <ac:chgData name="Kate, Sneha (Cognizant)" userId="62ca8c89-7698-4ba4-86c5-ae883b79a337" providerId="ADAL" clId="{B920D0E3-50BC-4572-A30C-C2D0580FB715}" dt="2023-07-20T12:32:44.799" v="1592" actId="1076"/>
          <ac:graphicFrameMkLst>
            <pc:docMk/>
            <pc:sldMk cId="2245440374" sldId="276"/>
            <ac:graphicFrameMk id="11" creationId="{3F861AD7-EC67-19CF-55B4-17A6785C280A}"/>
          </ac:graphicFrameMkLst>
        </pc:graphicFrameChg>
        <pc:picChg chg="add del mod">
          <ac:chgData name="Kate, Sneha (Cognizant)" userId="62ca8c89-7698-4ba4-86c5-ae883b79a337" providerId="ADAL" clId="{B920D0E3-50BC-4572-A30C-C2D0580FB715}" dt="2023-07-20T12:32:10.557" v="1588" actId="478"/>
          <ac:picMkLst>
            <pc:docMk/>
            <pc:sldMk cId="2245440374" sldId="276"/>
            <ac:picMk id="6" creationId="{0D316AF8-5EC1-F2FA-0CE3-08DC4068417A}"/>
          </ac:picMkLst>
        </pc:picChg>
        <pc:picChg chg="add del mod">
          <ac:chgData name="Kate, Sneha (Cognizant)" userId="62ca8c89-7698-4ba4-86c5-ae883b79a337" providerId="ADAL" clId="{B920D0E3-50BC-4572-A30C-C2D0580FB715}" dt="2023-07-20T12:32:20.888" v="1590" actId="478"/>
          <ac:picMkLst>
            <pc:docMk/>
            <pc:sldMk cId="2245440374" sldId="276"/>
            <ac:picMk id="10" creationId="{1C18E613-C10D-64B3-8735-EF17893E56DE}"/>
          </ac:picMkLst>
        </pc:picChg>
      </pc:sldChg>
      <pc:sldChg chg="delSp modSp mod">
        <pc:chgData name="Kate, Sneha (Cognizant)" userId="62ca8c89-7698-4ba4-86c5-ae883b79a337" providerId="ADAL" clId="{B920D0E3-50BC-4572-A30C-C2D0580FB715}" dt="2023-07-20T12:48:07.124" v="1838" actId="14100"/>
        <pc:sldMkLst>
          <pc:docMk/>
          <pc:sldMk cId="1198700657" sldId="277"/>
        </pc:sldMkLst>
        <pc:spChg chg="mod">
          <ac:chgData name="Kate, Sneha (Cognizant)" userId="62ca8c89-7698-4ba4-86c5-ae883b79a337" providerId="ADAL" clId="{B920D0E3-50BC-4572-A30C-C2D0580FB715}" dt="2023-07-20T12:47:14.566" v="1829" actId="20577"/>
          <ac:spMkLst>
            <pc:docMk/>
            <pc:sldMk cId="1198700657" sldId="277"/>
            <ac:spMk id="5" creationId="{7A8B3838-7BD6-DD5F-D50B-A9433F6534F7}"/>
          </ac:spMkLst>
        </pc:spChg>
        <pc:spChg chg="mod">
          <ac:chgData name="Kate, Sneha (Cognizant)" userId="62ca8c89-7698-4ba4-86c5-ae883b79a337" providerId="ADAL" clId="{B920D0E3-50BC-4572-A30C-C2D0580FB715}" dt="2023-07-20T12:48:07.124" v="1838" actId="14100"/>
          <ac:spMkLst>
            <pc:docMk/>
            <pc:sldMk cId="1198700657" sldId="277"/>
            <ac:spMk id="6" creationId="{181BFC26-F14C-7ED6-47CB-ED3923B4B7B6}"/>
          </ac:spMkLst>
        </pc:spChg>
        <pc:picChg chg="del">
          <ac:chgData name="Kate, Sneha (Cognizant)" userId="62ca8c89-7698-4ba4-86c5-ae883b79a337" providerId="ADAL" clId="{B920D0E3-50BC-4572-A30C-C2D0580FB715}" dt="2023-07-20T12:46:51.253" v="1798" actId="478"/>
          <ac:picMkLst>
            <pc:docMk/>
            <pc:sldMk cId="1198700657" sldId="277"/>
            <ac:picMk id="8" creationId="{82A05B3B-6F3C-9B85-F141-53477CEC6269}"/>
          </ac:picMkLst>
        </pc:picChg>
        <pc:picChg chg="del">
          <ac:chgData name="Kate, Sneha (Cognizant)" userId="62ca8c89-7698-4ba4-86c5-ae883b79a337" providerId="ADAL" clId="{B920D0E3-50BC-4572-A30C-C2D0580FB715}" dt="2023-07-20T12:46:45.809" v="1796" actId="478"/>
          <ac:picMkLst>
            <pc:docMk/>
            <pc:sldMk cId="1198700657" sldId="277"/>
            <ac:picMk id="9" creationId="{219A4554-FE7F-3B5E-B996-969C6F5F76BD}"/>
          </ac:picMkLst>
        </pc:picChg>
        <pc:cxnChg chg="del">
          <ac:chgData name="Kate, Sneha (Cognizant)" userId="62ca8c89-7698-4ba4-86c5-ae883b79a337" providerId="ADAL" clId="{B920D0E3-50BC-4572-A30C-C2D0580FB715}" dt="2023-07-20T12:46:49.663" v="1797" actId="478"/>
          <ac:cxnSpMkLst>
            <pc:docMk/>
            <pc:sldMk cId="1198700657" sldId="277"/>
            <ac:cxnSpMk id="10" creationId="{6422BEDA-114D-C2D3-1406-B6017E1C1631}"/>
          </ac:cxnSpMkLst>
        </pc:cxnChg>
      </pc:sldChg>
      <pc:sldChg chg="addSp delSp modSp mod">
        <pc:chgData name="Kate, Sneha (Cognizant)" userId="62ca8c89-7698-4ba4-86c5-ae883b79a337" providerId="ADAL" clId="{B920D0E3-50BC-4572-A30C-C2D0580FB715}" dt="2023-07-20T12:52:34.453" v="1969" actId="14100"/>
        <pc:sldMkLst>
          <pc:docMk/>
          <pc:sldMk cId="3356987430" sldId="278"/>
        </pc:sldMkLst>
        <pc:spChg chg="mod">
          <ac:chgData name="Kate, Sneha (Cognizant)" userId="62ca8c89-7698-4ba4-86c5-ae883b79a337" providerId="ADAL" clId="{B920D0E3-50BC-4572-A30C-C2D0580FB715}" dt="2023-07-20T12:51:57.095" v="1963" actId="14100"/>
          <ac:spMkLst>
            <pc:docMk/>
            <pc:sldMk cId="3356987430" sldId="278"/>
            <ac:spMk id="5" creationId="{7A8B3838-7BD6-DD5F-D50B-A9433F6534F7}"/>
          </ac:spMkLst>
        </pc:spChg>
        <pc:spChg chg="mod">
          <ac:chgData name="Kate, Sneha (Cognizant)" userId="62ca8c89-7698-4ba4-86c5-ae883b79a337" providerId="ADAL" clId="{B920D0E3-50BC-4572-A30C-C2D0580FB715}" dt="2023-07-20T12:52:09.314" v="1964" actId="14100"/>
          <ac:spMkLst>
            <pc:docMk/>
            <pc:sldMk cId="3356987430" sldId="278"/>
            <ac:spMk id="6" creationId="{181BFC26-F14C-7ED6-47CB-ED3923B4B7B6}"/>
          </ac:spMkLst>
        </pc:spChg>
        <pc:spChg chg="add mod">
          <ac:chgData name="Kate, Sneha (Cognizant)" userId="62ca8c89-7698-4ba4-86c5-ae883b79a337" providerId="ADAL" clId="{B920D0E3-50BC-4572-A30C-C2D0580FB715}" dt="2023-07-20T12:52:34.453" v="1969" actId="14100"/>
          <ac:spMkLst>
            <pc:docMk/>
            <pc:sldMk cId="3356987430" sldId="278"/>
            <ac:spMk id="8" creationId="{3C66C806-0BA9-E33A-1C89-258C814E9992}"/>
          </ac:spMkLst>
        </pc:spChg>
        <pc:picChg chg="del">
          <ac:chgData name="Kate, Sneha (Cognizant)" userId="62ca8c89-7698-4ba4-86c5-ae883b79a337" providerId="ADAL" clId="{B920D0E3-50BC-4572-A30C-C2D0580FB715}" dt="2023-07-20T12:51:20.616" v="1903" actId="478"/>
          <ac:picMkLst>
            <pc:docMk/>
            <pc:sldMk cId="3356987430" sldId="278"/>
            <ac:picMk id="4" creationId="{25D05F82-64D5-DE2B-971F-974FF8AA1090}"/>
          </ac:picMkLst>
        </pc:picChg>
      </pc:sldChg>
      <pc:sldChg chg="modSp mod">
        <pc:chgData name="Kate, Sneha (Cognizant)" userId="62ca8c89-7698-4ba4-86c5-ae883b79a337" providerId="ADAL" clId="{B920D0E3-50BC-4572-A30C-C2D0580FB715}" dt="2023-07-20T12:53:28.928" v="2008"/>
        <pc:sldMkLst>
          <pc:docMk/>
          <pc:sldMk cId="4082255068" sldId="279"/>
        </pc:sldMkLst>
        <pc:spChg chg="mod">
          <ac:chgData name="Kate, Sneha (Cognizant)" userId="62ca8c89-7698-4ba4-86c5-ae883b79a337" providerId="ADAL" clId="{B920D0E3-50BC-4572-A30C-C2D0580FB715}" dt="2023-07-20T12:53:08.269" v="1996" actId="20577"/>
          <ac:spMkLst>
            <pc:docMk/>
            <pc:sldMk cId="4082255068" sldId="279"/>
            <ac:spMk id="5" creationId="{7A8B3838-7BD6-DD5F-D50B-A9433F6534F7}"/>
          </ac:spMkLst>
        </pc:spChg>
        <pc:spChg chg="mod">
          <ac:chgData name="Kate, Sneha (Cognizant)" userId="62ca8c89-7698-4ba4-86c5-ae883b79a337" providerId="ADAL" clId="{B920D0E3-50BC-4572-A30C-C2D0580FB715}" dt="2023-07-20T12:53:28.928" v="2008"/>
          <ac:spMkLst>
            <pc:docMk/>
            <pc:sldMk cId="4082255068" sldId="279"/>
            <ac:spMk id="6" creationId="{181BFC26-F14C-7ED6-47CB-ED3923B4B7B6}"/>
          </ac:spMkLst>
        </pc:spChg>
      </pc:sldChg>
      <pc:sldChg chg="del">
        <pc:chgData name="Kate, Sneha (Cognizant)" userId="62ca8c89-7698-4ba4-86c5-ae883b79a337" providerId="ADAL" clId="{B920D0E3-50BC-4572-A30C-C2D0580FB715}" dt="2023-07-20T13:53:08.419" v="2633" actId="2696"/>
        <pc:sldMkLst>
          <pc:docMk/>
          <pc:sldMk cId="3120896461" sldId="281"/>
        </pc:sldMkLst>
      </pc:sldChg>
      <pc:sldChg chg="modSp mod">
        <pc:chgData name="Kate, Sneha (Cognizant)" userId="62ca8c89-7698-4ba4-86c5-ae883b79a337" providerId="ADAL" clId="{B920D0E3-50BC-4572-A30C-C2D0580FB715}" dt="2023-07-21T06:40:03.385" v="2896" actId="20577"/>
        <pc:sldMkLst>
          <pc:docMk/>
          <pc:sldMk cId="563797236" sldId="287"/>
        </pc:sldMkLst>
        <pc:spChg chg="mod">
          <ac:chgData name="Kate, Sneha (Cognizant)" userId="62ca8c89-7698-4ba4-86c5-ae883b79a337" providerId="ADAL" clId="{B920D0E3-50BC-4572-A30C-C2D0580FB715}" dt="2023-07-21T06:40:03.385" v="2896" actId="20577"/>
          <ac:spMkLst>
            <pc:docMk/>
            <pc:sldMk cId="563797236" sldId="287"/>
            <ac:spMk id="5" creationId="{3325E288-3DD0-3289-1B46-700F55FF4848}"/>
          </ac:spMkLst>
        </pc:spChg>
      </pc:sldChg>
      <pc:sldChg chg="modSp mod ord">
        <pc:chgData name="Kate, Sneha (Cognizant)" userId="62ca8c89-7698-4ba4-86c5-ae883b79a337" providerId="ADAL" clId="{B920D0E3-50BC-4572-A30C-C2D0580FB715}" dt="2023-07-21T06:39:06.563" v="2848"/>
        <pc:sldMkLst>
          <pc:docMk/>
          <pc:sldMk cId="3511727540" sldId="288"/>
        </pc:sldMkLst>
        <pc:spChg chg="mod">
          <ac:chgData name="Kate, Sneha (Cognizant)" userId="62ca8c89-7698-4ba4-86c5-ae883b79a337" providerId="ADAL" clId="{B920D0E3-50BC-4572-A30C-C2D0580FB715}" dt="2023-07-21T06:39:06.563" v="2848"/>
          <ac:spMkLst>
            <pc:docMk/>
            <pc:sldMk cId="3511727540" sldId="288"/>
            <ac:spMk id="5" creationId="{3325E288-3DD0-3289-1B46-700F55FF4848}"/>
          </ac:spMkLst>
        </pc:spChg>
      </pc:sldChg>
      <pc:sldChg chg="modSp mod">
        <pc:chgData name="Kate, Sneha (Cognizant)" userId="62ca8c89-7698-4ba4-86c5-ae883b79a337" providerId="ADAL" clId="{B920D0E3-50BC-4572-A30C-C2D0580FB715}" dt="2023-07-20T10:52:46.205" v="72" actId="20577"/>
        <pc:sldMkLst>
          <pc:docMk/>
          <pc:sldMk cId="2309930151" sldId="289"/>
        </pc:sldMkLst>
        <pc:graphicFrameChg chg="modGraphic">
          <ac:chgData name="Kate, Sneha (Cognizant)" userId="62ca8c89-7698-4ba4-86c5-ae883b79a337" providerId="ADAL" clId="{B920D0E3-50BC-4572-A30C-C2D0580FB715}" dt="2023-07-20T10:52:46.205" v="72" actId="20577"/>
          <ac:graphicFrameMkLst>
            <pc:docMk/>
            <pc:sldMk cId="2309930151" sldId="289"/>
            <ac:graphicFrameMk id="7" creationId="{8BB9C977-D092-225C-1B5D-24298FA3D4CF}"/>
          </ac:graphicFrameMkLst>
        </pc:graphicFrameChg>
      </pc:sldChg>
      <pc:sldChg chg="addSp modSp mod ord">
        <pc:chgData name="Kate, Sneha (Cognizant)" userId="62ca8c89-7698-4ba4-86c5-ae883b79a337" providerId="ADAL" clId="{B920D0E3-50BC-4572-A30C-C2D0580FB715}" dt="2023-07-21T06:28:02.399" v="2754"/>
        <pc:sldMkLst>
          <pc:docMk/>
          <pc:sldMk cId="180774390" sldId="712"/>
        </pc:sldMkLst>
        <pc:spChg chg="add mod">
          <ac:chgData name="Kate, Sneha (Cognizant)" userId="62ca8c89-7698-4ba4-86c5-ae883b79a337" providerId="ADAL" clId="{B920D0E3-50BC-4572-A30C-C2D0580FB715}" dt="2023-07-21T06:27:19.127" v="2748" actId="12"/>
          <ac:spMkLst>
            <pc:docMk/>
            <pc:sldMk cId="180774390" sldId="712"/>
            <ac:spMk id="8" creationId="{D05C2CA5-DEA1-3E93-24DC-C0DA712EEAA3}"/>
          </ac:spMkLst>
        </pc:spChg>
        <pc:graphicFrameChg chg="mod">
          <ac:chgData name="Kate, Sneha (Cognizant)" userId="62ca8c89-7698-4ba4-86c5-ae883b79a337" providerId="ADAL" clId="{B920D0E3-50BC-4572-A30C-C2D0580FB715}" dt="2023-07-21T06:27:27.317" v="2749" actId="14100"/>
          <ac:graphicFrameMkLst>
            <pc:docMk/>
            <pc:sldMk cId="180774390" sldId="712"/>
            <ac:graphicFrameMk id="5" creationId="{71AF468C-B04E-BD66-2C2E-6A4F0AAA2E2F}"/>
          </ac:graphicFrameMkLst>
        </pc:graphicFrameChg>
        <pc:graphicFrameChg chg="mod">
          <ac:chgData name="Kate, Sneha (Cognizant)" userId="62ca8c89-7698-4ba4-86c5-ae883b79a337" providerId="ADAL" clId="{B920D0E3-50BC-4572-A30C-C2D0580FB715}" dt="2023-07-21T06:28:02.399" v="2754"/>
          <ac:graphicFrameMkLst>
            <pc:docMk/>
            <pc:sldMk cId="180774390" sldId="712"/>
            <ac:graphicFrameMk id="6" creationId="{8CA72680-3A46-3D46-A5A0-B399BF375B4E}"/>
          </ac:graphicFrameMkLst>
        </pc:graphicFrameChg>
      </pc:sldChg>
      <pc:sldChg chg="del">
        <pc:chgData name="Kate, Sneha (Cognizant)" userId="62ca8c89-7698-4ba4-86c5-ae883b79a337" providerId="ADAL" clId="{B920D0E3-50BC-4572-A30C-C2D0580FB715}" dt="2023-07-21T06:35:32.585" v="2805" actId="2696"/>
        <pc:sldMkLst>
          <pc:docMk/>
          <pc:sldMk cId="205040781" sldId="713"/>
        </pc:sldMkLst>
      </pc:sldChg>
      <pc:sldChg chg="del">
        <pc:chgData name="Kate, Sneha (Cognizant)" userId="62ca8c89-7698-4ba4-86c5-ae883b79a337" providerId="ADAL" clId="{B920D0E3-50BC-4572-A30C-C2D0580FB715}" dt="2023-07-21T06:35:43.920" v="2806" actId="2696"/>
        <pc:sldMkLst>
          <pc:docMk/>
          <pc:sldMk cId="442632754" sldId="714"/>
        </pc:sldMkLst>
      </pc:sldChg>
      <pc:sldChg chg="del">
        <pc:chgData name="Kate, Sneha (Cognizant)" userId="62ca8c89-7698-4ba4-86c5-ae883b79a337" providerId="ADAL" clId="{B920D0E3-50BC-4572-A30C-C2D0580FB715}" dt="2023-07-21T06:35:52.499" v="2807" actId="2696"/>
        <pc:sldMkLst>
          <pc:docMk/>
          <pc:sldMk cId="209704754" sldId="715"/>
        </pc:sldMkLst>
      </pc:sldChg>
      <pc:sldChg chg="modSp mod ord">
        <pc:chgData name="Kate, Sneha (Cognizant)" userId="62ca8c89-7698-4ba4-86c5-ae883b79a337" providerId="ADAL" clId="{B920D0E3-50BC-4572-A30C-C2D0580FB715}" dt="2023-07-21T06:31:53.887" v="2787" actId="14100"/>
        <pc:sldMkLst>
          <pc:docMk/>
          <pc:sldMk cId="117732452" sldId="716"/>
        </pc:sldMkLst>
        <pc:spChg chg="mod">
          <ac:chgData name="Kate, Sneha (Cognizant)" userId="62ca8c89-7698-4ba4-86c5-ae883b79a337" providerId="ADAL" clId="{B920D0E3-50BC-4572-A30C-C2D0580FB715}" dt="2023-07-20T13:55:29.167" v="2690" actId="20577"/>
          <ac:spMkLst>
            <pc:docMk/>
            <pc:sldMk cId="117732452" sldId="716"/>
            <ac:spMk id="10" creationId="{098A60CF-ECA1-C4F2-1E35-BBDDECA0C44A}"/>
          </ac:spMkLst>
        </pc:spChg>
        <pc:grpChg chg="mod">
          <ac:chgData name="Kate, Sneha (Cognizant)" userId="62ca8c89-7698-4ba4-86c5-ae883b79a337" providerId="ADAL" clId="{B920D0E3-50BC-4572-A30C-C2D0580FB715}" dt="2023-07-20T13:55:41.158" v="2691" actId="1076"/>
          <ac:grpSpMkLst>
            <pc:docMk/>
            <pc:sldMk cId="117732452" sldId="716"/>
            <ac:grpSpMk id="8" creationId="{ECAFD24E-4B00-FC92-C355-E414D12AEAA8}"/>
          </ac:grpSpMkLst>
        </pc:grpChg>
        <pc:graphicFrameChg chg="mod">
          <ac:chgData name="Kate, Sneha (Cognizant)" userId="62ca8c89-7698-4ba4-86c5-ae883b79a337" providerId="ADAL" clId="{B920D0E3-50BC-4572-A30C-C2D0580FB715}" dt="2023-07-21T06:31:53.887" v="2787" actId="14100"/>
          <ac:graphicFrameMkLst>
            <pc:docMk/>
            <pc:sldMk cId="117732452" sldId="716"/>
            <ac:graphicFrameMk id="5" creationId="{CF566466-BBFA-208A-E65D-B08953063E86}"/>
          </ac:graphicFrameMkLst>
        </pc:graphicFrameChg>
      </pc:sldChg>
      <pc:sldChg chg="addSp delSp modSp mod">
        <pc:chgData name="Kate, Sneha (Cognizant)" userId="62ca8c89-7698-4ba4-86c5-ae883b79a337" providerId="ADAL" clId="{B920D0E3-50BC-4572-A30C-C2D0580FB715}" dt="2023-07-20T11:25:58.110" v="711" actId="1076"/>
        <pc:sldMkLst>
          <pc:docMk/>
          <pc:sldMk cId="3519810719" sldId="717"/>
        </pc:sldMkLst>
        <pc:spChg chg="del mod">
          <ac:chgData name="Kate, Sneha (Cognizant)" userId="62ca8c89-7698-4ba4-86c5-ae883b79a337" providerId="ADAL" clId="{B920D0E3-50BC-4572-A30C-C2D0580FB715}" dt="2023-07-20T11:01:58.893" v="219" actId="478"/>
          <ac:spMkLst>
            <pc:docMk/>
            <pc:sldMk cId="3519810719" sldId="717"/>
            <ac:spMk id="2" creationId="{6DD6D1A9-B0C5-D73A-BAE7-E3FCBDA3F0BA}"/>
          </ac:spMkLst>
        </pc:spChg>
        <pc:spChg chg="mod">
          <ac:chgData name="Kate, Sneha (Cognizant)" userId="62ca8c89-7698-4ba4-86c5-ae883b79a337" providerId="ADAL" clId="{B920D0E3-50BC-4572-A30C-C2D0580FB715}" dt="2023-07-20T11:25:33.163" v="709" actId="20577"/>
          <ac:spMkLst>
            <pc:docMk/>
            <pc:sldMk cId="3519810719" sldId="717"/>
            <ac:spMk id="3" creationId="{C7276DC3-F326-F107-FC8E-C78A1B588DB8}"/>
          </ac:spMkLst>
        </pc:spChg>
        <pc:spChg chg="mod">
          <ac:chgData name="Kate, Sneha (Cognizant)" userId="62ca8c89-7698-4ba4-86c5-ae883b79a337" providerId="ADAL" clId="{B920D0E3-50BC-4572-A30C-C2D0580FB715}" dt="2023-07-20T11:02:12.890" v="231" actId="20577"/>
          <ac:spMkLst>
            <pc:docMk/>
            <pc:sldMk cId="3519810719" sldId="717"/>
            <ac:spMk id="5" creationId="{950E133F-E69D-1B0A-B204-ED8872B1C093}"/>
          </ac:spMkLst>
        </pc:spChg>
        <pc:spChg chg="add del mod">
          <ac:chgData name="Kate, Sneha (Cognizant)" userId="62ca8c89-7698-4ba4-86c5-ae883b79a337" providerId="ADAL" clId="{B920D0E3-50BC-4572-A30C-C2D0580FB715}" dt="2023-07-20T11:02:04.842" v="221" actId="478"/>
          <ac:spMkLst>
            <pc:docMk/>
            <pc:sldMk cId="3519810719" sldId="717"/>
            <ac:spMk id="7" creationId="{E3171236-7FDA-675D-7309-AAD115454427}"/>
          </ac:spMkLst>
        </pc:spChg>
        <pc:spChg chg="add del mod">
          <ac:chgData name="Kate, Sneha (Cognizant)" userId="62ca8c89-7698-4ba4-86c5-ae883b79a337" providerId="ADAL" clId="{B920D0E3-50BC-4572-A30C-C2D0580FB715}" dt="2023-07-20T11:23:59.477" v="674" actId="478"/>
          <ac:spMkLst>
            <pc:docMk/>
            <pc:sldMk cId="3519810719" sldId="717"/>
            <ac:spMk id="9" creationId="{C730B38E-C4C5-82B0-99A0-4AE6C1468789}"/>
          </ac:spMkLst>
        </pc:spChg>
        <pc:spChg chg="add mod">
          <ac:chgData name="Kate, Sneha (Cognizant)" userId="62ca8c89-7698-4ba4-86c5-ae883b79a337" providerId="ADAL" clId="{B920D0E3-50BC-4572-A30C-C2D0580FB715}" dt="2023-07-20T11:25:58.110" v="711" actId="1076"/>
          <ac:spMkLst>
            <pc:docMk/>
            <pc:sldMk cId="3519810719" sldId="717"/>
            <ac:spMk id="11" creationId="{6C89135B-DDC4-C06C-33AD-3FA78D5BA252}"/>
          </ac:spMkLst>
        </pc:spChg>
      </pc:sldChg>
      <pc:sldChg chg="modSp mod">
        <pc:chgData name="Kate, Sneha (Cognizant)" userId="62ca8c89-7698-4ba4-86c5-ae883b79a337" providerId="ADAL" clId="{B920D0E3-50BC-4572-A30C-C2D0580FB715}" dt="2023-07-20T11:23:16.201" v="669" actId="20577"/>
        <pc:sldMkLst>
          <pc:docMk/>
          <pc:sldMk cId="4272226962" sldId="718"/>
        </pc:sldMkLst>
        <pc:spChg chg="mod">
          <ac:chgData name="Kate, Sneha (Cognizant)" userId="62ca8c89-7698-4ba4-86c5-ae883b79a337" providerId="ADAL" clId="{B920D0E3-50BC-4572-A30C-C2D0580FB715}" dt="2023-07-20T11:23:16.201" v="669" actId="20577"/>
          <ac:spMkLst>
            <pc:docMk/>
            <pc:sldMk cId="4272226962" sldId="718"/>
            <ac:spMk id="2" creationId="{6DD6D1A9-B0C5-D73A-BAE7-E3FCBDA3F0BA}"/>
          </ac:spMkLst>
        </pc:spChg>
        <pc:spChg chg="mod">
          <ac:chgData name="Kate, Sneha (Cognizant)" userId="62ca8c89-7698-4ba4-86c5-ae883b79a337" providerId="ADAL" clId="{B920D0E3-50BC-4572-A30C-C2D0580FB715}" dt="2023-07-20T11:10:35.849" v="371" actId="14100"/>
          <ac:spMkLst>
            <pc:docMk/>
            <pc:sldMk cId="4272226962" sldId="718"/>
            <ac:spMk id="3" creationId="{C7276DC3-F326-F107-FC8E-C78A1B588DB8}"/>
          </ac:spMkLst>
        </pc:spChg>
        <pc:spChg chg="mod">
          <ac:chgData name="Kate, Sneha (Cognizant)" userId="62ca8c89-7698-4ba4-86c5-ae883b79a337" providerId="ADAL" clId="{B920D0E3-50BC-4572-A30C-C2D0580FB715}" dt="2023-07-20T11:10:49.708" v="387" actId="20577"/>
          <ac:spMkLst>
            <pc:docMk/>
            <pc:sldMk cId="4272226962" sldId="718"/>
            <ac:spMk id="5" creationId="{950E133F-E69D-1B0A-B204-ED8872B1C093}"/>
          </ac:spMkLst>
        </pc:spChg>
      </pc:sldChg>
      <pc:sldChg chg="modSp mod">
        <pc:chgData name="Kate, Sneha (Cognizant)" userId="62ca8c89-7698-4ba4-86c5-ae883b79a337" providerId="ADAL" clId="{B920D0E3-50BC-4572-A30C-C2D0580FB715}" dt="2023-07-20T11:23:25.188" v="670"/>
        <pc:sldMkLst>
          <pc:docMk/>
          <pc:sldMk cId="4077232650" sldId="719"/>
        </pc:sldMkLst>
        <pc:spChg chg="mod">
          <ac:chgData name="Kate, Sneha (Cognizant)" userId="62ca8c89-7698-4ba4-86c5-ae883b79a337" providerId="ADAL" clId="{B920D0E3-50BC-4572-A30C-C2D0580FB715}" dt="2023-07-20T11:23:25.188" v="670"/>
          <ac:spMkLst>
            <pc:docMk/>
            <pc:sldMk cId="4077232650" sldId="719"/>
            <ac:spMk id="2" creationId="{6DD6D1A9-B0C5-D73A-BAE7-E3FCBDA3F0BA}"/>
          </ac:spMkLst>
        </pc:spChg>
        <pc:spChg chg="mod">
          <ac:chgData name="Kate, Sneha (Cognizant)" userId="62ca8c89-7698-4ba4-86c5-ae883b79a337" providerId="ADAL" clId="{B920D0E3-50BC-4572-A30C-C2D0580FB715}" dt="2023-07-20T11:19:55.845" v="592" actId="14100"/>
          <ac:spMkLst>
            <pc:docMk/>
            <pc:sldMk cId="4077232650" sldId="719"/>
            <ac:spMk id="3" creationId="{C7276DC3-F326-F107-FC8E-C78A1B588DB8}"/>
          </ac:spMkLst>
        </pc:spChg>
        <pc:spChg chg="mod">
          <ac:chgData name="Kate, Sneha (Cognizant)" userId="62ca8c89-7698-4ba4-86c5-ae883b79a337" providerId="ADAL" clId="{B920D0E3-50BC-4572-A30C-C2D0580FB715}" dt="2023-07-20T11:18:32.515" v="563" actId="20577"/>
          <ac:spMkLst>
            <pc:docMk/>
            <pc:sldMk cId="4077232650" sldId="719"/>
            <ac:spMk id="5" creationId="{950E133F-E69D-1B0A-B204-ED8872B1C093}"/>
          </ac:spMkLst>
        </pc:spChg>
      </pc:sldChg>
      <pc:sldChg chg="modSp mod">
        <pc:chgData name="Kate, Sneha (Cognizant)" userId="62ca8c89-7698-4ba4-86c5-ae883b79a337" providerId="ADAL" clId="{B920D0E3-50BC-4572-A30C-C2D0580FB715}" dt="2023-07-20T11:23:31.320" v="671"/>
        <pc:sldMkLst>
          <pc:docMk/>
          <pc:sldMk cId="622203520" sldId="720"/>
        </pc:sldMkLst>
        <pc:spChg chg="mod">
          <ac:chgData name="Kate, Sneha (Cognizant)" userId="62ca8c89-7698-4ba4-86c5-ae883b79a337" providerId="ADAL" clId="{B920D0E3-50BC-4572-A30C-C2D0580FB715}" dt="2023-07-20T11:23:31.320" v="671"/>
          <ac:spMkLst>
            <pc:docMk/>
            <pc:sldMk cId="622203520" sldId="720"/>
            <ac:spMk id="2" creationId="{6DD6D1A9-B0C5-D73A-BAE7-E3FCBDA3F0BA}"/>
          </ac:spMkLst>
        </pc:spChg>
        <pc:spChg chg="mod">
          <ac:chgData name="Kate, Sneha (Cognizant)" userId="62ca8c89-7698-4ba4-86c5-ae883b79a337" providerId="ADAL" clId="{B920D0E3-50BC-4572-A30C-C2D0580FB715}" dt="2023-07-20T11:22:01.845" v="629" actId="20577"/>
          <ac:spMkLst>
            <pc:docMk/>
            <pc:sldMk cId="622203520" sldId="720"/>
            <ac:spMk id="3" creationId="{C7276DC3-F326-F107-FC8E-C78A1B588DB8}"/>
          </ac:spMkLst>
        </pc:spChg>
        <pc:spChg chg="mod">
          <ac:chgData name="Kate, Sneha (Cognizant)" userId="62ca8c89-7698-4ba4-86c5-ae883b79a337" providerId="ADAL" clId="{B920D0E3-50BC-4572-A30C-C2D0580FB715}" dt="2023-07-20T11:22:31.953" v="639" actId="20577"/>
          <ac:spMkLst>
            <pc:docMk/>
            <pc:sldMk cId="622203520" sldId="720"/>
            <ac:spMk id="5" creationId="{950E133F-E69D-1B0A-B204-ED8872B1C093}"/>
          </ac:spMkLst>
        </pc:spChg>
      </pc:sldChg>
      <pc:sldChg chg="modSp mod">
        <pc:chgData name="Kate, Sneha (Cognizant)" userId="62ca8c89-7698-4ba4-86c5-ae883b79a337" providerId="ADAL" clId="{B920D0E3-50BC-4572-A30C-C2D0580FB715}" dt="2023-07-20T12:38:18.596" v="1715" actId="20577"/>
        <pc:sldMkLst>
          <pc:docMk/>
          <pc:sldMk cId="499757671" sldId="721"/>
        </pc:sldMkLst>
        <pc:spChg chg="mod">
          <ac:chgData name="Kate, Sneha (Cognizant)" userId="62ca8c89-7698-4ba4-86c5-ae883b79a337" providerId="ADAL" clId="{B920D0E3-50BC-4572-A30C-C2D0580FB715}" dt="2023-07-20T12:38:18.596" v="1715" actId="20577"/>
          <ac:spMkLst>
            <pc:docMk/>
            <pc:sldMk cId="499757671" sldId="721"/>
            <ac:spMk id="2" creationId="{6DD6D1A9-B0C5-D73A-BAE7-E3FCBDA3F0BA}"/>
          </ac:spMkLst>
        </pc:spChg>
        <pc:spChg chg="mod">
          <ac:chgData name="Kate, Sneha (Cognizant)" userId="62ca8c89-7698-4ba4-86c5-ae883b79a337" providerId="ADAL" clId="{B920D0E3-50BC-4572-A30C-C2D0580FB715}" dt="2023-07-20T12:31:06.271" v="1546" actId="20577"/>
          <ac:spMkLst>
            <pc:docMk/>
            <pc:sldMk cId="499757671" sldId="721"/>
            <ac:spMk id="3" creationId="{C7276DC3-F326-F107-FC8E-C78A1B588DB8}"/>
          </ac:spMkLst>
        </pc:spChg>
        <pc:spChg chg="mod">
          <ac:chgData name="Kate, Sneha (Cognizant)" userId="62ca8c89-7698-4ba4-86c5-ae883b79a337" providerId="ADAL" clId="{B920D0E3-50BC-4572-A30C-C2D0580FB715}" dt="2023-07-20T12:30:38.378" v="1489" actId="20577"/>
          <ac:spMkLst>
            <pc:docMk/>
            <pc:sldMk cId="499757671" sldId="721"/>
            <ac:spMk id="5" creationId="{950E133F-E69D-1B0A-B204-ED8872B1C093}"/>
          </ac:spMkLst>
        </pc:spChg>
      </pc:sldChg>
      <pc:sldChg chg="del">
        <pc:chgData name="Kate, Sneha (Cognizant)" userId="62ca8c89-7698-4ba4-86c5-ae883b79a337" providerId="ADAL" clId="{B920D0E3-50BC-4572-A30C-C2D0580FB715}" dt="2023-07-20T13:52:58.308" v="2632" actId="2696"/>
        <pc:sldMkLst>
          <pc:docMk/>
          <pc:sldMk cId="1554534654" sldId="722"/>
        </pc:sldMkLst>
      </pc:sldChg>
      <pc:sldChg chg="addSp delSp modSp add mod">
        <pc:chgData name="Kate, Sneha (Cognizant)" userId="62ca8c89-7698-4ba4-86c5-ae883b79a337" providerId="ADAL" clId="{B920D0E3-50BC-4572-A30C-C2D0580FB715}" dt="2023-07-20T10:58:11.364" v="153" actId="14100"/>
        <pc:sldMkLst>
          <pc:docMk/>
          <pc:sldMk cId="1169519382" sldId="723"/>
        </pc:sldMkLst>
        <pc:spChg chg="mod">
          <ac:chgData name="Kate, Sneha (Cognizant)" userId="62ca8c89-7698-4ba4-86c5-ae883b79a337" providerId="ADAL" clId="{B920D0E3-50BC-4572-A30C-C2D0580FB715}" dt="2023-07-20T10:57:00.703" v="126"/>
          <ac:spMkLst>
            <pc:docMk/>
            <pc:sldMk cId="1169519382" sldId="723"/>
            <ac:spMk id="2" creationId="{C4B7A633-33F1-43A7-05B1-ABCE3F2FD3C2}"/>
          </ac:spMkLst>
        </pc:spChg>
        <pc:spChg chg="mod">
          <ac:chgData name="Kate, Sneha (Cognizant)" userId="62ca8c89-7698-4ba4-86c5-ae883b79a337" providerId="ADAL" clId="{B920D0E3-50BC-4572-A30C-C2D0580FB715}" dt="2023-07-20T10:57:19.619" v="142" actId="20577"/>
          <ac:spMkLst>
            <pc:docMk/>
            <pc:sldMk cId="1169519382" sldId="723"/>
            <ac:spMk id="3" creationId="{DC2DC814-4F78-F1E8-7410-932E50715871}"/>
          </ac:spMkLst>
        </pc:spChg>
        <pc:spChg chg="add del">
          <ac:chgData name="Kate, Sneha (Cognizant)" userId="62ca8c89-7698-4ba4-86c5-ae883b79a337" providerId="ADAL" clId="{B920D0E3-50BC-4572-A30C-C2D0580FB715}" dt="2023-07-20T10:57:47.767" v="144" actId="22"/>
          <ac:spMkLst>
            <pc:docMk/>
            <pc:sldMk cId="1169519382" sldId="723"/>
            <ac:spMk id="8" creationId="{A9FB9640-BA0E-09BA-4E57-831AAD48A13F}"/>
          </ac:spMkLst>
        </pc:spChg>
        <pc:picChg chg="del">
          <ac:chgData name="Kate, Sneha (Cognizant)" userId="62ca8c89-7698-4ba4-86c5-ae883b79a337" providerId="ADAL" clId="{B920D0E3-50BC-4572-A30C-C2D0580FB715}" dt="2023-07-20T10:56:52.334" v="124" actId="478"/>
          <ac:picMkLst>
            <pc:docMk/>
            <pc:sldMk cId="1169519382" sldId="723"/>
            <ac:picMk id="6" creationId="{B3D16588-795B-937B-A337-67C1C81FC2EB}"/>
          </ac:picMkLst>
        </pc:picChg>
        <pc:picChg chg="add mod">
          <ac:chgData name="Kate, Sneha (Cognizant)" userId="62ca8c89-7698-4ba4-86c5-ae883b79a337" providerId="ADAL" clId="{B920D0E3-50BC-4572-A30C-C2D0580FB715}" dt="2023-07-20T10:58:11.364" v="153" actId="14100"/>
          <ac:picMkLst>
            <pc:docMk/>
            <pc:sldMk cId="1169519382" sldId="723"/>
            <ac:picMk id="9" creationId="{10E117A6-29B4-0A1A-1352-C2C6755F2E78}"/>
          </ac:picMkLst>
        </pc:picChg>
      </pc:sldChg>
      <pc:sldChg chg="addSp delSp modSp add mod">
        <pc:chgData name="Kate, Sneha (Cognizant)" userId="62ca8c89-7698-4ba4-86c5-ae883b79a337" providerId="ADAL" clId="{B920D0E3-50BC-4572-A30C-C2D0580FB715}" dt="2023-07-20T11:00:41.469" v="195" actId="1076"/>
        <pc:sldMkLst>
          <pc:docMk/>
          <pc:sldMk cId="2537782893" sldId="724"/>
        </pc:sldMkLst>
        <pc:spChg chg="add del mod">
          <ac:chgData name="Kate, Sneha (Cognizant)" userId="62ca8c89-7698-4ba4-86c5-ae883b79a337" providerId="ADAL" clId="{B920D0E3-50BC-4572-A30C-C2D0580FB715}" dt="2023-07-20T11:00:40.043" v="194" actId="14100"/>
          <ac:spMkLst>
            <pc:docMk/>
            <pc:sldMk cId="2537782893" sldId="724"/>
            <ac:spMk id="2" creationId="{C4B7A633-33F1-43A7-05B1-ABCE3F2FD3C2}"/>
          </ac:spMkLst>
        </pc:spChg>
        <pc:spChg chg="mod">
          <ac:chgData name="Kate, Sneha (Cognizant)" userId="62ca8c89-7698-4ba4-86c5-ae883b79a337" providerId="ADAL" clId="{B920D0E3-50BC-4572-A30C-C2D0580FB715}" dt="2023-07-20T10:58:59.630" v="176" actId="20577"/>
          <ac:spMkLst>
            <pc:docMk/>
            <pc:sldMk cId="2537782893" sldId="724"/>
            <ac:spMk id="3" creationId="{DC2DC814-4F78-F1E8-7410-932E50715871}"/>
          </ac:spMkLst>
        </pc:spChg>
        <pc:picChg chg="add del mod">
          <ac:chgData name="Kate, Sneha (Cognizant)" userId="62ca8c89-7698-4ba4-86c5-ae883b79a337" providerId="ADAL" clId="{B920D0E3-50BC-4572-A30C-C2D0580FB715}" dt="2023-07-20T10:59:19.716" v="179"/>
          <ac:picMkLst>
            <pc:docMk/>
            <pc:sldMk cId="2537782893" sldId="724"/>
            <ac:picMk id="6" creationId="{543ED28D-B684-EA61-950A-03E75977932D}"/>
          </ac:picMkLst>
        </pc:picChg>
        <pc:picChg chg="add mod">
          <ac:chgData name="Kate, Sneha (Cognizant)" userId="62ca8c89-7698-4ba4-86c5-ae883b79a337" providerId="ADAL" clId="{B920D0E3-50BC-4572-A30C-C2D0580FB715}" dt="2023-07-20T11:00:41.469" v="195" actId="1076"/>
          <ac:picMkLst>
            <pc:docMk/>
            <pc:sldMk cId="2537782893" sldId="724"/>
            <ac:picMk id="7" creationId="{D43DA37D-F5C0-A09B-6241-6926604ABA72}"/>
          </ac:picMkLst>
        </pc:picChg>
        <pc:picChg chg="del">
          <ac:chgData name="Kate, Sneha (Cognizant)" userId="62ca8c89-7698-4ba4-86c5-ae883b79a337" providerId="ADAL" clId="{B920D0E3-50BC-4572-A30C-C2D0580FB715}" dt="2023-07-20T10:59:21.907" v="180" actId="478"/>
          <ac:picMkLst>
            <pc:docMk/>
            <pc:sldMk cId="2537782893" sldId="724"/>
            <ac:picMk id="9" creationId="{10E117A6-29B4-0A1A-1352-C2C6755F2E78}"/>
          </ac:picMkLst>
        </pc:picChg>
      </pc:sldChg>
      <pc:sldChg chg="modSp add mod">
        <pc:chgData name="Kate, Sneha (Cognizant)" userId="62ca8c89-7698-4ba4-86c5-ae883b79a337" providerId="ADAL" clId="{B920D0E3-50BC-4572-A30C-C2D0580FB715}" dt="2023-07-20T11:09:26.913" v="312" actId="14100"/>
        <pc:sldMkLst>
          <pc:docMk/>
          <pc:sldMk cId="1685285059" sldId="725"/>
        </pc:sldMkLst>
        <pc:spChg chg="mod">
          <ac:chgData name="Kate, Sneha (Cognizant)" userId="62ca8c89-7698-4ba4-86c5-ae883b79a337" providerId="ADAL" clId="{B920D0E3-50BC-4572-A30C-C2D0580FB715}" dt="2023-07-20T11:09:26.913" v="312" actId="14100"/>
          <ac:spMkLst>
            <pc:docMk/>
            <pc:sldMk cId="1685285059" sldId="725"/>
            <ac:spMk id="2" creationId="{00565AA0-9D26-01E4-3E5C-A7CD5FA39082}"/>
          </ac:spMkLst>
        </pc:spChg>
        <pc:spChg chg="mod">
          <ac:chgData name="Kate, Sneha (Cognizant)" userId="62ca8c89-7698-4ba4-86c5-ae883b79a337" providerId="ADAL" clId="{B920D0E3-50BC-4572-A30C-C2D0580FB715}" dt="2023-07-20T11:08:40.727" v="305" actId="14100"/>
          <ac:spMkLst>
            <pc:docMk/>
            <pc:sldMk cId="1685285059" sldId="725"/>
            <ac:spMk id="3" creationId="{F407570A-35E0-C689-8D89-981372F5A85F}"/>
          </ac:spMkLst>
        </pc:spChg>
      </pc:sldChg>
      <pc:sldChg chg="addSp delSp modSp add mod">
        <pc:chgData name="Kate, Sneha (Cognizant)" userId="62ca8c89-7698-4ba4-86c5-ae883b79a337" providerId="ADAL" clId="{B920D0E3-50BC-4572-A30C-C2D0580FB715}" dt="2023-07-20T11:54:44.721" v="935" actId="1076"/>
        <pc:sldMkLst>
          <pc:docMk/>
          <pc:sldMk cId="3775621286" sldId="726"/>
        </pc:sldMkLst>
        <pc:spChg chg="mod">
          <ac:chgData name="Kate, Sneha (Cognizant)" userId="62ca8c89-7698-4ba4-86c5-ae883b79a337" providerId="ADAL" clId="{B920D0E3-50BC-4572-A30C-C2D0580FB715}" dt="2023-07-20T11:53:33.174" v="925" actId="14100"/>
          <ac:spMkLst>
            <pc:docMk/>
            <pc:sldMk cId="3775621286" sldId="726"/>
            <ac:spMk id="5" creationId="{7A8B3838-7BD6-DD5F-D50B-A9433F6534F7}"/>
          </ac:spMkLst>
        </pc:spChg>
        <pc:spChg chg="add mod">
          <ac:chgData name="Kate, Sneha (Cognizant)" userId="62ca8c89-7698-4ba4-86c5-ae883b79a337" providerId="ADAL" clId="{B920D0E3-50BC-4572-A30C-C2D0580FB715}" dt="2023-07-20T11:54:15.536" v="933" actId="1076"/>
          <ac:spMkLst>
            <pc:docMk/>
            <pc:sldMk cId="3775621286" sldId="726"/>
            <ac:spMk id="7" creationId="{11E75F3F-36EF-A81C-D219-5DFEDB15796A}"/>
          </ac:spMkLst>
        </pc:spChg>
        <pc:spChg chg="mod">
          <ac:chgData name="Kate, Sneha (Cognizant)" userId="62ca8c89-7698-4ba4-86c5-ae883b79a337" providerId="ADAL" clId="{B920D0E3-50BC-4572-A30C-C2D0580FB715}" dt="2023-07-20T11:53:45.461" v="927" actId="14100"/>
          <ac:spMkLst>
            <pc:docMk/>
            <pc:sldMk cId="3775621286" sldId="726"/>
            <ac:spMk id="20" creationId="{4C621679-D8D6-6A92-123F-0B378A52F909}"/>
          </ac:spMkLst>
        </pc:spChg>
        <pc:spChg chg="del mod">
          <ac:chgData name="Kate, Sneha (Cognizant)" userId="62ca8c89-7698-4ba4-86c5-ae883b79a337" providerId="ADAL" clId="{B920D0E3-50BC-4572-A30C-C2D0580FB715}" dt="2023-07-20T11:52:33.643" v="917" actId="478"/>
          <ac:spMkLst>
            <pc:docMk/>
            <pc:sldMk cId="3775621286" sldId="726"/>
            <ac:spMk id="30" creationId="{56E125A6-EB07-C076-5CC7-90EEB19AD883}"/>
          </ac:spMkLst>
        </pc:spChg>
        <pc:picChg chg="add mod">
          <ac:chgData name="Kate, Sneha (Cognizant)" userId="62ca8c89-7698-4ba4-86c5-ae883b79a337" providerId="ADAL" clId="{B920D0E3-50BC-4572-A30C-C2D0580FB715}" dt="2023-07-20T11:53:48.605" v="929" actId="1076"/>
          <ac:picMkLst>
            <pc:docMk/>
            <pc:sldMk cId="3775621286" sldId="726"/>
            <ac:picMk id="4" creationId="{C7C0CE5F-461E-84A0-B11C-3E5E559121E5}"/>
          </ac:picMkLst>
        </pc:picChg>
        <pc:picChg chg="add mod">
          <ac:chgData name="Kate, Sneha (Cognizant)" userId="62ca8c89-7698-4ba4-86c5-ae883b79a337" providerId="ADAL" clId="{B920D0E3-50BC-4572-A30C-C2D0580FB715}" dt="2023-07-20T11:54:01.226" v="931" actId="1076"/>
          <ac:picMkLst>
            <pc:docMk/>
            <pc:sldMk cId="3775621286" sldId="726"/>
            <ac:picMk id="6" creationId="{86311A63-186D-D7A0-972F-209EC7C694E0}"/>
          </ac:picMkLst>
        </pc:picChg>
        <pc:cxnChg chg="add mod">
          <ac:chgData name="Kate, Sneha (Cognizant)" userId="62ca8c89-7698-4ba4-86c5-ae883b79a337" providerId="ADAL" clId="{B920D0E3-50BC-4572-A30C-C2D0580FB715}" dt="2023-07-20T11:54:44.721" v="935" actId="1076"/>
          <ac:cxnSpMkLst>
            <pc:docMk/>
            <pc:sldMk cId="3775621286" sldId="726"/>
            <ac:cxnSpMk id="8" creationId="{CD8973B1-BAB5-BB5E-81FB-3C823CCFF702}"/>
          </ac:cxnSpMkLst>
        </pc:cxnChg>
      </pc:sldChg>
      <pc:sldChg chg="addSp delSp modSp add mod">
        <pc:chgData name="Kate, Sneha (Cognizant)" userId="62ca8c89-7698-4ba4-86c5-ae883b79a337" providerId="ADAL" clId="{B920D0E3-50BC-4572-A30C-C2D0580FB715}" dt="2023-07-20T12:09:41.546" v="1014"/>
        <pc:sldMkLst>
          <pc:docMk/>
          <pc:sldMk cId="2228660773" sldId="727"/>
        </pc:sldMkLst>
        <pc:spChg chg="mod">
          <ac:chgData name="Kate, Sneha (Cognizant)" userId="62ca8c89-7698-4ba4-86c5-ae883b79a337" providerId="ADAL" clId="{B920D0E3-50BC-4572-A30C-C2D0580FB715}" dt="2023-07-20T12:09:15.077" v="1012" actId="20577"/>
          <ac:spMkLst>
            <pc:docMk/>
            <pc:sldMk cId="2228660773" sldId="727"/>
            <ac:spMk id="5" creationId="{7A8B3838-7BD6-DD5F-D50B-A9433F6534F7}"/>
          </ac:spMkLst>
        </pc:spChg>
        <pc:spChg chg="del">
          <ac:chgData name="Kate, Sneha (Cognizant)" userId="62ca8c89-7698-4ba4-86c5-ae883b79a337" providerId="ADAL" clId="{B920D0E3-50BC-4572-A30C-C2D0580FB715}" dt="2023-07-20T11:57:11.226" v="945" actId="478"/>
          <ac:spMkLst>
            <pc:docMk/>
            <pc:sldMk cId="2228660773" sldId="727"/>
            <ac:spMk id="7" creationId="{11E75F3F-36EF-A81C-D219-5DFEDB15796A}"/>
          </ac:spMkLst>
        </pc:spChg>
        <pc:spChg chg="add del mod">
          <ac:chgData name="Kate, Sneha (Cognizant)" userId="62ca8c89-7698-4ba4-86c5-ae883b79a337" providerId="ADAL" clId="{B920D0E3-50BC-4572-A30C-C2D0580FB715}" dt="2023-07-20T12:08:52.017" v="1009" actId="478"/>
          <ac:spMkLst>
            <pc:docMk/>
            <pc:sldMk cId="2228660773" sldId="727"/>
            <ac:spMk id="10" creationId="{1FA4E5F0-6626-C6C9-D3E5-1BD74D14D882}"/>
          </ac:spMkLst>
        </pc:spChg>
        <pc:spChg chg="add del mod">
          <ac:chgData name="Kate, Sneha (Cognizant)" userId="62ca8c89-7698-4ba4-86c5-ae883b79a337" providerId="ADAL" clId="{B920D0E3-50BC-4572-A30C-C2D0580FB715}" dt="2023-07-20T12:09:04.373" v="1010" actId="478"/>
          <ac:spMkLst>
            <pc:docMk/>
            <pc:sldMk cId="2228660773" sldId="727"/>
            <ac:spMk id="11" creationId="{3C68302B-3DA0-8A5A-0222-6CDBFE01A139}"/>
          </ac:spMkLst>
        </pc:spChg>
        <pc:spChg chg="add del mod">
          <ac:chgData name="Kate, Sneha (Cognizant)" userId="62ca8c89-7698-4ba4-86c5-ae883b79a337" providerId="ADAL" clId="{B920D0E3-50BC-4572-A30C-C2D0580FB715}" dt="2023-07-20T12:08:46.532" v="1007" actId="478"/>
          <ac:spMkLst>
            <pc:docMk/>
            <pc:sldMk cId="2228660773" sldId="727"/>
            <ac:spMk id="13" creationId="{6A48CD0A-FAAC-A8E8-5974-D33D76326787}"/>
          </ac:spMkLst>
        </pc:spChg>
        <pc:spChg chg="mod">
          <ac:chgData name="Kate, Sneha (Cognizant)" userId="62ca8c89-7698-4ba4-86c5-ae883b79a337" providerId="ADAL" clId="{B920D0E3-50BC-4572-A30C-C2D0580FB715}" dt="2023-07-20T12:09:41.546" v="1014"/>
          <ac:spMkLst>
            <pc:docMk/>
            <pc:sldMk cId="2228660773" sldId="727"/>
            <ac:spMk id="20" creationId="{4C621679-D8D6-6A92-123F-0B378A52F909}"/>
          </ac:spMkLst>
        </pc:spChg>
        <pc:picChg chg="del">
          <ac:chgData name="Kate, Sneha (Cognizant)" userId="62ca8c89-7698-4ba4-86c5-ae883b79a337" providerId="ADAL" clId="{B920D0E3-50BC-4572-A30C-C2D0580FB715}" dt="2023-07-20T11:57:08.503" v="943" actId="478"/>
          <ac:picMkLst>
            <pc:docMk/>
            <pc:sldMk cId="2228660773" sldId="727"/>
            <ac:picMk id="4" creationId="{C7C0CE5F-461E-84A0-B11C-3E5E559121E5}"/>
          </ac:picMkLst>
        </pc:picChg>
        <pc:picChg chg="del">
          <ac:chgData name="Kate, Sneha (Cognizant)" userId="62ca8c89-7698-4ba4-86c5-ae883b79a337" providerId="ADAL" clId="{B920D0E3-50BC-4572-A30C-C2D0580FB715}" dt="2023-07-20T11:57:06.931" v="942" actId="478"/>
          <ac:picMkLst>
            <pc:docMk/>
            <pc:sldMk cId="2228660773" sldId="727"/>
            <ac:picMk id="6" creationId="{86311A63-186D-D7A0-972F-209EC7C694E0}"/>
          </ac:picMkLst>
        </pc:picChg>
        <pc:picChg chg="add del mod">
          <ac:chgData name="Kate, Sneha (Cognizant)" userId="62ca8c89-7698-4ba4-86c5-ae883b79a337" providerId="ADAL" clId="{B920D0E3-50BC-4572-A30C-C2D0580FB715}" dt="2023-07-20T12:08:50.265" v="1008" actId="478"/>
          <ac:picMkLst>
            <pc:docMk/>
            <pc:sldMk cId="2228660773" sldId="727"/>
            <ac:picMk id="9" creationId="{80A8ADB9-0F97-0B25-7F3A-97DF04EB54D4}"/>
          </ac:picMkLst>
        </pc:picChg>
        <pc:picChg chg="add del mod">
          <ac:chgData name="Kate, Sneha (Cognizant)" userId="62ca8c89-7698-4ba4-86c5-ae883b79a337" providerId="ADAL" clId="{B920D0E3-50BC-4572-A30C-C2D0580FB715}" dt="2023-07-20T12:08:45.173" v="1006" actId="478"/>
          <ac:picMkLst>
            <pc:docMk/>
            <pc:sldMk cId="2228660773" sldId="727"/>
            <ac:picMk id="12" creationId="{D13B3A1F-B67D-C43D-CCD9-28469DF774E6}"/>
          </ac:picMkLst>
        </pc:picChg>
        <pc:cxnChg chg="del">
          <ac:chgData name="Kate, Sneha (Cognizant)" userId="62ca8c89-7698-4ba4-86c5-ae883b79a337" providerId="ADAL" clId="{B920D0E3-50BC-4572-A30C-C2D0580FB715}" dt="2023-07-20T11:57:10.027" v="944" actId="478"/>
          <ac:cxnSpMkLst>
            <pc:docMk/>
            <pc:sldMk cId="2228660773" sldId="727"/>
            <ac:cxnSpMk id="8" creationId="{CD8973B1-BAB5-BB5E-81FB-3C823CCFF702}"/>
          </ac:cxnSpMkLst>
        </pc:cxnChg>
      </pc:sldChg>
      <pc:sldChg chg="add del ord">
        <pc:chgData name="Kate, Sneha (Cognizant)" userId="62ca8c89-7698-4ba4-86c5-ae883b79a337" providerId="ADAL" clId="{B920D0E3-50BC-4572-A30C-C2D0580FB715}" dt="2023-07-20T12:10:01.763" v="1016"/>
        <pc:sldMkLst>
          <pc:docMk/>
          <pc:sldMk cId="1326659287" sldId="728"/>
        </pc:sldMkLst>
      </pc:sldChg>
      <pc:sldChg chg="addSp modSp add mod">
        <pc:chgData name="Kate, Sneha (Cognizant)" userId="62ca8c89-7698-4ba4-86c5-ae883b79a337" providerId="ADAL" clId="{B920D0E3-50BC-4572-A30C-C2D0580FB715}" dt="2023-07-20T12:12:56.497" v="1056" actId="255"/>
        <pc:sldMkLst>
          <pc:docMk/>
          <pc:sldMk cId="4276769821" sldId="729"/>
        </pc:sldMkLst>
        <pc:spChg chg="mod">
          <ac:chgData name="Kate, Sneha (Cognizant)" userId="62ca8c89-7698-4ba4-86c5-ae883b79a337" providerId="ADAL" clId="{B920D0E3-50BC-4572-A30C-C2D0580FB715}" dt="2023-07-20T12:11:06.157" v="1046" actId="20577"/>
          <ac:spMkLst>
            <pc:docMk/>
            <pc:sldMk cId="4276769821" sldId="729"/>
            <ac:spMk id="5" creationId="{7A8B3838-7BD6-DD5F-D50B-A9433F6534F7}"/>
          </ac:spMkLst>
        </pc:spChg>
        <pc:spChg chg="mod">
          <ac:chgData name="Kate, Sneha (Cognizant)" userId="62ca8c89-7698-4ba4-86c5-ae883b79a337" providerId="ADAL" clId="{B920D0E3-50BC-4572-A30C-C2D0580FB715}" dt="2023-07-20T12:12:56.497" v="1056" actId="255"/>
          <ac:spMkLst>
            <pc:docMk/>
            <pc:sldMk cId="4276769821" sldId="729"/>
            <ac:spMk id="20" creationId="{4C621679-D8D6-6A92-123F-0B378A52F909}"/>
          </ac:spMkLst>
        </pc:spChg>
        <pc:picChg chg="add mod">
          <ac:chgData name="Kate, Sneha (Cognizant)" userId="62ca8c89-7698-4ba4-86c5-ae883b79a337" providerId="ADAL" clId="{B920D0E3-50BC-4572-A30C-C2D0580FB715}" dt="2023-07-20T12:11:59.385" v="1052" actId="1076"/>
          <ac:picMkLst>
            <pc:docMk/>
            <pc:sldMk cId="4276769821" sldId="729"/>
            <ac:picMk id="4" creationId="{2321FAEC-F93C-1332-7238-9B1A85EDF9B7}"/>
          </ac:picMkLst>
        </pc:picChg>
      </pc:sldChg>
      <pc:sldChg chg="add del">
        <pc:chgData name="Kate, Sneha (Cognizant)" userId="62ca8c89-7698-4ba4-86c5-ae883b79a337" providerId="ADAL" clId="{B920D0E3-50BC-4572-A30C-C2D0580FB715}" dt="2023-07-20T12:13:21.005" v="1060" actId="2890"/>
        <pc:sldMkLst>
          <pc:docMk/>
          <pc:sldMk cId="42548663" sldId="730"/>
        </pc:sldMkLst>
      </pc:sldChg>
      <pc:sldChg chg="delSp modSp add mod">
        <pc:chgData name="Kate, Sneha (Cognizant)" userId="62ca8c89-7698-4ba4-86c5-ae883b79a337" providerId="ADAL" clId="{B920D0E3-50BC-4572-A30C-C2D0580FB715}" dt="2023-07-20T12:14:11.951" v="1117" actId="14100"/>
        <pc:sldMkLst>
          <pc:docMk/>
          <pc:sldMk cId="358433415" sldId="730"/>
        </pc:sldMkLst>
        <pc:spChg chg="mod">
          <ac:chgData name="Kate, Sneha (Cognizant)" userId="62ca8c89-7698-4ba4-86c5-ae883b79a337" providerId="ADAL" clId="{B920D0E3-50BC-4572-A30C-C2D0580FB715}" dt="2023-07-20T12:13:55.288" v="1114" actId="20577"/>
          <ac:spMkLst>
            <pc:docMk/>
            <pc:sldMk cId="358433415" sldId="730"/>
            <ac:spMk id="5" creationId="{7A8B3838-7BD6-DD5F-D50B-A9433F6534F7}"/>
          </ac:spMkLst>
        </pc:spChg>
        <pc:spChg chg="mod">
          <ac:chgData name="Kate, Sneha (Cognizant)" userId="62ca8c89-7698-4ba4-86c5-ae883b79a337" providerId="ADAL" clId="{B920D0E3-50BC-4572-A30C-C2D0580FB715}" dt="2023-07-20T12:14:11.951" v="1117" actId="14100"/>
          <ac:spMkLst>
            <pc:docMk/>
            <pc:sldMk cId="358433415" sldId="730"/>
            <ac:spMk id="20" creationId="{4C621679-D8D6-6A92-123F-0B378A52F909}"/>
          </ac:spMkLst>
        </pc:spChg>
        <pc:picChg chg="del">
          <ac:chgData name="Kate, Sneha (Cognizant)" userId="62ca8c89-7698-4ba4-86c5-ae883b79a337" providerId="ADAL" clId="{B920D0E3-50BC-4572-A30C-C2D0580FB715}" dt="2023-07-20T12:13:36.569" v="1062" actId="478"/>
          <ac:picMkLst>
            <pc:docMk/>
            <pc:sldMk cId="358433415" sldId="730"/>
            <ac:picMk id="4" creationId="{2321FAEC-F93C-1332-7238-9B1A85EDF9B7}"/>
          </ac:picMkLst>
        </pc:picChg>
      </pc:sldChg>
      <pc:sldChg chg="modSp add mod">
        <pc:chgData name="Kate, Sneha (Cognizant)" userId="62ca8c89-7698-4ba4-86c5-ae883b79a337" providerId="ADAL" clId="{B920D0E3-50BC-4572-A30C-C2D0580FB715}" dt="2023-07-20T12:14:55.897" v="1124" actId="14100"/>
        <pc:sldMkLst>
          <pc:docMk/>
          <pc:sldMk cId="108436782" sldId="731"/>
        </pc:sldMkLst>
        <pc:spChg chg="mod">
          <ac:chgData name="Kate, Sneha (Cognizant)" userId="62ca8c89-7698-4ba4-86c5-ae883b79a337" providerId="ADAL" clId="{B920D0E3-50BC-4572-A30C-C2D0580FB715}" dt="2023-07-20T12:14:41.868" v="1121" actId="20577"/>
          <ac:spMkLst>
            <pc:docMk/>
            <pc:sldMk cId="108436782" sldId="731"/>
            <ac:spMk id="5" creationId="{7A8B3838-7BD6-DD5F-D50B-A9433F6534F7}"/>
          </ac:spMkLst>
        </pc:spChg>
        <pc:spChg chg="mod">
          <ac:chgData name="Kate, Sneha (Cognizant)" userId="62ca8c89-7698-4ba4-86c5-ae883b79a337" providerId="ADAL" clId="{B920D0E3-50BC-4572-A30C-C2D0580FB715}" dt="2023-07-20T12:14:55.897" v="1124" actId="14100"/>
          <ac:spMkLst>
            <pc:docMk/>
            <pc:sldMk cId="108436782" sldId="731"/>
            <ac:spMk id="20" creationId="{4C621679-D8D6-6A92-123F-0B378A52F909}"/>
          </ac:spMkLst>
        </pc:spChg>
      </pc:sldChg>
      <pc:sldChg chg="modSp add mod">
        <pc:chgData name="Kate, Sneha (Cognizant)" userId="62ca8c89-7698-4ba4-86c5-ae883b79a337" providerId="ADAL" clId="{B920D0E3-50BC-4572-A30C-C2D0580FB715}" dt="2023-07-20T12:16:55.316" v="1130" actId="14100"/>
        <pc:sldMkLst>
          <pc:docMk/>
          <pc:sldMk cId="3768108972" sldId="732"/>
        </pc:sldMkLst>
        <pc:spChg chg="mod">
          <ac:chgData name="Kate, Sneha (Cognizant)" userId="62ca8c89-7698-4ba4-86c5-ae883b79a337" providerId="ADAL" clId="{B920D0E3-50BC-4572-A30C-C2D0580FB715}" dt="2023-07-20T12:16:40.419" v="1127" actId="20577"/>
          <ac:spMkLst>
            <pc:docMk/>
            <pc:sldMk cId="3768108972" sldId="732"/>
            <ac:spMk id="5" creationId="{7A8B3838-7BD6-DD5F-D50B-A9433F6534F7}"/>
          </ac:spMkLst>
        </pc:spChg>
        <pc:spChg chg="mod">
          <ac:chgData name="Kate, Sneha (Cognizant)" userId="62ca8c89-7698-4ba4-86c5-ae883b79a337" providerId="ADAL" clId="{B920D0E3-50BC-4572-A30C-C2D0580FB715}" dt="2023-07-20T12:16:55.316" v="1130" actId="14100"/>
          <ac:spMkLst>
            <pc:docMk/>
            <pc:sldMk cId="3768108972" sldId="732"/>
            <ac:spMk id="20" creationId="{4C621679-D8D6-6A92-123F-0B378A52F909}"/>
          </ac:spMkLst>
        </pc:spChg>
      </pc:sldChg>
      <pc:sldChg chg="addSp modSp add mod">
        <pc:chgData name="Kate, Sneha (Cognizant)" userId="62ca8c89-7698-4ba4-86c5-ae883b79a337" providerId="ADAL" clId="{B920D0E3-50BC-4572-A30C-C2D0580FB715}" dt="2023-07-20T12:18:43.434" v="1208"/>
        <pc:sldMkLst>
          <pc:docMk/>
          <pc:sldMk cId="265050381" sldId="733"/>
        </pc:sldMkLst>
        <pc:spChg chg="mod">
          <ac:chgData name="Kate, Sneha (Cognizant)" userId="62ca8c89-7698-4ba4-86c5-ae883b79a337" providerId="ADAL" clId="{B920D0E3-50BC-4572-A30C-C2D0580FB715}" dt="2023-07-20T12:17:41.264" v="1189" actId="20577"/>
          <ac:spMkLst>
            <pc:docMk/>
            <pc:sldMk cId="265050381" sldId="733"/>
            <ac:spMk id="5" creationId="{7A8B3838-7BD6-DD5F-D50B-A9433F6534F7}"/>
          </ac:spMkLst>
        </pc:spChg>
        <pc:spChg chg="mod">
          <ac:chgData name="Kate, Sneha (Cognizant)" userId="62ca8c89-7698-4ba4-86c5-ae883b79a337" providerId="ADAL" clId="{B920D0E3-50BC-4572-A30C-C2D0580FB715}" dt="2023-07-20T12:18:43.434" v="1208"/>
          <ac:spMkLst>
            <pc:docMk/>
            <pc:sldMk cId="265050381" sldId="733"/>
            <ac:spMk id="20" creationId="{4C621679-D8D6-6A92-123F-0B378A52F909}"/>
          </ac:spMkLst>
        </pc:spChg>
        <pc:picChg chg="add mod">
          <ac:chgData name="Kate, Sneha (Cognizant)" userId="62ca8c89-7698-4ba4-86c5-ae883b79a337" providerId="ADAL" clId="{B920D0E3-50BC-4572-A30C-C2D0580FB715}" dt="2023-07-20T12:18:03.147" v="1193" actId="1076"/>
          <ac:picMkLst>
            <pc:docMk/>
            <pc:sldMk cId="265050381" sldId="733"/>
            <ac:picMk id="4" creationId="{DE515C9F-44EF-94BD-66F4-E0FFD90E0E51}"/>
          </ac:picMkLst>
        </pc:picChg>
        <pc:picChg chg="add mod">
          <ac:chgData name="Kate, Sneha (Cognizant)" userId="62ca8c89-7698-4ba4-86c5-ae883b79a337" providerId="ADAL" clId="{B920D0E3-50BC-4572-A30C-C2D0580FB715}" dt="2023-07-20T12:18:14.143" v="1196" actId="1076"/>
          <ac:picMkLst>
            <pc:docMk/>
            <pc:sldMk cId="265050381" sldId="733"/>
            <ac:picMk id="6" creationId="{4C3A6BEA-41C1-0F1F-8B51-A4E3925D5779}"/>
          </ac:picMkLst>
        </pc:picChg>
      </pc:sldChg>
      <pc:sldChg chg="delSp modSp add mod">
        <pc:chgData name="Kate, Sneha (Cognizant)" userId="62ca8c89-7698-4ba4-86c5-ae883b79a337" providerId="ADAL" clId="{B920D0E3-50BC-4572-A30C-C2D0580FB715}" dt="2023-07-20T12:19:50.676" v="1268" actId="5793"/>
        <pc:sldMkLst>
          <pc:docMk/>
          <pc:sldMk cId="4093084051" sldId="734"/>
        </pc:sldMkLst>
        <pc:spChg chg="mod">
          <ac:chgData name="Kate, Sneha (Cognizant)" userId="62ca8c89-7698-4ba4-86c5-ae883b79a337" providerId="ADAL" clId="{B920D0E3-50BC-4572-A30C-C2D0580FB715}" dt="2023-07-20T12:19:41.636" v="1265" actId="20577"/>
          <ac:spMkLst>
            <pc:docMk/>
            <pc:sldMk cId="4093084051" sldId="734"/>
            <ac:spMk id="5" creationId="{7A8B3838-7BD6-DD5F-D50B-A9433F6534F7}"/>
          </ac:spMkLst>
        </pc:spChg>
        <pc:spChg chg="mod">
          <ac:chgData name="Kate, Sneha (Cognizant)" userId="62ca8c89-7698-4ba4-86c5-ae883b79a337" providerId="ADAL" clId="{B920D0E3-50BC-4572-A30C-C2D0580FB715}" dt="2023-07-20T12:19:50.676" v="1268" actId="5793"/>
          <ac:spMkLst>
            <pc:docMk/>
            <pc:sldMk cId="4093084051" sldId="734"/>
            <ac:spMk id="20" creationId="{4C621679-D8D6-6A92-123F-0B378A52F909}"/>
          </ac:spMkLst>
        </pc:spChg>
        <pc:picChg chg="del">
          <ac:chgData name="Kate, Sneha (Cognizant)" userId="62ca8c89-7698-4ba4-86c5-ae883b79a337" providerId="ADAL" clId="{B920D0E3-50BC-4572-A30C-C2D0580FB715}" dt="2023-07-20T12:19:16.765" v="1210" actId="478"/>
          <ac:picMkLst>
            <pc:docMk/>
            <pc:sldMk cId="4093084051" sldId="734"/>
            <ac:picMk id="4" creationId="{DE515C9F-44EF-94BD-66F4-E0FFD90E0E51}"/>
          </ac:picMkLst>
        </pc:picChg>
        <pc:picChg chg="del">
          <ac:chgData name="Kate, Sneha (Cognizant)" userId="62ca8c89-7698-4ba4-86c5-ae883b79a337" providerId="ADAL" clId="{B920D0E3-50BC-4572-A30C-C2D0580FB715}" dt="2023-07-20T12:19:18.114" v="1211" actId="478"/>
          <ac:picMkLst>
            <pc:docMk/>
            <pc:sldMk cId="4093084051" sldId="734"/>
            <ac:picMk id="6" creationId="{4C3A6BEA-41C1-0F1F-8B51-A4E3925D5779}"/>
          </ac:picMkLst>
        </pc:picChg>
      </pc:sldChg>
      <pc:sldChg chg="modSp add mod">
        <pc:chgData name="Kate, Sneha (Cognizant)" userId="62ca8c89-7698-4ba4-86c5-ae883b79a337" providerId="ADAL" clId="{B920D0E3-50BC-4572-A30C-C2D0580FB715}" dt="2023-07-20T12:23:59.959" v="1339" actId="14100"/>
        <pc:sldMkLst>
          <pc:docMk/>
          <pc:sldMk cId="2953658819" sldId="735"/>
        </pc:sldMkLst>
        <pc:spChg chg="mod">
          <ac:chgData name="Kate, Sneha (Cognizant)" userId="62ca8c89-7698-4ba4-86c5-ae883b79a337" providerId="ADAL" clId="{B920D0E3-50BC-4572-A30C-C2D0580FB715}" dt="2023-07-20T12:23:32.111" v="1271" actId="20577"/>
          <ac:spMkLst>
            <pc:docMk/>
            <pc:sldMk cId="2953658819" sldId="735"/>
            <ac:spMk id="5" creationId="{7A8B3838-7BD6-DD5F-D50B-A9433F6534F7}"/>
          </ac:spMkLst>
        </pc:spChg>
        <pc:spChg chg="mod">
          <ac:chgData name="Kate, Sneha (Cognizant)" userId="62ca8c89-7698-4ba4-86c5-ae883b79a337" providerId="ADAL" clId="{B920D0E3-50BC-4572-A30C-C2D0580FB715}" dt="2023-07-20T12:23:59.959" v="1339" actId="14100"/>
          <ac:spMkLst>
            <pc:docMk/>
            <pc:sldMk cId="2953658819" sldId="735"/>
            <ac:spMk id="20" creationId="{4C621679-D8D6-6A92-123F-0B378A52F909}"/>
          </ac:spMkLst>
        </pc:spChg>
      </pc:sldChg>
      <pc:sldChg chg="addSp modSp add mod">
        <pc:chgData name="Kate, Sneha (Cognizant)" userId="62ca8c89-7698-4ba4-86c5-ae883b79a337" providerId="ADAL" clId="{B920D0E3-50BC-4572-A30C-C2D0580FB715}" dt="2023-07-20T12:25:57.082" v="1411"/>
        <pc:sldMkLst>
          <pc:docMk/>
          <pc:sldMk cId="1136677816" sldId="736"/>
        </pc:sldMkLst>
        <pc:spChg chg="mod">
          <ac:chgData name="Kate, Sneha (Cognizant)" userId="62ca8c89-7698-4ba4-86c5-ae883b79a337" providerId="ADAL" clId="{B920D0E3-50BC-4572-A30C-C2D0580FB715}" dt="2023-07-20T12:25:23.011" v="1406" actId="20577"/>
          <ac:spMkLst>
            <pc:docMk/>
            <pc:sldMk cId="1136677816" sldId="736"/>
            <ac:spMk id="5" creationId="{7A8B3838-7BD6-DD5F-D50B-A9433F6534F7}"/>
          </ac:spMkLst>
        </pc:spChg>
        <pc:spChg chg="mod">
          <ac:chgData name="Kate, Sneha (Cognizant)" userId="62ca8c89-7698-4ba4-86c5-ae883b79a337" providerId="ADAL" clId="{B920D0E3-50BC-4572-A30C-C2D0580FB715}" dt="2023-07-20T12:25:57.082" v="1411"/>
          <ac:spMkLst>
            <pc:docMk/>
            <pc:sldMk cId="1136677816" sldId="736"/>
            <ac:spMk id="20" creationId="{4C621679-D8D6-6A92-123F-0B378A52F909}"/>
          </ac:spMkLst>
        </pc:spChg>
        <pc:picChg chg="add mod">
          <ac:chgData name="Kate, Sneha (Cognizant)" userId="62ca8c89-7698-4ba4-86c5-ae883b79a337" providerId="ADAL" clId="{B920D0E3-50BC-4572-A30C-C2D0580FB715}" dt="2023-07-20T12:25:47.790" v="1410" actId="1076"/>
          <ac:picMkLst>
            <pc:docMk/>
            <pc:sldMk cId="1136677816" sldId="736"/>
            <ac:picMk id="4" creationId="{118E0E29-54F4-6A24-B547-212DB9D532A5}"/>
          </ac:picMkLst>
        </pc:picChg>
      </pc:sldChg>
      <pc:sldChg chg="addSp delSp modSp add mod">
        <pc:chgData name="Kate, Sneha (Cognizant)" userId="62ca8c89-7698-4ba4-86c5-ae883b79a337" providerId="ADAL" clId="{B920D0E3-50BC-4572-A30C-C2D0580FB715}" dt="2023-07-20T12:27:37.010" v="1479" actId="1076"/>
        <pc:sldMkLst>
          <pc:docMk/>
          <pc:sldMk cId="2894825835" sldId="737"/>
        </pc:sldMkLst>
        <pc:spChg chg="mod">
          <ac:chgData name="Kate, Sneha (Cognizant)" userId="62ca8c89-7698-4ba4-86c5-ae883b79a337" providerId="ADAL" clId="{B920D0E3-50BC-4572-A30C-C2D0580FB715}" dt="2023-07-20T12:27:12.166" v="1474" actId="20577"/>
          <ac:spMkLst>
            <pc:docMk/>
            <pc:sldMk cId="2894825835" sldId="737"/>
            <ac:spMk id="5" creationId="{7A8B3838-7BD6-DD5F-D50B-A9433F6534F7}"/>
          </ac:spMkLst>
        </pc:spChg>
        <pc:spChg chg="mod">
          <ac:chgData name="Kate, Sneha (Cognizant)" userId="62ca8c89-7698-4ba4-86c5-ae883b79a337" providerId="ADAL" clId="{B920D0E3-50BC-4572-A30C-C2D0580FB715}" dt="2023-07-20T12:27:28.993" v="1476" actId="20577"/>
          <ac:spMkLst>
            <pc:docMk/>
            <pc:sldMk cId="2894825835" sldId="737"/>
            <ac:spMk id="20" creationId="{4C621679-D8D6-6A92-123F-0B378A52F909}"/>
          </ac:spMkLst>
        </pc:spChg>
        <pc:picChg chg="del">
          <ac:chgData name="Kate, Sneha (Cognizant)" userId="62ca8c89-7698-4ba4-86c5-ae883b79a337" providerId="ADAL" clId="{B920D0E3-50BC-4572-A30C-C2D0580FB715}" dt="2023-07-20T12:26:40.801" v="1413" actId="478"/>
          <ac:picMkLst>
            <pc:docMk/>
            <pc:sldMk cId="2894825835" sldId="737"/>
            <ac:picMk id="4" creationId="{118E0E29-54F4-6A24-B547-212DB9D532A5}"/>
          </ac:picMkLst>
        </pc:picChg>
        <pc:picChg chg="add mod">
          <ac:chgData name="Kate, Sneha (Cognizant)" userId="62ca8c89-7698-4ba4-86c5-ae883b79a337" providerId="ADAL" clId="{B920D0E3-50BC-4572-A30C-C2D0580FB715}" dt="2023-07-20T12:27:37.010" v="1479" actId="1076"/>
          <ac:picMkLst>
            <pc:docMk/>
            <pc:sldMk cId="2894825835" sldId="737"/>
            <ac:picMk id="6" creationId="{0FBFAA64-CF66-0FEF-FD48-2CA06598AB04}"/>
          </ac:picMkLst>
        </pc:picChg>
      </pc:sldChg>
      <pc:sldChg chg="modSp add mod ord">
        <pc:chgData name="Kate, Sneha (Cognizant)" userId="62ca8c89-7698-4ba4-86c5-ae883b79a337" providerId="ADAL" clId="{B920D0E3-50BC-4572-A30C-C2D0580FB715}" dt="2023-07-20T12:43:06.806" v="1740" actId="20577"/>
        <pc:sldMkLst>
          <pc:docMk/>
          <pc:sldMk cId="2277888862" sldId="738"/>
        </pc:sldMkLst>
        <pc:spChg chg="mod">
          <ac:chgData name="Kate, Sneha (Cognizant)" userId="62ca8c89-7698-4ba4-86c5-ae883b79a337" providerId="ADAL" clId="{B920D0E3-50BC-4572-A30C-C2D0580FB715}" dt="2023-07-20T12:38:44.328" v="1735" actId="20577"/>
          <ac:spMkLst>
            <pc:docMk/>
            <pc:sldMk cId="2277888862" sldId="738"/>
            <ac:spMk id="2" creationId="{6DD6D1A9-B0C5-D73A-BAE7-E3FCBDA3F0BA}"/>
          </ac:spMkLst>
        </pc:spChg>
        <pc:spChg chg="mod">
          <ac:chgData name="Kate, Sneha (Cognizant)" userId="62ca8c89-7698-4ba4-86c5-ae883b79a337" providerId="ADAL" clId="{B920D0E3-50BC-4572-A30C-C2D0580FB715}" dt="2023-07-20T12:43:06.806" v="1740" actId="20577"/>
          <ac:spMkLst>
            <pc:docMk/>
            <pc:sldMk cId="2277888862" sldId="738"/>
            <ac:spMk id="3" creationId="{C7276DC3-F326-F107-FC8E-C78A1B588DB8}"/>
          </ac:spMkLst>
        </pc:spChg>
        <pc:spChg chg="mod">
          <ac:chgData name="Kate, Sneha (Cognizant)" userId="62ca8c89-7698-4ba4-86c5-ae883b79a337" providerId="ADAL" clId="{B920D0E3-50BC-4572-A30C-C2D0580FB715}" dt="2023-07-20T12:43:00.209" v="1738" actId="14100"/>
          <ac:spMkLst>
            <pc:docMk/>
            <pc:sldMk cId="2277888862" sldId="738"/>
            <ac:spMk id="5" creationId="{950E133F-E69D-1B0A-B204-ED8872B1C093}"/>
          </ac:spMkLst>
        </pc:spChg>
      </pc:sldChg>
      <pc:sldChg chg="modSp add mod ord">
        <pc:chgData name="Kate, Sneha (Cognizant)" userId="62ca8c89-7698-4ba4-86c5-ae883b79a337" providerId="ADAL" clId="{B920D0E3-50BC-4572-A30C-C2D0580FB715}" dt="2023-07-20T12:51:04.870" v="1902" actId="20577"/>
        <pc:sldMkLst>
          <pc:docMk/>
          <pc:sldMk cId="341653944" sldId="739"/>
        </pc:sldMkLst>
        <pc:spChg chg="mod">
          <ac:chgData name="Kate, Sneha (Cognizant)" userId="62ca8c89-7698-4ba4-86c5-ae883b79a337" providerId="ADAL" clId="{B920D0E3-50BC-4572-A30C-C2D0580FB715}" dt="2023-07-20T12:51:04.870" v="1902" actId="20577"/>
          <ac:spMkLst>
            <pc:docMk/>
            <pc:sldMk cId="341653944" sldId="739"/>
            <ac:spMk id="3" creationId="{C7276DC3-F326-F107-FC8E-C78A1B588DB8}"/>
          </ac:spMkLst>
        </pc:spChg>
      </pc:sldChg>
      <pc:sldChg chg="modSp add mod">
        <pc:chgData name="Kate, Sneha (Cognizant)" userId="62ca8c89-7698-4ba4-86c5-ae883b79a337" providerId="ADAL" clId="{B920D0E3-50BC-4572-A30C-C2D0580FB715}" dt="2023-07-20T12:55:14.825" v="2042" actId="14100"/>
        <pc:sldMkLst>
          <pc:docMk/>
          <pc:sldMk cId="3393904705" sldId="740"/>
        </pc:sldMkLst>
        <pc:spChg chg="mod">
          <ac:chgData name="Kate, Sneha (Cognizant)" userId="62ca8c89-7698-4ba4-86c5-ae883b79a337" providerId="ADAL" clId="{B920D0E3-50BC-4572-A30C-C2D0580FB715}" dt="2023-07-20T12:54:45.316" v="2037" actId="20577"/>
          <ac:spMkLst>
            <pc:docMk/>
            <pc:sldMk cId="3393904705" sldId="740"/>
            <ac:spMk id="5" creationId="{7A8B3838-7BD6-DD5F-D50B-A9433F6534F7}"/>
          </ac:spMkLst>
        </pc:spChg>
        <pc:spChg chg="mod">
          <ac:chgData name="Kate, Sneha (Cognizant)" userId="62ca8c89-7698-4ba4-86c5-ae883b79a337" providerId="ADAL" clId="{B920D0E3-50BC-4572-A30C-C2D0580FB715}" dt="2023-07-20T12:55:14.825" v="2042" actId="14100"/>
          <ac:spMkLst>
            <pc:docMk/>
            <pc:sldMk cId="3393904705" sldId="740"/>
            <ac:spMk id="6" creationId="{181BFC26-F14C-7ED6-47CB-ED3923B4B7B6}"/>
          </ac:spMkLst>
        </pc:spChg>
      </pc:sldChg>
      <pc:sldChg chg="addSp delSp modSp add mod">
        <pc:chgData name="Kate, Sneha (Cognizant)" userId="62ca8c89-7698-4ba4-86c5-ae883b79a337" providerId="ADAL" clId="{B920D0E3-50BC-4572-A30C-C2D0580FB715}" dt="2023-07-20T13:00:45.114" v="2076" actId="478"/>
        <pc:sldMkLst>
          <pc:docMk/>
          <pc:sldMk cId="111200850" sldId="741"/>
        </pc:sldMkLst>
        <pc:spChg chg="mod">
          <ac:chgData name="Kate, Sneha (Cognizant)" userId="62ca8c89-7698-4ba4-86c5-ae883b79a337" providerId="ADAL" clId="{B920D0E3-50BC-4572-A30C-C2D0580FB715}" dt="2023-07-20T12:58:38.906" v="2071" actId="20577"/>
          <ac:spMkLst>
            <pc:docMk/>
            <pc:sldMk cId="111200850" sldId="741"/>
            <ac:spMk id="5" creationId="{7A8B3838-7BD6-DD5F-D50B-A9433F6534F7}"/>
          </ac:spMkLst>
        </pc:spChg>
        <pc:spChg chg="mod">
          <ac:chgData name="Kate, Sneha (Cognizant)" userId="62ca8c89-7698-4ba4-86c5-ae883b79a337" providerId="ADAL" clId="{B920D0E3-50BC-4572-A30C-C2D0580FB715}" dt="2023-07-20T12:58:44.288" v="2072" actId="20577"/>
          <ac:spMkLst>
            <pc:docMk/>
            <pc:sldMk cId="111200850" sldId="741"/>
            <ac:spMk id="6" creationId="{181BFC26-F14C-7ED6-47CB-ED3923B4B7B6}"/>
          </ac:spMkLst>
        </pc:spChg>
        <pc:picChg chg="add del mod">
          <ac:chgData name="Kate, Sneha (Cognizant)" userId="62ca8c89-7698-4ba4-86c5-ae883b79a337" providerId="ADAL" clId="{B920D0E3-50BC-4572-A30C-C2D0580FB715}" dt="2023-07-20T13:00:45.114" v="2076" actId="478"/>
          <ac:picMkLst>
            <pc:docMk/>
            <pc:sldMk cId="111200850" sldId="741"/>
            <ac:picMk id="4" creationId="{DF0FD327-D4B8-8BC7-530C-3C57975ECF00}"/>
          </ac:picMkLst>
        </pc:picChg>
      </pc:sldChg>
      <pc:sldChg chg="addSp delSp modSp add mod">
        <pc:chgData name="Kate, Sneha (Cognizant)" userId="62ca8c89-7698-4ba4-86c5-ae883b79a337" providerId="ADAL" clId="{B920D0E3-50BC-4572-A30C-C2D0580FB715}" dt="2023-07-20T13:01:44.523" v="2084" actId="1076"/>
        <pc:sldMkLst>
          <pc:docMk/>
          <pc:sldMk cId="2132361171" sldId="742"/>
        </pc:sldMkLst>
        <pc:spChg chg="mod">
          <ac:chgData name="Kate, Sneha (Cognizant)" userId="62ca8c89-7698-4ba4-86c5-ae883b79a337" providerId="ADAL" clId="{B920D0E3-50BC-4572-A30C-C2D0580FB715}" dt="2023-07-20T13:01:14.900" v="2081" actId="20577"/>
          <ac:spMkLst>
            <pc:docMk/>
            <pc:sldMk cId="2132361171" sldId="742"/>
            <ac:spMk id="5" creationId="{7A8B3838-7BD6-DD5F-D50B-A9433F6534F7}"/>
          </ac:spMkLst>
        </pc:spChg>
        <pc:spChg chg="mod">
          <ac:chgData name="Kate, Sneha (Cognizant)" userId="62ca8c89-7698-4ba4-86c5-ae883b79a337" providerId="ADAL" clId="{B920D0E3-50BC-4572-A30C-C2D0580FB715}" dt="2023-07-20T13:01:30.047" v="2082"/>
          <ac:spMkLst>
            <pc:docMk/>
            <pc:sldMk cId="2132361171" sldId="742"/>
            <ac:spMk id="6" creationId="{181BFC26-F14C-7ED6-47CB-ED3923B4B7B6}"/>
          </ac:spMkLst>
        </pc:spChg>
        <pc:picChg chg="del">
          <ac:chgData name="Kate, Sneha (Cognizant)" userId="62ca8c89-7698-4ba4-86c5-ae883b79a337" providerId="ADAL" clId="{B920D0E3-50BC-4572-A30C-C2D0580FB715}" dt="2023-07-20T13:01:01.994" v="2078" actId="478"/>
          <ac:picMkLst>
            <pc:docMk/>
            <pc:sldMk cId="2132361171" sldId="742"/>
            <ac:picMk id="4" creationId="{DF0FD327-D4B8-8BC7-530C-3C57975ECF00}"/>
          </ac:picMkLst>
        </pc:picChg>
        <pc:picChg chg="add mod">
          <ac:chgData name="Kate, Sneha (Cognizant)" userId="62ca8c89-7698-4ba4-86c5-ae883b79a337" providerId="ADAL" clId="{B920D0E3-50BC-4572-A30C-C2D0580FB715}" dt="2023-07-20T13:01:44.523" v="2084" actId="1076"/>
          <ac:picMkLst>
            <pc:docMk/>
            <pc:sldMk cId="2132361171" sldId="742"/>
            <ac:picMk id="7" creationId="{7C940322-EECE-07A8-AF33-8C95BC89D479}"/>
          </ac:picMkLst>
        </pc:picChg>
      </pc:sldChg>
      <pc:sldChg chg="addSp delSp modSp add mod">
        <pc:chgData name="Kate, Sneha (Cognizant)" userId="62ca8c89-7698-4ba4-86c5-ae883b79a337" providerId="ADAL" clId="{B920D0E3-50BC-4572-A30C-C2D0580FB715}" dt="2023-07-20T13:03:01.093" v="2124" actId="1076"/>
        <pc:sldMkLst>
          <pc:docMk/>
          <pc:sldMk cId="4057816518" sldId="743"/>
        </pc:sldMkLst>
        <pc:spChg chg="mod">
          <ac:chgData name="Kate, Sneha (Cognizant)" userId="62ca8c89-7698-4ba4-86c5-ae883b79a337" providerId="ADAL" clId="{B920D0E3-50BC-4572-A30C-C2D0580FB715}" dt="2023-07-20T13:02:20.891" v="2117" actId="20577"/>
          <ac:spMkLst>
            <pc:docMk/>
            <pc:sldMk cId="4057816518" sldId="743"/>
            <ac:spMk id="5" creationId="{7A8B3838-7BD6-DD5F-D50B-A9433F6534F7}"/>
          </ac:spMkLst>
        </pc:spChg>
        <pc:spChg chg="mod">
          <ac:chgData name="Kate, Sneha (Cognizant)" userId="62ca8c89-7698-4ba4-86c5-ae883b79a337" providerId="ADAL" clId="{B920D0E3-50BC-4572-A30C-C2D0580FB715}" dt="2023-07-20T13:02:51.368" v="2122" actId="5793"/>
          <ac:spMkLst>
            <pc:docMk/>
            <pc:sldMk cId="4057816518" sldId="743"/>
            <ac:spMk id="6" creationId="{181BFC26-F14C-7ED6-47CB-ED3923B4B7B6}"/>
          </ac:spMkLst>
        </pc:spChg>
        <pc:picChg chg="add mod">
          <ac:chgData name="Kate, Sneha (Cognizant)" userId="62ca8c89-7698-4ba4-86c5-ae883b79a337" providerId="ADAL" clId="{B920D0E3-50BC-4572-A30C-C2D0580FB715}" dt="2023-07-20T13:03:01.093" v="2124" actId="1076"/>
          <ac:picMkLst>
            <pc:docMk/>
            <pc:sldMk cId="4057816518" sldId="743"/>
            <ac:picMk id="4" creationId="{6CC4C5F4-78F0-51A4-B150-D0332767F29C}"/>
          </ac:picMkLst>
        </pc:picChg>
        <pc:picChg chg="del">
          <ac:chgData name="Kate, Sneha (Cognizant)" userId="62ca8c89-7698-4ba4-86c5-ae883b79a337" providerId="ADAL" clId="{B920D0E3-50BC-4572-A30C-C2D0580FB715}" dt="2023-07-20T13:02:04.777" v="2086" actId="478"/>
          <ac:picMkLst>
            <pc:docMk/>
            <pc:sldMk cId="4057816518" sldId="743"/>
            <ac:picMk id="7" creationId="{7C940322-EECE-07A8-AF33-8C95BC89D479}"/>
          </ac:picMkLst>
        </pc:picChg>
      </pc:sldChg>
      <pc:sldChg chg="addSp delSp modSp add mod">
        <pc:chgData name="Kate, Sneha (Cognizant)" userId="62ca8c89-7698-4ba4-86c5-ae883b79a337" providerId="ADAL" clId="{B920D0E3-50BC-4572-A30C-C2D0580FB715}" dt="2023-07-20T13:04:06.196" v="2171" actId="12"/>
        <pc:sldMkLst>
          <pc:docMk/>
          <pc:sldMk cId="1539651415" sldId="744"/>
        </pc:sldMkLst>
        <pc:spChg chg="mod">
          <ac:chgData name="Kate, Sneha (Cognizant)" userId="62ca8c89-7698-4ba4-86c5-ae883b79a337" providerId="ADAL" clId="{B920D0E3-50BC-4572-A30C-C2D0580FB715}" dt="2023-07-20T13:03:43.044" v="2168" actId="20577"/>
          <ac:spMkLst>
            <pc:docMk/>
            <pc:sldMk cId="1539651415" sldId="744"/>
            <ac:spMk id="5" creationId="{7A8B3838-7BD6-DD5F-D50B-A9433F6534F7}"/>
          </ac:spMkLst>
        </pc:spChg>
        <pc:spChg chg="mod">
          <ac:chgData name="Kate, Sneha (Cognizant)" userId="62ca8c89-7698-4ba4-86c5-ae883b79a337" providerId="ADAL" clId="{B920D0E3-50BC-4572-A30C-C2D0580FB715}" dt="2023-07-20T13:04:06.196" v="2171" actId="12"/>
          <ac:spMkLst>
            <pc:docMk/>
            <pc:sldMk cId="1539651415" sldId="744"/>
            <ac:spMk id="6" creationId="{181BFC26-F14C-7ED6-47CB-ED3923B4B7B6}"/>
          </ac:spMkLst>
        </pc:spChg>
        <pc:picChg chg="del">
          <ac:chgData name="Kate, Sneha (Cognizant)" userId="62ca8c89-7698-4ba4-86c5-ae883b79a337" providerId="ADAL" clId="{B920D0E3-50BC-4572-A30C-C2D0580FB715}" dt="2023-07-20T13:03:21.129" v="2126" actId="478"/>
          <ac:picMkLst>
            <pc:docMk/>
            <pc:sldMk cId="1539651415" sldId="744"/>
            <ac:picMk id="4" creationId="{6CC4C5F4-78F0-51A4-B150-D0332767F29C}"/>
          </ac:picMkLst>
        </pc:picChg>
        <pc:picChg chg="add mod">
          <ac:chgData name="Kate, Sneha (Cognizant)" userId="62ca8c89-7698-4ba4-86c5-ae883b79a337" providerId="ADAL" clId="{B920D0E3-50BC-4572-A30C-C2D0580FB715}" dt="2023-07-20T13:03:30.534" v="2128" actId="1076"/>
          <ac:picMkLst>
            <pc:docMk/>
            <pc:sldMk cId="1539651415" sldId="744"/>
            <ac:picMk id="7" creationId="{EDB83DBB-EF54-7284-D1E2-C12C906A8224}"/>
          </ac:picMkLst>
        </pc:picChg>
      </pc:sldChg>
      <pc:sldChg chg="addSp delSp modSp add del mod">
        <pc:chgData name="Kate, Sneha (Cognizant)" userId="62ca8c89-7698-4ba4-86c5-ae883b79a337" providerId="ADAL" clId="{B920D0E3-50BC-4572-A30C-C2D0580FB715}" dt="2023-07-20T13:56:52.373" v="2692" actId="2696"/>
        <pc:sldMkLst>
          <pc:docMk/>
          <pc:sldMk cId="1510041170" sldId="745"/>
        </pc:sldMkLst>
        <pc:spChg chg="add mod">
          <ac:chgData name="Kate, Sneha (Cognizant)" userId="62ca8c89-7698-4ba4-86c5-ae883b79a337" providerId="ADAL" clId="{B920D0E3-50BC-4572-A30C-C2D0580FB715}" dt="2023-07-20T13:11:51.518" v="2269" actId="1076"/>
          <ac:spMkLst>
            <pc:docMk/>
            <pc:sldMk cId="1510041170" sldId="745"/>
            <ac:spMk id="4" creationId="{64C868F4-1B29-276B-6BD0-529E5CD6F7A8}"/>
          </ac:spMkLst>
        </pc:spChg>
        <pc:spChg chg="mod">
          <ac:chgData name="Kate, Sneha (Cognizant)" userId="62ca8c89-7698-4ba4-86c5-ae883b79a337" providerId="ADAL" clId="{B920D0E3-50BC-4572-A30C-C2D0580FB715}" dt="2023-07-20T13:15:47.250" v="2378" actId="20577"/>
          <ac:spMkLst>
            <pc:docMk/>
            <pc:sldMk cId="1510041170" sldId="745"/>
            <ac:spMk id="5" creationId="{7A8B3838-7BD6-DD5F-D50B-A9433F6534F7}"/>
          </ac:spMkLst>
        </pc:spChg>
        <pc:spChg chg="mod">
          <ac:chgData name="Kate, Sneha (Cognizant)" userId="62ca8c89-7698-4ba4-86c5-ae883b79a337" providerId="ADAL" clId="{B920D0E3-50BC-4572-A30C-C2D0580FB715}" dt="2023-07-20T13:54:52.336" v="2650" actId="1076"/>
          <ac:spMkLst>
            <pc:docMk/>
            <pc:sldMk cId="1510041170" sldId="745"/>
            <ac:spMk id="6" creationId="{181BFC26-F14C-7ED6-47CB-ED3923B4B7B6}"/>
          </ac:spMkLst>
        </pc:spChg>
        <pc:spChg chg="add mod">
          <ac:chgData name="Kate, Sneha (Cognizant)" userId="62ca8c89-7698-4ba4-86c5-ae883b79a337" providerId="ADAL" clId="{B920D0E3-50BC-4572-A30C-C2D0580FB715}" dt="2023-07-20T13:12:52.040" v="2287" actId="20577"/>
          <ac:spMkLst>
            <pc:docMk/>
            <pc:sldMk cId="1510041170" sldId="745"/>
            <ac:spMk id="8" creationId="{1780860C-791F-838E-1F90-EA2CE20D416E}"/>
          </ac:spMkLst>
        </pc:spChg>
        <pc:picChg chg="del">
          <ac:chgData name="Kate, Sneha (Cognizant)" userId="62ca8c89-7698-4ba4-86c5-ae883b79a337" providerId="ADAL" clId="{B920D0E3-50BC-4572-A30C-C2D0580FB715}" dt="2023-07-20T13:04:54.464" v="2173" actId="478"/>
          <ac:picMkLst>
            <pc:docMk/>
            <pc:sldMk cId="1510041170" sldId="745"/>
            <ac:picMk id="7" creationId="{EDB83DBB-EF54-7284-D1E2-C12C906A8224}"/>
          </ac:picMkLst>
        </pc:picChg>
      </pc:sldChg>
      <pc:sldChg chg="modSp add del mod">
        <pc:chgData name="Kate, Sneha (Cognizant)" userId="62ca8c89-7698-4ba4-86c5-ae883b79a337" providerId="ADAL" clId="{B920D0E3-50BC-4572-A30C-C2D0580FB715}" dt="2023-07-21T06:28:09.833" v="2755" actId="2696"/>
        <pc:sldMkLst>
          <pc:docMk/>
          <pc:sldMk cId="1889595361" sldId="746"/>
        </pc:sldMkLst>
        <pc:spChg chg="mod">
          <ac:chgData name="Kate, Sneha (Cognizant)" userId="62ca8c89-7698-4ba4-86c5-ae883b79a337" providerId="ADAL" clId="{B920D0E3-50BC-4572-A30C-C2D0580FB715}" dt="2023-07-20T13:57:18.952" v="2697" actId="1076"/>
          <ac:spMkLst>
            <pc:docMk/>
            <pc:sldMk cId="1889595361" sldId="746"/>
            <ac:spMk id="4" creationId="{64C868F4-1B29-276B-6BD0-529E5CD6F7A8}"/>
          </ac:spMkLst>
        </pc:spChg>
        <pc:spChg chg="mod">
          <ac:chgData name="Kate, Sneha (Cognizant)" userId="62ca8c89-7698-4ba4-86c5-ae883b79a337" providerId="ADAL" clId="{B920D0E3-50BC-4572-A30C-C2D0580FB715}" dt="2023-07-20T13:15:53.095" v="2380" actId="20577"/>
          <ac:spMkLst>
            <pc:docMk/>
            <pc:sldMk cId="1889595361" sldId="746"/>
            <ac:spMk id="5" creationId="{7A8B3838-7BD6-DD5F-D50B-A9433F6534F7}"/>
          </ac:spMkLst>
        </pc:spChg>
        <pc:spChg chg="mod">
          <ac:chgData name="Kate, Sneha (Cognizant)" userId="62ca8c89-7698-4ba4-86c5-ae883b79a337" providerId="ADAL" clId="{B920D0E3-50BC-4572-A30C-C2D0580FB715}" dt="2023-07-20T13:14:52.673" v="2304" actId="14100"/>
          <ac:spMkLst>
            <pc:docMk/>
            <pc:sldMk cId="1889595361" sldId="746"/>
            <ac:spMk id="6" creationId="{181BFC26-F14C-7ED6-47CB-ED3923B4B7B6}"/>
          </ac:spMkLst>
        </pc:spChg>
        <pc:spChg chg="mod">
          <ac:chgData name="Kate, Sneha (Cognizant)" userId="62ca8c89-7698-4ba4-86c5-ae883b79a337" providerId="ADAL" clId="{B920D0E3-50BC-4572-A30C-C2D0580FB715}" dt="2023-07-20T13:14:47.556" v="2302" actId="14100"/>
          <ac:spMkLst>
            <pc:docMk/>
            <pc:sldMk cId="1889595361" sldId="746"/>
            <ac:spMk id="8" creationId="{1780860C-791F-838E-1F90-EA2CE20D416E}"/>
          </ac:spMkLst>
        </pc:spChg>
      </pc:sldChg>
      <pc:sldChg chg="addSp delSp modSp add del mod">
        <pc:chgData name="Kate, Sneha (Cognizant)" userId="62ca8c89-7698-4ba4-86c5-ae883b79a337" providerId="ADAL" clId="{B920D0E3-50BC-4572-A30C-C2D0580FB715}" dt="2023-07-21T06:30:15.078" v="2770" actId="2696"/>
        <pc:sldMkLst>
          <pc:docMk/>
          <pc:sldMk cId="32295246" sldId="747"/>
        </pc:sldMkLst>
        <pc:spChg chg="add del mod">
          <ac:chgData name="Kate, Sneha (Cognizant)" userId="62ca8c89-7698-4ba4-86c5-ae883b79a337" providerId="ADAL" clId="{B920D0E3-50BC-4572-A30C-C2D0580FB715}" dt="2023-07-20T13:26:01.629" v="2445" actId="20577"/>
          <ac:spMkLst>
            <pc:docMk/>
            <pc:sldMk cId="32295246" sldId="747"/>
            <ac:spMk id="4" creationId="{64C868F4-1B29-276B-6BD0-529E5CD6F7A8}"/>
          </ac:spMkLst>
        </pc:spChg>
        <pc:spChg chg="mod">
          <ac:chgData name="Kate, Sneha (Cognizant)" userId="62ca8c89-7698-4ba4-86c5-ae883b79a337" providerId="ADAL" clId="{B920D0E3-50BC-4572-A30C-C2D0580FB715}" dt="2023-07-20T13:15:58.857" v="2382" actId="20577"/>
          <ac:spMkLst>
            <pc:docMk/>
            <pc:sldMk cId="32295246" sldId="747"/>
            <ac:spMk id="5" creationId="{7A8B3838-7BD6-DD5F-D50B-A9433F6534F7}"/>
          </ac:spMkLst>
        </pc:spChg>
        <pc:spChg chg="mod">
          <ac:chgData name="Kate, Sneha (Cognizant)" userId="62ca8c89-7698-4ba4-86c5-ae883b79a337" providerId="ADAL" clId="{B920D0E3-50BC-4572-A30C-C2D0580FB715}" dt="2023-07-21T06:29:41.929" v="2767"/>
          <ac:spMkLst>
            <pc:docMk/>
            <pc:sldMk cId="32295246" sldId="747"/>
            <ac:spMk id="6" creationId="{181BFC26-F14C-7ED6-47CB-ED3923B4B7B6}"/>
          </ac:spMkLst>
        </pc:spChg>
        <pc:spChg chg="mod">
          <ac:chgData name="Kate, Sneha (Cognizant)" userId="62ca8c89-7698-4ba4-86c5-ae883b79a337" providerId="ADAL" clId="{B920D0E3-50BC-4572-A30C-C2D0580FB715}" dt="2023-07-20T13:25:55.806" v="2442" actId="20577"/>
          <ac:spMkLst>
            <pc:docMk/>
            <pc:sldMk cId="32295246" sldId="747"/>
            <ac:spMk id="8" creationId="{1780860C-791F-838E-1F90-EA2CE20D416E}"/>
          </ac:spMkLst>
        </pc:spChg>
      </pc:sldChg>
      <pc:sldChg chg="addSp delSp modSp add del mod">
        <pc:chgData name="Kate, Sneha (Cognizant)" userId="62ca8c89-7698-4ba4-86c5-ae883b79a337" providerId="ADAL" clId="{B920D0E3-50BC-4572-A30C-C2D0580FB715}" dt="2023-07-21T06:31:30.586" v="2784" actId="2696"/>
        <pc:sldMkLst>
          <pc:docMk/>
          <pc:sldMk cId="3918834937" sldId="748"/>
        </pc:sldMkLst>
        <pc:spChg chg="mod">
          <ac:chgData name="Kate, Sneha (Cognizant)" userId="62ca8c89-7698-4ba4-86c5-ae883b79a337" providerId="ADAL" clId="{B920D0E3-50BC-4572-A30C-C2D0580FB715}" dt="2023-07-20T13:30:13.844" v="2496" actId="20577"/>
          <ac:spMkLst>
            <pc:docMk/>
            <pc:sldMk cId="3918834937" sldId="748"/>
            <ac:spMk id="4" creationId="{64C868F4-1B29-276B-6BD0-529E5CD6F7A8}"/>
          </ac:spMkLst>
        </pc:spChg>
        <pc:spChg chg="mod">
          <ac:chgData name="Kate, Sneha (Cognizant)" userId="62ca8c89-7698-4ba4-86c5-ae883b79a337" providerId="ADAL" clId="{B920D0E3-50BC-4572-A30C-C2D0580FB715}" dt="2023-07-20T13:26:24.667" v="2448" actId="20577"/>
          <ac:spMkLst>
            <pc:docMk/>
            <pc:sldMk cId="3918834937" sldId="748"/>
            <ac:spMk id="5" creationId="{7A8B3838-7BD6-DD5F-D50B-A9433F6534F7}"/>
          </ac:spMkLst>
        </pc:spChg>
        <pc:spChg chg="mod">
          <ac:chgData name="Kate, Sneha (Cognizant)" userId="62ca8c89-7698-4ba4-86c5-ae883b79a337" providerId="ADAL" clId="{B920D0E3-50BC-4572-A30C-C2D0580FB715}" dt="2023-07-20T13:26:53.849" v="2459" actId="12"/>
          <ac:spMkLst>
            <pc:docMk/>
            <pc:sldMk cId="3918834937" sldId="748"/>
            <ac:spMk id="6" creationId="{181BFC26-F14C-7ED6-47CB-ED3923B4B7B6}"/>
          </ac:spMkLst>
        </pc:spChg>
        <pc:spChg chg="add del mod">
          <ac:chgData name="Kate, Sneha (Cognizant)" userId="62ca8c89-7698-4ba4-86c5-ae883b79a337" providerId="ADAL" clId="{B920D0E3-50BC-4572-A30C-C2D0580FB715}" dt="2023-07-21T06:31:16.741" v="2782" actId="1076"/>
          <ac:spMkLst>
            <pc:docMk/>
            <pc:sldMk cId="3918834937" sldId="748"/>
            <ac:spMk id="8" creationId="{1780860C-791F-838E-1F90-EA2CE20D416E}"/>
          </ac:spMkLst>
        </pc:spChg>
      </pc:sldChg>
      <pc:sldChg chg="modSp add del mod">
        <pc:chgData name="Kate, Sneha (Cognizant)" userId="62ca8c89-7698-4ba4-86c5-ae883b79a337" providerId="ADAL" clId="{B920D0E3-50BC-4572-A30C-C2D0580FB715}" dt="2023-07-21T06:34:54.053" v="2804" actId="2696"/>
        <pc:sldMkLst>
          <pc:docMk/>
          <pc:sldMk cId="1043768288" sldId="749"/>
        </pc:sldMkLst>
        <pc:spChg chg="mod">
          <ac:chgData name="Kate, Sneha (Cognizant)" userId="62ca8c89-7698-4ba4-86c5-ae883b79a337" providerId="ADAL" clId="{B920D0E3-50BC-4572-A30C-C2D0580FB715}" dt="2023-07-20T13:29:59.538" v="2495" actId="20577"/>
          <ac:spMkLst>
            <pc:docMk/>
            <pc:sldMk cId="1043768288" sldId="749"/>
            <ac:spMk id="4" creationId="{64C868F4-1B29-276B-6BD0-529E5CD6F7A8}"/>
          </ac:spMkLst>
        </pc:spChg>
        <pc:spChg chg="mod">
          <ac:chgData name="Kate, Sneha (Cognizant)" userId="62ca8c89-7698-4ba4-86c5-ae883b79a337" providerId="ADAL" clId="{B920D0E3-50BC-4572-A30C-C2D0580FB715}" dt="2023-07-20T13:29:46.496" v="2492" actId="20577"/>
          <ac:spMkLst>
            <pc:docMk/>
            <pc:sldMk cId="1043768288" sldId="749"/>
            <ac:spMk id="5" creationId="{7A8B3838-7BD6-DD5F-D50B-A9433F6534F7}"/>
          </ac:spMkLst>
        </pc:spChg>
        <pc:spChg chg="mod">
          <ac:chgData name="Kate, Sneha (Cognizant)" userId="62ca8c89-7698-4ba4-86c5-ae883b79a337" providerId="ADAL" clId="{B920D0E3-50BC-4572-A30C-C2D0580FB715}" dt="2023-07-20T13:31:07.461" v="2499" actId="12"/>
          <ac:spMkLst>
            <pc:docMk/>
            <pc:sldMk cId="1043768288" sldId="749"/>
            <ac:spMk id="6" creationId="{181BFC26-F14C-7ED6-47CB-ED3923B4B7B6}"/>
          </ac:spMkLst>
        </pc:spChg>
        <pc:spChg chg="mod">
          <ac:chgData name="Kate, Sneha (Cognizant)" userId="62ca8c89-7698-4ba4-86c5-ae883b79a337" providerId="ADAL" clId="{B920D0E3-50BC-4572-A30C-C2D0580FB715}" dt="2023-07-20T13:32:02.292" v="2528" actId="20577"/>
          <ac:spMkLst>
            <pc:docMk/>
            <pc:sldMk cId="1043768288" sldId="749"/>
            <ac:spMk id="8" creationId="{1780860C-791F-838E-1F90-EA2CE20D416E}"/>
          </ac:spMkLst>
        </pc:spChg>
      </pc:sldChg>
      <pc:sldChg chg="addSp delSp modSp add del mod">
        <pc:chgData name="Kate, Sneha (Cognizant)" userId="62ca8c89-7698-4ba4-86c5-ae883b79a337" providerId="ADAL" clId="{B920D0E3-50BC-4572-A30C-C2D0580FB715}" dt="2023-07-21T06:37:26.020" v="2839" actId="2696"/>
        <pc:sldMkLst>
          <pc:docMk/>
          <pc:sldMk cId="2750094293" sldId="750"/>
        </pc:sldMkLst>
        <pc:spChg chg="del mod">
          <ac:chgData name="Kate, Sneha (Cognizant)" userId="62ca8c89-7698-4ba4-86c5-ae883b79a337" providerId="ADAL" clId="{B920D0E3-50BC-4572-A30C-C2D0580FB715}" dt="2023-07-20T13:32:43.583" v="2533" actId="478"/>
          <ac:spMkLst>
            <pc:docMk/>
            <pc:sldMk cId="2750094293" sldId="750"/>
            <ac:spMk id="4" creationId="{64C868F4-1B29-276B-6BD0-529E5CD6F7A8}"/>
          </ac:spMkLst>
        </pc:spChg>
        <pc:spChg chg="mod">
          <ac:chgData name="Kate, Sneha (Cognizant)" userId="62ca8c89-7698-4ba4-86c5-ae883b79a337" providerId="ADAL" clId="{B920D0E3-50BC-4572-A30C-C2D0580FB715}" dt="2023-07-20T13:32:56.043" v="2551" actId="20577"/>
          <ac:spMkLst>
            <pc:docMk/>
            <pc:sldMk cId="2750094293" sldId="750"/>
            <ac:spMk id="5" creationId="{7A8B3838-7BD6-DD5F-D50B-A9433F6534F7}"/>
          </ac:spMkLst>
        </pc:spChg>
        <pc:spChg chg="mod">
          <ac:chgData name="Kate, Sneha (Cognizant)" userId="62ca8c89-7698-4ba4-86c5-ae883b79a337" providerId="ADAL" clId="{B920D0E3-50BC-4572-A30C-C2D0580FB715}" dt="2023-07-20T13:36:17.556" v="2557" actId="14100"/>
          <ac:spMkLst>
            <pc:docMk/>
            <pc:sldMk cId="2750094293" sldId="750"/>
            <ac:spMk id="6" creationId="{181BFC26-F14C-7ED6-47CB-ED3923B4B7B6}"/>
          </ac:spMkLst>
        </pc:spChg>
        <pc:spChg chg="del mod">
          <ac:chgData name="Kate, Sneha (Cognizant)" userId="62ca8c89-7698-4ba4-86c5-ae883b79a337" providerId="ADAL" clId="{B920D0E3-50BC-4572-A30C-C2D0580FB715}" dt="2023-07-20T13:32:38.125" v="2531" actId="478"/>
          <ac:spMkLst>
            <pc:docMk/>
            <pc:sldMk cId="2750094293" sldId="750"/>
            <ac:spMk id="8" creationId="{1780860C-791F-838E-1F90-EA2CE20D416E}"/>
          </ac:spMkLst>
        </pc:spChg>
        <pc:picChg chg="add mod">
          <ac:chgData name="Kate, Sneha (Cognizant)" userId="62ca8c89-7698-4ba4-86c5-ae883b79a337" providerId="ADAL" clId="{B920D0E3-50BC-4572-A30C-C2D0580FB715}" dt="2023-07-20T13:36:24.505" v="2559" actId="1076"/>
          <ac:picMkLst>
            <pc:docMk/>
            <pc:sldMk cId="2750094293" sldId="750"/>
            <ac:picMk id="7" creationId="{44C1DE46-EB50-1262-81B5-DE4BB3A7F90A}"/>
          </ac:picMkLst>
        </pc:picChg>
      </pc:sldChg>
      <pc:sldChg chg="addSp delSp modSp add del mod">
        <pc:chgData name="Kate, Sneha (Cognizant)" userId="62ca8c89-7698-4ba4-86c5-ae883b79a337" providerId="ADAL" clId="{B920D0E3-50BC-4572-A30C-C2D0580FB715}" dt="2023-07-21T06:40:12.972" v="2897" actId="2696"/>
        <pc:sldMkLst>
          <pc:docMk/>
          <pc:sldMk cId="2438610106" sldId="751"/>
        </pc:sldMkLst>
        <pc:spChg chg="mod">
          <ac:chgData name="Kate, Sneha (Cognizant)" userId="62ca8c89-7698-4ba4-86c5-ae883b79a337" providerId="ADAL" clId="{B920D0E3-50BC-4572-A30C-C2D0580FB715}" dt="2023-07-20T13:38:25.954" v="2575" actId="20577"/>
          <ac:spMkLst>
            <pc:docMk/>
            <pc:sldMk cId="2438610106" sldId="751"/>
            <ac:spMk id="5" creationId="{7A8B3838-7BD6-DD5F-D50B-A9433F6534F7}"/>
          </ac:spMkLst>
        </pc:spChg>
        <pc:spChg chg="mod">
          <ac:chgData name="Kate, Sneha (Cognizant)" userId="62ca8c89-7698-4ba4-86c5-ae883b79a337" providerId="ADAL" clId="{B920D0E3-50BC-4572-A30C-C2D0580FB715}" dt="2023-07-20T13:49:51.793" v="2584" actId="255"/>
          <ac:spMkLst>
            <pc:docMk/>
            <pc:sldMk cId="2438610106" sldId="751"/>
            <ac:spMk id="6" creationId="{181BFC26-F14C-7ED6-47CB-ED3923B4B7B6}"/>
          </ac:spMkLst>
        </pc:spChg>
        <pc:spChg chg="add del mod">
          <ac:chgData name="Kate, Sneha (Cognizant)" userId="62ca8c89-7698-4ba4-86c5-ae883b79a337" providerId="ADAL" clId="{B920D0E3-50BC-4572-A30C-C2D0580FB715}" dt="2023-07-20T13:51:24.164" v="2599"/>
          <ac:spMkLst>
            <pc:docMk/>
            <pc:sldMk cId="2438610106" sldId="751"/>
            <ac:spMk id="9" creationId="{B3F575C2-E48B-45F1-FFDB-F0FE9BC9FBF0}"/>
          </ac:spMkLst>
        </pc:spChg>
        <pc:spChg chg="add mod">
          <ac:chgData name="Kate, Sneha (Cognizant)" userId="62ca8c89-7698-4ba4-86c5-ae883b79a337" providerId="ADAL" clId="{B920D0E3-50BC-4572-A30C-C2D0580FB715}" dt="2023-07-20T13:51:23.341" v="2597" actId="13822"/>
          <ac:spMkLst>
            <pc:docMk/>
            <pc:sldMk cId="2438610106" sldId="751"/>
            <ac:spMk id="10" creationId="{2356E32B-684B-8ABC-9074-8BBCDC0E0CFE}"/>
          </ac:spMkLst>
        </pc:spChg>
        <pc:picChg chg="add mod">
          <ac:chgData name="Kate, Sneha (Cognizant)" userId="62ca8c89-7698-4ba4-86c5-ae883b79a337" providerId="ADAL" clId="{B920D0E3-50BC-4572-A30C-C2D0580FB715}" dt="2023-07-20T13:51:32.191" v="2600" actId="1076"/>
          <ac:picMkLst>
            <pc:docMk/>
            <pc:sldMk cId="2438610106" sldId="751"/>
            <ac:picMk id="4" creationId="{BF721525-C608-685B-73E5-A57881C9D679}"/>
          </ac:picMkLst>
        </pc:picChg>
        <pc:picChg chg="del">
          <ac:chgData name="Kate, Sneha (Cognizant)" userId="62ca8c89-7698-4ba4-86c5-ae883b79a337" providerId="ADAL" clId="{B920D0E3-50BC-4572-A30C-C2D0580FB715}" dt="2023-07-20T13:38:12.028" v="2561" actId="478"/>
          <ac:picMkLst>
            <pc:docMk/>
            <pc:sldMk cId="2438610106" sldId="751"/>
            <ac:picMk id="7" creationId="{44C1DE46-EB50-1262-81B5-DE4BB3A7F90A}"/>
          </ac:picMkLst>
        </pc:picChg>
      </pc:sldChg>
      <pc:sldChg chg="addSp delSp modSp add del mod ord">
        <pc:chgData name="Kate, Sneha (Cognizant)" userId="62ca8c89-7698-4ba4-86c5-ae883b79a337" providerId="ADAL" clId="{B920D0E3-50BC-4572-A30C-C2D0580FB715}" dt="2023-07-21T06:39:14.122" v="2849" actId="2696"/>
        <pc:sldMkLst>
          <pc:docMk/>
          <pc:sldMk cId="2738340854" sldId="752"/>
        </pc:sldMkLst>
        <pc:spChg chg="mod">
          <ac:chgData name="Kate, Sneha (Cognizant)" userId="62ca8c89-7698-4ba4-86c5-ae883b79a337" providerId="ADAL" clId="{B920D0E3-50BC-4572-A30C-C2D0580FB715}" dt="2023-07-20T13:52:17.285" v="2628" actId="5793"/>
          <ac:spMkLst>
            <pc:docMk/>
            <pc:sldMk cId="2738340854" sldId="752"/>
            <ac:spMk id="5" creationId="{7A8B3838-7BD6-DD5F-D50B-A9433F6534F7}"/>
          </ac:spMkLst>
        </pc:spChg>
        <pc:spChg chg="del mod">
          <ac:chgData name="Kate, Sneha (Cognizant)" userId="62ca8c89-7698-4ba4-86c5-ae883b79a337" providerId="ADAL" clId="{B920D0E3-50BC-4572-A30C-C2D0580FB715}" dt="2023-07-20T13:52:08.492" v="2607" actId="478"/>
          <ac:spMkLst>
            <pc:docMk/>
            <pc:sldMk cId="2738340854" sldId="752"/>
            <ac:spMk id="6" creationId="{181BFC26-F14C-7ED6-47CB-ED3923B4B7B6}"/>
          </ac:spMkLst>
        </pc:spChg>
        <pc:spChg chg="add mod">
          <ac:chgData name="Kate, Sneha (Cognizant)" userId="62ca8c89-7698-4ba4-86c5-ae883b79a337" providerId="ADAL" clId="{B920D0E3-50BC-4572-A30C-C2D0580FB715}" dt="2023-07-20T13:52:41.426" v="2631" actId="255"/>
          <ac:spMkLst>
            <pc:docMk/>
            <pc:sldMk cId="2738340854" sldId="752"/>
            <ac:spMk id="8" creationId="{264C8789-392B-5CE6-9041-52BF1E8E1C06}"/>
          </ac:spMkLst>
        </pc:spChg>
        <pc:spChg chg="del mod">
          <ac:chgData name="Kate, Sneha (Cognizant)" userId="62ca8c89-7698-4ba4-86c5-ae883b79a337" providerId="ADAL" clId="{B920D0E3-50BC-4572-A30C-C2D0580FB715}" dt="2023-07-20T13:52:02.755" v="2604" actId="478"/>
          <ac:spMkLst>
            <pc:docMk/>
            <pc:sldMk cId="2738340854" sldId="752"/>
            <ac:spMk id="10" creationId="{2356E32B-684B-8ABC-9074-8BBCDC0E0CFE}"/>
          </ac:spMkLst>
        </pc:spChg>
        <pc:picChg chg="del">
          <ac:chgData name="Kate, Sneha (Cognizant)" userId="62ca8c89-7698-4ba4-86c5-ae883b79a337" providerId="ADAL" clId="{B920D0E3-50BC-4572-A30C-C2D0580FB715}" dt="2023-07-20T13:52:04.305" v="2605" actId="478"/>
          <ac:picMkLst>
            <pc:docMk/>
            <pc:sldMk cId="2738340854" sldId="752"/>
            <ac:picMk id="4" creationId="{BF721525-C608-685B-73E5-A57881C9D679}"/>
          </ac:picMkLst>
        </pc:picChg>
      </pc:sldChg>
      <pc:sldChg chg="modSp add mod">
        <pc:chgData name="Kate, Sneha (Cognizant)" userId="62ca8c89-7698-4ba4-86c5-ae883b79a337" providerId="ADAL" clId="{B920D0E3-50BC-4572-A30C-C2D0580FB715}" dt="2023-07-21T06:32:00.707" v="2789" actId="20577"/>
        <pc:sldMkLst>
          <pc:docMk/>
          <pc:sldMk cId="3108895191" sldId="753"/>
        </pc:sldMkLst>
        <pc:spChg chg="mod">
          <ac:chgData name="Kate, Sneha (Cognizant)" userId="62ca8c89-7698-4ba4-86c5-ae883b79a337" providerId="ADAL" clId="{B920D0E3-50BC-4572-A30C-C2D0580FB715}" dt="2023-07-21T06:32:00.707" v="2789" actId="20577"/>
          <ac:spMkLst>
            <pc:docMk/>
            <pc:sldMk cId="3108895191" sldId="753"/>
            <ac:spMk id="7" creationId="{EA0D6B93-CE79-4088-9EA6-938915E2F70B}"/>
          </ac:spMkLst>
        </pc:spChg>
        <pc:spChg chg="mod">
          <ac:chgData name="Kate, Sneha (Cognizant)" userId="62ca8c89-7698-4ba4-86c5-ae883b79a337" providerId="ADAL" clId="{B920D0E3-50BC-4572-A30C-C2D0580FB715}" dt="2023-07-21T06:29:50.314" v="2768"/>
          <ac:spMkLst>
            <pc:docMk/>
            <pc:sldMk cId="3108895191" sldId="753"/>
            <ac:spMk id="8" creationId="{D05C2CA5-DEA1-3E93-24DC-C0DA712EEAA3}"/>
          </ac:spMkLst>
        </pc:spChg>
        <pc:graphicFrameChg chg="mod">
          <ac:chgData name="Kate, Sneha (Cognizant)" userId="62ca8c89-7698-4ba4-86c5-ae883b79a337" providerId="ADAL" clId="{B920D0E3-50BC-4572-A30C-C2D0580FB715}" dt="2023-07-21T06:29:19.839" v="2765"/>
          <ac:graphicFrameMkLst>
            <pc:docMk/>
            <pc:sldMk cId="3108895191" sldId="753"/>
            <ac:graphicFrameMk id="5" creationId="{71AF468C-B04E-BD66-2C2E-6A4F0AAA2E2F}"/>
          </ac:graphicFrameMkLst>
        </pc:graphicFrameChg>
        <pc:graphicFrameChg chg="mod">
          <ac:chgData name="Kate, Sneha (Cognizant)" userId="62ca8c89-7698-4ba4-86c5-ae883b79a337" providerId="ADAL" clId="{B920D0E3-50BC-4572-A30C-C2D0580FB715}" dt="2023-07-21T06:30:08.203" v="2769"/>
          <ac:graphicFrameMkLst>
            <pc:docMk/>
            <pc:sldMk cId="3108895191" sldId="753"/>
            <ac:graphicFrameMk id="6" creationId="{8CA72680-3A46-3D46-A5A0-B399BF375B4E}"/>
          </ac:graphicFrameMkLst>
        </pc:graphicFrameChg>
      </pc:sldChg>
      <pc:sldChg chg="modSp add del mod">
        <pc:chgData name="Kate, Sneha (Cognizant)" userId="62ca8c89-7698-4ba4-86c5-ae883b79a337" providerId="ADAL" clId="{B920D0E3-50BC-4572-A30C-C2D0580FB715}" dt="2023-07-20T13:59:35.285" v="2712" actId="2696"/>
        <pc:sldMkLst>
          <pc:docMk/>
          <pc:sldMk cId="3209212701" sldId="753"/>
        </pc:sldMkLst>
        <pc:spChg chg="mod">
          <ac:chgData name="Kate, Sneha (Cognizant)" userId="62ca8c89-7698-4ba4-86c5-ae883b79a337" providerId="ADAL" clId="{B920D0E3-50BC-4572-A30C-C2D0580FB715}" dt="2023-07-20T13:57:07.969" v="2695" actId="20577"/>
          <ac:spMkLst>
            <pc:docMk/>
            <pc:sldMk cId="3209212701" sldId="753"/>
            <ac:spMk id="7" creationId="{EA0D6B93-CE79-4088-9EA6-938915E2F70B}"/>
          </ac:spMkLst>
        </pc:spChg>
        <pc:graphicFrameChg chg="mod">
          <ac:chgData name="Kate, Sneha (Cognizant)" userId="62ca8c89-7698-4ba4-86c5-ae883b79a337" providerId="ADAL" clId="{B920D0E3-50BC-4572-A30C-C2D0580FB715}" dt="2023-07-20T13:59:23.698" v="2711"/>
          <ac:graphicFrameMkLst>
            <pc:docMk/>
            <pc:sldMk cId="3209212701" sldId="753"/>
            <ac:graphicFrameMk id="5" creationId="{CF566466-BBFA-208A-E65D-B08953063E86}"/>
          </ac:graphicFrameMkLst>
        </pc:graphicFrameChg>
      </pc:sldChg>
      <pc:sldChg chg="modSp add mod">
        <pc:chgData name="Kate, Sneha (Cognizant)" userId="62ca8c89-7698-4ba4-86c5-ae883b79a337" providerId="ADAL" clId="{B920D0E3-50BC-4572-A30C-C2D0580FB715}" dt="2023-07-21T06:31:26.419" v="2783"/>
        <pc:sldMkLst>
          <pc:docMk/>
          <pc:sldMk cId="2587031327" sldId="754"/>
        </pc:sldMkLst>
        <pc:spChg chg="mod">
          <ac:chgData name="Kate, Sneha (Cognizant)" userId="62ca8c89-7698-4ba4-86c5-ae883b79a337" providerId="ADAL" clId="{B920D0E3-50BC-4572-A30C-C2D0580FB715}" dt="2023-07-21T06:31:09.432" v="2781" actId="20577"/>
          <ac:spMkLst>
            <pc:docMk/>
            <pc:sldMk cId="2587031327" sldId="754"/>
            <ac:spMk id="7" creationId="{EA0D6B93-CE79-4088-9EA6-938915E2F70B}"/>
          </ac:spMkLst>
        </pc:spChg>
        <pc:spChg chg="mod">
          <ac:chgData name="Kate, Sneha (Cognizant)" userId="62ca8c89-7698-4ba4-86c5-ae883b79a337" providerId="ADAL" clId="{B920D0E3-50BC-4572-A30C-C2D0580FB715}" dt="2023-07-21T06:31:00.916" v="2779" actId="207"/>
          <ac:spMkLst>
            <pc:docMk/>
            <pc:sldMk cId="2587031327" sldId="754"/>
            <ac:spMk id="8" creationId="{D05C2CA5-DEA1-3E93-24DC-C0DA712EEAA3}"/>
          </ac:spMkLst>
        </pc:spChg>
        <pc:graphicFrameChg chg="mod">
          <ac:chgData name="Kate, Sneha (Cognizant)" userId="62ca8c89-7698-4ba4-86c5-ae883b79a337" providerId="ADAL" clId="{B920D0E3-50BC-4572-A30C-C2D0580FB715}" dt="2023-07-21T06:30:38.760" v="2775"/>
          <ac:graphicFrameMkLst>
            <pc:docMk/>
            <pc:sldMk cId="2587031327" sldId="754"/>
            <ac:graphicFrameMk id="5" creationId="{71AF468C-B04E-BD66-2C2E-6A4F0AAA2E2F}"/>
          </ac:graphicFrameMkLst>
        </pc:graphicFrameChg>
        <pc:graphicFrameChg chg="mod">
          <ac:chgData name="Kate, Sneha (Cognizant)" userId="62ca8c89-7698-4ba4-86c5-ae883b79a337" providerId="ADAL" clId="{B920D0E3-50BC-4572-A30C-C2D0580FB715}" dt="2023-07-21T06:31:26.419" v="2783"/>
          <ac:graphicFrameMkLst>
            <pc:docMk/>
            <pc:sldMk cId="2587031327" sldId="754"/>
            <ac:graphicFrameMk id="6" creationId="{8CA72680-3A46-3D46-A5A0-B399BF375B4E}"/>
          </ac:graphicFrameMkLst>
        </pc:graphicFrameChg>
      </pc:sldChg>
      <pc:sldChg chg="modSp add mod">
        <pc:chgData name="Kate, Sneha (Cognizant)" userId="62ca8c89-7698-4ba4-86c5-ae883b79a337" providerId="ADAL" clId="{B920D0E3-50BC-4572-A30C-C2D0580FB715}" dt="2023-07-21T06:34:46.046" v="2803" actId="20577"/>
        <pc:sldMkLst>
          <pc:docMk/>
          <pc:sldMk cId="2717098297" sldId="755"/>
        </pc:sldMkLst>
        <pc:spChg chg="mod">
          <ac:chgData name="Kate, Sneha (Cognizant)" userId="62ca8c89-7698-4ba4-86c5-ae883b79a337" providerId="ADAL" clId="{B920D0E3-50BC-4572-A30C-C2D0580FB715}" dt="2023-07-21T06:32:24.002" v="2793" actId="20577"/>
          <ac:spMkLst>
            <pc:docMk/>
            <pc:sldMk cId="2717098297" sldId="755"/>
            <ac:spMk id="7" creationId="{EA0D6B93-CE79-4088-9EA6-938915E2F70B}"/>
          </ac:spMkLst>
        </pc:spChg>
        <pc:spChg chg="mod">
          <ac:chgData name="Kate, Sneha (Cognizant)" userId="62ca8c89-7698-4ba4-86c5-ae883b79a337" providerId="ADAL" clId="{B920D0E3-50BC-4572-A30C-C2D0580FB715}" dt="2023-07-21T06:32:49.343" v="2795" actId="207"/>
          <ac:spMkLst>
            <pc:docMk/>
            <pc:sldMk cId="2717098297" sldId="755"/>
            <ac:spMk id="8" creationId="{D05C2CA5-DEA1-3E93-24DC-C0DA712EEAA3}"/>
          </ac:spMkLst>
        </pc:spChg>
        <pc:graphicFrameChg chg="mod">
          <ac:chgData name="Kate, Sneha (Cognizant)" userId="62ca8c89-7698-4ba4-86c5-ae883b79a337" providerId="ADAL" clId="{B920D0E3-50BC-4572-A30C-C2D0580FB715}" dt="2023-07-21T06:34:46.046" v="2803" actId="20577"/>
          <ac:graphicFrameMkLst>
            <pc:docMk/>
            <pc:sldMk cId="2717098297" sldId="755"/>
            <ac:graphicFrameMk id="5" creationId="{71AF468C-B04E-BD66-2C2E-6A4F0AAA2E2F}"/>
          </ac:graphicFrameMkLst>
        </pc:graphicFrameChg>
        <pc:graphicFrameChg chg="mod">
          <ac:chgData name="Kate, Sneha (Cognizant)" userId="62ca8c89-7698-4ba4-86c5-ae883b79a337" providerId="ADAL" clId="{B920D0E3-50BC-4572-A30C-C2D0580FB715}" dt="2023-07-21T06:34:36.520" v="2802" actId="122"/>
          <ac:graphicFrameMkLst>
            <pc:docMk/>
            <pc:sldMk cId="2717098297" sldId="755"/>
            <ac:graphicFrameMk id="6" creationId="{8CA72680-3A46-3D46-A5A0-B399BF375B4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0451B4-45A5-4DD8-AC45-DFA51CF95D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4E12C6B-1880-4591-B70F-37DFE1F9F1D8}">
      <dgm:prSet phldrT="[Text]"/>
      <dgm:spPr/>
      <dgm:t>
        <a:bodyPr/>
        <a:lstStyle/>
        <a:p>
          <a:r>
            <a:rPr lang="en-US" dirty="0"/>
            <a:t>A</a:t>
          </a:r>
        </a:p>
      </dgm:t>
    </dgm:pt>
    <dgm:pt modelId="{028D3D76-E260-42EE-ACD4-E962F0F275E1}" type="parTrans" cxnId="{AC3B335B-3AAD-42FF-BB0F-7F97561F77C7}">
      <dgm:prSet/>
      <dgm:spPr/>
      <dgm:t>
        <a:bodyPr/>
        <a:lstStyle/>
        <a:p>
          <a:endParaRPr lang="en-US"/>
        </a:p>
      </dgm:t>
    </dgm:pt>
    <dgm:pt modelId="{3A43388D-18F5-48AD-8F65-70C388809C8D}" type="sibTrans" cxnId="{AC3B335B-3AAD-42FF-BB0F-7F97561F77C7}">
      <dgm:prSet/>
      <dgm:spPr/>
      <dgm:t>
        <a:bodyPr/>
        <a:lstStyle/>
        <a:p>
          <a:endParaRPr lang="en-US"/>
        </a:p>
      </dgm:t>
    </dgm:pt>
    <dgm:pt modelId="{15BF7517-BA8E-4407-A773-157B14630080}">
      <dgm:prSet phldrT="[Text]" custT="1"/>
      <dgm:spPr/>
      <dgm:t>
        <a:bodyPr/>
        <a:lstStyle/>
        <a:p>
          <a:r>
            <a:rPr lang="en-US" sz="1600" dirty="0">
              <a:solidFill>
                <a:schemeClr val="tx1"/>
              </a:solidFill>
              <a:latin typeface="Arial" panose="020B0604020202020204" pitchFamily="34" charset="0"/>
              <a:cs typeface="Arial" panose="020B0604020202020204" pitchFamily="34" charset="0"/>
            </a:rPr>
            <a:t>Signifies Actual Calls</a:t>
          </a:r>
        </a:p>
      </dgm:t>
    </dgm:pt>
    <dgm:pt modelId="{CB40AADD-320F-4815-B485-94A943858206}" type="parTrans" cxnId="{6FBD3FCC-F97C-4F1C-8DB9-30AABC61B8EA}">
      <dgm:prSet/>
      <dgm:spPr/>
      <dgm:t>
        <a:bodyPr/>
        <a:lstStyle/>
        <a:p>
          <a:endParaRPr lang="en-US"/>
        </a:p>
      </dgm:t>
    </dgm:pt>
    <dgm:pt modelId="{A82D1EC0-67E2-4051-A4E8-06B0C5CBA48D}" type="sibTrans" cxnId="{6FBD3FCC-F97C-4F1C-8DB9-30AABC61B8EA}">
      <dgm:prSet/>
      <dgm:spPr/>
      <dgm:t>
        <a:bodyPr/>
        <a:lstStyle/>
        <a:p>
          <a:endParaRPr lang="en-US"/>
        </a:p>
      </dgm:t>
    </dgm:pt>
    <dgm:pt modelId="{060EEC21-AF48-4FE9-A708-E3548B0C2143}">
      <dgm:prSet phldrT="[Text]" custT="1"/>
      <dgm:spPr/>
      <dgm:t>
        <a:bodyPr/>
        <a:lstStyle/>
        <a:p>
          <a:r>
            <a:rPr lang="en-US" sz="1600" dirty="0">
              <a:solidFill>
                <a:schemeClr val="tx1"/>
              </a:solidFill>
              <a:latin typeface="Arial" panose="020B0604020202020204" pitchFamily="34" charset="0"/>
              <a:cs typeface="Arial" panose="020B0604020202020204" pitchFamily="34" charset="0"/>
            </a:rPr>
            <a:t>Number of calls submitted by user against a particular Cycle Plan Target</a:t>
          </a:r>
        </a:p>
      </dgm:t>
    </dgm:pt>
    <dgm:pt modelId="{E3D3BF8B-2F85-4159-8AD0-33B6F252D1EF}" type="parTrans" cxnId="{84EF9748-4C17-47CA-8FB5-5E7F84B6D7BE}">
      <dgm:prSet/>
      <dgm:spPr/>
      <dgm:t>
        <a:bodyPr/>
        <a:lstStyle/>
        <a:p>
          <a:endParaRPr lang="en-US"/>
        </a:p>
      </dgm:t>
    </dgm:pt>
    <dgm:pt modelId="{9E03FF63-1A75-44B0-AE37-C96B60812249}" type="sibTrans" cxnId="{84EF9748-4C17-47CA-8FB5-5E7F84B6D7BE}">
      <dgm:prSet/>
      <dgm:spPr/>
      <dgm:t>
        <a:bodyPr/>
        <a:lstStyle/>
        <a:p>
          <a:endParaRPr lang="en-US"/>
        </a:p>
      </dgm:t>
    </dgm:pt>
    <dgm:pt modelId="{454762F7-4217-4431-9704-B56274043AA9}">
      <dgm:prSet phldrT="[Text]"/>
      <dgm:spPr/>
      <dgm:t>
        <a:bodyPr/>
        <a:lstStyle/>
        <a:p>
          <a:r>
            <a:rPr lang="en-US" dirty="0"/>
            <a:t>P</a:t>
          </a:r>
        </a:p>
      </dgm:t>
    </dgm:pt>
    <dgm:pt modelId="{61364E03-66FE-4B4A-89CC-FCC7EDBA22FB}" type="parTrans" cxnId="{6802685F-143F-453C-945A-A60F8BD278C5}">
      <dgm:prSet/>
      <dgm:spPr/>
      <dgm:t>
        <a:bodyPr/>
        <a:lstStyle/>
        <a:p>
          <a:endParaRPr lang="en-US"/>
        </a:p>
      </dgm:t>
    </dgm:pt>
    <dgm:pt modelId="{FCEBDF8F-A761-4CD0-8C6F-1615BB7B6F4D}" type="sibTrans" cxnId="{6802685F-143F-453C-945A-A60F8BD278C5}">
      <dgm:prSet/>
      <dgm:spPr/>
      <dgm:t>
        <a:bodyPr/>
        <a:lstStyle/>
        <a:p>
          <a:endParaRPr lang="en-US"/>
        </a:p>
      </dgm:t>
    </dgm:pt>
    <dgm:pt modelId="{30D8B933-5E86-4202-826B-A3368CFA5C04}">
      <dgm:prSet phldrT="[Text]" custT="1"/>
      <dgm:spPr/>
      <dgm:t>
        <a:bodyPr/>
        <a:lstStyle/>
        <a:p>
          <a:r>
            <a:rPr lang="en-US" sz="1600" dirty="0">
              <a:solidFill>
                <a:schemeClr val="tx1"/>
              </a:solidFill>
              <a:latin typeface="Arial" panose="020B0604020202020204" pitchFamily="34" charset="0"/>
              <a:cs typeface="Arial" panose="020B0604020202020204" pitchFamily="34" charset="0"/>
            </a:rPr>
            <a:t>Signifies Planned Calls</a:t>
          </a:r>
        </a:p>
      </dgm:t>
    </dgm:pt>
    <dgm:pt modelId="{CF524016-51B1-4C53-AEE2-9C7EBB6F1467}" type="parTrans" cxnId="{51639747-F348-4910-9BC3-EF596884756B}">
      <dgm:prSet/>
      <dgm:spPr/>
      <dgm:t>
        <a:bodyPr/>
        <a:lstStyle/>
        <a:p>
          <a:endParaRPr lang="en-US"/>
        </a:p>
      </dgm:t>
    </dgm:pt>
    <dgm:pt modelId="{09CA8F90-6642-4C23-A9C5-2FFBC2DBC74B}" type="sibTrans" cxnId="{51639747-F348-4910-9BC3-EF596884756B}">
      <dgm:prSet/>
      <dgm:spPr/>
      <dgm:t>
        <a:bodyPr/>
        <a:lstStyle/>
        <a:p>
          <a:endParaRPr lang="en-US"/>
        </a:p>
      </dgm:t>
    </dgm:pt>
    <dgm:pt modelId="{12F25DFF-9DA4-438F-BB0D-35D7D9655FDC}">
      <dgm:prSet phldrT="[Text]" custT="1"/>
      <dgm:spPr/>
      <dgm:t>
        <a:bodyPr/>
        <a:lstStyle/>
        <a:p>
          <a:r>
            <a:rPr lang="en-US" sz="1600" dirty="0">
              <a:solidFill>
                <a:schemeClr val="tx1"/>
              </a:solidFill>
              <a:latin typeface="Arial" panose="020B0604020202020204" pitchFamily="34" charset="0"/>
              <a:cs typeface="Arial" panose="020B0604020202020204" pitchFamily="34" charset="0"/>
            </a:rPr>
            <a:t>Number of calls (goals) a user is needed to do for a particular Cycle Plan target in a particular Cycle Plan</a:t>
          </a:r>
        </a:p>
      </dgm:t>
    </dgm:pt>
    <dgm:pt modelId="{1C741DCC-48D0-4814-ADBC-93AFB4D875B7}" type="parTrans" cxnId="{0038CF40-E03D-4935-B368-7D2C5FC7F059}">
      <dgm:prSet/>
      <dgm:spPr/>
      <dgm:t>
        <a:bodyPr/>
        <a:lstStyle/>
        <a:p>
          <a:endParaRPr lang="en-US"/>
        </a:p>
      </dgm:t>
    </dgm:pt>
    <dgm:pt modelId="{CAA0E909-E4B2-4075-9F4F-4E438E76B3F0}" type="sibTrans" cxnId="{0038CF40-E03D-4935-B368-7D2C5FC7F059}">
      <dgm:prSet/>
      <dgm:spPr/>
      <dgm:t>
        <a:bodyPr/>
        <a:lstStyle/>
        <a:p>
          <a:endParaRPr lang="en-US"/>
        </a:p>
      </dgm:t>
    </dgm:pt>
    <dgm:pt modelId="{029B1E0E-F944-4C8A-A3EC-90013EB392F1}">
      <dgm:prSet phldrT="[Text]"/>
      <dgm:spPr/>
      <dgm:t>
        <a:bodyPr/>
        <a:lstStyle/>
        <a:p>
          <a:r>
            <a:rPr lang="en-US" dirty="0"/>
            <a:t>S</a:t>
          </a:r>
        </a:p>
      </dgm:t>
    </dgm:pt>
    <dgm:pt modelId="{594F2198-4AE3-4811-BD32-DF9D9358F2E8}" type="parTrans" cxnId="{5B0AF774-10E9-453D-B031-12215F169D0C}">
      <dgm:prSet/>
      <dgm:spPr/>
      <dgm:t>
        <a:bodyPr/>
        <a:lstStyle/>
        <a:p>
          <a:endParaRPr lang="en-US"/>
        </a:p>
      </dgm:t>
    </dgm:pt>
    <dgm:pt modelId="{7A39DA60-1F02-43DC-BE7D-82C13AF2A5A2}" type="sibTrans" cxnId="{5B0AF774-10E9-453D-B031-12215F169D0C}">
      <dgm:prSet/>
      <dgm:spPr/>
      <dgm:t>
        <a:bodyPr/>
        <a:lstStyle/>
        <a:p>
          <a:endParaRPr lang="en-US"/>
        </a:p>
      </dgm:t>
    </dgm:pt>
    <dgm:pt modelId="{CC57ED2D-23BB-4600-90B7-FBBAD086E441}">
      <dgm:prSet phldrT="[Text]" custT="1"/>
      <dgm:spPr/>
      <dgm:t>
        <a:bodyPr/>
        <a:lstStyle/>
        <a:p>
          <a:r>
            <a:rPr lang="en-US" sz="1600">
              <a:solidFill>
                <a:schemeClr val="tx1"/>
              </a:solidFill>
              <a:latin typeface="Arial" panose="020B0604020202020204" pitchFamily="34" charset="0"/>
              <a:cs typeface="Arial" panose="020B0604020202020204" pitchFamily="34" charset="0"/>
            </a:rPr>
            <a:t>Signifies Scheduled Calls</a:t>
          </a:r>
          <a:endParaRPr lang="en-US" sz="1600" dirty="0">
            <a:solidFill>
              <a:schemeClr val="tx1"/>
            </a:solidFill>
            <a:latin typeface="Arial" panose="020B0604020202020204" pitchFamily="34" charset="0"/>
            <a:cs typeface="Arial" panose="020B0604020202020204" pitchFamily="34" charset="0"/>
          </a:endParaRPr>
        </a:p>
      </dgm:t>
    </dgm:pt>
    <dgm:pt modelId="{50869194-4F01-4DCD-96C9-BA5A9459F4BB}" type="parTrans" cxnId="{959A5415-0B6A-42FA-B0AA-7B179B9EF88B}">
      <dgm:prSet/>
      <dgm:spPr/>
      <dgm:t>
        <a:bodyPr/>
        <a:lstStyle/>
        <a:p>
          <a:endParaRPr lang="en-US"/>
        </a:p>
      </dgm:t>
    </dgm:pt>
    <dgm:pt modelId="{6264C095-AB2A-4AE2-B836-B255E8C9C21E}" type="sibTrans" cxnId="{959A5415-0B6A-42FA-B0AA-7B179B9EF88B}">
      <dgm:prSet/>
      <dgm:spPr/>
      <dgm:t>
        <a:bodyPr/>
        <a:lstStyle/>
        <a:p>
          <a:endParaRPr lang="en-US"/>
        </a:p>
      </dgm:t>
    </dgm:pt>
    <dgm:pt modelId="{092C00F7-9A10-4B16-9573-02C66D5CD3D0}">
      <dgm:prSet phldrT="[Text]" custT="1"/>
      <dgm:spPr/>
      <dgm:t>
        <a:bodyPr/>
        <a:lstStyle/>
        <a:p>
          <a:r>
            <a:rPr lang="en-US" sz="1600" dirty="0">
              <a:solidFill>
                <a:schemeClr val="tx1"/>
              </a:solidFill>
              <a:latin typeface="Arial" panose="020B0604020202020204" pitchFamily="34" charset="0"/>
              <a:cs typeface="Arial" panose="020B0604020202020204" pitchFamily="34" charset="0"/>
            </a:rPr>
            <a:t>Real time update</a:t>
          </a:r>
        </a:p>
      </dgm:t>
    </dgm:pt>
    <dgm:pt modelId="{A0D76AF7-19EE-4148-9303-D087E74895E3}" type="parTrans" cxnId="{31FB6A13-1EE4-49BD-852E-A77E1631E4FF}">
      <dgm:prSet/>
      <dgm:spPr/>
      <dgm:t>
        <a:bodyPr/>
        <a:lstStyle/>
        <a:p>
          <a:endParaRPr lang="en-US"/>
        </a:p>
      </dgm:t>
    </dgm:pt>
    <dgm:pt modelId="{D86689F3-B994-4BDD-A0BC-C95140A87D49}" type="sibTrans" cxnId="{31FB6A13-1EE4-49BD-852E-A77E1631E4FF}">
      <dgm:prSet/>
      <dgm:spPr/>
      <dgm:t>
        <a:bodyPr/>
        <a:lstStyle/>
        <a:p>
          <a:endParaRPr lang="en-US"/>
        </a:p>
      </dgm:t>
    </dgm:pt>
    <dgm:pt modelId="{8EC290E7-F797-411A-8A49-B4BD36A7B06D}">
      <dgm:prSet phldrT="[Text]" custT="1"/>
      <dgm:spPr/>
      <dgm:t>
        <a:bodyPr/>
        <a:lstStyle/>
        <a:p>
          <a:r>
            <a:rPr lang="en-US" sz="1600" dirty="0">
              <a:solidFill>
                <a:schemeClr val="tx1"/>
              </a:solidFill>
              <a:latin typeface="Arial" panose="020B0604020202020204" pitchFamily="34" charset="0"/>
              <a:cs typeface="Arial" panose="020B0604020202020204" pitchFamily="34" charset="0"/>
            </a:rPr>
            <a:t>Target amount is entered by manager or Sales rep</a:t>
          </a:r>
        </a:p>
      </dgm:t>
    </dgm:pt>
    <dgm:pt modelId="{C04EFA75-AB66-4857-B5AA-3EF3595D612D}" type="parTrans" cxnId="{51057A37-8F91-49E2-8B5F-AD92021C3FDA}">
      <dgm:prSet/>
      <dgm:spPr/>
      <dgm:t>
        <a:bodyPr/>
        <a:lstStyle/>
        <a:p>
          <a:endParaRPr lang="en-US"/>
        </a:p>
      </dgm:t>
    </dgm:pt>
    <dgm:pt modelId="{2E491CD3-1C55-420D-95A6-0CCC73646C22}" type="sibTrans" cxnId="{51057A37-8F91-49E2-8B5F-AD92021C3FDA}">
      <dgm:prSet/>
      <dgm:spPr/>
      <dgm:t>
        <a:bodyPr/>
        <a:lstStyle/>
        <a:p>
          <a:endParaRPr lang="en-US"/>
        </a:p>
      </dgm:t>
    </dgm:pt>
    <dgm:pt modelId="{E74D141C-0223-47FD-9ACE-A8863E7277AC}">
      <dgm:prSet phldrT="[Text]" custT="1"/>
      <dgm:spPr/>
      <dgm:t>
        <a:bodyPr/>
        <a:lstStyle/>
        <a:p>
          <a:r>
            <a:rPr lang="en-US" sz="1600" dirty="0">
              <a:solidFill>
                <a:schemeClr val="tx1"/>
              </a:solidFill>
              <a:latin typeface="Arial" panose="020B0604020202020204" pitchFamily="34" charset="0"/>
              <a:cs typeface="Arial" panose="020B0604020202020204" pitchFamily="34" charset="0"/>
            </a:rPr>
            <a:t>Number of calls scheduled/planned in My Schedule for a user against a particular Cycle Plan Target</a:t>
          </a:r>
        </a:p>
      </dgm:t>
    </dgm:pt>
    <dgm:pt modelId="{4B61BDD4-CD56-40AE-B24A-C08281EDF22A}" type="sibTrans" cxnId="{01762005-15B3-4392-A9EC-F35524E9595C}">
      <dgm:prSet/>
      <dgm:spPr/>
      <dgm:t>
        <a:bodyPr/>
        <a:lstStyle/>
        <a:p>
          <a:endParaRPr lang="en-US"/>
        </a:p>
      </dgm:t>
    </dgm:pt>
    <dgm:pt modelId="{B91CD1CA-CFED-453E-A7BB-20A3971D8C26}" type="parTrans" cxnId="{01762005-15B3-4392-A9EC-F35524E9595C}">
      <dgm:prSet/>
      <dgm:spPr/>
      <dgm:t>
        <a:bodyPr/>
        <a:lstStyle/>
        <a:p>
          <a:endParaRPr lang="en-US"/>
        </a:p>
      </dgm:t>
    </dgm:pt>
    <dgm:pt modelId="{8937F99F-0F74-4A07-AD5A-E0E417E791B6}">
      <dgm:prSet phldrT="[Text]" custT="1"/>
      <dgm:spPr/>
      <dgm:t>
        <a:bodyPr/>
        <a:lstStyle/>
        <a:p>
          <a:r>
            <a:rPr lang="en-US" sz="1600" dirty="0">
              <a:solidFill>
                <a:schemeClr val="tx1"/>
              </a:solidFill>
              <a:latin typeface="Arial" panose="020B0604020202020204" pitchFamily="34" charset="0"/>
              <a:cs typeface="Arial" panose="020B0604020202020204" pitchFamily="34" charset="0"/>
            </a:rPr>
            <a:t>Updated via nightly batch job</a:t>
          </a:r>
        </a:p>
      </dgm:t>
    </dgm:pt>
    <dgm:pt modelId="{02E6E1EB-90ED-478C-8E35-C4BB52B3928A}" type="sibTrans" cxnId="{9AEE5F4F-183D-4D70-9AF7-4E52BD134F2F}">
      <dgm:prSet/>
      <dgm:spPr/>
      <dgm:t>
        <a:bodyPr/>
        <a:lstStyle/>
        <a:p>
          <a:endParaRPr lang="en-US"/>
        </a:p>
      </dgm:t>
    </dgm:pt>
    <dgm:pt modelId="{E02C4E9E-132E-4917-9047-79127B6B2B8B}" type="parTrans" cxnId="{9AEE5F4F-183D-4D70-9AF7-4E52BD134F2F}">
      <dgm:prSet/>
      <dgm:spPr/>
      <dgm:t>
        <a:bodyPr/>
        <a:lstStyle/>
        <a:p>
          <a:endParaRPr lang="en-US"/>
        </a:p>
      </dgm:t>
    </dgm:pt>
    <dgm:pt modelId="{6242F08E-7D53-4A0A-9CD2-F95F8B1EB1C1}" type="pres">
      <dgm:prSet presAssocID="{130451B4-45A5-4DD8-AC45-DFA51CF95D50}" presName="Name0" presStyleCnt="0">
        <dgm:presLayoutVars>
          <dgm:dir/>
          <dgm:animLvl val="lvl"/>
          <dgm:resizeHandles val="exact"/>
        </dgm:presLayoutVars>
      </dgm:prSet>
      <dgm:spPr/>
    </dgm:pt>
    <dgm:pt modelId="{95F67477-C2AD-4C39-AE4B-CE2449865D7F}" type="pres">
      <dgm:prSet presAssocID="{54E12C6B-1880-4591-B70F-37DFE1F9F1D8}" presName="linNode" presStyleCnt="0"/>
      <dgm:spPr/>
    </dgm:pt>
    <dgm:pt modelId="{191A24A4-1312-42B3-8DCC-F7F4D0C5228C}" type="pres">
      <dgm:prSet presAssocID="{54E12C6B-1880-4591-B70F-37DFE1F9F1D8}" presName="parentText" presStyleLbl="node1" presStyleIdx="0" presStyleCnt="3" custScaleX="43643">
        <dgm:presLayoutVars>
          <dgm:chMax val="1"/>
          <dgm:bulletEnabled val="1"/>
        </dgm:presLayoutVars>
      </dgm:prSet>
      <dgm:spPr/>
    </dgm:pt>
    <dgm:pt modelId="{727F421A-E851-46FC-B2B8-182335631B43}" type="pres">
      <dgm:prSet presAssocID="{54E12C6B-1880-4591-B70F-37DFE1F9F1D8}" presName="descendantText" presStyleLbl="alignAccFollowNode1" presStyleIdx="0" presStyleCnt="3" custScaleY="111109">
        <dgm:presLayoutVars>
          <dgm:bulletEnabled val="1"/>
        </dgm:presLayoutVars>
      </dgm:prSet>
      <dgm:spPr/>
    </dgm:pt>
    <dgm:pt modelId="{865AD7C4-B0BC-42E3-B11A-D668C545DA01}" type="pres">
      <dgm:prSet presAssocID="{3A43388D-18F5-48AD-8F65-70C388809C8D}" presName="sp" presStyleCnt="0"/>
      <dgm:spPr/>
    </dgm:pt>
    <dgm:pt modelId="{4626A290-FBA4-41BA-85D0-974326E454CF}" type="pres">
      <dgm:prSet presAssocID="{454762F7-4217-4431-9704-B56274043AA9}" presName="linNode" presStyleCnt="0"/>
      <dgm:spPr/>
    </dgm:pt>
    <dgm:pt modelId="{27F1ACBF-5B43-40FE-BC6A-47DB65120894}" type="pres">
      <dgm:prSet presAssocID="{454762F7-4217-4431-9704-B56274043AA9}" presName="parentText" presStyleLbl="node1" presStyleIdx="1" presStyleCnt="3" custScaleX="43643">
        <dgm:presLayoutVars>
          <dgm:chMax val="1"/>
          <dgm:bulletEnabled val="1"/>
        </dgm:presLayoutVars>
      </dgm:prSet>
      <dgm:spPr/>
    </dgm:pt>
    <dgm:pt modelId="{58A6FAC2-9467-40B1-B3E5-D19541309136}" type="pres">
      <dgm:prSet presAssocID="{454762F7-4217-4431-9704-B56274043AA9}" presName="descendantText" presStyleLbl="alignAccFollowNode1" presStyleIdx="1" presStyleCnt="3" custScaleY="114897">
        <dgm:presLayoutVars>
          <dgm:bulletEnabled val="1"/>
        </dgm:presLayoutVars>
      </dgm:prSet>
      <dgm:spPr/>
    </dgm:pt>
    <dgm:pt modelId="{217EDB30-78C0-42DE-B18D-60A87976D1BA}" type="pres">
      <dgm:prSet presAssocID="{FCEBDF8F-A761-4CD0-8C6F-1615BB7B6F4D}" presName="sp" presStyleCnt="0"/>
      <dgm:spPr/>
    </dgm:pt>
    <dgm:pt modelId="{068C5C35-A220-45D5-BC7E-97C435A1D80A}" type="pres">
      <dgm:prSet presAssocID="{029B1E0E-F944-4C8A-A3EC-90013EB392F1}" presName="linNode" presStyleCnt="0"/>
      <dgm:spPr/>
    </dgm:pt>
    <dgm:pt modelId="{87230B75-B4CC-4F89-A0A7-B5F6CD2A278B}" type="pres">
      <dgm:prSet presAssocID="{029B1E0E-F944-4C8A-A3EC-90013EB392F1}" presName="parentText" presStyleLbl="node1" presStyleIdx="2" presStyleCnt="3" custScaleX="43643">
        <dgm:presLayoutVars>
          <dgm:chMax val="1"/>
          <dgm:bulletEnabled val="1"/>
        </dgm:presLayoutVars>
      </dgm:prSet>
      <dgm:spPr/>
    </dgm:pt>
    <dgm:pt modelId="{8A552CA9-CB02-4B19-8669-7D9E13704652}" type="pres">
      <dgm:prSet presAssocID="{029B1E0E-F944-4C8A-A3EC-90013EB392F1}" presName="descendantText" presStyleLbl="alignAccFollowNode1" presStyleIdx="2" presStyleCnt="3" custScaleY="122614">
        <dgm:presLayoutVars>
          <dgm:bulletEnabled val="1"/>
        </dgm:presLayoutVars>
      </dgm:prSet>
      <dgm:spPr/>
    </dgm:pt>
  </dgm:ptLst>
  <dgm:cxnLst>
    <dgm:cxn modelId="{01762005-15B3-4392-A9EC-F35524E9595C}" srcId="{029B1E0E-F944-4C8A-A3EC-90013EB392F1}" destId="{E74D141C-0223-47FD-9ACE-A8863E7277AC}" srcOrd="1" destOrd="0" parTransId="{B91CD1CA-CFED-453E-A7BB-20A3971D8C26}" sibTransId="{4B61BDD4-CD56-40AE-B24A-C08281EDF22A}"/>
    <dgm:cxn modelId="{F8D8180B-E005-4603-AEDA-6B3B90CFBFBF}" type="presOf" srcId="{092C00F7-9A10-4B16-9573-02C66D5CD3D0}" destId="{727F421A-E851-46FC-B2B8-182335631B43}" srcOrd="0" destOrd="2" presId="urn:microsoft.com/office/officeart/2005/8/layout/vList5"/>
    <dgm:cxn modelId="{31FB6A13-1EE4-49BD-852E-A77E1631E4FF}" srcId="{54E12C6B-1880-4591-B70F-37DFE1F9F1D8}" destId="{092C00F7-9A10-4B16-9573-02C66D5CD3D0}" srcOrd="2" destOrd="0" parTransId="{A0D76AF7-19EE-4148-9303-D087E74895E3}" sibTransId="{D86689F3-B994-4BDD-A0BC-C95140A87D49}"/>
    <dgm:cxn modelId="{959A5415-0B6A-42FA-B0AA-7B179B9EF88B}" srcId="{029B1E0E-F944-4C8A-A3EC-90013EB392F1}" destId="{CC57ED2D-23BB-4600-90B7-FBBAD086E441}" srcOrd="0" destOrd="0" parTransId="{50869194-4F01-4DCD-96C9-BA5A9459F4BB}" sibTransId="{6264C095-AB2A-4AE2-B836-B255E8C9C21E}"/>
    <dgm:cxn modelId="{B0982323-E349-437F-8494-311EE356D3F8}" type="presOf" srcId="{454762F7-4217-4431-9704-B56274043AA9}" destId="{27F1ACBF-5B43-40FE-BC6A-47DB65120894}" srcOrd="0" destOrd="0" presId="urn:microsoft.com/office/officeart/2005/8/layout/vList5"/>
    <dgm:cxn modelId="{EA394B2C-F455-4E5C-8BBE-30163CD2E7CE}" type="presOf" srcId="{8937F99F-0F74-4A07-AD5A-E0E417E791B6}" destId="{8A552CA9-CB02-4B19-8669-7D9E13704652}" srcOrd="0" destOrd="2" presId="urn:microsoft.com/office/officeart/2005/8/layout/vList5"/>
    <dgm:cxn modelId="{51057A37-8F91-49E2-8B5F-AD92021C3FDA}" srcId="{454762F7-4217-4431-9704-B56274043AA9}" destId="{8EC290E7-F797-411A-8A49-B4BD36A7B06D}" srcOrd="2" destOrd="0" parTransId="{C04EFA75-AB66-4857-B5AA-3EF3595D612D}" sibTransId="{2E491CD3-1C55-420D-95A6-0CCC73646C22}"/>
    <dgm:cxn modelId="{0038CF40-E03D-4935-B368-7D2C5FC7F059}" srcId="{454762F7-4217-4431-9704-B56274043AA9}" destId="{12F25DFF-9DA4-438F-BB0D-35D7D9655FDC}" srcOrd="1" destOrd="0" parTransId="{1C741DCC-48D0-4814-ADBC-93AFB4D875B7}" sibTransId="{CAA0E909-E4B2-4075-9F4F-4E438E76B3F0}"/>
    <dgm:cxn modelId="{AC3B335B-3AAD-42FF-BB0F-7F97561F77C7}" srcId="{130451B4-45A5-4DD8-AC45-DFA51CF95D50}" destId="{54E12C6B-1880-4591-B70F-37DFE1F9F1D8}" srcOrd="0" destOrd="0" parTransId="{028D3D76-E260-42EE-ACD4-E962F0F275E1}" sibTransId="{3A43388D-18F5-48AD-8F65-70C388809C8D}"/>
    <dgm:cxn modelId="{6802685F-143F-453C-945A-A60F8BD278C5}" srcId="{130451B4-45A5-4DD8-AC45-DFA51CF95D50}" destId="{454762F7-4217-4431-9704-B56274043AA9}" srcOrd="1" destOrd="0" parTransId="{61364E03-66FE-4B4A-89CC-FCC7EDBA22FB}" sibTransId="{FCEBDF8F-A761-4CD0-8C6F-1615BB7B6F4D}"/>
    <dgm:cxn modelId="{51639747-F348-4910-9BC3-EF596884756B}" srcId="{454762F7-4217-4431-9704-B56274043AA9}" destId="{30D8B933-5E86-4202-826B-A3368CFA5C04}" srcOrd="0" destOrd="0" parTransId="{CF524016-51B1-4C53-AEE2-9C7EBB6F1467}" sibTransId="{09CA8F90-6642-4C23-A9C5-2FFBC2DBC74B}"/>
    <dgm:cxn modelId="{84EF9748-4C17-47CA-8FB5-5E7F84B6D7BE}" srcId="{54E12C6B-1880-4591-B70F-37DFE1F9F1D8}" destId="{060EEC21-AF48-4FE9-A708-E3548B0C2143}" srcOrd="1" destOrd="0" parTransId="{E3D3BF8B-2F85-4159-8AD0-33B6F252D1EF}" sibTransId="{9E03FF63-1A75-44B0-AE37-C96B60812249}"/>
    <dgm:cxn modelId="{9AEE5F4F-183D-4D70-9AF7-4E52BD134F2F}" srcId="{029B1E0E-F944-4C8A-A3EC-90013EB392F1}" destId="{8937F99F-0F74-4A07-AD5A-E0E417E791B6}" srcOrd="2" destOrd="0" parTransId="{E02C4E9E-132E-4917-9047-79127B6B2B8B}" sibTransId="{02E6E1EB-90ED-478C-8E35-C4BB52B3928A}"/>
    <dgm:cxn modelId="{5B0AF774-10E9-453D-B031-12215F169D0C}" srcId="{130451B4-45A5-4DD8-AC45-DFA51CF95D50}" destId="{029B1E0E-F944-4C8A-A3EC-90013EB392F1}" srcOrd="2" destOrd="0" parTransId="{594F2198-4AE3-4811-BD32-DF9D9358F2E8}" sibTransId="{7A39DA60-1F02-43DC-BE7D-82C13AF2A5A2}"/>
    <dgm:cxn modelId="{25399675-4B10-4658-896E-D6675E4B02CC}" type="presOf" srcId="{30D8B933-5E86-4202-826B-A3368CFA5C04}" destId="{58A6FAC2-9467-40B1-B3E5-D19541309136}" srcOrd="0" destOrd="0" presId="urn:microsoft.com/office/officeart/2005/8/layout/vList5"/>
    <dgm:cxn modelId="{80E77F79-A21A-41C7-8CC2-AE43D143C55E}" type="presOf" srcId="{130451B4-45A5-4DD8-AC45-DFA51CF95D50}" destId="{6242F08E-7D53-4A0A-9CD2-F95F8B1EB1C1}" srcOrd="0" destOrd="0" presId="urn:microsoft.com/office/officeart/2005/8/layout/vList5"/>
    <dgm:cxn modelId="{CB79757E-35CE-48AB-A1C6-0EE58E13A36B}" type="presOf" srcId="{060EEC21-AF48-4FE9-A708-E3548B0C2143}" destId="{727F421A-E851-46FC-B2B8-182335631B43}" srcOrd="0" destOrd="1" presId="urn:microsoft.com/office/officeart/2005/8/layout/vList5"/>
    <dgm:cxn modelId="{B314B17F-AD3B-41B3-A7E8-EBE796631C90}" type="presOf" srcId="{CC57ED2D-23BB-4600-90B7-FBBAD086E441}" destId="{8A552CA9-CB02-4B19-8669-7D9E13704652}" srcOrd="0" destOrd="0" presId="urn:microsoft.com/office/officeart/2005/8/layout/vList5"/>
    <dgm:cxn modelId="{E68EBF8A-1B5C-4C23-BA50-F303CA39D24A}" type="presOf" srcId="{8EC290E7-F797-411A-8A49-B4BD36A7B06D}" destId="{58A6FAC2-9467-40B1-B3E5-D19541309136}" srcOrd="0" destOrd="2" presId="urn:microsoft.com/office/officeart/2005/8/layout/vList5"/>
    <dgm:cxn modelId="{EF9BFEA6-2581-4EEE-BDC1-1527B4771CBF}" type="presOf" srcId="{12F25DFF-9DA4-438F-BB0D-35D7D9655FDC}" destId="{58A6FAC2-9467-40B1-B3E5-D19541309136}" srcOrd="0" destOrd="1" presId="urn:microsoft.com/office/officeart/2005/8/layout/vList5"/>
    <dgm:cxn modelId="{2FE817AD-03A5-4C28-A9EB-AE6A3255B6B3}" type="presOf" srcId="{15BF7517-BA8E-4407-A773-157B14630080}" destId="{727F421A-E851-46FC-B2B8-182335631B43}" srcOrd="0" destOrd="0" presId="urn:microsoft.com/office/officeart/2005/8/layout/vList5"/>
    <dgm:cxn modelId="{442719BA-87B4-4002-9892-EED366B12A0D}" type="presOf" srcId="{029B1E0E-F944-4C8A-A3EC-90013EB392F1}" destId="{87230B75-B4CC-4F89-A0A7-B5F6CD2A278B}" srcOrd="0" destOrd="0" presId="urn:microsoft.com/office/officeart/2005/8/layout/vList5"/>
    <dgm:cxn modelId="{6FBD3FCC-F97C-4F1C-8DB9-30AABC61B8EA}" srcId="{54E12C6B-1880-4591-B70F-37DFE1F9F1D8}" destId="{15BF7517-BA8E-4407-A773-157B14630080}" srcOrd="0" destOrd="0" parTransId="{CB40AADD-320F-4815-B485-94A943858206}" sibTransId="{A82D1EC0-67E2-4051-A4E8-06B0C5CBA48D}"/>
    <dgm:cxn modelId="{D0CEE1CF-B4AA-4AD1-AFDB-835DFC0FE955}" type="presOf" srcId="{54E12C6B-1880-4591-B70F-37DFE1F9F1D8}" destId="{191A24A4-1312-42B3-8DCC-F7F4D0C5228C}" srcOrd="0" destOrd="0" presId="urn:microsoft.com/office/officeart/2005/8/layout/vList5"/>
    <dgm:cxn modelId="{FDEEB6D8-5373-45A6-9214-19D88077A046}" type="presOf" srcId="{E74D141C-0223-47FD-9ACE-A8863E7277AC}" destId="{8A552CA9-CB02-4B19-8669-7D9E13704652}" srcOrd="0" destOrd="1" presId="urn:microsoft.com/office/officeart/2005/8/layout/vList5"/>
    <dgm:cxn modelId="{BB966ACA-15A8-482A-9CD7-0DA383069CAB}" type="presParOf" srcId="{6242F08E-7D53-4A0A-9CD2-F95F8B1EB1C1}" destId="{95F67477-C2AD-4C39-AE4B-CE2449865D7F}" srcOrd="0" destOrd="0" presId="urn:microsoft.com/office/officeart/2005/8/layout/vList5"/>
    <dgm:cxn modelId="{B082255D-FB9D-42A9-AD82-333D67D95B11}" type="presParOf" srcId="{95F67477-C2AD-4C39-AE4B-CE2449865D7F}" destId="{191A24A4-1312-42B3-8DCC-F7F4D0C5228C}" srcOrd="0" destOrd="0" presId="urn:microsoft.com/office/officeart/2005/8/layout/vList5"/>
    <dgm:cxn modelId="{06B38C23-51ED-45CA-A7C2-EC10BCC13B28}" type="presParOf" srcId="{95F67477-C2AD-4C39-AE4B-CE2449865D7F}" destId="{727F421A-E851-46FC-B2B8-182335631B43}" srcOrd="1" destOrd="0" presId="urn:microsoft.com/office/officeart/2005/8/layout/vList5"/>
    <dgm:cxn modelId="{B43D8534-023C-4E54-8728-2CB05049005A}" type="presParOf" srcId="{6242F08E-7D53-4A0A-9CD2-F95F8B1EB1C1}" destId="{865AD7C4-B0BC-42E3-B11A-D668C545DA01}" srcOrd="1" destOrd="0" presId="urn:microsoft.com/office/officeart/2005/8/layout/vList5"/>
    <dgm:cxn modelId="{3E355B15-BFCD-4578-AD3C-AA19CB0EB97D}" type="presParOf" srcId="{6242F08E-7D53-4A0A-9CD2-F95F8B1EB1C1}" destId="{4626A290-FBA4-41BA-85D0-974326E454CF}" srcOrd="2" destOrd="0" presId="urn:microsoft.com/office/officeart/2005/8/layout/vList5"/>
    <dgm:cxn modelId="{BDC56F2C-87A7-4739-8475-86F466EF6766}" type="presParOf" srcId="{4626A290-FBA4-41BA-85D0-974326E454CF}" destId="{27F1ACBF-5B43-40FE-BC6A-47DB65120894}" srcOrd="0" destOrd="0" presId="urn:microsoft.com/office/officeart/2005/8/layout/vList5"/>
    <dgm:cxn modelId="{986F33CD-445D-4486-845C-C1BF5A334C8A}" type="presParOf" srcId="{4626A290-FBA4-41BA-85D0-974326E454CF}" destId="{58A6FAC2-9467-40B1-B3E5-D19541309136}" srcOrd="1" destOrd="0" presId="urn:microsoft.com/office/officeart/2005/8/layout/vList5"/>
    <dgm:cxn modelId="{2F9899D5-E067-43A0-B3B4-A96298C3739E}" type="presParOf" srcId="{6242F08E-7D53-4A0A-9CD2-F95F8B1EB1C1}" destId="{217EDB30-78C0-42DE-B18D-60A87976D1BA}" srcOrd="3" destOrd="0" presId="urn:microsoft.com/office/officeart/2005/8/layout/vList5"/>
    <dgm:cxn modelId="{13C1B081-6AF4-4BD4-B8FC-6D8DC404682C}" type="presParOf" srcId="{6242F08E-7D53-4A0A-9CD2-F95F8B1EB1C1}" destId="{068C5C35-A220-45D5-BC7E-97C435A1D80A}" srcOrd="4" destOrd="0" presId="urn:microsoft.com/office/officeart/2005/8/layout/vList5"/>
    <dgm:cxn modelId="{975C79F7-F93D-4C34-A9FA-4F958DC5FDDE}" type="presParOf" srcId="{068C5C35-A220-45D5-BC7E-97C435A1D80A}" destId="{87230B75-B4CC-4F89-A0A7-B5F6CD2A278B}" srcOrd="0" destOrd="0" presId="urn:microsoft.com/office/officeart/2005/8/layout/vList5"/>
    <dgm:cxn modelId="{EDE50664-13FF-4EF6-8AF9-791DBEB0B6A7}" type="presParOf" srcId="{068C5C35-A220-45D5-BC7E-97C435A1D80A}" destId="{8A552CA9-CB02-4B19-8669-7D9E1370465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0451B4-45A5-4DD8-AC45-DFA51CF95D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4E12C6B-1880-4591-B70F-37DFE1F9F1D8}">
      <dgm:prSet phldrT="[Text]"/>
      <dgm:spPr/>
      <dgm:t>
        <a:bodyPr/>
        <a:lstStyle/>
        <a:p>
          <a:r>
            <a:rPr lang="en-US" dirty="0"/>
            <a:t>%</a:t>
          </a:r>
        </a:p>
      </dgm:t>
    </dgm:pt>
    <dgm:pt modelId="{028D3D76-E260-42EE-ACD4-E962F0F275E1}" type="parTrans" cxnId="{AC3B335B-3AAD-42FF-BB0F-7F97561F77C7}">
      <dgm:prSet/>
      <dgm:spPr/>
      <dgm:t>
        <a:bodyPr/>
        <a:lstStyle/>
        <a:p>
          <a:endParaRPr lang="en-US"/>
        </a:p>
      </dgm:t>
    </dgm:pt>
    <dgm:pt modelId="{3A43388D-18F5-48AD-8F65-70C388809C8D}" type="sibTrans" cxnId="{AC3B335B-3AAD-42FF-BB0F-7F97561F77C7}">
      <dgm:prSet/>
      <dgm:spPr/>
      <dgm:t>
        <a:bodyPr/>
        <a:lstStyle/>
        <a:p>
          <a:endParaRPr lang="en-US"/>
        </a:p>
      </dgm:t>
    </dgm:pt>
    <dgm:pt modelId="{15BF7517-BA8E-4407-A773-157B14630080}">
      <dgm:prSet phldrT="[Text]" custT="1"/>
      <dgm:spPr/>
      <dgm:t>
        <a:bodyPr/>
        <a:lstStyle/>
        <a:p>
          <a:r>
            <a:rPr lang="en-US" sz="1600" dirty="0">
              <a:solidFill>
                <a:schemeClr val="tx1"/>
              </a:solidFill>
              <a:latin typeface="Arial" panose="020B0604020202020204" pitchFamily="34" charset="0"/>
              <a:cs typeface="Arial" panose="020B0604020202020204" pitchFamily="34" charset="0"/>
            </a:rPr>
            <a:t>Signifies Percentage Attainment</a:t>
          </a:r>
        </a:p>
      </dgm:t>
    </dgm:pt>
    <dgm:pt modelId="{CB40AADD-320F-4815-B485-94A943858206}" type="parTrans" cxnId="{6FBD3FCC-F97C-4F1C-8DB9-30AABC61B8EA}">
      <dgm:prSet/>
      <dgm:spPr/>
      <dgm:t>
        <a:bodyPr/>
        <a:lstStyle/>
        <a:p>
          <a:endParaRPr lang="en-US"/>
        </a:p>
      </dgm:t>
    </dgm:pt>
    <dgm:pt modelId="{A82D1EC0-67E2-4051-A4E8-06B0C5CBA48D}" type="sibTrans" cxnId="{6FBD3FCC-F97C-4F1C-8DB9-30AABC61B8EA}">
      <dgm:prSet/>
      <dgm:spPr/>
      <dgm:t>
        <a:bodyPr/>
        <a:lstStyle/>
        <a:p>
          <a:endParaRPr lang="en-US"/>
        </a:p>
      </dgm:t>
    </dgm:pt>
    <dgm:pt modelId="{454762F7-4217-4431-9704-B56274043AA9}">
      <dgm:prSet phldrT="[Text]"/>
      <dgm:spPr/>
      <dgm:t>
        <a:bodyPr/>
        <a:lstStyle/>
        <a:p>
          <a:r>
            <a:rPr lang="en-US" dirty="0"/>
            <a:t>R</a:t>
          </a:r>
        </a:p>
      </dgm:t>
    </dgm:pt>
    <dgm:pt modelId="{61364E03-66FE-4B4A-89CC-FCC7EDBA22FB}" type="parTrans" cxnId="{6802685F-143F-453C-945A-A60F8BD278C5}">
      <dgm:prSet/>
      <dgm:spPr/>
      <dgm:t>
        <a:bodyPr/>
        <a:lstStyle/>
        <a:p>
          <a:endParaRPr lang="en-US"/>
        </a:p>
      </dgm:t>
    </dgm:pt>
    <dgm:pt modelId="{FCEBDF8F-A761-4CD0-8C6F-1615BB7B6F4D}" type="sibTrans" cxnId="{6802685F-143F-453C-945A-A60F8BD278C5}">
      <dgm:prSet/>
      <dgm:spPr/>
      <dgm:t>
        <a:bodyPr/>
        <a:lstStyle/>
        <a:p>
          <a:endParaRPr lang="en-US"/>
        </a:p>
      </dgm:t>
    </dgm:pt>
    <dgm:pt modelId="{30D8B933-5E86-4202-826B-A3368CFA5C04}">
      <dgm:prSet phldrT="[Text]" custT="1"/>
      <dgm:spPr/>
      <dgm:t>
        <a:bodyPr/>
        <a:lstStyle/>
        <a:p>
          <a:r>
            <a:rPr lang="en-US" sz="1600" dirty="0">
              <a:solidFill>
                <a:schemeClr val="tx1"/>
              </a:solidFill>
              <a:latin typeface="Arial" panose="020B0604020202020204" pitchFamily="34" charset="0"/>
              <a:cs typeface="Arial" panose="020B0604020202020204" pitchFamily="34" charset="0"/>
            </a:rPr>
            <a:t>Signifies Remaining Calls</a:t>
          </a:r>
        </a:p>
      </dgm:t>
    </dgm:pt>
    <dgm:pt modelId="{CF524016-51B1-4C53-AEE2-9C7EBB6F1467}" type="parTrans" cxnId="{51639747-F348-4910-9BC3-EF596884756B}">
      <dgm:prSet/>
      <dgm:spPr/>
      <dgm:t>
        <a:bodyPr/>
        <a:lstStyle/>
        <a:p>
          <a:endParaRPr lang="en-US"/>
        </a:p>
      </dgm:t>
    </dgm:pt>
    <dgm:pt modelId="{09CA8F90-6642-4C23-A9C5-2FFBC2DBC74B}" type="sibTrans" cxnId="{51639747-F348-4910-9BC3-EF596884756B}">
      <dgm:prSet/>
      <dgm:spPr/>
      <dgm:t>
        <a:bodyPr/>
        <a:lstStyle/>
        <a:p>
          <a:endParaRPr lang="en-US"/>
        </a:p>
      </dgm:t>
    </dgm:pt>
    <dgm:pt modelId="{12F25DFF-9DA4-438F-BB0D-35D7D9655FDC}">
      <dgm:prSet phldrT="[Text]" custT="1"/>
      <dgm:spPr/>
      <dgm:t>
        <a:bodyPr/>
        <a:lstStyle/>
        <a:p>
          <a:r>
            <a:rPr lang="en-US" sz="1600" dirty="0">
              <a:solidFill>
                <a:schemeClr val="tx1"/>
              </a:solidFill>
              <a:latin typeface="Arial" panose="020B0604020202020204" pitchFamily="34" charset="0"/>
              <a:cs typeface="Arial" panose="020B0604020202020204" pitchFamily="34" charset="0"/>
            </a:rPr>
            <a:t>Number of calls remaining to be scheduled by user</a:t>
          </a:r>
        </a:p>
      </dgm:t>
    </dgm:pt>
    <dgm:pt modelId="{1C741DCC-48D0-4814-ADBC-93AFB4D875B7}" type="parTrans" cxnId="{0038CF40-E03D-4935-B368-7D2C5FC7F059}">
      <dgm:prSet/>
      <dgm:spPr/>
      <dgm:t>
        <a:bodyPr/>
        <a:lstStyle/>
        <a:p>
          <a:endParaRPr lang="en-US"/>
        </a:p>
      </dgm:t>
    </dgm:pt>
    <dgm:pt modelId="{CAA0E909-E4B2-4075-9F4F-4E438E76B3F0}" type="sibTrans" cxnId="{0038CF40-E03D-4935-B368-7D2C5FC7F059}">
      <dgm:prSet/>
      <dgm:spPr/>
      <dgm:t>
        <a:bodyPr/>
        <a:lstStyle/>
        <a:p>
          <a:endParaRPr lang="en-US"/>
        </a:p>
      </dgm:t>
    </dgm:pt>
    <dgm:pt modelId="{D41E8396-F4B0-422C-9776-7C20427FD3E6}">
      <dgm:prSet phldrT="[Text]" custT="1"/>
      <dgm:spPr/>
      <dgm:t>
        <a:bodyPr/>
        <a:lstStyle/>
        <a:p>
          <a:r>
            <a:rPr lang="en-US" sz="1600" dirty="0">
              <a:solidFill>
                <a:schemeClr val="tx1"/>
              </a:solidFill>
              <a:latin typeface="Arial" panose="020B0604020202020204" pitchFamily="34" charset="0"/>
              <a:cs typeface="Arial" panose="020B0604020202020204" pitchFamily="34" charset="0"/>
            </a:rPr>
            <a:t>Percentage Attainment = Percentage of Actual Calls / Planned Calls</a:t>
          </a:r>
        </a:p>
      </dgm:t>
    </dgm:pt>
    <dgm:pt modelId="{AC8757E6-2720-4E7B-97D2-71AD32D9797F}" type="parTrans" cxnId="{42323B8C-073C-46D4-A55F-412F970B4181}">
      <dgm:prSet/>
      <dgm:spPr/>
      <dgm:t>
        <a:bodyPr/>
        <a:lstStyle/>
        <a:p>
          <a:endParaRPr lang="en-US"/>
        </a:p>
      </dgm:t>
    </dgm:pt>
    <dgm:pt modelId="{321644AE-5FC5-4CA8-9CC7-F9CC91F56C0B}" type="sibTrans" cxnId="{42323B8C-073C-46D4-A55F-412F970B4181}">
      <dgm:prSet/>
      <dgm:spPr/>
      <dgm:t>
        <a:bodyPr/>
        <a:lstStyle/>
        <a:p>
          <a:endParaRPr lang="en-US"/>
        </a:p>
      </dgm:t>
    </dgm:pt>
    <dgm:pt modelId="{6242F08E-7D53-4A0A-9CD2-F95F8B1EB1C1}" type="pres">
      <dgm:prSet presAssocID="{130451B4-45A5-4DD8-AC45-DFA51CF95D50}" presName="Name0" presStyleCnt="0">
        <dgm:presLayoutVars>
          <dgm:dir/>
          <dgm:animLvl val="lvl"/>
          <dgm:resizeHandles val="exact"/>
        </dgm:presLayoutVars>
      </dgm:prSet>
      <dgm:spPr/>
    </dgm:pt>
    <dgm:pt modelId="{95F67477-C2AD-4C39-AE4B-CE2449865D7F}" type="pres">
      <dgm:prSet presAssocID="{54E12C6B-1880-4591-B70F-37DFE1F9F1D8}" presName="linNode" presStyleCnt="0"/>
      <dgm:spPr/>
    </dgm:pt>
    <dgm:pt modelId="{191A24A4-1312-42B3-8DCC-F7F4D0C5228C}" type="pres">
      <dgm:prSet presAssocID="{54E12C6B-1880-4591-B70F-37DFE1F9F1D8}" presName="parentText" presStyleLbl="node1" presStyleIdx="0" presStyleCnt="2" custScaleX="43643">
        <dgm:presLayoutVars>
          <dgm:chMax val="1"/>
          <dgm:bulletEnabled val="1"/>
        </dgm:presLayoutVars>
      </dgm:prSet>
      <dgm:spPr/>
    </dgm:pt>
    <dgm:pt modelId="{727F421A-E851-46FC-B2B8-182335631B43}" type="pres">
      <dgm:prSet presAssocID="{54E12C6B-1880-4591-B70F-37DFE1F9F1D8}" presName="descendantText" presStyleLbl="alignAccFollowNode1" presStyleIdx="0" presStyleCnt="2" custLinFactNeighborY="0">
        <dgm:presLayoutVars>
          <dgm:bulletEnabled val="1"/>
        </dgm:presLayoutVars>
      </dgm:prSet>
      <dgm:spPr/>
    </dgm:pt>
    <dgm:pt modelId="{865AD7C4-B0BC-42E3-B11A-D668C545DA01}" type="pres">
      <dgm:prSet presAssocID="{3A43388D-18F5-48AD-8F65-70C388809C8D}" presName="sp" presStyleCnt="0"/>
      <dgm:spPr/>
    </dgm:pt>
    <dgm:pt modelId="{4626A290-FBA4-41BA-85D0-974326E454CF}" type="pres">
      <dgm:prSet presAssocID="{454762F7-4217-4431-9704-B56274043AA9}" presName="linNode" presStyleCnt="0"/>
      <dgm:spPr/>
    </dgm:pt>
    <dgm:pt modelId="{27F1ACBF-5B43-40FE-BC6A-47DB65120894}" type="pres">
      <dgm:prSet presAssocID="{454762F7-4217-4431-9704-B56274043AA9}" presName="parentText" presStyleLbl="node1" presStyleIdx="1" presStyleCnt="2" custScaleX="43643" custLinFactNeighborX="107" custLinFactNeighborY="4351">
        <dgm:presLayoutVars>
          <dgm:chMax val="1"/>
          <dgm:bulletEnabled val="1"/>
        </dgm:presLayoutVars>
      </dgm:prSet>
      <dgm:spPr/>
    </dgm:pt>
    <dgm:pt modelId="{58A6FAC2-9467-40B1-B3E5-D19541309136}" type="pres">
      <dgm:prSet presAssocID="{454762F7-4217-4431-9704-B56274043AA9}" presName="descendantText" presStyleLbl="alignAccFollowNode1" presStyleIdx="1" presStyleCnt="2">
        <dgm:presLayoutVars>
          <dgm:bulletEnabled val="1"/>
        </dgm:presLayoutVars>
      </dgm:prSet>
      <dgm:spPr/>
    </dgm:pt>
  </dgm:ptLst>
  <dgm:cxnLst>
    <dgm:cxn modelId="{B0982323-E349-437F-8494-311EE356D3F8}" type="presOf" srcId="{454762F7-4217-4431-9704-B56274043AA9}" destId="{27F1ACBF-5B43-40FE-BC6A-47DB65120894}" srcOrd="0" destOrd="0" presId="urn:microsoft.com/office/officeart/2005/8/layout/vList5"/>
    <dgm:cxn modelId="{0038CF40-E03D-4935-B368-7D2C5FC7F059}" srcId="{454762F7-4217-4431-9704-B56274043AA9}" destId="{12F25DFF-9DA4-438F-BB0D-35D7D9655FDC}" srcOrd="1" destOrd="0" parTransId="{1C741DCC-48D0-4814-ADBC-93AFB4D875B7}" sibTransId="{CAA0E909-E4B2-4075-9F4F-4E438E76B3F0}"/>
    <dgm:cxn modelId="{3E35F940-9817-44D3-BC1A-8EAEA2112249}" type="presOf" srcId="{D41E8396-F4B0-422C-9776-7C20427FD3E6}" destId="{727F421A-E851-46FC-B2B8-182335631B43}" srcOrd="0" destOrd="1" presId="urn:microsoft.com/office/officeart/2005/8/layout/vList5"/>
    <dgm:cxn modelId="{AC3B335B-3AAD-42FF-BB0F-7F97561F77C7}" srcId="{130451B4-45A5-4DD8-AC45-DFA51CF95D50}" destId="{54E12C6B-1880-4591-B70F-37DFE1F9F1D8}" srcOrd="0" destOrd="0" parTransId="{028D3D76-E260-42EE-ACD4-E962F0F275E1}" sibTransId="{3A43388D-18F5-48AD-8F65-70C388809C8D}"/>
    <dgm:cxn modelId="{6802685F-143F-453C-945A-A60F8BD278C5}" srcId="{130451B4-45A5-4DD8-AC45-DFA51CF95D50}" destId="{454762F7-4217-4431-9704-B56274043AA9}" srcOrd="1" destOrd="0" parTransId="{61364E03-66FE-4B4A-89CC-FCC7EDBA22FB}" sibTransId="{FCEBDF8F-A761-4CD0-8C6F-1615BB7B6F4D}"/>
    <dgm:cxn modelId="{51639747-F348-4910-9BC3-EF596884756B}" srcId="{454762F7-4217-4431-9704-B56274043AA9}" destId="{30D8B933-5E86-4202-826B-A3368CFA5C04}" srcOrd="0" destOrd="0" parTransId="{CF524016-51B1-4C53-AEE2-9C7EBB6F1467}" sibTransId="{09CA8F90-6642-4C23-A9C5-2FFBC2DBC74B}"/>
    <dgm:cxn modelId="{25399675-4B10-4658-896E-D6675E4B02CC}" type="presOf" srcId="{30D8B933-5E86-4202-826B-A3368CFA5C04}" destId="{58A6FAC2-9467-40B1-B3E5-D19541309136}" srcOrd="0" destOrd="0" presId="urn:microsoft.com/office/officeart/2005/8/layout/vList5"/>
    <dgm:cxn modelId="{80E77F79-A21A-41C7-8CC2-AE43D143C55E}" type="presOf" srcId="{130451B4-45A5-4DD8-AC45-DFA51CF95D50}" destId="{6242F08E-7D53-4A0A-9CD2-F95F8B1EB1C1}" srcOrd="0" destOrd="0" presId="urn:microsoft.com/office/officeart/2005/8/layout/vList5"/>
    <dgm:cxn modelId="{42323B8C-073C-46D4-A55F-412F970B4181}" srcId="{54E12C6B-1880-4591-B70F-37DFE1F9F1D8}" destId="{D41E8396-F4B0-422C-9776-7C20427FD3E6}" srcOrd="1" destOrd="0" parTransId="{AC8757E6-2720-4E7B-97D2-71AD32D9797F}" sibTransId="{321644AE-5FC5-4CA8-9CC7-F9CC91F56C0B}"/>
    <dgm:cxn modelId="{EF9BFEA6-2581-4EEE-BDC1-1527B4771CBF}" type="presOf" srcId="{12F25DFF-9DA4-438F-BB0D-35D7D9655FDC}" destId="{58A6FAC2-9467-40B1-B3E5-D19541309136}" srcOrd="0" destOrd="1" presId="urn:microsoft.com/office/officeart/2005/8/layout/vList5"/>
    <dgm:cxn modelId="{2FE817AD-03A5-4C28-A9EB-AE6A3255B6B3}" type="presOf" srcId="{15BF7517-BA8E-4407-A773-157B14630080}" destId="{727F421A-E851-46FC-B2B8-182335631B43}" srcOrd="0" destOrd="0" presId="urn:microsoft.com/office/officeart/2005/8/layout/vList5"/>
    <dgm:cxn modelId="{6FBD3FCC-F97C-4F1C-8DB9-30AABC61B8EA}" srcId="{54E12C6B-1880-4591-B70F-37DFE1F9F1D8}" destId="{15BF7517-BA8E-4407-A773-157B14630080}" srcOrd="0" destOrd="0" parTransId="{CB40AADD-320F-4815-B485-94A943858206}" sibTransId="{A82D1EC0-67E2-4051-A4E8-06B0C5CBA48D}"/>
    <dgm:cxn modelId="{D0CEE1CF-B4AA-4AD1-AFDB-835DFC0FE955}" type="presOf" srcId="{54E12C6B-1880-4591-B70F-37DFE1F9F1D8}" destId="{191A24A4-1312-42B3-8DCC-F7F4D0C5228C}" srcOrd="0" destOrd="0" presId="urn:microsoft.com/office/officeart/2005/8/layout/vList5"/>
    <dgm:cxn modelId="{BB966ACA-15A8-482A-9CD7-0DA383069CAB}" type="presParOf" srcId="{6242F08E-7D53-4A0A-9CD2-F95F8B1EB1C1}" destId="{95F67477-C2AD-4C39-AE4B-CE2449865D7F}" srcOrd="0" destOrd="0" presId="urn:microsoft.com/office/officeart/2005/8/layout/vList5"/>
    <dgm:cxn modelId="{B082255D-FB9D-42A9-AD82-333D67D95B11}" type="presParOf" srcId="{95F67477-C2AD-4C39-AE4B-CE2449865D7F}" destId="{191A24A4-1312-42B3-8DCC-F7F4D0C5228C}" srcOrd="0" destOrd="0" presId="urn:microsoft.com/office/officeart/2005/8/layout/vList5"/>
    <dgm:cxn modelId="{06B38C23-51ED-45CA-A7C2-EC10BCC13B28}" type="presParOf" srcId="{95F67477-C2AD-4C39-AE4B-CE2449865D7F}" destId="{727F421A-E851-46FC-B2B8-182335631B43}" srcOrd="1" destOrd="0" presId="urn:microsoft.com/office/officeart/2005/8/layout/vList5"/>
    <dgm:cxn modelId="{B43D8534-023C-4E54-8728-2CB05049005A}" type="presParOf" srcId="{6242F08E-7D53-4A0A-9CD2-F95F8B1EB1C1}" destId="{865AD7C4-B0BC-42E3-B11A-D668C545DA01}" srcOrd="1" destOrd="0" presId="urn:microsoft.com/office/officeart/2005/8/layout/vList5"/>
    <dgm:cxn modelId="{3E355B15-BFCD-4578-AD3C-AA19CB0EB97D}" type="presParOf" srcId="{6242F08E-7D53-4A0A-9CD2-F95F8B1EB1C1}" destId="{4626A290-FBA4-41BA-85D0-974326E454CF}" srcOrd="2" destOrd="0" presId="urn:microsoft.com/office/officeart/2005/8/layout/vList5"/>
    <dgm:cxn modelId="{BDC56F2C-87A7-4739-8475-86F466EF6766}" type="presParOf" srcId="{4626A290-FBA4-41BA-85D0-974326E454CF}" destId="{27F1ACBF-5B43-40FE-BC6A-47DB65120894}" srcOrd="0" destOrd="0" presId="urn:microsoft.com/office/officeart/2005/8/layout/vList5"/>
    <dgm:cxn modelId="{986F33CD-445D-4486-845C-C1BF5A334C8A}" type="presParOf" srcId="{4626A290-FBA4-41BA-85D0-974326E454CF}" destId="{58A6FAC2-9467-40B1-B3E5-D19541309136}"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Cycle Plan cannot be displayed on Account detail page. </a:t>
          </a:r>
        </a:p>
        <a:p>
          <a:r>
            <a:rPr lang="en-US" sz="1800" dirty="0">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lumMod val="95000"/>
                </a:schemeClr>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dirty="0">
              <a:solidFill>
                <a:schemeClr val="bg1">
                  <a:lumMod val="95000"/>
                </a:schemeClr>
              </a:solidFill>
              <a:latin typeface="Arial" panose="020B0604020202020204" pitchFamily="34" charset="0"/>
              <a:cs typeface="Arial" panose="020B0604020202020204" pitchFamily="34" charset="0"/>
            </a:rPr>
            <a:t>False</a:t>
          </a:r>
        </a:p>
      </dgm:t>
    </dgm:pt>
    <dgm:pt modelId="{EFFB9578-C2EF-4913-BAC9-27BB7452EF41}" type="sibTrans" cxnId="{6EFC2E38-DEEC-4969-8F9F-8F4E00C3EC61}">
      <dgm:prSet/>
      <dgm:spPr/>
      <dgm:t>
        <a:bodyPr/>
        <a:lstStyle/>
        <a:p>
          <a:endParaRPr lang="en-US"/>
        </a:p>
      </dgm:t>
    </dgm:pt>
    <dgm:pt modelId="{4B675CAB-FCD1-423E-A366-BD8F24618A48}" type="parTrans" cxnId="{6EFC2E38-DEEC-4969-8F9F-8F4E00C3EC61}">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648" custLinFactNeighborY="10893">
        <dgm:presLayoutVars>
          <dgm:bulletEnabled val="1"/>
        </dgm:presLayoutVars>
      </dgm:prSet>
      <dgm:spPr/>
    </dgm:pt>
  </dgm:ptLst>
  <dgm:cxnLst>
    <dgm:cxn modelId="{00383016-437F-46B6-8E62-C1930665B545}" type="presOf" srcId="{6D54E985-EA4E-4554-9098-7D9DFCB568FB}" destId="{0EBE7C70-51AD-4402-A9D8-36889ADBC56A}" srcOrd="0" destOrd="2" presId="urn:microsoft.com/office/officeart/2005/8/layout/vList2"/>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2"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a:t>
          </a:r>
          <a:r>
            <a:rPr lang="en-US" sz="1800" dirty="0">
              <a:latin typeface="Arial" panose="020B0604020202020204" pitchFamily="34" charset="0"/>
              <a:cs typeface="Arial" panose="020B0604020202020204" pitchFamily="34" charset="0"/>
            </a:rPr>
            <a:t>Which of the below is not a VEEVA Cycle Plan data model object?</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Cycle_Plan_Product_</a:t>
          </a:r>
          <a:r>
            <a:rPr lang="en-US" sz="1800" dirty="0" err="1">
              <a:latin typeface="Arial" panose="020B0604020202020204" pitchFamily="34" charset="0"/>
              <a:cs typeface="Arial" panose="020B0604020202020204" pitchFamily="34" charset="0"/>
            </a:rPr>
            <a:t>vod</a:t>
          </a:r>
          <a:r>
            <a:rPr lang="en-US" sz="1800" dirty="0">
              <a:latin typeface="Arial" panose="020B0604020202020204" pitchFamily="34" charset="0"/>
              <a:cs typeface="Arial" panose="020B0604020202020204" pitchFamily="34" charset="0"/>
            </a:rPr>
            <a:t>__c</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a:t>
          </a:r>
          <a:r>
            <a:rPr lang="en-US" sz="1800" dirty="0">
              <a:latin typeface="Arial" panose="020B0604020202020204" pitchFamily="34" charset="0"/>
              <a:cs typeface="Arial" panose="020B0604020202020204" pitchFamily="34" charset="0"/>
            </a:rPr>
            <a:t> Which of the below is not a VEEVA provided Custom Button in </a:t>
          </a:r>
          <a:r>
            <a:rPr lang="en-US" sz="1800" dirty="0" err="1">
              <a:latin typeface="Arial" panose="020B0604020202020204" pitchFamily="34" charset="0"/>
              <a:cs typeface="Arial" panose="020B0604020202020204" pitchFamily="34" charset="0"/>
            </a:rPr>
            <a:t>Cycle_Plan_Target_vod</a:t>
          </a:r>
          <a:r>
            <a:rPr lang="en-US" sz="1800" dirty="0">
              <a:latin typeface="Arial" panose="020B0604020202020204" pitchFamily="34" charset="0"/>
              <a:cs typeface="Arial" panose="020B0604020202020204" pitchFamily="34" charset="0"/>
            </a:rPr>
            <a:t> object?</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a:solidFill>
                <a:schemeClr val="bg1"/>
              </a:solidFill>
              <a:latin typeface="Arial" panose="020B0604020202020204" pitchFamily="34" charset="0"/>
              <a:cs typeface="Arial" panose="020B0604020202020204" pitchFamily="34" charset="0"/>
            </a:rPr>
            <a:t>Create Bookmark</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4. Which field in Product Catalog is used to exclude a Product from Cycle </a:t>
          </a:r>
        </a:p>
        <a:p>
          <a:r>
            <a:rPr lang="en-US" sz="1800" dirty="0">
              <a:latin typeface="Arial" panose="020B0604020202020204" pitchFamily="34" charset="0"/>
              <a:cs typeface="Arial" panose="020B0604020202020204" pitchFamily="34" charset="0"/>
            </a:rPr>
            <a:t>Plans?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err="1">
              <a:latin typeface="Arial" panose="020B0604020202020204" pitchFamily="34" charset="0"/>
              <a:cs typeface="Arial" panose="020B0604020202020204" pitchFamily="34" charset="0"/>
            </a:rPr>
            <a:t>No_Cycle_Plans_vod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5. Which two Apex classes are used to update Cycle Plans with calls and details that were performed by users? </a:t>
          </a:r>
        </a:p>
        <a:p>
          <a:r>
            <a:rPr lang="en-US" sz="1800" i="1" dirty="0">
              <a:latin typeface="Arial" panose="020B0604020202020204" pitchFamily="34" charset="0"/>
              <a:cs typeface="Arial" panose="020B0604020202020204" pitchFamily="34" charset="0"/>
            </a:rPr>
            <a:t>Choose 2 answers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21773" custLinFactNeighborY="42026">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VEEVA_BATCH_CYCLE_PLAN_CALC and VEEVA_BATCH_CYCLE_PLAN_CALC_CALLS</a:t>
          </a:r>
          <a:endParaRPr lang="en-US" sz="1800" b="1" dirty="0">
            <a:latin typeface="Arial" panose="020B0604020202020204" pitchFamily="34" charset="0"/>
            <a:cs typeface="Arial" panose="020B0604020202020204" pitchFamily="34" charset="0"/>
          </a:endParaRPr>
        </a:p>
        <a:p>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85981"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F421A-E851-46FC-B2B8-182335631B43}">
      <dsp:nvSpPr>
        <dsp:cNvPr id="0" name=""/>
        <dsp:cNvSpPr/>
      </dsp:nvSpPr>
      <dsp:spPr>
        <a:xfrm rot="5400000">
          <a:off x="4510866" y="-2214714"/>
          <a:ext cx="974204" cy="552875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Signifies Actual Calls</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Number of calls submitted by user against a particular Cycle Plan Target</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Real time update</a:t>
          </a:r>
        </a:p>
      </dsp:txBody>
      <dsp:txXfrm rot="-5400000">
        <a:off x="2233593" y="110116"/>
        <a:ext cx="5481195" cy="879090"/>
      </dsp:txXfrm>
    </dsp:sp>
    <dsp:sp modelId="{191A24A4-1312-42B3-8DCC-F7F4D0C5228C}">
      <dsp:nvSpPr>
        <dsp:cNvPr id="0" name=""/>
        <dsp:cNvSpPr/>
      </dsp:nvSpPr>
      <dsp:spPr>
        <a:xfrm>
          <a:off x="876329" y="1660"/>
          <a:ext cx="1357263" cy="1096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A</a:t>
          </a:r>
        </a:p>
      </dsp:txBody>
      <dsp:txXfrm>
        <a:off x="929831" y="55162"/>
        <a:ext cx="1250259" cy="988997"/>
      </dsp:txXfrm>
    </dsp:sp>
    <dsp:sp modelId="{58A6FAC2-9467-40B1-B3E5-D19541309136}">
      <dsp:nvSpPr>
        <dsp:cNvPr id="0" name=""/>
        <dsp:cNvSpPr/>
      </dsp:nvSpPr>
      <dsp:spPr>
        <a:xfrm rot="5400000">
          <a:off x="4494260" y="-1063913"/>
          <a:ext cx="1007418" cy="552875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Signifies Planned Calls</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Number of calls (goals) a user is needed to do for a particular Cycle Plan target in a particular Cycle Plan</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Target amount is entered by manager or Sales rep</a:t>
          </a:r>
        </a:p>
      </dsp:txBody>
      <dsp:txXfrm rot="-5400000">
        <a:off x="2233593" y="1245932"/>
        <a:ext cx="5479574" cy="909062"/>
      </dsp:txXfrm>
    </dsp:sp>
    <dsp:sp modelId="{27F1ACBF-5B43-40FE-BC6A-47DB65120894}">
      <dsp:nvSpPr>
        <dsp:cNvPr id="0" name=""/>
        <dsp:cNvSpPr/>
      </dsp:nvSpPr>
      <dsp:spPr>
        <a:xfrm>
          <a:off x="876329" y="1152461"/>
          <a:ext cx="1357263" cy="1096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P</a:t>
          </a:r>
        </a:p>
      </dsp:txBody>
      <dsp:txXfrm>
        <a:off x="929831" y="1205963"/>
        <a:ext cx="1250259" cy="988997"/>
      </dsp:txXfrm>
    </dsp:sp>
    <dsp:sp modelId="{8A552CA9-CB02-4B19-8669-7D9E13704652}">
      <dsp:nvSpPr>
        <dsp:cNvPr id="0" name=""/>
        <dsp:cNvSpPr/>
      </dsp:nvSpPr>
      <dsp:spPr>
        <a:xfrm rot="5400000">
          <a:off x="4460428" y="86887"/>
          <a:ext cx="1075080" cy="552875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a:solidFill>
                <a:schemeClr val="tx1"/>
              </a:solidFill>
              <a:latin typeface="Arial" panose="020B0604020202020204" pitchFamily="34" charset="0"/>
              <a:cs typeface="Arial" panose="020B0604020202020204" pitchFamily="34" charset="0"/>
            </a:rPr>
            <a:t>Signifies Scheduled Calls</a:t>
          </a:r>
          <a:endParaRPr lang="en-US" sz="1600" kern="1200" dirty="0">
            <a:solidFill>
              <a:schemeClr val="tx1"/>
            </a:solidFill>
            <a:latin typeface="Arial" panose="020B0604020202020204" pitchFamily="34" charset="0"/>
            <a:cs typeface="Arial" panose="020B0604020202020204" pitchFamily="34" charset="0"/>
          </a:endParaRP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Number of calls scheduled/planned in My Schedule for a user against a particular Cycle Plan Target</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Updated via nightly batch job</a:t>
          </a:r>
        </a:p>
      </dsp:txBody>
      <dsp:txXfrm rot="-5400000">
        <a:off x="2233593" y="2366204"/>
        <a:ext cx="5476271" cy="970118"/>
      </dsp:txXfrm>
    </dsp:sp>
    <dsp:sp modelId="{87230B75-B4CC-4F89-A0A7-B5F6CD2A278B}">
      <dsp:nvSpPr>
        <dsp:cNvPr id="0" name=""/>
        <dsp:cNvSpPr/>
      </dsp:nvSpPr>
      <dsp:spPr>
        <a:xfrm>
          <a:off x="876329" y="2303263"/>
          <a:ext cx="1357263" cy="1096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S</a:t>
          </a:r>
        </a:p>
      </dsp:txBody>
      <dsp:txXfrm>
        <a:off x="929831" y="2356765"/>
        <a:ext cx="1250259" cy="988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F421A-E851-46FC-B2B8-182335631B43}">
      <dsp:nvSpPr>
        <dsp:cNvPr id="0" name=""/>
        <dsp:cNvSpPr/>
      </dsp:nvSpPr>
      <dsp:spPr>
        <a:xfrm rot="5400000">
          <a:off x="4587927" y="-2251797"/>
          <a:ext cx="820083" cy="552875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Signifies Percentage Attainment</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Percentage Attainment = Percentage of Actual Calls / Planned Calls</a:t>
          </a:r>
        </a:p>
      </dsp:txBody>
      <dsp:txXfrm rot="-5400000">
        <a:off x="2233593" y="142570"/>
        <a:ext cx="5488719" cy="740017"/>
      </dsp:txXfrm>
    </dsp:sp>
    <dsp:sp modelId="{191A24A4-1312-42B3-8DCC-F7F4D0C5228C}">
      <dsp:nvSpPr>
        <dsp:cNvPr id="0" name=""/>
        <dsp:cNvSpPr/>
      </dsp:nvSpPr>
      <dsp:spPr>
        <a:xfrm>
          <a:off x="876329" y="25"/>
          <a:ext cx="1357263" cy="10251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102870" rIns="205740" bIns="102870" numCol="1" spcCol="1270" anchor="ctr" anchorCtr="0">
          <a:noAutofit/>
        </a:bodyPr>
        <a:lstStyle/>
        <a:p>
          <a:pPr marL="0" lvl="0" indent="0" algn="ctr" defTabSz="2400300">
            <a:lnSpc>
              <a:spcPct val="90000"/>
            </a:lnSpc>
            <a:spcBef>
              <a:spcPct val="0"/>
            </a:spcBef>
            <a:spcAft>
              <a:spcPct val="35000"/>
            </a:spcAft>
            <a:buNone/>
          </a:pPr>
          <a:r>
            <a:rPr lang="en-US" sz="5400" kern="1200" dirty="0"/>
            <a:t>%</a:t>
          </a:r>
        </a:p>
      </dsp:txBody>
      <dsp:txXfrm>
        <a:off x="926370" y="50066"/>
        <a:ext cx="1257181" cy="925022"/>
      </dsp:txXfrm>
    </dsp:sp>
    <dsp:sp modelId="{58A6FAC2-9467-40B1-B3E5-D19541309136}">
      <dsp:nvSpPr>
        <dsp:cNvPr id="0" name=""/>
        <dsp:cNvSpPr/>
      </dsp:nvSpPr>
      <dsp:spPr>
        <a:xfrm rot="5400000">
          <a:off x="4587927" y="-1175438"/>
          <a:ext cx="820083" cy="552875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Signifies Remaining Calls</a:t>
          </a:r>
        </a:p>
        <a:p>
          <a:pPr marL="171450" lvl="1" indent="-171450" algn="l" defTabSz="711200">
            <a:lnSpc>
              <a:spcPct val="90000"/>
            </a:lnSpc>
            <a:spcBef>
              <a:spcPct val="0"/>
            </a:spcBef>
            <a:spcAft>
              <a:spcPct val="15000"/>
            </a:spcAft>
            <a:buChar char="•"/>
          </a:pPr>
          <a:r>
            <a:rPr lang="en-US" sz="1600" kern="1200" dirty="0">
              <a:solidFill>
                <a:schemeClr val="tx1"/>
              </a:solidFill>
              <a:latin typeface="Arial" panose="020B0604020202020204" pitchFamily="34" charset="0"/>
              <a:cs typeface="Arial" panose="020B0604020202020204" pitchFamily="34" charset="0"/>
            </a:rPr>
            <a:t>Number of calls remaining to be scheduled by user</a:t>
          </a:r>
        </a:p>
      </dsp:txBody>
      <dsp:txXfrm rot="-5400000">
        <a:off x="2233593" y="1218929"/>
        <a:ext cx="5488719" cy="740017"/>
      </dsp:txXfrm>
    </dsp:sp>
    <dsp:sp modelId="{27F1ACBF-5B43-40FE-BC6A-47DB65120894}">
      <dsp:nvSpPr>
        <dsp:cNvPr id="0" name=""/>
        <dsp:cNvSpPr/>
      </dsp:nvSpPr>
      <dsp:spPr>
        <a:xfrm>
          <a:off x="882245" y="1076411"/>
          <a:ext cx="1357263" cy="10251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102870" rIns="205740" bIns="102870" numCol="1" spcCol="1270" anchor="ctr" anchorCtr="0">
          <a:noAutofit/>
        </a:bodyPr>
        <a:lstStyle/>
        <a:p>
          <a:pPr marL="0" lvl="0" indent="0" algn="ctr" defTabSz="2400300">
            <a:lnSpc>
              <a:spcPct val="90000"/>
            </a:lnSpc>
            <a:spcBef>
              <a:spcPct val="0"/>
            </a:spcBef>
            <a:spcAft>
              <a:spcPct val="35000"/>
            </a:spcAft>
            <a:buNone/>
          </a:pPr>
          <a:r>
            <a:rPr lang="en-US" sz="5400" kern="1200" dirty="0"/>
            <a:t>R</a:t>
          </a:r>
        </a:p>
      </dsp:txBody>
      <dsp:txXfrm>
        <a:off x="932286" y="1126452"/>
        <a:ext cx="1257181" cy="9250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01140"/>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Cycle Plan cannot be displayed on Account detail page. </a:t>
          </a:r>
        </a:p>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4318" y="365458"/>
        <a:ext cx="8205249" cy="1188915"/>
      </dsp:txXfrm>
    </dsp:sp>
    <dsp:sp modelId="{0EBE7C70-51AD-4402-A9D8-36889ADBC56A}">
      <dsp:nvSpPr>
        <dsp:cNvPr id="0" name=""/>
        <dsp:cNvSpPr/>
      </dsp:nvSpPr>
      <dsp:spPr>
        <a:xfrm>
          <a:off x="0" y="1894958"/>
          <a:ext cx="8333885" cy="87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lumMod val="95000"/>
                </a:schemeClr>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lumMod val="95000"/>
                </a:schemeClr>
              </a:solidFill>
              <a:latin typeface="Arial" panose="020B0604020202020204" pitchFamily="34" charset="0"/>
              <a:cs typeface="Arial" panose="020B0604020202020204" pitchFamily="34" charset="0"/>
            </a:rPr>
            <a:t>False</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894958"/>
        <a:ext cx="8333885" cy="8788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a:t>
          </a:r>
          <a:r>
            <a:rPr lang="en-US" sz="1800" kern="1200" dirty="0">
              <a:latin typeface="Arial" panose="020B0604020202020204" pitchFamily="34" charset="0"/>
              <a:cs typeface="Arial" panose="020B0604020202020204" pitchFamily="34" charset="0"/>
            </a:rPr>
            <a:t>Which of the below is not a VEEVA Cycle Plan data model object?</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Cycle_Plan_Product_</a:t>
          </a:r>
          <a:r>
            <a:rPr lang="en-US" sz="1800" kern="1200" dirty="0" err="1">
              <a:latin typeface="Arial" panose="020B0604020202020204" pitchFamily="34" charset="0"/>
              <a:cs typeface="Arial" panose="020B0604020202020204" pitchFamily="34" charset="0"/>
            </a:rPr>
            <a:t>vod</a:t>
          </a:r>
          <a:r>
            <a:rPr lang="en-US" sz="1800" kern="1200" dirty="0">
              <a:latin typeface="Arial" panose="020B0604020202020204" pitchFamily="34" charset="0"/>
              <a:cs typeface="Arial" panose="020B0604020202020204" pitchFamily="34" charset="0"/>
            </a:rPr>
            <a:t>__c</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a:t>
          </a:r>
          <a:r>
            <a:rPr lang="en-US" sz="1800" kern="1200" dirty="0">
              <a:latin typeface="Arial" panose="020B0604020202020204" pitchFamily="34" charset="0"/>
              <a:cs typeface="Arial" panose="020B0604020202020204" pitchFamily="34" charset="0"/>
            </a:rPr>
            <a:t> Which of the below is not a VEEVA provided Custom Button in </a:t>
          </a:r>
          <a:r>
            <a:rPr lang="en-US" sz="1800" kern="1200" dirty="0" err="1">
              <a:latin typeface="Arial" panose="020B0604020202020204" pitchFamily="34" charset="0"/>
              <a:cs typeface="Arial" panose="020B0604020202020204" pitchFamily="34" charset="0"/>
            </a:rPr>
            <a:t>Cycle_Plan_Target_vod</a:t>
          </a:r>
          <a:r>
            <a:rPr lang="en-US" sz="1800" kern="1200" dirty="0">
              <a:latin typeface="Arial" panose="020B0604020202020204" pitchFamily="34" charset="0"/>
              <a:cs typeface="Arial" panose="020B0604020202020204" pitchFamily="34" charset="0"/>
            </a:rPr>
            <a:t> object?</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a:solidFill>
                <a:schemeClr val="bg1"/>
              </a:solidFill>
              <a:latin typeface="Arial" panose="020B0604020202020204" pitchFamily="34" charset="0"/>
              <a:cs typeface="Arial" panose="020B0604020202020204" pitchFamily="34" charset="0"/>
            </a:rPr>
            <a:t>Create Bookmark</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4. Which field in Product Catalog is used to exclude a Product from Cycle </a:t>
          </a:r>
        </a:p>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Plans?</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err="1">
              <a:latin typeface="Arial" panose="020B0604020202020204" pitchFamily="34" charset="0"/>
              <a:cs typeface="Arial" panose="020B0604020202020204" pitchFamily="34" charset="0"/>
            </a:rPr>
            <a:t>No_Cycle_Plans_vod</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56453"/>
          <a:ext cx="8333885" cy="127158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5. Which two Apex classes are used to update Cycle Plans with calls and details that were performed by users? </a:t>
          </a:r>
        </a:p>
        <a:p>
          <a:pPr marL="0" lvl="0" indent="0" algn="l" defTabSz="800100">
            <a:lnSpc>
              <a:spcPct val="90000"/>
            </a:lnSpc>
            <a:spcBef>
              <a:spcPct val="0"/>
            </a:spcBef>
            <a:spcAft>
              <a:spcPct val="35000"/>
            </a:spcAft>
            <a:buNone/>
          </a:pPr>
          <a:r>
            <a:rPr lang="en-US" sz="1800" i="1" kern="1200" dirty="0">
              <a:latin typeface="Arial" panose="020B0604020202020204" pitchFamily="34" charset="0"/>
              <a:cs typeface="Arial" panose="020B0604020202020204" pitchFamily="34" charset="0"/>
            </a:rPr>
            <a:t>Choose 2 answers</a:t>
          </a:r>
          <a:endParaRPr lang="en-US" sz="1800" kern="1200" dirty="0">
            <a:solidFill>
              <a:schemeClr val="bg1"/>
            </a:solidFill>
            <a:latin typeface="Arial" panose="020B0604020202020204" pitchFamily="34" charset="0"/>
            <a:cs typeface="Arial" panose="020B0604020202020204" pitchFamily="34" charset="0"/>
          </a:endParaRPr>
        </a:p>
      </dsp:txBody>
      <dsp:txXfrm>
        <a:off x="62074" y="318527"/>
        <a:ext cx="8209737" cy="1147436"/>
      </dsp:txXfrm>
    </dsp:sp>
    <dsp:sp modelId="{0EBE7C70-51AD-4402-A9D8-36889ADBC56A}">
      <dsp:nvSpPr>
        <dsp:cNvPr id="0" name=""/>
        <dsp:cNvSpPr/>
      </dsp:nvSpPr>
      <dsp:spPr>
        <a:xfrm>
          <a:off x="0" y="1297324"/>
          <a:ext cx="8333885"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44450" rIns="248920" bIns="44450" numCol="1" spcCol="1270" anchor="t" anchorCtr="0">
          <a:noAutofit/>
        </a:bodyPr>
        <a:lstStyle/>
        <a:p>
          <a:pPr marL="228600" lvl="1" indent="-228600" algn="l" defTabSz="1200150">
            <a:lnSpc>
              <a:spcPct val="90000"/>
            </a:lnSpc>
            <a:spcBef>
              <a:spcPct val="0"/>
            </a:spcBef>
            <a:spcAft>
              <a:spcPct val="20000"/>
            </a:spcAft>
            <a:buChar char="•"/>
          </a:pPr>
          <a:endParaRPr lang="en-US" sz="2700" kern="1200" dirty="0">
            <a:solidFill>
              <a:schemeClr val="bg1">
                <a:lumMod val="95000"/>
              </a:schemeClr>
            </a:solidFill>
            <a:latin typeface="Arial" panose="020B0604020202020204" pitchFamily="34" charset="0"/>
            <a:cs typeface="Arial" panose="020B0604020202020204" pitchFamily="34" charset="0"/>
          </a:endParaRPr>
        </a:p>
      </dsp:txBody>
      <dsp:txXfrm>
        <a:off x="0" y="1297324"/>
        <a:ext cx="8333885" cy="5796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104621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VEEVA_BATCH_CYCLE_PLAN_CALC and VEEVA_BATCH_CYCLE_PLAN_CALC_CALLS</a:t>
          </a:r>
          <a:endParaRPr lang="en-US" sz="1800" b="1" kern="1200" dirty="0">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endParaRPr lang="en-US" sz="1800" b="1" kern="1200" dirty="0">
            <a:latin typeface="Arial" panose="020B0604020202020204" pitchFamily="34" charset="0"/>
            <a:cs typeface="Arial" panose="020B0604020202020204" pitchFamily="34" charset="0"/>
          </a:endParaRPr>
        </a:p>
      </dsp:txBody>
      <dsp:txXfrm>
        <a:off x="51072" y="51072"/>
        <a:ext cx="8231741" cy="94407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7/20/2023</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7/20/2023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921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99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0544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7976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7/20/2023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43.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44.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4.xml"/><Relationship Id="rId1" Type="http://schemas.openxmlformats.org/officeDocument/2006/relationships/slideLayout" Target="../slideLayouts/slideLayout36.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45.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hyperlink" Target="https://crmhelp.veeva.com/doc" TargetMode="Externa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6" y="2105094"/>
            <a:ext cx="6245890" cy="1828469"/>
          </a:xfrm>
        </p:spPr>
        <p:txBody>
          <a:bodyPr/>
          <a:lstStyle/>
          <a:p>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r>
              <a:rPr lang="en-US" sz="3600" b="1" dirty="0">
                <a:solidFill>
                  <a:srgbClr val="00718F"/>
                </a:solidFill>
                <a:latin typeface="Arial" panose="020B0604020202020204" pitchFamily="34" charset="0"/>
                <a:cs typeface="Arial" panose="020B0604020202020204" pitchFamily="34" charset="0"/>
              </a:rPr>
              <a:t>VEEVA Cycle Plan</a:t>
            </a:r>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PL3</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223886841"/>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Arial Unicode MS" pitchFamily="34" charset="-128"/>
                          <a:ea typeface="Arial Unicode MS" pitchFamily="34" charset="-128"/>
                          <a:cs typeface="Arial Unicode MS" pitchFamily="34" charset="-128"/>
                        </a:rPr>
                        <a:t>Prashant, Sourav Bhattacharya,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Arial Unicode MS" pitchFamily="34" charset="-128"/>
                          <a:ea typeface="Arial Unicode MS" pitchFamily="34" charset="-128"/>
                          <a:cs typeface="Arial Unicode MS" pitchFamily="34" charset="-128"/>
                        </a:rPr>
                        <a:t>Consultant CRM, Sr. Consultant CRM – EAS Salesforce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 0.9 :20-July-2023, V1.0: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Sneha Kate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3</a:t>
            </a:fld>
            <a:endParaRPr lang="en-US" dirty="0"/>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pPr marL="0" indent="0">
              <a:buNone/>
            </a:pPr>
            <a:r>
              <a:rPr lang="en-US" dirty="0">
                <a:solidFill>
                  <a:schemeClr val="tx1"/>
                </a:solidFill>
              </a:rPr>
              <a:t>In the previous Module - </a:t>
            </a:r>
            <a:r>
              <a:rPr lang="en-US" i="1" dirty="0">
                <a:solidFill>
                  <a:schemeClr val="tx1"/>
                </a:solidFill>
              </a:rPr>
              <a:t>Call Management Configurations</a:t>
            </a:r>
            <a:r>
              <a:rPr lang="en-US" dirty="0">
                <a:solidFill>
                  <a:schemeClr val="tx1"/>
                </a:solidFill>
              </a:rPr>
              <a:t>, you learnt to:</a:t>
            </a:r>
          </a:p>
          <a:p>
            <a:pPr marL="0" indent="0">
              <a:buNone/>
            </a:pPr>
            <a:endParaRPr lang="en-US" sz="1800" dirty="0">
              <a:solidFill>
                <a:schemeClr val="tx1"/>
              </a:solidFill>
            </a:endParaRPr>
          </a:p>
          <a:p>
            <a:pPr lvl="1"/>
            <a:r>
              <a:rPr lang="en-US" dirty="0">
                <a:solidFill>
                  <a:schemeClr val="tx1"/>
                </a:solidFill>
              </a:rPr>
              <a:t>Describe various entities in </a:t>
            </a:r>
            <a:r>
              <a:rPr lang="en-US" altLang="ja-JP" dirty="0">
                <a:solidFill>
                  <a:schemeClr val="tx1"/>
                </a:solidFill>
              </a:rPr>
              <a:t>Call Data Model</a:t>
            </a:r>
          </a:p>
          <a:p>
            <a:pPr lvl="1"/>
            <a:r>
              <a:rPr lang="en-US" altLang="ja-JP" dirty="0">
                <a:solidFill>
                  <a:schemeClr val="tx1"/>
                </a:solidFill>
              </a:rPr>
              <a:t>Defined Marker Fields and Section Signals</a:t>
            </a:r>
          </a:p>
          <a:p>
            <a:pPr lvl="1"/>
            <a:r>
              <a:rPr lang="en-US" altLang="ja-JP" dirty="0">
                <a:solidFill>
                  <a:schemeClr val="tx1"/>
                </a:solidFill>
              </a:rPr>
              <a:t>Defined call page layout sections</a:t>
            </a:r>
          </a:p>
          <a:p>
            <a:pPr lvl="1"/>
            <a:endParaRPr lang="en-US" dirty="0">
              <a:solidFill>
                <a:schemeClr val="tx1"/>
              </a:solidFill>
            </a:endParaRPr>
          </a:p>
          <a:p>
            <a:pPr marL="0" indent="0">
              <a:buNone/>
            </a:pPr>
            <a:r>
              <a:rPr lang="en-US" dirty="0">
                <a:solidFill>
                  <a:schemeClr val="tx1"/>
                </a:solidFill>
              </a:rPr>
              <a:t>And now ... </a:t>
            </a:r>
          </a:p>
          <a:p>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dirty="0"/>
              <a:t>Recap…</a:t>
            </a:r>
          </a:p>
        </p:txBody>
      </p:sp>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4</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pPr marL="0" indent="0">
              <a:buNone/>
            </a:pPr>
            <a:r>
              <a:rPr lang="en-US" dirty="0">
                <a:solidFill>
                  <a:schemeClr val="tx1"/>
                </a:solidFill>
              </a:rPr>
              <a:t>After completing this chapter, you will learn to:</a:t>
            </a:r>
          </a:p>
          <a:p>
            <a:pPr marL="0" indent="0">
              <a:buNone/>
            </a:pPr>
            <a:endParaRPr lang="en-US" dirty="0">
              <a:solidFill>
                <a:schemeClr val="tx1"/>
              </a:solidFill>
            </a:endParaRPr>
          </a:p>
          <a:p>
            <a:pPr lvl="1"/>
            <a:r>
              <a:rPr lang="en-US" dirty="0">
                <a:solidFill>
                  <a:schemeClr val="tx1"/>
                </a:solidFill>
              </a:rPr>
              <a:t>Define VEEVA Cycle Plan</a:t>
            </a:r>
          </a:p>
          <a:p>
            <a:pPr lvl="1"/>
            <a:r>
              <a:rPr lang="en-US" dirty="0">
                <a:solidFill>
                  <a:schemeClr val="tx1"/>
                </a:solidFill>
              </a:rPr>
              <a:t>Explain where Cycle Plan is visible in application</a:t>
            </a:r>
          </a:p>
          <a:p>
            <a:pPr lvl="1"/>
            <a:r>
              <a:rPr lang="en-US" dirty="0">
                <a:solidFill>
                  <a:schemeClr val="tx1"/>
                </a:solidFill>
              </a:rPr>
              <a:t>Define various Cycle Plan Target Statistics Columns</a:t>
            </a:r>
          </a:p>
          <a:p>
            <a:pPr lvl="1"/>
            <a:r>
              <a:rPr lang="en-US" dirty="0">
                <a:solidFill>
                  <a:schemeClr val="tx1"/>
                </a:solidFill>
              </a:rPr>
              <a:t>Describe Cycle Plan data model</a:t>
            </a:r>
          </a:p>
          <a:p>
            <a:pPr lvl="1"/>
            <a:r>
              <a:rPr lang="en-US" dirty="0">
                <a:solidFill>
                  <a:schemeClr val="tx1"/>
                </a:solidFill>
              </a:rPr>
              <a:t>Configure Cycle Plan layouts</a:t>
            </a:r>
          </a:p>
          <a:p>
            <a:pPr lvl="1"/>
            <a:r>
              <a:rPr lang="en-US" dirty="0">
                <a:solidFill>
                  <a:schemeClr val="tx1"/>
                </a:solidFill>
              </a:rPr>
              <a:t>Configure user profiles for Cycle Plans</a:t>
            </a:r>
          </a:p>
          <a:p>
            <a:pPr lvl="1"/>
            <a:r>
              <a:rPr lang="en-US" dirty="0">
                <a:solidFill>
                  <a:schemeClr val="tx1"/>
                </a:solidFill>
              </a:rPr>
              <a:t>Configure Cycle Plans batch and real-time calculation processes</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Objectives</a:t>
            </a:r>
          </a:p>
        </p:txBody>
      </p:sp>
      <p:pic>
        <p:nvPicPr>
          <p:cNvPr id="6" name="Picture 2" descr="D:\Images\Images\Objective\shutterstock_67901683.jpg">
            <a:extLst>
              <a:ext uri="{FF2B5EF4-FFF2-40B4-BE49-F238E27FC236}">
                <a16:creationId xmlns:a16="http://schemas.microsoft.com/office/drawing/2014/main" id="{B3D16588-795B-937B-A337-67C1C81F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669428" y="816524"/>
            <a:ext cx="2517197" cy="37757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0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r>
              <a:rPr lang="en-US" sz="1600" dirty="0">
                <a:solidFill>
                  <a:schemeClr val="tx1"/>
                </a:solidFill>
              </a:rPr>
              <a:t>Cycle Plans, also known as Plans of Action, are lists of Account and associated goal/target of call activity for a Sales Representatives</a:t>
            </a:r>
          </a:p>
          <a:p>
            <a:endParaRPr lang="en-US" sz="1600" dirty="0">
              <a:solidFill>
                <a:schemeClr val="tx1"/>
              </a:solidFill>
            </a:endParaRPr>
          </a:p>
          <a:p>
            <a:r>
              <a:rPr lang="en-US" sz="1600" dirty="0">
                <a:solidFill>
                  <a:schemeClr val="tx1"/>
                </a:solidFill>
              </a:rPr>
              <a:t>Cycle Plans are usually created by Sales Operations and Management team which are then loaded into VEEVA CRM application</a:t>
            </a:r>
          </a:p>
          <a:p>
            <a:endParaRPr lang="en-US" sz="1600" dirty="0">
              <a:solidFill>
                <a:schemeClr val="tx1"/>
              </a:solidFill>
            </a:endParaRPr>
          </a:p>
          <a:p>
            <a:r>
              <a:rPr lang="en-US" sz="1600" dirty="0">
                <a:solidFill>
                  <a:schemeClr val="tx1"/>
                </a:solidFill>
              </a:rPr>
              <a:t>The Sales Representatives can review their plan and track their progress as they perform calls throughout the cycle</a:t>
            </a:r>
          </a:p>
          <a:p>
            <a:endParaRPr lang="en-US" sz="1600" dirty="0">
              <a:solidFill>
                <a:schemeClr val="tx1"/>
              </a:solidFill>
            </a:endParaRPr>
          </a:p>
          <a:p>
            <a:r>
              <a:rPr lang="en-US" sz="1600" dirty="0">
                <a:solidFill>
                  <a:schemeClr val="tx1"/>
                </a:solidFill>
              </a:rPr>
              <a:t>Cycle Plans are updated by scheduled processes or on demand, with the calls and details made by Sales Representatives since the last update, to allow users to track their progress against their Cycle Plans</a:t>
            </a:r>
          </a:p>
          <a:p>
            <a:endParaRPr lang="en-US" sz="1600" dirty="0">
              <a:solidFill>
                <a:schemeClr val="tx1"/>
              </a:solidFill>
            </a:endParaRPr>
          </a:p>
          <a:p>
            <a:r>
              <a:rPr lang="en-US" sz="1600" dirty="0">
                <a:solidFill>
                  <a:schemeClr val="tx1"/>
                </a:solidFill>
              </a:rPr>
              <a:t>Depending on business requirements, Sales Representatives can be allowed to edit and/or add targets in their Cycle Plan</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Overview</a:t>
            </a:r>
          </a:p>
        </p:txBody>
      </p:sp>
      <p:pic>
        <p:nvPicPr>
          <p:cNvPr id="9" name="Picture 2" descr="D:\Images\Images\Overview\shutterstock_72689296.jpg">
            <a:extLst>
              <a:ext uri="{FF2B5EF4-FFF2-40B4-BE49-F238E27FC236}">
                <a16:creationId xmlns:a16="http://schemas.microsoft.com/office/drawing/2014/main" id="{10E117A6-29B4-0A1A-1352-C2C6755F2E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1468913"/>
            <a:ext cx="2021840" cy="3296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519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6</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2"/>
            <a:ext cx="5887202" cy="4616927"/>
          </a:xfrm>
        </p:spPr>
        <p:txBody>
          <a:bodyPr/>
          <a:lstStyle/>
          <a:p>
            <a:pPr marL="285750" indent="-285750" algn="just">
              <a:buFont typeface="Arial" panose="020B0604020202020204" pitchFamily="34" charset="0"/>
              <a:buChar char="•"/>
            </a:pPr>
            <a:r>
              <a:rPr lang="en-US" sz="1600" dirty="0">
                <a:solidFill>
                  <a:schemeClr val="tx1"/>
                </a:solidFill>
              </a:rPr>
              <a:t>Cycle Plans, also known as Plans of Action, are lists of Account and associated goal/target of call activity for a Sales Representatives. Cycle plan object stores the plan header for each sales rep or territory for a specified time frame. Cycle plan target object under a cycle plan ties the targeted accounts. Cycle plan detail stores the number of actual and planned calls for each target.</a:t>
            </a:r>
          </a:p>
          <a:p>
            <a:pPr marL="285750" indent="-285750" algn="just">
              <a:buFont typeface="Arial" panose="020B0604020202020204" pitchFamily="34" charset="0"/>
              <a:buChar char="•"/>
            </a:pPr>
            <a:r>
              <a:rPr lang="en-US" sz="1600" dirty="0">
                <a:solidFill>
                  <a:schemeClr val="tx1"/>
                </a:solidFill>
              </a:rPr>
              <a:t>The Cycle Plan information can be accessed from various places in both online and offline VEEVA applications</a:t>
            </a:r>
          </a:p>
          <a:p>
            <a:pPr marL="285750" indent="-285750" algn="just">
              <a:buFont typeface="Arial" panose="020B0604020202020204" pitchFamily="34" charset="0"/>
              <a:buChar char="•"/>
            </a:pPr>
            <a:r>
              <a:rPr lang="en-US" sz="1600" dirty="0">
                <a:solidFill>
                  <a:schemeClr val="tx1"/>
                </a:solidFill>
              </a:rPr>
              <a:t>Marking the field, No Cycle Plans as TRUE for any Detail product will exclude the product from Cycle Plan</a:t>
            </a:r>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Do You Know</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6410960" y="1436210"/>
            <a:ext cx="3164841" cy="2341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8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Introduction to Veeva Cycle Plan</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b="0" dirty="0">
                <a:solidFill>
                  <a:srgbClr val="00718F"/>
                </a:solidFill>
                <a:latin typeface="Arial" panose="020B0604020202020204" pitchFamily="34" charset="0"/>
                <a:cs typeface="Arial" panose="020B0604020202020204" pitchFamily="34" charset="0"/>
              </a:rPr>
              <a:t>VEEVA Cycle Plan</a:t>
            </a:r>
            <a:endParaRPr lang="en-IN" sz="3600" dirty="0"/>
          </a:p>
        </p:txBody>
      </p:sp>
    </p:spTree>
    <p:extLst>
      <p:ext uri="{BB962C8B-B14F-4D97-AF65-F5344CB8AC3E}">
        <p14:creationId xmlns:p14="http://schemas.microsoft.com/office/powerpoint/2010/main" val="3519810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0" indent="0">
              <a:buNone/>
            </a:pPr>
            <a:r>
              <a:rPr lang="en-US" sz="1600" dirty="0">
                <a:solidFill>
                  <a:schemeClr val="tx1"/>
                </a:solidFill>
              </a:rPr>
              <a:t>Cycle Plan in VEEVA is a list of accounts and call activity plans associated with the accounts for a defined period of time. Cycle Plan also includes tracking product detailing against targeted accounts</a:t>
            </a:r>
          </a:p>
          <a:p>
            <a:pPr marL="0" indent="0">
              <a:buNone/>
            </a:pPr>
            <a:endParaRPr lang="en-US" sz="1600" dirty="0">
              <a:solidFill>
                <a:schemeClr val="tx1"/>
              </a:solidFill>
            </a:endParaRPr>
          </a:p>
          <a:p>
            <a:pPr marL="0" indent="0">
              <a:buNone/>
            </a:pPr>
            <a:r>
              <a:rPr lang="en-US" sz="1600" dirty="0">
                <a:solidFill>
                  <a:schemeClr val="tx1"/>
                </a:solidFill>
              </a:rPr>
              <a:t>The Cycle Plan information can be accessed from various places in both online and offline VEEVA applications:</a:t>
            </a:r>
          </a:p>
          <a:p>
            <a:r>
              <a:rPr lang="en-US" dirty="0">
                <a:solidFill>
                  <a:schemeClr val="tx1"/>
                </a:solidFill>
              </a:rPr>
              <a:t>In VEEVA </a:t>
            </a:r>
            <a:r>
              <a:rPr lang="en-US" b="1" dirty="0">
                <a:solidFill>
                  <a:schemeClr val="tx1"/>
                </a:solidFill>
              </a:rPr>
              <a:t>online</a:t>
            </a:r>
            <a:r>
              <a:rPr lang="en-US" dirty="0">
                <a:solidFill>
                  <a:schemeClr val="tx1"/>
                </a:solidFill>
              </a:rPr>
              <a:t> application</a:t>
            </a:r>
          </a:p>
          <a:p>
            <a:pPr lvl="1"/>
            <a:r>
              <a:rPr lang="en-US" b="1" dirty="0">
                <a:solidFill>
                  <a:schemeClr val="tx1"/>
                </a:solidFill>
              </a:rPr>
              <a:t>Cycle Plan Tab</a:t>
            </a:r>
          </a:p>
          <a:p>
            <a:pPr lvl="2"/>
            <a:r>
              <a:rPr lang="en-US" dirty="0">
                <a:solidFill>
                  <a:schemeClr val="tx1"/>
                </a:solidFill>
              </a:rPr>
              <a:t>Displays the entire cycle plan for a particular user across all targeted accounts</a:t>
            </a:r>
          </a:p>
          <a:p>
            <a:pPr lvl="1"/>
            <a:r>
              <a:rPr lang="en-US" b="1" dirty="0">
                <a:solidFill>
                  <a:schemeClr val="tx1"/>
                </a:solidFill>
              </a:rPr>
              <a:t>Account Detail Page</a:t>
            </a:r>
          </a:p>
          <a:p>
            <a:pPr lvl="2"/>
            <a:r>
              <a:rPr lang="en-US" dirty="0">
                <a:solidFill>
                  <a:schemeClr val="tx1"/>
                </a:solidFill>
              </a:rPr>
              <a:t>Displays a summary of current active cycle plan for a particular account</a:t>
            </a:r>
          </a:p>
          <a:p>
            <a:endParaRPr lang="en-US" dirty="0">
              <a:solidFill>
                <a:schemeClr val="tx1"/>
              </a:solidFill>
            </a:endParaRPr>
          </a:p>
          <a:p>
            <a:r>
              <a:rPr lang="en-US" dirty="0">
                <a:solidFill>
                  <a:schemeClr val="tx1"/>
                </a:solidFill>
              </a:rPr>
              <a:t>In </a:t>
            </a:r>
            <a:r>
              <a:rPr lang="en-US" b="1" dirty="0" err="1">
                <a:solidFill>
                  <a:schemeClr val="tx1"/>
                </a:solidFill>
              </a:rPr>
              <a:t>iRep</a:t>
            </a:r>
            <a:r>
              <a:rPr lang="en-US" dirty="0">
                <a:solidFill>
                  <a:schemeClr val="tx1"/>
                </a:solidFill>
              </a:rPr>
              <a:t> application</a:t>
            </a:r>
          </a:p>
          <a:p>
            <a:pPr lvl="1"/>
            <a:r>
              <a:rPr lang="en-US" b="1" dirty="0">
                <a:solidFill>
                  <a:schemeClr val="tx1"/>
                </a:solidFill>
              </a:rPr>
              <a:t>Home Page</a:t>
            </a:r>
          </a:p>
          <a:p>
            <a:pPr lvl="2"/>
            <a:r>
              <a:rPr lang="en-US" dirty="0">
                <a:solidFill>
                  <a:schemeClr val="tx1"/>
                </a:solidFill>
              </a:rPr>
              <a:t>Displays a graphical summarization of the current cycle plan of a user</a:t>
            </a:r>
          </a:p>
          <a:p>
            <a:pPr lvl="1"/>
            <a:r>
              <a:rPr lang="en-US" b="1" dirty="0">
                <a:solidFill>
                  <a:schemeClr val="tx1"/>
                </a:solidFill>
              </a:rPr>
              <a:t>Weekly Scheduler</a:t>
            </a:r>
          </a:p>
          <a:p>
            <a:pPr lvl="2"/>
            <a:r>
              <a:rPr lang="en-US" dirty="0">
                <a:solidFill>
                  <a:schemeClr val="tx1"/>
                </a:solidFill>
              </a:rPr>
              <a:t>Cycle Plan information is available as Read Only in the weekly scheduler in </a:t>
            </a:r>
            <a:r>
              <a:rPr lang="en-US" dirty="0" err="1">
                <a:solidFill>
                  <a:schemeClr val="tx1"/>
                </a:solidFill>
              </a:rPr>
              <a:t>iRep</a:t>
            </a:r>
            <a:endParaRPr lang="en-US" dirty="0">
              <a:solidFill>
                <a:schemeClr val="tx1"/>
              </a:solidFill>
            </a:endParaRPr>
          </a:p>
          <a:p>
            <a:pPr marL="0" indent="0">
              <a:buNone/>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426719"/>
          </a:xfrm>
        </p:spPr>
        <p:txBody>
          <a:bodyPr/>
          <a:lstStyle/>
          <a:p>
            <a:r>
              <a:rPr lang="en-US" dirty="0"/>
              <a:t>Introduction…1</a:t>
            </a:r>
          </a:p>
        </p:txBody>
      </p:sp>
    </p:spTree>
    <p:extLst>
      <p:ext uri="{BB962C8B-B14F-4D97-AF65-F5344CB8AC3E}">
        <p14:creationId xmlns:p14="http://schemas.microsoft.com/office/powerpoint/2010/main" val="223636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317240" y="1391920"/>
            <a:ext cx="9517640" cy="4528860"/>
          </a:xfrm>
        </p:spPr>
        <p:txBody>
          <a:bodyPr/>
          <a:lstStyle/>
          <a:p>
            <a:pPr marL="285750" indent="-285750">
              <a:buFont typeface="Arial" panose="020B0604020202020204" pitchFamily="34" charset="0"/>
              <a:buChar char="•"/>
            </a:pPr>
            <a:r>
              <a:rPr lang="en-US" sz="1800" b="1" dirty="0"/>
              <a:t>Note</a:t>
            </a:r>
            <a:r>
              <a:rPr lang="en-US" sz="1800" b="1" dirty="0">
                <a:solidFill>
                  <a:schemeClr val="tx1"/>
                </a:solidFill>
              </a:rPr>
              <a:t>:</a:t>
            </a:r>
          </a:p>
          <a:p>
            <a:pPr lvl="1"/>
            <a:r>
              <a:rPr lang="en-US" dirty="0">
                <a:solidFill>
                  <a:schemeClr val="tx1"/>
                </a:solidFill>
              </a:rPr>
              <a:t>Users can create Bookmarks by defining a target list of Accounts in their Cycle Plan </a:t>
            </a:r>
          </a:p>
          <a:p>
            <a:endParaRPr lang="en-US" dirty="0">
              <a:solidFill>
                <a:schemeClr val="tx1"/>
              </a:solidFill>
            </a:endParaRPr>
          </a:p>
          <a:p>
            <a:pPr lvl="1"/>
            <a:r>
              <a:rPr lang="en-US" dirty="0">
                <a:solidFill>
                  <a:schemeClr val="tx1"/>
                </a:solidFill>
              </a:rPr>
              <a:t>When enabled, the bookmarks are displayed as a picklist in both online and offline applications</a:t>
            </a:r>
          </a:p>
          <a:p>
            <a:endParaRPr lang="en-US" dirty="0">
              <a:solidFill>
                <a:schemeClr val="tx1"/>
              </a:solidFill>
            </a:endParaRPr>
          </a:p>
          <a:p>
            <a:pPr lvl="1"/>
            <a:r>
              <a:rPr lang="en-US" dirty="0">
                <a:solidFill>
                  <a:schemeClr val="tx1"/>
                </a:solidFill>
              </a:rPr>
              <a:t>Users can create, edit and delete bookmarks depending on the level of permissions provided to user</a:t>
            </a:r>
          </a:p>
          <a:p>
            <a:pPr marL="349250" lvl="1" indent="0">
              <a:buNone/>
            </a:pPr>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551139"/>
          </a:xfrm>
        </p:spPr>
        <p:txBody>
          <a:bodyPr/>
          <a:lstStyle/>
          <a:p>
            <a:r>
              <a:rPr lang="en-US" dirty="0"/>
              <a:t>Introduction…2</a:t>
            </a:r>
          </a:p>
        </p:txBody>
      </p:sp>
    </p:spTree>
    <p:extLst>
      <p:ext uri="{BB962C8B-B14F-4D97-AF65-F5344CB8AC3E}">
        <p14:creationId xmlns:p14="http://schemas.microsoft.com/office/powerpoint/2010/main" val="1685285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579121" y="2173336"/>
            <a:ext cx="6335962" cy="1828469"/>
          </a:xfrm>
        </p:spPr>
        <p:txBody>
          <a:bodyPr/>
          <a:lstStyle/>
          <a:p>
            <a:r>
              <a:rPr lang="en-US" sz="3600" b="0" dirty="0">
                <a:solidFill>
                  <a:srgbClr val="00718F"/>
                </a:solidFill>
                <a:latin typeface="Arial" panose="020B0604020202020204" pitchFamily="34" charset="0"/>
                <a:cs typeface="Arial" panose="020B0604020202020204" pitchFamily="34" charset="0"/>
              </a:rPr>
              <a:t>VEEVA Cycle Plan</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579120" y="4153374"/>
            <a:ext cx="5720080" cy="906305"/>
          </a:xfrm>
        </p:spPr>
        <p:txBody>
          <a:bodyPr/>
          <a:lstStyle/>
          <a:p>
            <a:r>
              <a:rPr lang="en-US" sz="3200" b="1" dirty="0"/>
              <a:t>Cycle Plan Target Statistics Columns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27222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11</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228602"/>
            <a:ext cx="10807700" cy="365126"/>
          </a:xfrm>
        </p:spPr>
        <p:txBody>
          <a:bodyPr/>
          <a:lstStyle/>
          <a:p>
            <a:r>
              <a:rPr lang="en-US" dirty="0"/>
              <a:t>Cycle Plan Target Statistics Columns</a:t>
            </a:r>
          </a:p>
        </p:txBody>
      </p:sp>
      <p:graphicFrame>
        <p:nvGraphicFramePr>
          <p:cNvPr id="6" name="Content Placeholder 5">
            <a:extLst>
              <a:ext uri="{FF2B5EF4-FFF2-40B4-BE49-F238E27FC236}">
                <a16:creationId xmlns:a16="http://schemas.microsoft.com/office/drawing/2014/main" id="{EA9B55F3-D1F5-899A-5B73-F60179FD9944}"/>
              </a:ext>
            </a:extLst>
          </p:cNvPr>
          <p:cNvGraphicFramePr>
            <a:graphicFrameLocks noGrp="1"/>
          </p:cNvGraphicFramePr>
          <p:nvPr>
            <p:ph sz="quarter" idx="4294967295"/>
            <p:extLst>
              <p:ext uri="{D42A27DB-BD31-4B8C-83A1-F6EECF244321}">
                <p14:modId xmlns:p14="http://schemas.microsoft.com/office/powerpoint/2010/main" val="4275027775"/>
              </p:ext>
            </p:extLst>
          </p:nvPr>
        </p:nvGraphicFramePr>
        <p:xfrm>
          <a:off x="457199" y="850232"/>
          <a:ext cx="8638675" cy="340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54346EB6-F1D6-B0AC-7FC4-0B2635C8902B}"/>
              </a:ext>
            </a:extLst>
          </p:cNvPr>
          <p:cNvGraphicFramePr/>
          <p:nvPr>
            <p:extLst>
              <p:ext uri="{D42A27DB-BD31-4B8C-83A1-F6EECF244321}">
                <p14:modId xmlns:p14="http://schemas.microsoft.com/office/powerpoint/2010/main" val="1171183199"/>
              </p:ext>
            </p:extLst>
          </p:nvPr>
        </p:nvGraphicFramePr>
        <p:xfrm>
          <a:off x="457199" y="4363453"/>
          <a:ext cx="8638675" cy="210151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27747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VEEVA Cycle Plan</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669192" y="4153375"/>
            <a:ext cx="4983904" cy="527600"/>
          </a:xfrm>
        </p:spPr>
        <p:txBody>
          <a:bodyPr/>
          <a:lstStyle/>
          <a:p>
            <a:r>
              <a:rPr lang="en-US" sz="3200" b="1" dirty="0">
                <a:latin typeface="Arial" panose="020B0604020202020204" pitchFamily="34" charset="0"/>
                <a:cs typeface="Arial" panose="020B0604020202020204" pitchFamily="34" charset="0"/>
              </a:rPr>
              <a:t>Cycle Plan Data Model</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077232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13</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Cycle Plan Data Model</a:t>
            </a:r>
          </a:p>
        </p:txBody>
      </p:sp>
      <p:pic>
        <p:nvPicPr>
          <p:cNvPr id="2" name="Picture 1">
            <a:extLst>
              <a:ext uri="{FF2B5EF4-FFF2-40B4-BE49-F238E27FC236}">
                <a16:creationId xmlns:a16="http://schemas.microsoft.com/office/drawing/2014/main" id="{23CB2193-C9B6-8230-3447-10109FE62678}"/>
              </a:ext>
            </a:extLst>
          </p:cNvPr>
          <p:cNvPicPr>
            <a:picLocks noChangeAspect="1"/>
          </p:cNvPicPr>
          <p:nvPr/>
        </p:nvPicPr>
        <p:blipFill>
          <a:blip r:embed="rId2"/>
          <a:stretch>
            <a:fillRect/>
          </a:stretch>
        </p:blipFill>
        <p:spPr>
          <a:xfrm>
            <a:off x="809296" y="1356637"/>
            <a:ext cx="6444342" cy="50895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4398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VEEVA Cycle Plan</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latin typeface="Arial" panose="020B0604020202020204" pitchFamily="34" charset="0"/>
                <a:cs typeface="Arial" panose="020B0604020202020204" pitchFamily="34" charset="0"/>
              </a:rPr>
              <a:t>Configuration Of Cycle Plan layouts</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622203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15</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573946"/>
            <a:ext cx="10807700" cy="369332"/>
          </a:xfrm>
        </p:spPr>
        <p:txBody>
          <a:bodyPr/>
          <a:lstStyle/>
          <a:p>
            <a:r>
              <a:rPr lang="en-US" dirty="0"/>
              <a:t>Configuring Cycle Plan Page Layout</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358164" y="1987901"/>
            <a:ext cx="7707088" cy="23462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r>
              <a:rPr lang="en-US" sz="1800" dirty="0">
                <a:solidFill>
                  <a:schemeClr val="tx1"/>
                </a:solidFill>
              </a:rPr>
              <a:t>Navigate to </a:t>
            </a:r>
            <a:r>
              <a:rPr lang="en-US" sz="1800" b="1" dirty="0">
                <a:solidFill>
                  <a:schemeClr val="tx1"/>
                </a:solidFill>
              </a:rPr>
              <a:t>Setup </a:t>
            </a:r>
            <a:r>
              <a:rPr lang="en-US" sz="1800" b="1" dirty="0">
                <a:solidFill>
                  <a:schemeClr val="tx1"/>
                </a:solidFill>
                <a:sym typeface="Wingdings" panose="05000000000000000000" pitchFamily="2" charset="2"/>
              </a:rPr>
              <a:t> Create  Objects  Cycle Plan  Page Layouts</a:t>
            </a:r>
          </a:p>
          <a:p>
            <a:pPr lvl="1" algn="just"/>
            <a:endParaRPr lang="en-US" sz="1800" b="1" dirty="0">
              <a:solidFill>
                <a:schemeClr val="tx1"/>
              </a:solidFill>
              <a:sym typeface="Wingdings" panose="05000000000000000000" pitchFamily="2" charset="2"/>
            </a:endParaRPr>
          </a:p>
          <a:p>
            <a:pPr lvl="1" algn="just"/>
            <a:r>
              <a:rPr lang="en-US" sz="1800" dirty="0">
                <a:solidFill>
                  <a:schemeClr val="tx1"/>
                </a:solidFill>
                <a:sym typeface="Wingdings" panose="05000000000000000000" pitchFamily="2" charset="2"/>
              </a:rPr>
              <a:t>Click on the </a:t>
            </a:r>
            <a:r>
              <a:rPr lang="en-US" sz="1800" b="1" dirty="0">
                <a:solidFill>
                  <a:schemeClr val="tx1"/>
                </a:solidFill>
                <a:sym typeface="Wingdings" panose="05000000000000000000" pitchFamily="2" charset="2"/>
              </a:rPr>
              <a:t>edit</a:t>
            </a:r>
            <a:r>
              <a:rPr lang="en-US" sz="1800" dirty="0">
                <a:solidFill>
                  <a:schemeClr val="tx1"/>
                </a:solidFill>
                <a:sym typeface="Wingdings" panose="05000000000000000000" pitchFamily="2" charset="2"/>
              </a:rPr>
              <a:t> link for a Page Layout which needs to be configured</a:t>
            </a:r>
          </a:p>
          <a:p>
            <a:pPr lvl="1" algn="just"/>
            <a:endParaRPr lang="en-US" sz="1800" dirty="0">
              <a:solidFill>
                <a:schemeClr val="tx1"/>
              </a:solidFill>
              <a:sym typeface="Wingdings" panose="05000000000000000000" pitchFamily="2" charset="2"/>
            </a:endParaRPr>
          </a:p>
          <a:p>
            <a:pPr lvl="1" algn="just"/>
            <a:r>
              <a:rPr lang="en-US" sz="1800" dirty="0">
                <a:solidFill>
                  <a:schemeClr val="tx1"/>
                </a:solidFill>
                <a:sym typeface="Wingdings" panose="05000000000000000000" pitchFamily="2" charset="2"/>
              </a:rPr>
              <a:t>Add relevant fields to the Cycle Plan detail section such as </a:t>
            </a:r>
          </a:p>
          <a:p>
            <a:pPr lvl="2" algn="just"/>
            <a:r>
              <a:rPr lang="en-US" sz="1800" dirty="0">
                <a:solidFill>
                  <a:schemeClr val="tx1"/>
                </a:solidFill>
                <a:sym typeface="Wingdings" panose="05000000000000000000" pitchFamily="2" charset="2"/>
              </a:rPr>
              <a:t>Start Date</a:t>
            </a:r>
          </a:p>
          <a:p>
            <a:pPr lvl="2" algn="just"/>
            <a:r>
              <a:rPr lang="en-US" sz="1800" dirty="0">
                <a:solidFill>
                  <a:schemeClr val="tx1"/>
                </a:solidFill>
                <a:sym typeface="Wingdings" panose="05000000000000000000" pitchFamily="2" charset="2"/>
              </a:rPr>
              <a:t>End Date</a:t>
            </a:r>
          </a:p>
          <a:p>
            <a:pPr lvl="2" algn="just"/>
            <a:r>
              <a:rPr lang="en-US" sz="1800" dirty="0">
                <a:solidFill>
                  <a:schemeClr val="tx1"/>
                </a:solidFill>
                <a:sym typeface="Wingdings" panose="05000000000000000000" pitchFamily="2" charset="2"/>
              </a:rPr>
              <a:t>Territory</a:t>
            </a:r>
          </a:p>
          <a:p>
            <a:pPr lvl="2" algn="just"/>
            <a:r>
              <a:rPr lang="en-US" sz="1800" dirty="0">
                <a:solidFill>
                  <a:schemeClr val="tx1"/>
                </a:solidFill>
                <a:sym typeface="Wingdings" panose="05000000000000000000" pitchFamily="2" charset="2"/>
              </a:rPr>
              <a:t>Remaining</a:t>
            </a:r>
          </a:p>
          <a:p>
            <a:pPr lvl="2" algn="just"/>
            <a:r>
              <a:rPr lang="en-US" sz="1800" dirty="0">
                <a:solidFill>
                  <a:schemeClr val="tx1"/>
                </a:solidFill>
                <a:sym typeface="Wingdings" panose="05000000000000000000" pitchFamily="2" charset="2"/>
              </a:rPr>
              <a:t>Active – Only active cycle plan will be displayed on offline device</a:t>
            </a:r>
            <a:endParaRPr lang="en-US" sz="1600" dirty="0"/>
          </a:p>
          <a:p>
            <a:pPr marL="0" indent="0">
              <a:buNone/>
              <a:defRPr/>
            </a:pPr>
            <a:endParaRPr lang="en-US" sz="1800" dirty="0">
              <a:solidFill>
                <a:schemeClr val="tx1"/>
              </a:solidFill>
            </a:endParaRPr>
          </a:p>
        </p:txBody>
      </p:sp>
      <p:sp>
        <p:nvSpPr>
          <p:cNvPr id="30" name="Content Placeholder 1">
            <a:extLst>
              <a:ext uri="{FF2B5EF4-FFF2-40B4-BE49-F238E27FC236}">
                <a16:creationId xmlns:a16="http://schemas.microsoft.com/office/drawing/2014/main" id="{56E125A6-EB07-C076-5CC7-90EEB19AD883}"/>
              </a:ext>
            </a:extLst>
          </p:cNvPr>
          <p:cNvSpPr txBox="1">
            <a:spLocks/>
          </p:cNvSpPr>
          <p:nvPr/>
        </p:nvSpPr>
        <p:spPr>
          <a:xfrm>
            <a:off x="241649" y="1200647"/>
            <a:ext cx="8382000" cy="5298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b="1" dirty="0">
                <a:solidFill>
                  <a:schemeClr val="tx1"/>
                </a:solidFill>
              </a:rPr>
              <a:t>Configuring Cycle Plan detail page:</a:t>
            </a:r>
          </a:p>
          <a:p>
            <a:pPr marL="0" indent="0">
              <a:buNone/>
              <a:defRPr/>
            </a:pPr>
            <a:endParaRPr lang="en-US" sz="1800" dirty="0">
              <a:solidFill>
                <a:schemeClr val="tx1"/>
              </a:solidFill>
            </a:endParaRPr>
          </a:p>
        </p:txBody>
      </p:sp>
    </p:spTree>
    <p:extLst>
      <p:ext uri="{BB962C8B-B14F-4D97-AF65-F5344CB8AC3E}">
        <p14:creationId xmlns:p14="http://schemas.microsoft.com/office/powerpoint/2010/main" val="1779795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16</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714677"/>
          </a:xfrm>
        </p:spPr>
        <p:txBody>
          <a:bodyPr/>
          <a:lstStyle/>
          <a:p>
            <a:r>
              <a:rPr lang="en-US" dirty="0"/>
              <a:t>Configuring Cycle Plan Targets Section…1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358164" y="786064"/>
            <a:ext cx="7707088" cy="32207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dirty="0">
                <a:solidFill>
                  <a:schemeClr val="tx1"/>
                </a:solidFill>
              </a:rPr>
              <a:t>Configuring Cycle Plan Targets related section on Cycle Plan detail page layout:</a:t>
            </a:r>
          </a:p>
          <a:p>
            <a:pPr lvl="1" algn="just"/>
            <a:endParaRPr lang="en-US" sz="1600" dirty="0"/>
          </a:p>
          <a:p>
            <a:pPr lvl="1" algn="just"/>
            <a:r>
              <a:rPr lang="en-US" sz="1800" dirty="0">
                <a:solidFill>
                  <a:schemeClr val="tx1"/>
                </a:solidFill>
              </a:rPr>
              <a:t>Navigate to </a:t>
            </a:r>
            <a:r>
              <a:rPr lang="en-US" sz="1800" b="1" dirty="0">
                <a:solidFill>
                  <a:schemeClr val="tx1"/>
                </a:solidFill>
              </a:rPr>
              <a:t>Setup </a:t>
            </a:r>
            <a:r>
              <a:rPr lang="en-US" sz="1800" b="1" dirty="0">
                <a:solidFill>
                  <a:schemeClr val="tx1"/>
                </a:solidFill>
                <a:sym typeface="Wingdings" panose="05000000000000000000" pitchFamily="2" charset="2"/>
              </a:rPr>
              <a:t> Create  Objects  Cycle Plan  Page Layouts</a:t>
            </a:r>
          </a:p>
          <a:p>
            <a:pPr lvl="1" algn="just"/>
            <a:r>
              <a:rPr lang="en-US" sz="1800" dirty="0">
                <a:solidFill>
                  <a:schemeClr val="tx1"/>
                </a:solidFill>
                <a:sym typeface="Wingdings" panose="05000000000000000000" pitchFamily="2" charset="2"/>
              </a:rPr>
              <a:t>Click on the </a:t>
            </a:r>
            <a:r>
              <a:rPr lang="en-US" sz="1800" b="1" dirty="0">
                <a:solidFill>
                  <a:schemeClr val="tx1"/>
                </a:solidFill>
                <a:sym typeface="Wingdings" panose="05000000000000000000" pitchFamily="2" charset="2"/>
              </a:rPr>
              <a:t>edit</a:t>
            </a:r>
            <a:r>
              <a:rPr lang="en-US" sz="1800" dirty="0">
                <a:solidFill>
                  <a:schemeClr val="tx1"/>
                </a:solidFill>
                <a:sym typeface="Wingdings" panose="05000000000000000000" pitchFamily="2" charset="2"/>
              </a:rPr>
              <a:t> link for a Page Layout which needs to be configured</a:t>
            </a:r>
          </a:p>
          <a:p>
            <a:pPr lvl="1" algn="just"/>
            <a:r>
              <a:rPr lang="en-US" sz="1800" dirty="0">
                <a:solidFill>
                  <a:schemeClr val="tx1"/>
                </a:solidFill>
                <a:sym typeface="Wingdings" panose="05000000000000000000" pitchFamily="2" charset="2"/>
              </a:rPr>
              <a:t>Scroll down to the </a:t>
            </a:r>
            <a:r>
              <a:rPr lang="en-US" sz="1800" b="1" dirty="0">
                <a:solidFill>
                  <a:schemeClr val="tx1"/>
                </a:solidFill>
                <a:sym typeface="Wingdings" panose="05000000000000000000" pitchFamily="2" charset="2"/>
              </a:rPr>
              <a:t>Cycle Plan Targets </a:t>
            </a:r>
            <a:r>
              <a:rPr lang="en-US" sz="1800" dirty="0">
                <a:solidFill>
                  <a:schemeClr val="tx1"/>
                </a:solidFill>
                <a:sym typeface="Wingdings" panose="05000000000000000000" pitchFamily="2" charset="2"/>
              </a:rPr>
              <a:t>related section</a:t>
            </a:r>
          </a:p>
          <a:p>
            <a:pPr lvl="1" algn="just"/>
            <a:r>
              <a:rPr lang="en-US" sz="1800" dirty="0">
                <a:solidFill>
                  <a:schemeClr val="tx1"/>
                </a:solidFill>
                <a:sym typeface="Wingdings" panose="05000000000000000000" pitchFamily="2" charset="2"/>
              </a:rPr>
              <a:t>Open the related list properties window</a:t>
            </a:r>
          </a:p>
          <a:p>
            <a:pPr lvl="1" algn="just"/>
            <a:r>
              <a:rPr lang="en-US" sz="1800" dirty="0">
                <a:solidFill>
                  <a:schemeClr val="tx1"/>
                </a:solidFill>
                <a:sym typeface="Wingdings" panose="05000000000000000000" pitchFamily="2" charset="2"/>
              </a:rPr>
              <a:t>Add/remove fields as required</a:t>
            </a:r>
            <a:endParaRPr lang="en-US" sz="1600" dirty="0"/>
          </a:p>
          <a:p>
            <a:pPr marL="0" indent="0">
              <a:buNone/>
              <a:defRPr/>
            </a:pPr>
            <a:endParaRPr lang="en-US" sz="1800" dirty="0">
              <a:solidFill>
                <a:schemeClr val="tx1"/>
              </a:solidFill>
            </a:endParaRPr>
          </a:p>
        </p:txBody>
      </p:sp>
      <p:pic>
        <p:nvPicPr>
          <p:cNvPr id="4" name="Picture 3">
            <a:extLst>
              <a:ext uri="{FF2B5EF4-FFF2-40B4-BE49-F238E27FC236}">
                <a16:creationId xmlns:a16="http://schemas.microsoft.com/office/drawing/2014/main" id="{C7C0CE5F-461E-84A0-B11C-3E5E559121E5}"/>
              </a:ext>
            </a:extLst>
          </p:cNvPr>
          <p:cNvPicPr>
            <a:picLocks noChangeAspect="1"/>
          </p:cNvPicPr>
          <p:nvPr/>
        </p:nvPicPr>
        <p:blipFill>
          <a:blip r:embed="rId2"/>
          <a:stretch>
            <a:fillRect/>
          </a:stretch>
        </p:blipFill>
        <p:spPr>
          <a:xfrm>
            <a:off x="633247" y="4077659"/>
            <a:ext cx="6038850" cy="1190625"/>
          </a:xfrm>
          <a:prstGeom prst="rect">
            <a:avLst/>
          </a:prstGeom>
        </p:spPr>
      </p:pic>
      <p:pic>
        <p:nvPicPr>
          <p:cNvPr id="6" name="Picture 5">
            <a:extLst>
              <a:ext uri="{FF2B5EF4-FFF2-40B4-BE49-F238E27FC236}">
                <a16:creationId xmlns:a16="http://schemas.microsoft.com/office/drawing/2014/main" id="{86311A63-186D-D7A0-972F-209EC7C694E0}"/>
              </a:ext>
            </a:extLst>
          </p:cNvPr>
          <p:cNvPicPr>
            <a:picLocks noChangeAspect="1"/>
          </p:cNvPicPr>
          <p:nvPr/>
        </p:nvPicPr>
        <p:blipFill>
          <a:blip r:embed="rId3"/>
          <a:stretch>
            <a:fillRect/>
          </a:stretch>
        </p:blipFill>
        <p:spPr>
          <a:xfrm>
            <a:off x="2473715" y="4077659"/>
            <a:ext cx="5057775" cy="2714625"/>
          </a:xfrm>
          <a:prstGeom prst="rect">
            <a:avLst/>
          </a:prstGeom>
        </p:spPr>
      </p:pic>
      <p:sp>
        <p:nvSpPr>
          <p:cNvPr id="7" name="Rectangle 6">
            <a:extLst>
              <a:ext uri="{FF2B5EF4-FFF2-40B4-BE49-F238E27FC236}">
                <a16:creationId xmlns:a16="http://schemas.microsoft.com/office/drawing/2014/main" id="{11E75F3F-36EF-A81C-D219-5DFEDB15796A}"/>
              </a:ext>
            </a:extLst>
          </p:cNvPr>
          <p:cNvSpPr/>
          <p:nvPr/>
        </p:nvSpPr>
        <p:spPr>
          <a:xfrm>
            <a:off x="1899955" y="4297578"/>
            <a:ext cx="457200" cy="266700"/>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CD8973B1-BAB5-BB5E-81FB-3C823CCFF702}"/>
              </a:ext>
            </a:extLst>
          </p:cNvPr>
          <p:cNvCxnSpPr>
            <a:cxnSpLocks/>
          </p:cNvCxnSpPr>
          <p:nvPr/>
        </p:nvCxnSpPr>
        <p:spPr>
          <a:xfrm>
            <a:off x="2315397" y="4554317"/>
            <a:ext cx="762000" cy="78105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5621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17</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Configuring Cycle Plan Targets Section…2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741948"/>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1800" dirty="0">
                <a:solidFill>
                  <a:schemeClr val="tx1"/>
                </a:solidFill>
                <a:sym typeface="Wingdings" panose="05000000000000000000" pitchFamily="2" charset="2"/>
              </a:rPr>
              <a:t>To display Product level call activity, select the </a:t>
            </a:r>
            <a:r>
              <a:rPr lang="en-US" sz="1800" b="1" dirty="0" err="1">
                <a:solidFill>
                  <a:schemeClr val="tx1"/>
                </a:solidFill>
                <a:sym typeface="Wingdings" panose="05000000000000000000" pitchFamily="2" charset="2"/>
              </a:rPr>
              <a:t>zvod_Display_Product_Details</a:t>
            </a:r>
            <a:r>
              <a:rPr lang="en-US" sz="1800" dirty="0">
                <a:solidFill>
                  <a:schemeClr val="tx1"/>
                </a:solidFill>
                <a:sym typeface="Wingdings" panose="05000000000000000000" pitchFamily="2" charset="2"/>
              </a:rPr>
              <a:t> field as a column of Cycle Plan Targets related list</a:t>
            </a:r>
          </a:p>
          <a:p>
            <a:pPr marL="0" indent="0">
              <a:buNone/>
              <a:defRPr/>
            </a:pPr>
            <a:endParaRPr lang="en-US" sz="1800" dirty="0">
              <a:solidFill>
                <a:schemeClr val="tx1"/>
              </a:solidFill>
            </a:endParaRPr>
          </a:p>
          <a:p>
            <a:pPr marL="0" indent="0">
              <a:buNone/>
              <a:defRPr/>
            </a:pPr>
            <a:endParaRPr lang="en-US" sz="1800" dirty="0">
              <a:solidFill>
                <a:schemeClr val="tx1"/>
              </a:solidFill>
            </a:endParaRPr>
          </a:p>
          <a:p>
            <a:pPr marL="0" indent="0">
              <a:buNone/>
              <a:defRPr/>
            </a:pPr>
            <a:endParaRPr lang="en-US" sz="1800" dirty="0">
              <a:solidFill>
                <a:schemeClr val="tx1"/>
              </a:solidFill>
            </a:endParaRPr>
          </a:p>
          <a:p>
            <a:pPr marL="0" indent="0">
              <a:buNone/>
              <a:defRPr/>
            </a:pPr>
            <a:endParaRPr lang="en-US" sz="1800" dirty="0">
              <a:solidFill>
                <a:schemeClr val="tx1"/>
              </a:solidFill>
            </a:endParaRPr>
          </a:p>
          <a:p>
            <a:pPr marL="0" indent="0">
              <a:buNone/>
              <a:defRPr/>
            </a:pPr>
            <a:endParaRPr lang="en-US" sz="1800" dirty="0">
              <a:solidFill>
                <a:schemeClr val="tx1"/>
              </a:solidFill>
            </a:endParaRPr>
          </a:p>
          <a:p>
            <a:pPr algn="just"/>
            <a:r>
              <a:rPr lang="en-US" sz="1800" dirty="0">
                <a:solidFill>
                  <a:schemeClr val="tx1"/>
                </a:solidFill>
                <a:sym typeface="Wingdings" panose="05000000000000000000" pitchFamily="2" charset="2"/>
              </a:rPr>
              <a:t>For product level call activity, 3 columns appear for each product selected on a user’s My Setup tab:</a:t>
            </a:r>
          </a:p>
          <a:p>
            <a:pPr lvl="1" algn="just"/>
            <a:r>
              <a:rPr lang="en-US" sz="1800" dirty="0">
                <a:solidFill>
                  <a:schemeClr val="tx1"/>
                </a:solidFill>
                <a:sym typeface="Wingdings" panose="05000000000000000000" pitchFamily="2" charset="2"/>
              </a:rPr>
              <a:t>Actual</a:t>
            </a:r>
          </a:p>
          <a:p>
            <a:pPr lvl="1" algn="just"/>
            <a:r>
              <a:rPr lang="en-US" sz="1800" dirty="0">
                <a:solidFill>
                  <a:schemeClr val="tx1"/>
                </a:solidFill>
                <a:sym typeface="Wingdings" panose="05000000000000000000" pitchFamily="2" charset="2"/>
              </a:rPr>
              <a:t>Planned</a:t>
            </a:r>
          </a:p>
          <a:p>
            <a:pPr lvl="1" algn="just"/>
            <a:r>
              <a:rPr lang="en-US" sz="1800" dirty="0">
                <a:solidFill>
                  <a:schemeClr val="tx1"/>
                </a:solidFill>
                <a:sym typeface="Wingdings" panose="05000000000000000000" pitchFamily="2" charset="2"/>
              </a:rPr>
              <a:t>Attainment %</a:t>
            </a:r>
            <a:endParaRPr lang="en-US" sz="1600" dirty="0">
              <a:solidFill>
                <a:schemeClr val="tx1"/>
              </a:solidFill>
            </a:endParaRPr>
          </a:p>
          <a:p>
            <a:pPr marL="0" indent="0">
              <a:buNone/>
              <a:defRPr/>
            </a:pPr>
            <a:endParaRPr lang="en-US" sz="1800" dirty="0">
              <a:solidFill>
                <a:schemeClr val="tx1"/>
              </a:solidFill>
            </a:endParaRPr>
          </a:p>
        </p:txBody>
      </p:sp>
      <p:pic>
        <p:nvPicPr>
          <p:cNvPr id="9" name="Picture 8">
            <a:extLst>
              <a:ext uri="{FF2B5EF4-FFF2-40B4-BE49-F238E27FC236}">
                <a16:creationId xmlns:a16="http://schemas.microsoft.com/office/drawing/2014/main" id="{80A8ADB9-0F97-0B25-7F3A-97DF04EB54D4}"/>
              </a:ext>
            </a:extLst>
          </p:cNvPr>
          <p:cNvPicPr>
            <a:picLocks noChangeAspect="1"/>
          </p:cNvPicPr>
          <p:nvPr/>
        </p:nvPicPr>
        <p:blipFill>
          <a:blip r:embed="rId2"/>
          <a:stretch>
            <a:fillRect/>
          </a:stretch>
        </p:blipFill>
        <p:spPr>
          <a:xfrm>
            <a:off x="457199" y="1543050"/>
            <a:ext cx="8023225" cy="1066800"/>
          </a:xfrm>
          <a:prstGeom prst="rect">
            <a:avLst/>
          </a:prstGeom>
        </p:spPr>
      </p:pic>
      <p:sp>
        <p:nvSpPr>
          <p:cNvPr id="10" name="Rectangle 9">
            <a:extLst>
              <a:ext uri="{FF2B5EF4-FFF2-40B4-BE49-F238E27FC236}">
                <a16:creationId xmlns:a16="http://schemas.microsoft.com/office/drawing/2014/main" id="{1FA4E5F0-6626-C6C9-D3E5-1BD74D14D882}"/>
              </a:ext>
            </a:extLst>
          </p:cNvPr>
          <p:cNvSpPr/>
          <p:nvPr/>
        </p:nvSpPr>
        <p:spPr>
          <a:xfrm>
            <a:off x="3260701" y="1759618"/>
            <a:ext cx="1952984" cy="662739"/>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C68302B-3DA0-8A5A-0222-6CDBFE01A139}"/>
              </a:ext>
            </a:extLst>
          </p:cNvPr>
          <p:cNvSpPr/>
          <p:nvPr/>
        </p:nvSpPr>
        <p:spPr>
          <a:xfrm flipH="1" flipV="1">
            <a:off x="5819416" y="1759612"/>
            <a:ext cx="1816626" cy="646703"/>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13B3A1F-B67D-C43D-CCD9-28469DF774E6}"/>
              </a:ext>
            </a:extLst>
          </p:cNvPr>
          <p:cNvPicPr>
            <a:picLocks noChangeAspect="1"/>
          </p:cNvPicPr>
          <p:nvPr/>
        </p:nvPicPr>
        <p:blipFill>
          <a:blip r:embed="rId3"/>
          <a:stretch>
            <a:fillRect/>
          </a:stretch>
        </p:blipFill>
        <p:spPr>
          <a:xfrm>
            <a:off x="988555" y="5030404"/>
            <a:ext cx="4544291" cy="1219200"/>
          </a:xfrm>
          <a:prstGeom prst="rect">
            <a:avLst/>
          </a:prstGeom>
        </p:spPr>
      </p:pic>
      <p:sp>
        <p:nvSpPr>
          <p:cNvPr id="13" name="Rectangle 12">
            <a:extLst>
              <a:ext uri="{FF2B5EF4-FFF2-40B4-BE49-F238E27FC236}">
                <a16:creationId xmlns:a16="http://schemas.microsoft.com/office/drawing/2014/main" id="{6A48CD0A-FAAC-A8E8-5974-D33D76326787}"/>
              </a:ext>
            </a:extLst>
          </p:cNvPr>
          <p:cNvSpPr/>
          <p:nvPr/>
        </p:nvSpPr>
        <p:spPr>
          <a:xfrm>
            <a:off x="963658" y="5455958"/>
            <a:ext cx="4569188" cy="400050"/>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6659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Configuring Cycle Plan Targets Section…3</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741948"/>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schemeClr val="tx1"/>
                </a:solidFill>
                <a:sym typeface="Wingdings" panose="05000000000000000000" pitchFamily="2" charset="2"/>
              </a:rPr>
              <a:t>In order to display the number of Planned and Actual calls for the </a:t>
            </a:r>
            <a:r>
              <a:rPr lang="en-US" sz="2000" b="1" dirty="0">
                <a:solidFill>
                  <a:schemeClr val="tx1"/>
                </a:solidFill>
                <a:sym typeface="Wingdings" panose="05000000000000000000" pitchFamily="2" charset="2"/>
              </a:rPr>
              <a:t>logged in user</a:t>
            </a:r>
            <a:r>
              <a:rPr lang="en-US" sz="2000" dirty="0">
                <a:solidFill>
                  <a:schemeClr val="tx1"/>
                </a:solidFill>
                <a:sym typeface="Wingdings" panose="05000000000000000000" pitchFamily="2" charset="2"/>
              </a:rPr>
              <a:t>, please select </a:t>
            </a:r>
            <a:r>
              <a:rPr lang="en-US" sz="2000" b="1" dirty="0">
                <a:solidFill>
                  <a:schemeClr val="tx1"/>
                </a:solidFill>
                <a:sym typeface="Wingdings" panose="05000000000000000000" pitchFamily="2" charset="2"/>
              </a:rPr>
              <a:t>Actual Calls </a:t>
            </a:r>
            <a:r>
              <a:rPr lang="en-US" sz="2000" dirty="0">
                <a:solidFill>
                  <a:schemeClr val="tx1"/>
                </a:solidFill>
                <a:sym typeface="Wingdings" panose="05000000000000000000" pitchFamily="2" charset="2"/>
              </a:rPr>
              <a:t>field as a column of Cycle Plan Targets related list</a:t>
            </a:r>
          </a:p>
          <a:p>
            <a:pPr marL="0" indent="0">
              <a:buNone/>
            </a:pPr>
            <a:endParaRPr lang="en-US" sz="20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This will add the Planned Calls and Attainment fields to related list</a:t>
            </a:r>
          </a:p>
          <a:p>
            <a:pPr lvl="1"/>
            <a:endParaRPr lang="en-US" sz="2000" dirty="0">
              <a:solidFill>
                <a:schemeClr val="tx1"/>
              </a:solidFill>
              <a:sym typeface="Wingdings" panose="05000000000000000000" pitchFamily="2" charset="2"/>
            </a:endParaRPr>
          </a:p>
          <a:p>
            <a:r>
              <a:rPr lang="en-US" sz="2000" dirty="0">
                <a:solidFill>
                  <a:schemeClr val="tx1"/>
                </a:solidFill>
                <a:sym typeface="Wingdings" panose="05000000000000000000" pitchFamily="2" charset="2"/>
              </a:rPr>
              <a:t>In order to display the number of Planned and Actual calls for the team, please select </a:t>
            </a:r>
            <a:r>
              <a:rPr lang="en-US" sz="2000" b="1" dirty="0">
                <a:solidFill>
                  <a:schemeClr val="tx1"/>
                </a:solidFill>
                <a:sym typeface="Wingdings" panose="05000000000000000000" pitchFamily="2" charset="2"/>
              </a:rPr>
              <a:t>Actual Total Calls </a:t>
            </a:r>
            <a:r>
              <a:rPr lang="en-US" sz="2000" dirty="0">
                <a:solidFill>
                  <a:schemeClr val="tx1"/>
                </a:solidFill>
                <a:sym typeface="Wingdings" panose="05000000000000000000" pitchFamily="2" charset="2"/>
              </a:rPr>
              <a:t>field as a column of Cycle Plan Targets related list</a:t>
            </a:r>
          </a:p>
          <a:p>
            <a:endParaRPr lang="en-US" sz="20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This will add Total Planned Calls and Total Attainment fields on the related list</a:t>
            </a:r>
            <a:endParaRPr lang="en-US" sz="1800" dirty="0">
              <a:solidFill>
                <a:schemeClr val="tx1"/>
              </a:solidFill>
            </a:endParaRPr>
          </a:p>
          <a:p>
            <a:pPr marL="0" indent="0">
              <a:buNone/>
              <a:defRPr/>
            </a:pPr>
            <a:endParaRPr lang="en-US" sz="1800" dirty="0">
              <a:solidFill>
                <a:schemeClr val="tx1"/>
              </a:solidFill>
            </a:endParaRPr>
          </a:p>
        </p:txBody>
      </p:sp>
    </p:spTree>
    <p:extLst>
      <p:ext uri="{BB962C8B-B14F-4D97-AF65-F5344CB8AC3E}">
        <p14:creationId xmlns:p14="http://schemas.microsoft.com/office/powerpoint/2010/main" val="2228660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19</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Configuring Cycle Plan Page Layout</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667897"/>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1" dirty="0">
                <a:solidFill>
                  <a:srgbClr val="000000"/>
                </a:solidFill>
                <a:latin typeface="Arial" panose="020B0604020202020204" pitchFamily="34" charset="0"/>
                <a:cs typeface="Arial" panose="020B0604020202020204" pitchFamily="34" charset="0"/>
              </a:rPr>
              <a:t>Cycle Plan Page Layout from online application</a:t>
            </a:r>
          </a:p>
        </p:txBody>
      </p:sp>
      <p:pic>
        <p:nvPicPr>
          <p:cNvPr id="4" name="Picture 3">
            <a:extLst>
              <a:ext uri="{FF2B5EF4-FFF2-40B4-BE49-F238E27FC236}">
                <a16:creationId xmlns:a16="http://schemas.microsoft.com/office/drawing/2014/main" id="{2321FAEC-F93C-1332-7238-9B1A85EDF9B7}"/>
              </a:ext>
            </a:extLst>
          </p:cNvPr>
          <p:cNvPicPr>
            <a:picLocks noChangeAspect="1"/>
          </p:cNvPicPr>
          <p:nvPr/>
        </p:nvPicPr>
        <p:blipFill>
          <a:blip r:embed="rId2"/>
          <a:stretch>
            <a:fillRect/>
          </a:stretch>
        </p:blipFill>
        <p:spPr>
          <a:xfrm>
            <a:off x="160422" y="1200545"/>
            <a:ext cx="8580583" cy="4424363"/>
          </a:xfrm>
          <a:prstGeom prst="rect">
            <a:avLst/>
          </a:prstGeom>
          <a:ln>
            <a:solidFill>
              <a:schemeClr val="tx1"/>
            </a:solidFill>
          </a:ln>
        </p:spPr>
      </p:pic>
    </p:spTree>
    <p:extLst>
      <p:ext uri="{BB962C8B-B14F-4D97-AF65-F5344CB8AC3E}">
        <p14:creationId xmlns:p14="http://schemas.microsoft.com/office/powerpoint/2010/main" val="4276769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20</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Configuring Cycle Plan Page Layout...1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667897"/>
            <a:ext cx="9214388" cy="52035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Custom buttons on Cycle Plan Target</a:t>
            </a:r>
          </a:p>
          <a:p>
            <a:endParaRPr lang="en-US" sz="1800" dirty="0">
              <a:solidFill>
                <a:schemeClr val="tx1"/>
              </a:solidFill>
            </a:endParaRPr>
          </a:p>
          <a:p>
            <a:pPr lvl="1">
              <a:buFont typeface="Arial" panose="020B0604020202020204" pitchFamily="34" charset="0"/>
              <a:buChar char="−"/>
            </a:pPr>
            <a:r>
              <a:rPr lang="en-US" sz="1800" b="1" dirty="0">
                <a:solidFill>
                  <a:schemeClr val="tx1"/>
                </a:solidFill>
                <a:sym typeface="Wingdings" panose="05000000000000000000" pitchFamily="2" charset="2"/>
              </a:rPr>
              <a:t>New Target </a:t>
            </a:r>
            <a:r>
              <a:rPr lang="en-US" sz="1800" dirty="0">
                <a:solidFill>
                  <a:schemeClr val="tx1"/>
                </a:solidFill>
                <a:sym typeface="Wingdings" panose="05000000000000000000" pitchFamily="2" charset="2"/>
              </a:rPr>
              <a:t>button can be placed on Cycle Plan Target detail layout. This button is used to add new Account to Cycle Plan Targets</a:t>
            </a:r>
          </a:p>
          <a:p>
            <a:pPr lvl="1">
              <a:buFont typeface="Arial" panose="020B0604020202020204" pitchFamily="34" charset="0"/>
              <a:buChar char="−"/>
            </a:pPr>
            <a:r>
              <a:rPr lang="en-US" sz="1800" b="1" dirty="0">
                <a:solidFill>
                  <a:schemeClr val="tx1"/>
                </a:solidFill>
                <a:sym typeface="Wingdings" panose="05000000000000000000" pitchFamily="2" charset="2"/>
              </a:rPr>
              <a:t>Apply List </a:t>
            </a:r>
            <a:r>
              <a:rPr lang="en-US" sz="1800" dirty="0">
                <a:solidFill>
                  <a:schemeClr val="tx1"/>
                </a:solidFill>
                <a:sym typeface="Wingdings" panose="05000000000000000000" pitchFamily="2" charset="2"/>
              </a:rPr>
              <a:t>button can be used on layout to add Accounts from an Account List</a:t>
            </a:r>
          </a:p>
          <a:p>
            <a:pPr lvl="1">
              <a:buFont typeface="Arial" panose="020B0604020202020204" pitchFamily="34" charset="0"/>
              <a:buChar char="−"/>
            </a:pPr>
            <a:r>
              <a:rPr lang="en-US" sz="1800" b="1" dirty="0">
                <a:solidFill>
                  <a:schemeClr val="tx1"/>
                </a:solidFill>
                <a:sym typeface="Wingdings" panose="05000000000000000000" pitchFamily="2" charset="2"/>
              </a:rPr>
              <a:t>Schedule Calls </a:t>
            </a:r>
            <a:r>
              <a:rPr lang="en-US" sz="1800" dirty="0">
                <a:solidFill>
                  <a:schemeClr val="tx1"/>
                </a:solidFill>
                <a:sym typeface="Wingdings" panose="05000000000000000000" pitchFamily="2" charset="2"/>
              </a:rPr>
              <a:t>button on Cycle Plan Target layout helps in scheduling calls for selected accounts</a:t>
            </a:r>
          </a:p>
          <a:p>
            <a:endParaRPr lang="en-US" sz="1800" dirty="0">
              <a:solidFill>
                <a:schemeClr val="tx1"/>
              </a:solidFill>
              <a:sym typeface="Wingdings" panose="05000000000000000000" pitchFamily="2" charset="2"/>
            </a:endParaRPr>
          </a:p>
          <a:p>
            <a:r>
              <a:rPr lang="en-US" sz="1800" dirty="0" err="1">
                <a:solidFill>
                  <a:schemeClr val="tx1"/>
                </a:solidFill>
              </a:rPr>
              <a:t>Lock_vod</a:t>
            </a:r>
            <a:r>
              <a:rPr lang="en-US" sz="1800" dirty="0">
                <a:solidFill>
                  <a:schemeClr val="tx1"/>
                </a:solidFill>
              </a:rPr>
              <a:t> field in the Cycle Plan object controls whether a Submitted Cycle Plan can be updated.</a:t>
            </a:r>
          </a:p>
          <a:p>
            <a:endParaRPr lang="en-US" sz="1800" dirty="0">
              <a:solidFill>
                <a:schemeClr val="tx1"/>
              </a:solidFill>
            </a:endParaRPr>
          </a:p>
          <a:p>
            <a:r>
              <a:rPr lang="en-US" sz="1800" dirty="0">
                <a:solidFill>
                  <a:schemeClr val="tx1"/>
                </a:solidFill>
              </a:rPr>
              <a:t>FLS can be provided to specific group of users who can be allowed to edit a Submitted Cycle plan</a:t>
            </a:r>
          </a:p>
          <a:p>
            <a:pPr marL="285750" indent="-285750">
              <a:buFont typeface="Arial" panose="020B0604020202020204" pitchFamily="34" charset="0"/>
              <a:buChar char="•"/>
            </a:pPr>
            <a:endParaRPr lang="en-US" sz="1800" b="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33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21</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Configuring Cycle Plan Page Layout...2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667897"/>
            <a:ext cx="8845419" cy="5595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a:solidFill>
                  <a:schemeClr val="tx1"/>
                </a:solidFill>
                <a:sym typeface="Wingdings" panose="05000000000000000000" pitchFamily="2" charset="2"/>
              </a:rPr>
              <a:t>Custom Marker fields can be created in Cycle Plan Target object in order to display Account, Address and TSF information on Cycle Plan layout</a:t>
            </a:r>
          </a:p>
          <a:p>
            <a:endParaRPr lang="en-US" sz="1800">
              <a:solidFill>
                <a:schemeClr val="tx1"/>
              </a:solidFill>
              <a:sym typeface="Wingdings" panose="05000000000000000000" pitchFamily="2" charset="2"/>
            </a:endParaRPr>
          </a:p>
          <a:p>
            <a:pPr lvl="1"/>
            <a:r>
              <a:rPr lang="en-US" sz="1800">
                <a:solidFill>
                  <a:schemeClr val="tx1"/>
                </a:solidFill>
                <a:sym typeface="Wingdings" panose="05000000000000000000" pitchFamily="2" charset="2"/>
              </a:rPr>
              <a:t>The naming convention of the custom marker fields need to be 				</a:t>
            </a:r>
            <a:r>
              <a:rPr lang="en-US" sz="1800" b="1">
                <a:solidFill>
                  <a:schemeClr val="tx1"/>
                </a:solidFill>
                <a:sym typeface="Wingdings" panose="05000000000000000000" pitchFamily="2" charset="2"/>
              </a:rPr>
              <a:t>zvod_</a:t>
            </a:r>
            <a:r>
              <a:rPr lang="en-US" sz="1800" b="1" i="1">
                <a:solidFill>
                  <a:schemeClr val="tx1"/>
                </a:solidFill>
                <a:sym typeface="Wingdings" panose="05000000000000000000" pitchFamily="2" charset="2"/>
              </a:rPr>
              <a:t>ObjectReference</a:t>
            </a:r>
            <a:r>
              <a:rPr lang="en-US" sz="1800" b="1">
                <a:solidFill>
                  <a:schemeClr val="tx1"/>
                </a:solidFill>
                <a:sym typeface="Wingdings" panose="05000000000000000000" pitchFamily="2" charset="2"/>
              </a:rPr>
              <a:t>_</a:t>
            </a:r>
            <a:r>
              <a:rPr lang="en-US" sz="1800" b="1" i="1">
                <a:solidFill>
                  <a:schemeClr val="tx1"/>
                </a:solidFill>
                <a:sym typeface="Wingdings" panose="05000000000000000000" pitchFamily="2" charset="2"/>
              </a:rPr>
              <a:t>FieldName</a:t>
            </a:r>
          </a:p>
          <a:p>
            <a:pPr lvl="1"/>
            <a:endParaRPr lang="en-US" sz="1800" b="1">
              <a:solidFill>
                <a:schemeClr val="tx1"/>
              </a:solidFill>
              <a:sym typeface="Wingdings" panose="05000000000000000000" pitchFamily="2" charset="2"/>
            </a:endParaRPr>
          </a:p>
          <a:p>
            <a:pPr lvl="2">
              <a:buFont typeface="Wingdings" panose="05000000000000000000" pitchFamily="2" charset="2"/>
              <a:buChar char="§"/>
            </a:pPr>
            <a:r>
              <a:rPr lang="en-US" sz="1800">
                <a:solidFill>
                  <a:schemeClr val="tx1"/>
                </a:solidFill>
                <a:sym typeface="Wingdings" panose="05000000000000000000" pitchFamily="2" charset="2"/>
              </a:rPr>
              <a:t>The Object Reference can be either ACCOUNT, ADDRESS or TSF</a:t>
            </a:r>
          </a:p>
          <a:p>
            <a:pPr lvl="2">
              <a:buFont typeface="Wingdings" panose="05000000000000000000" pitchFamily="2" charset="2"/>
              <a:buChar char="§"/>
            </a:pPr>
            <a:r>
              <a:rPr lang="en-US" sz="1800">
                <a:solidFill>
                  <a:schemeClr val="tx1"/>
                </a:solidFill>
                <a:sym typeface="Wingdings" panose="05000000000000000000" pitchFamily="2" charset="2"/>
              </a:rPr>
              <a:t>The Field Name is the name of the field (Not API Name) for which the value needs to be populated</a:t>
            </a:r>
          </a:p>
          <a:p>
            <a:pPr lvl="2">
              <a:buFont typeface="Wingdings" panose="05000000000000000000" pitchFamily="2" charset="2"/>
              <a:buChar char="§"/>
            </a:pPr>
            <a:r>
              <a:rPr lang="en-US" sz="1800">
                <a:solidFill>
                  <a:schemeClr val="tx1"/>
                </a:solidFill>
                <a:sym typeface="Wingdings" panose="05000000000000000000" pitchFamily="2" charset="2"/>
              </a:rPr>
              <a:t>For example, zvod_ADDRESS_State_vod will display state information from address</a:t>
            </a:r>
          </a:p>
          <a:p>
            <a:pPr lvl="2">
              <a:buFont typeface="Wingdings" panose="05000000000000000000" pitchFamily="2" charset="2"/>
              <a:buChar char="§"/>
            </a:pPr>
            <a:endParaRPr lang="en-US" sz="1800">
              <a:solidFill>
                <a:schemeClr val="tx1"/>
              </a:solidFill>
              <a:sym typeface="Wingdings" panose="05000000000000000000" pitchFamily="2" charset="2"/>
            </a:endParaRPr>
          </a:p>
          <a:p>
            <a:pPr lvl="1"/>
            <a:r>
              <a:rPr lang="en-US" sz="1800">
                <a:solidFill>
                  <a:schemeClr val="tx1"/>
                </a:solidFill>
                <a:sym typeface="Wingdings" panose="05000000000000000000" pitchFamily="2" charset="2"/>
              </a:rPr>
              <a:t>Data type must match the data type of the corresponding field</a:t>
            </a:r>
          </a:p>
          <a:p>
            <a:pPr lvl="1"/>
            <a:endParaRPr lang="en-US" sz="1800">
              <a:solidFill>
                <a:schemeClr val="tx1"/>
              </a:solidFill>
              <a:sym typeface="Wingdings" panose="05000000000000000000" pitchFamily="2" charset="2"/>
            </a:endParaRPr>
          </a:p>
          <a:p>
            <a:pPr lvl="1"/>
            <a:r>
              <a:rPr lang="en-US" sz="1800">
                <a:solidFill>
                  <a:schemeClr val="tx1"/>
                </a:solidFill>
                <a:sym typeface="Wingdings" panose="05000000000000000000" pitchFamily="2" charset="2"/>
              </a:rPr>
              <a:t>The new custom marker field should be added to the Cycle Plan Targets related list in the Cycle Plans Layout</a:t>
            </a:r>
            <a:endParaRPr lang="en-US" sz="1800" dirty="0">
              <a:solidFill>
                <a:schemeClr val="tx1"/>
              </a:solidFill>
            </a:endParaRPr>
          </a:p>
        </p:txBody>
      </p:sp>
    </p:spTree>
    <p:extLst>
      <p:ext uri="{BB962C8B-B14F-4D97-AF65-F5344CB8AC3E}">
        <p14:creationId xmlns:p14="http://schemas.microsoft.com/office/powerpoint/2010/main" val="108436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22</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Configuring Cycle Plan Page Layout...3</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753979"/>
            <a:ext cx="8845419" cy="5509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sym typeface="Wingdings" panose="05000000000000000000" pitchFamily="2" charset="2"/>
              </a:rPr>
              <a:t>If a field of ADDRESS is referred to in the marker field, the information of the Preferred Address only will be displayed</a:t>
            </a:r>
          </a:p>
          <a:p>
            <a:endParaRPr lang="en-US" sz="1800" dirty="0">
              <a:solidFill>
                <a:schemeClr val="tx1"/>
              </a:solidFill>
              <a:sym typeface="Wingdings" panose="05000000000000000000" pitchFamily="2" charset="2"/>
            </a:endParaRPr>
          </a:p>
          <a:p>
            <a:r>
              <a:rPr lang="en-US" sz="1800" dirty="0">
                <a:solidFill>
                  <a:schemeClr val="tx1"/>
                </a:solidFill>
                <a:sym typeface="Wingdings" panose="05000000000000000000" pitchFamily="2" charset="2"/>
              </a:rPr>
              <a:t>In case Preferred address is not present then information from Primary Address will be displayed</a:t>
            </a:r>
          </a:p>
          <a:p>
            <a:endParaRPr lang="en-US" sz="1800" dirty="0">
              <a:solidFill>
                <a:schemeClr val="tx1"/>
              </a:solidFill>
              <a:sym typeface="Wingdings" panose="05000000000000000000" pitchFamily="2" charset="2"/>
            </a:endParaRPr>
          </a:p>
          <a:p>
            <a:r>
              <a:rPr lang="en-US" sz="1800" dirty="0">
                <a:solidFill>
                  <a:schemeClr val="tx1"/>
                </a:solidFill>
                <a:sym typeface="Wingdings" panose="05000000000000000000" pitchFamily="2" charset="2"/>
              </a:rPr>
              <a:t>TSF information will be displayed based on the TSF having the Cycle Plan Target account and Cycle Plan territory combination</a:t>
            </a:r>
            <a:endParaRPr lang="en-US" sz="1800" dirty="0">
              <a:solidFill>
                <a:schemeClr val="tx1"/>
              </a:solidFill>
            </a:endParaRPr>
          </a:p>
          <a:p>
            <a:endParaRPr lang="en-US" sz="1800" dirty="0">
              <a:solidFill>
                <a:schemeClr val="tx1"/>
              </a:solidFill>
            </a:endParaRPr>
          </a:p>
        </p:txBody>
      </p:sp>
    </p:spTree>
    <p:extLst>
      <p:ext uri="{BB962C8B-B14F-4D97-AF65-F5344CB8AC3E}">
        <p14:creationId xmlns:p14="http://schemas.microsoft.com/office/powerpoint/2010/main" val="3768108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23</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Remaining Call Count</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753979"/>
            <a:ext cx="8845419" cy="5509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solidFill>
                  <a:schemeClr val="tx1"/>
                </a:solidFill>
                <a:sym typeface="Wingdings" panose="05000000000000000000" pitchFamily="2" charset="2"/>
              </a:rPr>
              <a:t>The Cycle Plan Target List can be configured to display the number of remaining calls for a particular Cycle Plan Target</a:t>
            </a:r>
          </a:p>
          <a:p>
            <a:pPr marL="0" indent="0">
              <a:buNone/>
            </a:pPr>
            <a:endParaRPr lang="en-US" sz="1800" dirty="0">
              <a:solidFill>
                <a:schemeClr val="tx1"/>
              </a:solidFill>
              <a:sym typeface="Wingdings" panose="05000000000000000000" pitchFamily="2" charset="2"/>
            </a:endParaRPr>
          </a:p>
          <a:p>
            <a:pPr marL="0" indent="0">
              <a:buNone/>
            </a:pPr>
            <a:r>
              <a:rPr lang="en-US" sz="1800" dirty="0">
                <a:solidFill>
                  <a:schemeClr val="tx1"/>
                </a:solidFill>
                <a:sym typeface="Wingdings" panose="05000000000000000000" pitchFamily="2" charset="2"/>
              </a:rPr>
              <a:t>In order to enable this functionality, set the </a:t>
            </a:r>
            <a:r>
              <a:rPr lang="en-US" sz="1800" b="1" dirty="0">
                <a:solidFill>
                  <a:schemeClr val="tx1"/>
                </a:solidFill>
                <a:sym typeface="Wingdings" panose="05000000000000000000" pitchFamily="2" charset="2"/>
              </a:rPr>
              <a:t>ENABLE_CYCLE_PLANS_REMAINING</a:t>
            </a:r>
            <a:r>
              <a:rPr lang="en-US" sz="1800" dirty="0">
                <a:solidFill>
                  <a:schemeClr val="tx1"/>
                </a:solidFill>
                <a:sym typeface="Wingdings" panose="05000000000000000000" pitchFamily="2" charset="2"/>
              </a:rPr>
              <a:t> VEEVA Setting to True. Once enabled, the Attainment % column will be replaced by the Remaining (R) column</a:t>
            </a:r>
          </a:p>
          <a:p>
            <a:r>
              <a:rPr lang="en-US" sz="1800" b="1" dirty="0">
                <a:solidFill>
                  <a:schemeClr val="tx1"/>
                </a:solidFill>
                <a:sym typeface="Wingdings" panose="05000000000000000000" pitchFamily="2" charset="2"/>
              </a:rPr>
              <a:t>Remaining (R) = Planned - Actual</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r>
              <a:rPr lang="en-US" sz="1800" b="1" dirty="0">
                <a:solidFill>
                  <a:schemeClr val="tx1"/>
                </a:solidFill>
              </a:rPr>
              <a:t>Note</a:t>
            </a:r>
            <a:r>
              <a:rPr lang="en-US" sz="1800" dirty="0">
                <a:solidFill>
                  <a:schemeClr val="tx1"/>
                </a:solidFill>
              </a:rPr>
              <a:t>:</a:t>
            </a:r>
          </a:p>
          <a:p>
            <a:pPr marL="0" indent="0">
              <a:buNone/>
            </a:pPr>
            <a:r>
              <a:rPr lang="en-US" sz="1800" dirty="0">
                <a:solidFill>
                  <a:schemeClr val="tx1"/>
                </a:solidFill>
              </a:rPr>
              <a:t>This feature is available on the Online and iPad platforms</a:t>
            </a:r>
          </a:p>
          <a:p>
            <a:endParaRPr lang="en-US" sz="1800" dirty="0">
              <a:solidFill>
                <a:schemeClr val="tx1"/>
              </a:solidFill>
            </a:endParaRPr>
          </a:p>
        </p:txBody>
      </p:sp>
      <p:pic>
        <p:nvPicPr>
          <p:cNvPr id="4" name="Picture 3">
            <a:extLst>
              <a:ext uri="{FF2B5EF4-FFF2-40B4-BE49-F238E27FC236}">
                <a16:creationId xmlns:a16="http://schemas.microsoft.com/office/drawing/2014/main" id="{DE515C9F-44EF-94BD-66F4-E0FFD90E0E51}"/>
              </a:ext>
            </a:extLst>
          </p:cNvPr>
          <p:cNvPicPr>
            <a:picLocks noChangeAspect="1"/>
          </p:cNvPicPr>
          <p:nvPr/>
        </p:nvPicPr>
        <p:blipFill rotWithShape="1">
          <a:blip r:embed="rId2"/>
          <a:srcRect t="39990" r="65366" b="14162"/>
          <a:stretch/>
        </p:blipFill>
        <p:spPr>
          <a:xfrm>
            <a:off x="809296" y="3111817"/>
            <a:ext cx="3614137" cy="2466975"/>
          </a:xfrm>
          <a:prstGeom prst="rect">
            <a:avLst/>
          </a:prstGeom>
          <a:ln>
            <a:solidFill>
              <a:schemeClr val="accent6">
                <a:lumMod val="75000"/>
              </a:schemeClr>
            </a:solidFill>
          </a:ln>
        </p:spPr>
      </p:pic>
      <p:pic>
        <p:nvPicPr>
          <p:cNvPr id="6" name="Picture 5">
            <a:extLst>
              <a:ext uri="{FF2B5EF4-FFF2-40B4-BE49-F238E27FC236}">
                <a16:creationId xmlns:a16="http://schemas.microsoft.com/office/drawing/2014/main" id="{4C3A6BEA-41C1-0F1F-8B51-A4E3925D5779}"/>
              </a:ext>
            </a:extLst>
          </p:cNvPr>
          <p:cNvPicPr>
            <a:picLocks noChangeAspect="1"/>
          </p:cNvPicPr>
          <p:nvPr/>
        </p:nvPicPr>
        <p:blipFill rotWithShape="1">
          <a:blip r:embed="rId3"/>
          <a:srcRect b="23599"/>
          <a:stretch/>
        </p:blipFill>
        <p:spPr>
          <a:xfrm>
            <a:off x="4565179" y="3111817"/>
            <a:ext cx="3562350" cy="2466975"/>
          </a:xfrm>
          <a:prstGeom prst="rect">
            <a:avLst/>
          </a:prstGeom>
          <a:ln>
            <a:solidFill>
              <a:schemeClr val="accent6">
                <a:lumMod val="75000"/>
              </a:schemeClr>
            </a:solidFill>
          </a:ln>
        </p:spPr>
      </p:pic>
    </p:spTree>
    <p:extLst>
      <p:ext uri="{BB962C8B-B14F-4D97-AF65-F5344CB8AC3E}">
        <p14:creationId xmlns:p14="http://schemas.microsoft.com/office/powerpoint/2010/main" val="265050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Product Metrics in Cycle Plan…1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753979"/>
            <a:ext cx="8845419" cy="5509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solidFill>
                  <a:schemeClr val="tx1"/>
                </a:solidFill>
                <a:sym typeface="Wingdings" panose="05000000000000000000" pitchFamily="2" charset="2"/>
              </a:rPr>
              <a:t>The Product Metrics fields can be configured to be displayed in Cycle Plan in the Product level of a Cycle Plan Target Detail</a:t>
            </a:r>
          </a:p>
          <a:p>
            <a:pPr marL="0" indent="0">
              <a:buNone/>
            </a:pPr>
            <a:endParaRPr lang="en-US" sz="1800" dirty="0">
              <a:solidFill>
                <a:schemeClr val="tx1"/>
              </a:solidFill>
              <a:sym typeface="Wingdings" panose="05000000000000000000" pitchFamily="2" charset="2"/>
            </a:endParaRPr>
          </a:p>
          <a:p>
            <a:r>
              <a:rPr lang="en-US" sz="1800" dirty="0">
                <a:solidFill>
                  <a:schemeClr val="tx1"/>
                </a:solidFill>
                <a:sym typeface="Wingdings" panose="05000000000000000000" pitchFamily="2" charset="2"/>
              </a:rPr>
              <a:t>In order to configure this functionality, follow the below steps:</a:t>
            </a:r>
          </a:p>
          <a:p>
            <a:pPr marL="0" indent="0">
              <a:buNone/>
            </a:pPr>
            <a:endParaRPr lang="en-US" sz="18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Create a custom field in Product Metrics object (existing custom field can also be used)</a:t>
            </a:r>
          </a:p>
          <a:p>
            <a:pPr lvl="1"/>
            <a:endParaRPr lang="en-US" sz="18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Create an associated custom field in </a:t>
            </a:r>
            <a:r>
              <a:rPr lang="en-US" sz="1800" dirty="0" err="1">
                <a:solidFill>
                  <a:schemeClr val="tx1"/>
                </a:solidFill>
                <a:sym typeface="Wingdings" panose="05000000000000000000" pitchFamily="2" charset="2"/>
              </a:rPr>
              <a:t>Cycle_Plan_Detail_vod</a:t>
            </a:r>
            <a:r>
              <a:rPr lang="en-US" sz="1800" dirty="0">
                <a:solidFill>
                  <a:schemeClr val="tx1"/>
                </a:solidFill>
                <a:sym typeface="Wingdings" panose="05000000000000000000" pitchFamily="2" charset="2"/>
              </a:rPr>
              <a:t> object. The API name of this field should follow the naming convention </a:t>
            </a:r>
            <a:r>
              <a:rPr lang="en-US" sz="1800" dirty="0" err="1">
                <a:solidFill>
                  <a:schemeClr val="tx1"/>
                </a:solidFill>
                <a:sym typeface="Wingdings" panose="05000000000000000000" pitchFamily="2" charset="2"/>
              </a:rPr>
              <a:t>zvod_PM_ProductMetricsFieldName</a:t>
            </a:r>
            <a:endParaRPr lang="en-US" sz="1800" dirty="0">
              <a:solidFill>
                <a:schemeClr val="tx1"/>
              </a:solidFill>
              <a:sym typeface="Wingdings" panose="05000000000000000000" pitchFamily="2" charset="2"/>
            </a:endParaRPr>
          </a:p>
          <a:p>
            <a:pPr lvl="1"/>
            <a:endParaRPr lang="en-US" sz="1800" dirty="0">
              <a:solidFill>
                <a:schemeClr val="tx1"/>
              </a:solidFill>
              <a:sym typeface="Wingdings" panose="05000000000000000000" pitchFamily="2" charset="2"/>
            </a:endParaRPr>
          </a:p>
          <a:p>
            <a:pPr lvl="1"/>
            <a:r>
              <a:rPr lang="en-US" sz="1800" dirty="0">
                <a:solidFill>
                  <a:schemeClr val="tx1"/>
                </a:solidFill>
                <a:sym typeface="Wingdings" panose="05000000000000000000" pitchFamily="2" charset="2"/>
              </a:rPr>
              <a:t>Here the </a:t>
            </a:r>
            <a:r>
              <a:rPr lang="en-US" sz="1800" dirty="0" err="1">
                <a:solidFill>
                  <a:schemeClr val="tx1"/>
                </a:solidFill>
                <a:sym typeface="Wingdings" panose="05000000000000000000" pitchFamily="2" charset="2"/>
              </a:rPr>
              <a:t>ProductMetricsFieldName</a:t>
            </a:r>
            <a:r>
              <a:rPr lang="en-US" sz="1800" dirty="0">
                <a:solidFill>
                  <a:schemeClr val="tx1"/>
                </a:solidFill>
                <a:sym typeface="Wingdings" panose="05000000000000000000" pitchFamily="2" charset="2"/>
              </a:rPr>
              <a:t> is not the Field API Name, but the field name</a:t>
            </a:r>
          </a:p>
          <a:p>
            <a:pPr marL="0" indent="0">
              <a:buNone/>
            </a:pPr>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r>
              <a:rPr lang="en-US" sz="1800" b="1" dirty="0">
                <a:solidFill>
                  <a:schemeClr val="tx1"/>
                </a:solidFill>
              </a:rPr>
              <a:t>Note</a:t>
            </a:r>
            <a:r>
              <a:rPr lang="en-US" sz="1800" dirty="0">
                <a:solidFill>
                  <a:schemeClr val="tx1"/>
                </a:solidFill>
              </a:rPr>
              <a:t>:</a:t>
            </a:r>
          </a:p>
          <a:p>
            <a:pPr marL="0" indent="0">
              <a:buNone/>
            </a:pPr>
            <a:r>
              <a:rPr lang="en-US" sz="1800" dirty="0">
                <a:solidFill>
                  <a:schemeClr val="tx1"/>
                </a:solidFill>
              </a:rPr>
              <a:t>This feature is available on the Online and iPad platforms</a:t>
            </a:r>
          </a:p>
          <a:p>
            <a:endParaRPr lang="en-US" sz="1800" dirty="0">
              <a:solidFill>
                <a:schemeClr val="tx1"/>
              </a:solidFill>
            </a:endParaRPr>
          </a:p>
        </p:txBody>
      </p:sp>
    </p:spTree>
    <p:extLst>
      <p:ext uri="{BB962C8B-B14F-4D97-AF65-F5344CB8AC3E}">
        <p14:creationId xmlns:p14="http://schemas.microsoft.com/office/powerpoint/2010/main" val="4093084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25</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Product Metrics in Cycle Plan…2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9" y="0"/>
            <a:ext cx="8845419" cy="61838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sz="1800" dirty="0">
                <a:solidFill>
                  <a:schemeClr val="tx1"/>
                </a:solidFill>
                <a:sym typeface="Wingdings" panose="05000000000000000000" pitchFamily="2" charset="2"/>
              </a:rPr>
              <a:t>Apart from Inherited Product Metrics fields, Editable fields can also be configured in the Product level of a Cycle Plan Target Detail</a:t>
            </a:r>
          </a:p>
          <a:p>
            <a:endParaRPr lang="en-US" sz="1800" dirty="0">
              <a:solidFill>
                <a:schemeClr val="tx1"/>
              </a:solidFill>
              <a:sym typeface="Wingdings" panose="05000000000000000000" pitchFamily="2" charset="2"/>
            </a:endParaRPr>
          </a:p>
          <a:p>
            <a:r>
              <a:rPr lang="en-US" sz="1800" dirty="0">
                <a:solidFill>
                  <a:schemeClr val="tx1"/>
                </a:solidFill>
                <a:sym typeface="Wingdings" panose="05000000000000000000" pitchFamily="2" charset="2"/>
              </a:rPr>
              <a:t>These fields can be loaded or editable by the user. They can be read-only or editable based on page layout and Field Level Security</a:t>
            </a:r>
          </a:p>
          <a:p>
            <a:endParaRPr lang="en-US" sz="1800" dirty="0">
              <a:solidFill>
                <a:schemeClr val="tx1"/>
              </a:solidFill>
              <a:sym typeface="Wingdings" panose="05000000000000000000" pitchFamily="2" charset="2"/>
            </a:endParaRPr>
          </a:p>
          <a:p>
            <a:r>
              <a:rPr lang="en-US" sz="1800" dirty="0">
                <a:solidFill>
                  <a:schemeClr val="tx1"/>
                </a:solidFill>
              </a:rPr>
              <a:t>In order to configure page layout of inherited fields and editable fields create two different sections on </a:t>
            </a:r>
            <a:r>
              <a:rPr lang="en-US" sz="1800" dirty="0" err="1">
                <a:solidFill>
                  <a:schemeClr val="tx1"/>
                </a:solidFill>
              </a:rPr>
              <a:t>Cycle_Plan_Detail</a:t>
            </a:r>
            <a:r>
              <a:rPr lang="en-US" sz="1800" dirty="0">
                <a:solidFill>
                  <a:schemeClr val="tx1"/>
                </a:solidFill>
              </a:rPr>
              <a:t> page layout – </a:t>
            </a:r>
            <a:r>
              <a:rPr lang="en-US" sz="1800" dirty="0" err="1">
                <a:solidFill>
                  <a:schemeClr val="tx1"/>
                </a:solidFill>
              </a:rPr>
              <a:t>Cycle_Plan_Detail_vod</a:t>
            </a:r>
            <a:r>
              <a:rPr lang="en-US" sz="1800" dirty="0">
                <a:solidFill>
                  <a:schemeClr val="tx1"/>
                </a:solidFill>
              </a:rPr>
              <a:t> and the other </a:t>
            </a:r>
            <a:r>
              <a:rPr lang="en-US" sz="1800" dirty="0" err="1">
                <a:solidFill>
                  <a:schemeClr val="tx1"/>
                </a:solidFill>
              </a:rPr>
              <a:t>Total_Cycle_Plan_Detail_vod</a:t>
            </a:r>
            <a:r>
              <a:rPr lang="en-US" sz="1800" dirty="0">
                <a:solidFill>
                  <a:schemeClr val="tx1"/>
                </a:solidFill>
              </a:rPr>
              <a:t> – and drag desired fields into the layout of each section</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endParaRPr lang="en-US" sz="1800" dirty="0">
              <a:solidFill>
                <a:schemeClr val="tx1"/>
              </a:solidFill>
            </a:endParaRPr>
          </a:p>
          <a:p>
            <a:endParaRPr lang="en-US" sz="1800" dirty="0">
              <a:solidFill>
                <a:schemeClr val="tx1"/>
              </a:solidFill>
            </a:endParaRPr>
          </a:p>
        </p:txBody>
      </p:sp>
    </p:spTree>
    <p:extLst>
      <p:ext uri="{BB962C8B-B14F-4D97-AF65-F5344CB8AC3E}">
        <p14:creationId xmlns:p14="http://schemas.microsoft.com/office/powerpoint/2010/main" val="2953658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26</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Cycle Plan on Account Page</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9" y="417096"/>
            <a:ext cx="8845419" cy="57667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800" dirty="0">
              <a:solidFill>
                <a:schemeClr val="tx1"/>
              </a:solidFill>
            </a:endParaRPr>
          </a:p>
          <a:p>
            <a:pPr marL="0" indent="0" algn="just">
              <a:buNone/>
            </a:pPr>
            <a:r>
              <a:rPr lang="en-US" sz="1800" dirty="0">
                <a:solidFill>
                  <a:schemeClr val="tx1"/>
                </a:solidFill>
              </a:rPr>
              <a:t>The Cycle Plan information can be made available on Account Detail page. This enables users to have a view of Cycle Plan Goals and Targets against a particular Account along with the account profile in Account page.</a:t>
            </a:r>
          </a:p>
          <a:p>
            <a:pPr marL="0" indent="0" algn="just">
              <a:buNone/>
            </a:pPr>
            <a:endParaRPr lang="en-US" sz="1800" dirty="0">
              <a:solidFill>
                <a:schemeClr val="tx1"/>
              </a:solidFill>
            </a:endParaRPr>
          </a:p>
          <a:p>
            <a:pPr marL="0" indent="0" algn="just">
              <a:buNone/>
            </a:pPr>
            <a:r>
              <a:rPr lang="en-US" sz="1800" dirty="0">
                <a:solidFill>
                  <a:schemeClr val="tx1"/>
                </a:solidFill>
              </a:rPr>
              <a:t>In order to expose the Cycle Plan information on Account Detail Page please follow the below steps:</a:t>
            </a:r>
          </a:p>
          <a:p>
            <a:pPr algn="just"/>
            <a:r>
              <a:rPr lang="en-US" sz="1600" dirty="0">
                <a:solidFill>
                  <a:schemeClr val="tx1"/>
                </a:solidFill>
              </a:rPr>
              <a:t>Add the </a:t>
            </a:r>
            <a:r>
              <a:rPr lang="en-US" sz="1600" dirty="0" err="1">
                <a:solidFill>
                  <a:schemeClr val="tx1"/>
                </a:solidFill>
              </a:rPr>
              <a:t>Account_Cycle_Plan_vod</a:t>
            </a:r>
            <a:r>
              <a:rPr lang="en-US" sz="1600" dirty="0">
                <a:solidFill>
                  <a:schemeClr val="tx1"/>
                </a:solidFill>
              </a:rPr>
              <a:t> S-Control to the Account page layout</a:t>
            </a:r>
          </a:p>
          <a:p>
            <a:pPr algn="just"/>
            <a:r>
              <a:rPr lang="en-US" sz="1600" dirty="0">
                <a:solidFill>
                  <a:schemeClr val="tx1"/>
                </a:solidFill>
              </a:rPr>
              <a:t>Provide users with access to the </a:t>
            </a:r>
            <a:r>
              <a:rPr lang="en-US" sz="1600" dirty="0" err="1">
                <a:solidFill>
                  <a:schemeClr val="tx1"/>
                </a:solidFill>
              </a:rPr>
              <a:t>Account_Cycle_Plan_vod</a:t>
            </a:r>
            <a:r>
              <a:rPr lang="en-US" sz="1600" dirty="0">
                <a:solidFill>
                  <a:schemeClr val="tx1"/>
                </a:solidFill>
              </a:rPr>
              <a:t> Visualforce page</a:t>
            </a:r>
          </a:p>
          <a:p>
            <a:pPr algn="just"/>
            <a:r>
              <a:rPr lang="en-US" sz="1600" dirty="0">
                <a:solidFill>
                  <a:schemeClr val="tx1"/>
                </a:solidFill>
              </a:rPr>
              <a:t>Provide relevant values in Cycle Plan Target related list in the </a:t>
            </a:r>
            <a:r>
              <a:rPr lang="en-US" sz="1600" dirty="0" err="1">
                <a:solidFill>
                  <a:schemeClr val="tx1"/>
                </a:solidFill>
              </a:rPr>
              <a:t>Cycle_Plan_vod</a:t>
            </a:r>
            <a:r>
              <a:rPr lang="en-US" sz="1600" dirty="0">
                <a:solidFill>
                  <a:schemeClr val="tx1"/>
                </a:solidFill>
              </a:rPr>
              <a:t> object</a:t>
            </a:r>
          </a:p>
          <a:p>
            <a:pPr marL="0" indent="0">
              <a:buNone/>
            </a:pPr>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endParaRPr lang="en-US" sz="1800" dirty="0">
              <a:solidFill>
                <a:schemeClr val="tx1"/>
              </a:solidFill>
            </a:endParaRPr>
          </a:p>
          <a:p>
            <a:pPr marL="0" indent="0" algn="just">
              <a:buNone/>
            </a:pPr>
            <a:r>
              <a:rPr lang="en-US" sz="1800" b="1" dirty="0">
                <a:solidFill>
                  <a:schemeClr val="tx1"/>
                </a:solidFill>
              </a:rPr>
              <a:t>Note:</a:t>
            </a:r>
          </a:p>
          <a:p>
            <a:pPr marL="0" indent="0" algn="just">
              <a:buNone/>
            </a:pPr>
            <a:r>
              <a:rPr lang="en-US" sz="1800" dirty="0">
                <a:solidFill>
                  <a:schemeClr val="tx1"/>
                </a:solidFill>
              </a:rPr>
              <a:t>This feature is available on the Online and iPad platforms</a:t>
            </a:r>
          </a:p>
          <a:p>
            <a:endParaRPr lang="en-US" sz="1800" dirty="0">
              <a:solidFill>
                <a:schemeClr val="tx1"/>
              </a:solidFill>
            </a:endParaRPr>
          </a:p>
        </p:txBody>
      </p:sp>
      <p:pic>
        <p:nvPicPr>
          <p:cNvPr id="4" name="Picture 3">
            <a:extLst>
              <a:ext uri="{FF2B5EF4-FFF2-40B4-BE49-F238E27FC236}">
                <a16:creationId xmlns:a16="http://schemas.microsoft.com/office/drawing/2014/main" id="{118E0E29-54F4-6A24-B547-212DB9D532A5}"/>
              </a:ext>
            </a:extLst>
          </p:cNvPr>
          <p:cNvPicPr>
            <a:picLocks noChangeAspect="1"/>
          </p:cNvPicPr>
          <p:nvPr/>
        </p:nvPicPr>
        <p:blipFill>
          <a:blip r:embed="rId2"/>
          <a:stretch>
            <a:fillRect/>
          </a:stretch>
        </p:blipFill>
        <p:spPr>
          <a:xfrm>
            <a:off x="2240595" y="3429000"/>
            <a:ext cx="4953000" cy="2506775"/>
          </a:xfrm>
          <a:prstGeom prst="rect">
            <a:avLst/>
          </a:prstGeom>
        </p:spPr>
      </p:pic>
    </p:spTree>
    <p:extLst>
      <p:ext uri="{BB962C8B-B14F-4D97-AF65-F5344CB8AC3E}">
        <p14:creationId xmlns:p14="http://schemas.microsoft.com/office/powerpoint/2010/main" val="1136677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27</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Exclude Products from Cycle Plan</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9" y="898358"/>
            <a:ext cx="8845419" cy="5285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Products can be configured such that they are not displayed in Cycle Plan</a:t>
            </a:r>
          </a:p>
          <a:p>
            <a:endParaRPr lang="en-US" sz="1800" dirty="0">
              <a:solidFill>
                <a:schemeClr val="tx1"/>
              </a:solidFill>
            </a:endParaRPr>
          </a:p>
          <a:p>
            <a:r>
              <a:rPr lang="en-US" sz="1800" dirty="0">
                <a:solidFill>
                  <a:schemeClr val="tx1"/>
                </a:solidFill>
              </a:rPr>
              <a:t>This functionality is available for products of Product Type ‘Detail’ only</a:t>
            </a:r>
          </a:p>
          <a:p>
            <a:endParaRPr lang="en-US" sz="1800" dirty="0">
              <a:solidFill>
                <a:schemeClr val="tx1"/>
              </a:solidFill>
            </a:endParaRPr>
          </a:p>
          <a:p>
            <a:r>
              <a:rPr lang="en-US" sz="1800" dirty="0">
                <a:solidFill>
                  <a:schemeClr val="tx1"/>
                </a:solidFill>
              </a:rPr>
              <a:t>The </a:t>
            </a:r>
            <a:r>
              <a:rPr lang="en-US" sz="1800" b="1" dirty="0">
                <a:solidFill>
                  <a:schemeClr val="tx1"/>
                </a:solidFill>
              </a:rPr>
              <a:t>No Cycle Plans </a:t>
            </a:r>
            <a:r>
              <a:rPr lang="en-US" sz="1800" dirty="0">
                <a:solidFill>
                  <a:schemeClr val="tx1"/>
                </a:solidFill>
              </a:rPr>
              <a:t>field in Product Catalog page is used to drive this functionality</a:t>
            </a:r>
          </a:p>
          <a:p>
            <a:endParaRPr lang="en-US" sz="1800" dirty="0">
              <a:solidFill>
                <a:schemeClr val="tx1"/>
              </a:solidFill>
            </a:endParaRPr>
          </a:p>
          <a:p>
            <a:r>
              <a:rPr lang="en-US" sz="1800" dirty="0">
                <a:solidFill>
                  <a:schemeClr val="tx1"/>
                </a:solidFill>
              </a:rPr>
              <a:t>Marking this field as TRUE for any Detail product will exclude the product from Cycle Plan</a:t>
            </a:r>
          </a:p>
          <a:p>
            <a:endParaRPr lang="en-US" sz="1800" dirty="0">
              <a:solidFill>
                <a:schemeClr val="tx1"/>
              </a:solidFill>
            </a:endParaRPr>
          </a:p>
        </p:txBody>
      </p:sp>
      <p:pic>
        <p:nvPicPr>
          <p:cNvPr id="6" name="Picture 5">
            <a:extLst>
              <a:ext uri="{FF2B5EF4-FFF2-40B4-BE49-F238E27FC236}">
                <a16:creationId xmlns:a16="http://schemas.microsoft.com/office/drawing/2014/main" id="{0FBFAA64-CF66-0FEF-FD48-2CA06598AB04}"/>
              </a:ext>
            </a:extLst>
          </p:cNvPr>
          <p:cNvPicPr>
            <a:picLocks noChangeAspect="1"/>
          </p:cNvPicPr>
          <p:nvPr/>
        </p:nvPicPr>
        <p:blipFill>
          <a:blip r:embed="rId2"/>
          <a:stretch>
            <a:fillRect/>
          </a:stretch>
        </p:blipFill>
        <p:spPr>
          <a:xfrm>
            <a:off x="1467150" y="3917315"/>
            <a:ext cx="5966775" cy="2528887"/>
          </a:xfrm>
          <a:prstGeom prst="rect">
            <a:avLst/>
          </a:prstGeom>
        </p:spPr>
      </p:pic>
    </p:spTree>
    <p:extLst>
      <p:ext uri="{BB962C8B-B14F-4D97-AF65-F5344CB8AC3E}">
        <p14:creationId xmlns:p14="http://schemas.microsoft.com/office/powerpoint/2010/main" val="2894825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b="0" dirty="0">
                <a:solidFill>
                  <a:srgbClr val="00718F"/>
                </a:solidFill>
                <a:latin typeface="Arial" panose="020B0604020202020204" pitchFamily="34" charset="0"/>
                <a:cs typeface="Arial" panose="020B0604020202020204" pitchFamily="34" charset="0"/>
              </a:rPr>
              <a:t>VEEVA Cycle Plan</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Configuration of user profiles for Cycle Plans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99757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29</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317238" y="557213"/>
            <a:ext cx="10807700" cy="369332"/>
          </a:xfrm>
        </p:spPr>
        <p:txBody>
          <a:bodyPr/>
          <a:lstStyle/>
          <a:p>
            <a:r>
              <a:rPr lang="en-US" dirty="0"/>
              <a:t>Configuring User Profiles</a:t>
            </a:r>
          </a:p>
        </p:txBody>
      </p:sp>
      <p:sp>
        <p:nvSpPr>
          <p:cNvPr id="4" name="Content Placeholder 1">
            <a:extLst>
              <a:ext uri="{FF2B5EF4-FFF2-40B4-BE49-F238E27FC236}">
                <a16:creationId xmlns:a16="http://schemas.microsoft.com/office/drawing/2014/main" id="{E70B7BF2-667A-CCD4-DE4D-818A2635E561}"/>
              </a:ext>
            </a:extLst>
          </p:cNvPr>
          <p:cNvSpPr txBox="1">
            <a:spLocks/>
          </p:cNvSpPr>
          <p:nvPr/>
        </p:nvSpPr>
        <p:spPr>
          <a:xfrm>
            <a:off x="317238" y="1317624"/>
            <a:ext cx="9825137"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marL="0" indent="0">
              <a:buNone/>
            </a:pPr>
            <a:r>
              <a:rPr lang="en-US" sz="1800" dirty="0"/>
              <a:t>Apart from the above, provide permissions to following </a:t>
            </a:r>
            <a:r>
              <a:rPr lang="en-US" sz="1800" dirty="0" err="1"/>
              <a:t>visualforce</a:t>
            </a:r>
            <a:r>
              <a:rPr lang="en-US" sz="1800" dirty="0"/>
              <a:t> pages in user profiles/permission sets:</a:t>
            </a:r>
          </a:p>
          <a:p>
            <a:pPr marL="285750" indent="-285750">
              <a:buFont typeface="Arial" panose="020B0604020202020204" pitchFamily="34" charset="0"/>
              <a:buChar char="•"/>
            </a:pPr>
            <a:r>
              <a:rPr lang="en-US" sz="1800" dirty="0" err="1"/>
              <a:t>View_Cycle_Plan_vod</a:t>
            </a:r>
            <a:r>
              <a:rPr lang="en-US" sz="1800" dirty="0"/>
              <a:t> </a:t>
            </a:r>
          </a:p>
          <a:p>
            <a:pPr marL="285750" indent="-285750">
              <a:buFont typeface="Arial" panose="020B0604020202020204" pitchFamily="34" charset="0"/>
              <a:buChar char="•"/>
            </a:pPr>
            <a:r>
              <a:rPr lang="en-US" sz="1800" dirty="0" err="1"/>
              <a:t>Edit_Cycle_Plan_vod</a:t>
            </a:r>
            <a:endParaRPr lang="en-US" sz="1800" dirty="0"/>
          </a:p>
          <a:p>
            <a:pPr>
              <a:defRPr/>
            </a:pPr>
            <a:endParaRPr lang="en-US" sz="1800" b="1" dirty="0"/>
          </a:p>
        </p:txBody>
      </p:sp>
      <p:graphicFrame>
        <p:nvGraphicFramePr>
          <p:cNvPr id="11" name="Content Placeholder 6">
            <a:extLst>
              <a:ext uri="{FF2B5EF4-FFF2-40B4-BE49-F238E27FC236}">
                <a16:creationId xmlns:a16="http://schemas.microsoft.com/office/drawing/2014/main" id="{3F861AD7-EC67-19CF-55B4-17A6785C280A}"/>
              </a:ext>
            </a:extLst>
          </p:cNvPr>
          <p:cNvGraphicFramePr>
            <a:graphicFrameLocks/>
          </p:cNvGraphicFramePr>
          <p:nvPr>
            <p:extLst>
              <p:ext uri="{D42A27DB-BD31-4B8C-83A1-F6EECF244321}">
                <p14:modId xmlns:p14="http://schemas.microsoft.com/office/powerpoint/2010/main" val="418299"/>
              </p:ext>
            </p:extLst>
          </p:nvPr>
        </p:nvGraphicFramePr>
        <p:xfrm>
          <a:off x="457199" y="1317624"/>
          <a:ext cx="8458201" cy="3124201"/>
        </p:xfrm>
        <a:graphic>
          <a:graphicData uri="http://schemas.openxmlformats.org/drawingml/2006/table">
            <a:tbl>
              <a:tblPr firstRow="1" bandRow="1">
                <a:tableStyleId>{5C22544A-7EE6-4342-B048-85BDC9FD1C3A}</a:tableStyleId>
              </a:tblPr>
              <a:tblGrid>
                <a:gridCol w="3792548">
                  <a:extLst>
                    <a:ext uri="{9D8B030D-6E8A-4147-A177-3AD203B41FA5}">
                      <a16:colId xmlns:a16="http://schemas.microsoft.com/office/drawing/2014/main" val="3783566001"/>
                    </a:ext>
                  </a:extLst>
                </a:gridCol>
                <a:gridCol w="4665653">
                  <a:extLst>
                    <a:ext uri="{9D8B030D-6E8A-4147-A177-3AD203B41FA5}">
                      <a16:colId xmlns:a16="http://schemas.microsoft.com/office/drawing/2014/main" val="3730692940"/>
                    </a:ext>
                  </a:extLst>
                </a:gridCol>
              </a:tblGrid>
              <a:tr h="407990">
                <a:tc>
                  <a:txBody>
                    <a:bodyPr/>
                    <a:lstStyle/>
                    <a:p>
                      <a:pPr algn="ctr"/>
                      <a:r>
                        <a:rPr lang="en-US" dirty="0"/>
                        <a:t>Desired Action</a:t>
                      </a:r>
                    </a:p>
                  </a:txBody>
                  <a:tcPr/>
                </a:tc>
                <a:tc>
                  <a:txBody>
                    <a:bodyPr/>
                    <a:lstStyle/>
                    <a:p>
                      <a:pPr algn="ctr"/>
                      <a:r>
                        <a:rPr lang="en-US" dirty="0"/>
                        <a:t>Configuration Required</a:t>
                      </a:r>
                    </a:p>
                  </a:txBody>
                  <a:tcPr/>
                </a:tc>
                <a:extLst>
                  <a:ext uri="{0D108BD9-81ED-4DB2-BD59-A6C34878D82A}">
                    <a16:rowId xmlns:a16="http://schemas.microsoft.com/office/drawing/2014/main" val="3894528595"/>
                  </a:ext>
                </a:extLst>
              </a:tr>
              <a:tr h="1006004">
                <a:tc>
                  <a:txBody>
                    <a:bodyPr/>
                    <a:lstStyle/>
                    <a:p>
                      <a:pPr algn="l"/>
                      <a:r>
                        <a:rPr lang="en-US" sz="1600" dirty="0">
                          <a:solidFill>
                            <a:schemeClr val="tx1"/>
                          </a:solidFill>
                          <a:latin typeface="Arial" panose="020B0604020202020204" pitchFamily="34" charset="0"/>
                          <a:cs typeface="Arial" panose="020B0604020202020204" pitchFamily="34" charset="0"/>
                        </a:rPr>
                        <a:t>Create Cycle</a:t>
                      </a:r>
                      <a:r>
                        <a:rPr lang="en-US" sz="1600" baseline="0" dirty="0">
                          <a:solidFill>
                            <a:schemeClr val="tx1"/>
                          </a:solidFill>
                          <a:latin typeface="Arial" panose="020B0604020202020204" pitchFamily="34" charset="0"/>
                          <a:cs typeface="Arial" panose="020B0604020202020204" pitchFamily="34" charset="0"/>
                        </a:rPr>
                        <a:t> Plans</a:t>
                      </a:r>
                      <a:endParaRPr lang="en-US"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dirty="0">
                          <a:solidFill>
                            <a:schemeClr val="tx1"/>
                          </a:solidFill>
                          <a:latin typeface="Arial" panose="020B0604020202020204" pitchFamily="34" charset="0"/>
                          <a:cs typeface="Arial" panose="020B0604020202020204" pitchFamily="34" charset="0"/>
                        </a:rPr>
                        <a:t>Provide Read,</a:t>
                      </a:r>
                      <a:r>
                        <a:rPr lang="en-US" sz="1600" baseline="0" dirty="0">
                          <a:solidFill>
                            <a:schemeClr val="tx1"/>
                          </a:solidFill>
                          <a:latin typeface="Arial" panose="020B0604020202020204" pitchFamily="34" charset="0"/>
                          <a:cs typeface="Arial" panose="020B0604020202020204" pitchFamily="34" charset="0"/>
                        </a:rPr>
                        <a:t> Create, Update and Delete (optional) permissions to users on </a:t>
                      </a:r>
                      <a:r>
                        <a:rPr lang="en-US" sz="1600" baseline="0" dirty="0" err="1">
                          <a:solidFill>
                            <a:schemeClr val="tx1"/>
                          </a:solidFill>
                          <a:latin typeface="Arial" panose="020B0604020202020204" pitchFamily="34" charset="0"/>
                          <a:cs typeface="Arial" panose="020B0604020202020204" pitchFamily="34" charset="0"/>
                        </a:rPr>
                        <a:t>Cycle_Plan_vod</a:t>
                      </a:r>
                      <a:r>
                        <a:rPr lang="en-US" sz="1600" baseline="0" dirty="0">
                          <a:solidFill>
                            <a:schemeClr val="tx1"/>
                          </a:solidFill>
                          <a:latin typeface="Arial" panose="020B0604020202020204" pitchFamily="34" charset="0"/>
                          <a:cs typeface="Arial" panose="020B0604020202020204" pitchFamily="34" charset="0"/>
                        </a:rPr>
                        <a:t> object</a:t>
                      </a:r>
                      <a:endParaRPr lang="en-US"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14185339"/>
                  </a:ext>
                </a:extLst>
              </a:tr>
              <a:tr h="1006004">
                <a:tc>
                  <a:txBody>
                    <a:bodyPr/>
                    <a:lstStyle/>
                    <a:p>
                      <a:pPr algn="l"/>
                      <a:r>
                        <a:rPr lang="en-US" sz="1600" dirty="0">
                          <a:solidFill>
                            <a:schemeClr val="tx1"/>
                          </a:solidFill>
                          <a:latin typeface="Arial" panose="020B0604020202020204" pitchFamily="34" charset="0"/>
                          <a:cs typeface="Arial" panose="020B0604020202020204" pitchFamily="34" charset="0"/>
                        </a:rPr>
                        <a:t>Add new Targets to existing Cycle Plan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Provide Read,</a:t>
                      </a:r>
                      <a:r>
                        <a:rPr lang="en-US" sz="1600" baseline="0" dirty="0">
                          <a:solidFill>
                            <a:schemeClr val="tx1"/>
                          </a:solidFill>
                          <a:latin typeface="Arial" panose="020B0604020202020204" pitchFamily="34" charset="0"/>
                          <a:cs typeface="Arial" panose="020B0604020202020204" pitchFamily="34" charset="0"/>
                        </a:rPr>
                        <a:t> Create, Update and Delete(optional) permissions to users on </a:t>
                      </a:r>
                      <a:r>
                        <a:rPr lang="en-US" sz="1600" baseline="0" dirty="0" err="1">
                          <a:solidFill>
                            <a:schemeClr val="tx1"/>
                          </a:solidFill>
                          <a:latin typeface="Arial" panose="020B0604020202020204" pitchFamily="34" charset="0"/>
                          <a:cs typeface="Arial" panose="020B0604020202020204" pitchFamily="34" charset="0"/>
                        </a:rPr>
                        <a:t>Cycle_Plan_Target_vod</a:t>
                      </a:r>
                      <a:r>
                        <a:rPr lang="en-US" sz="1600" baseline="0" dirty="0">
                          <a:solidFill>
                            <a:schemeClr val="tx1"/>
                          </a:solidFill>
                          <a:latin typeface="Arial" panose="020B0604020202020204" pitchFamily="34" charset="0"/>
                          <a:cs typeface="Arial" panose="020B0604020202020204" pitchFamily="34" charset="0"/>
                        </a:rPr>
                        <a:t> object</a:t>
                      </a:r>
                      <a:endParaRPr lang="en-US"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11183836"/>
                  </a:ext>
                </a:extLst>
              </a:tr>
              <a:tr h="704203">
                <a:tc>
                  <a:txBody>
                    <a:bodyPr/>
                    <a:lstStyle/>
                    <a:p>
                      <a:pPr algn="l"/>
                      <a:r>
                        <a:rPr lang="en-US" sz="1600" dirty="0">
                          <a:solidFill>
                            <a:schemeClr val="tx1"/>
                          </a:solidFill>
                          <a:latin typeface="Arial" panose="020B0604020202020204" pitchFamily="34" charset="0"/>
                          <a:cs typeface="Arial" panose="020B0604020202020204" pitchFamily="34" charset="0"/>
                        </a:rPr>
                        <a:t>Relate</a:t>
                      </a:r>
                      <a:r>
                        <a:rPr lang="en-US" sz="1600" baseline="0" dirty="0">
                          <a:solidFill>
                            <a:schemeClr val="tx1"/>
                          </a:solidFill>
                          <a:latin typeface="Arial" panose="020B0604020202020204" pitchFamily="34" charset="0"/>
                          <a:cs typeface="Arial" panose="020B0604020202020204" pitchFamily="34" charset="0"/>
                        </a:rPr>
                        <a:t> Call product Details to Cycle Plan Targets</a:t>
                      </a:r>
                      <a:endParaRPr lang="en-US"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Provide Read,</a:t>
                      </a:r>
                      <a:r>
                        <a:rPr lang="en-US" sz="1600" baseline="0" dirty="0">
                          <a:solidFill>
                            <a:schemeClr val="tx1"/>
                          </a:solidFill>
                          <a:latin typeface="Arial" panose="020B0604020202020204" pitchFamily="34" charset="0"/>
                          <a:cs typeface="Arial" panose="020B0604020202020204" pitchFamily="34" charset="0"/>
                        </a:rPr>
                        <a:t> and Update permissions to users on </a:t>
                      </a:r>
                      <a:r>
                        <a:rPr lang="en-US" sz="1600" baseline="0" dirty="0" err="1">
                          <a:solidFill>
                            <a:schemeClr val="tx1"/>
                          </a:solidFill>
                          <a:latin typeface="Arial" panose="020B0604020202020204" pitchFamily="34" charset="0"/>
                          <a:cs typeface="Arial" panose="020B0604020202020204" pitchFamily="34" charset="0"/>
                        </a:rPr>
                        <a:t>Cycle_Plan_Detail_vod</a:t>
                      </a:r>
                      <a:r>
                        <a:rPr lang="en-US" sz="1600" baseline="0" dirty="0">
                          <a:solidFill>
                            <a:schemeClr val="tx1"/>
                          </a:solidFill>
                          <a:latin typeface="Arial" panose="020B0604020202020204" pitchFamily="34" charset="0"/>
                          <a:cs typeface="Arial" panose="020B0604020202020204" pitchFamily="34" charset="0"/>
                        </a:rPr>
                        <a:t> object</a:t>
                      </a:r>
                      <a:endParaRPr lang="en-US"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6845617"/>
                  </a:ext>
                </a:extLst>
              </a:tr>
            </a:tbl>
          </a:graphicData>
        </a:graphic>
      </p:graphicFrame>
    </p:spTree>
    <p:extLst>
      <p:ext uri="{BB962C8B-B14F-4D97-AF65-F5344CB8AC3E}">
        <p14:creationId xmlns:p14="http://schemas.microsoft.com/office/powerpoint/2010/main" val="2245440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VEEVA Cycle Plan</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Configuration of Cycle Plan For Batch calculation process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a:xfrm>
            <a:off x="849910" y="5654870"/>
            <a:ext cx="4013178" cy="216542"/>
          </a:xfrm>
        </p:spPr>
        <p:txBody>
          <a:bodyPr/>
          <a:lstStyle/>
          <a:p>
            <a:r>
              <a:rPr lang="en-US" dirty="0"/>
              <a:t>20-07-2023</a:t>
            </a:r>
          </a:p>
        </p:txBody>
      </p:sp>
    </p:spTree>
    <p:extLst>
      <p:ext uri="{BB962C8B-B14F-4D97-AF65-F5344CB8AC3E}">
        <p14:creationId xmlns:p14="http://schemas.microsoft.com/office/powerpoint/2010/main" val="2277888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31</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05273" y="609010"/>
            <a:ext cx="9195401" cy="5124651"/>
          </a:xfrm>
        </p:spPr>
        <p:txBody>
          <a:bodyPr/>
          <a:lstStyle/>
          <a:p>
            <a:r>
              <a:rPr lang="en-US" sz="2000" dirty="0">
                <a:solidFill>
                  <a:schemeClr val="tx1"/>
                </a:solidFill>
              </a:rPr>
              <a:t>There are two Apex classes which update Cycle Plans with calls and details that were performed by users</a:t>
            </a:r>
          </a:p>
          <a:p>
            <a:endParaRPr lang="en-US" sz="2000" dirty="0">
              <a:solidFill>
                <a:schemeClr val="tx1"/>
              </a:solidFill>
            </a:endParaRPr>
          </a:p>
          <a:p>
            <a:r>
              <a:rPr lang="en-US" sz="2000" dirty="0">
                <a:solidFill>
                  <a:schemeClr val="tx1"/>
                </a:solidFill>
              </a:rPr>
              <a:t>These classes can be scheduled to run on specified intervals. In order to do so please follow the below steps:</a:t>
            </a:r>
          </a:p>
          <a:p>
            <a:pPr lvl="1"/>
            <a:endParaRPr lang="en-US" sz="1800" dirty="0">
              <a:solidFill>
                <a:schemeClr val="tx1"/>
              </a:solidFill>
            </a:endParaRPr>
          </a:p>
          <a:p>
            <a:pPr lvl="1"/>
            <a:r>
              <a:rPr lang="en-US" sz="1800" dirty="0">
                <a:solidFill>
                  <a:schemeClr val="tx1"/>
                </a:solidFill>
              </a:rPr>
              <a:t>Provide System Administrator user with access to the Apex classes </a:t>
            </a:r>
            <a:r>
              <a:rPr lang="en-US" sz="1800" b="1" dirty="0">
                <a:solidFill>
                  <a:schemeClr val="tx1"/>
                </a:solidFill>
              </a:rPr>
              <a:t>VEEVA_BATCH_CYCLE_PLAN_CALC </a:t>
            </a:r>
            <a:r>
              <a:rPr lang="en-US" sz="1800" dirty="0">
                <a:solidFill>
                  <a:schemeClr val="tx1"/>
                </a:solidFill>
              </a:rPr>
              <a:t>and </a:t>
            </a:r>
            <a:r>
              <a:rPr lang="en-US" sz="1800" b="1" dirty="0">
                <a:solidFill>
                  <a:schemeClr val="tx1"/>
                </a:solidFill>
              </a:rPr>
              <a:t>VEEVA_BATCH_CYCLE_PLAN_CALC_CALLS</a:t>
            </a:r>
          </a:p>
          <a:p>
            <a:pPr lvl="1"/>
            <a:endParaRPr lang="en-US" sz="1800" dirty="0">
              <a:solidFill>
                <a:schemeClr val="tx1"/>
              </a:solidFill>
            </a:endParaRPr>
          </a:p>
          <a:p>
            <a:pPr lvl="1"/>
            <a:r>
              <a:rPr lang="en-US" sz="1800" dirty="0">
                <a:solidFill>
                  <a:schemeClr val="tx1"/>
                </a:solidFill>
              </a:rPr>
              <a:t>Create a new Apex Class that implements Schedulable. Inside this class instantiate the Apex classes mentioned above</a:t>
            </a:r>
          </a:p>
          <a:p>
            <a:pPr lvl="1"/>
            <a:endParaRPr lang="en-US" sz="1800" dirty="0">
              <a:solidFill>
                <a:schemeClr val="tx1"/>
              </a:solidFill>
            </a:endParaRPr>
          </a:p>
          <a:p>
            <a:pPr lvl="1"/>
            <a:r>
              <a:rPr lang="en-US" sz="1800" dirty="0">
                <a:solidFill>
                  <a:schemeClr val="tx1"/>
                </a:solidFill>
              </a:rPr>
              <a:t>On the Apex Classes page, click the Schedule Apex button</a:t>
            </a:r>
          </a:p>
          <a:p>
            <a:pPr lvl="1"/>
            <a:endParaRPr lang="en-US" sz="1800" dirty="0">
              <a:solidFill>
                <a:schemeClr val="tx1"/>
              </a:solidFill>
            </a:endParaRPr>
          </a:p>
          <a:p>
            <a:pPr lvl="1"/>
            <a:r>
              <a:rPr lang="en-US" sz="1800" dirty="0">
                <a:solidFill>
                  <a:schemeClr val="tx1"/>
                </a:solidFill>
              </a:rPr>
              <a:t>Provide a Job name, select the class created in step 2 and mention the frequency at which the job needs to run</a:t>
            </a:r>
            <a:endParaRPr lang="en-US" sz="2000" dirty="0">
              <a:solidFill>
                <a:schemeClr val="tx1"/>
              </a:solidFill>
            </a:endParaRPr>
          </a:p>
          <a:p>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05273" y="112295"/>
            <a:ext cx="10807700" cy="496715"/>
          </a:xfrm>
        </p:spPr>
        <p:txBody>
          <a:bodyPr/>
          <a:lstStyle/>
          <a:p>
            <a:r>
              <a:rPr lang="en-US" dirty="0"/>
              <a:t>Cycle Plan Batch Process…1</a:t>
            </a:r>
          </a:p>
        </p:txBody>
      </p:sp>
    </p:spTree>
    <p:extLst>
      <p:ext uri="{BB962C8B-B14F-4D97-AF65-F5344CB8AC3E}">
        <p14:creationId xmlns:p14="http://schemas.microsoft.com/office/powerpoint/2010/main" val="1255605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32</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56414" y="1518330"/>
            <a:ext cx="9898239" cy="4304953"/>
          </a:xfrm>
        </p:spPr>
        <p:txBody>
          <a:bodyPr/>
          <a:lstStyle/>
          <a:p>
            <a:r>
              <a:rPr lang="en-US" sz="2000" dirty="0">
                <a:solidFill>
                  <a:schemeClr val="tx1"/>
                </a:solidFill>
              </a:rPr>
              <a:t>If the Apex classes VEEVA_BATCH_CYCLE_PLAN_CALC and VEEVA_BATCH_CYCLE_PLAN_CALC_CALLS need to be modified to meet certain business requirements then,</a:t>
            </a:r>
          </a:p>
          <a:p>
            <a:endParaRPr lang="en-US" sz="2000" dirty="0">
              <a:solidFill>
                <a:schemeClr val="tx1"/>
              </a:solidFill>
            </a:endParaRPr>
          </a:p>
          <a:p>
            <a:pPr lvl="1"/>
            <a:r>
              <a:rPr lang="en-US" sz="1800" dirty="0">
                <a:solidFill>
                  <a:schemeClr val="tx1"/>
                </a:solidFill>
              </a:rPr>
              <a:t>Clone and rename the classes</a:t>
            </a:r>
          </a:p>
          <a:p>
            <a:pPr lvl="1"/>
            <a:endParaRPr lang="en-US" sz="1800" dirty="0">
              <a:solidFill>
                <a:schemeClr val="tx1"/>
              </a:solidFill>
            </a:endParaRPr>
          </a:p>
          <a:p>
            <a:pPr lvl="1"/>
            <a:r>
              <a:rPr lang="en-US" sz="1800" dirty="0">
                <a:solidFill>
                  <a:schemeClr val="tx1"/>
                </a:solidFill>
              </a:rPr>
              <a:t>Modify the code inside the cloned classes</a:t>
            </a:r>
          </a:p>
          <a:p>
            <a:pPr lvl="1"/>
            <a:endParaRPr lang="en-US" sz="1800" dirty="0">
              <a:solidFill>
                <a:schemeClr val="tx1"/>
              </a:solidFill>
            </a:endParaRPr>
          </a:p>
          <a:p>
            <a:pPr lvl="1"/>
            <a:r>
              <a:rPr lang="en-US" sz="1800" dirty="0">
                <a:solidFill>
                  <a:schemeClr val="tx1"/>
                </a:solidFill>
              </a:rPr>
              <a:t>Create an Apex class that implements Schedulable and instantiate the cloned classes</a:t>
            </a:r>
          </a:p>
          <a:p>
            <a:pPr lvl="1"/>
            <a:endParaRPr lang="en-US" sz="1800" dirty="0">
              <a:solidFill>
                <a:schemeClr val="tx1"/>
              </a:solidFill>
            </a:endParaRPr>
          </a:p>
          <a:p>
            <a:pPr lvl="1"/>
            <a:r>
              <a:rPr lang="en-US" sz="1800" dirty="0">
                <a:solidFill>
                  <a:schemeClr val="tx1"/>
                </a:solidFill>
              </a:rPr>
              <a:t>Schedule the Apex class created in Step 3</a:t>
            </a:r>
            <a:endParaRPr lang="en-US" sz="2000" dirty="0">
              <a:solidFill>
                <a:schemeClr val="tx1"/>
              </a:solidFill>
            </a:endParaRPr>
          </a:p>
          <a:p>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311150" y="568325"/>
            <a:ext cx="10807700" cy="369332"/>
          </a:xfrm>
        </p:spPr>
        <p:txBody>
          <a:bodyPr/>
          <a:lstStyle/>
          <a:p>
            <a:r>
              <a:rPr lang="en-US" dirty="0"/>
              <a:t>Cycle Plan Batch Process…2</a:t>
            </a:r>
          </a:p>
        </p:txBody>
      </p:sp>
    </p:spTree>
    <p:extLst>
      <p:ext uri="{BB962C8B-B14F-4D97-AF65-F5344CB8AC3E}">
        <p14:creationId xmlns:p14="http://schemas.microsoft.com/office/powerpoint/2010/main" val="1198700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VEEVA Cycle Plan</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Configuration of Cycle Plan For Real-time calculation process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a:xfrm>
            <a:off x="849910" y="5654870"/>
            <a:ext cx="4013178" cy="216542"/>
          </a:xfrm>
        </p:spPr>
        <p:txBody>
          <a:bodyPr/>
          <a:lstStyle/>
          <a:p>
            <a:r>
              <a:rPr lang="en-US" dirty="0"/>
              <a:t>20-07-2023</a:t>
            </a:r>
          </a:p>
        </p:txBody>
      </p:sp>
    </p:spTree>
    <p:extLst>
      <p:ext uri="{BB962C8B-B14F-4D97-AF65-F5344CB8AC3E}">
        <p14:creationId xmlns:p14="http://schemas.microsoft.com/office/powerpoint/2010/main" val="341653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34</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65315" y="753979"/>
            <a:ext cx="10807700" cy="4905934"/>
          </a:xfrm>
        </p:spPr>
        <p:txBody>
          <a:bodyPr/>
          <a:lstStyle/>
          <a:p>
            <a:pPr>
              <a:defRPr/>
            </a:pPr>
            <a:r>
              <a:rPr lang="en-US" sz="1800" dirty="0">
                <a:solidFill>
                  <a:schemeClr val="tx1"/>
                </a:solidFill>
              </a:rPr>
              <a:t> </a:t>
            </a:r>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158621" y="228601"/>
            <a:ext cx="10807700" cy="413083"/>
          </a:xfrm>
        </p:spPr>
        <p:txBody>
          <a:bodyPr/>
          <a:lstStyle/>
          <a:p>
            <a:r>
              <a:rPr lang="en-US" dirty="0"/>
              <a:t>Real Time Calculations…1</a:t>
            </a:r>
          </a:p>
        </p:txBody>
      </p:sp>
      <p:sp>
        <p:nvSpPr>
          <p:cNvPr id="8" name="TextBox 7">
            <a:extLst>
              <a:ext uri="{FF2B5EF4-FFF2-40B4-BE49-F238E27FC236}">
                <a16:creationId xmlns:a16="http://schemas.microsoft.com/office/drawing/2014/main" id="{3C66C806-0BA9-E33A-1C89-258C814E9992}"/>
              </a:ext>
            </a:extLst>
          </p:cNvPr>
          <p:cNvSpPr txBox="1"/>
          <p:nvPr/>
        </p:nvSpPr>
        <p:spPr>
          <a:xfrm>
            <a:off x="158621" y="692883"/>
            <a:ext cx="8439947" cy="5324535"/>
          </a:xfrm>
          <a:prstGeom prst="rect">
            <a:avLst/>
          </a:prstGeom>
          <a:noFill/>
        </p:spPr>
        <p:txBody>
          <a:bodyPr wrap="square">
            <a:spAutoFit/>
          </a:bodyPr>
          <a:lstStyle/>
          <a:p>
            <a:r>
              <a:rPr lang="en-US" sz="1800" dirty="0">
                <a:solidFill>
                  <a:schemeClr val="tx1"/>
                </a:solidFill>
              </a:rPr>
              <a:t>Call activities can be updated more frequently on Cycle Plans using Real Time calculations</a:t>
            </a:r>
          </a:p>
          <a:p>
            <a:r>
              <a:rPr lang="en-US" sz="1800" dirty="0">
                <a:solidFill>
                  <a:schemeClr val="tx1"/>
                </a:solidFill>
              </a:rPr>
              <a:t>This helps user in tracking their goals and achievements (My Calls) immediately and hence enable them to take more immediate action on calls</a:t>
            </a:r>
          </a:p>
          <a:p>
            <a:r>
              <a:rPr lang="en-US" sz="1800" dirty="0">
                <a:solidFill>
                  <a:schemeClr val="tx1"/>
                </a:solidFill>
              </a:rPr>
              <a:t>For this functionality to work, the Cycle Plan must be unlocked</a:t>
            </a:r>
          </a:p>
          <a:p>
            <a:endParaRPr lang="en-US" sz="1800" dirty="0">
              <a:solidFill>
                <a:schemeClr val="tx1"/>
              </a:solidFill>
            </a:endParaRPr>
          </a:p>
          <a:p>
            <a:r>
              <a:rPr lang="en-US" sz="1800" dirty="0">
                <a:solidFill>
                  <a:schemeClr val="tx1"/>
                </a:solidFill>
              </a:rPr>
              <a:t>In order to configure this functionality, the below VEEVA Settings and VEEVA Messages need to be used as follows:</a:t>
            </a:r>
          </a:p>
          <a:p>
            <a:endParaRPr lang="en-US" sz="1800" dirty="0">
              <a:solidFill>
                <a:schemeClr val="tx1"/>
              </a:solidFill>
            </a:endParaRPr>
          </a:p>
          <a:p>
            <a:pPr lvl="1"/>
            <a:r>
              <a:rPr lang="en-US" sz="1800" b="1" dirty="0">
                <a:solidFill>
                  <a:schemeClr val="tx1"/>
                </a:solidFill>
              </a:rPr>
              <a:t>VEEVA Settings</a:t>
            </a:r>
          </a:p>
          <a:p>
            <a:pPr lvl="2"/>
            <a:r>
              <a:rPr lang="en-US" sz="1600" b="1" dirty="0">
                <a:solidFill>
                  <a:schemeClr val="tx1"/>
                </a:solidFill>
              </a:rPr>
              <a:t>CALC_CYCLE_PLANS_REALTIME</a:t>
            </a:r>
            <a:r>
              <a:rPr lang="en-US" sz="1600" dirty="0">
                <a:solidFill>
                  <a:schemeClr val="tx1"/>
                </a:solidFill>
              </a:rPr>
              <a:t>: Mark this as TRUE in order to enable real time Cycle Plan calculation</a:t>
            </a:r>
          </a:p>
          <a:p>
            <a:pPr lvl="2"/>
            <a:endParaRPr lang="en-US" sz="1600" b="1" dirty="0">
              <a:solidFill>
                <a:schemeClr val="tx1"/>
              </a:solidFill>
            </a:endParaRPr>
          </a:p>
          <a:p>
            <a:pPr lvl="2"/>
            <a:r>
              <a:rPr lang="en-US" sz="1600" b="1" dirty="0">
                <a:solidFill>
                  <a:schemeClr val="tx1"/>
                </a:solidFill>
              </a:rPr>
              <a:t>CALC_CYCLE_PLANS_ACTUAL</a:t>
            </a:r>
            <a:r>
              <a:rPr lang="en-US" sz="1600" dirty="0">
                <a:solidFill>
                  <a:schemeClr val="tx1"/>
                </a:solidFill>
              </a:rPr>
              <a:t>: Refers the VEEVA Message to define the query of what calls should be used for real time calculation of Actual counts. </a:t>
            </a:r>
          </a:p>
          <a:p>
            <a:pPr lvl="3"/>
            <a:r>
              <a:rPr lang="en-US" sz="1600" dirty="0">
                <a:solidFill>
                  <a:schemeClr val="tx1"/>
                </a:solidFill>
              </a:rPr>
              <a:t>Default value: </a:t>
            </a:r>
            <a:r>
              <a:rPr lang="en-US" sz="1600" i="1" dirty="0">
                <a:solidFill>
                  <a:schemeClr val="tx1"/>
                </a:solidFill>
              </a:rPr>
              <a:t>CALC_CYCLE_PLANS_ACTUAL;;</a:t>
            </a:r>
            <a:r>
              <a:rPr lang="en-US" sz="1600" i="1" dirty="0" err="1">
                <a:solidFill>
                  <a:schemeClr val="tx1"/>
                </a:solidFill>
              </a:rPr>
              <a:t>CyclePlan</a:t>
            </a:r>
            <a:endParaRPr lang="en-US" sz="1600" i="1" dirty="0">
              <a:solidFill>
                <a:schemeClr val="tx1"/>
              </a:solidFill>
            </a:endParaRPr>
          </a:p>
          <a:p>
            <a:pPr lvl="2"/>
            <a:endParaRPr lang="en-US" sz="1600" b="1" dirty="0">
              <a:solidFill>
                <a:schemeClr val="tx1"/>
              </a:solidFill>
            </a:endParaRPr>
          </a:p>
          <a:p>
            <a:pPr lvl="2"/>
            <a:r>
              <a:rPr lang="en-US" sz="1600" b="1" dirty="0">
                <a:solidFill>
                  <a:schemeClr val="tx1"/>
                </a:solidFill>
              </a:rPr>
              <a:t>CALC_CYCLE_PLANS_SCHEDULED:</a:t>
            </a:r>
            <a:r>
              <a:rPr lang="en-US" sz="1600" dirty="0">
                <a:solidFill>
                  <a:schemeClr val="tx1"/>
                </a:solidFill>
              </a:rPr>
              <a:t> Points to the VEEVA Message to define the query of what calls should be used for calculation of Scheduled counts. </a:t>
            </a:r>
          </a:p>
          <a:p>
            <a:pPr lvl="3"/>
            <a:r>
              <a:rPr lang="en-US" sz="1600" dirty="0">
                <a:solidFill>
                  <a:schemeClr val="tx1"/>
                </a:solidFill>
              </a:rPr>
              <a:t>Default value: </a:t>
            </a:r>
            <a:r>
              <a:rPr lang="en-US" sz="1600" i="1" dirty="0">
                <a:solidFill>
                  <a:schemeClr val="tx1"/>
                </a:solidFill>
              </a:rPr>
              <a:t>CALC_CYCLE_PLANS_SCHEDULED;;</a:t>
            </a:r>
            <a:r>
              <a:rPr lang="en-US" sz="1600" i="1" dirty="0" err="1">
                <a:solidFill>
                  <a:schemeClr val="tx1"/>
                </a:solidFill>
              </a:rPr>
              <a:t>CyclePlan</a:t>
            </a:r>
            <a:endParaRPr lang="en-US" sz="1600" dirty="0">
              <a:solidFill>
                <a:schemeClr val="tx1"/>
              </a:solidFill>
            </a:endParaRPr>
          </a:p>
        </p:txBody>
      </p:sp>
    </p:spTree>
    <p:extLst>
      <p:ext uri="{BB962C8B-B14F-4D97-AF65-F5344CB8AC3E}">
        <p14:creationId xmlns:p14="http://schemas.microsoft.com/office/powerpoint/2010/main" val="3356987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35</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333500"/>
            <a:ext cx="9815804" cy="4191000"/>
          </a:xfrm>
        </p:spPr>
        <p:txBody>
          <a:bodyPr/>
          <a:lstStyle/>
          <a:p>
            <a:pPr>
              <a:buFont typeface="Arial" panose="020B0604020202020204" pitchFamily="34" charset="0"/>
              <a:buChar char="-"/>
            </a:pPr>
            <a:r>
              <a:rPr lang="en-US" sz="2000" b="1" dirty="0">
                <a:solidFill>
                  <a:schemeClr val="tx1"/>
                </a:solidFill>
              </a:rPr>
              <a:t>VEEVA Message</a:t>
            </a:r>
          </a:p>
          <a:p>
            <a:endParaRPr lang="en-US" sz="1600" b="1" dirty="0">
              <a:solidFill>
                <a:schemeClr val="tx1"/>
              </a:solidFill>
            </a:endParaRPr>
          </a:p>
          <a:p>
            <a:pPr lvl="1">
              <a:buFont typeface="Arial" panose="020B0604020202020204" pitchFamily="34" charset="0"/>
              <a:buChar char="•"/>
            </a:pPr>
            <a:r>
              <a:rPr lang="en-US" sz="1800" b="1" dirty="0">
                <a:solidFill>
                  <a:schemeClr val="tx1"/>
                </a:solidFill>
              </a:rPr>
              <a:t>CALC_CYCLE_PLANS_ACTUAL</a:t>
            </a:r>
            <a:r>
              <a:rPr lang="en-US" sz="1800" dirty="0">
                <a:solidFill>
                  <a:schemeClr val="tx1"/>
                </a:solidFill>
              </a:rPr>
              <a:t>: The where clause SOQL definition of the query for which calls are used for real time cycle plans calculation of Actual counts</a:t>
            </a:r>
          </a:p>
          <a:p>
            <a:pPr lvl="1">
              <a:buFont typeface="Arial" panose="020B0604020202020204" pitchFamily="34" charset="0"/>
              <a:buChar char="•"/>
            </a:pPr>
            <a:endParaRPr lang="en-US" sz="1800" dirty="0">
              <a:solidFill>
                <a:schemeClr val="tx1"/>
              </a:solidFill>
            </a:endParaRPr>
          </a:p>
          <a:p>
            <a:pPr lvl="1">
              <a:buFont typeface="Arial" panose="020B0604020202020204" pitchFamily="34" charset="0"/>
              <a:buChar char="•"/>
            </a:pPr>
            <a:r>
              <a:rPr lang="en-US" sz="1800" b="1" dirty="0">
                <a:solidFill>
                  <a:schemeClr val="tx1"/>
                </a:solidFill>
              </a:rPr>
              <a:t>CALC_CYCLE_PLANS_SCHEDULED</a:t>
            </a:r>
            <a:r>
              <a:rPr lang="en-US" sz="1800" dirty="0">
                <a:solidFill>
                  <a:schemeClr val="tx1"/>
                </a:solidFill>
              </a:rPr>
              <a:t>: The where clause SOQL definition of the query for which calls are used for real time cycle plans calculation of Scheduled counts</a:t>
            </a:r>
          </a:p>
          <a:p>
            <a:endParaRPr lang="en-US" sz="2000" dirty="0">
              <a:solidFill>
                <a:schemeClr val="tx1"/>
              </a:solidFill>
            </a:endParaRPr>
          </a:p>
          <a:p>
            <a:r>
              <a:rPr lang="en-US" sz="2000" b="1" dirty="0">
                <a:solidFill>
                  <a:schemeClr val="tx1"/>
                </a:solidFill>
              </a:rPr>
              <a:t>A batch job is still required to run in order to calculate team calls</a:t>
            </a:r>
            <a:endParaRPr lang="en-US" sz="2000" dirty="0">
              <a:solidFill>
                <a:schemeClr val="tx1"/>
              </a:solidFill>
            </a:endParaRPr>
          </a:p>
          <a:p>
            <a:pPr>
              <a:defRPr/>
            </a:pPr>
            <a:endParaRPr lang="en-US" altLang="ja-JP"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69332"/>
          </a:xfrm>
        </p:spPr>
        <p:txBody>
          <a:bodyPr/>
          <a:lstStyle/>
          <a:p>
            <a:r>
              <a:rPr lang="en-US" dirty="0"/>
              <a:t>Real Time Calculation…2</a:t>
            </a:r>
          </a:p>
        </p:txBody>
      </p:sp>
    </p:spTree>
    <p:extLst>
      <p:ext uri="{BB962C8B-B14F-4D97-AF65-F5344CB8AC3E}">
        <p14:creationId xmlns:p14="http://schemas.microsoft.com/office/powerpoint/2010/main" val="4082255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36</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122947"/>
            <a:ext cx="9295745" cy="4401553"/>
          </a:xfrm>
        </p:spPr>
        <p:txBody>
          <a:bodyPr/>
          <a:lstStyle/>
          <a:p>
            <a:r>
              <a:rPr lang="en-US" sz="2000" b="1" dirty="0" err="1">
                <a:solidFill>
                  <a:schemeClr val="tx1"/>
                </a:solidFill>
              </a:rPr>
              <a:t>iRep</a:t>
            </a:r>
            <a:r>
              <a:rPr lang="en-US" sz="2000" b="1" dirty="0">
                <a:solidFill>
                  <a:schemeClr val="tx1"/>
                </a:solidFill>
              </a:rPr>
              <a:t> Home Page</a:t>
            </a:r>
          </a:p>
          <a:p>
            <a:pPr lvl="1"/>
            <a:r>
              <a:rPr lang="en-US" sz="1800" dirty="0">
                <a:solidFill>
                  <a:schemeClr val="tx1"/>
                </a:solidFill>
              </a:rPr>
              <a:t>On </a:t>
            </a:r>
            <a:r>
              <a:rPr lang="en-US" sz="1800" dirty="0" err="1">
                <a:solidFill>
                  <a:schemeClr val="tx1"/>
                </a:solidFill>
              </a:rPr>
              <a:t>iRep</a:t>
            </a:r>
            <a:r>
              <a:rPr lang="en-US" sz="1800" dirty="0">
                <a:solidFill>
                  <a:schemeClr val="tx1"/>
                </a:solidFill>
              </a:rPr>
              <a:t> Home Page the Cycle Plan is displayed as a graphical summarization of the current cycle plan of a user</a:t>
            </a:r>
          </a:p>
          <a:p>
            <a:pPr lvl="1"/>
            <a:r>
              <a:rPr lang="en-US" sz="1800" dirty="0">
                <a:solidFill>
                  <a:schemeClr val="tx1"/>
                </a:solidFill>
              </a:rPr>
              <a:t>It illustrates the user's progress to goal for the entire plan</a:t>
            </a:r>
          </a:p>
          <a:p>
            <a:pPr>
              <a:buFont typeface="Wingdings" panose="05000000000000000000" pitchFamily="2" charset="2"/>
              <a:buChar char="q"/>
            </a:pPr>
            <a:endParaRPr lang="en-US" sz="1800" dirty="0">
              <a:solidFill>
                <a:schemeClr val="tx1"/>
              </a:solidFill>
            </a:endParaRPr>
          </a:p>
          <a:p>
            <a:r>
              <a:rPr lang="en-US" sz="2000" b="1" dirty="0">
                <a:solidFill>
                  <a:schemeClr val="tx1"/>
                </a:solidFill>
              </a:rPr>
              <a:t>My Schedule</a:t>
            </a:r>
          </a:p>
          <a:p>
            <a:pPr lvl="1"/>
            <a:r>
              <a:rPr lang="en-US" sz="1800" dirty="0">
                <a:solidFill>
                  <a:schemeClr val="tx1"/>
                </a:solidFill>
              </a:rPr>
              <a:t>Cycle Plans can be accessed by user from My Schedule in </a:t>
            </a:r>
            <a:r>
              <a:rPr lang="en-US" sz="1800" dirty="0" err="1">
                <a:solidFill>
                  <a:schemeClr val="tx1"/>
                </a:solidFill>
              </a:rPr>
              <a:t>iRep</a:t>
            </a:r>
            <a:r>
              <a:rPr lang="en-US" sz="1800" dirty="0">
                <a:solidFill>
                  <a:schemeClr val="tx1"/>
                </a:solidFill>
              </a:rPr>
              <a:t> application</a:t>
            </a:r>
          </a:p>
          <a:p>
            <a:pPr lvl="1"/>
            <a:r>
              <a:rPr lang="en-US" sz="1800" dirty="0">
                <a:solidFill>
                  <a:schemeClr val="tx1"/>
                </a:solidFill>
              </a:rPr>
              <a:t>Cycle Plan information is available as Read Only in the Weekly scheduler in </a:t>
            </a:r>
            <a:r>
              <a:rPr lang="en-US" sz="1800" dirty="0" err="1">
                <a:solidFill>
                  <a:schemeClr val="tx1"/>
                </a:solidFill>
              </a:rPr>
              <a:t>iRep</a:t>
            </a:r>
            <a:endParaRPr lang="en-US" sz="1800" dirty="0">
              <a:solidFill>
                <a:schemeClr val="tx1"/>
              </a:solidFill>
            </a:endParaRPr>
          </a:p>
          <a:p>
            <a:pPr lvl="1"/>
            <a:r>
              <a:rPr lang="en-US" sz="1800" dirty="0">
                <a:solidFill>
                  <a:schemeClr val="tx1"/>
                </a:solidFill>
              </a:rPr>
              <a:t>Users can tap on an account to view Cycle Plan details for that account</a:t>
            </a:r>
          </a:p>
          <a:p>
            <a:pPr lvl="1"/>
            <a:r>
              <a:rPr lang="en-US" sz="1800" dirty="0">
                <a:solidFill>
                  <a:schemeClr val="tx1"/>
                </a:solidFill>
              </a:rPr>
              <a:t>Users can apply a pre-determined list of Accounts in weekly scheduler to access the Cycle Plan information faster</a:t>
            </a:r>
          </a:p>
          <a:p>
            <a:pPr lvl="1"/>
            <a:r>
              <a:rPr lang="en-US" sz="1800" dirty="0">
                <a:solidFill>
                  <a:schemeClr val="tx1"/>
                </a:solidFill>
              </a:rPr>
              <a:t>Additionally, users can also filter by Cycle Plan</a:t>
            </a:r>
          </a:p>
          <a:p>
            <a:pPr lvl="1"/>
            <a:r>
              <a:rPr lang="en-US" sz="1800" dirty="0">
                <a:solidFill>
                  <a:schemeClr val="tx1"/>
                </a:solidFill>
              </a:rPr>
              <a:t>Cycle Plan information is also available in the Scheduler tab of My Schedule</a:t>
            </a:r>
          </a:p>
          <a:p>
            <a:pPr lvl="1"/>
            <a:r>
              <a:rPr lang="en-US" sz="1800" dirty="0">
                <a:solidFill>
                  <a:schemeClr val="tx1"/>
                </a:solidFill>
              </a:rPr>
              <a:t>User can apply a Cycle Plan filter here too</a:t>
            </a:r>
          </a:p>
          <a:p>
            <a:pPr>
              <a:defRPr/>
            </a:pPr>
            <a:endParaRPr lang="en-US" altLang="ja-JP"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69332"/>
          </a:xfrm>
        </p:spPr>
        <p:txBody>
          <a:bodyPr/>
          <a:lstStyle/>
          <a:p>
            <a:r>
              <a:rPr lang="en-US" dirty="0"/>
              <a:t>Cycle Plan in </a:t>
            </a:r>
            <a:r>
              <a:rPr lang="en-US" dirty="0" err="1"/>
              <a:t>iRep</a:t>
            </a:r>
            <a:endParaRPr lang="en-US" dirty="0"/>
          </a:p>
        </p:txBody>
      </p:sp>
    </p:spTree>
    <p:extLst>
      <p:ext uri="{BB962C8B-B14F-4D97-AF65-F5344CB8AC3E}">
        <p14:creationId xmlns:p14="http://schemas.microsoft.com/office/powerpoint/2010/main" val="3393904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37</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122947"/>
            <a:ext cx="9295745" cy="4401553"/>
          </a:xfrm>
        </p:spPr>
        <p:txBody>
          <a:bodyPr/>
          <a:lstStyle/>
          <a:p>
            <a:pPr algn="just"/>
            <a:r>
              <a:rPr lang="en-US" sz="2000" dirty="0">
                <a:solidFill>
                  <a:schemeClr val="tx1"/>
                </a:solidFill>
              </a:rPr>
              <a:t>Cycle Plans can be accessed from the My Schedule on </a:t>
            </a:r>
            <a:r>
              <a:rPr lang="en-US" sz="2000" dirty="0" err="1">
                <a:solidFill>
                  <a:schemeClr val="tx1"/>
                </a:solidFill>
              </a:rPr>
              <a:t>iRep</a:t>
            </a:r>
            <a:endParaRPr lang="en-US" sz="2000" dirty="0">
              <a:solidFill>
                <a:schemeClr val="tx1"/>
              </a:solidFill>
            </a:endParaRPr>
          </a:p>
          <a:p>
            <a:pPr lvl="1" algn="just"/>
            <a:r>
              <a:rPr lang="en-US" sz="1800" dirty="0">
                <a:solidFill>
                  <a:schemeClr val="tx1"/>
                </a:solidFill>
              </a:rPr>
              <a:t>Users must have an active Cycle Plan for it to display</a:t>
            </a:r>
          </a:p>
          <a:p>
            <a:pPr lvl="1" algn="just"/>
            <a:r>
              <a:rPr lang="en-US" sz="1800" dirty="0">
                <a:solidFill>
                  <a:schemeClr val="tx1"/>
                </a:solidFill>
              </a:rPr>
              <a:t>Filter by Cycle Plan</a:t>
            </a:r>
          </a:p>
          <a:p>
            <a:pPr lvl="1" algn="just"/>
            <a:endParaRPr lang="en-US" sz="1800" dirty="0">
              <a:solidFill>
                <a:schemeClr val="tx1"/>
              </a:solidFill>
            </a:endParaRPr>
          </a:p>
          <a:p>
            <a:pPr>
              <a:defRPr/>
            </a:pPr>
            <a:endParaRPr lang="en-US" altLang="ja-JP"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69332"/>
          </a:xfrm>
        </p:spPr>
        <p:txBody>
          <a:bodyPr/>
          <a:lstStyle/>
          <a:p>
            <a:r>
              <a:rPr lang="en-US" dirty="0"/>
              <a:t>Cycle Plan Info – Week View..1</a:t>
            </a:r>
          </a:p>
        </p:txBody>
      </p:sp>
      <p:pic>
        <p:nvPicPr>
          <p:cNvPr id="4" name="Picture 3">
            <a:extLst>
              <a:ext uri="{FF2B5EF4-FFF2-40B4-BE49-F238E27FC236}">
                <a16:creationId xmlns:a16="http://schemas.microsoft.com/office/drawing/2014/main" id="{DF0FD327-D4B8-8BC7-530C-3C57975ECF00}"/>
              </a:ext>
            </a:extLst>
          </p:cNvPr>
          <p:cNvPicPr>
            <a:picLocks noChangeAspect="1"/>
          </p:cNvPicPr>
          <p:nvPr/>
        </p:nvPicPr>
        <p:blipFill>
          <a:blip r:embed="rId2"/>
          <a:stretch>
            <a:fillRect/>
          </a:stretch>
        </p:blipFill>
        <p:spPr>
          <a:xfrm>
            <a:off x="633247" y="2498473"/>
            <a:ext cx="6732075" cy="3026027"/>
          </a:xfrm>
          <a:prstGeom prst="rect">
            <a:avLst/>
          </a:prstGeom>
        </p:spPr>
      </p:pic>
    </p:spTree>
    <p:extLst>
      <p:ext uri="{BB962C8B-B14F-4D97-AF65-F5344CB8AC3E}">
        <p14:creationId xmlns:p14="http://schemas.microsoft.com/office/powerpoint/2010/main" val="1112008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122947"/>
            <a:ext cx="9295745" cy="4401553"/>
          </a:xfrm>
        </p:spPr>
        <p:txBody>
          <a:bodyPr/>
          <a:lstStyle/>
          <a:p>
            <a:pPr lvl="1" algn="just"/>
            <a:r>
              <a:rPr lang="en-US" sz="1800" dirty="0">
                <a:solidFill>
                  <a:schemeClr val="tx1"/>
                </a:solidFill>
              </a:rPr>
              <a:t>Tap an Account to view additional Cycle Plan information</a:t>
            </a:r>
          </a:p>
          <a:p>
            <a:pPr lvl="1" algn="just"/>
            <a:endParaRPr lang="en-US" sz="1800" dirty="0">
              <a:solidFill>
                <a:schemeClr val="tx1"/>
              </a:solidFill>
            </a:endParaRPr>
          </a:p>
          <a:p>
            <a:pPr>
              <a:defRPr/>
            </a:pPr>
            <a:endParaRPr lang="en-US" altLang="ja-JP"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69332"/>
          </a:xfrm>
        </p:spPr>
        <p:txBody>
          <a:bodyPr/>
          <a:lstStyle/>
          <a:p>
            <a:r>
              <a:rPr lang="en-US" dirty="0"/>
              <a:t>Cycle Plan Info – Week View..2</a:t>
            </a:r>
          </a:p>
        </p:txBody>
      </p:sp>
      <p:pic>
        <p:nvPicPr>
          <p:cNvPr id="7" name="Picture 6">
            <a:extLst>
              <a:ext uri="{FF2B5EF4-FFF2-40B4-BE49-F238E27FC236}">
                <a16:creationId xmlns:a16="http://schemas.microsoft.com/office/drawing/2014/main" id="{7C940322-EECE-07A8-AF33-8C95BC89D479}"/>
              </a:ext>
            </a:extLst>
          </p:cNvPr>
          <p:cNvPicPr>
            <a:picLocks noChangeAspect="1"/>
          </p:cNvPicPr>
          <p:nvPr/>
        </p:nvPicPr>
        <p:blipFill>
          <a:blip r:embed="rId2"/>
          <a:stretch>
            <a:fillRect/>
          </a:stretch>
        </p:blipFill>
        <p:spPr>
          <a:xfrm>
            <a:off x="633247" y="1702831"/>
            <a:ext cx="7417858" cy="3718789"/>
          </a:xfrm>
          <a:prstGeom prst="rect">
            <a:avLst/>
          </a:prstGeom>
        </p:spPr>
      </p:pic>
    </p:spTree>
    <p:extLst>
      <p:ext uri="{BB962C8B-B14F-4D97-AF65-F5344CB8AC3E}">
        <p14:creationId xmlns:p14="http://schemas.microsoft.com/office/powerpoint/2010/main" val="2132361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122947"/>
            <a:ext cx="9295745" cy="4401553"/>
          </a:xfrm>
        </p:spPr>
        <p:txBody>
          <a:bodyPr/>
          <a:lstStyle/>
          <a:p>
            <a:pPr marL="285750" indent="-285750" algn="just">
              <a:buFont typeface="Arial" panose="020B0604020202020204" pitchFamily="34" charset="0"/>
              <a:buChar char="•"/>
            </a:pPr>
            <a:r>
              <a:rPr lang="en-US" sz="1800" dirty="0">
                <a:solidFill>
                  <a:schemeClr val="tx1"/>
                </a:solidFill>
              </a:rPr>
              <a:t>Tap the Scheduler tab and filter by Cycle Plan</a:t>
            </a:r>
          </a:p>
          <a:p>
            <a:pPr algn="just"/>
            <a:endParaRPr lang="en-US" sz="1800" dirty="0">
              <a:solidFill>
                <a:schemeClr val="tx1"/>
              </a:solidFill>
            </a:endParaRPr>
          </a:p>
          <a:p>
            <a:pPr>
              <a:defRPr/>
            </a:pPr>
            <a:endParaRPr lang="en-US" altLang="ja-JP"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69332"/>
          </a:xfrm>
        </p:spPr>
        <p:txBody>
          <a:bodyPr/>
          <a:lstStyle/>
          <a:p>
            <a:r>
              <a:rPr lang="en-US" dirty="0"/>
              <a:t>Cycle Plan Info – One Touch Scheduler</a:t>
            </a:r>
          </a:p>
        </p:txBody>
      </p:sp>
      <p:pic>
        <p:nvPicPr>
          <p:cNvPr id="4" name="Picture 3">
            <a:extLst>
              <a:ext uri="{FF2B5EF4-FFF2-40B4-BE49-F238E27FC236}">
                <a16:creationId xmlns:a16="http://schemas.microsoft.com/office/drawing/2014/main" id="{6CC4C5F4-78F0-51A4-B150-D0332767F29C}"/>
              </a:ext>
            </a:extLst>
          </p:cNvPr>
          <p:cNvPicPr>
            <a:picLocks noChangeAspect="1"/>
          </p:cNvPicPr>
          <p:nvPr/>
        </p:nvPicPr>
        <p:blipFill>
          <a:blip r:embed="rId2"/>
          <a:stretch>
            <a:fillRect/>
          </a:stretch>
        </p:blipFill>
        <p:spPr>
          <a:xfrm>
            <a:off x="457199" y="1873916"/>
            <a:ext cx="7087669" cy="3110168"/>
          </a:xfrm>
          <a:prstGeom prst="rect">
            <a:avLst/>
          </a:prstGeom>
        </p:spPr>
      </p:pic>
    </p:spTree>
    <p:extLst>
      <p:ext uri="{BB962C8B-B14F-4D97-AF65-F5344CB8AC3E}">
        <p14:creationId xmlns:p14="http://schemas.microsoft.com/office/powerpoint/2010/main" val="4057816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40</a:t>
            </a:fld>
            <a:endParaRPr lang="en-US" dirty="0"/>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122947"/>
            <a:ext cx="9295745" cy="4401553"/>
          </a:xfrm>
        </p:spPr>
        <p:txBody>
          <a:bodyPr/>
          <a:lstStyle/>
          <a:p>
            <a:pPr algn="just"/>
            <a:endParaRPr lang="en-US" sz="1800" dirty="0">
              <a:solidFill>
                <a:schemeClr val="tx1"/>
              </a:solidFill>
            </a:endParaRPr>
          </a:p>
          <a:p>
            <a:pPr marL="285750" indent="-285750">
              <a:buFont typeface="Arial" panose="020B0604020202020204" pitchFamily="34" charset="0"/>
              <a:buChar char="•"/>
              <a:defRPr/>
            </a:pPr>
            <a:r>
              <a:rPr lang="en-US" sz="1600" dirty="0">
                <a:solidFill>
                  <a:schemeClr val="tx1"/>
                </a:solidFill>
              </a:rPr>
              <a:t>User can view the cycle plan related detailed information from the account detail page</a:t>
            </a:r>
          </a:p>
          <a:p>
            <a:pPr>
              <a:defRPr/>
            </a:pPr>
            <a:endParaRPr lang="en-US" altLang="ja-JP"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69332"/>
          </a:xfrm>
        </p:spPr>
        <p:txBody>
          <a:bodyPr/>
          <a:lstStyle/>
          <a:p>
            <a:r>
              <a:rPr lang="en-US" dirty="0"/>
              <a:t>Cycle Plan Info – Account Detail Page</a:t>
            </a:r>
          </a:p>
        </p:txBody>
      </p:sp>
      <p:pic>
        <p:nvPicPr>
          <p:cNvPr id="7" name="Picture 6">
            <a:extLst>
              <a:ext uri="{FF2B5EF4-FFF2-40B4-BE49-F238E27FC236}">
                <a16:creationId xmlns:a16="http://schemas.microsoft.com/office/drawing/2014/main" id="{EDB83DBB-EF54-7284-D1E2-C12C906A82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296" y="1844039"/>
            <a:ext cx="5892800" cy="4419600"/>
          </a:xfrm>
          <a:prstGeom prst="rect">
            <a:avLst/>
          </a:prstGeom>
        </p:spPr>
      </p:pic>
    </p:spTree>
    <p:extLst>
      <p:ext uri="{BB962C8B-B14F-4D97-AF65-F5344CB8AC3E}">
        <p14:creationId xmlns:p14="http://schemas.microsoft.com/office/powerpoint/2010/main" val="1539651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41</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2416974186"/>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dirty="0">
                  <a:latin typeface="Arial" panose="020B0604020202020204" pitchFamily="34" charset="0"/>
                  <a:cs typeface="Arial" panose="020B0604020202020204" pitchFamily="34" charset="0"/>
                </a:rPr>
                <a:t>False</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42</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2</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3840859719"/>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3869247741"/>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1200329"/>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bg1"/>
                </a:solidFill>
              </a:rPr>
              <a:t>Cycle_Plan_</a:t>
            </a:r>
            <a:r>
              <a:rPr lang="en-IN" dirty="0" err="1">
                <a:solidFill>
                  <a:schemeClr val="bg1"/>
                </a:solidFill>
              </a:rPr>
              <a:t>vod</a:t>
            </a:r>
            <a:r>
              <a:rPr lang="en-IN" dirty="0">
                <a:solidFill>
                  <a:schemeClr val="bg1"/>
                </a:solidFill>
              </a:rPr>
              <a:t>__c</a:t>
            </a:r>
          </a:p>
          <a:p>
            <a:pPr marL="285750" indent="-285750">
              <a:buFont typeface="Arial" panose="020B0604020202020204" pitchFamily="34" charset="0"/>
              <a:buChar char="•"/>
            </a:pPr>
            <a:r>
              <a:rPr lang="en-IN" dirty="0">
                <a:solidFill>
                  <a:schemeClr val="bg1"/>
                </a:solidFill>
              </a:rPr>
              <a:t>Cycle_Plan_Target_</a:t>
            </a:r>
            <a:r>
              <a:rPr lang="en-IN" dirty="0" err="1">
                <a:solidFill>
                  <a:schemeClr val="bg1"/>
                </a:solidFill>
              </a:rPr>
              <a:t>vod</a:t>
            </a:r>
            <a:r>
              <a:rPr lang="en-IN" dirty="0">
                <a:solidFill>
                  <a:schemeClr val="bg1"/>
                </a:solidFill>
              </a:rPr>
              <a:t>__c</a:t>
            </a:r>
          </a:p>
          <a:p>
            <a:pPr marL="285750" indent="-285750">
              <a:buFont typeface="Arial" panose="020B0604020202020204" pitchFamily="34" charset="0"/>
              <a:buChar char="•"/>
            </a:pPr>
            <a:r>
              <a:rPr lang="en-IN" dirty="0">
                <a:solidFill>
                  <a:schemeClr val="bg1"/>
                </a:solidFill>
              </a:rPr>
              <a:t>Cycle_Plan_Product_</a:t>
            </a:r>
            <a:r>
              <a:rPr lang="en-IN" dirty="0" err="1">
                <a:solidFill>
                  <a:schemeClr val="bg1"/>
                </a:solidFill>
              </a:rPr>
              <a:t>vod</a:t>
            </a:r>
            <a:r>
              <a:rPr lang="en-IN" dirty="0">
                <a:solidFill>
                  <a:schemeClr val="bg1"/>
                </a:solidFill>
              </a:rPr>
              <a:t>__c</a:t>
            </a:r>
          </a:p>
          <a:p>
            <a:pPr marL="285750" indent="-285750">
              <a:buFont typeface="Arial" panose="020B0604020202020204" pitchFamily="34" charset="0"/>
              <a:buChar char="•"/>
            </a:pPr>
            <a:r>
              <a:rPr lang="en-IN" dirty="0">
                <a:solidFill>
                  <a:schemeClr val="bg1"/>
                </a:solidFill>
              </a:rPr>
              <a:t>Cycle_Plan_Detail_</a:t>
            </a:r>
            <a:r>
              <a:rPr lang="en-IN" dirty="0" err="1">
                <a:solidFill>
                  <a:schemeClr val="bg1"/>
                </a:solidFill>
              </a:rPr>
              <a:t>vod</a:t>
            </a:r>
            <a:r>
              <a:rPr lang="en-IN" dirty="0">
                <a:solidFill>
                  <a:schemeClr val="bg1"/>
                </a:solidFill>
              </a:rPr>
              <a:t>__</a:t>
            </a:r>
            <a:r>
              <a:rPr lang="en-IN" dirty="0"/>
              <a:t>c</a:t>
            </a:r>
          </a:p>
        </p:txBody>
      </p:sp>
    </p:spTree>
    <p:extLst>
      <p:ext uri="{BB962C8B-B14F-4D97-AF65-F5344CB8AC3E}">
        <p14:creationId xmlns:p14="http://schemas.microsoft.com/office/powerpoint/2010/main" val="18077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3</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3452902338"/>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913861411"/>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New Target</a:t>
            </a:r>
          </a:p>
          <a:p>
            <a:pPr marL="285750" indent="-285750">
              <a:buFont typeface="Arial" panose="020B0604020202020204" pitchFamily="34" charset="0"/>
              <a:buChar char="•"/>
            </a:pPr>
            <a:r>
              <a:rPr lang="en-US" dirty="0">
                <a:solidFill>
                  <a:schemeClr val="bg1"/>
                </a:solidFill>
              </a:rPr>
              <a:t>Schedule Calls</a:t>
            </a:r>
          </a:p>
          <a:p>
            <a:pPr marL="285750" indent="-285750">
              <a:buFont typeface="Arial" panose="020B0604020202020204" pitchFamily="34" charset="0"/>
              <a:buChar char="•"/>
            </a:pPr>
            <a:r>
              <a:rPr lang="en-US" dirty="0">
                <a:solidFill>
                  <a:schemeClr val="bg1"/>
                </a:solidFill>
              </a:rPr>
              <a:t>Apply List</a:t>
            </a:r>
          </a:p>
          <a:p>
            <a:pPr marL="285750" indent="-285750">
              <a:buFont typeface="Arial" panose="020B0604020202020204" pitchFamily="34" charset="0"/>
              <a:buChar char="•"/>
            </a:pPr>
            <a:r>
              <a:rPr lang="en-US" dirty="0">
                <a:solidFill>
                  <a:schemeClr val="bg1"/>
                </a:solidFill>
              </a:rPr>
              <a:t>Create Bookmark</a:t>
            </a:r>
            <a:endParaRPr lang="en-IN" dirty="0"/>
          </a:p>
        </p:txBody>
      </p:sp>
    </p:spTree>
    <p:extLst>
      <p:ext uri="{BB962C8B-B14F-4D97-AF65-F5344CB8AC3E}">
        <p14:creationId xmlns:p14="http://schemas.microsoft.com/office/powerpoint/2010/main" val="310889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a:t>
            </a:r>
            <a:r>
              <a:rPr lang="en-US" dirty="0"/>
              <a:t>4</a:t>
            </a:r>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3700030971"/>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301022509"/>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err="1">
                <a:solidFill>
                  <a:schemeClr val="bg1"/>
                </a:solidFill>
                <a:latin typeface="Arial" panose="020B0604020202020204" pitchFamily="34" charset="0"/>
                <a:cs typeface="Arial" panose="020B0604020202020204" pitchFamily="34" charset="0"/>
              </a:rPr>
              <a:t>No_Cycle_Plans_vod</a:t>
            </a:r>
            <a:endParaRPr lang="en-US" sz="1800" dirty="0">
              <a:solidFill>
                <a:schemeClr val="bg1"/>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err="1">
                <a:solidFill>
                  <a:schemeClr val="bg1"/>
                </a:solidFill>
                <a:latin typeface="Arial" panose="020B0604020202020204" pitchFamily="34" charset="0"/>
                <a:cs typeface="Arial" panose="020B0604020202020204" pitchFamily="34" charset="0"/>
              </a:rPr>
              <a:t>No_Metrics_vod_c</a:t>
            </a:r>
            <a:endParaRPr lang="en-US" sz="1800" dirty="0">
              <a:solidFill>
                <a:schemeClr val="bg1"/>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err="1">
                <a:solidFill>
                  <a:schemeClr val="bg1"/>
                </a:solidFill>
                <a:latin typeface="Arial" panose="020B0604020202020204" pitchFamily="34" charset="0"/>
                <a:cs typeface="Arial" panose="020B0604020202020204" pitchFamily="34" charset="0"/>
              </a:rPr>
              <a:t>No_Promo_Items_vod_c</a:t>
            </a:r>
            <a:endParaRPr lang="en-US" sz="1800" dirty="0">
              <a:solidFill>
                <a:schemeClr val="bg1"/>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err="1">
                <a:solidFill>
                  <a:schemeClr val="bg1"/>
                </a:solidFill>
                <a:latin typeface="Arial" panose="020B0604020202020204" pitchFamily="34" charset="0"/>
                <a:cs typeface="Arial" panose="020B0604020202020204" pitchFamily="34" charset="0"/>
              </a:rPr>
              <a:t>No_Details_vod_c</a:t>
            </a:r>
            <a:endParaRPr lang="en-US"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703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45</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5</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4149074528"/>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3789025610"/>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VEEVA_BATCH_CYCLE_PLAN_CALC</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VEEVA_CYCLE_PLAN_CALC_CALLS</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VEEVA_CYCLE_PLAN_CALC</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VEEVA_BATCH_CYCLE_PLAN_CALC_CALLS</a:t>
            </a:r>
            <a:endParaRPr lang="en-IN" dirty="0">
              <a:solidFill>
                <a:schemeClr val="bg1"/>
              </a:solidFill>
            </a:endParaRPr>
          </a:p>
        </p:txBody>
      </p:sp>
    </p:spTree>
    <p:extLst>
      <p:ext uri="{BB962C8B-B14F-4D97-AF65-F5344CB8AC3E}">
        <p14:creationId xmlns:p14="http://schemas.microsoft.com/office/powerpoint/2010/main" val="271709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46</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Arial" panose="020B0604020202020204" pitchFamily="34" charset="0"/>
              <a:buChar char="•"/>
            </a:pPr>
            <a:r>
              <a:rPr lang="en-US" altLang="ja-JP" dirty="0">
                <a:solidFill>
                  <a:schemeClr val="tx1"/>
                </a:solidFill>
              </a:rPr>
              <a:t>In this module, you have learnt to:</a:t>
            </a:r>
          </a:p>
          <a:p>
            <a:pPr lvl="1">
              <a:buFont typeface="Arial" panose="020B0604020202020204" pitchFamily="34" charset="0"/>
              <a:buChar char="•"/>
            </a:pPr>
            <a:endParaRPr lang="en-US" altLang="ja-JP" dirty="0">
              <a:solidFill>
                <a:schemeClr val="tx1"/>
              </a:solidFill>
            </a:endParaRPr>
          </a:p>
          <a:p>
            <a:pPr lvl="2">
              <a:buFont typeface="Arial" panose="020B0604020202020204" pitchFamily="34" charset="0"/>
              <a:buChar char="-"/>
            </a:pPr>
            <a:r>
              <a:rPr lang="en-US" dirty="0">
                <a:solidFill>
                  <a:schemeClr val="tx1"/>
                </a:solidFill>
              </a:rPr>
              <a:t>Define VEEVA Cycle Plan</a:t>
            </a:r>
          </a:p>
          <a:p>
            <a:pPr lvl="2">
              <a:buFont typeface="Arial" panose="020B0604020202020204" pitchFamily="34" charset="0"/>
              <a:buChar char="-"/>
            </a:pPr>
            <a:r>
              <a:rPr lang="en-US" dirty="0">
                <a:solidFill>
                  <a:schemeClr val="tx1"/>
                </a:solidFill>
              </a:rPr>
              <a:t>Explain where Cycle Plan is visible in application</a:t>
            </a:r>
          </a:p>
          <a:p>
            <a:pPr lvl="2">
              <a:buFont typeface="Arial" panose="020B0604020202020204" pitchFamily="34" charset="0"/>
              <a:buChar char="-"/>
            </a:pPr>
            <a:r>
              <a:rPr lang="en-US" dirty="0">
                <a:solidFill>
                  <a:schemeClr val="tx1"/>
                </a:solidFill>
              </a:rPr>
              <a:t>Define various Cycle Plan Target Statistics Columns</a:t>
            </a:r>
          </a:p>
          <a:p>
            <a:pPr lvl="2">
              <a:buFont typeface="Arial" panose="020B0604020202020204" pitchFamily="34" charset="0"/>
              <a:buChar char="-"/>
            </a:pPr>
            <a:r>
              <a:rPr lang="en-US" dirty="0">
                <a:solidFill>
                  <a:schemeClr val="tx1"/>
                </a:solidFill>
              </a:rPr>
              <a:t>Describe Cycle Plan data model</a:t>
            </a:r>
          </a:p>
          <a:p>
            <a:pPr lvl="2">
              <a:buFont typeface="Arial" panose="020B0604020202020204" pitchFamily="34" charset="0"/>
              <a:buChar char="-"/>
            </a:pPr>
            <a:r>
              <a:rPr lang="en-US" dirty="0">
                <a:solidFill>
                  <a:schemeClr val="tx1"/>
                </a:solidFill>
              </a:rPr>
              <a:t>Configure Cycle Plan layouts</a:t>
            </a:r>
          </a:p>
          <a:p>
            <a:pPr lvl="2">
              <a:buFont typeface="Arial" panose="020B0604020202020204" pitchFamily="34" charset="0"/>
              <a:buChar char="-"/>
            </a:pPr>
            <a:r>
              <a:rPr lang="en-US" dirty="0">
                <a:solidFill>
                  <a:schemeClr val="tx1"/>
                </a:solidFill>
              </a:rPr>
              <a:t>Configure user profiles for Cycle Plans</a:t>
            </a:r>
          </a:p>
          <a:p>
            <a:pPr lvl="2">
              <a:buFont typeface="Arial" panose="020B0604020202020204" pitchFamily="34" charset="0"/>
              <a:buChar char="-"/>
            </a:pPr>
            <a:r>
              <a:rPr lang="en-US" dirty="0">
                <a:solidFill>
                  <a:schemeClr val="tx1"/>
                </a:solidFill>
              </a:rPr>
              <a:t>Configure Cycle Plans batch and real-time calculation processes</a:t>
            </a: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3721" y="1549060"/>
            <a:ext cx="3023521" cy="201607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47</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000" dirty="0"/>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1"/>
                </a:solidFill>
              </a:rPr>
              <a:t>In the upcoming module - </a:t>
            </a:r>
            <a:r>
              <a:rPr lang="en-US" i="1" dirty="0">
                <a:solidFill>
                  <a:schemeClr val="tx1"/>
                </a:solidFill>
              </a:rPr>
              <a:t>Sample Management, </a:t>
            </a:r>
            <a:r>
              <a:rPr lang="en-US" dirty="0">
                <a:solidFill>
                  <a:schemeClr val="tx1"/>
                </a:solidFill>
              </a:rPr>
              <a:t>you will learn about:</a:t>
            </a:r>
          </a:p>
          <a:p>
            <a:pPr marL="0" indent="0">
              <a:buNone/>
            </a:pPr>
            <a:endParaRPr lang="en-US" dirty="0">
              <a:solidFill>
                <a:schemeClr val="tx1"/>
              </a:solidFill>
            </a:endParaRPr>
          </a:p>
          <a:p>
            <a:pPr lvl="1">
              <a:buClrTx/>
              <a:buFont typeface="Arial" panose="020B0604020202020204" pitchFamily="34" charset="0"/>
              <a:buChar char="-"/>
            </a:pPr>
            <a:r>
              <a:rPr lang="en-US" dirty="0">
                <a:solidFill>
                  <a:schemeClr val="tx1"/>
                </a:solidFill>
              </a:rPr>
              <a:t>VEEVA Sample Management Data Model</a:t>
            </a:r>
          </a:p>
          <a:p>
            <a:pPr lvl="1">
              <a:buClrTx/>
              <a:buFont typeface="Arial" panose="020B0604020202020204" pitchFamily="34" charset="0"/>
              <a:buChar char="-"/>
            </a:pPr>
            <a:r>
              <a:rPr lang="en-US" dirty="0">
                <a:solidFill>
                  <a:schemeClr val="tx1"/>
                </a:solidFill>
              </a:rPr>
              <a:t>Sample Lot and Lot Catalog</a:t>
            </a:r>
          </a:p>
          <a:p>
            <a:pPr lvl="1">
              <a:buClrTx/>
              <a:buFont typeface="Arial" panose="020B0604020202020204" pitchFamily="34" charset="0"/>
              <a:buChar char="-"/>
            </a:pPr>
            <a:r>
              <a:rPr lang="en-US" dirty="0">
                <a:solidFill>
                  <a:schemeClr val="tx1"/>
                </a:solidFill>
              </a:rPr>
              <a:t>Sample Transactions</a:t>
            </a:r>
          </a:p>
          <a:p>
            <a:pPr lvl="1">
              <a:buClrTx/>
              <a:buFont typeface="Arial" panose="020B0604020202020204" pitchFamily="34" charset="0"/>
              <a:buChar char="-"/>
            </a:pPr>
            <a:r>
              <a:rPr lang="en-US" dirty="0">
                <a:solidFill>
                  <a:schemeClr val="tx1"/>
                </a:solidFill>
              </a:rPr>
              <a:t>My Samples Tab</a:t>
            </a:r>
          </a:p>
          <a:p>
            <a:pPr lvl="1">
              <a:buClrTx/>
              <a:buFont typeface="Arial" panose="020B0604020202020204" pitchFamily="34" charset="0"/>
              <a:buChar char="-"/>
            </a:pPr>
            <a:r>
              <a:rPr lang="en-US" dirty="0">
                <a:solidFill>
                  <a:schemeClr val="tx1"/>
                </a:solidFill>
              </a:rPr>
              <a:t>Sample Limit</a:t>
            </a:r>
          </a:p>
          <a:p>
            <a:endParaRPr lang="en-US" dirty="0"/>
          </a:p>
        </p:txBody>
      </p:sp>
    </p:spTree>
    <p:extLst>
      <p:ext uri="{BB962C8B-B14F-4D97-AF65-F5344CB8AC3E}">
        <p14:creationId xmlns:p14="http://schemas.microsoft.com/office/powerpoint/2010/main" val="3511727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48</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800" dirty="0"/>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defRPr/>
            </a:pPr>
            <a:r>
              <a:rPr lang="en-US" sz="18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https://crmhelp.VEEVA.com/doc</a:t>
            </a:r>
            <a:endParaRPr lang="en-US" sz="1800" dirty="0">
              <a:solidFill>
                <a:schemeClr val="tx1">
                  <a:lumMod val="50000"/>
                  <a:lumOff val="50000"/>
                </a:schemeClr>
              </a:solidFill>
            </a:endParaRPr>
          </a:p>
          <a:p>
            <a:pPr marL="285750" indent="-285750">
              <a:buFont typeface="Arial" panose="020B0604020202020204" pitchFamily="34" charset="0"/>
              <a:buChar char="•"/>
              <a:defRPr/>
            </a:pPr>
            <a:endParaRPr lang="en-US" sz="1800" dirty="0"/>
          </a:p>
          <a:p>
            <a:endParaRPr lang="en-US" dirty="0"/>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633247" y="385230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a:t>
            </a:r>
            <a:r>
              <a:rPr lang="en-US" b="0" i="1" dirty="0"/>
              <a:t>this course is based </a:t>
            </a:r>
            <a:r>
              <a:rPr lang="en-US" b="0" dirty="0"/>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fld id="{C53E075B-3175-45CF-B3C7-FEDF3F5961E3}" type="slidenum">
              <a:rPr lang="en-US" smtClean="0"/>
              <a:pPr/>
              <a:t>49</a:t>
            </a:fld>
            <a:endParaRPr lang="en-US" dirty="0"/>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0" lvl="1" indent="0">
              <a:buNone/>
            </a:pPr>
            <a:r>
              <a:rPr lang="en-US" sz="2800" b="1" dirty="0">
                <a:solidFill>
                  <a:srgbClr val="00718F"/>
                </a:solidFill>
                <a:latin typeface="Arial" panose="020B0604020202020204" pitchFamily="34" charset="0"/>
                <a:cs typeface="Arial" panose="020B0604020202020204" pitchFamily="34" charset="0"/>
              </a:rPr>
              <a:t> VEEVA Cycle Plan</a:t>
            </a: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6" ma:contentTypeDescription="Create a new document." ma:contentTypeScope="" ma:versionID="7b464aa6ddfb3948d0b6ebd52d50a260">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1fa1b37-97c2-4738-b9c9-f06e40c084a6" xsi:nil="true"/>
    <lcf76f155ced4ddcb4097134ff3c332f xmlns="a36ce515-a707-4959-aaa2-b339df12b9a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02FC1C3-A390-4797-BBE9-4BE28658C839}"/>
</file>

<file path=customXml/itemProps2.xml><?xml version="1.0" encoding="utf-8"?>
<ds:datastoreItem xmlns:ds="http://schemas.openxmlformats.org/officeDocument/2006/customXml" ds:itemID="{3FE26B16-591B-4D19-9A28-79D857DAB385}">
  <ds:schemaRefs>
    <ds:schemaRef ds:uri="http://schemas.microsoft.com/sharepoint/v3/contenttype/forms"/>
  </ds:schemaRefs>
</ds:datastoreItem>
</file>

<file path=customXml/itemProps3.xml><?xml version="1.0" encoding="utf-8"?>
<ds:datastoreItem xmlns:ds="http://schemas.openxmlformats.org/officeDocument/2006/customXml" ds:itemID="{F916E250-D33D-40D1-970C-79E7C523FAA6}">
  <ds:schemaRefs>
    <ds:schemaRef ds:uri="http://schemas.microsoft.com/office/2006/metadata/properties"/>
    <ds:schemaRef ds:uri="http://schemas.microsoft.com/office/infopath/2007/PartnerControls"/>
    <ds:schemaRef ds:uri="9bf2d67a-4843-4f77-8dec-dc49e79de6e2"/>
    <ds:schemaRef ds:uri="ced96c98-7ffa-4594-9ee3-7376ab79bd9a"/>
  </ds:schemaRefs>
</ds:datastoreItem>
</file>

<file path=docProps/app.xml><?xml version="1.0" encoding="utf-8"?>
<Properties xmlns="http://schemas.openxmlformats.org/officeDocument/2006/extended-properties" xmlns:vt="http://schemas.openxmlformats.org/officeDocument/2006/docPropsVTypes">
  <Template>cognizant_ppt_template_11mar2022 (1)</Template>
  <TotalTime>1971</TotalTime>
  <Words>3301</Words>
  <Application>Microsoft Office PowerPoint</Application>
  <PresentationFormat>Widescreen</PresentationFormat>
  <Paragraphs>495</Paragraphs>
  <Slides>49</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49</vt:i4>
      </vt:variant>
    </vt:vector>
  </HeadingPairs>
  <TitlesOfParts>
    <vt:vector size="57" baseType="lpstr">
      <vt:lpstr>Arial</vt:lpstr>
      <vt:lpstr>Arial Rounded MT Bold</vt:lpstr>
      <vt:lpstr>Arial Unicode MS</vt:lpstr>
      <vt:lpstr>Calibri</vt:lpstr>
      <vt:lpstr>Cambria</vt:lpstr>
      <vt:lpstr>Wingdings</vt:lpstr>
      <vt:lpstr>Office Theme</vt:lpstr>
      <vt:lpstr>Theme2</vt:lpstr>
      <vt:lpstr>  VEEVA Cycle Plan  </vt:lpstr>
      <vt:lpstr>About the Author</vt:lpstr>
      <vt:lpstr>Recap…</vt:lpstr>
      <vt:lpstr>Objectives</vt:lpstr>
      <vt:lpstr>Overview</vt:lpstr>
      <vt:lpstr>Do You Know</vt:lpstr>
      <vt:lpstr>PowerPoint Presentation</vt:lpstr>
      <vt:lpstr>Introduction…1</vt:lpstr>
      <vt:lpstr>Introduction…2</vt:lpstr>
      <vt:lpstr>VEEVA Cycle Plan </vt:lpstr>
      <vt:lpstr>Cycle Plan Target Statistics Columns</vt:lpstr>
      <vt:lpstr>VEEVA Cycle Plan </vt:lpstr>
      <vt:lpstr>Cycle Plan Data Model</vt:lpstr>
      <vt:lpstr>VEEVA Cycle Plan </vt:lpstr>
      <vt:lpstr>Configuring Cycle Plan Page Layout</vt:lpstr>
      <vt:lpstr>Configuring Cycle Plan Targets Section…1</vt:lpstr>
      <vt:lpstr>Configuring Cycle Plan Targets Section…2</vt:lpstr>
      <vt:lpstr>Configuring Cycle Plan Targets Section…3</vt:lpstr>
      <vt:lpstr>Configuring Cycle Plan Page Layout</vt:lpstr>
      <vt:lpstr>Configuring Cycle Plan Page Layout...1</vt:lpstr>
      <vt:lpstr>Configuring Cycle Plan Page Layout...2</vt:lpstr>
      <vt:lpstr>Configuring Cycle Plan Page Layout...3</vt:lpstr>
      <vt:lpstr>Remaining Call Count</vt:lpstr>
      <vt:lpstr>Product Metrics in Cycle Plan…1</vt:lpstr>
      <vt:lpstr>Product Metrics in Cycle Plan…2</vt:lpstr>
      <vt:lpstr>Cycle Plan on Account Page</vt:lpstr>
      <vt:lpstr>Exclude Products from Cycle Plan</vt:lpstr>
      <vt:lpstr>VEEVA Cycle Plan </vt:lpstr>
      <vt:lpstr>Configuring User Profiles</vt:lpstr>
      <vt:lpstr>VEEVA Cycle Plan </vt:lpstr>
      <vt:lpstr>Cycle Plan Batch Process…1</vt:lpstr>
      <vt:lpstr>Cycle Plan Batch Process…2</vt:lpstr>
      <vt:lpstr>VEEVA Cycle Plan </vt:lpstr>
      <vt:lpstr>Real Time Calculations…1</vt:lpstr>
      <vt:lpstr>Real Time Calculation…2</vt:lpstr>
      <vt:lpstr>Cycle Plan in iRep</vt:lpstr>
      <vt:lpstr>Cycle Plan Info – Week View..1</vt:lpstr>
      <vt:lpstr>Cycle Plan Info – Week View..2</vt:lpstr>
      <vt:lpstr>Cycle Plan Info – One Touch Scheduler</vt:lpstr>
      <vt:lpstr>Cycle Plan Info – Account Detail Page</vt:lpstr>
      <vt:lpstr>Check Your Understanding ... 1</vt:lpstr>
      <vt:lpstr>Check Your Understanding ... 2</vt:lpstr>
      <vt:lpstr>Check Your Understanding ... 3</vt:lpstr>
      <vt:lpstr>Check Your Understanding ... 4</vt:lpstr>
      <vt:lpstr>Check Your Understanding ... 5</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Nandi, Tuhin (Cognizant)</dc:creator>
  <cp:keywords/>
  <dc:description/>
  <cp:lastModifiedBy>Kate, Sneha (Cognizant)</cp:lastModifiedBy>
  <cp:revision>7</cp:revision>
  <dcterms:created xsi:type="dcterms:W3CDTF">2023-02-10T06:22:06Z</dcterms:created>
  <dcterms:modified xsi:type="dcterms:W3CDTF">2023-07-21T06:40:21Z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Order">
    <vt:r8>411200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