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  <p:sldMasterId id="2147483694" r:id="rId5"/>
  </p:sldMasterIdLst>
  <p:notesMasterIdLst>
    <p:notesMasterId r:id="rId41"/>
  </p:notesMasterIdLst>
  <p:sldIdLst>
    <p:sldId id="257" r:id="rId6"/>
    <p:sldId id="723" r:id="rId7"/>
    <p:sldId id="263" r:id="rId8"/>
    <p:sldId id="311" r:id="rId9"/>
    <p:sldId id="264" r:id="rId10"/>
    <p:sldId id="304" r:id="rId11"/>
    <p:sldId id="265" r:id="rId12"/>
    <p:sldId id="306" r:id="rId13"/>
    <p:sldId id="283" r:id="rId14"/>
    <p:sldId id="288" r:id="rId15"/>
    <p:sldId id="285" r:id="rId16"/>
    <p:sldId id="305" r:id="rId17"/>
    <p:sldId id="286" r:id="rId18"/>
    <p:sldId id="287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13" r:id="rId33"/>
    <p:sldId id="314" r:id="rId34"/>
    <p:sldId id="315" r:id="rId35"/>
    <p:sldId id="316" r:id="rId36"/>
    <p:sldId id="317" r:id="rId37"/>
    <p:sldId id="277" r:id="rId38"/>
    <p:sldId id="312" r:id="rId39"/>
    <p:sldId id="27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F030"/>
    <a:srgbClr val="A8EE9C"/>
    <a:srgbClr val="276C1E"/>
    <a:srgbClr val="692D56"/>
    <a:srgbClr val="A44687"/>
    <a:srgbClr val="682252"/>
    <a:srgbClr val="933F79"/>
    <a:srgbClr val="008080"/>
    <a:srgbClr val="5E2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7E7479-AEC5-4758-B1DD-02D61EDB40DF}" v="1" dt="2023-08-14T07:38:36.888"/>
    <p1510:client id="{A46001BF-462C-474E-AB95-F2BA7094C3B7}" v="10" dt="2023-08-14T07:06:17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491" autoAdjust="0"/>
  </p:normalViewPr>
  <p:slideViewPr>
    <p:cSldViewPr>
      <p:cViewPr varScale="1">
        <p:scale>
          <a:sx n="59" d="100"/>
          <a:sy n="59" d="100"/>
        </p:scale>
        <p:origin x="756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herjee, Chuyachandan (Cognizant)" userId="944d2069-1912-4e40-a89b-00bc2ffaed4f" providerId="ADAL" clId="{987E7479-AEC5-4758-B1DD-02D61EDB40DF}"/>
    <pc:docChg chg="modSld">
      <pc:chgData name="Mukherjee, Chuyachandan (Cognizant)" userId="944d2069-1912-4e40-a89b-00bc2ffaed4f" providerId="ADAL" clId="{987E7479-AEC5-4758-B1DD-02D61EDB40DF}" dt="2023-08-14T07:38:39.897" v="2" actId="20577"/>
      <pc:docMkLst>
        <pc:docMk/>
      </pc:docMkLst>
      <pc:sldChg chg="modSp mod">
        <pc:chgData name="Mukherjee, Chuyachandan (Cognizant)" userId="944d2069-1912-4e40-a89b-00bc2ffaed4f" providerId="ADAL" clId="{987E7479-AEC5-4758-B1DD-02D61EDB40DF}" dt="2023-08-14T07:38:39.897" v="2" actId="20577"/>
        <pc:sldMkLst>
          <pc:docMk/>
          <pc:sldMk cId="20639001" sldId="723"/>
        </pc:sldMkLst>
        <pc:graphicFrameChg chg="mod modGraphic">
          <ac:chgData name="Mukherjee, Chuyachandan (Cognizant)" userId="944d2069-1912-4e40-a89b-00bc2ffaed4f" providerId="ADAL" clId="{987E7479-AEC5-4758-B1DD-02D61EDB40DF}" dt="2023-08-14T07:38:39.897" v="2" actId="20577"/>
          <ac:graphicFrameMkLst>
            <pc:docMk/>
            <pc:sldMk cId="20639001" sldId="723"/>
            <ac:graphicFrameMk id="7" creationId="{8BB9C977-D092-225C-1B5D-24298FA3D4CF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1. How to change the label of out-of-the-box record types for account object?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D073AE1F-622F-41F3-83F6-04C7A451C39E}">
      <dgm:prSet phldrT="[Text]"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Change the label from setup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7B74E0-6CC8-4E12-943C-8D699B7CEE93}" type="parTrans" cxnId="{30E816B2-03CA-497E-B4B6-B7CDF7FB1F79}">
      <dgm:prSet/>
      <dgm:spPr/>
      <dgm:t>
        <a:bodyPr/>
        <a:lstStyle/>
        <a:p>
          <a:endParaRPr lang="en-US"/>
        </a:p>
      </dgm:t>
    </dgm:pt>
    <dgm:pt modelId="{2575A064-0E92-424D-B276-19510188817A}" type="sibTrans" cxnId="{30E816B2-03CA-497E-B4B6-B7CDF7FB1F79}">
      <dgm:prSet/>
      <dgm:spPr/>
      <dgm:t>
        <a:bodyPr/>
        <a:lstStyle/>
        <a:p>
          <a:endParaRPr lang="en-US"/>
        </a:p>
      </dgm:t>
    </dgm:pt>
    <dgm:pt modelId="{6FEBE237-F5F0-4061-A61D-8A73D0748BA1}">
      <dgm:prSet custT="1"/>
      <dgm:spPr/>
      <dgm:t>
        <a:bodyPr/>
        <a:lstStyle/>
        <a:p>
          <a:r>
            <a: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Use the Translation Workbench to provide custom values for Account record types lab</a:t>
          </a:r>
        </a:p>
      </dgm:t>
    </dgm:pt>
    <dgm:pt modelId="{208E0B52-5BF6-4736-95F3-1E274167CC94}" type="parTrans" cxnId="{B09BD7A8-2CEA-4CE1-8E3A-40B8CE5EF39C}">
      <dgm:prSet/>
      <dgm:spPr/>
      <dgm:t>
        <a:bodyPr/>
        <a:lstStyle/>
        <a:p>
          <a:endParaRPr lang="en-US"/>
        </a:p>
      </dgm:t>
    </dgm:pt>
    <dgm:pt modelId="{48AC0093-623D-47A2-A54B-1D74326F1192}" type="sibTrans" cxnId="{B09BD7A8-2CEA-4CE1-8E3A-40B8CE5EF39C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ScaleY="76014" custLinFactNeighborX="-5559" custLinFactNeighborY="-12373">
        <dgm:presLayoutVars>
          <dgm:chMax val="0"/>
          <dgm:bulletEnabled val="1"/>
        </dgm:presLayoutVars>
      </dgm:prSet>
      <dgm:spPr/>
    </dgm:pt>
    <dgm:pt modelId="{0EBE7C70-51AD-4402-A9D8-36889ADBC56A}" type="pres">
      <dgm:prSet presAssocID="{2C8EA471-3542-4573-A8BF-295862507B6E}" presName="childText" presStyleLbl="revTx" presStyleIdx="0" presStyleCnt="1" custLinFactNeighborY="10893">
        <dgm:presLayoutVars>
          <dgm:bulletEnabled val="1"/>
        </dgm:presLayoutVars>
      </dgm:prSet>
      <dgm:spPr/>
    </dgm:pt>
  </dgm:ptLst>
  <dgm:cxnLst>
    <dgm:cxn modelId="{DE3AFA8C-E977-4439-9C3E-EC6676820CFD}" type="presOf" srcId="{6FEBE237-F5F0-4061-A61D-8A73D0748BA1}" destId="{0EBE7C70-51AD-4402-A9D8-36889ADBC56A}" srcOrd="0" destOrd="1" presId="urn:microsoft.com/office/officeart/2005/8/layout/vList2"/>
    <dgm:cxn modelId="{1524638D-6358-4EBC-99B6-14796BAFA37A}" type="presOf" srcId="{2C8EA471-3542-4573-A8BF-295862507B6E}" destId="{B6F44C7D-37FA-4A88-A65B-56F3574B16C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B09BD7A8-2CEA-4CE1-8E3A-40B8CE5EF39C}" srcId="{2C8EA471-3542-4573-A8BF-295862507B6E}" destId="{6FEBE237-F5F0-4061-A61D-8A73D0748BA1}" srcOrd="1" destOrd="0" parTransId="{208E0B52-5BF6-4736-95F3-1E274167CC94}" sibTransId="{48AC0093-623D-47A2-A54B-1D74326F1192}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30E816B2-03CA-497E-B4B6-B7CDF7FB1F79}" srcId="{2C8EA471-3542-4573-A8BF-295862507B6E}" destId="{D073AE1F-622F-41F3-83F6-04C7A451C39E}" srcOrd="0" destOrd="0" parTransId="{307B74E0-6CC8-4E12-943C-8D699B7CEE93}" sibTransId="{2575A064-0E92-424D-B276-19510188817A}"/>
    <dgm:cxn modelId="{42C701BD-9304-43B0-BEE0-4718A400C443}" type="presOf" srcId="{D073AE1F-622F-41F3-83F6-04C7A451C39E}" destId="{0EBE7C70-51AD-4402-A9D8-36889ADBC56A}" srcOrd="0" destOrd="0" presId="urn:microsoft.com/office/officeart/2005/8/layout/vList2"/>
    <dgm:cxn modelId="{BCF3BC2F-52F2-4DAD-B403-957E3A8689C8}" type="presParOf" srcId="{C8FDD220-37AD-4C55-AA28-BC4D9DE2EF3E}" destId="{B6F44C7D-37FA-4A88-A65B-56F3574B16C2}" srcOrd="0" destOrd="0" presId="urn:microsoft.com/office/officeart/2005/8/layout/vList2"/>
    <dgm:cxn modelId="{3DA24520-0B60-4E6D-B8AA-D599BD999E11}" type="presParOf" srcId="{C8FDD220-37AD-4C55-AA28-BC4D9DE2EF3E}" destId="{0EBE7C70-51AD-4402-A9D8-36889ADBC5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5BDAB5A-7A6C-4B36-8402-059C7375B2B7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Answer: Use the Translation Workbench to provide custom values for Account record types lab</a:t>
          </a:r>
          <a:endParaRPr lang="en-US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D6FA71-9A29-42E8-A157-BD328AE69490}" type="parTrans" cxnId="{6A694AE2-82BF-44D2-8A04-19C6980E4DCC}">
      <dgm:prSet/>
      <dgm:spPr/>
      <dgm:t>
        <a:bodyPr/>
        <a:lstStyle/>
        <a:p>
          <a:endParaRPr lang="en-US"/>
        </a:p>
      </dgm:t>
    </dgm:pt>
    <dgm:pt modelId="{DC967284-3FCC-4458-980C-DAD748995322}" type="sibTrans" cxnId="{6A694AE2-82BF-44D2-8A04-19C6980E4DCC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ECFE2E18-2A2C-47CF-9012-1B73D49004F2}" type="pres">
      <dgm:prSet presAssocID="{15BDAB5A-7A6C-4B36-8402-059C7375B2B7}" presName="parentText" presStyleLbl="node1" presStyleIdx="0" presStyleCnt="1" custScaleY="61360" custLinFactNeighborX="-13672" custLinFactNeighborY="2500">
        <dgm:presLayoutVars>
          <dgm:chMax val="0"/>
          <dgm:bulletEnabled val="1"/>
        </dgm:presLayoutVars>
      </dgm:prSet>
      <dgm:spPr/>
    </dgm:pt>
  </dgm:ptLst>
  <dgm:cxnLst>
    <dgm:cxn modelId="{8F70983E-6BB0-4242-A3A9-F587D35DBD3F}" type="presOf" srcId="{15BDAB5A-7A6C-4B36-8402-059C7375B2B7}" destId="{ECFE2E18-2A2C-47CF-9012-1B73D49004F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6A694AE2-82BF-44D2-8A04-19C6980E4DCC}" srcId="{38FFED07-2629-46AB-A563-EAC94C2A86A4}" destId="{15BDAB5A-7A6C-4B36-8402-059C7375B2B7}" srcOrd="0" destOrd="0" parTransId="{FAD6FA71-9A29-42E8-A157-BD328AE69490}" sibTransId="{DC967284-3FCC-4458-980C-DAD748995322}"/>
    <dgm:cxn modelId="{A207B2DE-D32F-463D-A7C7-B63C64DC9236}" type="presParOf" srcId="{C8FDD220-37AD-4C55-AA28-BC4D9DE2EF3E}" destId="{ECFE2E18-2A2C-47CF-9012-1B73D49004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2. The View User Territory custom link only works online.</a:t>
          </a:r>
        </a:p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State True or False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D073AE1F-622F-41F3-83F6-04C7A451C39E}">
      <dgm:prSet phldrT="[Text]" custT="1"/>
      <dgm:spPr/>
      <dgm:t>
        <a:bodyPr/>
        <a:lstStyle/>
        <a:p>
          <a:r>
            <a: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True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7B74E0-6CC8-4E12-943C-8D699B7CEE93}" type="parTrans" cxnId="{30E816B2-03CA-497E-B4B6-B7CDF7FB1F79}">
      <dgm:prSet/>
      <dgm:spPr/>
      <dgm:t>
        <a:bodyPr/>
        <a:lstStyle/>
        <a:p>
          <a:endParaRPr lang="en-US"/>
        </a:p>
      </dgm:t>
    </dgm:pt>
    <dgm:pt modelId="{2575A064-0E92-424D-B276-19510188817A}" type="sibTrans" cxnId="{30E816B2-03CA-497E-B4B6-B7CDF7FB1F79}">
      <dgm:prSet/>
      <dgm:spPr/>
      <dgm:t>
        <a:bodyPr/>
        <a:lstStyle/>
        <a:p>
          <a:endParaRPr lang="en-US"/>
        </a:p>
      </dgm:t>
    </dgm:pt>
    <dgm:pt modelId="{E428641A-513A-4159-A0AB-1021840BD84D}">
      <dgm:prSet custT="1"/>
      <dgm:spPr/>
      <dgm:t>
        <a:bodyPr/>
        <a:lstStyle/>
        <a:p>
          <a:r>
            <a: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False</a:t>
          </a:r>
        </a:p>
      </dgm:t>
    </dgm:pt>
    <dgm:pt modelId="{F0BA03F7-97DE-471F-9A14-18FF976DD430}" type="parTrans" cxnId="{DB5B983F-67AC-4E69-B05C-873B2726AF98}">
      <dgm:prSet/>
      <dgm:spPr/>
      <dgm:t>
        <a:bodyPr/>
        <a:lstStyle/>
        <a:p>
          <a:endParaRPr lang="en-US"/>
        </a:p>
      </dgm:t>
    </dgm:pt>
    <dgm:pt modelId="{31E1CF59-43C7-4A08-B07E-FCA92772F9D2}" type="sibTrans" cxnId="{DB5B983F-67AC-4E69-B05C-873B2726AF98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ScaleY="88539" custLinFactNeighborY="-13352">
        <dgm:presLayoutVars>
          <dgm:chMax val="0"/>
          <dgm:bulletEnabled val="1"/>
        </dgm:presLayoutVars>
      </dgm:prSet>
      <dgm:spPr/>
    </dgm:pt>
    <dgm:pt modelId="{0EBE7C70-51AD-4402-A9D8-36889ADBC56A}" type="pres">
      <dgm:prSet presAssocID="{2C8EA471-3542-4573-A8BF-295862507B6E}" presName="childText" presStyleLbl="revTx" presStyleIdx="0" presStyleCnt="1" custLinFactNeighborY="10893">
        <dgm:presLayoutVars>
          <dgm:bulletEnabled val="1"/>
        </dgm:presLayoutVars>
      </dgm:prSet>
      <dgm:spPr/>
    </dgm:pt>
  </dgm:ptLst>
  <dgm:cxnLst>
    <dgm:cxn modelId="{DB5B983F-67AC-4E69-B05C-873B2726AF98}" srcId="{2C8EA471-3542-4573-A8BF-295862507B6E}" destId="{E428641A-513A-4159-A0AB-1021840BD84D}" srcOrd="1" destOrd="0" parTransId="{F0BA03F7-97DE-471F-9A14-18FF976DD430}" sibTransId="{31E1CF59-43C7-4A08-B07E-FCA92772F9D2}"/>
    <dgm:cxn modelId="{1524638D-6358-4EBC-99B6-14796BAFA37A}" type="presOf" srcId="{2C8EA471-3542-4573-A8BF-295862507B6E}" destId="{B6F44C7D-37FA-4A88-A65B-56F3574B16C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6C8AE6A4-4E44-4DF5-9693-FDE888B8E2FF}" type="presOf" srcId="{E428641A-513A-4159-A0AB-1021840BD84D}" destId="{0EBE7C70-51AD-4402-A9D8-36889ADBC56A}" srcOrd="0" destOrd="1" presId="urn:microsoft.com/office/officeart/2005/8/layout/vList2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30E816B2-03CA-497E-B4B6-B7CDF7FB1F79}" srcId="{2C8EA471-3542-4573-A8BF-295862507B6E}" destId="{D073AE1F-622F-41F3-83F6-04C7A451C39E}" srcOrd="0" destOrd="0" parTransId="{307B74E0-6CC8-4E12-943C-8D699B7CEE93}" sibTransId="{2575A064-0E92-424D-B276-19510188817A}"/>
    <dgm:cxn modelId="{42C701BD-9304-43B0-BEE0-4718A400C443}" type="presOf" srcId="{D073AE1F-622F-41F3-83F6-04C7A451C39E}" destId="{0EBE7C70-51AD-4402-A9D8-36889ADBC56A}" srcOrd="0" destOrd="0" presId="urn:microsoft.com/office/officeart/2005/8/layout/vList2"/>
    <dgm:cxn modelId="{BCF3BC2F-52F2-4DAD-B403-957E3A8689C8}" type="presParOf" srcId="{C8FDD220-37AD-4C55-AA28-BC4D9DE2EF3E}" destId="{B6F44C7D-37FA-4A88-A65B-56F3574B16C2}" srcOrd="0" destOrd="0" presId="urn:microsoft.com/office/officeart/2005/8/layout/vList2"/>
    <dgm:cxn modelId="{3DA24520-0B60-4E6D-B8AA-D599BD999E11}" type="presParOf" srcId="{C8FDD220-37AD-4C55-AA28-BC4D9DE2EF3E}" destId="{0EBE7C70-51AD-4402-A9D8-36889ADBC5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5BDAB5A-7A6C-4B36-8402-059C7375B2B7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Answer: True</a:t>
          </a:r>
          <a:endParaRPr lang="en-US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D6FA71-9A29-42E8-A157-BD328AE69490}" type="parTrans" cxnId="{6A694AE2-82BF-44D2-8A04-19C6980E4DCC}">
      <dgm:prSet/>
      <dgm:spPr/>
      <dgm:t>
        <a:bodyPr/>
        <a:lstStyle/>
        <a:p>
          <a:endParaRPr lang="en-US"/>
        </a:p>
      </dgm:t>
    </dgm:pt>
    <dgm:pt modelId="{DC967284-3FCC-4458-980C-DAD748995322}" type="sibTrans" cxnId="{6A694AE2-82BF-44D2-8A04-19C6980E4DCC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ECFE2E18-2A2C-47CF-9012-1B73D49004F2}" type="pres">
      <dgm:prSet presAssocID="{15BDAB5A-7A6C-4B36-8402-059C7375B2B7}" presName="parentText" presStyleLbl="node1" presStyleIdx="0" presStyleCnt="1" custScaleY="61360" custLinFactY="-7774" custLinFactNeighborX="-141" custLinFactNeighborY="-100000">
        <dgm:presLayoutVars>
          <dgm:chMax val="0"/>
          <dgm:bulletEnabled val="1"/>
        </dgm:presLayoutVars>
      </dgm:prSet>
      <dgm:spPr/>
    </dgm:pt>
  </dgm:ptLst>
  <dgm:cxnLst>
    <dgm:cxn modelId="{8F70983E-6BB0-4242-A3A9-F587D35DBD3F}" type="presOf" srcId="{15BDAB5A-7A6C-4B36-8402-059C7375B2B7}" destId="{ECFE2E18-2A2C-47CF-9012-1B73D49004F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6A694AE2-82BF-44D2-8A04-19C6980E4DCC}" srcId="{38FFED07-2629-46AB-A563-EAC94C2A86A4}" destId="{15BDAB5A-7A6C-4B36-8402-059C7375B2B7}" srcOrd="0" destOrd="0" parTransId="{FAD6FA71-9A29-42E8-A157-BD328AE69490}" sibTransId="{DC967284-3FCC-4458-980C-DAD748995322}"/>
    <dgm:cxn modelId="{A207B2DE-D32F-463D-A7C7-B63C64DC9236}" type="presParOf" srcId="{C8FDD220-37AD-4C55-AA28-BC4D9DE2EF3E}" destId="{ECFE2E18-2A2C-47CF-9012-1B73D49004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3. VEEVA CRM uses Contacts, but not Person Account</a:t>
          </a:r>
          <a:r>
            <a:rPr lang="en-US" sz="1800" b="1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State True or False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D073AE1F-622F-41F3-83F6-04C7A451C39E}">
      <dgm:prSet phldrT="[Text]" custT="1"/>
      <dgm:spPr/>
      <dgm:t>
        <a:bodyPr/>
        <a:lstStyle/>
        <a:p>
          <a:r>
            <a: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True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7B74E0-6CC8-4E12-943C-8D699B7CEE93}" type="parTrans" cxnId="{30E816B2-03CA-497E-B4B6-B7CDF7FB1F79}">
      <dgm:prSet/>
      <dgm:spPr/>
      <dgm:t>
        <a:bodyPr/>
        <a:lstStyle/>
        <a:p>
          <a:endParaRPr lang="en-US"/>
        </a:p>
      </dgm:t>
    </dgm:pt>
    <dgm:pt modelId="{2575A064-0E92-424D-B276-19510188817A}" type="sibTrans" cxnId="{30E816B2-03CA-497E-B4B6-B7CDF7FB1F79}">
      <dgm:prSet/>
      <dgm:spPr/>
      <dgm:t>
        <a:bodyPr/>
        <a:lstStyle/>
        <a:p>
          <a:endParaRPr lang="en-US"/>
        </a:p>
      </dgm:t>
    </dgm:pt>
    <dgm:pt modelId="{E428641A-513A-4159-A0AB-1021840BD84D}">
      <dgm:prSet custT="1"/>
      <dgm:spPr/>
      <dgm:t>
        <a:bodyPr/>
        <a:lstStyle/>
        <a:p>
          <a:r>
            <a: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False</a:t>
          </a:r>
        </a:p>
      </dgm:t>
    </dgm:pt>
    <dgm:pt modelId="{F0BA03F7-97DE-471F-9A14-18FF976DD430}" type="parTrans" cxnId="{DB5B983F-67AC-4E69-B05C-873B2726AF98}">
      <dgm:prSet/>
      <dgm:spPr/>
      <dgm:t>
        <a:bodyPr/>
        <a:lstStyle/>
        <a:p>
          <a:endParaRPr lang="en-US"/>
        </a:p>
      </dgm:t>
    </dgm:pt>
    <dgm:pt modelId="{31E1CF59-43C7-4A08-B07E-FCA92772F9D2}" type="sibTrans" cxnId="{DB5B983F-67AC-4E69-B05C-873B2726AF98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ScaleY="88539" custLinFactNeighborY="-13352">
        <dgm:presLayoutVars>
          <dgm:chMax val="0"/>
          <dgm:bulletEnabled val="1"/>
        </dgm:presLayoutVars>
      </dgm:prSet>
      <dgm:spPr/>
    </dgm:pt>
    <dgm:pt modelId="{0EBE7C70-51AD-4402-A9D8-36889ADBC56A}" type="pres">
      <dgm:prSet presAssocID="{2C8EA471-3542-4573-A8BF-295862507B6E}" presName="childText" presStyleLbl="revTx" presStyleIdx="0" presStyleCnt="1" custLinFactNeighborY="10893">
        <dgm:presLayoutVars>
          <dgm:bulletEnabled val="1"/>
        </dgm:presLayoutVars>
      </dgm:prSet>
      <dgm:spPr/>
    </dgm:pt>
  </dgm:ptLst>
  <dgm:cxnLst>
    <dgm:cxn modelId="{DB5B983F-67AC-4E69-B05C-873B2726AF98}" srcId="{2C8EA471-3542-4573-A8BF-295862507B6E}" destId="{E428641A-513A-4159-A0AB-1021840BD84D}" srcOrd="1" destOrd="0" parTransId="{F0BA03F7-97DE-471F-9A14-18FF976DD430}" sibTransId="{31E1CF59-43C7-4A08-B07E-FCA92772F9D2}"/>
    <dgm:cxn modelId="{1524638D-6358-4EBC-99B6-14796BAFA37A}" type="presOf" srcId="{2C8EA471-3542-4573-A8BF-295862507B6E}" destId="{B6F44C7D-37FA-4A88-A65B-56F3574B16C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6C8AE6A4-4E44-4DF5-9693-FDE888B8E2FF}" type="presOf" srcId="{E428641A-513A-4159-A0AB-1021840BD84D}" destId="{0EBE7C70-51AD-4402-A9D8-36889ADBC56A}" srcOrd="0" destOrd="1" presId="urn:microsoft.com/office/officeart/2005/8/layout/vList2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30E816B2-03CA-497E-B4B6-B7CDF7FB1F79}" srcId="{2C8EA471-3542-4573-A8BF-295862507B6E}" destId="{D073AE1F-622F-41F3-83F6-04C7A451C39E}" srcOrd="0" destOrd="0" parTransId="{307B74E0-6CC8-4E12-943C-8D699B7CEE93}" sibTransId="{2575A064-0E92-424D-B276-19510188817A}"/>
    <dgm:cxn modelId="{42C701BD-9304-43B0-BEE0-4718A400C443}" type="presOf" srcId="{D073AE1F-622F-41F3-83F6-04C7A451C39E}" destId="{0EBE7C70-51AD-4402-A9D8-36889ADBC56A}" srcOrd="0" destOrd="0" presId="urn:microsoft.com/office/officeart/2005/8/layout/vList2"/>
    <dgm:cxn modelId="{BCF3BC2F-52F2-4DAD-B403-957E3A8689C8}" type="presParOf" srcId="{C8FDD220-37AD-4C55-AA28-BC4D9DE2EF3E}" destId="{B6F44C7D-37FA-4A88-A65B-56F3574B16C2}" srcOrd="0" destOrd="0" presId="urn:microsoft.com/office/officeart/2005/8/layout/vList2"/>
    <dgm:cxn modelId="{3DA24520-0B60-4E6D-B8AA-D599BD999E11}" type="presParOf" srcId="{C8FDD220-37AD-4C55-AA28-BC4D9DE2EF3E}" destId="{0EBE7C70-51AD-4402-A9D8-36889ADBC5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5BDAB5A-7A6C-4B36-8402-059C7375B2B7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Answer: False</a:t>
          </a:r>
          <a:endParaRPr lang="en-US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D6FA71-9A29-42E8-A157-BD328AE69490}" type="parTrans" cxnId="{6A694AE2-82BF-44D2-8A04-19C6980E4DCC}">
      <dgm:prSet/>
      <dgm:spPr/>
      <dgm:t>
        <a:bodyPr/>
        <a:lstStyle/>
        <a:p>
          <a:endParaRPr lang="en-US"/>
        </a:p>
      </dgm:t>
    </dgm:pt>
    <dgm:pt modelId="{DC967284-3FCC-4458-980C-DAD748995322}" type="sibTrans" cxnId="{6A694AE2-82BF-44D2-8A04-19C6980E4DCC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ECFE2E18-2A2C-47CF-9012-1B73D49004F2}" type="pres">
      <dgm:prSet presAssocID="{15BDAB5A-7A6C-4B36-8402-059C7375B2B7}" presName="parentText" presStyleLbl="node1" presStyleIdx="0" presStyleCnt="1" custScaleY="61360" custLinFactNeighborX="-73" custLinFactNeighborY="-3763">
        <dgm:presLayoutVars>
          <dgm:chMax val="0"/>
          <dgm:bulletEnabled val="1"/>
        </dgm:presLayoutVars>
      </dgm:prSet>
      <dgm:spPr/>
    </dgm:pt>
  </dgm:ptLst>
  <dgm:cxnLst>
    <dgm:cxn modelId="{8F70983E-6BB0-4242-A3A9-F587D35DBD3F}" type="presOf" srcId="{15BDAB5A-7A6C-4B36-8402-059C7375B2B7}" destId="{ECFE2E18-2A2C-47CF-9012-1B73D49004F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6A694AE2-82BF-44D2-8A04-19C6980E4DCC}" srcId="{38FFED07-2629-46AB-A563-EAC94C2A86A4}" destId="{15BDAB5A-7A6C-4B36-8402-059C7375B2B7}" srcOrd="0" destOrd="0" parTransId="{FAD6FA71-9A29-42E8-A157-BD328AE69490}" sibTransId="{DC967284-3FCC-4458-980C-DAD748995322}"/>
    <dgm:cxn modelId="{A207B2DE-D32F-463D-A7C7-B63C64DC9236}" type="presParOf" srcId="{C8FDD220-37AD-4C55-AA28-BC4D9DE2EF3E}" destId="{ECFE2E18-2A2C-47CF-9012-1B73D49004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4. Custom Query to remove the license # section from the wizard is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D073AE1F-622F-41F3-83F6-04C7A451C39E}">
      <dgm:prSet phldrT="[Text]" custT="1"/>
      <dgm:spPr/>
      <dgm:t>
        <a:bodyPr/>
        <a:lstStyle/>
        <a:p>
          <a:r>
            <a:rPr lang="en-US" sz="1800" b="0">
              <a:latin typeface="Arial" panose="020B0604020202020204" pitchFamily="34" charset="0"/>
              <a:cs typeface="Arial" panose="020B0604020202020204" pitchFamily="34" charset="0"/>
            </a:rPr>
            <a:t>NEW_ACCOUNT_TYPES_DISABLE_LICENSE_INFO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7B74E0-6CC8-4E12-943C-8D699B7CEE93}" type="parTrans" cxnId="{30E816B2-03CA-497E-B4B6-B7CDF7FB1F79}">
      <dgm:prSet/>
      <dgm:spPr/>
      <dgm:t>
        <a:bodyPr/>
        <a:lstStyle/>
        <a:p>
          <a:endParaRPr lang="en-US"/>
        </a:p>
      </dgm:t>
    </dgm:pt>
    <dgm:pt modelId="{2575A064-0E92-424D-B276-19510188817A}" type="sibTrans" cxnId="{30E816B2-03CA-497E-B4B6-B7CDF7FB1F79}">
      <dgm:prSet/>
      <dgm:spPr/>
      <dgm:t>
        <a:bodyPr/>
        <a:lstStyle/>
        <a:p>
          <a:endParaRPr lang="en-US"/>
        </a:p>
      </dgm:t>
    </dgm:pt>
    <dgm:pt modelId="{96B0C9A3-A69F-48EB-A061-BBA8E21F3945}">
      <dgm:prSet custT="1"/>
      <dgm:spPr/>
      <dgm:t>
        <a:bodyPr/>
        <a:lstStyle/>
        <a:p>
          <a:r>
            <a:rPr lang="en-US" sz="1800" b="0">
              <a:latin typeface="Arial" panose="020B0604020202020204" pitchFamily="34" charset="0"/>
              <a:cs typeface="Arial" panose="020B0604020202020204" pitchFamily="34" charset="0"/>
            </a:rPr>
            <a:t>NEW_ACCOUNT_TYPES_DISABLE_LICENSE_RECORD</a:t>
          </a:r>
          <a:endParaRPr lang="en-US" sz="18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F0B76E-56D6-4137-A639-2E7AEE3C4B69}" type="parTrans" cxnId="{1FEE7198-AB8D-4CD2-9BAE-ED5F1C80A203}">
      <dgm:prSet/>
      <dgm:spPr/>
      <dgm:t>
        <a:bodyPr/>
        <a:lstStyle/>
        <a:p>
          <a:endParaRPr lang="en-US"/>
        </a:p>
      </dgm:t>
    </dgm:pt>
    <dgm:pt modelId="{B3B7E689-DB2F-4596-8E84-999CA4BAE6E5}" type="sibTrans" cxnId="{1FEE7198-AB8D-4CD2-9BAE-ED5F1C80A203}">
      <dgm:prSet/>
      <dgm:spPr/>
      <dgm:t>
        <a:bodyPr/>
        <a:lstStyle/>
        <a:p>
          <a:endParaRPr lang="en-US"/>
        </a:p>
      </dgm:t>
    </dgm:pt>
    <dgm:pt modelId="{047393F5-5740-4C5D-ACFE-659B8A08C871}">
      <dgm:prSet custT="1"/>
      <dgm:spPr/>
      <dgm:t>
        <a:bodyPr/>
        <a:lstStyle/>
        <a:p>
          <a:r>
            <a:rPr lang="en-US" sz="1800" b="0">
              <a:latin typeface="Arial" panose="020B0604020202020204" pitchFamily="34" charset="0"/>
              <a:cs typeface="Arial" panose="020B0604020202020204" pitchFamily="34" charset="0"/>
            </a:rPr>
            <a:t>NEW_ACCOUNT_TYPES_DISABLE_LICENSE</a:t>
          </a:r>
          <a:endParaRPr lang="en-US" sz="18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B501A8-87B6-416E-8B5D-0B3ED85330FC}" type="parTrans" cxnId="{E7062BDF-4C77-457B-B744-21ABBBFCE930}">
      <dgm:prSet/>
      <dgm:spPr/>
      <dgm:t>
        <a:bodyPr/>
        <a:lstStyle/>
        <a:p>
          <a:endParaRPr lang="en-US"/>
        </a:p>
      </dgm:t>
    </dgm:pt>
    <dgm:pt modelId="{FC8A16A7-2675-4844-B784-E6A09EF63EDA}" type="sibTrans" cxnId="{E7062BDF-4C77-457B-B744-21ABBBFCE930}">
      <dgm:prSet/>
      <dgm:spPr/>
      <dgm:t>
        <a:bodyPr/>
        <a:lstStyle/>
        <a:p>
          <a:endParaRPr lang="en-US"/>
        </a:p>
      </dgm:t>
    </dgm:pt>
    <dgm:pt modelId="{3561D93A-6900-4E3D-8816-FF26F7F4BA15}">
      <dgm:prSet custT="1"/>
      <dgm:spPr/>
      <dgm:t>
        <a:bodyPr/>
        <a:lstStyle/>
        <a:p>
          <a:r>
            <a:rPr lang="en-US" sz="1800" b="0" dirty="0">
              <a:latin typeface="Arial" panose="020B0604020202020204" pitchFamily="34" charset="0"/>
              <a:cs typeface="Arial" panose="020B0604020202020204" pitchFamily="34" charset="0"/>
            </a:rPr>
            <a:t>NEW_ACCOUNT_TYPES_LICENSE_DISABLE</a:t>
          </a:r>
          <a:endParaRPr lang="en-US" sz="18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184105-E366-4989-B165-45DE5DE45082}" type="parTrans" cxnId="{0C2B8266-5226-4414-979E-62E17777B5DF}">
      <dgm:prSet/>
      <dgm:spPr/>
      <dgm:t>
        <a:bodyPr/>
        <a:lstStyle/>
        <a:p>
          <a:endParaRPr lang="en-US"/>
        </a:p>
      </dgm:t>
    </dgm:pt>
    <dgm:pt modelId="{4C1B15F9-A7F8-4FD3-9119-66E9567B4879}" type="sibTrans" cxnId="{0C2B8266-5226-4414-979E-62E17777B5DF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ScaleY="76014" custLinFactNeighborY="-13352">
        <dgm:presLayoutVars>
          <dgm:chMax val="0"/>
          <dgm:bulletEnabled val="1"/>
        </dgm:presLayoutVars>
      </dgm:prSet>
      <dgm:spPr/>
    </dgm:pt>
    <dgm:pt modelId="{0EBE7C70-51AD-4402-A9D8-36889ADBC56A}" type="pres">
      <dgm:prSet presAssocID="{2C8EA471-3542-4573-A8BF-295862507B6E}" presName="childText" presStyleLbl="revTx" presStyleIdx="0" presStyleCnt="1" custLinFactNeighborY="10893">
        <dgm:presLayoutVars>
          <dgm:bulletEnabled val="1"/>
        </dgm:presLayoutVars>
      </dgm:prSet>
      <dgm:spPr/>
    </dgm:pt>
  </dgm:ptLst>
  <dgm:cxnLst>
    <dgm:cxn modelId="{0C2B8266-5226-4414-979E-62E17777B5DF}" srcId="{2C8EA471-3542-4573-A8BF-295862507B6E}" destId="{3561D93A-6900-4E3D-8816-FF26F7F4BA15}" srcOrd="3" destOrd="0" parTransId="{2E184105-E366-4989-B165-45DE5DE45082}" sibTransId="{4C1B15F9-A7F8-4FD3-9119-66E9567B4879}"/>
    <dgm:cxn modelId="{F72DB74C-9F54-461C-A256-75F3632A1C1B}" type="presOf" srcId="{3561D93A-6900-4E3D-8816-FF26F7F4BA15}" destId="{0EBE7C70-51AD-4402-A9D8-36889ADBC56A}" srcOrd="0" destOrd="3" presId="urn:microsoft.com/office/officeart/2005/8/layout/vList2"/>
    <dgm:cxn modelId="{1524638D-6358-4EBC-99B6-14796BAFA37A}" type="presOf" srcId="{2C8EA471-3542-4573-A8BF-295862507B6E}" destId="{B6F44C7D-37FA-4A88-A65B-56F3574B16C2}" srcOrd="0" destOrd="0" presId="urn:microsoft.com/office/officeart/2005/8/layout/vList2"/>
    <dgm:cxn modelId="{1FEE7198-AB8D-4CD2-9BAE-ED5F1C80A203}" srcId="{2C8EA471-3542-4573-A8BF-295862507B6E}" destId="{96B0C9A3-A69F-48EB-A061-BBA8E21F3945}" srcOrd="1" destOrd="0" parTransId="{BCF0B76E-56D6-4137-A639-2E7AEE3C4B69}" sibTransId="{B3B7E689-DB2F-4596-8E84-999CA4BAE6E5}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F9B8CCA9-ED08-4E64-B674-44C049DE9313}" type="presOf" srcId="{96B0C9A3-A69F-48EB-A061-BBA8E21F3945}" destId="{0EBE7C70-51AD-4402-A9D8-36889ADBC56A}" srcOrd="0" destOrd="1" presId="urn:microsoft.com/office/officeart/2005/8/layout/vList2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30E816B2-03CA-497E-B4B6-B7CDF7FB1F79}" srcId="{2C8EA471-3542-4573-A8BF-295862507B6E}" destId="{D073AE1F-622F-41F3-83F6-04C7A451C39E}" srcOrd="0" destOrd="0" parTransId="{307B74E0-6CC8-4E12-943C-8D699B7CEE93}" sibTransId="{2575A064-0E92-424D-B276-19510188817A}"/>
    <dgm:cxn modelId="{42C701BD-9304-43B0-BEE0-4718A400C443}" type="presOf" srcId="{D073AE1F-622F-41F3-83F6-04C7A451C39E}" destId="{0EBE7C70-51AD-4402-A9D8-36889ADBC56A}" srcOrd="0" destOrd="0" presId="urn:microsoft.com/office/officeart/2005/8/layout/vList2"/>
    <dgm:cxn modelId="{E7062BDF-4C77-457B-B744-21ABBBFCE930}" srcId="{2C8EA471-3542-4573-A8BF-295862507B6E}" destId="{047393F5-5740-4C5D-ACFE-659B8A08C871}" srcOrd="2" destOrd="0" parTransId="{14B501A8-87B6-416E-8B5D-0B3ED85330FC}" sibTransId="{FC8A16A7-2675-4844-B784-E6A09EF63EDA}"/>
    <dgm:cxn modelId="{5A80D7FB-34B0-4627-9640-CC7B22EA689E}" type="presOf" srcId="{047393F5-5740-4C5D-ACFE-659B8A08C871}" destId="{0EBE7C70-51AD-4402-A9D8-36889ADBC56A}" srcOrd="0" destOrd="2" presId="urn:microsoft.com/office/officeart/2005/8/layout/vList2"/>
    <dgm:cxn modelId="{BCF3BC2F-52F2-4DAD-B403-957E3A8689C8}" type="presParOf" srcId="{C8FDD220-37AD-4C55-AA28-BC4D9DE2EF3E}" destId="{B6F44C7D-37FA-4A88-A65B-56F3574B16C2}" srcOrd="0" destOrd="0" presId="urn:microsoft.com/office/officeart/2005/8/layout/vList2"/>
    <dgm:cxn modelId="{3DA24520-0B60-4E6D-B8AA-D599BD999E11}" type="presParOf" srcId="{C8FDD220-37AD-4C55-AA28-BC4D9DE2EF3E}" destId="{0EBE7C70-51AD-4402-A9D8-36889ADBC5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5BDAB5A-7A6C-4B36-8402-059C7375B2B7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Answer: </a:t>
          </a:r>
          <a:r>
            <a:rPr lang="en-US" sz="1800" b="0" dirty="0">
              <a:latin typeface="Arial" panose="020B0604020202020204" pitchFamily="34" charset="0"/>
              <a:cs typeface="Arial" panose="020B0604020202020204" pitchFamily="34" charset="0"/>
            </a:rPr>
            <a:t>NEW_ACCOUNT_TYPES_DISABLE_LICENSE_INFO</a:t>
          </a:r>
          <a:endParaRPr lang="en-US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D6FA71-9A29-42E8-A157-BD328AE69490}" type="parTrans" cxnId="{6A694AE2-82BF-44D2-8A04-19C6980E4DCC}">
      <dgm:prSet/>
      <dgm:spPr/>
      <dgm:t>
        <a:bodyPr/>
        <a:lstStyle/>
        <a:p>
          <a:endParaRPr lang="en-US"/>
        </a:p>
      </dgm:t>
    </dgm:pt>
    <dgm:pt modelId="{DC967284-3FCC-4458-980C-DAD748995322}" type="sibTrans" cxnId="{6A694AE2-82BF-44D2-8A04-19C6980E4DCC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ECFE2E18-2A2C-47CF-9012-1B73D49004F2}" type="pres">
      <dgm:prSet presAssocID="{15BDAB5A-7A6C-4B36-8402-059C7375B2B7}" presName="parentText" presStyleLbl="node1" presStyleIdx="0" presStyleCnt="1" custScaleY="61360" custLinFactY="-7774" custLinFactNeighborX="-141" custLinFactNeighborY="-100000">
        <dgm:presLayoutVars>
          <dgm:chMax val="0"/>
          <dgm:bulletEnabled val="1"/>
        </dgm:presLayoutVars>
      </dgm:prSet>
      <dgm:spPr/>
    </dgm:pt>
  </dgm:ptLst>
  <dgm:cxnLst>
    <dgm:cxn modelId="{8F70983E-6BB0-4242-A3A9-F587D35DBD3F}" type="presOf" srcId="{15BDAB5A-7A6C-4B36-8402-059C7375B2B7}" destId="{ECFE2E18-2A2C-47CF-9012-1B73D49004F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6A694AE2-82BF-44D2-8A04-19C6980E4DCC}" srcId="{38FFED07-2629-46AB-A563-EAC94C2A86A4}" destId="{15BDAB5A-7A6C-4B36-8402-059C7375B2B7}" srcOrd="0" destOrd="0" parTransId="{FAD6FA71-9A29-42E8-A157-BD328AE69490}" sibTransId="{DC967284-3FCC-4458-980C-DAD748995322}"/>
    <dgm:cxn modelId="{A207B2DE-D32F-463D-A7C7-B63C64DC9236}" type="presParOf" srcId="{C8FDD220-37AD-4C55-AA28-BC4D9DE2EF3E}" destId="{ECFE2E18-2A2C-47CF-9012-1B73D49004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/>
      <dgm:t>
        <a:bodyPr/>
        <a:lstStyle/>
        <a:p>
          <a:r>
            <a:rPr lang="en-US" sz="1800" b="0" i="0" dirty="0">
              <a:latin typeface="Arial" panose="020B0604020202020204" pitchFamily="34" charset="0"/>
              <a:cs typeface="Arial" panose="020B0604020202020204" pitchFamily="34" charset="0"/>
            </a:rPr>
            <a:t>5. When creating a view, the user must input query criteria. The values for this criteria are case sensitive. </a:t>
          </a:r>
        </a:p>
        <a:p>
          <a:r>
            <a:rPr lang="en-US" sz="1800" b="0" i="0" dirty="0">
              <a:latin typeface="Arial" panose="020B0604020202020204" pitchFamily="34" charset="0"/>
              <a:cs typeface="Arial" panose="020B0604020202020204" pitchFamily="34" charset="0"/>
            </a:rPr>
            <a:t>State True or False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D073AE1F-622F-41F3-83F6-04C7A451C39E}">
      <dgm:prSet phldrT="[Text]" custT="1"/>
      <dgm:spPr/>
      <dgm:t>
        <a:bodyPr/>
        <a:lstStyle/>
        <a:p>
          <a:r>
            <a: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True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7B74E0-6CC8-4E12-943C-8D699B7CEE93}" type="parTrans" cxnId="{30E816B2-03CA-497E-B4B6-B7CDF7FB1F79}">
      <dgm:prSet/>
      <dgm:spPr/>
      <dgm:t>
        <a:bodyPr/>
        <a:lstStyle/>
        <a:p>
          <a:endParaRPr lang="en-US"/>
        </a:p>
      </dgm:t>
    </dgm:pt>
    <dgm:pt modelId="{2575A064-0E92-424D-B276-19510188817A}" type="sibTrans" cxnId="{30E816B2-03CA-497E-B4B6-B7CDF7FB1F79}">
      <dgm:prSet/>
      <dgm:spPr/>
      <dgm:t>
        <a:bodyPr/>
        <a:lstStyle/>
        <a:p>
          <a:endParaRPr lang="en-US"/>
        </a:p>
      </dgm:t>
    </dgm:pt>
    <dgm:pt modelId="{E428641A-513A-4159-A0AB-1021840BD84D}">
      <dgm:prSet custT="1"/>
      <dgm:spPr/>
      <dgm:t>
        <a:bodyPr/>
        <a:lstStyle/>
        <a:p>
          <a:r>
            <a: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False</a:t>
          </a:r>
        </a:p>
      </dgm:t>
    </dgm:pt>
    <dgm:pt modelId="{F0BA03F7-97DE-471F-9A14-18FF976DD430}" type="parTrans" cxnId="{DB5B983F-67AC-4E69-B05C-873B2726AF98}">
      <dgm:prSet/>
      <dgm:spPr/>
      <dgm:t>
        <a:bodyPr/>
        <a:lstStyle/>
        <a:p>
          <a:endParaRPr lang="en-US"/>
        </a:p>
      </dgm:t>
    </dgm:pt>
    <dgm:pt modelId="{31E1CF59-43C7-4A08-B07E-FCA92772F9D2}" type="sibTrans" cxnId="{DB5B983F-67AC-4E69-B05C-873B2726AF98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ScaleY="88539" custLinFactNeighborX="-8302" custLinFactNeighborY="-47719">
        <dgm:presLayoutVars>
          <dgm:chMax val="0"/>
          <dgm:bulletEnabled val="1"/>
        </dgm:presLayoutVars>
      </dgm:prSet>
      <dgm:spPr/>
    </dgm:pt>
    <dgm:pt modelId="{0EBE7C70-51AD-4402-A9D8-36889ADBC56A}" type="pres">
      <dgm:prSet presAssocID="{2C8EA471-3542-4573-A8BF-295862507B6E}" presName="childText" presStyleLbl="revTx" presStyleIdx="0" presStyleCnt="1" custLinFactNeighborY="10893">
        <dgm:presLayoutVars>
          <dgm:bulletEnabled val="1"/>
        </dgm:presLayoutVars>
      </dgm:prSet>
      <dgm:spPr/>
    </dgm:pt>
  </dgm:ptLst>
  <dgm:cxnLst>
    <dgm:cxn modelId="{DB5B983F-67AC-4E69-B05C-873B2726AF98}" srcId="{2C8EA471-3542-4573-A8BF-295862507B6E}" destId="{E428641A-513A-4159-A0AB-1021840BD84D}" srcOrd="1" destOrd="0" parTransId="{F0BA03F7-97DE-471F-9A14-18FF976DD430}" sibTransId="{31E1CF59-43C7-4A08-B07E-FCA92772F9D2}"/>
    <dgm:cxn modelId="{1524638D-6358-4EBC-99B6-14796BAFA37A}" type="presOf" srcId="{2C8EA471-3542-4573-A8BF-295862507B6E}" destId="{B6F44C7D-37FA-4A88-A65B-56F3574B16C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6C8AE6A4-4E44-4DF5-9693-FDE888B8E2FF}" type="presOf" srcId="{E428641A-513A-4159-A0AB-1021840BD84D}" destId="{0EBE7C70-51AD-4402-A9D8-36889ADBC56A}" srcOrd="0" destOrd="1" presId="urn:microsoft.com/office/officeart/2005/8/layout/vList2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30E816B2-03CA-497E-B4B6-B7CDF7FB1F79}" srcId="{2C8EA471-3542-4573-A8BF-295862507B6E}" destId="{D073AE1F-622F-41F3-83F6-04C7A451C39E}" srcOrd="0" destOrd="0" parTransId="{307B74E0-6CC8-4E12-943C-8D699B7CEE93}" sibTransId="{2575A064-0E92-424D-B276-19510188817A}"/>
    <dgm:cxn modelId="{42C701BD-9304-43B0-BEE0-4718A400C443}" type="presOf" srcId="{D073AE1F-622F-41F3-83F6-04C7A451C39E}" destId="{0EBE7C70-51AD-4402-A9D8-36889ADBC56A}" srcOrd="0" destOrd="0" presId="urn:microsoft.com/office/officeart/2005/8/layout/vList2"/>
    <dgm:cxn modelId="{BCF3BC2F-52F2-4DAD-B403-957E3A8689C8}" type="presParOf" srcId="{C8FDD220-37AD-4C55-AA28-BC4D9DE2EF3E}" destId="{B6F44C7D-37FA-4A88-A65B-56F3574B16C2}" srcOrd="0" destOrd="0" presId="urn:microsoft.com/office/officeart/2005/8/layout/vList2"/>
    <dgm:cxn modelId="{3DA24520-0B60-4E6D-B8AA-D599BD999E11}" type="presParOf" srcId="{C8FDD220-37AD-4C55-AA28-BC4D9DE2EF3E}" destId="{0EBE7C70-51AD-4402-A9D8-36889ADBC5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5BDAB5A-7A6C-4B36-8402-059C7375B2B7}">
      <dgm:prSet phldrT="[Text]"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Answer: True</a:t>
          </a:r>
          <a:endParaRPr lang="en-US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D6FA71-9A29-42E8-A157-BD328AE69490}" type="parTrans" cxnId="{6A694AE2-82BF-44D2-8A04-19C6980E4DCC}">
      <dgm:prSet/>
      <dgm:spPr/>
      <dgm:t>
        <a:bodyPr/>
        <a:lstStyle/>
        <a:p>
          <a:endParaRPr lang="en-US"/>
        </a:p>
      </dgm:t>
    </dgm:pt>
    <dgm:pt modelId="{DC967284-3FCC-4458-980C-DAD748995322}" type="sibTrans" cxnId="{6A694AE2-82BF-44D2-8A04-19C6980E4DCC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ECFE2E18-2A2C-47CF-9012-1B73D49004F2}" type="pres">
      <dgm:prSet presAssocID="{15BDAB5A-7A6C-4B36-8402-059C7375B2B7}" presName="parentText" presStyleLbl="node1" presStyleIdx="0" presStyleCnt="1" custScaleY="61360" custLinFactNeighborX="-14622" custLinFactNeighborY="-54477">
        <dgm:presLayoutVars>
          <dgm:chMax val="0"/>
          <dgm:bulletEnabled val="1"/>
        </dgm:presLayoutVars>
      </dgm:prSet>
      <dgm:spPr/>
    </dgm:pt>
  </dgm:ptLst>
  <dgm:cxnLst>
    <dgm:cxn modelId="{8F70983E-6BB0-4242-A3A9-F587D35DBD3F}" type="presOf" srcId="{15BDAB5A-7A6C-4B36-8402-059C7375B2B7}" destId="{ECFE2E18-2A2C-47CF-9012-1B73D49004F2}" srcOrd="0" destOrd="0" presId="urn:microsoft.com/office/officeart/2005/8/layout/vList2"/>
    <dgm:cxn modelId="{7D9C68A1-8D8A-401C-8F75-59673EBB2829}" type="presOf" srcId="{38FFED07-2629-46AB-A563-EAC94C2A86A4}" destId="{C8FDD220-37AD-4C55-AA28-BC4D9DE2EF3E}" srcOrd="0" destOrd="0" presId="urn:microsoft.com/office/officeart/2005/8/layout/vList2"/>
    <dgm:cxn modelId="{6A694AE2-82BF-44D2-8A04-19C6980E4DCC}" srcId="{38FFED07-2629-46AB-A563-EAC94C2A86A4}" destId="{15BDAB5A-7A6C-4B36-8402-059C7375B2B7}" srcOrd="0" destOrd="0" parTransId="{FAD6FA71-9A29-42E8-A157-BD328AE69490}" sibTransId="{DC967284-3FCC-4458-980C-DAD748995322}"/>
    <dgm:cxn modelId="{A207B2DE-D32F-463D-A7C7-B63C64DC9236}" type="presParOf" srcId="{C8FDD220-37AD-4C55-AA28-BC4D9DE2EF3E}" destId="{ECFE2E18-2A2C-47CF-9012-1B73D49004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399298"/>
          <a:ext cx="8333885" cy="92493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1. How to change the label of out-of-the-box record types for account object?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5152" y="444450"/>
        <a:ext cx="8243581" cy="834634"/>
      </dsp:txXfrm>
    </dsp:sp>
    <dsp:sp modelId="{0EBE7C70-51AD-4402-A9D8-36889ADBC56A}">
      <dsp:nvSpPr>
        <dsp:cNvPr id="0" name=""/>
        <dsp:cNvSpPr/>
      </dsp:nvSpPr>
      <dsp:spPr>
        <a:xfrm>
          <a:off x="0" y="1589965"/>
          <a:ext cx="83338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601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Change the label from setup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Use the Translation Workbench to provide custom values for Account record types lab</a:t>
          </a:r>
        </a:p>
      </dsp:txBody>
      <dsp:txXfrm>
        <a:off x="0" y="1589965"/>
        <a:ext cx="8333885" cy="1076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E2E18-2A2C-47CF-9012-1B73D49004F2}">
      <dsp:nvSpPr>
        <dsp:cNvPr id="0" name=""/>
        <dsp:cNvSpPr/>
      </dsp:nvSpPr>
      <dsp:spPr>
        <a:xfrm>
          <a:off x="0" y="76205"/>
          <a:ext cx="8333885" cy="7466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Answer: Use the Translation Workbench to provide custom values for Account record types lab</a:t>
          </a:r>
          <a:endParaRPr lang="en-US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447" y="112652"/>
        <a:ext cx="8260991" cy="6737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45857"/>
          <a:ext cx="8333885" cy="107734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2. The View User Territory custom link only works online.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State True or False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592" y="98449"/>
        <a:ext cx="8228701" cy="972158"/>
      </dsp:txXfrm>
    </dsp:sp>
    <dsp:sp modelId="{0EBE7C70-51AD-4402-A9D8-36889ADBC56A}">
      <dsp:nvSpPr>
        <dsp:cNvPr id="0" name=""/>
        <dsp:cNvSpPr/>
      </dsp:nvSpPr>
      <dsp:spPr>
        <a:xfrm>
          <a:off x="0" y="1399467"/>
          <a:ext cx="83338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601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True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False</a:t>
          </a:r>
        </a:p>
      </dsp:txBody>
      <dsp:txXfrm>
        <a:off x="0" y="1399467"/>
        <a:ext cx="8333885" cy="10764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E2E18-2A2C-47CF-9012-1B73D49004F2}">
      <dsp:nvSpPr>
        <dsp:cNvPr id="0" name=""/>
        <dsp:cNvSpPr/>
      </dsp:nvSpPr>
      <dsp:spPr>
        <a:xfrm>
          <a:off x="0" y="0"/>
          <a:ext cx="8333885" cy="7466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Answer: True</a:t>
          </a:r>
          <a:endParaRPr lang="en-US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447" y="36447"/>
        <a:ext cx="8260991" cy="6737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45857"/>
          <a:ext cx="8333885" cy="107734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3. VEEVA CRM uses Contacts, but not Person Account</a:t>
          </a: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State True or False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592" y="98449"/>
        <a:ext cx="8228701" cy="972158"/>
      </dsp:txXfrm>
    </dsp:sp>
    <dsp:sp modelId="{0EBE7C70-51AD-4402-A9D8-36889ADBC56A}">
      <dsp:nvSpPr>
        <dsp:cNvPr id="0" name=""/>
        <dsp:cNvSpPr/>
      </dsp:nvSpPr>
      <dsp:spPr>
        <a:xfrm>
          <a:off x="0" y="1399467"/>
          <a:ext cx="83338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601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True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False</a:t>
          </a:r>
        </a:p>
      </dsp:txBody>
      <dsp:txXfrm>
        <a:off x="0" y="1399467"/>
        <a:ext cx="8333885" cy="10764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E2E18-2A2C-47CF-9012-1B73D49004F2}">
      <dsp:nvSpPr>
        <dsp:cNvPr id="0" name=""/>
        <dsp:cNvSpPr/>
      </dsp:nvSpPr>
      <dsp:spPr>
        <a:xfrm>
          <a:off x="0" y="0"/>
          <a:ext cx="8333885" cy="7466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Answer: False</a:t>
          </a:r>
          <a:endParaRPr lang="en-US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447" y="36447"/>
        <a:ext cx="8260991" cy="6737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324830"/>
          <a:ext cx="8333885" cy="92493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4. Custom Query to remove the license # section from the wizard is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5152" y="369982"/>
        <a:ext cx="8243581" cy="834634"/>
      </dsp:txXfrm>
    </dsp:sp>
    <dsp:sp modelId="{0EBE7C70-51AD-4402-A9D8-36889ADBC56A}">
      <dsp:nvSpPr>
        <dsp:cNvPr id="0" name=""/>
        <dsp:cNvSpPr/>
      </dsp:nvSpPr>
      <dsp:spPr>
        <a:xfrm>
          <a:off x="0" y="1539509"/>
          <a:ext cx="8333885" cy="117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601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>
              <a:latin typeface="Arial" panose="020B0604020202020204" pitchFamily="34" charset="0"/>
              <a:cs typeface="Arial" panose="020B0604020202020204" pitchFamily="34" charset="0"/>
            </a:rPr>
            <a:t>NEW_ACCOUNT_TYPES_DISABLE_LICENSE_INFO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>
              <a:latin typeface="Arial" panose="020B0604020202020204" pitchFamily="34" charset="0"/>
              <a:cs typeface="Arial" panose="020B0604020202020204" pitchFamily="34" charset="0"/>
            </a:rPr>
            <a:t>NEW_ACCOUNT_TYPES_DISABLE_LICENSE_RECORD</a:t>
          </a:r>
          <a:endParaRPr lang="en-US" sz="18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>
              <a:latin typeface="Arial" panose="020B0604020202020204" pitchFamily="34" charset="0"/>
              <a:cs typeface="Arial" panose="020B0604020202020204" pitchFamily="34" charset="0"/>
            </a:rPr>
            <a:t>NEW_ACCOUNT_TYPES_DISABLE_LICENSE</a:t>
          </a:r>
          <a:endParaRPr lang="en-US" sz="18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NEW_ACCOUNT_TYPES_LICENSE_DISABLE</a:t>
          </a:r>
          <a:endParaRPr lang="en-US" sz="18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539509"/>
        <a:ext cx="8333885" cy="11773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E2E18-2A2C-47CF-9012-1B73D49004F2}">
      <dsp:nvSpPr>
        <dsp:cNvPr id="0" name=""/>
        <dsp:cNvSpPr/>
      </dsp:nvSpPr>
      <dsp:spPr>
        <a:xfrm>
          <a:off x="0" y="0"/>
          <a:ext cx="8333885" cy="7466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Answer: </a:t>
          </a:r>
          <a:r>
            <a:rPr 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NEW_ACCOUNT_TYPES_DISABLE_LICENSE_INFO</a:t>
          </a:r>
          <a:endParaRPr lang="en-US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447" y="36447"/>
        <a:ext cx="8260991" cy="6737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0"/>
          <a:ext cx="8333885" cy="107734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latin typeface="Arial" panose="020B0604020202020204" pitchFamily="34" charset="0"/>
              <a:cs typeface="Arial" panose="020B0604020202020204" pitchFamily="34" charset="0"/>
            </a:rPr>
            <a:t>5. When creating a view, the user must input query criteria. The values for this criteria are case sensitive. 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latin typeface="Arial" panose="020B0604020202020204" pitchFamily="34" charset="0"/>
              <a:cs typeface="Arial" panose="020B0604020202020204" pitchFamily="34" charset="0"/>
            </a:rPr>
            <a:t>State True or False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592" y="52592"/>
        <a:ext cx="8228701" cy="972158"/>
      </dsp:txXfrm>
    </dsp:sp>
    <dsp:sp modelId="{0EBE7C70-51AD-4402-A9D8-36889ADBC56A}">
      <dsp:nvSpPr>
        <dsp:cNvPr id="0" name=""/>
        <dsp:cNvSpPr/>
      </dsp:nvSpPr>
      <dsp:spPr>
        <a:xfrm>
          <a:off x="0" y="1399467"/>
          <a:ext cx="83338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601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True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False</a:t>
          </a:r>
        </a:p>
      </dsp:txBody>
      <dsp:txXfrm>
        <a:off x="0" y="1399467"/>
        <a:ext cx="8333885" cy="10764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E2E18-2A2C-47CF-9012-1B73D49004F2}">
      <dsp:nvSpPr>
        <dsp:cNvPr id="0" name=""/>
        <dsp:cNvSpPr/>
      </dsp:nvSpPr>
      <dsp:spPr>
        <a:xfrm>
          <a:off x="0" y="0"/>
          <a:ext cx="8333885" cy="7466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Answer: True</a:t>
          </a:r>
          <a:endParaRPr lang="en-US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447" y="36447"/>
        <a:ext cx="8260991" cy="673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3A1FB-12CB-49E6-809F-DA2D2089BF59}" type="datetimeFigureOut">
              <a:rPr lang="en-US" smtClean="0"/>
              <a:pPr/>
              <a:t>8/14/2023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B6E77-EC63-4CD7-8F8A-914122582C5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27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B6E77-EC63-4CD7-8F8A-914122582C5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515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14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5334000"/>
            <a:ext cx="9550400" cy="773668"/>
          </a:xfrm>
          <a:prstGeom prst="rect">
            <a:avLst/>
          </a:prstGeom>
          <a:solidFill>
            <a:srgbClr val="81D8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-3507" y="6172200"/>
            <a:ext cx="5286707" cy="397014"/>
          </a:xfrm>
          <a:prstGeom prst="rect">
            <a:avLst/>
          </a:prstGeom>
          <a:solidFill>
            <a:schemeClr val="bg1">
              <a:lumMod val="65000"/>
              <a:alpha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929693" y="6186041"/>
            <a:ext cx="2860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 - PRACTITIONER</a:t>
            </a:r>
          </a:p>
        </p:txBody>
      </p:sp>
    </p:spTree>
    <p:extLst>
      <p:ext uri="{BB962C8B-B14F-4D97-AF65-F5344CB8AC3E}">
        <p14:creationId xmlns:p14="http://schemas.microsoft.com/office/powerpoint/2010/main" val="50746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5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0"/>
            <a:ext cx="9143995" cy="4934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78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955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701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7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90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ction Separator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5334000"/>
            <a:ext cx="9347200" cy="773668"/>
          </a:xfrm>
          <a:prstGeom prst="rect">
            <a:avLst/>
          </a:prstGeom>
          <a:solidFill>
            <a:srgbClr val="81D8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676" y="6553200"/>
            <a:ext cx="1828800" cy="228600"/>
          </a:xfrm>
        </p:spPr>
        <p:txBody>
          <a:bodyPr/>
          <a:lstStyle/>
          <a:p>
            <a:r>
              <a:rPr lang="en-US" dirty="0"/>
              <a:t>© Cognizant 2015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_the_Author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048000" y="0"/>
            <a:ext cx="81280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buNone/>
            </a:pPr>
            <a:r>
              <a:rPr lang="en-US" sz="3200" b="0" dirty="0">
                <a:solidFill>
                  <a:schemeClr val="bg1"/>
                </a:solidFill>
                <a:latin typeface="Arial Rounded MT Bold" pitchFamily="34" charset="0"/>
              </a:rPr>
              <a:t>About the Author</a:t>
            </a:r>
          </a:p>
        </p:txBody>
      </p:sp>
      <p:graphicFrame>
        <p:nvGraphicFramePr>
          <p:cNvPr id="12" name="Group 8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48546278"/>
              </p:ext>
            </p:extLst>
          </p:nvPr>
        </p:nvGraphicFramePr>
        <p:xfrm>
          <a:off x="711200" y="2286000"/>
          <a:ext cx="10871200" cy="1828800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Created By: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Credential Information: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Version and Date: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 userDrawn="1"/>
        </p:nvSpPr>
        <p:spPr>
          <a:xfrm>
            <a:off x="2901056" y="4648201"/>
            <a:ext cx="63898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="1" kern="10" dirty="0">
                <a:ln w="3175">
                  <a:solidFill>
                    <a:srgbClr val="92D050"/>
                  </a:solidFill>
                  <a:round/>
                  <a:headEnd/>
                  <a:tailEnd/>
                </a:ln>
                <a:solidFill>
                  <a:schemeClr val="accent3">
                    <a:lumMod val="50000"/>
                  </a:schemeClr>
                </a:solidFill>
                <a:effectLst>
                  <a:glow rad="63500">
                    <a:schemeClr val="accent3">
                      <a:lumMod val="50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" pitchFamily="34" charset="0"/>
              </a:rPr>
              <a:t>Cognizant Certified Official Curriculum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11480800" y="6629401"/>
            <a:ext cx="711195" cy="2285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12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7AF38FF-B38D-4060-8B8D-2D16AAFBAAC1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676" y="6553200"/>
            <a:ext cx="1828800" cy="228600"/>
          </a:xfrm>
        </p:spPr>
        <p:txBody>
          <a:bodyPr/>
          <a:lstStyle/>
          <a:p>
            <a:r>
              <a:rPr lang="en-US" dirty="0"/>
              <a:t>© Cognizant 2015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urse_Completion_Page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5283200" y="4437966"/>
            <a:ext cx="6908795" cy="1353234"/>
          </a:xfrm>
          <a:prstGeom prst="rect">
            <a:avLst/>
          </a:prstGeom>
          <a:solidFill>
            <a:srgbClr val="81D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800" y="87765"/>
            <a:ext cx="11252200" cy="668338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/>
          </p:nvPr>
        </p:nvSpPr>
        <p:spPr>
          <a:xfrm>
            <a:off x="406400" y="971080"/>
            <a:ext cx="11277600" cy="5124920"/>
          </a:xfrm>
        </p:spPr>
        <p:txBody>
          <a:bodyPr>
            <a:normAutofit/>
          </a:bodyPr>
          <a:lstStyle>
            <a:lvl1pPr>
              <a:buFont typeface="Wingdings" pitchFamily="2" charset="2"/>
              <a:buChar char="§"/>
              <a:defRPr sz="2000"/>
            </a:lvl1pPr>
            <a:lvl2pPr>
              <a:buClr>
                <a:srgbClr val="FFC000"/>
              </a:buClr>
              <a:buFont typeface="Verdana" pitchFamily="34" charset="0"/>
              <a:buChar char="»"/>
              <a:defRPr sz="1800"/>
            </a:lvl2pPr>
            <a:lvl3pPr>
              <a:buClr>
                <a:srgbClr val="7030A0"/>
              </a:buClr>
              <a:buFont typeface="Arial" pitchFamily="34" charset="0"/>
              <a:buChar char="•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1599" y="6324600"/>
            <a:ext cx="924940" cy="457200"/>
          </a:xfrm>
          <a:prstGeom prst="rect">
            <a:avLst/>
          </a:prstGeom>
        </p:spPr>
        <p:txBody>
          <a:bodyPr/>
          <a:lstStyle>
            <a:lvl1pPr>
              <a:defRPr sz="1200" smtClean="0">
                <a:solidFill>
                  <a:srgbClr val="6DB23F"/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321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/>
        </p:nvSpPr>
        <p:spPr>
          <a:xfrm>
            <a:off x="-1367942" y="168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12304C-66B1-1120-5DD4-A7021E5113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1643357"/>
            <a:ext cx="3289301" cy="37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02253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8AA51-7693-0641-B1F2-2F6BF501AF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" t="430" r="804" b="462"/>
          <a:stretch/>
        </p:blipFill>
        <p:spPr>
          <a:xfrm>
            <a:off x="49619" y="0"/>
            <a:ext cx="12153014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16" name="Logo">
            <a:extLst>
              <a:ext uri="{FF2B5EF4-FFF2-40B4-BE49-F238E27FC236}">
                <a16:creationId xmlns:a16="http://schemas.microsoft.com/office/drawing/2014/main" id="{172F6F4F-6078-614B-9D72-235A05BE5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B0FDE3-4AD5-06C5-0E7D-9DF7ECBFCD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599" y="1643357"/>
            <a:ext cx="2330451" cy="26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8957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- dark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899" y="989145"/>
            <a:ext cx="3228342" cy="5666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1AF93B-9BFB-DBC8-B972-0D25E38EA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732" y="1061948"/>
            <a:ext cx="4555068" cy="51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191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- light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899" y="989145"/>
            <a:ext cx="3228341" cy="56667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DE8E3D3-C194-B841-B075-DAC84FCD3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AFE488B-546A-F04A-B54A-A8A9E81A6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D785364-026C-1848-826F-235C8A0AC5F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353134-6BF9-DFD5-70C5-164F849E3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9732" y="1061948"/>
            <a:ext cx="4555068" cy="51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25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F505-C9D5-403B-9D3B-321A20493A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indent="0">
              <a:buClr>
                <a:schemeClr val="accent3"/>
              </a:buClr>
              <a:buFont typeface="+mj-lt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TOC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522F2-32CA-4802-9320-A58D8A6D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500E8-DB39-442F-AD4A-610EB529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1757621-CF57-B04A-880F-50800569D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00784"/>
            <a:ext cx="11368088" cy="3959081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tabLst/>
              <a:defRPr sz="1800">
                <a:solidFill>
                  <a:schemeClr val="tx1"/>
                </a:solidFill>
              </a:defRPr>
            </a:lvl1pPr>
            <a:lvl2pPr marL="690563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 marL="976313" indent="-230188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4D26F9-1077-4443-A17C-B4C76A2FF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993F8F-318A-E49E-F121-8CA6DC9998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300" y="291346"/>
            <a:ext cx="2152968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401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AB5934-A26E-90AB-75E0-11603F747A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4755" y="1611578"/>
            <a:ext cx="4060795" cy="46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13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" t="33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59C228D1-6A04-314E-AC72-C11454122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D822E1-FE5F-B452-5DAE-DC0F0E349D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2320" y="299664"/>
            <a:ext cx="2079948" cy="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82957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D0F15C86-2BE4-DF46-883D-1A49945192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033A01-9A20-FA3A-65AD-A11091DC9A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2320" y="299664"/>
            <a:ext cx="2079948" cy="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6317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5693"/>
            <a:ext cx="12202121" cy="6863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2FFB9D1-0873-894C-8D31-DBAD9B4DD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5DA384-8066-CBB9-8393-7C5A5B4620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2320" y="299664"/>
            <a:ext cx="2079948" cy="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5943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10" t="10638" r="15648"/>
          <a:stretch/>
        </p:blipFill>
        <p:spPr>
          <a:xfrm>
            <a:off x="0" y="-1"/>
            <a:ext cx="12192000" cy="68660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0E8CFD-9DDE-024A-8B25-06FBC42612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1812207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style, copy can go here on a few lines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03B841D5-E729-0B48-838D-EA94F2CCBB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017727-041F-8041-F2AF-6D03315B2C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2994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9098" r="11765" b="30863"/>
          <a:stretch/>
        </p:blipFill>
        <p:spPr>
          <a:xfrm>
            <a:off x="0" y="-1"/>
            <a:ext cx="12192000" cy="69141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6550D2D-C709-0F4A-847A-CB0BEE38C3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1812207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style, copy can go here on a few lines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B41B291C-6CE8-F14B-BD0E-B1C3E37430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45C99C-BFD5-59DF-6BB7-382A55EA1B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9149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923" t="14335" r="14839" b="41847"/>
          <a:stretch/>
        </p:blipFill>
        <p:spPr>
          <a:xfrm>
            <a:off x="-1" y="-1"/>
            <a:ext cx="12215813" cy="69301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FC705F0-5703-9D4B-88FE-DB399EC06D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1812207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style, copy can go here on a few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0840CD1-0279-BD46-8F25-1989D92D03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54D227-27D9-8D0B-5823-2759C913F8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41233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 divide - 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729644-34C5-1543-86E0-550EBEFDAD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2" t="20936" r="6388" b="390"/>
          <a:stretch/>
        </p:blipFill>
        <p:spPr>
          <a:xfrm>
            <a:off x="11575" y="0"/>
            <a:ext cx="12180425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C8F4C0-B128-9B4A-A493-3A158A484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C83AEF-A41E-F3A5-41A0-A34DD19D6D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51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 divide - gradi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358EE7-FC7D-E843-AF2C-8D996FE347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0" t="21108" r="64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BEC0577B-E1A3-BB47-B7CB-EBF6A2B0F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937E25-B6F8-1610-09E3-7DE75BDF04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69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 divide - gradi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FA9B71-FDBF-F042-A42A-6CCE179402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3" t="22108" r="6545" b="-1"/>
          <a:stretch/>
        </p:blipFill>
        <p:spPr>
          <a:xfrm>
            <a:off x="11575" y="0"/>
            <a:ext cx="12192000" cy="687246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79CCFE82-B8A6-BC48-80D3-A5EA4ECAA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D0C7B6A-8FDF-17C6-8EC9-542EE49909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572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92A29E-8145-764B-AB9A-2902135D28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005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and conten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DC75C7-77A7-FD4D-BCC3-F34191073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DA4B1F-E5E3-9D31-C3C9-A07A6E13BF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602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er head, sub head, footno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304BD6-DACB-8C40-8FF9-7D9AD2276F4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DE5300-D6EE-B945-A3F3-F094244958A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tabLst/>
              <a:defRPr sz="105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super head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683D89A3-7746-6A4C-A4B4-55083AFF4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790A18-D092-4631-6908-E29DFC1A71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5444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er head, sub head, footno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94C77B6-AAD6-F647-8C6E-86BBA9A1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956CCA1-9C74-CA46-A5B7-7587CB64531B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2AE54E8-458B-5C4F-B54B-1C227C4EA6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6FEF70-CE92-7B4E-BF8A-A311E29D33D1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05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super head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E3B7DA40-15F3-AF49-ABF8-C4C1FBC13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2B2312-B937-FFA8-EE1D-40CB7258F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16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90BDC89-ADC1-D243-9AED-87C420EB13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5C3714E0-F154-3C48-95D7-D6542B904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A55FE01-A547-E549-9FD2-968ECC91D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E086D4D-AE0E-994F-85B0-5741E544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DF8DBFC-CC24-C840-A172-2ADB2181C5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BBEF564-80F0-B040-A31B-AA3B0FBC4213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32F8A43-7E6E-F046-A12E-FBBAC25FF2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CA39281-9128-1E40-98C0-AFBF3E85E86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Picture 5">
            <a:extLst>
              <a:ext uri="{FF2B5EF4-FFF2-40B4-BE49-F238E27FC236}">
                <a16:creationId xmlns:a16="http://schemas.microsoft.com/office/drawing/2014/main" id="{C7A3CB3C-2056-274C-89F4-0A4481754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624BF2-1391-627C-C6F6-CD47F64D94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47870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9E70566-7047-D64B-9961-EFB6CDB88A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ADBAC61-71BD-0849-BABA-F53A3F1FD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A653587-D29A-1341-89BA-BB7AEE6A4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1F0EA97-1AA1-1341-80BB-592FE5E616D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A0C71924-9F4E-3D4E-B81F-F7A8CE935DA9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8D97226-1A88-034C-BCCD-7CA6ACB501D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8753D18-DAA3-2541-B7C8-EAFA3C04B51F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70B703B-567D-6247-BF28-0C6DF81B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60F2FF91-370F-4D44-9FCE-DB1EE37D9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3C8674-C1AF-A1B3-6E27-58A5E03C1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877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9B634F-63D6-AE4A-BB13-52915F0F97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1087389A-339D-0442-91DB-A46772F46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A6AC27B3-FDC8-3841-852E-B0B40C456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C21A71-6B64-1E44-BC9B-0AE8D397D7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53A67F1-7066-FB44-9D0C-6995B4DC549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551ACA07-E593-DB4D-B910-4AD039617F3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37D7C2-629F-0E44-9665-50F1EE79C6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7">
            <a:extLst>
              <a:ext uri="{FF2B5EF4-FFF2-40B4-BE49-F238E27FC236}">
                <a16:creationId xmlns:a16="http://schemas.microsoft.com/office/drawing/2014/main" id="{940EB5D9-35CF-A044-BFE3-B5F4FDDFF64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Content Placeholder 7">
            <a:extLst>
              <a:ext uri="{FF2B5EF4-FFF2-40B4-BE49-F238E27FC236}">
                <a16:creationId xmlns:a16="http://schemas.microsoft.com/office/drawing/2014/main" id="{2C5AB9DA-D745-3E49-B64B-3EAB32EE883E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DBB70A90-9508-EE46-AB86-2AAE73E4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B424675C-9C4A-C443-B600-7A7E44BAE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FD6643-4875-0CEB-4F64-5CCD53791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5342"/>
      </p:ext>
    </p:extLst>
  </p:cSld>
  <p:clrMapOvr>
    <a:masterClrMapping/>
  </p:clrMapOvr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C9C8C99-BBA1-1042-9B2A-5F6540E4C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F026E43-B1CB-DF49-99F2-72C832AF06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3D4CDA9-E747-F24B-BF43-E847D7B9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35B7A51-6FA2-3D42-9456-A9A91A3A3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08451B1B-01C3-1449-813A-CD9FC6599AC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7C68B81-4AC9-1A44-9B77-E3191081ADE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A2E6C06-39E7-9843-AC0D-3B2D34AA58B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E3693DC4-D7E6-E146-B22E-E0477DDAD5D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0443FBB-19EB-814F-8FF6-FBBA502C922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1D3FBD86-7238-0F4B-B980-24CD51457C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F8179E2-C4FC-B141-B84B-E29061984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28E9AF-345F-4ECD-43ED-788F2A5E5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784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horizonta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E62E9631-BF87-CC43-9BC1-A43B69D9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510728B-0127-8546-9FE8-8BCCB5AC1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366DF19B-DB23-C247-BFE2-C435F485744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A800D9-21A5-BC45-A7AD-D9E66E33A43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A2E4FA9D-722A-1041-8940-4BAC99F095CE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EAC40C-08DC-9E4B-BF9D-0537403A1709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58042D4F-D138-E049-922E-AA8BC9030203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8D370DCE-4758-DD4D-971B-63A5A524A1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D3F4B7D8-7EA5-AC4B-9A01-F35CCDF0D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D3586DF7-1DE2-054D-B3DF-425EEC22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6ACFE70C-14DB-2649-88BF-B8FC4CBAD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E93ED9-18E2-2B49-8526-1C1145B04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9304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horizontal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C30FD1D1-61B6-484D-BDEA-1C4B45AE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1FCEF03-8CFB-7645-A55F-F392AC6F66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A1F8BCF2-BF1B-854A-89D2-2C92E8FBC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B8D26ED0-8F55-1442-8D3E-4920BCC74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CE32534-4769-6740-A0A1-24F60121D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C9B563-BC82-D345-855D-303DB81C452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9C3F4A9E-6552-FD43-A475-F309413F520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5699CB9-E06F-8F4B-9BDB-99688549D726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39ED9F7-3C7E-6C4E-B855-3C91A0A05AD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AD49848-4987-4A46-9B3B-747BF471E19D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3360CE3-24A2-4642-BE25-83CDF6916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3FC64B-2A4E-8A47-001C-16CD186FA0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148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416" y="4201640"/>
            <a:ext cx="8567351" cy="1487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23872"/>
            <a:ext cx="8575589" cy="1946764"/>
          </a:xfrm>
        </p:spPr>
        <p:txBody>
          <a:bodyPr anchor="t" anchorCtr="0"/>
          <a:lstStyle>
            <a:lvl1pPr algn="l" rtl="0" eaLnBrk="1" latinLnBrk="0" hangingPunct="1">
              <a:defRPr lang="en-US" sz="4000" smtClean="0">
                <a:effectLst/>
              </a:defRPr>
            </a:lvl1pPr>
          </a:lstStyle>
          <a:p>
            <a:pPr rtl="0" eaLnBrk="1" latinLnBrk="0" hangingPunct="1"/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F403757B-3C0A-0849-B674-7D15D576B3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94AF2A-660C-A4FE-6E22-260BF9FBAF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554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49D8A8-BD5D-7D07-52A0-C698DA6C65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25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8EDC15-D3AA-788C-27F9-E85E437D87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6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872FF-F4A9-EC4C-AFA7-65B0DF881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E30922-58AB-E547-4F7C-AC025171D8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48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5334000"/>
            <a:ext cx="9550400" cy="773668"/>
          </a:xfrm>
          <a:prstGeom prst="rect">
            <a:avLst/>
          </a:prstGeom>
          <a:solidFill>
            <a:srgbClr val="81D8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-3507" y="6172200"/>
            <a:ext cx="5286707" cy="397014"/>
          </a:xfrm>
          <a:prstGeom prst="rect">
            <a:avLst/>
          </a:prstGeom>
          <a:solidFill>
            <a:schemeClr val="bg1">
              <a:lumMod val="65000"/>
              <a:alpha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929693" y="6186041"/>
            <a:ext cx="2860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 - PRACTITIONER</a:t>
            </a:r>
          </a:p>
        </p:txBody>
      </p:sp>
    </p:spTree>
    <p:extLst>
      <p:ext uri="{BB962C8B-B14F-4D97-AF65-F5344CB8AC3E}">
        <p14:creationId xmlns:p14="http://schemas.microsoft.com/office/powerpoint/2010/main" val="24183724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_the_Author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048000" y="0"/>
            <a:ext cx="81280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buNone/>
            </a:pPr>
            <a:r>
              <a:rPr lang="en-US" sz="3200" b="0" dirty="0">
                <a:solidFill>
                  <a:schemeClr val="bg1"/>
                </a:solidFill>
                <a:latin typeface="Arial Rounded MT Bold" pitchFamily="34" charset="0"/>
              </a:rPr>
              <a:t>About the Author</a:t>
            </a:r>
          </a:p>
        </p:txBody>
      </p:sp>
      <p:graphicFrame>
        <p:nvGraphicFramePr>
          <p:cNvPr id="12" name="Group 8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48546278"/>
              </p:ext>
            </p:extLst>
          </p:nvPr>
        </p:nvGraphicFramePr>
        <p:xfrm>
          <a:off x="711200" y="2286000"/>
          <a:ext cx="10871200" cy="1828800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Created By: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Credential Information: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Version and Date: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 userDrawn="1"/>
        </p:nvSpPr>
        <p:spPr>
          <a:xfrm>
            <a:off x="2901056" y="4648201"/>
            <a:ext cx="63898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="1" kern="10" dirty="0">
                <a:ln w="3175">
                  <a:solidFill>
                    <a:srgbClr val="92D050"/>
                  </a:solidFill>
                  <a:round/>
                  <a:headEnd/>
                  <a:tailEnd/>
                </a:ln>
                <a:solidFill>
                  <a:schemeClr val="accent3">
                    <a:lumMod val="50000"/>
                  </a:schemeClr>
                </a:solidFill>
                <a:effectLst>
                  <a:glow rad="63500">
                    <a:schemeClr val="accent3">
                      <a:lumMod val="50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" pitchFamily="34" charset="0"/>
              </a:rPr>
              <a:t>Cognizant Certified Official Curriculum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11480800" y="6629401"/>
            <a:ext cx="711195" cy="2285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12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7AF38FF-B38D-4060-8B8D-2D16AAFBAAC1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676" y="6553200"/>
            <a:ext cx="1828800" cy="228600"/>
          </a:xfrm>
        </p:spPr>
        <p:txBody>
          <a:bodyPr/>
          <a:lstStyle/>
          <a:p>
            <a:r>
              <a:rPr lang="en-US" dirty="0"/>
              <a:t>© Cognizant 2015</a:t>
            </a:r>
          </a:p>
        </p:txBody>
      </p:sp>
    </p:spTree>
    <p:extLst>
      <p:ext uri="{BB962C8B-B14F-4D97-AF65-F5344CB8AC3E}">
        <p14:creationId xmlns:p14="http://schemas.microsoft.com/office/powerpoint/2010/main" val="3469779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6949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ction Separator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5334000"/>
            <a:ext cx="9347200" cy="773668"/>
          </a:xfrm>
          <a:prstGeom prst="rect">
            <a:avLst/>
          </a:prstGeom>
          <a:solidFill>
            <a:srgbClr val="81D8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676" y="6553200"/>
            <a:ext cx="1828800" cy="228600"/>
          </a:xfrm>
        </p:spPr>
        <p:txBody>
          <a:bodyPr/>
          <a:lstStyle/>
          <a:p>
            <a:r>
              <a:rPr lang="en-US" dirty="0"/>
              <a:t>© Cognizant 2015</a:t>
            </a:r>
          </a:p>
        </p:txBody>
      </p:sp>
    </p:spTree>
    <p:extLst>
      <p:ext uri="{BB962C8B-B14F-4D97-AF65-F5344CB8AC3E}">
        <p14:creationId xmlns:p14="http://schemas.microsoft.com/office/powerpoint/2010/main" val="11276457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800" y="87765"/>
            <a:ext cx="11252200" cy="668338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/>
          </p:nvPr>
        </p:nvSpPr>
        <p:spPr>
          <a:xfrm>
            <a:off x="406400" y="971080"/>
            <a:ext cx="11277600" cy="5124920"/>
          </a:xfrm>
        </p:spPr>
        <p:txBody>
          <a:bodyPr>
            <a:normAutofit/>
          </a:bodyPr>
          <a:lstStyle>
            <a:lvl1pPr>
              <a:buFont typeface="Wingdings" pitchFamily="2" charset="2"/>
              <a:buChar char="§"/>
              <a:defRPr sz="2000"/>
            </a:lvl1pPr>
            <a:lvl2pPr>
              <a:buClr>
                <a:srgbClr val="FFC000"/>
              </a:buClr>
              <a:buFont typeface="Verdana" pitchFamily="34" charset="0"/>
              <a:buChar char="»"/>
              <a:defRPr sz="1800"/>
            </a:lvl2pPr>
            <a:lvl3pPr>
              <a:buClr>
                <a:srgbClr val="7030A0"/>
              </a:buClr>
              <a:buFont typeface="Arial" pitchFamily="34" charset="0"/>
              <a:buChar char="•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1599" y="6324600"/>
            <a:ext cx="924940" cy="457200"/>
          </a:xfrm>
          <a:prstGeom prst="rect">
            <a:avLst/>
          </a:prstGeom>
        </p:spPr>
        <p:txBody>
          <a:bodyPr/>
          <a:lstStyle>
            <a:lvl1pPr>
              <a:defRPr sz="1200" smtClean="0">
                <a:solidFill>
                  <a:srgbClr val="6DB23F"/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821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urse_Completion_Page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5283200" y="4437966"/>
            <a:ext cx="6908795" cy="1353234"/>
          </a:xfrm>
          <a:prstGeom prst="rect">
            <a:avLst/>
          </a:prstGeom>
          <a:solidFill>
            <a:srgbClr val="81D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4101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image" Target="../media/image1.jpg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4789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43001"/>
            <a:ext cx="109728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676" y="6553200"/>
            <a:ext cx="1828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200" b="1" kern="1200" dirty="0" smtClean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6629401"/>
            <a:ext cx="711195" cy="2285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chemeClr val="bg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35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8" r:id="rId3"/>
    <p:sldLayoutId id="2147483679" r:id="rId4"/>
    <p:sldLayoutId id="2147483680" r:id="rId5"/>
    <p:sldLayoutId id="2147483681" r:id="rId6"/>
    <p:sldLayoutId id="2147483684" r:id="rId7"/>
    <p:sldLayoutId id="2147483689" r:id="rId8"/>
    <p:sldLayoutId id="2147483690" r:id="rId9"/>
    <p:sldLayoutId id="2147483692" r:id="rId10"/>
    <p:sldLayoutId id="2147483693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lang="en-US" sz="3000" b="0" kern="1200" dirty="0" smtClean="0">
          <a:solidFill>
            <a:schemeClr val="bg1"/>
          </a:solidFill>
          <a:latin typeface="Arial Rounded MT Bold" pitchFamily="34" charset="0"/>
          <a:ea typeface="+mn-ea"/>
          <a:cs typeface="+mn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20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18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16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lang="en-US" sz="1200" kern="1200" dirty="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BC81C-4E82-41C5-FA79-EB750604F41F}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4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2690869"/>
            <a:ext cx="8001000" cy="7547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38125" lvl="1"/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 Object Configuration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B358F7E-C961-9183-6B12-408D2D821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1379" y="3352800"/>
            <a:ext cx="4014215" cy="457200"/>
          </a:xfrm>
        </p:spPr>
        <p:txBody>
          <a:bodyPr/>
          <a:lstStyle/>
          <a:p>
            <a:r>
              <a:rPr lang="en-IN" dirty="0"/>
              <a:t>Level - </a:t>
            </a:r>
            <a:r>
              <a:rPr lang="en-IN" dirty="0" err="1"/>
              <a:t>Practioner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DC92C-7922-82C6-77D1-59F70EAD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Cognizant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14963-1343-34A4-84EC-4E3AF3C83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180212-F254-22F6-2D3F-295274B5569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198" y="827801"/>
            <a:ext cx="10807700" cy="307975"/>
          </a:xfrm>
        </p:spPr>
        <p:txBody>
          <a:bodyPr/>
          <a:lstStyle/>
          <a:p>
            <a:r>
              <a:rPr lang="en-US" dirty="0"/>
              <a:t>About the Author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BB9C977-D092-225C-1B5D-24298FA3D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310847"/>
              </p:ext>
            </p:extLst>
          </p:nvPr>
        </p:nvGraphicFramePr>
        <p:xfrm>
          <a:off x="214603" y="1872579"/>
          <a:ext cx="9489233" cy="1649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5023">
                  <a:extLst>
                    <a:ext uri="{9D8B030D-6E8A-4147-A177-3AD203B41FA5}">
                      <a16:colId xmlns:a16="http://schemas.microsoft.com/office/drawing/2014/main" val="4154468561"/>
                    </a:ext>
                  </a:extLst>
                </a:gridCol>
                <a:gridCol w="6534210">
                  <a:extLst>
                    <a:ext uri="{9D8B030D-6E8A-4147-A177-3AD203B41FA5}">
                      <a16:colId xmlns:a16="http://schemas.microsoft.com/office/drawing/2014/main" val="38167267"/>
                    </a:ext>
                  </a:extLst>
                </a:gridCol>
              </a:tblGrid>
              <a:tr h="42299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Created By: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Subham Chowdhury, 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Supriyo Saha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774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Credential Information: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Associate – Projects, Sr. Consultant – CRM, EAS Salesforce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306729"/>
                  </a:ext>
                </a:extLst>
              </a:tr>
              <a:tr h="430548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Version and Date: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V1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22-Jan-2018, </a:t>
                      </a:r>
                      <a:r>
                        <a:rPr kumimoji="0" 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August-2023: Updated with Lightning UI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25294"/>
                  </a:ext>
                </a:extLst>
              </a:tr>
              <a:tr h="430548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Modified By:</a:t>
                      </a:r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Ritesh Kumar Prasad ; Srijena,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9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9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228600" y="228601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Objectives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233680" y="944562"/>
            <a:ext cx="7848600" cy="49831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After completing this chapter, you will learn to:</a:t>
            </a:r>
          </a:p>
          <a:p>
            <a:pPr marL="0" indent="0">
              <a:buNone/>
            </a:pPr>
            <a:endParaRPr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Define VEEVA Account record types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Define custom Accounts fields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Create custom page layout and record types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Create a custom Account button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Display the View User Territory custom link</a:t>
            </a:r>
          </a:p>
        </p:txBody>
      </p:sp>
      <p:pic>
        <p:nvPicPr>
          <p:cNvPr id="4098" name="Picture 2" descr="D:\Images\Images\Objective\shutterstock_6790168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08588" y="1989844"/>
            <a:ext cx="2748038" cy="412205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6200" y="228601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Recap ...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8600" y="762000"/>
            <a:ext cx="8915400" cy="49831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 the previous Module - </a:t>
            </a:r>
            <a:r>
              <a:rPr lang="en-US" i="1" dirty="0">
                <a:solidFill>
                  <a:schemeClr val="tx1"/>
                </a:solidFill>
              </a:rPr>
              <a:t>My Accounts Configurations</a:t>
            </a:r>
            <a:r>
              <a:rPr lang="en-US" dirty="0">
                <a:solidFill>
                  <a:schemeClr val="tx1"/>
                </a:solidFill>
              </a:rPr>
              <a:t>, you learnt to: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Define the My Accounts tab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Create Views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Create Lists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Configure the My Accounts tab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Hide the Mass Update button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Configure the Schedule a Call button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Configure the New button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Enable New Account Wizard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Enable Parent Account Wizard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 the VEEVA Global Account Search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Describe My Accounts on </a:t>
            </a:r>
            <a:r>
              <a:rPr lang="en-US" dirty="0" err="1">
                <a:solidFill>
                  <a:schemeClr val="tx1"/>
                </a:solidFill>
              </a:rPr>
              <a:t>iRep</a:t>
            </a:r>
            <a:endParaRPr lang="en-US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And now ...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73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76200" y="228601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Do You Know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222250" y="937419"/>
            <a:ext cx="10515600" cy="4983162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Account record types drives the different Business &amp; Person Account flows in VEEVA CRM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VEEVA CRM uses Person Account, but not Contacts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VEEVA CRM incorporates custom business requirements though custom fields, record types, page layouts, buttons, etc.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23315" y="3848528"/>
            <a:ext cx="3515169" cy="2628472"/>
          </a:xfrm>
          <a:prstGeom prst="rect">
            <a:avLst/>
          </a:prstGeom>
          <a:solidFill>
            <a:srgbClr val="81D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2" descr="D:\Images\Images\Question\shutterstock_157594730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72" b="14047"/>
          <a:stretch/>
        </p:blipFill>
        <p:spPr bwMode="auto">
          <a:xfrm>
            <a:off x="6992258" y="3903416"/>
            <a:ext cx="3376023" cy="2497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3962400"/>
            <a:ext cx="70104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VEEVA Account record types</a:t>
            </a:r>
          </a:p>
        </p:txBody>
      </p:sp>
    </p:spTree>
    <p:extLst>
      <p:ext uri="{BB962C8B-B14F-4D97-AF65-F5344CB8AC3E}">
        <p14:creationId xmlns:p14="http://schemas.microsoft.com/office/powerpoint/2010/main" val="1940276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20320" y="243840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VEEVA Account Record Types</a:t>
            </a:r>
          </a:p>
        </p:txBody>
      </p:sp>
      <p:sp>
        <p:nvSpPr>
          <p:cNvPr id="7" name="Content Placeholder 6"/>
          <p:cNvSpPr txBox="1">
            <a:spLocks noGrp="1"/>
          </p:cNvSpPr>
          <p:nvPr>
            <p:ph idx="4294967295"/>
          </p:nvPr>
        </p:nvSpPr>
        <p:spPr>
          <a:xfrm>
            <a:off x="304800" y="1009650"/>
            <a:ext cx="8502650" cy="4838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Business Accounts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Hospital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Pharmacy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MCO: Managed Care Organization, these companies agree to provide most Medicaid benefits to people in exchange for a scheduled payment.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Practice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Wholesaler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/>
              </a:solidFill>
            </a:endParaRPr>
          </a:p>
          <a:p>
            <a:pPr lvl="1"/>
            <a:endParaRPr lang="en-US" sz="1600" dirty="0">
              <a:solidFill>
                <a:schemeClr val="tx1"/>
              </a:solidFill>
            </a:endParaRPr>
          </a:p>
          <a:p>
            <a:pPr marL="285750"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Person Accounts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Professional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MD, RN: Doctor of Medicine, Registered Nurse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KOL: Key Opinion Leaders (KOLs) are experts and advisors that have earned a reputation in their field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Staff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226" y="1143000"/>
            <a:ext cx="2400896" cy="1752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223128" y="3810000"/>
            <a:ext cx="1873091" cy="17931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2"/>
          <p:cNvSpPr>
            <a:spLocks noGrp="1"/>
          </p:cNvSpPr>
          <p:nvPr>
            <p:ph type="title" idx="4294967295"/>
          </p:nvPr>
        </p:nvSpPr>
        <p:spPr>
          <a:xfrm>
            <a:off x="76200" y="272641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VEEVA Account Record Types Cont...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2600" y="845821"/>
            <a:ext cx="8746588" cy="2108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28801" y="977383"/>
            <a:ext cx="3829901" cy="2972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Hospital Page Layout – Business Account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601" y="955797"/>
            <a:ext cx="4057695" cy="2799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Page Layout – Person Account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52550"/>
            <a:ext cx="3842314" cy="14668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33" y="1329554"/>
            <a:ext cx="4011865" cy="14750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/>
          <p:cNvSpPr/>
          <p:nvPr/>
        </p:nvSpPr>
        <p:spPr>
          <a:xfrm>
            <a:off x="1828800" y="3062748"/>
            <a:ext cx="3842314" cy="571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Hospital Record Type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Picklists Segmented for Hospitals.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40826" y="3048000"/>
            <a:ext cx="4149773" cy="571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Record Type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Picklists Segmented for Professionals.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783743" y="3898668"/>
            <a:ext cx="8561797" cy="8025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Accounts Object</a:t>
            </a:r>
          </a:p>
          <a:p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822582" y="4191000"/>
            <a:ext cx="840764" cy="3244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Beds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06169" y="4205748"/>
            <a:ext cx="1267062" cy="3244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of Depts.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6331" y="4220496"/>
            <a:ext cx="1698310" cy="309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 Name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7741" y="4220494"/>
            <a:ext cx="1316712" cy="2949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Credentials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91853" y="4191001"/>
            <a:ext cx="1076453" cy="3244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5597" y="4205749"/>
            <a:ext cx="1024781" cy="3037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Gender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t="8764"/>
          <a:stretch/>
        </p:blipFill>
        <p:spPr>
          <a:xfrm rot="5400000">
            <a:off x="4841361" y="3769241"/>
            <a:ext cx="1774743" cy="3837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3" name="Straight Arrow Connector 22"/>
          <p:cNvCxnSpPr/>
          <p:nvPr/>
        </p:nvCxnSpPr>
        <p:spPr>
          <a:xfrm>
            <a:off x="3962401" y="1828800"/>
            <a:ext cx="838559" cy="2391694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5671114" y="1828800"/>
            <a:ext cx="2406086" cy="236220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410200" y="4530212"/>
            <a:ext cx="457200" cy="422788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83743" y="5448887"/>
            <a:ext cx="1866029" cy="307777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SFDC Data Storage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1" y="4779178"/>
            <a:ext cx="8637997" cy="17961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994543" y="4815840"/>
            <a:ext cx="235099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Similarly,</a:t>
            </a:r>
          </a:p>
          <a:p>
            <a:r>
              <a:rPr lang="en-US" sz="1400" b="1" dirty="0"/>
              <a:t>#Beds = #Beds</a:t>
            </a:r>
          </a:p>
          <a:p>
            <a:r>
              <a:rPr lang="en-US" sz="1400" b="1" dirty="0"/>
              <a:t>#Departments = # of Depts.</a:t>
            </a:r>
          </a:p>
          <a:p>
            <a:r>
              <a:rPr lang="en-US" sz="1400" b="1" dirty="0"/>
              <a:t>Website = Website</a:t>
            </a:r>
          </a:p>
          <a:p>
            <a:r>
              <a:rPr lang="en-US" sz="1400" b="1" dirty="0"/>
              <a:t>Credentials = Credentials</a:t>
            </a:r>
          </a:p>
          <a:p>
            <a:r>
              <a:rPr lang="en-US" sz="1400" b="1" dirty="0"/>
              <a:t>Gender = Gender </a:t>
            </a:r>
          </a:p>
          <a:p>
            <a:r>
              <a:rPr lang="en-US" sz="1400" b="1" dirty="0"/>
              <a:t>Specialty = Specialty</a:t>
            </a:r>
          </a:p>
        </p:txBody>
      </p:sp>
    </p:spTree>
    <p:extLst>
      <p:ext uri="{BB962C8B-B14F-4D97-AF65-F5344CB8AC3E}">
        <p14:creationId xmlns:p14="http://schemas.microsoft.com/office/powerpoint/2010/main" val="414800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52400" y="242671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Account Object Configuration</a:t>
            </a:r>
          </a:p>
        </p:txBody>
      </p:sp>
      <p:sp>
        <p:nvSpPr>
          <p:cNvPr id="7" name="Content Placeholder 6"/>
          <p:cNvSpPr txBox="1">
            <a:spLocks noGrp="1"/>
          </p:cNvSpPr>
          <p:nvPr>
            <p:ph idx="4294967295"/>
          </p:nvPr>
        </p:nvSpPr>
        <p:spPr>
          <a:xfrm>
            <a:off x="299116" y="1267127"/>
            <a:ext cx="6435725" cy="4044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800" b="1" dirty="0">
                <a:solidFill>
                  <a:schemeClr val="tx1"/>
                </a:solidFill>
              </a:rPr>
              <a:t>Steps to access the Accounts Object: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600" b="1" dirty="0">
                <a:solidFill>
                  <a:schemeClr val="tx1"/>
                </a:solidFill>
              </a:rPr>
              <a:t>Setup &gt; Customize &gt; Accounts</a:t>
            </a:r>
          </a:p>
          <a:p>
            <a:pPr lvl="1"/>
            <a:endParaRPr lang="en-US" sz="1600" dirty="0">
              <a:solidFill>
                <a:schemeClr val="tx1"/>
              </a:solidFill>
            </a:endParaRPr>
          </a:p>
          <a:p>
            <a:pPr lvl="0"/>
            <a:r>
              <a:rPr lang="en-US" sz="1800" b="1" dirty="0">
                <a:solidFill>
                  <a:schemeClr val="tx1"/>
                </a:solidFill>
              </a:rPr>
              <a:t>Common Configuration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Add custom Account fields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Add related lists to page layouts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Add VEEVA s-controls to page layouts</a:t>
            </a:r>
          </a:p>
          <a:p>
            <a:pPr lvl="1"/>
            <a:endParaRPr lang="en-US" sz="1600" dirty="0">
              <a:solidFill>
                <a:schemeClr val="tx1"/>
              </a:solidFill>
            </a:endParaRPr>
          </a:p>
          <a:p>
            <a:pPr lvl="0"/>
            <a:r>
              <a:rPr lang="en-US" sz="1800" b="1" dirty="0">
                <a:solidFill>
                  <a:schemeClr val="tx1"/>
                </a:solidFill>
              </a:rPr>
              <a:t>Create custom record types and corresponding page layouts</a:t>
            </a:r>
          </a:p>
          <a:p>
            <a:pPr lvl="0"/>
            <a:endParaRPr lang="en-US" sz="1800" dirty="0">
              <a:solidFill>
                <a:schemeClr val="tx1"/>
              </a:solidFill>
            </a:endParaRPr>
          </a:p>
          <a:p>
            <a:pPr lvl="0"/>
            <a:r>
              <a:rPr lang="en-US" sz="1800" b="1" dirty="0">
                <a:solidFill>
                  <a:schemeClr val="tx1"/>
                </a:solidFill>
              </a:rPr>
              <a:t>Best Practice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Add Record Type field to Account page layouts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147" y="762000"/>
            <a:ext cx="2381250" cy="53911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864211" y="2419048"/>
            <a:ext cx="1946789" cy="11187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Accounts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Hospitals, Pharmacies, MCO, Hospital Departments.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8905789" y="3271470"/>
            <a:ext cx="958422" cy="62880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8935285" y="3537817"/>
            <a:ext cx="1105910" cy="135772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864211" y="4752693"/>
            <a:ext cx="1946789" cy="11187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 Accounts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Professionals, KOL, Person..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9126793" y="5029728"/>
            <a:ext cx="707922" cy="85428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08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408438"/>
            <a:ext cx="69342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Custom Account Fields</a:t>
            </a:r>
          </a:p>
        </p:txBody>
      </p:sp>
    </p:spTree>
    <p:extLst>
      <p:ext uri="{BB962C8B-B14F-4D97-AF65-F5344CB8AC3E}">
        <p14:creationId xmlns:p14="http://schemas.microsoft.com/office/powerpoint/2010/main" val="3746004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21639" y="187961"/>
            <a:ext cx="7772400" cy="47942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Scenario: Hospital Account Custom Fields ...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199" y="1339214"/>
            <a:ext cx="10566400" cy="4924425"/>
          </a:xfrm>
        </p:spPr>
        <p:txBody>
          <a:bodyPr/>
          <a:lstStyle/>
          <a:p>
            <a:pPr lvl="0"/>
            <a:r>
              <a:rPr lang="en-US" sz="1800" b="1" dirty="0">
                <a:solidFill>
                  <a:schemeClr val="tx1"/>
                </a:solidFill>
              </a:rPr>
              <a:t>Users may be required to show a badge when they visit doctors in hospitals</a:t>
            </a:r>
          </a:p>
          <a:p>
            <a:pPr lvl="0"/>
            <a:endParaRPr lang="en-US" sz="1800" dirty="0">
              <a:solidFill>
                <a:schemeClr val="tx1"/>
              </a:solidFill>
            </a:endParaRPr>
          </a:p>
          <a:p>
            <a:pPr lvl="0"/>
            <a:r>
              <a:rPr lang="en-US" sz="1800" b="1" dirty="0">
                <a:solidFill>
                  <a:schemeClr val="tx1"/>
                </a:solidFill>
              </a:rPr>
              <a:t>Display on the Hospital page layout: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Whether a badge is required for a specific hospital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the users have a valid badge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en-US" sz="1800" b="1" dirty="0">
                <a:solidFill>
                  <a:schemeClr val="tx1"/>
                </a:solidFill>
              </a:rPr>
              <a:t>Since the Accounts object does not have fields which can be used for this purpose: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Create the new custom fields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Place them on the page layout for hospital accounts</a:t>
            </a:r>
          </a:p>
        </p:txBody>
      </p:sp>
    </p:spTree>
    <p:extLst>
      <p:ext uri="{BB962C8B-B14F-4D97-AF65-F5344CB8AC3E}">
        <p14:creationId xmlns:p14="http://schemas.microsoft.com/office/powerpoint/2010/main" val="487049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343400" y="53975"/>
            <a:ext cx="7848600" cy="47942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Scenario: Hospital Account Custom Fields ...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143000"/>
            <a:ext cx="10718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 create custom fields for the Accounts object: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Setup &gt; Customize &gt; Accounts &gt; Fields</a:t>
            </a:r>
          </a:p>
          <a:p>
            <a:pPr marL="742950" lvl="1" indent="-285750">
              <a:buFont typeface="Arial" panose="020B0604020202020204" pitchFamily="34" charset="0"/>
              <a:buChar char="-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-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Create the needed custom fields: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Badge Required – Checkbox</a:t>
            </a:r>
          </a:p>
          <a:p>
            <a:pPr marL="742950" lvl="1" indent="-285750">
              <a:buFont typeface="Arial" panose="020B0604020202020204" pitchFamily="34" charset="0"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Badge Status – Pick list (Needed, Active, Expired)</a:t>
            </a:r>
          </a:p>
          <a:p>
            <a:pPr marL="742950" lvl="1" indent="-285750">
              <a:buFont typeface="Arial" panose="020B0604020202020204" pitchFamily="34" charset="0"/>
              <a:buChar char="-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-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Specify which user profile(s) will have access to the custom fields: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E.g.: Only System Administrator and Primary Care Sales Management - Platform profiles should have access</a:t>
            </a:r>
          </a:p>
          <a:p>
            <a:pPr marL="742950" lvl="1" indent="-285750">
              <a:buFont typeface="Arial" panose="020B0604020202020204" pitchFamily="34" charset="0"/>
              <a:buChar char="-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-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Place the custom fields on only the hospital page layout: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a section on the page layout called Badge Info</a:t>
            </a:r>
          </a:p>
          <a:p>
            <a:pPr marL="742950" lvl="1" indent="-285750">
              <a:buFont typeface="Arial" panose="020B0604020202020204" pitchFamily="34" charset="0"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Place the badge fields in the Badge Info section</a:t>
            </a:r>
          </a:p>
        </p:txBody>
      </p:sp>
    </p:spTree>
    <p:extLst>
      <p:ext uri="{BB962C8B-B14F-4D97-AF65-F5344CB8AC3E}">
        <p14:creationId xmlns:p14="http://schemas.microsoft.com/office/powerpoint/2010/main" val="535896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57213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Page: Hospital Accounts Custom Fields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406" y="935882"/>
            <a:ext cx="8534400" cy="53040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ular Callout 2"/>
          <p:cNvSpPr/>
          <p:nvPr/>
        </p:nvSpPr>
        <p:spPr>
          <a:xfrm rot="5400000">
            <a:off x="6743699" y="2019301"/>
            <a:ext cx="685801" cy="5029201"/>
          </a:xfrm>
          <a:prstGeom prst="wedgeRect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-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0" y="4191001"/>
            <a:ext cx="601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Badge Required – Checkbox</a:t>
            </a:r>
          </a:p>
          <a:p>
            <a:pPr marL="742950" lvl="1" indent="-285750">
              <a:buFont typeface="Arial" panose="020B0604020202020204" pitchFamily="34" charset="0"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Badge Status – Pick list (Needed, Active, Expired)</a:t>
            </a:r>
          </a:p>
        </p:txBody>
      </p:sp>
    </p:spTree>
    <p:extLst>
      <p:ext uri="{BB962C8B-B14F-4D97-AF65-F5344CB8AC3E}">
        <p14:creationId xmlns:p14="http://schemas.microsoft.com/office/powerpoint/2010/main" val="2163769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057400"/>
            <a:ext cx="76755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Custom Page Layouts and Record Types</a:t>
            </a:r>
          </a:p>
        </p:txBody>
      </p:sp>
    </p:spTree>
    <p:extLst>
      <p:ext uri="{BB962C8B-B14F-4D97-AF65-F5344CB8AC3E}">
        <p14:creationId xmlns:p14="http://schemas.microsoft.com/office/powerpoint/2010/main" val="1117326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57213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Scenario: Create a New Record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676400"/>
            <a:ext cx="90678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Organization needs to keep track of interactions users have with staff members such as receptionists for business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Since VEEVA does not have a “Staff” record type and page layout out-of-the-box: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Create a “Staff” record type and “Staff” page layout</a:t>
            </a:r>
          </a:p>
        </p:txBody>
      </p:sp>
    </p:spTree>
    <p:extLst>
      <p:ext uri="{BB962C8B-B14F-4D97-AF65-F5344CB8AC3E}">
        <p14:creationId xmlns:p14="http://schemas.microsoft.com/office/powerpoint/2010/main" val="766763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57213"/>
            <a:ext cx="10807700" cy="369887"/>
          </a:xfrm>
        </p:spPr>
        <p:txBody>
          <a:bodyPr/>
          <a:lstStyle/>
          <a:p>
            <a:r>
              <a:rPr lang="en-US" sz="1700" dirty="0"/>
              <a:t>Custom Page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99" y="1035784"/>
            <a:ext cx="1074419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create custom person Account record type: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−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Setup &gt; Customize &gt; Accounts &gt; Person Accounts &gt; Record Type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create custom person Account page layout: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−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Setup &gt; Customize &gt; Accounts &gt; Person Accounts &gt; Page Layouts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Create a page layout called Staff based on the Professional page layout and display the following info: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61809"/>
            <a:ext cx="7620000" cy="29531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762000" y="5781528"/>
            <a:ext cx="10972799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a new record type called Staff based on the Professional_vod record type:</a:t>
            </a:r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–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Enable it only for the System Administrator and the Primary Care Sales - Platform</a:t>
            </a:r>
          </a:p>
        </p:txBody>
      </p:sp>
    </p:spTree>
    <p:extLst>
      <p:ext uri="{BB962C8B-B14F-4D97-AF65-F5344CB8AC3E}">
        <p14:creationId xmlns:p14="http://schemas.microsoft.com/office/powerpoint/2010/main" val="2288806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57213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Custom Staff Page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362670"/>
            <a:ext cx="952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the My Accounts tab, create a new Staff record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new custom Staff Account page layout should look like the screenshot below: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4" y="2514600"/>
            <a:ext cx="8734425" cy="30861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5080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57213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Disable License Number ...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1639" y="1219200"/>
            <a:ext cx="9408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users create a Staff record, the wizard displays a License # section which does not apply to Staff accounts</a:t>
            </a:r>
          </a:p>
        </p:txBody>
      </p:sp>
      <p:pic>
        <p:nvPicPr>
          <p:cNvPr id="7" name="Picture 6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985258"/>
            <a:ext cx="7467600" cy="4339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6616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57213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Disable License Number ...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929003"/>
            <a:ext cx="762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 remove the License # section from the Wizard: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custom VEEVA Message: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NEW_ACCOUNT_TYPES_DISABLE_LICENSE_INFO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List record types: Staff</a:t>
            </a:r>
          </a:p>
          <a:p>
            <a:pPr marL="742950" lvl="1" indent="-285750">
              <a:buFont typeface="Arial" panose="020B0604020202020204" pitchFamily="34" charset="0"/>
              <a:buChar char="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Clear VOD Cache</a:t>
            </a:r>
          </a:p>
        </p:txBody>
      </p:sp>
      <p:pic>
        <p:nvPicPr>
          <p:cNvPr id="8" name="Picture 7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71826" y="2816066"/>
            <a:ext cx="8262774" cy="37371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5638801" y="5257800"/>
            <a:ext cx="2112831" cy="5878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record types label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separated by comma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4831453" y="5551714"/>
            <a:ext cx="807349" cy="42664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525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57213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Disable License Number ...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600200"/>
            <a:ext cx="104902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Never change the label of out-of-the-box record types directly in the Account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the Translation Workbench to provide custom values for Account record type labels instead</a:t>
            </a:r>
          </a:p>
          <a:p>
            <a:pPr marL="742950" lvl="1" indent="-285750">
              <a:buFont typeface="Arial" panose="020B0604020202020204" pitchFamily="34" charset="0"/>
              <a:buChar char="−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Go to Setup &gt; Translation Workbench &gt; Translate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105" y="3120389"/>
            <a:ext cx="6583680" cy="31432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5465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2590800"/>
            <a:ext cx="79248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Custom Account Button</a:t>
            </a:r>
          </a:p>
        </p:txBody>
      </p:sp>
    </p:spTree>
    <p:extLst>
      <p:ext uri="{BB962C8B-B14F-4D97-AF65-F5344CB8AC3E}">
        <p14:creationId xmlns:p14="http://schemas.microsoft.com/office/powerpoint/2010/main" val="1487328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28600" y="283762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Create a Custom Button ...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5400" y="968705"/>
            <a:ext cx="885490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create custom button in the Accounts object:</a:t>
            </a:r>
          </a:p>
          <a:p>
            <a:pPr marL="742950" lvl="1" indent="-285750">
              <a:buFont typeface="Calibri" panose="020F0502020204030204" pitchFamily="34" charset="0"/>
              <a:buChar char="-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Setup &gt; Customize &gt; Accounts &gt; Buttons and Links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a new button with following information:</a:t>
            </a:r>
            <a:r>
              <a:rPr lang="en-US" sz="2000" dirty="0"/>
              <a:t> 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312873"/>
            <a:ext cx="6053580" cy="42090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31258" y="4213286"/>
            <a:ext cx="1665423" cy="5878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 as Detail Page Button</a:t>
            </a:r>
          </a:p>
        </p:txBody>
      </p:sp>
      <p:cxnSp>
        <p:nvCxnSpPr>
          <p:cNvPr id="9" name="Straight Arrow Connector 8"/>
          <p:cNvCxnSpPr>
            <a:stCxn id="8" idx="3"/>
          </p:cNvCxnSpPr>
          <p:nvPr/>
        </p:nvCxnSpPr>
        <p:spPr>
          <a:xfrm>
            <a:off x="3196681" y="4507200"/>
            <a:ext cx="825951" cy="6545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96862" y="2901980"/>
            <a:ext cx="2971134" cy="14400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name must begin with a letter and use only alphanumeric characters and underscores. The name cannot end with an underscore or have two consecutive underscores</a:t>
            </a:r>
          </a:p>
        </p:txBody>
      </p:sp>
      <p:cxnSp>
        <p:nvCxnSpPr>
          <p:cNvPr id="12" name="Straight Arrow Connector 11"/>
          <p:cNvCxnSpPr>
            <a:stCxn id="10" idx="1"/>
          </p:cNvCxnSpPr>
          <p:nvPr/>
        </p:nvCxnSpPr>
        <p:spPr>
          <a:xfrm flipH="1">
            <a:off x="6248400" y="3621981"/>
            <a:ext cx="1448462" cy="8193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7237454" y="5651090"/>
            <a:ext cx="1220747" cy="26845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453494" y="5327153"/>
            <a:ext cx="2154013" cy="6478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the New Account [</a:t>
            </a:r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New_Person_vod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S-Control</a:t>
            </a:r>
          </a:p>
        </p:txBody>
      </p:sp>
    </p:spTree>
    <p:extLst>
      <p:ext uri="{BB962C8B-B14F-4D97-AF65-F5344CB8AC3E}">
        <p14:creationId xmlns:p14="http://schemas.microsoft.com/office/powerpoint/2010/main" val="175881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57213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Create a Custom Button ...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7976" y="1041180"/>
            <a:ext cx="814372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place the custom button on the Hospital Department page layout:</a:t>
            </a:r>
          </a:p>
          <a:p>
            <a:pPr marL="742950" lvl="1" indent="-285750">
              <a:buFont typeface="Arial" panose="020B0604020202020204" pitchFamily="34" charset="0"/>
              <a:buChar char="−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−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Setup &gt; Customize &gt; Accounts &gt; Page Layouts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−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Edit the Hospital Department page layout</a:t>
            </a:r>
          </a:p>
          <a:p>
            <a:pPr marL="742950" lvl="1" indent="-285750">
              <a:buFont typeface="Arial" panose="020B0604020202020204" pitchFamily="34" charset="0"/>
              <a:buChar char="−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Remove the New Professional button from the page layout</a:t>
            </a:r>
          </a:p>
          <a:p>
            <a:pPr marL="742950" lvl="1" indent="-285750">
              <a:buFont typeface="Arial" panose="020B0604020202020204" pitchFamily="34" charset="0"/>
              <a:buChar char="−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Place the New Professional / Staff button on the page layout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13" y="3124200"/>
            <a:ext cx="8020050" cy="30384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8540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57213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Create a Custom Button ...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3247" y="1129229"/>
            <a:ext cx="861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the My Accounts tab, go into the Zenith Emergency Department 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Click the New Professional / Staff Button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2006673"/>
            <a:ext cx="5632860" cy="436145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Straight Arrow Connector 7"/>
          <p:cNvCxnSpPr/>
          <p:nvPr/>
        </p:nvCxnSpPr>
        <p:spPr>
          <a:xfrm flipV="1">
            <a:off x="3722740" y="3820039"/>
            <a:ext cx="2182761" cy="73471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570579" y="4177548"/>
            <a:ext cx="2152161" cy="12147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 the button uses the New Person Account s-control, the Record Type of new record picklist displays</a:t>
            </a:r>
          </a:p>
        </p:txBody>
      </p:sp>
    </p:spTree>
    <p:extLst>
      <p:ext uri="{BB962C8B-B14F-4D97-AF65-F5344CB8AC3E}">
        <p14:creationId xmlns:p14="http://schemas.microsoft.com/office/powerpoint/2010/main" val="1798435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2819400"/>
            <a:ext cx="76962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View User Territory Info</a:t>
            </a:r>
          </a:p>
        </p:txBody>
      </p:sp>
    </p:spTree>
    <p:extLst>
      <p:ext uri="{BB962C8B-B14F-4D97-AF65-F5344CB8AC3E}">
        <p14:creationId xmlns:p14="http://schemas.microsoft.com/office/powerpoint/2010/main" val="2183027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018" y="233681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View User Territory Custom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647" y="957133"/>
            <a:ext cx="861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Displays all the users aligned to the territory for the account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18348"/>
            <a:ext cx="7433669" cy="199185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4247220" y="2434198"/>
            <a:ext cx="781665" cy="6433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4536" y="3450679"/>
            <a:ext cx="9677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Modify the needed Account page layout and add the View User Territory custom link under Custom Links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160" y="4450433"/>
            <a:ext cx="6097336" cy="88921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24536" y="5397699"/>
            <a:ext cx="87879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 Profiles need access to User_Territory_vod Visualforce page</a:t>
            </a:r>
          </a:p>
          <a:p>
            <a:pPr marL="742950" lvl="1" indent="-285750">
              <a:buFont typeface="Arial" panose="020B0604020202020204" pitchFamily="34" charset="0"/>
              <a:buChar char="-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Setup &gt; Develop &gt; Pages &gt; Security</a:t>
            </a:r>
          </a:p>
        </p:txBody>
      </p:sp>
    </p:spTree>
    <p:extLst>
      <p:ext uri="{BB962C8B-B14F-4D97-AF65-F5344CB8AC3E}">
        <p14:creationId xmlns:p14="http://schemas.microsoft.com/office/powerpoint/2010/main" val="1632983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2400" y="228601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Territory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63952"/>
            <a:ext cx="815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View User Territory custom link only works online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Territory field shows territory information for an account 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iRep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819400"/>
            <a:ext cx="6889468" cy="277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928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1200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64150" y="0"/>
            <a:ext cx="6927850" cy="66833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Check Your Understanding ... 1</a:t>
            </a:r>
          </a:p>
        </p:txBody>
      </p:sp>
      <p:graphicFrame>
        <p:nvGraphicFramePr>
          <p:cNvPr id="23" name="Diagram 22"/>
          <p:cNvGraphicFramePr/>
          <p:nvPr>
            <p:extLst>
              <p:ext uri="{D42A27DB-BD31-4B8C-83A1-F6EECF244321}">
                <p14:modId xmlns:p14="http://schemas.microsoft.com/office/powerpoint/2010/main" val="2847676977"/>
              </p:ext>
            </p:extLst>
          </p:nvPr>
        </p:nvGraphicFramePr>
        <p:xfrm>
          <a:off x="903756" y="1066800"/>
          <a:ext cx="8333885" cy="306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/>
          <p:cNvSpPr txBox="1">
            <a:spLocks/>
          </p:cNvSpPr>
          <p:nvPr/>
        </p:nvSpPr>
        <p:spPr>
          <a:xfrm>
            <a:off x="9676" y="6553200"/>
            <a:ext cx="1828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C000"/>
              </a:buClr>
              <a:buFont typeface="Verdana" pitchFamily="34" charset="0"/>
              <a:buChar char="»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7030A0"/>
              </a:buClr>
              <a:buFont typeface="Arial" pitchFamily="34" charset="0"/>
              <a:buChar char="•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en-US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© Cognizant 2015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4134854706"/>
              </p:ext>
            </p:extLst>
          </p:nvPr>
        </p:nvGraphicFramePr>
        <p:xfrm>
          <a:off x="990600" y="3886200"/>
          <a:ext cx="8333885" cy="83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59251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AsOne/>
      </p:bldGraphic>
      <p:bldGraphic spid="7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1200" dirty="0">
                <a:solidFill>
                  <a:schemeClr val="bg1"/>
                </a:solidFill>
              </a:rPr>
              <a:t>29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64150" y="0"/>
            <a:ext cx="6927850" cy="66833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Check Your Understanding ... 2</a:t>
            </a:r>
          </a:p>
        </p:txBody>
      </p:sp>
      <p:graphicFrame>
        <p:nvGraphicFramePr>
          <p:cNvPr id="23" name="Diagram 22"/>
          <p:cNvGraphicFramePr/>
          <p:nvPr>
            <p:extLst>
              <p:ext uri="{D42A27DB-BD31-4B8C-83A1-F6EECF244321}">
                <p14:modId xmlns:p14="http://schemas.microsoft.com/office/powerpoint/2010/main" val="209257454"/>
              </p:ext>
            </p:extLst>
          </p:nvPr>
        </p:nvGraphicFramePr>
        <p:xfrm>
          <a:off x="939316" y="1373620"/>
          <a:ext cx="8333885" cy="2532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/>
          <p:cNvSpPr txBox="1">
            <a:spLocks/>
          </p:cNvSpPr>
          <p:nvPr/>
        </p:nvSpPr>
        <p:spPr>
          <a:xfrm>
            <a:off x="9676" y="6553200"/>
            <a:ext cx="1828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C000"/>
              </a:buClr>
              <a:buFont typeface="Verdana" pitchFamily="34" charset="0"/>
              <a:buChar char="»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7030A0"/>
              </a:buClr>
              <a:buFont typeface="Arial" pitchFamily="34" charset="0"/>
              <a:buChar char="•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en-US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© Cognizant 2015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614563587"/>
              </p:ext>
            </p:extLst>
          </p:nvPr>
        </p:nvGraphicFramePr>
        <p:xfrm>
          <a:off x="939316" y="3776981"/>
          <a:ext cx="8333885" cy="83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37761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AsOne/>
      </p:bldGraphic>
      <p:bldGraphic spid="7" grpId="0">
        <p:bldAsOne/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30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438400" y="76200"/>
            <a:ext cx="6927850" cy="66833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Check Your Understanding ... 3</a:t>
            </a:r>
          </a:p>
        </p:txBody>
      </p:sp>
      <p:graphicFrame>
        <p:nvGraphicFramePr>
          <p:cNvPr id="23" name="Diagram 22"/>
          <p:cNvGraphicFramePr/>
          <p:nvPr>
            <p:extLst>
              <p:ext uri="{D42A27DB-BD31-4B8C-83A1-F6EECF244321}">
                <p14:modId xmlns:p14="http://schemas.microsoft.com/office/powerpoint/2010/main" val="2110458922"/>
              </p:ext>
            </p:extLst>
          </p:nvPr>
        </p:nvGraphicFramePr>
        <p:xfrm>
          <a:off x="1143000" y="1524000"/>
          <a:ext cx="8333885" cy="2532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/>
          <p:cNvSpPr txBox="1">
            <a:spLocks/>
          </p:cNvSpPr>
          <p:nvPr/>
        </p:nvSpPr>
        <p:spPr>
          <a:xfrm>
            <a:off x="9676" y="6553200"/>
            <a:ext cx="1828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C000"/>
              </a:buClr>
              <a:buFont typeface="Verdana" pitchFamily="34" charset="0"/>
              <a:buChar char="»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7030A0"/>
              </a:buClr>
              <a:buFont typeface="Arial" pitchFamily="34" charset="0"/>
              <a:buChar char="•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en-US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© Cognizant 2015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308693412"/>
              </p:ext>
            </p:extLst>
          </p:nvPr>
        </p:nvGraphicFramePr>
        <p:xfrm>
          <a:off x="1143000" y="3927361"/>
          <a:ext cx="8333885" cy="83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79425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AsOne/>
      </p:bldGraphic>
      <p:bldGraphic spid="7" grpId="0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31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766493" y="76200"/>
            <a:ext cx="6927850" cy="66833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Check Your Understanding ... 4</a:t>
            </a:r>
          </a:p>
        </p:txBody>
      </p:sp>
      <p:graphicFrame>
        <p:nvGraphicFramePr>
          <p:cNvPr id="23" name="Diagram 22"/>
          <p:cNvGraphicFramePr/>
          <p:nvPr>
            <p:extLst>
              <p:ext uri="{D42A27DB-BD31-4B8C-83A1-F6EECF244321}">
                <p14:modId xmlns:p14="http://schemas.microsoft.com/office/powerpoint/2010/main" val="200559545"/>
              </p:ext>
            </p:extLst>
          </p:nvPr>
        </p:nvGraphicFramePr>
        <p:xfrm>
          <a:off x="809296" y="1203439"/>
          <a:ext cx="8333885" cy="306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/>
          <p:cNvSpPr txBox="1">
            <a:spLocks/>
          </p:cNvSpPr>
          <p:nvPr/>
        </p:nvSpPr>
        <p:spPr>
          <a:xfrm>
            <a:off x="9676" y="6553200"/>
            <a:ext cx="1828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C000"/>
              </a:buClr>
              <a:buFont typeface="Verdana" pitchFamily="34" charset="0"/>
              <a:buChar char="»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7030A0"/>
              </a:buClr>
              <a:buFont typeface="Arial" pitchFamily="34" charset="0"/>
              <a:buChar char="•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en-US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© Cognizant 2015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56604736"/>
              </p:ext>
            </p:extLst>
          </p:nvPr>
        </p:nvGraphicFramePr>
        <p:xfrm>
          <a:off x="809295" y="4033950"/>
          <a:ext cx="8333885" cy="83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040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AsOne/>
      </p:bldGraphic>
      <p:bldGraphic spid="7" grpId="0">
        <p:bldAsOne/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1200" dirty="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64150" y="0"/>
            <a:ext cx="6927850" cy="66833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Check Your Understanding ... 5</a:t>
            </a:r>
          </a:p>
        </p:txBody>
      </p:sp>
      <p:graphicFrame>
        <p:nvGraphicFramePr>
          <p:cNvPr id="23" name="Diagram 22"/>
          <p:cNvGraphicFramePr/>
          <p:nvPr>
            <p:extLst>
              <p:ext uri="{D42A27DB-BD31-4B8C-83A1-F6EECF244321}">
                <p14:modId xmlns:p14="http://schemas.microsoft.com/office/powerpoint/2010/main" val="1235873893"/>
              </p:ext>
            </p:extLst>
          </p:nvPr>
        </p:nvGraphicFramePr>
        <p:xfrm>
          <a:off x="844856" y="1208520"/>
          <a:ext cx="8333885" cy="2532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/>
          <p:cNvSpPr txBox="1">
            <a:spLocks/>
          </p:cNvSpPr>
          <p:nvPr/>
        </p:nvSpPr>
        <p:spPr>
          <a:xfrm>
            <a:off x="9676" y="6553200"/>
            <a:ext cx="1828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C000"/>
              </a:buClr>
              <a:buFont typeface="Verdana" pitchFamily="34" charset="0"/>
              <a:buChar char="»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7030A0"/>
              </a:buClr>
              <a:buFont typeface="Arial" pitchFamily="34" charset="0"/>
              <a:buChar char="•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en-US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© Cognizant 2015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36180738"/>
              </p:ext>
            </p:extLst>
          </p:nvPr>
        </p:nvGraphicFramePr>
        <p:xfrm>
          <a:off x="924076" y="3494088"/>
          <a:ext cx="8333885" cy="83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5545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AsOne/>
      </p:bldGraphic>
      <p:bldGraphic spid="7" grpId="0">
        <p:bldAsOne/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04800" y="219652"/>
            <a:ext cx="10807700" cy="3698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/>
              <a:t>Summary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457199" y="1360487"/>
            <a:ext cx="10807700" cy="41370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Defined VEEVA Account record types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Business Account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Person Accounts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Defined custom Accounts fields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Place custom fields on specific account page layout(s)</a:t>
            </a:r>
          </a:p>
          <a:p>
            <a:r>
              <a:rPr lang="en-US" dirty="0">
                <a:solidFill>
                  <a:schemeClr val="tx1"/>
                </a:solidFill>
              </a:rPr>
              <a:t>Created custom page layout and record types</a:t>
            </a:r>
          </a:p>
          <a:p>
            <a:r>
              <a:rPr lang="en-US" dirty="0">
                <a:solidFill>
                  <a:schemeClr val="tx1"/>
                </a:solidFill>
              </a:rPr>
              <a:t>Created a custom Account button</a:t>
            </a:r>
          </a:p>
          <a:p>
            <a:r>
              <a:rPr lang="en-US" dirty="0">
                <a:solidFill>
                  <a:schemeClr val="tx1"/>
                </a:solidFill>
              </a:rPr>
              <a:t>Displayed the View User Territory custom link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935201" y="3997765"/>
            <a:ext cx="3602254" cy="2468814"/>
          </a:xfrm>
          <a:prstGeom prst="rect">
            <a:avLst/>
          </a:prstGeom>
          <a:solidFill>
            <a:srgbClr val="81D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122" name="Picture 2" descr="D:\Images\Images\Objective\shutterstock_12820219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251" y="4086565"/>
            <a:ext cx="3436154" cy="229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/>
                </a:solidFill>
              </a:rPr>
              <a:pPr/>
              <a:t>34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idx="4294967295"/>
          </p:nvPr>
        </p:nvSpPr>
        <p:spPr>
          <a:xfrm>
            <a:off x="5264150" y="0"/>
            <a:ext cx="6927850" cy="668338"/>
          </a:xfrm>
        </p:spPr>
        <p:txBody>
          <a:bodyPr/>
          <a:lstStyle/>
          <a:p>
            <a:r>
              <a:rPr lang="en-US" sz="1700" dirty="0"/>
              <a:t>Coming Next ...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228600" y="1296827"/>
            <a:ext cx="10668000" cy="321468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 the upcoming module - </a:t>
            </a:r>
            <a:r>
              <a:rPr lang="en-US" i="1" dirty="0">
                <a:solidFill>
                  <a:schemeClr val="tx1"/>
                </a:solidFill>
              </a:rPr>
              <a:t>Sphere of influence, Affiliation, Account Hierarchy </a:t>
            </a:r>
            <a:r>
              <a:rPr lang="en-US" dirty="0">
                <a:solidFill>
                  <a:schemeClr val="tx1"/>
                </a:solidFill>
              </a:rPr>
              <a:t>you will learn to: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>
              <a:buClrTx/>
              <a:buFont typeface="Arial" panose="020B0604020202020204" pitchFamily="34" charset="0"/>
              <a:buChar char="-"/>
            </a:pPr>
            <a:r>
              <a:rPr lang="en-US" dirty="0">
                <a:solidFill>
                  <a:schemeClr val="tx1"/>
                </a:solidFill>
              </a:rPr>
              <a:t>Describe Account Affiliation </a:t>
            </a:r>
          </a:p>
          <a:p>
            <a:pPr lvl="1">
              <a:buClrTx/>
              <a:buFont typeface="Arial" panose="020B0604020202020204" pitchFamily="34" charset="0"/>
              <a:buChar char="-"/>
            </a:pPr>
            <a:r>
              <a:rPr lang="en-US" dirty="0">
                <a:solidFill>
                  <a:schemeClr val="tx1"/>
                </a:solidFill>
              </a:rPr>
              <a:t>Describe and Configure Sphere of Influence</a:t>
            </a:r>
          </a:p>
          <a:p>
            <a:pPr lvl="1">
              <a:buClrTx/>
              <a:buFont typeface="Arial" panose="020B0604020202020204" pitchFamily="34" charset="0"/>
              <a:buChar char="-"/>
            </a:pPr>
            <a:r>
              <a:rPr lang="en-US" dirty="0">
                <a:solidFill>
                  <a:schemeClr val="tx1"/>
                </a:solidFill>
              </a:rPr>
              <a:t>Describe and Configure Account Hierarchy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861805" y="6629401"/>
            <a:ext cx="711195" cy="22859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7" name="Footer Placeholder 4"/>
          <p:cNvSpPr txBox="1">
            <a:spLocks/>
          </p:cNvSpPr>
          <p:nvPr/>
        </p:nvSpPr>
        <p:spPr>
          <a:xfrm>
            <a:off x="9676" y="6553200"/>
            <a:ext cx="1828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C000"/>
              </a:buClr>
              <a:buFont typeface="Verdana" pitchFamily="34" charset="0"/>
              <a:buChar char="»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7030A0"/>
              </a:buClr>
              <a:buFont typeface="Arial" pitchFamily="34" charset="0"/>
              <a:buChar char="•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en-US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© Cognizant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5743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2761343"/>
            <a:ext cx="5250543" cy="1335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65088" lvl="1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itchFamily="34" charset="0"/>
              </a:rPr>
              <a:t>You have successfully completed</a:t>
            </a:r>
          </a:p>
          <a:p>
            <a:pPr marL="231775" lvl="1"/>
            <a:r>
              <a:rPr lang="en-US" sz="24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 Object Configuration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A78E2F1E-DADA-4E92-9D43-42825C05A1D6}" vid="{21796A00-E72B-4A84-924D-334F6743352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C933FEF0C0674A996127B68FDC3420" ma:contentTypeVersion="5" ma:contentTypeDescription="Create a new document." ma:contentTypeScope="" ma:versionID="9c80a020bbbb5ae2cda835c8e5654400">
  <xsd:schema xmlns:xsd="http://www.w3.org/2001/XMLSchema" xmlns:xs="http://www.w3.org/2001/XMLSchema" xmlns:p="http://schemas.microsoft.com/office/2006/metadata/properties" xmlns:ns2="fc8212d3-0522-415d-bf05-8cb4ef112812" xmlns:ns3="c87adb7a-312c-4840-9f22-562d3543171d" targetNamespace="http://schemas.microsoft.com/office/2006/metadata/properties" ma:root="true" ma:fieldsID="f43573f6e26bc639b067c472853df6b7" ns2:_="" ns3:_="">
    <xsd:import namespace="fc8212d3-0522-415d-bf05-8cb4ef112812"/>
    <xsd:import namespace="c87adb7a-312c-4840-9f22-562d354317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8212d3-0522-415d-bf05-8cb4ef1128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7adb7a-312c-4840-9f22-562d3543171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9C1021-8596-434F-AC7B-97D9EEC56EAA}"/>
</file>

<file path=customXml/itemProps2.xml><?xml version="1.0" encoding="utf-8"?>
<ds:datastoreItem xmlns:ds="http://schemas.openxmlformats.org/officeDocument/2006/customXml" ds:itemID="{F78FCE96-C8A4-4E92-8467-18B7198B1C7C}">
  <ds:schemaRefs>
    <ds:schemaRef ds:uri="http://schemas.microsoft.com/office/2006/metadata/properties"/>
    <ds:schemaRef ds:uri="dfd53ed4-94b5-463c-b53e-ba94579571dd"/>
  </ds:schemaRefs>
</ds:datastoreItem>
</file>

<file path=customXml/itemProps3.xml><?xml version="1.0" encoding="utf-8"?>
<ds:datastoreItem xmlns:ds="http://schemas.openxmlformats.org/officeDocument/2006/customXml" ds:itemID="{8AAEEA49-3EED-4488-A043-7D1DC7843D7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8767</TotalTime>
  <Words>1612</Words>
  <Application>Microsoft Office PowerPoint</Application>
  <PresentationFormat>Widescreen</PresentationFormat>
  <Paragraphs>305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Arial</vt:lpstr>
      <vt:lpstr>Arial Narrow</vt:lpstr>
      <vt:lpstr>Arial Rounded MT Bold</vt:lpstr>
      <vt:lpstr>Arial Unicode MS</vt:lpstr>
      <vt:lpstr>Calibri</vt:lpstr>
      <vt:lpstr>Cambria</vt:lpstr>
      <vt:lpstr>Symbol</vt:lpstr>
      <vt:lpstr>Verdana</vt:lpstr>
      <vt:lpstr>Wingdings</vt:lpstr>
      <vt:lpstr>Custom Design</vt:lpstr>
      <vt:lpstr>Theme1</vt:lpstr>
      <vt:lpstr>PowerPoint Presentation</vt:lpstr>
      <vt:lpstr>About the Author</vt:lpstr>
      <vt:lpstr>Objectives</vt:lpstr>
      <vt:lpstr>Recap ... </vt:lpstr>
      <vt:lpstr>Do You Know</vt:lpstr>
      <vt:lpstr>PowerPoint Presentation</vt:lpstr>
      <vt:lpstr>VEEVA Account Record Types</vt:lpstr>
      <vt:lpstr>VEEVA Account Record Types Cont...</vt:lpstr>
      <vt:lpstr>Account Object Configuration</vt:lpstr>
      <vt:lpstr>PowerPoint Presentation</vt:lpstr>
      <vt:lpstr>Scenario: Hospital Account Custom Fields ... 1</vt:lpstr>
      <vt:lpstr>Scenario: Hospital Account Custom Fields ... 2</vt:lpstr>
      <vt:lpstr>Page: Hospital Accounts Custom Fields</vt:lpstr>
      <vt:lpstr>PowerPoint Presentation</vt:lpstr>
      <vt:lpstr>Scenario: Create a New Record Type</vt:lpstr>
      <vt:lpstr>Custom Page Layout</vt:lpstr>
      <vt:lpstr>Custom Staff Page Layout</vt:lpstr>
      <vt:lpstr>Disable License Number ... 1</vt:lpstr>
      <vt:lpstr>Disable License Number ... 2</vt:lpstr>
      <vt:lpstr>Disable License Number ... 3</vt:lpstr>
      <vt:lpstr>PowerPoint Presentation</vt:lpstr>
      <vt:lpstr>Create a Custom Button ... 1</vt:lpstr>
      <vt:lpstr>Create a Custom Button ... 2</vt:lpstr>
      <vt:lpstr>Create a Custom Button ... 3</vt:lpstr>
      <vt:lpstr>PowerPoint Presentation</vt:lpstr>
      <vt:lpstr>View User Territory Custom Link</vt:lpstr>
      <vt:lpstr>Territory Field</vt:lpstr>
      <vt:lpstr>Check Your Understanding ... 1</vt:lpstr>
      <vt:lpstr>Check Your Understanding ... 2</vt:lpstr>
      <vt:lpstr>Check Your Understanding ... 3</vt:lpstr>
      <vt:lpstr>Check Your Understanding ... 4</vt:lpstr>
      <vt:lpstr>Check Your Understanding ... 5</vt:lpstr>
      <vt:lpstr>Summary</vt:lpstr>
      <vt:lpstr>Coming Next ... </vt:lpstr>
      <vt:lpstr>PowerPoint Presentation</vt:lpstr>
    </vt:vector>
  </TitlesOfParts>
  <Company>CTS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Content_Development_Template_Practitioner</dc:title>
  <dc:creator>AssetDevelopmentTeam@cognizant.com</dc:creator>
  <cp:lastModifiedBy>Mukherjee, Chuyachandan (Cognizant)</cp:lastModifiedBy>
  <cp:revision>163</cp:revision>
  <dcterms:created xsi:type="dcterms:W3CDTF">2011-06-15T11:24:59Z</dcterms:created>
  <dcterms:modified xsi:type="dcterms:W3CDTF">2023-08-14T07:38:45Z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0x0101008CC933FEF0C0674A996127B68FDC3420</vt:lpwstr>
  </property>
  <property fmtid="{D5CDD505-2E9C-101B-9397-08002B2CF9AE}" pid="3" name="_dlc_DocIdItemGuid">
    <vt:lpwstr>1c19f327-3998-48ba-bd4d-be7aee79e354</vt:lpwstr>
  </property>
</Properties>
</file>