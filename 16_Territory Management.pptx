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819" r:id="rId5"/>
  </p:sldMasterIdLst>
  <p:notesMasterIdLst>
    <p:notesMasterId r:id="rId47"/>
  </p:notesMasterIdLst>
  <p:handoutMasterIdLst>
    <p:handoutMasterId r:id="rId48"/>
  </p:handoutMasterIdLst>
  <p:sldIdLst>
    <p:sldId id="256" r:id="rId6"/>
    <p:sldId id="289" r:id="rId7"/>
    <p:sldId id="259" r:id="rId8"/>
    <p:sldId id="724" r:id="rId9"/>
    <p:sldId id="260" r:id="rId10"/>
    <p:sldId id="717" r:id="rId11"/>
    <p:sldId id="723" r:id="rId12"/>
    <p:sldId id="261" r:id="rId13"/>
    <p:sldId id="725" r:id="rId14"/>
    <p:sldId id="757" r:id="rId15"/>
    <p:sldId id="758" r:id="rId16"/>
    <p:sldId id="756" r:id="rId17"/>
    <p:sldId id="718" r:id="rId18"/>
    <p:sldId id="270" r:id="rId19"/>
    <p:sldId id="759" r:id="rId20"/>
    <p:sldId id="760" r:id="rId21"/>
    <p:sldId id="761" r:id="rId22"/>
    <p:sldId id="762" r:id="rId23"/>
    <p:sldId id="764" r:id="rId24"/>
    <p:sldId id="763" r:id="rId25"/>
    <p:sldId id="765" r:id="rId26"/>
    <p:sldId id="766" r:id="rId27"/>
    <p:sldId id="767" r:id="rId28"/>
    <p:sldId id="768" r:id="rId29"/>
    <p:sldId id="769" r:id="rId30"/>
    <p:sldId id="770" r:id="rId31"/>
    <p:sldId id="771" r:id="rId32"/>
    <p:sldId id="719" r:id="rId33"/>
    <p:sldId id="273" r:id="rId34"/>
    <p:sldId id="772" r:id="rId35"/>
    <p:sldId id="773" r:id="rId36"/>
    <p:sldId id="774" r:id="rId37"/>
    <p:sldId id="775" r:id="rId38"/>
    <p:sldId id="776" r:id="rId39"/>
    <p:sldId id="777" r:id="rId40"/>
    <p:sldId id="716" r:id="rId41"/>
    <p:sldId id="778" r:id="rId42"/>
    <p:sldId id="265" r:id="rId43"/>
    <p:sldId id="287" r:id="rId44"/>
    <p:sldId id="288" r:id="rId45"/>
    <p:sldId id="26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DB820"/>
    <a:srgbClr val="EAC71D"/>
    <a:srgbClr val="B81E2D"/>
    <a:srgbClr val="424242"/>
    <a:srgbClr val="ECECEC"/>
    <a:srgbClr val="000048"/>
    <a:srgbClr val="777777"/>
    <a:srgbClr val="E9C71D"/>
    <a:srgbClr val="2E31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6327" autoAdjust="0"/>
  </p:normalViewPr>
  <p:slideViewPr>
    <p:cSldViewPr snapToGrid="0">
      <p:cViewPr>
        <p:scale>
          <a:sx n="75" d="100"/>
          <a:sy n="75" d="100"/>
        </p:scale>
        <p:origin x="-1300" y="-276"/>
      </p:cViewPr>
      <p:guideLst>
        <p:guide orient="horz" pos="1584"/>
        <p:guide orient="horz" pos="3480"/>
        <p:guide orient="horz" pos="1968"/>
        <p:guide pos="3840"/>
      </p:guideLst>
    </p:cSldViewPr>
  </p:slideViewPr>
  <p:outlineViewPr>
    <p:cViewPr>
      <p:scale>
        <a:sx n="33" d="100"/>
        <a:sy n="33" d="100"/>
      </p:scale>
      <p:origin x="0" y="-2000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0" d="100"/>
          <a:sy n="110" d="100"/>
        </p:scale>
        <p:origin x="4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Sneha (Cognizant)" userId="62ca8c89-7698-4ba4-86c5-ae883b79a337" providerId="ADAL" clId="{D7B79FB2-8CE3-41F8-83A5-D00725A61405}"/>
    <pc:docChg chg="undo custSel addSld delSld modSld sldOrd">
      <pc:chgData name="Kate, Sneha (Cognizant)" userId="62ca8c89-7698-4ba4-86c5-ae883b79a337" providerId="ADAL" clId="{D7B79FB2-8CE3-41F8-83A5-D00725A61405}" dt="2023-08-08T09:09:02.147" v="1783" actId="14100"/>
      <pc:docMkLst>
        <pc:docMk/>
      </pc:docMkLst>
      <pc:sldChg chg="modSp mod">
        <pc:chgData name="Kate, Sneha (Cognizant)" userId="62ca8c89-7698-4ba4-86c5-ae883b79a337" providerId="ADAL" clId="{D7B79FB2-8CE3-41F8-83A5-D00725A61405}" dt="2023-08-08T09:09:02.147" v="1783" actId="14100"/>
        <pc:sldMkLst>
          <pc:docMk/>
          <pc:sldMk cId="2682367817" sldId="256"/>
        </pc:sldMkLst>
      </pc:sldChg>
      <pc:sldChg chg="modSp mod">
        <pc:chgData name="Kate, Sneha (Cognizant)" userId="62ca8c89-7698-4ba4-86c5-ae883b79a337" providerId="ADAL" clId="{D7B79FB2-8CE3-41F8-83A5-D00725A61405}" dt="2023-08-08T07:57:57.720" v="87"/>
        <pc:sldMkLst>
          <pc:docMk/>
          <pc:sldMk cId="1879160448" sldId="259"/>
        </pc:sldMkLst>
      </pc:sldChg>
      <pc:sldChg chg="modSp mod">
        <pc:chgData name="Kate, Sneha (Cognizant)" userId="62ca8c89-7698-4ba4-86c5-ae883b79a337" providerId="ADAL" clId="{D7B79FB2-8CE3-41F8-83A5-D00725A61405}" dt="2023-08-08T07:58:46.825" v="93"/>
        <pc:sldMkLst>
          <pc:docMk/>
          <pc:sldMk cId="3005906201" sldId="260"/>
        </pc:sldMkLst>
      </pc:sldChg>
      <pc:sldChg chg="modSp mod">
        <pc:chgData name="Kate, Sneha (Cognizant)" userId="62ca8c89-7698-4ba4-86c5-ae883b79a337" providerId="ADAL" clId="{D7B79FB2-8CE3-41F8-83A5-D00725A61405}" dt="2023-08-08T08:00:57.907" v="240" actId="14100"/>
        <pc:sldMkLst>
          <pc:docMk/>
          <pc:sldMk cId="2236367607" sldId="261"/>
        </pc:sldMkLst>
      </pc:sldChg>
      <pc:sldChg chg="modSp mod ord">
        <pc:chgData name="Kate, Sneha (Cognizant)" userId="62ca8c89-7698-4ba4-86c5-ae883b79a337" providerId="ADAL" clId="{D7B79FB2-8CE3-41F8-83A5-D00725A61405}" dt="2023-08-08T08:42:49.765" v="1700"/>
        <pc:sldMkLst>
          <pc:docMk/>
          <pc:sldMk cId="3090349151" sldId="265"/>
        </pc:sldMkLst>
      </pc:sldChg>
      <pc:sldChg chg="del">
        <pc:chgData name="Kate, Sneha (Cognizant)" userId="62ca8c89-7698-4ba4-86c5-ae883b79a337" providerId="ADAL" clId="{D7B79FB2-8CE3-41F8-83A5-D00725A61405}" dt="2023-08-08T08:43:09.101" v="1701" actId="47"/>
        <pc:sldMkLst>
          <pc:docMk/>
          <pc:sldMk cId="1779795695" sldId="266"/>
        </pc:sldMkLst>
      </pc:sldChg>
      <pc:sldChg chg="del">
        <pc:chgData name="Kate, Sneha (Cognizant)" userId="62ca8c89-7698-4ba4-86c5-ae883b79a337" providerId="ADAL" clId="{D7B79FB2-8CE3-41F8-83A5-D00725A61405}" dt="2023-08-08T08:43:09.101" v="1701" actId="47"/>
        <pc:sldMkLst>
          <pc:docMk/>
          <pc:sldMk cId="1255605990" sldId="267"/>
        </pc:sldMkLst>
      </pc:sldChg>
      <pc:sldChg chg="modSp mod">
        <pc:chgData name="Kate, Sneha (Cognizant)" userId="62ca8c89-7698-4ba4-86c5-ae883b79a337" providerId="ADAL" clId="{D7B79FB2-8CE3-41F8-83A5-D00725A61405}" dt="2023-08-08T09:08:02.458" v="1782" actId="20577"/>
        <pc:sldMkLst>
          <pc:docMk/>
          <pc:sldMk cId="3158841849" sldId="268"/>
        </pc:sldMkLst>
      </pc:sldChg>
      <pc:sldChg chg="addSp delSp modSp mod">
        <pc:chgData name="Kate, Sneha (Cognizant)" userId="62ca8c89-7698-4ba4-86c5-ae883b79a337" providerId="ADAL" clId="{D7B79FB2-8CE3-41F8-83A5-D00725A61405}" dt="2023-08-08T08:13:30.713" v="790" actId="14100"/>
        <pc:sldMkLst>
          <pc:docMk/>
          <pc:sldMk cId="3427747904" sldId="270"/>
        </pc:sldMkLst>
      </pc:sldChg>
      <pc:sldChg chg="addSp delSp modSp mod">
        <pc:chgData name="Kate, Sneha (Cognizant)" userId="62ca8c89-7698-4ba4-86c5-ae883b79a337" providerId="ADAL" clId="{D7B79FB2-8CE3-41F8-83A5-D00725A61405}" dt="2023-08-08T08:32:56.101" v="1382" actId="12"/>
        <pc:sldMkLst>
          <pc:docMk/>
          <pc:sldMk cId="384398374" sldId="273"/>
        </pc:sldMkLst>
      </pc:sldChg>
      <pc:sldChg chg="del">
        <pc:chgData name="Kate, Sneha (Cognizant)" userId="62ca8c89-7698-4ba4-86c5-ae883b79a337" providerId="ADAL" clId="{D7B79FB2-8CE3-41F8-83A5-D00725A61405}" dt="2023-08-08T08:43:09.101" v="1701" actId="47"/>
        <pc:sldMkLst>
          <pc:docMk/>
          <pc:sldMk cId="2245440374" sldId="276"/>
        </pc:sldMkLst>
      </pc:sldChg>
      <pc:sldChg chg="del">
        <pc:chgData name="Kate, Sneha (Cognizant)" userId="62ca8c89-7698-4ba4-86c5-ae883b79a337" providerId="ADAL" clId="{D7B79FB2-8CE3-41F8-83A5-D00725A61405}" dt="2023-08-08T08:43:09.101" v="1701" actId="47"/>
        <pc:sldMkLst>
          <pc:docMk/>
          <pc:sldMk cId="1198700657" sldId="277"/>
        </pc:sldMkLst>
      </pc:sldChg>
      <pc:sldChg chg="del">
        <pc:chgData name="Kate, Sneha (Cognizant)" userId="62ca8c89-7698-4ba4-86c5-ae883b79a337" providerId="ADAL" clId="{D7B79FB2-8CE3-41F8-83A5-D00725A61405}" dt="2023-08-08T08:43:09.101" v="1701" actId="47"/>
        <pc:sldMkLst>
          <pc:docMk/>
          <pc:sldMk cId="3356987430" sldId="278"/>
        </pc:sldMkLst>
      </pc:sldChg>
      <pc:sldChg chg="del">
        <pc:chgData name="Kate, Sneha (Cognizant)" userId="62ca8c89-7698-4ba4-86c5-ae883b79a337" providerId="ADAL" clId="{D7B79FB2-8CE3-41F8-83A5-D00725A61405}" dt="2023-08-08T08:43:09.101" v="1701" actId="47"/>
        <pc:sldMkLst>
          <pc:docMk/>
          <pc:sldMk cId="4082255068" sldId="279"/>
        </pc:sldMkLst>
      </pc:sldChg>
      <pc:sldChg chg="modSp mod ord">
        <pc:chgData name="Kate, Sneha (Cognizant)" userId="62ca8c89-7698-4ba4-86c5-ae883b79a337" providerId="ADAL" clId="{D7B79FB2-8CE3-41F8-83A5-D00725A61405}" dt="2023-08-08T09:06:59.278" v="1733" actId="14100"/>
        <pc:sldMkLst>
          <pc:docMk/>
          <pc:sldMk cId="563797236" sldId="287"/>
        </pc:sldMkLst>
      </pc:sldChg>
      <pc:sldChg chg="modSp mod">
        <pc:chgData name="Kate, Sneha (Cognizant)" userId="62ca8c89-7698-4ba4-86c5-ae883b79a337" providerId="ADAL" clId="{D7B79FB2-8CE3-41F8-83A5-D00725A61405}" dt="2023-08-08T09:07:39.175" v="1735"/>
        <pc:sldMkLst>
          <pc:docMk/>
          <pc:sldMk cId="3511727540" sldId="288"/>
        </pc:sldMkLst>
      </pc:sldChg>
      <pc:sldChg chg="modSp mod">
        <pc:chgData name="Kate, Sneha (Cognizant)" userId="62ca8c89-7698-4ba4-86c5-ae883b79a337" providerId="ADAL" clId="{D7B79FB2-8CE3-41F8-83A5-D00725A61405}" dt="2023-08-08T07:57:30.800" v="85" actId="20577"/>
        <pc:sldMkLst>
          <pc:docMk/>
          <pc:sldMk cId="2309930151" sldId="289"/>
        </pc:sldMkLst>
      </pc:sldChg>
      <pc:sldChg chg="del">
        <pc:chgData name="Kate, Sneha (Cognizant)" userId="62ca8c89-7698-4ba4-86c5-ae883b79a337" providerId="ADAL" clId="{D7B79FB2-8CE3-41F8-83A5-D00725A61405}" dt="2023-08-08T08:43:09.101" v="1701" actId="47"/>
        <pc:sldMkLst>
          <pc:docMk/>
          <pc:sldMk cId="180774390" sldId="712"/>
        </pc:sldMkLst>
      </pc:sldChg>
      <pc:sldChg chg="modSp ord">
        <pc:chgData name="Kate, Sneha (Cognizant)" userId="62ca8c89-7698-4ba4-86c5-ae883b79a337" providerId="ADAL" clId="{D7B79FB2-8CE3-41F8-83A5-D00725A61405}" dt="2023-08-08T08:40:22.905" v="1669" actId="20577"/>
        <pc:sldMkLst>
          <pc:docMk/>
          <pc:sldMk cId="117732452" sldId="716"/>
        </pc:sldMkLst>
      </pc:sldChg>
      <pc:sldChg chg="modSp mod ord">
        <pc:chgData name="Kate, Sneha (Cognizant)" userId="62ca8c89-7698-4ba4-86c5-ae883b79a337" providerId="ADAL" clId="{D7B79FB2-8CE3-41F8-83A5-D00725A61405}" dt="2023-08-08T07:59:32.923" v="174" actId="20577"/>
        <pc:sldMkLst>
          <pc:docMk/>
          <pc:sldMk cId="3519810719" sldId="717"/>
        </pc:sldMkLst>
      </pc:sldChg>
      <pc:sldChg chg="modSp mod ord">
        <pc:chgData name="Kate, Sneha (Cognizant)" userId="62ca8c89-7698-4ba4-86c5-ae883b79a337" providerId="ADAL" clId="{D7B79FB2-8CE3-41F8-83A5-D00725A61405}" dt="2023-08-08T08:12:24.032" v="712" actId="14100"/>
        <pc:sldMkLst>
          <pc:docMk/>
          <pc:sldMk cId="4272226962" sldId="718"/>
        </pc:sldMkLst>
      </pc:sldChg>
      <pc:sldChg chg="modSp mod">
        <pc:chgData name="Kate, Sneha (Cognizant)" userId="62ca8c89-7698-4ba4-86c5-ae883b79a337" providerId="ADAL" clId="{D7B79FB2-8CE3-41F8-83A5-D00725A61405}" dt="2023-08-08T08:32:01.492" v="1319" actId="14100"/>
        <pc:sldMkLst>
          <pc:docMk/>
          <pc:sldMk cId="4077232650" sldId="719"/>
        </pc:sldMkLst>
      </pc:sldChg>
      <pc:sldChg chg="del">
        <pc:chgData name="Kate, Sneha (Cognizant)" userId="62ca8c89-7698-4ba4-86c5-ae883b79a337" providerId="ADAL" clId="{D7B79FB2-8CE3-41F8-83A5-D00725A61405}" dt="2023-08-08T08:43:09.101" v="1701" actId="47"/>
        <pc:sldMkLst>
          <pc:docMk/>
          <pc:sldMk cId="622203520" sldId="720"/>
        </pc:sldMkLst>
      </pc:sldChg>
      <pc:sldChg chg="del">
        <pc:chgData name="Kate, Sneha (Cognizant)" userId="62ca8c89-7698-4ba4-86c5-ae883b79a337" providerId="ADAL" clId="{D7B79FB2-8CE3-41F8-83A5-D00725A61405}" dt="2023-08-08T08:43:09.101" v="1701" actId="47"/>
        <pc:sldMkLst>
          <pc:docMk/>
          <pc:sldMk cId="499757671" sldId="721"/>
        </pc:sldMkLst>
      </pc:sldChg>
      <pc:sldChg chg="addSp delSp modSp mod">
        <pc:chgData name="Kate, Sneha (Cognizant)" userId="62ca8c89-7698-4ba4-86c5-ae883b79a337" providerId="ADAL" clId="{D7B79FB2-8CE3-41F8-83A5-D00725A61405}" dt="2023-08-08T08:00:25.269" v="213" actId="1076"/>
        <pc:sldMkLst>
          <pc:docMk/>
          <pc:sldMk cId="1169519382" sldId="723"/>
        </pc:sldMkLst>
      </pc:sldChg>
      <pc:sldChg chg="modSp mod ord">
        <pc:chgData name="Kate, Sneha (Cognizant)" userId="62ca8c89-7698-4ba4-86c5-ae883b79a337" providerId="ADAL" clId="{D7B79FB2-8CE3-41F8-83A5-D00725A61405}" dt="2023-08-08T07:58:30.384" v="91" actId="1076"/>
        <pc:sldMkLst>
          <pc:docMk/>
          <pc:sldMk cId="2537782893" sldId="724"/>
        </pc:sldMkLst>
      </pc:sldChg>
      <pc:sldChg chg="addSp delSp modSp mod">
        <pc:chgData name="Kate, Sneha (Cognizant)" userId="62ca8c89-7698-4ba4-86c5-ae883b79a337" providerId="ADAL" clId="{D7B79FB2-8CE3-41F8-83A5-D00725A61405}" dt="2023-08-08T08:03:30.630" v="308" actId="1076"/>
        <pc:sldMkLst>
          <pc:docMk/>
          <pc:sldMk cId="1685285059" sldId="725"/>
        </pc:sldMkLst>
      </pc:sldChg>
      <pc:sldChg chg="del">
        <pc:chgData name="Kate, Sneha (Cognizant)" userId="62ca8c89-7698-4ba4-86c5-ae883b79a337" providerId="ADAL" clId="{D7B79FB2-8CE3-41F8-83A5-D00725A61405}" dt="2023-08-08T08:43:09.101" v="1701" actId="47"/>
        <pc:sldMkLst>
          <pc:docMk/>
          <pc:sldMk cId="3775621286" sldId="726"/>
        </pc:sldMkLst>
      </pc:sldChg>
      <pc:sldChg chg="del">
        <pc:chgData name="Kate, Sneha (Cognizant)" userId="62ca8c89-7698-4ba4-86c5-ae883b79a337" providerId="ADAL" clId="{D7B79FB2-8CE3-41F8-83A5-D00725A61405}" dt="2023-08-08T08:43:09.101" v="1701" actId="47"/>
        <pc:sldMkLst>
          <pc:docMk/>
          <pc:sldMk cId="2228660773" sldId="727"/>
        </pc:sldMkLst>
      </pc:sldChg>
      <pc:sldChg chg="del">
        <pc:chgData name="Kate, Sneha (Cognizant)" userId="62ca8c89-7698-4ba4-86c5-ae883b79a337" providerId="ADAL" clId="{D7B79FB2-8CE3-41F8-83A5-D00725A61405}" dt="2023-08-08T08:43:09.101" v="1701" actId="47"/>
        <pc:sldMkLst>
          <pc:docMk/>
          <pc:sldMk cId="1326659287" sldId="728"/>
        </pc:sldMkLst>
      </pc:sldChg>
      <pc:sldChg chg="del">
        <pc:chgData name="Kate, Sneha (Cognizant)" userId="62ca8c89-7698-4ba4-86c5-ae883b79a337" providerId="ADAL" clId="{D7B79FB2-8CE3-41F8-83A5-D00725A61405}" dt="2023-08-08T08:43:09.101" v="1701" actId="47"/>
        <pc:sldMkLst>
          <pc:docMk/>
          <pc:sldMk cId="4276769821" sldId="729"/>
        </pc:sldMkLst>
      </pc:sldChg>
      <pc:sldChg chg="del">
        <pc:chgData name="Kate, Sneha (Cognizant)" userId="62ca8c89-7698-4ba4-86c5-ae883b79a337" providerId="ADAL" clId="{D7B79FB2-8CE3-41F8-83A5-D00725A61405}" dt="2023-08-08T08:43:09.101" v="1701" actId="47"/>
        <pc:sldMkLst>
          <pc:docMk/>
          <pc:sldMk cId="358433415" sldId="730"/>
        </pc:sldMkLst>
      </pc:sldChg>
      <pc:sldChg chg="del">
        <pc:chgData name="Kate, Sneha (Cognizant)" userId="62ca8c89-7698-4ba4-86c5-ae883b79a337" providerId="ADAL" clId="{D7B79FB2-8CE3-41F8-83A5-D00725A61405}" dt="2023-08-08T08:43:09.101" v="1701" actId="47"/>
        <pc:sldMkLst>
          <pc:docMk/>
          <pc:sldMk cId="108436782" sldId="731"/>
        </pc:sldMkLst>
      </pc:sldChg>
      <pc:sldChg chg="del">
        <pc:chgData name="Kate, Sneha (Cognizant)" userId="62ca8c89-7698-4ba4-86c5-ae883b79a337" providerId="ADAL" clId="{D7B79FB2-8CE3-41F8-83A5-D00725A61405}" dt="2023-08-08T08:43:09.101" v="1701" actId="47"/>
        <pc:sldMkLst>
          <pc:docMk/>
          <pc:sldMk cId="3768108972" sldId="732"/>
        </pc:sldMkLst>
      </pc:sldChg>
      <pc:sldChg chg="del">
        <pc:chgData name="Kate, Sneha (Cognizant)" userId="62ca8c89-7698-4ba4-86c5-ae883b79a337" providerId="ADAL" clId="{D7B79FB2-8CE3-41F8-83A5-D00725A61405}" dt="2023-08-08T08:43:09.101" v="1701" actId="47"/>
        <pc:sldMkLst>
          <pc:docMk/>
          <pc:sldMk cId="265050381" sldId="733"/>
        </pc:sldMkLst>
      </pc:sldChg>
      <pc:sldChg chg="del">
        <pc:chgData name="Kate, Sneha (Cognizant)" userId="62ca8c89-7698-4ba4-86c5-ae883b79a337" providerId="ADAL" clId="{D7B79FB2-8CE3-41F8-83A5-D00725A61405}" dt="2023-08-08T08:43:09.101" v="1701" actId="47"/>
        <pc:sldMkLst>
          <pc:docMk/>
          <pc:sldMk cId="4093084051" sldId="734"/>
        </pc:sldMkLst>
      </pc:sldChg>
      <pc:sldChg chg="del">
        <pc:chgData name="Kate, Sneha (Cognizant)" userId="62ca8c89-7698-4ba4-86c5-ae883b79a337" providerId="ADAL" clId="{D7B79FB2-8CE3-41F8-83A5-D00725A61405}" dt="2023-08-08T08:43:09.101" v="1701" actId="47"/>
        <pc:sldMkLst>
          <pc:docMk/>
          <pc:sldMk cId="2953658819" sldId="735"/>
        </pc:sldMkLst>
      </pc:sldChg>
      <pc:sldChg chg="del">
        <pc:chgData name="Kate, Sneha (Cognizant)" userId="62ca8c89-7698-4ba4-86c5-ae883b79a337" providerId="ADAL" clId="{D7B79FB2-8CE3-41F8-83A5-D00725A61405}" dt="2023-08-08T08:43:09.101" v="1701" actId="47"/>
        <pc:sldMkLst>
          <pc:docMk/>
          <pc:sldMk cId="1136677816" sldId="736"/>
        </pc:sldMkLst>
      </pc:sldChg>
      <pc:sldChg chg="del">
        <pc:chgData name="Kate, Sneha (Cognizant)" userId="62ca8c89-7698-4ba4-86c5-ae883b79a337" providerId="ADAL" clId="{D7B79FB2-8CE3-41F8-83A5-D00725A61405}" dt="2023-08-08T08:43:09.101" v="1701" actId="47"/>
        <pc:sldMkLst>
          <pc:docMk/>
          <pc:sldMk cId="2894825835" sldId="737"/>
        </pc:sldMkLst>
      </pc:sldChg>
      <pc:sldChg chg="del">
        <pc:chgData name="Kate, Sneha (Cognizant)" userId="62ca8c89-7698-4ba4-86c5-ae883b79a337" providerId="ADAL" clId="{D7B79FB2-8CE3-41F8-83A5-D00725A61405}" dt="2023-08-08T08:43:09.101" v="1701" actId="47"/>
        <pc:sldMkLst>
          <pc:docMk/>
          <pc:sldMk cId="2277888862" sldId="738"/>
        </pc:sldMkLst>
      </pc:sldChg>
      <pc:sldChg chg="del">
        <pc:chgData name="Kate, Sneha (Cognizant)" userId="62ca8c89-7698-4ba4-86c5-ae883b79a337" providerId="ADAL" clId="{D7B79FB2-8CE3-41F8-83A5-D00725A61405}" dt="2023-08-08T08:43:09.101" v="1701" actId="47"/>
        <pc:sldMkLst>
          <pc:docMk/>
          <pc:sldMk cId="341653944" sldId="739"/>
        </pc:sldMkLst>
      </pc:sldChg>
      <pc:sldChg chg="del">
        <pc:chgData name="Kate, Sneha (Cognizant)" userId="62ca8c89-7698-4ba4-86c5-ae883b79a337" providerId="ADAL" clId="{D7B79FB2-8CE3-41F8-83A5-D00725A61405}" dt="2023-08-08T08:43:09.101" v="1701" actId="47"/>
        <pc:sldMkLst>
          <pc:docMk/>
          <pc:sldMk cId="3393904705" sldId="740"/>
        </pc:sldMkLst>
      </pc:sldChg>
      <pc:sldChg chg="del">
        <pc:chgData name="Kate, Sneha (Cognizant)" userId="62ca8c89-7698-4ba4-86c5-ae883b79a337" providerId="ADAL" clId="{D7B79FB2-8CE3-41F8-83A5-D00725A61405}" dt="2023-08-08T08:43:09.101" v="1701" actId="47"/>
        <pc:sldMkLst>
          <pc:docMk/>
          <pc:sldMk cId="111200850" sldId="741"/>
        </pc:sldMkLst>
      </pc:sldChg>
      <pc:sldChg chg="del">
        <pc:chgData name="Kate, Sneha (Cognizant)" userId="62ca8c89-7698-4ba4-86c5-ae883b79a337" providerId="ADAL" clId="{D7B79FB2-8CE3-41F8-83A5-D00725A61405}" dt="2023-08-08T08:43:09.101" v="1701" actId="47"/>
        <pc:sldMkLst>
          <pc:docMk/>
          <pc:sldMk cId="2132361171" sldId="742"/>
        </pc:sldMkLst>
      </pc:sldChg>
      <pc:sldChg chg="del">
        <pc:chgData name="Kate, Sneha (Cognizant)" userId="62ca8c89-7698-4ba4-86c5-ae883b79a337" providerId="ADAL" clId="{D7B79FB2-8CE3-41F8-83A5-D00725A61405}" dt="2023-08-08T08:43:09.101" v="1701" actId="47"/>
        <pc:sldMkLst>
          <pc:docMk/>
          <pc:sldMk cId="4057816518" sldId="743"/>
        </pc:sldMkLst>
      </pc:sldChg>
      <pc:sldChg chg="del">
        <pc:chgData name="Kate, Sneha (Cognizant)" userId="62ca8c89-7698-4ba4-86c5-ae883b79a337" providerId="ADAL" clId="{D7B79FB2-8CE3-41F8-83A5-D00725A61405}" dt="2023-08-08T08:43:09.101" v="1701" actId="47"/>
        <pc:sldMkLst>
          <pc:docMk/>
          <pc:sldMk cId="1539651415" sldId="744"/>
        </pc:sldMkLst>
      </pc:sldChg>
      <pc:sldChg chg="del">
        <pc:chgData name="Kate, Sneha (Cognizant)" userId="62ca8c89-7698-4ba4-86c5-ae883b79a337" providerId="ADAL" clId="{D7B79FB2-8CE3-41F8-83A5-D00725A61405}" dt="2023-08-08T08:43:09.101" v="1701" actId="47"/>
        <pc:sldMkLst>
          <pc:docMk/>
          <pc:sldMk cId="3108895191" sldId="753"/>
        </pc:sldMkLst>
      </pc:sldChg>
      <pc:sldChg chg="del">
        <pc:chgData name="Kate, Sneha (Cognizant)" userId="62ca8c89-7698-4ba4-86c5-ae883b79a337" providerId="ADAL" clId="{D7B79FB2-8CE3-41F8-83A5-D00725A61405}" dt="2023-08-08T08:43:09.101" v="1701" actId="47"/>
        <pc:sldMkLst>
          <pc:docMk/>
          <pc:sldMk cId="2587031327" sldId="754"/>
        </pc:sldMkLst>
      </pc:sldChg>
      <pc:sldChg chg="del">
        <pc:chgData name="Kate, Sneha (Cognizant)" userId="62ca8c89-7698-4ba4-86c5-ae883b79a337" providerId="ADAL" clId="{D7B79FB2-8CE3-41F8-83A5-D00725A61405}" dt="2023-08-08T08:43:09.101" v="1701" actId="47"/>
        <pc:sldMkLst>
          <pc:docMk/>
          <pc:sldMk cId="2717098297" sldId="755"/>
        </pc:sldMkLst>
      </pc:sldChg>
      <pc:sldChg chg="addSp delSp modSp add mod ord">
        <pc:chgData name="Kate, Sneha (Cognizant)" userId="62ca8c89-7698-4ba4-86c5-ae883b79a337" providerId="ADAL" clId="{D7B79FB2-8CE3-41F8-83A5-D00725A61405}" dt="2023-08-08T08:09:21.935" v="558" actId="14100"/>
        <pc:sldMkLst>
          <pc:docMk/>
          <pc:sldMk cId="3541822624" sldId="756"/>
        </pc:sldMkLst>
      </pc:sldChg>
      <pc:sldChg chg="modSp add mod">
        <pc:chgData name="Kate, Sneha (Cognizant)" userId="62ca8c89-7698-4ba4-86c5-ae883b79a337" providerId="ADAL" clId="{D7B79FB2-8CE3-41F8-83A5-D00725A61405}" dt="2023-08-08T08:06:52.178" v="381" actId="1076"/>
        <pc:sldMkLst>
          <pc:docMk/>
          <pc:sldMk cId="410277128" sldId="757"/>
        </pc:sldMkLst>
      </pc:sldChg>
      <pc:sldChg chg="add ord">
        <pc:chgData name="Kate, Sneha (Cognizant)" userId="62ca8c89-7698-4ba4-86c5-ae883b79a337" providerId="ADAL" clId="{D7B79FB2-8CE3-41F8-83A5-D00725A61405}" dt="2023-08-08T08:11:22.956" v="710"/>
        <pc:sldMkLst>
          <pc:docMk/>
          <pc:sldMk cId="3216083856" sldId="758"/>
        </pc:sldMkLst>
      </pc:sldChg>
      <pc:sldChg chg="addSp delSp modSp add mod">
        <pc:chgData name="Kate, Sneha (Cognizant)" userId="62ca8c89-7698-4ba4-86c5-ae883b79a337" providerId="ADAL" clId="{D7B79FB2-8CE3-41F8-83A5-D00725A61405}" dt="2023-08-08T08:14:21.124" v="806" actId="1076"/>
        <pc:sldMkLst>
          <pc:docMk/>
          <pc:sldMk cId="42730494" sldId="759"/>
        </pc:sldMkLst>
      </pc:sldChg>
      <pc:sldChg chg="addSp delSp modSp add mod">
        <pc:chgData name="Kate, Sneha (Cognizant)" userId="62ca8c89-7698-4ba4-86c5-ae883b79a337" providerId="ADAL" clId="{D7B79FB2-8CE3-41F8-83A5-D00725A61405}" dt="2023-08-08T08:15:02.693" v="819" actId="14100"/>
        <pc:sldMkLst>
          <pc:docMk/>
          <pc:sldMk cId="3927393194" sldId="760"/>
        </pc:sldMkLst>
      </pc:sldChg>
      <pc:sldChg chg="addSp delSp modSp add mod">
        <pc:chgData name="Kate, Sneha (Cognizant)" userId="62ca8c89-7698-4ba4-86c5-ae883b79a337" providerId="ADAL" clId="{D7B79FB2-8CE3-41F8-83A5-D00725A61405}" dt="2023-08-08T08:16:26.544" v="867" actId="14100"/>
        <pc:sldMkLst>
          <pc:docMk/>
          <pc:sldMk cId="66114153" sldId="761"/>
        </pc:sldMkLst>
      </pc:sldChg>
      <pc:sldChg chg="addSp delSp modSp add mod">
        <pc:chgData name="Kate, Sneha (Cognizant)" userId="62ca8c89-7698-4ba4-86c5-ae883b79a337" providerId="ADAL" clId="{D7B79FB2-8CE3-41F8-83A5-D00725A61405}" dt="2023-08-08T08:17:26.281" v="888" actId="6549"/>
        <pc:sldMkLst>
          <pc:docMk/>
          <pc:sldMk cId="72448623" sldId="762"/>
        </pc:sldMkLst>
      </pc:sldChg>
      <pc:sldChg chg="addSp delSp modSp add mod">
        <pc:chgData name="Kate, Sneha (Cognizant)" userId="62ca8c89-7698-4ba4-86c5-ae883b79a337" providerId="ADAL" clId="{D7B79FB2-8CE3-41F8-83A5-D00725A61405}" dt="2023-08-08T08:20:16.945" v="947" actId="14100"/>
        <pc:sldMkLst>
          <pc:docMk/>
          <pc:sldMk cId="3562639953" sldId="763"/>
        </pc:sldMkLst>
      </pc:sldChg>
      <pc:sldChg chg="modSp add mod ord">
        <pc:chgData name="Kate, Sneha (Cognizant)" userId="62ca8c89-7698-4ba4-86c5-ae883b79a337" providerId="ADAL" clId="{D7B79FB2-8CE3-41F8-83A5-D00725A61405}" dt="2023-08-08T08:19:25.719" v="930" actId="20577"/>
        <pc:sldMkLst>
          <pc:docMk/>
          <pc:sldMk cId="3934254435" sldId="764"/>
        </pc:sldMkLst>
      </pc:sldChg>
      <pc:sldChg chg="addSp delSp modSp add mod">
        <pc:chgData name="Kate, Sneha (Cognizant)" userId="62ca8c89-7698-4ba4-86c5-ae883b79a337" providerId="ADAL" clId="{D7B79FB2-8CE3-41F8-83A5-D00725A61405}" dt="2023-08-08T08:21:21.734" v="975" actId="12"/>
        <pc:sldMkLst>
          <pc:docMk/>
          <pc:sldMk cId="719503928" sldId="765"/>
        </pc:sldMkLst>
      </pc:sldChg>
      <pc:sldChg chg="modSp add mod">
        <pc:chgData name="Kate, Sneha (Cognizant)" userId="62ca8c89-7698-4ba4-86c5-ae883b79a337" providerId="ADAL" clId="{D7B79FB2-8CE3-41F8-83A5-D00725A61405}" dt="2023-08-08T08:23:12.621" v="1040" actId="20577"/>
        <pc:sldMkLst>
          <pc:docMk/>
          <pc:sldMk cId="1617066937" sldId="766"/>
        </pc:sldMkLst>
      </pc:sldChg>
      <pc:sldChg chg="modSp add mod">
        <pc:chgData name="Kate, Sneha (Cognizant)" userId="62ca8c89-7698-4ba4-86c5-ae883b79a337" providerId="ADAL" clId="{D7B79FB2-8CE3-41F8-83A5-D00725A61405}" dt="2023-08-08T08:23:29.778" v="1045"/>
        <pc:sldMkLst>
          <pc:docMk/>
          <pc:sldMk cId="1414567371" sldId="767"/>
        </pc:sldMkLst>
      </pc:sldChg>
      <pc:sldChg chg="addSp modSp add mod">
        <pc:chgData name="Kate, Sneha (Cognizant)" userId="62ca8c89-7698-4ba4-86c5-ae883b79a337" providerId="ADAL" clId="{D7B79FB2-8CE3-41F8-83A5-D00725A61405}" dt="2023-08-08T08:24:27.423" v="1053" actId="1076"/>
        <pc:sldMkLst>
          <pc:docMk/>
          <pc:sldMk cId="4264722853" sldId="768"/>
        </pc:sldMkLst>
      </pc:sldChg>
      <pc:sldChg chg="delSp modSp add mod">
        <pc:chgData name="Kate, Sneha (Cognizant)" userId="62ca8c89-7698-4ba4-86c5-ae883b79a337" providerId="ADAL" clId="{D7B79FB2-8CE3-41F8-83A5-D00725A61405}" dt="2023-08-08T08:26:33.532" v="1093" actId="12"/>
        <pc:sldMkLst>
          <pc:docMk/>
          <pc:sldMk cId="3875541001" sldId="769"/>
        </pc:sldMkLst>
      </pc:sldChg>
      <pc:sldChg chg="addSp delSp modSp add mod">
        <pc:chgData name="Kate, Sneha (Cognizant)" userId="62ca8c89-7698-4ba4-86c5-ae883b79a337" providerId="ADAL" clId="{D7B79FB2-8CE3-41F8-83A5-D00725A61405}" dt="2023-08-08T08:28:33.181" v="1192" actId="1076"/>
        <pc:sldMkLst>
          <pc:docMk/>
          <pc:sldMk cId="2690649892" sldId="770"/>
        </pc:sldMkLst>
      </pc:sldChg>
      <pc:sldChg chg="addSp delSp modSp add mod">
        <pc:chgData name="Kate, Sneha (Cognizant)" userId="62ca8c89-7698-4ba4-86c5-ae883b79a337" providerId="ADAL" clId="{D7B79FB2-8CE3-41F8-83A5-D00725A61405}" dt="2023-08-08T08:30:55.108" v="1272" actId="14100"/>
        <pc:sldMkLst>
          <pc:docMk/>
          <pc:sldMk cId="1293693397" sldId="771"/>
        </pc:sldMkLst>
      </pc:sldChg>
      <pc:sldChg chg="modSp add mod">
        <pc:chgData name="Kate, Sneha (Cognizant)" userId="62ca8c89-7698-4ba4-86c5-ae883b79a337" providerId="ADAL" clId="{D7B79FB2-8CE3-41F8-83A5-D00725A61405}" dt="2023-08-08T08:34:14.185" v="1460" actId="14100"/>
        <pc:sldMkLst>
          <pc:docMk/>
          <pc:sldMk cId="1283415410" sldId="772"/>
        </pc:sldMkLst>
      </pc:sldChg>
      <pc:sldChg chg="modSp add mod">
        <pc:chgData name="Kate, Sneha (Cognizant)" userId="62ca8c89-7698-4ba4-86c5-ae883b79a337" providerId="ADAL" clId="{D7B79FB2-8CE3-41F8-83A5-D00725A61405}" dt="2023-08-08T08:35:20.571" v="1540" actId="12"/>
        <pc:sldMkLst>
          <pc:docMk/>
          <pc:sldMk cId="785409427" sldId="773"/>
        </pc:sldMkLst>
      </pc:sldChg>
      <pc:sldChg chg="modSp add mod">
        <pc:chgData name="Kate, Sneha (Cognizant)" userId="62ca8c89-7698-4ba4-86c5-ae883b79a337" providerId="ADAL" clId="{D7B79FB2-8CE3-41F8-83A5-D00725A61405}" dt="2023-08-08T08:36:01.165" v="1553" actId="20577"/>
        <pc:sldMkLst>
          <pc:docMk/>
          <pc:sldMk cId="3603643312" sldId="774"/>
        </pc:sldMkLst>
      </pc:sldChg>
      <pc:sldChg chg="modSp add mod">
        <pc:chgData name="Kate, Sneha (Cognizant)" userId="62ca8c89-7698-4ba4-86c5-ae883b79a337" providerId="ADAL" clId="{D7B79FB2-8CE3-41F8-83A5-D00725A61405}" dt="2023-08-08T08:37:01.179" v="1591" actId="12"/>
        <pc:sldMkLst>
          <pc:docMk/>
          <pc:sldMk cId="1992790406" sldId="775"/>
        </pc:sldMkLst>
      </pc:sldChg>
      <pc:sldChg chg="addSp delSp modSp add mod">
        <pc:chgData name="Kate, Sneha (Cognizant)" userId="62ca8c89-7698-4ba4-86c5-ae883b79a337" providerId="ADAL" clId="{D7B79FB2-8CE3-41F8-83A5-D00725A61405}" dt="2023-08-08T08:38:14.873" v="1634" actId="14100"/>
        <pc:sldMkLst>
          <pc:docMk/>
          <pc:sldMk cId="3206980414" sldId="776"/>
        </pc:sldMkLst>
      </pc:sldChg>
      <pc:sldChg chg="delSp modSp add mod">
        <pc:chgData name="Kate, Sneha (Cognizant)" userId="62ca8c89-7698-4ba4-86c5-ae883b79a337" providerId="ADAL" clId="{D7B79FB2-8CE3-41F8-83A5-D00725A61405}" dt="2023-08-08T08:38:47.206" v="1659" actId="20577"/>
        <pc:sldMkLst>
          <pc:docMk/>
          <pc:sldMk cId="529322184" sldId="777"/>
        </pc:sldMkLst>
      </pc:sldChg>
      <pc:sldChg chg="add del">
        <pc:chgData name="Kate, Sneha (Cognizant)" userId="62ca8c89-7698-4ba4-86c5-ae883b79a337" providerId="ADAL" clId="{D7B79FB2-8CE3-41F8-83A5-D00725A61405}" dt="2023-08-08T08:39:05.767" v="1661" actId="2696"/>
        <pc:sldMkLst>
          <pc:docMk/>
          <pc:sldMk cId="98786549" sldId="778"/>
        </pc:sldMkLst>
      </pc:sldChg>
      <pc:sldChg chg="modSp add mod">
        <pc:chgData name="Kate, Sneha (Cognizant)" userId="62ca8c89-7698-4ba4-86c5-ae883b79a337" providerId="ADAL" clId="{D7B79FB2-8CE3-41F8-83A5-D00725A61405}" dt="2023-08-08T08:42:01.833" v="1695"/>
        <pc:sldMkLst>
          <pc:docMk/>
          <pc:sldMk cId="2729717367" sldId="778"/>
        </pc:sldMkLst>
      </pc:sldChg>
    </pc:docChg>
  </pc:docChgLst>
  <pc:docChgLst>
    <pc:chgData name="Singh, Navneet (Contractor)" userId="44d8c666-e715-4082-b32d-41af949705ef" providerId="ADAL" clId="{F2CB0C36-33C5-49D3-8FCE-039B6C53E41B}"/>
    <pc:docChg chg="modSld">
      <pc:chgData name="Singh, Navneet (Contractor)" userId="44d8c666-e715-4082-b32d-41af949705ef" providerId="ADAL" clId="{F2CB0C36-33C5-49D3-8FCE-039B6C53E41B}" dt="2025-07-29T16:41:40.120" v="1" actId="1076"/>
      <pc:docMkLst>
        <pc:docMk/>
      </pc:docMkLst>
      <pc:sldChg chg="modSp mod">
        <pc:chgData name="Singh, Navneet (Contractor)" userId="44d8c666-e715-4082-b32d-41af949705ef" providerId="ADAL" clId="{F2CB0C36-33C5-49D3-8FCE-039B6C53E41B}" dt="2025-07-29T16:41:40.120" v="1" actId="1076"/>
        <pc:sldMkLst>
          <pc:docMk/>
          <pc:sldMk cId="1169519382" sldId="723"/>
        </pc:sldMkLst>
        <pc:picChg chg="mod">
          <ac:chgData name="Singh, Navneet (Contractor)" userId="44d8c666-e715-4082-b32d-41af949705ef" providerId="ADAL" clId="{F2CB0C36-33C5-49D3-8FCE-039B6C53E41B}" dt="2025-07-29T16:41:40.120" v="1" actId="1076"/>
          <ac:picMkLst>
            <pc:docMk/>
            <pc:sldMk cId="1169519382" sldId="723"/>
            <ac:picMk id="6" creationId="{4B35C0F2-34E7-177C-8EFF-B9F18379C55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 If you implement Territory Management, your role hierarchy </a:t>
          </a:r>
        </a:p>
        <a:p>
          <a:r>
            <a:rPr lang="en-US" sz="1800" dirty="0">
              <a:latin typeface="Arial" panose="020B0604020202020204" pitchFamily="34" charset="0"/>
              <a:cs typeface="Arial" panose="020B0604020202020204" pitchFamily="34" charset="0"/>
            </a:rPr>
            <a:t>will be copied to your Territory structure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lumMod val="95000"/>
                </a:schemeClr>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2694411E-D34C-4240-AF20-E74CAA0115A7}">
      <dgm:prSet custT="1"/>
      <dgm:spPr/>
      <dgm:t>
        <a:bodyPr/>
        <a:lstStyle/>
        <a:p>
          <a:r>
            <a:rPr lang="en-US" sz="1800" dirty="0">
              <a:solidFill>
                <a:schemeClr val="bg1">
                  <a:lumMod val="95000"/>
                </a:schemeClr>
              </a:solidFill>
              <a:latin typeface="Arial" panose="020B0604020202020204" pitchFamily="34" charset="0"/>
              <a:cs typeface="Arial" panose="020B0604020202020204" pitchFamily="34" charset="0"/>
            </a:rPr>
            <a:t>False</a:t>
          </a:r>
        </a:p>
      </dgm:t>
    </dgm:pt>
    <dgm:pt modelId="{EFFB9578-C2EF-4913-BAC9-27BB7452EF41}" type="sibTrans" cxnId="{6EFC2E38-DEEC-4969-8F9F-8F4E00C3EC61}">
      <dgm:prSet/>
      <dgm:spPr/>
      <dgm:t>
        <a:bodyPr/>
        <a:lstStyle/>
        <a:p>
          <a:endParaRPr lang="en-US"/>
        </a:p>
      </dgm:t>
    </dgm:pt>
    <dgm:pt modelId="{4B675CAB-FCD1-423E-A366-BD8F24618A48}" type="parTrans" cxnId="{6EFC2E38-DEEC-4969-8F9F-8F4E00C3EC61}">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648" custLinFactNeighborY="10893">
        <dgm:presLayoutVars>
          <dgm:bulletEnabled val="1"/>
        </dgm:presLayoutVars>
      </dgm:prSet>
      <dgm:spPr/>
    </dgm:pt>
  </dgm:ptLst>
  <dgm:cxnLst>
    <dgm:cxn modelId="{00383016-437F-46B6-8E62-C1930665B545}" type="presOf" srcId="{6D54E985-EA4E-4554-9098-7D9DFCB568FB}" destId="{0EBE7C70-51AD-4402-A9D8-36889ADBC56A}" srcOrd="0" destOrd="2" presId="urn:microsoft.com/office/officeart/2005/8/layout/vList2"/>
    <dgm:cxn modelId="{6EFC2E38-DEEC-4969-8F9F-8F4E00C3EC61}" srcId="{2C8EA471-3542-4573-A8BF-295862507B6E}" destId="{2694411E-D34C-4240-AF20-E74CAA0115A7}" srcOrd="1" destOrd="0" parTransId="{4B675CAB-FCD1-423E-A366-BD8F24618A48}" sibTransId="{EFFB9578-C2EF-4913-BAC9-27BB7452EF41}"/>
    <dgm:cxn modelId="{1524638D-6358-4EBC-99B6-14796BAFA37A}" type="presOf" srcId="{2C8EA471-3542-4573-A8BF-295862507B6E}" destId="{B6F44C7D-37FA-4A88-A65B-56F3574B16C2}" srcOrd="0" destOrd="0" presId="urn:microsoft.com/office/officeart/2005/8/layout/vList2"/>
    <dgm:cxn modelId="{2629E68D-3944-4BA2-9986-32D661671DF3}" type="presOf" srcId="{2694411E-D34C-4240-AF20-E74CAA0115A7}" destId="{0EBE7C70-51AD-4402-A9D8-36889ADBC56A}" srcOrd="0" destOrd="1"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2"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2.Where do you go to enable Territory management?</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Name | Setup | Customize | Territory Management | Settings Enable customizable forecasting</a:t>
          </a:r>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E43D0786-859A-42D3-A0D4-E1ABFD870FAC}">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Name | Setup | Manage Territories | Settings </a:t>
          </a:r>
        </a:p>
      </dgm:t>
    </dgm:pt>
    <dgm:pt modelId="{24E29C80-EE4E-433C-BB99-24D8D3177777}" type="parTrans" cxnId="{C1C16A82-BE7C-440E-91D6-42BB045BED8B}">
      <dgm:prSet/>
      <dgm:spPr/>
      <dgm:t>
        <a:bodyPr/>
        <a:lstStyle/>
        <a:p>
          <a:endParaRPr lang="en-IN"/>
        </a:p>
      </dgm:t>
    </dgm:pt>
    <dgm:pt modelId="{CBF99DD4-81D7-4361-82E0-CCD17CDAFEA9}" type="sibTrans" cxnId="{C1C16A82-BE7C-440E-91D6-42BB045BED8B}">
      <dgm:prSet/>
      <dgm:spPr/>
      <dgm:t>
        <a:bodyPr/>
        <a:lstStyle/>
        <a:p>
          <a:endParaRPr lang="en-IN"/>
        </a:p>
      </dgm:t>
    </dgm:pt>
    <dgm:pt modelId="{49364EB8-3696-48C8-8D3E-A55E40610254}">
      <dgm:prSet custT="1"/>
      <dgm:spPr/>
      <dgm:t>
        <a:bodyPr/>
        <a:lstStyle/>
        <a:p>
          <a:r>
            <a:rPr lang="en-US" sz="1800" dirty="0">
              <a:solidFill>
                <a:schemeClr val="bg1">
                  <a:lumMod val="95000"/>
                </a:schemeClr>
              </a:solidFill>
              <a:latin typeface="Arial" panose="020B0604020202020204" pitchFamily="34" charset="0"/>
              <a:cs typeface="Arial" panose="020B0604020202020204" pitchFamily="34" charset="0"/>
            </a:rPr>
            <a:t>Name | Setup | Company Information | Territory Management | Settings </a:t>
          </a:r>
          <a:endParaRPr lang="en-IN" sz="1800" dirty="0">
            <a:solidFill>
              <a:schemeClr val="bg1">
                <a:lumMod val="95000"/>
              </a:schemeClr>
            </a:solidFill>
            <a:latin typeface="Arial" panose="020B0604020202020204" pitchFamily="34" charset="0"/>
            <a:cs typeface="Arial" panose="020B0604020202020204" pitchFamily="34" charset="0"/>
          </a:endParaRPr>
        </a:p>
      </dgm:t>
    </dgm:pt>
    <dgm:pt modelId="{01638593-6B59-45E7-926D-1ABABD34662D}" type="parTrans" cxnId="{824A4A6D-A1D5-41AB-8488-715628514E11}">
      <dgm:prSet/>
      <dgm:spPr/>
      <dgm:t>
        <a:bodyPr/>
        <a:lstStyle/>
        <a:p>
          <a:endParaRPr lang="en-IN"/>
        </a:p>
      </dgm:t>
    </dgm:pt>
    <dgm:pt modelId="{DADD1B65-3478-4025-AFFF-90FF4F3CB7B8}" type="sibTrans" cxnId="{824A4A6D-A1D5-41AB-8488-715628514E11}">
      <dgm:prSet/>
      <dgm:spPr/>
      <dgm:t>
        <a:bodyPr/>
        <a:lstStyle/>
        <a:p>
          <a:endParaRPr lang="en-IN"/>
        </a:p>
      </dgm:t>
    </dgm:pt>
    <dgm:pt modelId="{102F248C-D0AF-4AA4-B79F-44E2238F255B}">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None of the Above</a:t>
          </a:r>
        </a:p>
      </dgm:t>
    </dgm:pt>
    <dgm:pt modelId="{016B06A4-B130-4038-AF43-9C00CFF0356C}" type="parTrans" cxnId="{A98D315D-3321-4389-B8C2-9D038411FA88}">
      <dgm:prSet/>
      <dgm:spPr/>
      <dgm:t>
        <a:bodyPr/>
        <a:lstStyle/>
        <a:p>
          <a:endParaRPr lang="en-IN"/>
        </a:p>
      </dgm:t>
    </dgm:pt>
    <dgm:pt modelId="{46A4AC6E-68E8-4302-B49E-E45715310F02}" type="sibTrans" cxnId="{A98D315D-3321-4389-B8C2-9D038411FA88}">
      <dgm:prSet/>
      <dgm:spPr/>
      <dgm:t>
        <a:bodyPr/>
        <a:lstStyle/>
        <a:p>
          <a:endParaRPr lang="en-IN"/>
        </a:p>
      </dgm:t>
    </dgm:pt>
    <dgm:pt modelId="{8EA53E63-6678-42DD-B429-4D571AD16F1C}">
      <dgm:prSet custT="1"/>
      <dgm:spPr/>
      <dgm:t>
        <a:bodyPr/>
        <a:lstStyle/>
        <a:p>
          <a:endParaRPr lang="en-IN" sz="1800" dirty="0">
            <a:solidFill>
              <a:schemeClr val="bg1">
                <a:lumMod val="95000"/>
              </a:schemeClr>
            </a:solidFill>
            <a:latin typeface="Arial" panose="020B0604020202020204" pitchFamily="34" charset="0"/>
            <a:cs typeface="Arial" panose="020B0604020202020204" pitchFamily="34" charset="0"/>
          </a:endParaRPr>
        </a:p>
      </dgm:t>
    </dgm:pt>
    <dgm:pt modelId="{14EB8A54-E860-4F8F-8F49-637EFD73B85B}" type="parTrans" cxnId="{3C5CA4C7-69A2-46AD-AF7B-B9B1F5A7A392}">
      <dgm:prSet/>
      <dgm:spPr/>
      <dgm:t>
        <a:bodyPr/>
        <a:lstStyle/>
        <a:p>
          <a:endParaRPr lang="en-IN"/>
        </a:p>
      </dgm:t>
    </dgm:pt>
    <dgm:pt modelId="{7F56CFCF-ADEE-476A-AF8C-1B7755AC5C2D}" type="sibTrans" cxnId="{3C5CA4C7-69A2-46AD-AF7B-B9B1F5A7A392}">
      <dgm:prSet/>
      <dgm:spPr/>
      <dgm:t>
        <a:bodyPr/>
        <a:lstStyle/>
        <a:p>
          <a:endParaRPr lang="en-IN"/>
        </a:p>
      </dgm:t>
    </dgm:pt>
    <dgm:pt modelId="{5AD3C40E-A2E4-43FC-BE84-077E0F094FC8}">
      <dgm:prSet custT="1"/>
      <dgm:spPr/>
      <dgm:t>
        <a:bodyPr/>
        <a:lstStyle/>
        <a:p>
          <a:endParaRPr lang="en-IN" sz="1800" dirty="0">
            <a:solidFill>
              <a:schemeClr val="bg1">
                <a:lumMod val="95000"/>
              </a:schemeClr>
            </a:solidFill>
            <a:latin typeface="Arial" panose="020B0604020202020204" pitchFamily="34" charset="0"/>
            <a:cs typeface="Arial" panose="020B0604020202020204" pitchFamily="34" charset="0"/>
          </a:endParaRPr>
        </a:p>
      </dgm:t>
    </dgm:pt>
    <dgm:pt modelId="{EC27CFB5-ECF5-461F-883C-DB37D757672C}" type="parTrans" cxnId="{DDB8CFB9-CA75-47C7-8D9C-AB0FD37F6CF6}">
      <dgm:prSet/>
      <dgm:spPr/>
      <dgm:t>
        <a:bodyPr/>
        <a:lstStyle/>
        <a:p>
          <a:endParaRPr lang="en-IN"/>
        </a:p>
      </dgm:t>
    </dgm:pt>
    <dgm:pt modelId="{FE581D76-D243-410A-9F16-29AB307110C6}" type="sibTrans" cxnId="{DDB8CFB9-CA75-47C7-8D9C-AB0FD37F6CF6}">
      <dgm:prSet/>
      <dgm:spPr/>
      <dgm:t>
        <a:bodyPr/>
        <a:lstStyle/>
        <a:p>
          <a:endParaRPr lang="en-IN"/>
        </a:p>
      </dgm:t>
    </dgm:pt>
    <dgm:pt modelId="{2F6773E1-AAAA-46E0-9756-1AE8CDDF65AB}">
      <dgm:prSet custT="1"/>
      <dgm:spPr/>
      <dgm:t>
        <a:bodyPr/>
        <a:lstStyle/>
        <a:p>
          <a:endParaRPr lang="en-IN" sz="1800" dirty="0">
            <a:solidFill>
              <a:schemeClr val="bg1">
                <a:lumMod val="95000"/>
              </a:schemeClr>
            </a:solidFill>
            <a:latin typeface="Arial" panose="020B0604020202020204" pitchFamily="34" charset="0"/>
            <a:cs typeface="Arial" panose="020B0604020202020204" pitchFamily="34" charset="0"/>
          </a:endParaRPr>
        </a:p>
      </dgm:t>
    </dgm:pt>
    <dgm:pt modelId="{5A6EBBE3-5F8C-4430-9C37-E1A422DD2193}" type="parTrans" cxnId="{36EED191-642C-4832-88DB-6D5189C40EA8}">
      <dgm:prSet/>
      <dgm:spPr/>
      <dgm:t>
        <a:bodyPr/>
        <a:lstStyle/>
        <a:p>
          <a:endParaRPr lang="en-IN"/>
        </a:p>
      </dgm:t>
    </dgm:pt>
    <dgm:pt modelId="{08A3B431-E978-4B3A-8566-3CB6007CAD13}" type="sibTrans" cxnId="{36EED191-642C-4832-88DB-6D5189C40EA8}">
      <dgm:prSet/>
      <dgm:spPr/>
      <dgm:t>
        <a:bodyPr/>
        <a:lstStyle/>
        <a:p>
          <a:endParaRPr lang="en-IN"/>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X="-437" custLinFactNeighborY="-14548">
        <dgm:presLayoutVars>
          <dgm:chMax val="0"/>
          <dgm:bulletEnabled val="1"/>
        </dgm:presLayoutVars>
      </dgm:prSet>
      <dgm:spPr/>
    </dgm:pt>
    <dgm:pt modelId="{0EBE7C70-51AD-4402-A9D8-36889ADBC56A}" type="pres">
      <dgm:prSet presAssocID="{2C8EA471-3542-4573-A8BF-295862507B6E}" presName="childText" presStyleLbl="revTx" presStyleIdx="0" presStyleCnt="1" custScaleY="85625" custLinFactNeighborY="10893">
        <dgm:presLayoutVars>
          <dgm:bulletEnabled val="1"/>
        </dgm:presLayoutVars>
      </dgm:prSet>
      <dgm:spPr/>
    </dgm:pt>
  </dgm:ptLst>
  <dgm:cxnLst>
    <dgm:cxn modelId="{00383016-437F-46B6-8E62-C1930665B545}" type="presOf" srcId="{6D54E985-EA4E-4554-9098-7D9DFCB568FB}" destId="{0EBE7C70-51AD-4402-A9D8-36889ADBC56A}" srcOrd="0" destOrd="7" presId="urn:microsoft.com/office/officeart/2005/8/layout/vList2"/>
    <dgm:cxn modelId="{A98D315D-3321-4389-B8C2-9D038411FA88}" srcId="{2C8EA471-3542-4573-A8BF-295862507B6E}" destId="{102F248C-D0AF-4AA4-B79F-44E2238F255B}" srcOrd="3" destOrd="0" parTransId="{016B06A4-B130-4038-AF43-9C00CFF0356C}" sibTransId="{46A4AC6E-68E8-4302-B49E-E45715310F02}"/>
    <dgm:cxn modelId="{824A4A6D-A1D5-41AB-8488-715628514E11}" srcId="{2C8EA471-3542-4573-A8BF-295862507B6E}" destId="{49364EB8-3696-48C8-8D3E-A55E40610254}" srcOrd="2" destOrd="0" parTransId="{01638593-6B59-45E7-926D-1ABABD34662D}" sibTransId="{DADD1B65-3478-4025-AFFF-90FF4F3CB7B8}"/>
    <dgm:cxn modelId="{7F9B246F-B606-4850-B946-9B6D776D457E}" type="presOf" srcId="{8EA53E63-6678-42DD-B429-4D571AD16F1C}" destId="{0EBE7C70-51AD-4402-A9D8-36889ADBC56A}" srcOrd="0" destOrd="4" presId="urn:microsoft.com/office/officeart/2005/8/layout/vList2"/>
    <dgm:cxn modelId="{C1C16A82-BE7C-440E-91D6-42BB045BED8B}" srcId="{2C8EA471-3542-4573-A8BF-295862507B6E}" destId="{E43D0786-859A-42D3-A0D4-E1ABFD870FAC}" srcOrd="1" destOrd="0" parTransId="{24E29C80-EE4E-433C-BB99-24D8D3177777}" sibTransId="{CBF99DD4-81D7-4361-82E0-CCD17CDAFEA9}"/>
    <dgm:cxn modelId="{1524638D-6358-4EBC-99B6-14796BAFA37A}" type="presOf" srcId="{2C8EA471-3542-4573-A8BF-295862507B6E}" destId="{B6F44C7D-37FA-4A88-A65B-56F3574B16C2}" srcOrd="0" destOrd="0" presId="urn:microsoft.com/office/officeart/2005/8/layout/vList2"/>
    <dgm:cxn modelId="{36EED191-642C-4832-88DB-6D5189C40EA8}" srcId="{2C8EA471-3542-4573-A8BF-295862507B6E}" destId="{2F6773E1-AAAA-46E0-9756-1AE8CDDF65AB}" srcOrd="6" destOrd="0" parTransId="{5A6EBBE3-5F8C-4430-9C37-E1A422DD2193}" sibTransId="{08A3B431-E978-4B3A-8566-3CB6007CAD13}"/>
    <dgm:cxn modelId="{B2C1D09B-765E-422B-B690-CC6A050F3661}" type="presOf" srcId="{49364EB8-3696-48C8-8D3E-A55E40610254}" destId="{0EBE7C70-51AD-4402-A9D8-36889ADBC56A}" srcOrd="0" destOrd="2" presId="urn:microsoft.com/office/officeart/2005/8/layout/vList2"/>
    <dgm:cxn modelId="{71A6289E-D615-4B0E-9A86-6CF5835FAA15}" type="presOf" srcId="{E43D0786-859A-42D3-A0D4-E1ABFD870FAC}" destId="{0EBE7C70-51AD-4402-A9D8-36889ADBC56A}" srcOrd="0" destOrd="1" presId="urn:microsoft.com/office/officeart/2005/8/layout/vList2"/>
    <dgm:cxn modelId="{7D9C68A1-8D8A-401C-8F75-59673EBB2829}" type="presOf" srcId="{38FFED07-2629-46AB-A563-EAC94C2A86A4}" destId="{C8FDD220-37AD-4C55-AA28-BC4D9DE2EF3E}" srcOrd="0" destOrd="0" presId="urn:microsoft.com/office/officeart/2005/8/layout/vList2"/>
    <dgm:cxn modelId="{AED6A5AA-41E4-4CBF-8F22-2F3435BF2062}" type="presOf" srcId="{102F248C-D0AF-4AA4-B79F-44E2238F255B}" destId="{0EBE7C70-51AD-4402-A9D8-36889ADBC56A}" srcOrd="0" destOrd="3"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DDB8CFB9-CA75-47C7-8D9C-AB0FD37F6CF6}" srcId="{2C8EA471-3542-4573-A8BF-295862507B6E}" destId="{5AD3C40E-A2E4-43FC-BE84-077E0F094FC8}" srcOrd="5" destOrd="0" parTransId="{EC27CFB5-ECF5-461F-883C-DB37D757672C}" sibTransId="{FE581D76-D243-410A-9F16-29AB307110C6}"/>
    <dgm:cxn modelId="{11D6C4BB-074E-4D9C-AAC9-034D33A24B9E}" srcId="{2C8EA471-3542-4573-A8BF-295862507B6E}" destId="{6D54E985-EA4E-4554-9098-7D9DFCB568FB}" srcOrd="7"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3C5CA4C7-69A2-46AD-AF7B-B9B1F5A7A392}" srcId="{2C8EA471-3542-4573-A8BF-295862507B6E}" destId="{8EA53E63-6678-42DD-B429-4D571AD16F1C}" srcOrd="4" destOrd="0" parTransId="{14EB8A54-E860-4F8F-8F49-637EFD73B85B}" sibTransId="{7F56CFCF-ADEE-476A-AF8C-1B7755AC5C2D}"/>
    <dgm:cxn modelId="{711418D9-F4CB-4332-9827-14E8B4DA52FD}" type="presOf" srcId="{2F6773E1-AAAA-46E0-9756-1AE8CDDF65AB}" destId="{0EBE7C70-51AD-4402-A9D8-36889ADBC56A}" srcOrd="0" destOrd="6" presId="urn:microsoft.com/office/officeart/2005/8/layout/vList2"/>
    <dgm:cxn modelId="{0D1757F0-3343-4957-9105-725E2B2E70E5}" type="presOf" srcId="{5AD3C40E-A2E4-43FC-BE84-077E0F094FC8}" destId="{0EBE7C70-51AD-4402-A9D8-36889ADBC56A}" srcOrd="0" destOrd="5"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01140"/>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 If you implement Territory Management, your role hierarchy </a:t>
          </a:r>
        </a:p>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will be copied to your Territory structure</a:t>
          </a:r>
          <a:endParaRPr lang="en-US" sz="1800" kern="1200" dirty="0">
            <a:solidFill>
              <a:schemeClr val="bg1"/>
            </a:solidFill>
            <a:latin typeface="Arial" panose="020B0604020202020204" pitchFamily="34" charset="0"/>
            <a:cs typeface="Arial" panose="020B0604020202020204" pitchFamily="34" charset="0"/>
          </a:endParaRPr>
        </a:p>
      </dsp:txBody>
      <dsp:txXfrm>
        <a:off x="64318" y="365458"/>
        <a:ext cx="8205249" cy="1188915"/>
      </dsp:txXfrm>
    </dsp:sp>
    <dsp:sp modelId="{0EBE7C70-51AD-4402-A9D8-36889ADBC56A}">
      <dsp:nvSpPr>
        <dsp:cNvPr id="0" name=""/>
        <dsp:cNvSpPr/>
      </dsp:nvSpPr>
      <dsp:spPr>
        <a:xfrm>
          <a:off x="0" y="1894958"/>
          <a:ext cx="8333885" cy="87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lumMod val="95000"/>
                </a:schemeClr>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lumMod val="95000"/>
                </a:schemeClr>
              </a:solidFill>
              <a:latin typeface="Arial" panose="020B0604020202020204" pitchFamily="34" charset="0"/>
              <a:cs typeface="Arial" panose="020B0604020202020204" pitchFamily="34" charset="0"/>
            </a:rPr>
            <a:t>False</a:t>
          </a: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894958"/>
        <a:ext cx="8333885" cy="8788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89100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2.Where do you go to enable Territory management?</a:t>
          </a:r>
          <a:endParaRPr lang="en-US" sz="1800" kern="1200" dirty="0">
            <a:solidFill>
              <a:schemeClr val="bg1"/>
            </a:solidFill>
            <a:latin typeface="Arial" panose="020B0604020202020204" pitchFamily="34" charset="0"/>
            <a:cs typeface="Arial" panose="020B0604020202020204" pitchFamily="34" charset="0"/>
          </a:endParaRPr>
        </a:p>
      </dsp:txBody>
      <dsp:txXfrm>
        <a:off x="43495" y="43495"/>
        <a:ext cx="8246895" cy="804019"/>
      </dsp:txXfrm>
    </dsp:sp>
    <dsp:sp modelId="{0EBE7C70-51AD-4402-A9D8-36889ADBC56A}">
      <dsp:nvSpPr>
        <dsp:cNvPr id="0" name=""/>
        <dsp:cNvSpPr/>
      </dsp:nvSpPr>
      <dsp:spPr>
        <a:xfrm>
          <a:off x="0" y="904622"/>
          <a:ext cx="8333885" cy="2181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Name | Setup | Customize | Territory Management | Settings Enable customizable forecasting</a:t>
          </a:r>
          <a:endParaRPr lang="en-US"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Name | Setup | Manage Territories | Settings </a:t>
          </a:r>
        </a:p>
        <a:p>
          <a:pPr marL="171450" lvl="1" indent="-171450" algn="l" defTabSz="800100">
            <a:lnSpc>
              <a:spcPct val="90000"/>
            </a:lnSpc>
            <a:spcBef>
              <a:spcPct val="0"/>
            </a:spcBef>
            <a:spcAft>
              <a:spcPct val="20000"/>
            </a:spcAft>
            <a:buChar char="•"/>
          </a:pPr>
          <a:r>
            <a:rPr lang="en-US" sz="1800" kern="1200" dirty="0">
              <a:solidFill>
                <a:schemeClr val="bg1">
                  <a:lumMod val="95000"/>
                </a:schemeClr>
              </a:solidFill>
              <a:latin typeface="Arial" panose="020B0604020202020204" pitchFamily="34" charset="0"/>
              <a:cs typeface="Arial" panose="020B0604020202020204" pitchFamily="34" charset="0"/>
            </a:rPr>
            <a:t>Name | Setup | Company Information | Territory Management | Settings </a:t>
          </a:r>
          <a:endParaRPr lang="en-IN"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None of the Above</a:t>
          </a:r>
        </a:p>
        <a:p>
          <a:pPr marL="171450" lvl="1" indent="-171450" algn="l" defTabSz="800100">
            <a:lnSpc>
              <a:spcPct val="90000"/>
            </a:lnSpc>
            <a:spcBef>
              <a:spcPct val="0"/>
            </a:spcBef>
            <a:spcAft>
              <a:spcPct val="20000"/>
            </a:spcAft>
            <a:buChar char="•"/>
          </a:pPr>
          <a:endParaRPr lang="en-IN"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endParaRPr lang="en-IN"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endParaRPr lang="en-IN"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904622"/>
        <a:ext cx="8333885" cy="21815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7/29/2025</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7/29/2025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dirty="0"/>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81431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924353203"/>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140208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667767552"/>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2205517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730998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4847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6442860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9366112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54785686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39362913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335735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597999571"/>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79470269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9454593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320071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09219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4812001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7629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371497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85696127"/>
      </p:ext>
    </p:extLst>
  </p:cSld>
  <p:clrMapOvr>
    <a:overrideClrMapping bg1="lt1" tx1="dk1" bg2="lt2" tx2="dk2" accent1="accent1" accent2="accent2" accent3="accent3" accent4="accent4" accent5="accent5" accent6="accent6" hlink="hlink" folHlink="folHlink"/>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54611851"/>
      </p:ext>
    </p:extLst>
  </p:cSld>
  <p:clrMapOvr>
    <a:overrideClrMapping bg1="lt1" tx1="dk1" bg2="lt2" tx2="dk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509798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528210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01789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927355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8608480"/>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02762760"/>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50575790"/>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55009811"/>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666602358"/>
      </p:ext>
    </p:extLst>
  </p:cSld>
  <p:clrMapOvr>
    <a:masterClrMapping/>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848913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262930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39153871"/>
      </p:ext>
    </p:extLst>
  </p:cSld>
  <p:clrMapOvr>
    <a:overrideClrMapping bg1="lt1" tx1="dk1" bg2="lt2" tx2="dk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9266149"/>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4218846"/>
      </p:ext>
    </p:extLst>
  </p:cSld>
  <p:clrMapOvr>
    <a:overrideClrMapping bg1="lt1" tx1="dk1" bg2="lt2" tx2="dk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6752220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7/29/2025</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85803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691" r:id="rId2"/>
    <p:sldLayoutId id="2147483814" r:id="rId3"/>
    <p:sldLayoutId id="2147483815" r:id="rId4"/>
    <p:sldLayoutId id="2147483729" r:id="rId5"/>
    <p:sldLayoutId id="2147483773" r:id="rId6"/>
    <p:sldLayoutId id="2147483665" r:id="rId7"/>
    <p:sldLayoutId id="2147483798" r:id="rId8"/>
    <p:sldLayoutId id="2147483799" r:id="rId9"/>
    <p:sldLayoutId id="2147483663" r:id="rId10"/>
    <p:sldLayoutId id="2147483806" r:id="rId11"/>
    <p:sldLayoutId id="2147483807" r:id="rId12"/>
    <p:sldLayoutId id="2147483816" r:id="rId13"/>
    <p:sldLayoutId id="2147483817" r:id="rId14"/>
    <p:sldLayoutId id="2147483818" r:id="rId15"/>
    <p:sldLayoutId id="2147483808" r:id="rId16"/>
    <p:sldLayoutId id="2147483809" r:id="rId17"/>
    <p:sldLayoutId id="2147483775" r:id="rId18"/>
    <p:sldLayoutId id="2147483781" r:id="rId19"/>
    <p:sldLayoutId id="2147483776" r:id="rId20"/>
    <p:sldLayoutId id="2147483740" r:id="rId21"/>
    <p:sldLayoutId id="2147483734" r:id="rId22"/>
    <p:sldLayoutId id="2147483783" r:id="rId23"/>
    <p:sldLayoutId id="2147483733" r:id="rId24"/>
    <p:sldLayoutId id="2147483772" r:id="rId25"/>
    <p:sldLayoutId id="2147483726" r:id="rId26"/>
    <p:sldLayoutId id="2147483796" r:id="rId27"/>
    <p:sldLayoutId id="2147483797" r:id="rId28"/>
    <p:sldLayoutId id="2147483795"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834189" y="2374232"/>
            <a:ext cx="6454117" cy="1559331"/>
          </a:xfrm>
        </p:spPr>
        <p:txBody>
          <a:bodyPr/>
          <a:lstStyle/>
          <a:p>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r>
              <a:rPr lang="en-US" dirty="0">
                <a:solidFill>
                  <a:srgbClr val="00718F"/>
                </a:solidFill>
                <a:latin typeface="Arial" panose="020B0604020202020204" pitchFamily="34" charset="0"/>
                <a:cs typeface="Arial" panose="020B0604020202020204" pitchFamily="34" charset="0"/>
              </a:rPr>
              <a:t>Territory Management</a:t>
            </a:r>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PL3</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747347086"/>
              </p:ext>
            </p:extLst>
          </p:nvPr>
        </p:nvGraphicFramePr>
        <p:xfrm>
          <a:off x="457198" y="2005884"/>
          <a:ext cx="9283961" cy="1924167"/>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Arial Unicode MS" pitchFamily="34" charset="-128"/>
                          <a:ea typeface="Arial Unicode MS" pitchFamily="34" charset="-128"/>
                          <a:cs typeface="Arial Unicode MS" pitchFamily="34" charset="-128"/>
                        </a:rPr>
                        <a:t>Prashant, Sourav Bhattacharya, Supriyo Saha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Arial Unicode MS" pitchFamily="34" charset="-128"/>
                          <a:ea typeface="Arial Unicode MS" pitchFamily="34" charset="-128"/>
                          <a:cs typeface="Arial Unicode MS" pitchFamily="34" charset="-128"/>
                        </a:rPr>
                        <a:t>Consultant CRM, Sr. Consultant CRM – EAS Salesforce</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 0.9 :20-July-2023, V1.0: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Sneha Kate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3</a:t>
            </a:fld>
            <a:endParaRPr lang="en-US" dirty="0"/>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191000"/>
          </a:xfrm>
        </p:spPr>
        <p:txBody>
          <a:bodyPr/>
          <a:lstStyle/>
          <a:p>
            <a:pPr marL="0" indent="0">
              <a:buNone/>
            </a:pPr>
            <a:r>
              <a:rPr lang="en-US" dirty="0"/>
              <a:t>In the previous Module – </a:t>
            </a:r>
            <a:r>
              <a:rPr lang="en-US" i="1" dirty="0"/>
              <a:t>Sample Management, </a:t>
            </a:r>
            <a:r>
              <a:rPr lang="en-US" dirty="0"/>
              <a:t>you learnt to </a:t>
            </a:r>
            <a:r>
              <a:rPr lang="en-US" sz="1800" dirty="0">
                <a:solidFill>
                  <a:schemeClr val="tx1"/>
                </a:solidFill>
              </a:rPr>
              <a:t>...</a:t>
            </a:r>
          </a:p>
          <a:p>
            <a:pPr marL="0" indent="0">
              <a:buNone/>
            </a:pPr>
            <a:endParaRPr lang="en-US" dirty="0">
              <a:solidFill>
                <a:schemeClr val="tx1"/>
              </a:solidFill>
            </a:endParaRPr>
          </a:p>
          <a:p>
            <a:pPr lvl="1">
              <a:buFont typeface="Arial" panose="020B0604020202020204" pitchFamily="34" charset="0"/>
              <a:buChar char="•"/>
            </a:pPr>
            <a:r>
              <a:rPr lang="en-US" dirty="0"/>
              <a:t>Define VEEVA Sample Management Data Model</a:t>
            </a:r>
          </a:p>
          <a:p>
            <a:pPr lvl="1">
              <a:buFont typeface="Arial" panose="020B0604020202020204" pitchFamily="34" charset="0"/>
              <a:buChar char="•"/>
            </a:pPr>
            <a:r>
              <a:rPr lang="en-US" dirty="0"/>
              <a:t>Define Sample Lot and Lot Catalog</a:t>
            </a:r>
          </a:p>
          <a:p>
            <a:pPr lvl="1">
              <a:buFont typeface="Arial" panose="020B0604020202020204" pitchFamily="34" charset="0"/>
              <a:buChar char="•"/>
            </a:pPr>
            <a:r>
              <a:rPr lang="en-US" dirty="0"/>
              <a:t>Explain various Sample Transactions</a:t>
            </a:r>
          </a:p>
          <a:p>
            <a:pPr lvl="1">
              <a:buFont typeface="Arial" panose="020B0604020202020204" pitchFamily="34" charset="0"/>
              <a:buChar char="•"/>
            </a:pPr>
            <a:r>
              <a:rPr lang="en-US" dirty="0"/>
              <a:t>Describe My Samples Tab</a:t>
            </a:r>
          </a:p>
          <a:p>
            <a:pPr lvl="1">
              <a:buFont typeface="Arial" panose="020B0604020202020204" pitchFamily="34" charset="0"/>
              <a:buChar char="•"/>
            </a:pPr>
            <a:r>
              <a:rPr lang="en-US" dirty="0"/>
              <a:t>Describe Sample Limit </a:t>
            </a:r>
          </a:p>
          <a:p>
            <a:pPr lvl="1">
              <a:buFont typeface="Arial" panose="020B0604020202020204" pitchFamily="34" charset="0"/>
              <a:buChar char="•"/>
            </a:pPr>
            <a:endParaRPr lang="en-US" b="1" dirty="0"/>
          </a:p>
          <a:p>
            <a:pPr marL="457200" lvl="1" indent="0">
              <a:buNone/>
            </a:pPr>
            <a:r>
              <a:rPr lang="en-US" sz="1800" b="1" dirty="0"/>
              <a:t>And now ... </a:t>
            </a:r>
          </a:p>
          <a:p>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dirty="0"/>
              <a:t>Recap…</a:t>
            </a:r>
          </a:p>
        </p:txBody>
      </p:sp>
    </p:spTree>
    <p:extLst>
      <p:ext uri="{BB962C8B-B14F-4D97-AF65-F5344CB8AC3E}">
        <p14:creationId xmlns:p14="http://schemas.microsoft.com/office/powerpoint/2010/main" val="187916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4</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2"/>
            <a:ext cx="5887202" cy="4616927"/>
          </a:xfrm>
        </p:spPr>
        <p:txBody>
          <a:bodyPr/>
          <a:lstStyle/>
          <a:p>
            <a:pPr lvl="1">
              <a:buFont typeface="Arial" panose="020B0604020202020204" pitchFamily="34" charset="0"/>
              <a:buChar char="•"/>
            </a:pPr>
            <a:r>
              <a:rPr lang="en-US" dirty="0"/>
              <a:t>Account ownership and its effect on record sharing remains valid and unchanged when territory management is used</a:t>
            </a:r>
          </a:p>
          <a:p>
            <a:pPr marL="457200" lvl="1" indent="0">
              <a:buNone/>
            </a:pPr>
            <a:endParaRPr lang="en-US" dirty="0"/>
          </a:p>
          <a:p>
            <a:pPr lvl="1">
              <a:buFont typeface="Arial" panose="020B0604020202020204" pitchFamily="34" charset="0"/>
              <a:buChar char="•"/>
            </a:pPr>
            <a:r>
              <a:rPr lang="en-US" dirty="0"/>
              <a:t>Territory management only affects accounts and the standard objects that have a master-detail relationship to accounts </a:t>
            </a:r>
          </a:p>
          <a:p>
            <a:pPr algn="just"/>
            <a:endParaRPr lang="en-US" sz="1600" dirty="0">
              <a:solidFill>
                <a:schemeClr val="tx1"/>
              </a:solidFill>
            </a:endParaRP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Do You Know</a:t>
            </a:r>
          </a:p>
        </p:txBody>
      </p:sp>
      <p:pic>
        <p:nvPicPr>
          <p:cNvPr id="7" name="Picture 2" descr="D:\Images\Images\Question\shutterstock_157594730.jpg">
            <a:extLst>
              <a:ext uri="{FF2B5EF4-FFF2-40B4-BE49-F238E27FC236}">
                <a16:creationId xmlns:a16="http://schemas.microsoft.com/office/drawing/2014/main" id="{D43DA37D-F5C0-A09B-6241-6926604ABA7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3223519" y="3777375"/>
            <a:ext cx="3164841" cy="2341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78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5</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6730482" cy="4191000"/>
          </a:xfrm>
        </p:spPr>
        <p:txBody>
          <a:bodyPr/>
          <a:lstStyle/>
          <a:p>
            <a:pPr marL="0" indent="0">
              <a:buNone/>
            </a:pPr>
            <a:r>
              <a:rPr lang="en-US" dirty="0"/>
              <a:t>After completing this chapter, you will learn to:</a:t>
            </a:r>
          </a:p>
          <a:p>
            <a:pPr marL="0" indent="0">
              <a:buNone/>
            </a:pPr>
            <a:endParaRPr lang="en-US" dirty="0"/>
          </a:p>
          <a:p>
            <a:pPr marL="342900" lvl="1" indent="-342900">
              <a:buFont typeface="Arial" pitchFamily="34" charset="0"/>
              <a:buChar char="•"/>
            </a:pPr>
            <a:r>
              <a:rPr lang="en-US" dirty="0"/>
              <a:t>Define VEEVA Data Model – Account Visibility/Territory Alignment &amp; Territory Hierarchy </a:t>
            </a:r>
          </a:p>
          <a:p>
            <a:pPr marL="342900" lvl="1" indent="-342900">
              <a:buFont typeface="Arial" pitchFamily="34" charset="0"/>
              <a:buChar char="•"/>
            </a:pPr>
            <a:r>
              <a:rPr lang="en-US" dirty="0"/>
              <a:t>Create Territories </a:t>
            </a:r>
          </a:p>
          <a:p>
            <a:pPr marL="342900" lvl="1" indent="-342900">
              <a:buFont typeface="Arial" pitchFamily="34" charset="0"/>
              <a:buChar char="•"/>
            </a:pPr>
            <a:r>
              <a:rPr lang="en-US" dirty="0"/>
              <a:t>Define VEEVA’s Account Territory Loader (ATL) </a:t>
            </a:r>
          </a:p>
          <a:p>
            <a:pPr marL="342900" lvl="1" indent="-342900">
              <a:buFont typeface="Arial" pitchFamily="34" charset="0"/>
              <a:buChar char="•"/>
            </a:pPr>
            <a:r>
              <a:rPr lang="en-US" dirty="0"/>
              <a:t>List out ATL Best Practice</a:t>
            </a:r>
          </a:p>
          <a:p>
            <a:pPr marL="342900" lvl="1" indent="-342900">
              <a:buFont typeface="Arial" pitchFamily="34" charset="0"/>
              <a:buChar char="•"/>
            </a:pPr>
            <a:r>
              <a:rPr lang="en-US" dirty="0"/>
              <a:t>Describe Zip-to-Terr &amp; Brick-to-Terr</a:t>
            </a:r>
          </a:p>
          <a:p>
            <a:pPr marL="342900" lvl="1" indent="-342900">
              <a:buFont typeface="Arial" pitchFamily="34" charset="0"/>
              <a:buChar char="•"/>
            </a:pPr>
            <a:r>
              <a:rPr lang="en-US" dirty="0"/>
              <a:t>Work with Territory Fields - Product Alignment by Territory and Account </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Objectives</a:t>
            </a:r>
          </a:p>
        </p:txBody>
      </p:sp>
      <p:pic>
        <p:nvPicPr>
          <p:cNvPr id="6" name="Picture 2" descr="D:\Images\Images\Objective\shutterstock_67901683.jpg">
            <a:extLst>
              <a:ext uri="{FF2B5EF4-FFF2-40B4-BE49-F238E27FC236}">
                <a16:creationId xmlns:a16="http://schemas.microsoft.com/office/drawing/2014/main" id="{B3D16588-795B-937B-A337-67C1C81FC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669428" y="816524"/>
            <a:ext cx="2517197" cy="37757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906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132390" cy="457200"/>
          </a:xfrm>
        </p:spPr>
        <p:txBody>
          <a:bodyPr/>
          <a:lstStyle/>
          <a:p>
            <a:r>
              <a:rPr lang="en-US" sz="3200" b="1" dirty="0"/>
              <a:t>Data Model &amp; Territory Hierarchy</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569495" y="3026026"/>
            <a:ext cx="8614610"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Territory Management</a:t>
            </a:r>
            <a:endParaRPr lang="en-IN" sz="3600" dirty="0"/>
          </a:p>
        </p:txBody>
      </p:sp>
    </p:spTree>
    <p:extLst>
      <p:ext uri="{BB962C8B-B14F-4D97-AF65-F5344CB8AC3E}">
        <p14:creationId xmlns:p14="http://schemas.microsoft.com/office/powerpoint/2010/main" val="3519810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7</a:t>
            </a:fld>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Data Model - Territory</a:t>
            </a:r>
          </a:p>
        </p:txBody>
      </p:sp>
      <p:pic>
        <p:nvPicPr>
          <p:cNvPr id="6" name="Content Placeholder 5">
            <a:extLst>
              <a:ext uri="{FF2B5EF4-FFF2-40B4-BE49-F238E27FC236}">
                <a16:creationId xmlns:a16="http://schemas.microsoft.com/office/drawing/2014/main" id="{4B35C0F2-34E7-177C-8EFF-B9F18379C558}"/>
              </a:ext>
            </a:extLst>
          </p:cNvPr>
          <p:cNvPicPr>
            <a:picLocks noGrp="1" noChangeAspect="1"/>
          </p:cNvPicPr>
          <p:nvPr>
            <p:ph sz="quarter" idx="4294967295"/>
          </p:nvPr>
        </p:nvPicPr>
        <p:blipFill>
          <a:blip r:embed="rId2"/>
          <a:stretch>
            <a:fillRect/>
          </a:stretch>
        </p:blipFill>
        <p:spPr>
          <a:xfrm>
            <a:off x="3047134" y="1333500"/>
            <a:ext cx="5069114" cy="4191000"/>
          </a:xfrm>
          <a:prstGeom prst="rect">
            <a:avLst/>
          </a:prstGeom>
          <a:ln>
            <a:solidFill>
              <a:schemeClr val="tx1"/>
            </a:solidFill>
          </a:ln>
        </p:spPr>
      </p:pic>
      <p:pic>
        <p:nvPicPr>
          <p:cNvPr id="7" name="Picture 6">
            <a:extLst>
              <a:ext uri="{FF2B5EF4-FFF2-40B4-BE49-F238E27FC236}">
                <a16:creationId xmlns:a16="http://schemas.microsoft.com/office/drawing/2014/main" id="{F1DC09E4-478F-F51B-A5FA-1873AE4DD17B}"/>
              </a:ext>
            </a:extLst>
          </p:cNvPr>
          <p:cNvPicPr>
            <a:picLocks noChangeAspect="1"/>
          </p:cNvPicPr>
          <p:nvPr/>
        </p:nvPicPr>
        <p:blipFill>
          <a:blip r:embed="rId3">
            <a:duotone>
              <a:prstClr val="black"/>
              <a:schemeClr val="accent2">
                <a:lumMod val="40000"/>
                <a:lumOff val="60000"/>
                <a:tint val="45000"/>
                <a:satMod val="400000"/>
              </a:schemeClr>
            </a:duotone>
          </a:blip>
          <a:stretch>
            <a:fillRect/>
          </a:stretch>
        </p:blipFill>
        <p:spPr>
          <a:xfrm>
            <a:off x="6845970" y="2844656"/>
            <a:ext cx="2540557" cy="1168688"/>
          </a:xfrm>
          <a:prstGeom prst="rect">
            <a:avLst/>
          </a:prstGeom>
          <a:ln>
            <a:solidFill>
              <a:schemeClr val="tx1"/>
            </a:solidFill>
          </a:ln>
        </p:spPr>
      </p:pic>
    </p:spTree>
    <p:extLst>
      <p:ext uri="{BB962C8B-B14F-4D97-AF65-F5344CB8AC3E}">
        <p14:creationId xmlns:p14="http://schemas.microsoft.com/office/powerpoint/2010/main" val="1169519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8</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457198" y="802104"/>
            <a:ext cx="8961121" cy="5016083"/>
          </a:xfrm>
        </p:spPr>
        <p:txBody>
          <a:bodyPr/>
          <a:lstStyle/>
          <a:p>
            <a:pPr>
              <a:defRPr/>
            </a:pPr>
            <a:r>
              <a:rPr lang="en-US" sz="1800" b="1" dirty="0"/>
              <a:t>An account is accessible by all users in the territories to which it is assigned, as well as those above them in the territory hierarchy </a:t>
            </a:r>
          </a:p>
          <a:p>
            <a:pPr>
              <a:defRPr/>
            </a:pPr>
            <a:r>
              <a:rPr lang="en-US" sz="1800" dirty="0"/>
              <a:t>It is easy to build territory hierarchy by steps below</a:t>
            </a:r>
            <a:endParaRPr lang="en-US" sz="1800" b="1" dirty="0"/>
          </a:p>
          <a:p>
            <a:pPr lvl="1">
              <a:defRPr/>
            </a:pPr>
            <a:r>
              <a:rPr lang="en-US" dirty="0"/>
              <a:t>Setup -&gt; Manage Territories -&gt; Hierarchy</a:t>
            </a:r>
          </a:p>
          <a:p>
            <a:pPr lvl="1">
              <a:defRPr/>
            </a:pPr>
            <a:r>
              <a:rPr lang="en-US" dirty="0"/>
              <a:t>Controls visibility to accounts through the hierarchical structure</a:t>
            </a:r>
          </a:p>
          <a:p>
            <a:pPr lvl="2">
              <a:defRPr/>
            </a:pPr>
            <a:r>
              <a:rPr lang="en-US" sz="1800" dirty="0"/>
              <a:t>Used to give reps access to their accounts</a:t>
            </a:r>
          </a:p>
          <a:p>
            <a:pPr lvl="1">
              <a:defRPr/>
            </a:pPr>
            <a:r>
              <a:rPr lang="en-US" dirty="0"/>
              <a:t>Users assigned to a note can view accounts assigned to notes below in the hierarchy</a:t>
            </a:r>
          </a:p>
          <a:p>
            <a:pPr lvl="1">
              <a:defRPr/>
            </a:pPr>
            <a:r>
              <a:rPr lang="en-US" dirty="0"/>
              <a:t>Navigate to a territory record to:</a:t>
            </a:r>
          </a:p>
          <a:p>
            <a:pPr lvl="2">
              <a:defRPr/>
            </a:pPr>
            <a:r>
              <a:rPr lang="en-US" sz="1800" dirty="0"/>
              <a:t>View a list of accounts for that territory</a:t>
            </a:r>
          </a:p>
          <a:p>
            <a:pPr lvl="2">
              <a:defRPr/>
            </a:pPr>
            <a:r>
              <a:rPr lang="en-US" sz="1800" dirty="0"/>
              <a:t>Add or remove an account from that territory</a:t>
            </a:r>
          </a:p>
          <a:p>
            <a:pPr lvl="2">
              <a:defRPr/>
            </a:pPr>
            <a:r>
              <a:rPr lang="en-US" sz="1800" dirty="0"/>
              <a:t>Create a child territory</a:t>
            </a:r>
          </a:p>
          <a:p>
            <a:pPr lvl="2">
              <a:defRPr/>
            </a:pPr>
            <a:r>
              <a:rPr lang="en-US" sz="1800" dirty="0"/>
              <a:t>Edit or Delete the territory</a:t>
            </a: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Territory Hierarchy 1</a:t>
            </a:r>
          </a:p>
        </p:txBody>
      </p:sp>
    </p:spTree>
    <p:extLst>
      <p:ext uri="{BB962C8B-B14F-4D97-AF65-F5344CB8AC3E}">
        <p14:creationId xmlns:p14="http://schemas.microsoft.com/office/powerpoint/2010/main" val="2236367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9</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386080"/>
            <a:ext cx="10807700" cy="369332"/>
          </a:xfrm>
        </p:spPr>
        <p:txBody>
          <a:bodyPr/>
          <a:lstStyle/>
          <a:p>
            <a:r>
              <a:rPr lang="en-US" dirty="0"/>
              <a:t>Territory Hierarchy 2</a:t>
            </a:r>
          </a:p>
        </p:txBody>
      </p:sp>
      <p:sp>
        <p:nvSpPr>
          <p:cNvPr id="8" name="Slide Number Placeholder 3">
            <a:extLst>
              <a:ext uri="{FF2B5EF4-FFF2-40B4-BE49-F238E27FC236}">
                <a16:creationId xmlns:a16="http://schemas.microsoft.com/office/drawing/2014/main" id="{81479D0F-0BA2-1B4F-8351-5794572BC5C8}"/>
              </a:ext>
            </a:extLst>
          </p:cNvPr>
          <p:cNvSpPr txBox="1">
            <a:spLocks/>
          </p:cNvSpPr>
          <p:nvPr/>
        </p:nvSpPr>
        <p:spPr>
          <a:xfrm>
            <a:off x="11480800" y="6629401"/>
            <a:ext cx="711195" cy="228597"/>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ED8886-DB3B-44F4-9A80-E6A224679F20}" type="slidenum">
              <a:rPr lang="en-US" smtClean="0"/>
              <a:pPr/>
              <a:t>9</a:t>
            </a:fld>
            <a:endParaRPr lang="en-US" dirty="0"/>
          </a:p>
        </p:txBody>
      </p:sp>
      <p:pic>
        <p:nvPicPr>
          <p:cNvPr id="9" name="Picture 8">
            <a:extLst>
              <a:ext uri="{FF2B5EF4-FFF2-40B4-BE49-F238E27FC236}">
                <a16:creationId xmlns:a16="http://schemas.microsoft.com/office/drawing/2014/main" id="{FC6B92E5-67DA-77D7-60C4-4A32FBD8A4F1}"/>
              </a:ext>
            </a:extLst>
          </p:cNvPr>
          <p:cNvPicPr>
            <a:picLocks noChangeAspect="1"/>
          </p:cNvPicPr>
          <p:nvPr/>
        </p:nvPicPr>
        <p:blipFill>
          <a:blip r:embed="rId2"/>
          <a:stretch>
            <a:fillRect/>
          </a:stretch>
        </p:blipFill>
        <p:spPr>
          <a:xfrm>
            <a:off x="5185100" y="2564473"/>
            <a:ext cx="4014080" cy="3760126"/>
          </a:xfrm>
          <a:prstGeom prst="rect">
            <a:avLst/>
          </a:prstGeom>
          <a:ln>
            <a:solidFill>
              <a:schemeClr val="tx1"/>
            </a:solidFill>
          </a:ln>
        </p:spPr>
      </p:pic>
      <p:sp>
        <p:nvSpPr>
          <p:cNvPr id="10" name="Content Placeholder 8">
            <a:extLst>
              <a:ext uri="{FF2B5EF4-FFF2-40B4-BE49-F238E27FC236}">
                <a16:creationId xmlns:a16="http://schemas.microsoft.com/office/drawing/2014/main" id="{DA1B5846-301A-2B9B-4222-EFBD3306E5DE}"/>
              </a:ext>
            </a:extLst>
          </p:cNvPr>
          <p:cNvSpPr txBox="1">
            <a:spLocks/>
          </p:cNvSpPr>
          <p:nvPr/>
        </p:nvSpPr>
        <p:spPr>
          <a:xfrm>
            <a:off x="457200" y="1055766"/>
            <a:ext cx="7543802" cy="526883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800" dirty="0"/>
              <a:t>To access territory hierarchy, follow  steps below</a:t>
            </a:r>
          </a:p>
          <a:p>
            <a:r>
              <a:rPr lang="en-US" sz="1800" dirty="0"/>
              <a:t>       Setup -&gt; Manage Territories -&gt; Hierarchy</a:t>
            </a:r>
          </a:p>
          <a:p>
            <a:endParaRPr lang="en-US" sz="1800" dirty="0"/>
          </a:p>
          <a:p>
            <a:endParaRPr lang="en-US" sz="1800" dirty="0"/>
          </a:p>
          <a:p>
            <a:endParaRPr lang="en-US" sz="1800" dirty="0"/>
          </a:p>
          <a:p>
            <a:endParaRPr lang="en-US" sz="1800" dirty="0"/>
          </a:p>
          <a:p>
            <a:pPr marL="285750" indent="-285750">
              <a:buFont typeface="Arial" panose="020B0604020202020204" pitchFamily="34" charset="0"/>
              <a:buChar char="•"/>
            </a:pPr>
            <a:r>
              <a:rPr lang="en-US" sz="1800" dirty="0"/>
              <a:t>Territory Hierarchy can be expanded </a:t>
            </a:r>
          </a:p>
          <a:p>
            <a:r>
              <a:rPr lang="en-US" sz="1800" dirty="0"/>
              <a:t>      and collapsed</a:t>
            </a:r>
          </a:p>
          <a:p>
            <a:endParaRPr lang="en-US" sz="1800" dirty="0"/>
          </a:p>
          <a:p>
            <a:pPr marL="285750" indent="-285750">
              <a:buFont typeface="Arial" panose="020B0604020202020204" pitchFamily="34" charset="0"/>
              <a:buChar char="•"/>
            </a:pPr>
            <a:r>
              <a:rPr lang="en-US" sz="1800" dirty="0"/>
              <a:t>Territory Node can be “Edit“ and “Delete” </a:t>
            </a:r>
          </a:p>
          <a:p>
            <a:r>
              <a:rPr lang="en-US" sz="1800" dirty="0"/>
              <a:t>       from the Hierarchy</a:t>
            </a:r>
            <a:endParaRPr lang="en-US" sz="1800" b="1" dirty="0"/>
          </a:p>
          <a:p>
            <a:pPr lvl="1"/>
            <a:endParaRPr lang="en-US" b="1" dirty="0"/>
          </a:p>
        </p:txBody>
      </p:sp>
      <p:pic>
        <p:nvPicPr>
          <p:cNvPr id="11" name="Picture 10">
            <a:extLst>
              <a:ext uri="{FF2B5EF4-FFF2-40B4-BE49-F238E27FC236}">
                <a16:creationId xmlns:a16="http://schemas.microsoft.com/office/drawing/2014/main" id="{C04EB192-0C67-7E9F-DE9A-87FBCA5B75B0}"/>
              </a:ext>
            </a:extLst>
          </p:cNvPr>
          <p:cNvPicPr>
            <a:picLocks noChangeAspect="1"/>
          </p:cNvPicPr>
          <p:nvPr/>
        </p:nvPicPr>
        <p:blipFill>
          <a:blip r:embed="rId3"/>
          <a:stretch>
            <a:fillRect/>
          </a:stretch>
        </p:blipFill>
        <p:spPr>
          <a:xfrm>
            <a:off x="6242126" y="507961"/>
            <a:ext cx="2184879" cy="1557295"/>
          </a:xfrm>
          <a:prstGeom prst="rect">
            <a:avLst/>
          </a:prstGeom>
          <a:ln>
            <a:solidFill>
              <a:schemeClr val="tx1"/>
            </a:solidFill>
          </a:ln>
        </p:spPr>
      </p:pic>
    </p:spTree>
    <p:extLst>
      <p:ext uri="{BB962C8B-B14F-4D97-AF65-F5344CB8AC3E}">
        <p14:creationId xmlns:p14="http://schemas.microsoft.com/office/powerpoint/2010/main" val="1685285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820587" y="6259968"/>
            <a:ext cx="1187957" cy="365423"/>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a:xfrm>
            <a:off x="228156" y="6259960"/>
            <a:ext cx="349092" cy="366057"/>
          </a:xfrm>
        </p:spPr>
        <p:txBody>
          <a:bodyPr/>
          <a:lstStyle/>
          <a:p>
            <a:fld id="{C53E075B-3175-45CF-B3C7-FEDF3F5961E3}" type="slidenum">
              <a:rPr lang="en-US" smtClean="0"/>
              <a:pPr/>
              <a:t>10</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77390" y="382366"/>
            <a:ext cx="10715499" cy="369632"/>
          </a:xfrm>
        </p:spPr>
        <p:txBody>
          <a:bodyPr/>
          <a:lstStyle/>
          <a:p>
            <a:r>
              <a:rPr lang="en-US" dirty="0"/>
              <a:t>Creating Territories</a:t>
            </a:r>
          </a:p>
        </p:txBody>
      </p:sp>
      <p:sp>
        <p:nvSpPr>
          <p:cNvPr id="8" name="Slide Number Placeholder 3">
            <a:extLst>
              <a:ext uri="{FF2B5EF4-FFF2-40B4-BE49-F238E27FC236}">
                <a16:creationId xmlns:a16="http://schemas.microsoft.com/office/drawing/2014/main" id="{81479D0F-0BA2-1B4F-8351-5794572BC5C8}"/>
              </a:ext>
            </a:extLst>
          </p:cNvPr>
          <p:cNvSpPr txBox="1">
            <a:spLocks/>
          </p:cNvSpPr>
          <p:nvPr/>
        </p:nvSpPr>
        <p:spPr>
          <a:xfrm>
            <a:off x="11254817" y="6627103"/>
            <a:ext cx="705128" cy="228782"/>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ED8886-DB3B-44F4-9A80-E6A224679F20}" type="slidenum">
              <a:rPr lang="en-US" smtClean="0"/>
              <a:pPr/>
              <a:t>10</a:t>
            </a:fld>
            <a:endParaRPr lang="en-US" dirty="0"/>
          </a:p>
        </p:txBody>
      </p:sp>
      <p:sp>
        <p:nvSpPr>
          <p:cNvPr id="10" name="Content Placeholder 8">
            <a:extLst>
              <a:ext uri="{FF2B5EF4-FFF2-40B4-BE49-F238E27FC236}">
                <a16:creationId xmlns:a16="http://schemas.microsoft.com/office/drawing/2014/main" id="{DA1B5846-301A-2B9B-4222-EFBD3306E5DE}"/>
              </a:ext>
            </a:extLst>
          </p:cNvPr>
          <p:cNvSpPr txBox="1">
            <a:spLocks/>
          </p:cNvSpPr>
          <p:nvPr/>
        </p:nvSpPr>
        <p:spPr>
          <a:xfrm>
            <a:off x="150742" y="1090863"/>
            <a:ext cx="7618211" cy="518581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b="1" dirty="0"/>
          </a:p>
        </p:txBody>
      </p:sp>
      <p:sp>
        <p:nvSpPr>
          <p:cNvPr id="6" name="Content Placeholder 1">
            <a:extLst>
              <a:ext uri="{FF2B5EF4-FFF2-40B4-BE49-F238E27FC236}">
                <a16:creationId xmlns:a16="http://schemas.microsoft.com/office/drawing/2014/main" id="{F7128D0F-3C2A-3CC0-E050-8B3B89CE0A02}"/>
              </a:ext>
            </a:extLst>
          </p:cNvPr>
          <p:cNvSpPr txBox="1">
            <a:spLocks/>
          </p:cNvSpPr>
          <p:nvPr/>
        </p:nvSpPr>
        <p:spPr>
          <a:xfrm>
            <a:off x="898358" y="1092861"/>
            <a:ext cx="10226181" cy="49872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t>Territories can be built through: </a:t>
            </a:r>
          </a:p>
          <a:p>
            <a:endParaRPr lang="en-US" sz="1800" b="1" dirty="0"/>
          </a:p>
        </p:txBody>
      </p:sp>
      <p:sp>
        <p:nvSpPr>
          <p:cNvPr id="12" name="Slide Number Placeholder 3">
            <a:extLst>
              <a:ext uri="{FF2B5EF4-FFF2-40B4-BE49-F238E27FC236}">
                <a16:creationId xmlns:a16="http://schemas.microsoft.com/office/drawing/2014/main" id="{9E38472B-89AE-9ADD-023A-8D0A62BEECAE}"/>
              </a:ext>
            </a:extLst>
          </p:cNvPr>
          <p:cNvSpPr txBox="1">
            <a:spLocks/>
          </p:cNvSpPr>
          <p:nvPr/>
        </p:nvSpPr>
        <p:spPr>
          <a:xfrm>
            <a:off x="11254817" y="6627103"/>
            <a:ext cx="705128" cy="228782"/>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 name="Rounded Rectangle 5">
            <a:extLst>
              <a:ext uri="{FF2B5EF4-FFF2-40B4-BE49-F238E27FC236}">
                <a16:creationId xmlns:a16="http://schemas.microsoft.com/office/drawing/2014/main" id="{36524F39-9892-BF3A-0D2A-1BEDCA240AA6}"/>
              </a:ext>
            </a:extLst>
          </p:cNvPr>
          <p:cNvSpPr/>
          <p:nvPr/>
        </p:nvSpPr>
        <p:spPr>
          <a:xfrm>
            <a:off x="2122717" y="1608154"/>
            <a:ext cx="2367982" cy="1696316"/>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pPr algn="ctr"/>
            <a:r>
              <a:rPr lang="en-US" b="1" dirty="0">
                <a:solidFill>
                  <a:schemeClr val="tx1">
                    <a:lumMod val="75000"/>
                    <a:lumOff val="25000"/>
                  </a:schemeClr>
                </a:solidFill>
                <a:latin typeface="Arial" pitchFamily="34" charset="0"/>
                <a:ea typeface="Arial Unicode MS" pitchFamily="34" charset="-128"/>
                <a:cs typeface="Arial" pitchFamily="34" charset="0"/>
              </a:rPr>
              <a:t>User Interface </a:t>
            </a:r>
          </a:p>
          <a:p>
            <a:endParaRPr lang="en-US" dirty="0"/>
          </a:p>
        </p:txBody>
      </p:sp>
      <p:sp>
        <p:nvSpPr>
          <p:cNvPr id="14" name="Right Arrow 6">
            <a:extLst>
              <a:ext uri="{FF2B5EF4-FFF2-40B4-BE49-F238E27FC236}">
                <a16:creationId xmlns:a16="http://schemas.microsoft.com/office/drawing/2014/main" id="{52890276-1561-ACB1-FE62-9A126B7F2148}"/>
              </a:ext>
            </a:extLst>
          </p:cNvPr>
          <p:cNvSpPr/>
          <p:nvPr/>
        </p:nvSpPr>
        <p:spPr>
          <a:xfrm>
            <a:off x="4529065" y="1270925"/>
            <a:ext cx="4459085" cy="2434692"/>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solidFill>
                <a:schemeClr val="tx1">
                  <a:lumMod val="75000"/>
                  <a:lumOff val="25000"/>
                </a:schemeClr>
              </a:solidFill>
              <a:latin typeface="Arial" pitchFamily="34" charset="0"/>
              <a:ea typeface="Arial Unicode MS" pitchFamily="34" charset="-128"/>
              <a:cs typeface="Arial" pitchFamily="34" charset="0"/>
            </a:endParaRPr>
          </a:p>
          <a:p>
            <a:pPr>
              <a:lnSpc>
                <a:spcPct val="90000"/>
              </a:lnSpc>
              <a:spcBef>
                <a:spcPts val="1000"/>
              </a:spcBef>
              <a:buFont typeface="Arial" panose="020B0604020202020204" pitchFamily="34" charset="0"/>
            </a:pPr>
            <a:r>
              <a:rPr lang="en-US" dirty="0">
                <a:solidFill>
                  <a:schemeClr val="tx1">
                    <a:lumMod val="75000"/>
                    <a:lumOff val="25000"/>
                  </a:schemeClr>
                </a:solidFill>
                <a:latin typeface="Arial" pitchFamily="34" charset="0"/>
                <a:ea typeface="Arial Unicode MS" pitchFamily="34" charset="-128"/>
                <a:cs typeface="Arial" pitchFamily="34" charset="0"/>
              </a:rPr>
              <a:t>Provides a visual representation of the hierarchy and often makes building territories easier </a:t>
            </a:r>
          </a:p>
          <a:p>
            <a:endParaRPr lang="en-US" dirty="0"/>
          </a:p>
          <a:p>
            <a:endParaRPr lang="en-US" dirty="0"/>
          </a:p>
        </p:txBody>
      </p:sp>
      <p:pic>
        <p:nvPicPr>
          <p:cNvPr id="15" name="Picture 14">
            <a:extLst>
              <a:ext uri="{FF2B5EF4-FFF2-40B4-BE49-F238E27FC236}">
                <a16:creationId xmlns:a16="http://schemas.microsoft.com/office/drawing/2014/main" id="{6A2944EE-CD44-14F7-52B1-7AE37F1ECA9A}"/>
              </a:ext>
            </a:extLst>
          </p:cNvPr>
          <p:cNvPicPr>
            <a:picLocks noChangeAspect="1"/>
          </p:cNvPicPr>
          <p:nvPr/>
        </p:nvPicPr>
        <p:blipFill>
          <a:blip r:embed="rId2"/>
          <a:stretch>
            <a:fillRect/>
          </a:stretch>
        </p:blipFill>
        <p:spPr>
          <a:xfrm>
            <a:off x="9042510" y="1264074"/>
            <a:ext cx="2082029" cy="2610826"/>
          </a:xfrm>
          <a:prstGeom prst="rect">
            <a:avLst/>
          </a:prstGeom>
          <a:ln>
            <a:solidFill>
              <a:schemeClr val="tx1"/>
            </a:solidFill>
          </a:ln>
        </p:spPr>
      </p:pic>
      <p:sp>
        <p:nvSpPr>
          <p:cNvPr id="16" name="Rounded Rectangle 8">
            <a:extLst>
              <a:ext uri="{FF2B5EF4-FFF2-40B4-BE49-F238E27FC236}">
                <a16:creationId xmlns:a16="http://schemas.microsoft.com/office/drawing/2014/main" id="{FD4B0D50-50ED-6289-64F6-2DB7DF7D5E84}"/>
              </a:ext>
            </a:extLst>
          </p:cNvPr>
          <p:cNvSpPr/>
          <p:nvPr/>
        </p:nvSpPr>
        <p:spPr>
          <a:xfrm>
            <a:off x="2101590" y="4237370"/>
            <a:ext cx="2367982" cy="173621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latin typeface="Arial" pitchFamily="34" charset="0"/>
                <a:ea typeface="Arial Unicode MS" pitchFamily="34" charset="-128"/>
                <a:cs typeface="Arial" pitchFamily="34" charset="0"/>
              </a:rPr>
              <a:t>Apex Data Loader </a:t>
            </a:r>
          </a:p>
        </p:txBody>
      </p:sp>
      <p:sp>
        <p:nvSpPr>
          <p:cNvPr id="17" name="Right Arrow 9">
            <a:extLst>
              <a:ext uri="{FF2B5EF4-FFF2-40B4-BE49-F238E27FC236}">
                <a16:creationId xmlns:a16="http://schemas.microsoft.com/office/drawing/2014/main" id="{41B409F5-38D5-7281-4B8F-8B08A2EDD49A}"/>
              </a:ext>
            </a:extLst>
          </p:cNvPr>
          <p:cNvSpPr/>
          <p:nvPr/>
        </p:nvSpPr>
        <p:spPr>
          <a:xfrm>
            <a:off x="4508122" y="3846826"/>
            <a:ext cx="4480030" cy="257001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pPr indent="-285750">
              <a:lnSpc>
                <a:spcPct val="90000"/>
              </a:lnSpc>
              <a:spcBef>
                <a:spcPts val="1000"/>
              </a:spcBef>
              <a:buFont typeface="Arial" panose="020B0604020202020204" pitchFamily="34" charset="0"/>
              <a:buChar char="•"/>
            </a:pPr>
            <a:r>
              <a:rPr lang="en-US" dirty="0">
                <a:solidFill>
                  <a:schemeClr val="tx1">
                    <a:lumMod val="75000"/>
                    <a:lumOff val="25000"/>
                  </a:schemeClr>
                </a:solidFill>
                <a:latin typeface="Arial" pitchFamily="34" charset="0"/>
                <a:ea typeface="Arial Unicode MS" pitchFamily="34" charset="-128"/>
                <a:cs typeface="Arial" pitchFamily="34" charset="0"/>
              </a:rPr>
              <a:t>Import to the Territory object </a:t>
            </a:r>
          </a:p>
          <a:p>
            <a:pPr indent="-285750">
              <a:lnSpc>
                <a:spcPct val="90000"/>
              </a:lnSpc>
              <a:spcBef>
                <a:spcPts val="1000"/>
              </a:spcBef>
              <a:buFont typeface="Arial" panose="020B0604020202020204" pitchFamily="34" charset="0"/>
              <a:buChar char="•"/>
            </a:pPr>
            <a:r>
              <a:rPr lang="en-US" dirty="0">
                <a:solidFill>
                  <a:schemeClr val="tx1">
                    <a:lumMod val="75000"/>
                    <a:lumOff val="25000"/>
                  </a:schemeClr>
                </a:solidFill>
                <a:latin typeface="Arial" pitchFamily="34" charset="0"/>
                <a:ea typeface="Arial Unicode MS" pitchFamily="34" charset="-128"/>
                <a:cs typeface="Arial" pitchFamily="34" charset="0"/>
              </a:rPr>
              <a:t>Change Account Access Level to      View/Edit (Setup &gt; Manage Territories &gt; Settings) </a:t>
            </a:r>
          </a:p>
          <a:p>
            <a:endParaRPr lang="en-US" dirty="0"/>
          </a:p>
          <a:p>
            <a:endParaRPr lang="en-US" dirty="0"/>
          </a:p>
        </p:txBody>
      </p:sp>
      <p:pic>
        <p:nvPicPr>
          <p:cNvPr id="18" name="Picture 17">
            <a:extLst>
              <a:ext uri="{FF2B5EF4-FFF2-40B4-BE49-F238E27FC236}">
                <a16:creationId xmlns:a16="http://schemas.microsoft.com/office/drawing/2014/main" id="{88B2D4AD-803D-09D5-FEC5-F1C90D9D9C10}"/>
              </a:ext>
            </a:extLst>
          </p:cNvPr>
          <p:cNvPicPr>
            <a:picLocks noChangeAspect="1"/>
          </p:cNvPicPr>
          <p:nvPr/>
        </p:nvPicPr>
        <p:blipFill>
          <a:blip r:embed="rId3"/>
          <a:stretch>
            <a:fillRect/>
          </a:stretch>
        </p:blipFill>
        <p:spPr>
          <a:xfrm>
            <a:off x="9042510" y="4012809"/>
            <a:ext cx="2082029" cy="2204904"/>
          </a:xfrm>
          <a:prstGeom prst="rect">
            <a:avLst/>
          </a:prstGeom>
          <a:ln>
            <a:solidFill>
              <a:schemeClr val="tx1"/>
            </a:solidFill>
          </a:ln>
        </p:spPr>
      </p:pic>
    </p:spTree>
    <p:extLst>
      <p:ext uri="{BB962C8B-B14F-4D97-AF65-F5344CB8AC3E}">
        <p14:creationId xmlns:p14="http://schemas.microsoft.com/office/powerpoint/2010/main" val="410277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889540" y="6280979"/>
            <a:ext cx="1119004" cy="298792"/>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a:xfrm>
            <a:off x="248418" y="6281009"/>
            <a:ext cx="328829" cy="299310"/>
          </a:xfrm>
        </p:spPr>
        <p:txBody>
          <a:bodyPr/>
          <a:lstStyle/>
          <a:p>
            <a:fld id="{C53E075B-3175-45CF-B3C7-FEDF3F5961E3}" type="slidenum">
              <a:rPr lang="en-US" smtClean="0"/>
              <a:pPr/>
              <a:t>11</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889540" y="425686"/>
            <a:ext cx="10093539" cy="369332"/>
          </a:xfrm>
        </p:spPr>
        <p:txBody>
          <a:bodyPr/>
          <a:lstStyle/>
          <a:p>
            <a:r>
              <a:rPr lang="en-US" dirty="0"/>
              <a:t>ATL vs. Zip-to-Terr</a:t>
            </a:r>
          </a:p>
        </p:txBody>
      </p:sp>
      <p:sp>
        <p:nvSpPr>
          <p:cNvPr id="8" name="Slide Number Placeholder 3">
            <a:extLst>
              <a:ext uri="{FF2B5EF4-FFF2-40B4-BE49-F238E27FC236}">
                <a16:creationId xmlns:a16="http://schemas.microsoft.com/office/drawing/2014/main" id="{81479D0F-0BA2-1B4F-8351-5794572BC5C8}"/>
              </a:ext>
            </a:extLst>
          </p:cNvPr>
          <p:cNvSpPr txBox="1">
            <a:spLocks/>
          </p:cNvSpPr>
          <p:nvPr/>
        </p:nvSpPr>
        <p:spPr>
          <a:xfrm>
            <a:off x="11295743" y="6640258"/>
            <a:ext cx="664201" cy="187066"/>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ED8886-DB3B-44F4-9A80-E6A224679F20}" type="slidenum">
              <a:rPr lang="en-US" smtClean="0"/>
              <a:pPr/>
              <a:t>11</a:t>
            </a:fld>
            <a:endParaRPr lang="en-US" dirty="0"/>
          </a:p>
        </p:txBody>
      </p:sp>
      <p:sp>
        <p:nvSpPr>
          <p:cNvPr id="10" name="Content Placeholder 8">
            <a:extLst>
              <a:ext uri="{FF2B5EF4-FFF2-40B4-BE49-F238E27FC236}">
                <a16:creationId xmlns:a16="http://schemas.microsoft.com/office/drawing/2014/main" id="{DA1B5846-301A-2B9B-4222-EFBD3306E5DE}"/>
              </a:ext>
            </a:extLst>
          </p:cNvPr>
          <p:cNvSpPr txBox="1">
            <a:spLocks/>
          </p:cNvSpPr>
          <p:nvPr/>
        </p:nvSpPr>
        <p:spPr>
          <a:xfrm>
            <a:off x="592925" y="1389042"/>
            <a:ext cx="7176027" cy="4240236"/>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b="1" dirty="0"/>
          </a:p>
        </p:txBody>
      </p:sp>
      <p:sp>
        <p:nvSpPr>
          <p:cNvPr id="6" name="Content Placeholder 1">
            <a:extLst>
              <a:ext uri="{FF2B5EF4-FFF2-40B4-BE49-F238E27FC236}">
                <a16:creationId xmlns:a16="http://schemas.microsoft.com/office/drawing/2014/main" id="{F7128D0F-3C2A-3CC0-E050-8B3B89CE0A02}"/>
              </a:ext>
            </a:extLst>
          </p:cNvPr>
          <p:cNvSpPr txBox="1">
            <a:spLocks/>
          </p:cNvSpPr>
          <p:nvPr/>
        </p:nvSpPr>
        <p:spPr>
          <a:xfrm>
            <a:off x="818810" y="1314625"/>
            <a:ext cx="10234998" cy="4228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1" dirty="0"/>
          </a:p>
          <a:p>
            <a:endParaRPr lang="en-US" sz="1800" b="1" dirty="0"/>
          </a:p>
        </p:txBody>
      </p:sp>
      <p:sp>
        <p:nvSpPr>
          <p:cNvPr id="12" name="Slide Number Placeholder 3">
            <a:extLst>
              <a:ext uri="{FF2B5EF4-FFF2-40B4-BE49-F238E27FC236}">
                <a16:creationId xmlns:a16="http://schemas.microsoft.com/office/drawing/2014/main" id="{9E38472B-89AE-9ADD-023A-8D0A62BEECAE}"/>
              </a:ext>
            </a:extLst>
          </p:cNvPr>
          <p:cNvSpPr txBox="1">
            <a:spLocks/>
          </p:cNvSpPr>
          <p:nvPr/>
        </p:nvSpPr>
        <p:spPr>
          <a:xfrm>
            <a:off x="11295743" y="6640258"/>
            <a:ext cx="664201" cy="187066"/>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aphicFrame>
        <p:nvGraphicFramePr>
          <p:cNvPr id="20" name="Content Placeholder 5">
            <a:extLst>
              <a:ext uri="{FF2B5EF4-FFF2-40B4-BE49-F238E27FC236}">
                <a16:creationId xmlns:a16="http://schemas.microsoft.com/office/drawing/2014/main" id="{16A3C52E-8F78-3D33-4893-EC40C5C8F534}"/>
              </a:ext>
            </a:extLst>
          </p:cNvPr>
          <p:cNvGraphicFramePr>
            <a:graphicFrameLocks/>
          </p:cNvGraphicFramePr>
          <p:nvPr/>
        </p:nvGraphicFramePr>
        <p:xfrm>
          <a:off x="803132" y="1066799"/>
          <a:ext cx="8549416" cy="5230368"/>
        </p:xfrm>
        <a:graphic>
          <a:graphicData uri="http://schemas.openxmlformats.org/drawingml/2006/table">
            <a:tbl>
              <a:tblPr firstRow="1" bandRow="1">
                <a:tableStyleId>{5C22544A-7EE6-4342-B048-85BDC9FD1C3A}</a:tableStyleId>
              </a:tblPr>
              <a:tblGrid>
                <a:gridCol w="4274708">
                  <a:extLst>
                    <a:ext uri="{9D8B030D-6E8A-4147-A177-3AD203B41FA5}">
                      <a16:colId xmlns:a16="http://schemas.microsoft.com/office/drawing/2014/main" val="125108118"/>
                    </a:ext>
                  </a:extLst>
                </a:gridCol>
                <a:gridCol w="4274708">
                  <a:extLst>
                    <a:ext uri="{9D8B030D-6E8A-4147-A177-3AD203B41FA5}">
                      <a16:colId xmlns:a16="http://schemas.microsoft.com/office/drawing/2014/main" val="2474829571"/>
                    </a:ext>
                  </a:extLst>
                </a:gridCol>
              </a:tblGrid>
              <a:tr h="9129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kern="120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Arial" panose="020B0604020202020204" pitchFamily="34" charset="0"/>
                          <a:ea typeface="+mn-ea"/>
                          <a:cs typeface="Arial" panose="020B0604020202020204" pitchFamily="34" charset="0"/>
                        </a:rPr>
                        <a:t>Account Territory Loader </a:t>
                      </a:r>
                      <a:endParaRPr lang="en-US" sz="1800" b="1" kern="1200" dirty="0">
                        <a:solidFill>
                          <a:schemeClr val="lt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u="none" strike="noStrike" kern="1200" baseline="0" dirty="0">
                        <a:solidFill>
                          <a:schemeClr val="lt1"/>
                        </a:solidFill>
                        <a:latin typeface="+mn-lt"/>
                        <a:ea typeface="+mn-ea"/>
                        <a:cs typeface="+mn-cs"/>
                      </a:endParaRPr>
                    </a:p>
                  </a:txBody>
                  <a:tcPr>
                    <a:solidFill>
                      <a:schemeClr val="accent6">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kern="120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Arial" panose="020B0604020202020204" pitchFamily="34" charset="0"/>
                          <a:ea typeface="+mn-ea"/>
                          <a:cs typeface="Arial" panose="020B0604020202020204" pitchFamily="34" charset="0"/>
                        </a:rPr>
                        <a:t>Zip-to-</a:t>
                      </a:r>
                      <a:r>
                        <a:rPr lang="en-US" sz="1800" b="1" kern="1200" dirty="0" err="1">
                          <a:solidFill>
                            <a:schemeClr val="tx1"/>
                          </a:solidFill>
                          <a:latin typeface="Arial" panose="020B0604020202020204" pitchFamily="34" charset="0"/>
                          <a:ea typeface="+mn-ea"/>
                          <a:cs typeface="Arial" panose="020B0604020202020204" pitchFamily="34" charset="0"/>
                        </a:rPr>
                        <a:t>Terr</a:t>
                      </a:r>
                      <a:r>
                        <a:rPr lang="en-US" sz="1800" b="1" kern="1200" dirty="0">
                          <a:solidFill>
                            <a:schemeClr val="tx1"/>
                          </a:solidFill>
                          <a:latin typeface="Arial" panose="020B0604020202020204" pitchFamily="34" charset="0"/>
                          <a:ea typeface="+mn-ea"/>
                          <a:cs typeface="Arial" panose="020B0604020202020204" pitchFamily="34" charset="0"/>
                        </a:rPr>
                        <a:t> (Brick-to-</a:t>
                      </a:r>
                      <a:r>
                        <a:rPr lang="en-US" sz="1800" b="1" kern="1200" dirty="0" err="1">
                          <a:solidFill>
                            <a:schemeClr val="tx1"/>
                          </a:solidFill>
                          <a:latin typeface="Arial" panose="020B0604020202020204" pitchFamily="34" charset="0"/>
                          <a:ea typeface="+mn-ea"/>
                          <a:cs typeface="Arial" panose="020B0604020202020204" pitchFamily="34" charset="0"/>
                        </a:rPr>
                        <a:t>Terr</a:t>
                      </a:r>
                      <a:r>
                        <a:rPr lang="en-US" sz="1800" b="1" kern="1200" dirty="0">
                          <a:solidFill>
                            <a:schemeClr val="tx1"/>
                          </a:solidFill>
                          <a:latin typeface="Arial" panose="020B0604020202020204" pitchFamily="34" charset="0"/>
                          <a:ea typeface="+mn-ea"/>
                          <a:cs typeface="Arial" panose="020B0604020202020204" pitchFamily="34" charset="0"/>
                        </a:rPr>
                        <a:t>) </a:t>
                      </a:r>
                    </a:p>
                    <a:p>
                      <a:endParaRPr lang="en-US" dirty="0"/>
                    </a:p>
                  </a:txBody>
                  <a:tcPr>
                    <a:solidFill>
                      <a:schemeClr val="accent6">
                        <a:lumMod val="75000"/>
                      </a:schemeClr>
                    </a:solidFill>
                  </a:tcPr>
                </a:tc>
                <a:extLst>
                  <a:ext uri="{0D108BD9-81ED-4DB2-BD59-A6C34878D82A}">
                    <a16:rowId xmlns:a16="http://schemas.microsoft.com/office/drawing/2014/main" val="4019707040"/>
                  </a:ext>
                </a:extLst>
              </a:tr>
              <a:tr h="4309349">
                <a:tc>
                  <a:txBody>
                    <a:bodyPr/>
                    <a:lstStyle/>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Number of accounts exceeds ~1Million </a:t>
                      </a:r>
                    </a:p>
                    <a:p>
                      <a:pPr marL="0" indent="0">
                        <a:buFont typeface="Arial" panose="020B0604020202020204" pitchFamily="34" charset="0"/>
                        <a:buNone/>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The alignment needs to go to many different systems </a:t>
                      </a:r>
                    </a:p>
                    <a:p>
                      <a:pPr marL="742950" lvl="1" indent="-285750" algn="l" defTabSz="914400" rtl="0" eaLnBrk="1" latinLnBrk="0" hangingPunct="1">
                        <a:spcBef>
                          <a:spcPct val="20000"/>
                        </a:spcBef>
                        <a:buFont typeface="Arial" pitchFamily="34" charset="0"/>
                        <a:buChar char="–"/>
                        <a:defRP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Data Warehouses, Marketing Automation, Incentive Comp, etc. </a:t>
                      </a:r>
                    </a:p>
                    <a:p>
                      <a:pPr marL="742950" lvl="1" indent="-285750" algn="l" defTabSz="914400" rtl="0" eaLnBrk="1" latinLnBrk="0" hangingPunct="1">
                        <a:spcBef>
                          <a:spcPct val="20000"/>
                        </a:spcBef>
                        <a:buFont typeface="Arial" pitchFamily="34" charset="0"/>
                        <a:buChar char="–"/>
                        <a:defRPr/>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Complicated alignment rules </a:t>
                      </a:r>
                    </a:p>
                    <a:p>
                      <a:pPr marL="0" indent="0">
                        <a:buFont typeface="Arial" panose="020B0604020202020204" pitchFamily="34" charset="0"/>
                        <a:buNone/>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Alignment is done externally and fed into various systems including VEEVA </a:t>
                      </a:r>
                    </a:p>
                    <a:p>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txBody>
                  <a:tcPr/>
                </a:tc>
                <a:tc>
                  <a:txBody>
                    <a:bodyPr/>
                    <a:lstStyle/>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Number of accounts less than ~1Million </a:t>
                      </a:r>
                    </a:p>
                    <a:p>
                      <a:pPr marL="285750" indent="-285750">
                        <a:buFont typeface="Arial" panose="020B0604020202020204" pitchFamily="34" charset="0"/>
                        <a:buChar char="•"/>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The alignment is mainly for the VEEVA system as it stands </a:t>
                      </a:r>
                    </a:p>
                    <a:p>
                      <a:pPr marL="742950" lvl="1" indent="-285750" algn="l" defTabSz="914400" rtl="0" eaLnBrk="1" latinLnBrk="0" hangingPunct="1">
                        <a:spcBef>
                          <a:spcPct val="20000"/>
                        </a:spcBef>
                        <a:buFont typeface="Arial" pitchFamily="34" charset="0"/>
                        <a:buChar char="–"/>
                        <a:defRP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Rules only span VEEVA Account table</a:t>
                      </a:r>
                    </a:p>
                    <a:p>
                      <a:pPr marL="742950" lvl="1" indent="-285750" algn="l" defTabSz="914400" rtl="0" eaLnBrk="1" latinLnBrk="0" hangingPunct="1">
                        <a:spcBef>
                          <a:spcPct val="20000"/>
                        </a:spcBef>
                        <a:buFont typeface="Arial" pitchFamily="34" charset="0"/>
                        <a:buChar char="–"/>
                        <a:defRPr/>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457200" lvl="1" indent="0" algn="l" defTabSz="914400" rtl="0" eaLnBrk="1" latinLnBrk="0" hangingPunct="1">
                        <a:spcBef>
                          <a:spcPct val="20000"/>
                        </a:spcBef>
                        <a:buFont typeface="Arial" pitchFamily="34" charset="0"/>
                        <a:buNone/>
                        <a:defRPr/>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Uncomplicated alignment rules </a:t>
                      </a:r>
                    </a:p>
                    <a:p>
                      <a:pPr marL="0" indent="0">
                        <a:buFont typeface="Arial" panose="020B0604020202020204" pitchFamily="34" charset="0"/>
                        <a:buNone/>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0" indent="0">
                        <a:buFont typeface="Arial" panose="020B0604020202020204" pitchFamily="34" charset="0"/>
                        <a:buNone/>
                      </a:pPr>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Alignment is done inside VEEVA </a:t>
                      </a:r>
                    </a:p>
                    <a:p>
                      <a:endPar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txBody>
                  <a:tcPr/>
                </a:tc>
                <a:extLst>
                  <a:ext uri="{0D108BD9-81ED-4DB2-BD59-A6C34878D82A}">
                    <a16:rowId xmlns:a16="http://schemas.microsoft.com/office/drawing/2014/main" val="3452150661"/>
                  </a:ext>
                </a:extLst>
              </a:tr>
            </a:tbl>
          </a:graphicData>
        </a:graphic>
      </p:graphicFrame>
    </p:spTree>
    <p:extLst>
      <p:ext uri="{BB962C8B-B14F-4D97-AF65-F5344CB8AC3E}">
        <p14:creationId xmlns:p14="http://schemas.microsoft.com/office/powerpoint/2010/main" val="3216083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889540" y="6280979"/>
            <a:ext cx="1119004" cy="298792"/>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a:xfrm>
            <a:off x="248418" y="6281009"/>
            <a:ext cx="328829" cy="299310"/>
          </a:xfrm>
        </p:spPr>
        <p:txBody>
          <a:bodyPr/>
          <a:lstStyle/>
          <a:p>
            <a:fld id="{C53E075B-3175-45CF-B3C7-FEDF3F5961E3}" type="slidenum">
              <a:rPr lang="en-US" smtClean="0"/>
              <a:pPr/>
              <a:t>12</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889540" y="425686"/>
            <a:ext cx="10093539" cy="369332"/>
          </a:xfrm>
        </p:spPr>
        <p:txBody>
          <a:bodyPr/>
          <a:lstStyle/>
          <a:p>
            <a:r>
              <a:rPr lang="en-US" dirty="0"/>
              <a:t>Territory Management Application</a:t>
            </a:r>
          </a:p>
        </p:txBody>
      </p:sp>
      <p:sp>
        <p:nvSpPr>
          <p:cNvPr id="8" name="Slide Number Placeholder 3">
            <a:extLst>
              <a:ext uri="{FF2B5EF4-FFF2-40B4-BE49-F238E27FC236}">
                <a16:creationId xmlns:a16="http://schemas.microsoft.com/office/drawing/2014/main" id="{81479D0F-0BA2-1B4F-8351-5794572BC5C8}"/>
              </a:ext>
            </a:extLst>
          </p:cNvPr>
          <p:cNvSpPr txBox="1">
            <a:spLocks/>
          </p:cNvSpPr>
          <p:nvPr/>
        </p:nvSpPr>
        <p:spPr>
          <a:xfrm>
            <a:off x="11295743" y="6640258"/>
            <a:ext cx="664201" cy="187066"/>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ED8886-DB3B-44F4-9A80-E6A224679F20}" type="slidenum">
              <a:rPr lang="en-US" smtClean="0"/>
              <a:pPr/>
              <a:t>12</a:t>
            </a:fld>
            <a:endParaRPr lang="en-US" dirty="0"/>
          </a:p>
        </p:txBody>
      </p:sp>
      <p:sp>
        <p:nvSpPr>
          <p:cNvPr id="10" name="Content Placeholder 8">
            <a:extLst>
              <a:ext uri="{FF2B5EF4-FFF2-40B4-BE49-F238E27FC236}">
                <a16:creationId xmlns:a16="http://schemas.microsoft.com/office/drawing/2014/main" id="{DA1B5846-301A-2B9B-4222-EFBD3306E5DE}"/>
              </a:ext>
            </a:extLst>
          </p:cNvPr>
          <p:cNvSpPr txBox="1">
            <a:spLocks/>
          </p:cNvSpPr>
          <p:nvPr/>
        </p:nvSpPr>
        <p:spPr>
          <a:xfrm>
            <a:off x="592925" y="1389042"/>
            <a:ext cx="7176027" cy="4240236"/>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b="1" dirty="0"/>
          </a:p>
        </p:txBody>
      </p:sp>
      <p:sp>
        <p:nvSpPr>
          <p:cNvPr id="6" name="Content Placeholder 1">
            <a:extLst>
              <a:ext uri="{FF2B5EF4-FFF2-40B4-BE49-F238E27FC236}">
                <a16:creationId xmlns:a16="http://schemas.microsoft.com/office/drawing/2014/main" id="{F7128D0F-3C2A-3CC0-E050-8B3B89CE0A02}"/>
              </a:ext>
            </a:extLst>
          </p:cNvPr>
          <p:cNvSpPr txBox="1">
            <a:spLocks/>
          </p:cNvSpPr>
          <p:nvPr/>
        </p:nvSpPr>
        <p:spPr>
          <a:xfrm>
            <a:off x="889540" y="1228722"/>
            <a:ext cx="10164268" cy="43146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Arial" panose="020B0604020202020204" pitchFamily="34" charset="0"/>
              <a:buChar char="•"/>
              <a:defRPr/>
            </a:pPr>
            <a:r>
              <a:rPr lang="en-US"/>
              <a:t>It is helpful to build a territory management application </a:t>
            </a:r>
          </a:p>
          <a:p>
            <a:pPr marL="914400" lvl="2" indent="0">
              <a:buNone/>
              <a:defRPr/>
            </a:pPr>
            <a:r>
              <a:rPr lang="en-US" sz="1800"/>
              <a:t>- Setup -&gt; Create -&gt; Apps</a:t>
            </a:r>
          </a:p>
          <a:p>
            <a:pPr lvl="1">
              <a:buFont typeface="Arial" panose="020B0604020202020204" pitchFamily="34" charset="0"/>
              <a:buChar char="•"/>
              <a:defRPr/>
            </a:pPr>
            <a:r>
              <a:rPr lang="en-US"/>
              <a:t>Make visible only to System Administrator and Territory Administrator profiles </a:t>
            </a:r>
          </a:p>
          <a:p>
            <a:pPr lvl="1">
              <a:buFont typeface="Arial" panose="020B0604020202020204" pitchFamily="34" charset="0"/>
              <a:buChar char="•"/>
              <a:defRPr/>
            </a:pPr>
            <a:r>
              <a:rPr lang="en-US"/>
              <a:t>Tabs to include: </a:t>
            </a:r>
          </a:p>
          <a:p>
            <a:pPr lvl="2">
              <a:buFont typeface="Wingdings" panose="05000000000000000000" pitchFamily="2" charset="2"/>
              <a:buChar char="ü"/>
            </a:pPr>
            <a:r>
              <a:rPr lang="en-US"/>
              <a:t>My Accounts </a:t>
            </a:r>
          </a:p>
          <a:p>
            <a:pPr lvl="2">
              <a:buFont typeface="Wingdings" panose="05000000000000000000" pitchFamily="2" charset="2"/>
              <a:buChar char="ü"/>
            </a:pPr>
            <a:r>
              <a:rPr lang="en-US"/>
              <a:t>Territory Utilities </a:t>
            </a:r>
          </a:p>
          <a:p>
            <a:pPr lvl="2">
              <a:buFont typeface="Wingdings" panose="05000000000000000000" pitchFamily="2" charset="2"/>
              <a:buChar char="ü"/>
            </a:pPr>
            <a:r>
              <a:rPr lang="en-US"/>
              <a:t>My Setup </a:t>
            </a:r>
          </a:p>
          <a:p>
            <a:pPr lvl="2">
              <a:buFont typeface="Wingdings" panose="05000000000000000000" pitchFamily="2" charset="2"/>
              <a:buChar char="ü"/>
            </a:pPr>
            <a:r>
              <a:rPr lang="en-US"/>
              <a:t>VEEVA (VoD) Messages </a:t>
            </a:r>
          </a:p>
          <a:p>
            <a:pPr lvl="2">
              <a:buFont typeface="Wingdings" panose="05000000000000000000" pitchFamily="2" charset="2"/>
              <a:buChar char="ü"/>
            </a:pPr>
            <a:r>
              <a:rPr lang="en-US"/>
              <a:t>Account Territory Loader (if using ATL)</a:t>
            </a:r>
            <a:endParaRPr lang="en-US" sz="1800" b="1" dirty="0"/>
          </a:p>
        </p:txBody>
      </p:sp>
      <p:sp>
        <p:nvSpPr>
          <p:cNvPr id="12" name="Slide Number Placeholder 3">
            <a:extLst>
              <a:ext uri="{FF2B5EF4-FFF2-40B4-BE49-F238E27FC236}">
                <a16:creationId xmlns:a16="http://schemas.microsoft.com/office/drawing/2014/main" id="{9E38472B-89AE-9ADD-023A-8D0A62BEECAE}"/>
              </a:ext>
            </a:extLst>
          </p:cNvPr>
          <p:cNvSpPr txBox="1">
            <a:spLocks/>
          </p:cNvSpPr>
          <p:nvPr/>
        </p:nvSpPr>
        <p:spPr>
          <a:xfrm>
            <a:off x="11295743" y="6640258"/>
            <a:ext cx="664201" cy="187066"/>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541822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579121" y="2173337"/>
            <a:ext cx="5516880" cy="1749972"/>
          </a:xfrm>
        </p:spPr>
        <p:txBody>
          <a:bodyPr/>
          <a:lstStyle/>
          <a:p>
            <a:r>
              <a:rPr lang="en-US" sz="3600" b="0" dirty="0">
                <a:solidFill>
                  <a:srgbClr val="00718F"/>
                </a:solidFill>
                <a:latin typeface="Arial" panose="020B0604020202020204" pitchFamily="34" charset="0"/>
                <a:cs typeface="Arial" panose="020B0604020202020204" pitchFamily="34" charset="0"/>
              </a:rPr>
              <a:t>Territory Management</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579120" y="4153374"/>
            <a:ext cx="5720080" cy="906305"/>
          </a:xfrm>
        </p:spPr>
        <p:txBody>
          <a:bodyPr/>
          <a:lstStyle/>
          <a:p>
            <a:r>
              <a:rPr lang="en-US" sz="3200" b="1" dirty="0"/>
              <a:t>Account Territory Loader(ATL)</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272226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14</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224589" y="228601"/>
            <a:ext cx="10732400" cy="369333"/>
          </a:xfrm>
        </p:spPr>
        <p:txBody>
          <a:bodyPr/>
          <a:lstStyle/>
          <a:p>
            <a:r>
              <a:rPr lang="en-US" dirty="0"/>
              <a:t>Account Territory Loader 1</a:t>
            </a:r>
          </a:p>
        </p:txBody>
      </p:sp>
      <p:sp>
        <p:nvSpPr>
          <p:cNvPr id="7" name="TextBox 6">
            <a:extLst>
              <a:ext uri="{FF2B5EF4-FFF2-40B4-BE49-F238E27FC236}">
                <a16:creationId xmlns:a16="http://schemas.microsoft.com/office/drawing/2014/main" id="{6F706643-502F-54A0-A941-5F4F6351BE82}"/>
              </a:ext>
            </a:extLst>
          </p:cNvPr>
          <p:cNvSpPr txBox="1"/>
          <p:nvPr/>
        </p:nvSpPr>
        <p:spPr>
          <a:xfrm>
            <a:off x="0" y="850233"/>
            <a:ext cx="9144000" cy="2308324"/>
          </a:xfrm>
          <a:prstGeom prst="rect">
            <a:avLst/>
          </a:prstGeom>
          <a:noFill/>
        </p:spPr>
        <p:txBody>
          <a:bodyPr wrap="square">
            <a:spAutoFit/>
          </a:bodyPr>
          <a:lstStyle/>
          <a:p>
            <a:pPr lvl="1">
              <a:buFont typeface="Arial" panose="020B0604020202020204" pitchFamily="34" charset="0"/>
              <a:buChar char="•"/>
              <a:defRPr/>
            </a:pPr>
            <a:r>
              <a:rPr lang="en-US" dirty="0"/>
              <a:t> Account Territory Loader object is a tool to perform manual assignments of account to territories via a back-end data load </a:t>
            </a:r>
          </a:p>
          <a:p>
            <a:pPr marL="457200" lvl="1" indent="0">
              <a:buNone/>
              <a:defRPr/>
            </a:pPr>
            <a:endParaRPr lang="en-US" dirty="0"/>
          </a:p>
          <a:p>
            <a:pPr lvl="1">
              <a:buFont typeface="Arial" panose="020B0604020202020204" pitchFamily="34" charset="0"/>
              <a:buChar char="•"/>
              <a:defRPr/>
            </a:pPr>
            <a:r>
              <a:rPr lang="en-US" dirty="0"/>
              <a:t> Inserting a row into Account Territory Loader performs two operations: </a:t>
            </a:r>
          </a:p>
          <a:p>
            <a:pPr lvl="2"/>
            <a:r>
              <a:rPr lang="en-US" dirty="0"/>
              <a:t>Removes the current territory assignment for associated Account </a:t>
            </a:r>
          </a:p>
          <a:p>
            <a:pPr lvl="2"/>
            <a:r>
              <a:rPr lang="en-US" dirty="0"/>
              <a:t>Assigns the account to the specified list of territories explicitly </a:t>
            </a:r>
          </a:p>
          <a:p>
            <a:pPr marL="914400" lvl="2" indent="0">
              <a:buNone/>
            </a:pPr>
            <a:endParaRPr lang="en-US" dirty="0"/>
          </a:p>
          <a:p>
            <a:pPr lvl="1">
              <a:buFont typeface="Arial" panose="020B0604020202020204" pitchFamily="34" charset="0"/>
              <a:buChar char="•"/>
              <a:defRPr/>
            </a:pPr>
            <a:r>
              <a:rPr lang="en-US" dirty="0"/>
              <a:t> ATL will set Account Territory alignments as specified during the data load</a:t>
            </a:r>
          </a:p>
        </p:txBody>
      </p:sp>
      <p:pic>
        <p:nvPicPr>
          <p:cNvPr id="8" name="Picture 7">
            <a:extLst>
              <a:ext uri="{FF2B5EF4-FFF2-40B4-BE49-F238E27FC236}">
                <a16:creationId xmlns:a16="http://schemas.microsoft.com/office/drawing/2014/main" id="{FE8A7FA1-23A6-0833-2CA0-2DB3D60D5758}"/>
              </a:ext>
            </a:extLst>
          </p:cNvPr>
          <p:cNvPicPr>
            <a:picLocks noChangeAspect="1"/>
          </p:cNvPicPr>
          <p:nvPr/>
        </p:nvPicPr>
        <p:blipFill>
          <a:blip r:embed="rId2"/>
          <a:stretch>
            <a:fillRect/>
          </a:stretch>
        </p:blipFill>
        <p:spPr>
          <a:xfrm>
            <a:off x="457199" y="3429000"/>
            <a:ext cx="8282215" cy="1943578"/>
          </a:xfrm>
          <a:prstGeom prst="rect">
            <a:avLst/>
          </a:prstGeom>
          <a:ln>
            <a:solidFill>
              <a:schemeClr val="tx1"/>
            </a:solidFill>
          </a:ln>
        </p:spPr>
      </p:pic>
    </p:spTree>
    <p:extLst>
      <p:ext uri="{BB962C8B-B14F-4D97-AF65-F5344CB8AC3E}">
        <p14:creationId xmlns:p14="http://schemas.microsoft.com/office/powerpoint/2010/main" val="3427747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15</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224589" y="228601"/>
            <a:ext cx="10732400" cy="369333"/>
          </a:xfrm>
        </p:spPr>
        <p:txBody>
          <a:bodyPr/>
          <a:lstStyle/>
          <a:p>
            <a:r>
              <a:rPr lang="en-US" dirty="0"/>
              <a:t>Account Territory Loader 2</a:t>
            </a:r>
          </a:p>
        </p:txBody>
      </p:sp>
      <p:sp>
        <p:nvSpPr>
          <p:cNvPr id="7" name="TextBox 6">
            <a:extLst>
              <a:ext uri="{FF2B5EF4-FFF2-40B4-BE49-F238E27FC236}">
                <a16:creationId xmlns:a16="http://schemas.microsoft.com/office/drawing/2014/main" id="{6F706643-502F-54A0-A941-5F4F6351BE82}"/>
              </a:ext>
            </a:extLst>
          </p:cNvPr>
          <p:cNvSpPr txBox="1"/>
          <p:nvPr/>
        </p:nvSpPr>
        <p:spPr>
          <a:xfrm>
            <a:off x="0" y="850233"/>
            <a:ext cx="9144000" cy="2862322"/>
          </a:xfrm>
          <a:prstGeom prst="rect">
            <a:avLst/>
          </a:prstGeom>
          <a:noFill/>
        </p:spPr>
        <p:txBody>
          <a:bodyPr wrap="square">
            <a:spAutoFit/>
          </a:bodyPr>
          <a:lstStyle/>
          <a:p>
            <a:pPr lvl="1">
              <a:buFont typeface="Arial" panose="020B0604020202020204" pitchFamily="34" charset="0"/>
              <a:buChar char="•"/>
              <a:defRPr/>
            </a:pPr>
            <a:r>
              <a:rPr lang="en-US" dirty="0"/>
              <a:t> Recommended for implementation with 500K + accounts</a:t>
            </a:r>
          </a:p>
          <a:p>
            <a:pPr marL="457200" lvl="1" indent="0">
              <a:buNone/>
              <a:defRPr/>
            </a:pPr>
            <a:endParaRPr lang="en-US" dirty="0"/>
          </a:p>
          <a:p>
            <a:pPr lvl="1">
              <a:buFont typeface="Arial" panose="020B0604020202020204" pitchFamily="34" charset="0"/>
              <a:buChar char="•"/>
              <a:defRPr/>
            </a:pPr>
            <a:r>
              <a:rPr lang="en-US" dirty="0"/>
              <a:t> Processes faster than zip-to-</a:t>
            </a:r>
            <a:r>
              <a:rPr lang="en-US" dirty="0" err="1"/>
              <a:t>terr</a:t>
            </a:r>
            <a:endParaRPr lang="en-US" dirty="0"/>
          </a:p>
          <a:p>
            <a:pPr marL="457200" lvl="1" indent="0">
              <a:buNone/>
              <a:defRPr/>
            </a:pPr>
            <a:endParaRPr lang="en-US" dirty="0"/>
          </a:p>
          <a:p>
            <a:pPr lvl="1">
              <a:buFont typeface="Arial" panose="020B0604020202020204" pitchFamily="34" charset="0"/>
              <a:buChar char="•"/>
              <a:defRPr/>
            </a:pPr>
            <a:r>
              <a:rPr lang="en-US" dirty="0"/>
              <a:t> Runs through the Apex Data Loader</a:t>
            </a:r>
          </a:p>
          <a:p>
            <a:pPr lvl="2"/>
            <a:r>
              <a:rPr lang="en-US" dirty="0"/>
              <a:t>Creates a file with the SFDC Account ID and the territory(</a:t>
            </a:r>
            <a:r>
              <a:rPr lang="en-US" dirty="0" err="1"/>
              <a:t>ies</a:t>
            </a:r>
            <a:r>
              <a:rPr lang="en-US" dirty="0"/>
              <a:t>) to which the account will be assigned </a:t>
            </a:r>
          </a:p>
          <a:p>
            <a:pPr lvl="2"/>
            <a:r>
              <a:rPr lang="en-US" dirty="0"/>
              <a:t>Inserts (initial load) or Updates/</a:t>
            </a:r>
            <a:r>
              <a:rPr lang="en-US" dirty="0" err="1"/>
              <a:t>Upserts</a:t>
            </a:r>
            <a:r>
              <a:rPr lang="en-US" dirty="0"/>
              <a:t> (ongoing) the file into the Account Territory Loader object </a:t>
            </a:r>
          </a:p>
          <a:p>
            <a:pPr lvl="1">
              <a:buFont typeface="Arial" panose="020B0604020202020204" pitchFamily="34" charset="0"/>
              <a:buChar char="•"/>
              <a:defRPr/>
            </a:pPr>
            <a:endParaRPr lang="en-US" dirty="0"/>
          </a:p>
        </p:txBody>
      </p:sp>
      <p:pic>
        <p:nvPicPr>
          <p:cNvPr id="2" name="Picture 1">
            <a:extLst>
              <a:ext uri="{FF2B5EF4-FFF2-40B4-BE49-F238E27FC236}">
                <a16:creationId xmlns:a16="http://schemas.microsoft.com/office/drawing/2014/main" id="{56C410BD-35C4-215E-1C31-A77DF074843F}"/>
              </a:ext>
            </a:extLst>
          </p:cNvPr>
          <p:cNvPicPr>
            <a:picLocks noChangeAspect="1"/>
          </p:cNvPicPr>
          <p:nvPr/>
        </p:nvPicPr>
        <p:blipFill>
          <a:blip r:embed="rId2"/>
          <a:stretch>
            <a:fillRect/>
          </a:stretch>
        </p:blipFill>
        <p:spPr>
          <a:xfrm>
            <a:off x="996386" y="3708501"/>
            <a:ext cx="7151227" cy="2299266"/>
          </a:xfrm>
          <a:prstGeom prst="rect">
            <a:avLst/>
          </a:prstGeom>
          <a:ln>
            <a:solidFill>
              <a:schemeClr val="tx1"/>
            </a:solidFill>
          </a:ln>
        </p:spPr>
      </p:pic>
    </p:spTree>
    <p:extLst>
      <p:ext uri="{BB962C8B-B14F-4D97-AF65-F5344CB8AC3E}">
        <p14:creationId xmlns:p14="http://schemas.microsoft.com/office/powerpoint/2010/main" val="42730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16</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224589" y="228601"/>
            <a:ext cx="10732400" cy="369333"/>
          </a:xfrm>
        </p:spPr>
        <p:txBody>
          <a:bodyPr/>
          <a:lstStyle/>
          <a:p>
            <a:r>
              <a:rPr lang="en-US" dirty="0"/>
              <a:t>Account Territory Loader 3</a:t>
            </a:r>
          </a:p>
        </p:txBody>
      </p:sp>
      <p:sp>
        <p:nvSpPr>
          <p:cNvPr id="8" name="TextBox 7">
            <a:extLst>
              <a:ext uri="{FF2B5EF4-FFF2-40B4-BE49-F238E27FC236}">
                <a16:creationId xmlns:a16="http://schemas.microsoft.com/office/drawing/2014/main" id="{B35B1A61-A71D-97BC-C483-657BD5EEAECE}"/>
              </a:ext>
            </a:extLst>
          </p:cNvPr>
          <p:cNvSpPr txBox="1"/>
          <p:nvPr/>
        </p:nvSpPr>
        <p:spPr>
          <a:xfrm>
            <a:off x="457199" y="1106906"/>
            <a:ext cx="7034464" cy="2062103"/>
          </a:xfrm>
          <a:prstGeom prst="rect">
            <a:avLst/>
          </a:prstGeom>
          <a:noFill/>
        </p:spPr>
        <p:txBody>
          <a:bodyPr wrap="square">
            <a:spAutoFit/>
          </a:bodyPr>
          <a:lstStyle/>
          <a:p>
            <a:pPr marL="457200" lvl="1" indent="0">
              <a:buNone/>
              <a:defRPr/>
            </a:pPr>
            <a:r>
              <a:rPr lang="en-US" sz="2000" dirty="0"/>
              <a:t>When inserting / updating a record into the ATL object: </a:t>
            </a:r>
          </a:p>
          <a:p>
            <a:pPr marL="457200" lvl="1" indent="0">
              <a:buNone/>
              <a:defRPr/>
            </a:pPr>
            <a:endParaRPr lang="en-US" dirty="0"/>
          </a:p>
          <a:p>
            <a:pPr lvl="1">
              <a:buFont typeface="Arial" panose="020B0604020202020204" pitchFamily="34" charset="0"/>
              <a:buChar char="•"/>
              <a:defRPr/>
            </a:pPr>
            <a:r>
              <a:rPr lang="en-US" dirty="0"/>
              <a:t> Checks Territory to Add and Territory to Drop and adds or removes territories from the Territory field </a:t>
            </a:r>
          </a:p>
          <a:p>
            <a:pPr lvl="1">
              <a:buFont typeface="Arial" panose="020B0604020202020204" pitchFamily="34" charset="0"/>
              <a:buChar char="•"/>
              <a:defRPr/>
            </a:pPr>
            <a:r>
              <a:rPr lang="en-US" dirty="0"/>
              <a:t> Clears the Account Share records that correspond to the current Territory assignment </a:t>
            </a:r>
          </a:p>
          <a:p>
            <a:pPr lvl="1">
              <a:buFont typeface="Arial" panose="020B0604020202020204" pitchFamily="34" charset="0"/>
              <a:buChar char="•"/>
              <a:defRPr/>
            </a:pPr>
            <a:r>
              <a:rPr lang="en-US" dirty="0"/>
              <a:t> Assigns the territory to the account </a:t>
            </a:r>
          </a:p>
        </p:txBody>
      </p:sp>
    </p:spTree>
    <p:extLst>
      <p:ext uri="{BB962C8B-B14F-4D97-AF65-F5344CB8AC3E}">
        <p14:creationId xmlns:p14="http://schemas.microsoft.com/office/powerpoint/2010/main" val="3927393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17</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47701"/>
          </a:xfrm>
        </p:spPr>
        <p:txBody>
          <a:bodyPr/>
          <a:lstStyle/>
          <a:p>
            <a:r>
              <a:rPr lang="en-US" dirty="0"/>
              <a:t>ATL Steps 1</a:t>
            </a:r>
          </a:p>
        </p:txBody>
      </p:sp>
      <p:sp>
        <p:nvSpPr>
          <p:cNvPr id="9" name="Rounded Rectangle 5">
            <a:extLst>
              <a:ext uri="{FF2B5EF4-FFF2-40B4-BE49-F238E27FC236}">
                <a16:creationId xmlns:a16="http://schemas.microsoft.com/office/drawing/2014/main" id="{5073BA91-5E55-F915-5BA6-A13AF3D08E79}"/>
              </a:ext>
            </a:extLst>
          </p:cNvPr>
          <p:cNvSpPr/>
          <p:nvPr/>
        </p:nvSpPr>
        <p:spPr>
          <a:xfrm>
            <a:off x="2148430" y="934895"/>
            <a:ext cx="2388358" cy="129653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sz="2800" dirty="0"/>
          </a:p>
          <a:p>
            <a:pPr algn="ctr"/>
            <a:r>
              <a:rPr lang="en-US" b="1" dirty="0">
                <a:solidFill>
                  <a:schemeClr val="tx1">
                    <a:lumMod val="75000"/>
                    <a:lumOff val="25000"/>
                  </a:schemeClr>
                </a:solidFill>
                <a:latin typeface="Arial" pitchFamily="34" charset="0"/>
                <a:ea typeface="Arial Unicode MS" pitchFamily="34" charset="-128"/>
                <a:cs typeface="Arial" pitchFamily="34" charset="0"/>
              </a:rPr>
              <a:t>Territory Hierarchy </a:t>
            </a:r>
          </a:p>
          <a:p>
            <a:endParaRPr lang="en-US" sz="2800" dirty="0"/>
          </a:p>
          <a:p>
            <a:endParaRPr lang="en-US" dirty="0"/>
          </a:p>
        </p:txBody>
      </p:sp>
      <p:sp>
        <p:nvSpPr>
          <p:cNvPr id="10" name="Right Arrow 6">
            <a:extLst>
              <a:ext uri="{FF2B5EF4-FFF2-40B4-BE49-F238E27FC236}">
                <a16:creationId xmlns:a16="http://schemas.microsoft.com/office/drawing/2014/main" id="{2F5BCD99-68BA-7ABD-56C2-FC6166CB79A5}"/>
              </a:ext>
            </a:extLst>
          </p:cNvPr>
          <p:cNvSpPr/>
          <p:nvPr/>
        </p:nvSpPr>
        <p:spPr>
          <a:xfrm>
            <a:off x="4536787" y="609601"/>
            <a:ext cx="5590886" cy="194712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Load Territory object with the correct territory hierarchy information </a:t>
            </a:r>
          </a:p>
          <a:p>
            <a:endParaRPr lang="en-US" dirty="0"/>
          </a:p>
          <a:p>
            <a:endParaRPr lang="en-US" dirty="0"/>
          </a:p>
          <a:p>
            <a:endParaRPr lang="en-US" dirty="0"/>
          </a:p>
          <a:p>
            <a:endParaRPr lang="en-US" dirty="0"/>
          </a:p>
        </p:txBody>
      </p:sp>
      <p:sp>
        <p:nvSpPr>
          <p:cNvPr id="11" name="Rounded Rectangle 7">
            <a:extLst>
              <a:ext uri="{FF2B5EF4-FFF2-40B4-BE49-F238E27FC236}">
                <a16:creationId xmlns:a16="http://schemas.microsoft.com/office/drawing/2014/main" id="{D783F68B-AFF7-B298-B68A-2D274CEFB608}"/>
              </a:ext>
            </a:extLst>
          </p:cNvPr>
          <p:cNvSpPr/>
          <p:nvPr/>
        </p:nvSpPr>
        <p:spPr>
          <a:xfrm>
            <a:off x="2139655" y="2916094"/>
            <a:ext cx="2388358" cy="129653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sz="2800" dirty="0"/>
          </a:p>
          <a:p>
            <a:endParaRPr lang="en-US" sz="2800" dirty="0">
              <a:solidFill>
                <a:schemeClr val="tx1"/>
              </a:solidFill>
            </a:endParaRPr>
          </a:p>
          <a:p>
            <a:pPr algn="ctr"/>
            <a:r>
              <a:rPr lang="en-US" b="1" dirty="0">
                <a:solidFill>
                  <a:schemeClr val="tx1">
                    <a:lumMod val="75000"/>
                    <a:lumOff val="25000"/>
                  </a:schemeClr>
                </a:solidFill>
                <a:latin typeface="Arial" pitchFamily="34" charset="0"/>
                <a:ea typeface="Arial Unicode MS" pitchFamily="34" charset="-128"/>
                <a:cs typeface="Arial" pitchFamily="34" charset="0"/>
              </a:rPr>
              <a:t>Accounts </a:t>
            </a:r>
          </a:p>
          <a:p>
            <a:endParaRPr lang="en-US" sz="2800" dirty="0"/>
          </a:p>
          <a:p>
            <a:pPr algn="ctr"/>
            <a:endParaRPr lang="en-US" sz="2800" dirty="0">
              <a:solidFill>
                <a:schemeClr val="tx1"/>
              </a:solidFill>
            </a:endParaRPr>
          </a:p>
          <a:p>
            <a:endParaRPr lang="en-US" dirty="0"/>
          </a:p>
        </p:txBody>
      </p:sp>
      <p:sp>
        <p:nvSpPr>
          <p:cNvPr id="12" name="Right Arrow 8">
            <a:extLst>
              <a:ext uri="{FF2B5EF4-FFF2-40B4-BE49-F238E27FC236}">
                <a16:creationId xmlns:a16="http://schemas.microsoft.com/office/drawing/2014/main" id="{779D6C71-8DF5-4CF9-D65B-A3D76D512CD8}"/>
              </a:ext>
            </a:extLst>
          </p:cNvPr>
          <p:cNvSpPr/>
          <p:nvPr/>
        </p:nvSpPr>
        <p:spPr>
          <a:xfrm>
            <a:off x="4536788" y="2590801"/>
            <a:ext cx="5622353" cy="194712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Load Accounts into the Account object </a:t>
            </a:r>
          </a:p>
          <a:p>
            <a:endParaRPr lang="en-US" dirty="0">
              <a:solidFill>
                <a:schemeClr val="tx1"/>
              </a:solidFill>
              <a:latin typeface="Arial" panose="020B0604020202020204" pitchFamily="34" charset="0"/>
              <a:cs typeface="Arial" panose="020B0604020202020204" pitchFamily="34" charset="0"/>
            </a:endParaRPr>
          </a:p>
          <a:p>
            <a:endParaRPr lang="en-US" dirty="0"/>
          </a:p>
          <a:p>
            <a:endParaRPr lang="en-US" dirty="0"/>
          </a:p>
          <a:p>
            <a:endParaRPr lang="en-US" dirty="0"/>
          </a:p>
        </p:txBody>
      </p:sp>
      <p:sp>
        <p:nvSpPr>
          <p:cNvPr id="13" name="Rounded Rectangle 9">
            <a:extLst>
              <a:ext uri="{FF2B5EF4-FFF2-40B4-BE49-F238E27FC236}">
                <a16:creationId xmlns:a16="http://schemas.microsoft.com/office/drawing/2014/main" id="{5ACBD3E9-C0B9-8965-1507-9216D95C985A}"/>
              </a:ext>
            </a:extLst>
          </p:cNvPr>
          <p:cNvSpPr/>
          <p:nvPr/>
        </p:nvSpPr>
        <p:spPr>
          <a:xfrm>
            <a:off x="2133600" y="4897294"/>
            <a:ext cx="2388358" cy="129653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latin typeface="Arial" pitchFamily="34" charset="0"/>
                <a:ea typeface="Arial Unicode MS" pitchFamily="34" charset="-128"/>
                <a:cs typeface="Arial" pitchFamily="34" charset="0"/>
              </a:rPr>
              <a:t>Account SFDC </a:t>
            </a:r>
          </a:p>
        </p:txBody>
      </p:sp>
      <p:sp>
        <p:nvSpPr>
          <p:cNvPr id="14" name="Right Arrow 10">
            <a:extLst>
              <a:ext uri="{FF2B5EF4-FFF2-40B4-BE49-F238E27FC236}">
                <a16:creationId xmlns:a16="http://schemas.microsoft.com/office/drawing/2014/main" id="{3B81179B-0E98-8BCC-BDD7-912D61F52A86}"/>
              </a:ext>
            </a:extLst>
          </p:cNvPr>
          <p:cNvSpPr/>
          <p:nvPr/>
        </p:nvSpPr>
        <p:spPr>
          <a:xfrm>
            <a:off x="4536787" y="4610101"/>
            <a:ext cx="5622352" cy="194712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p>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Extract the Account SFDC ID from Account object using Data Loader </a:t>
            </a:r>
          </a:p>
          <a:p>
            <a:endParaRPr lang="en-US" dirty="0">
              <a:solidFill>
                <a:schemeClr val="tx1"/>
              </a:solidFill>
            </a:endParaRPr>
          </a:p>
          <a:p>
            <a:endParaRPr lang="en-US" dirty="0"/>
          </a:p>
          <a:p>
            <a:endParaRPr lang="en-US" dirty="0"/>
          </a:p>
          <a:p>
            <a:endParaRPr lang="en-US" dirty="0"/>
          </a:p>
        </p:txBody>
      </p:sp>
    </p:spTree>
    <p:extLst>
      <p:ext uri="{BB962C8B-B14F-4D97-AF65-F5344CB8AC3E}">
        <p14:creationId xmlns:p14="http://schemas.microsoft.com/office/powerpoint/2010/main" val="66114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18</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47701"/>
          </a:xfrm>
        </p:spPr>
        <p:txBody>
          <a:bodyPr/>
          <a:lstStyle/>
          <a:p>
            <a:r>
              <a:rPr lang="en-US" dirty="0"/>
              <a:t>ATL Steps 1</a:t>
            </a:r>
          </a:p>
        </p:txBody>
      </p:sp>
      <p:sp>
        <p:nvSpPr>
          <p:cNvPr id="7" name="Slide Number Placeholder 3">
            <a:extLst>
              <a:ext uri="{FF2B5EF4-FFF2-40B4-BE49-F238E27FC236}">
                <a16:creationId xmlns:a16="http://schemas.microsoft.com/office/drawing/2014/main" id="{697E35F3-721F-3D38-2F54-305639AB818D}"/>
              </a:ext>
            </a:extLst>
          </p:cNvPr>
          <p:cNvSpPr txBox="1">
            <a:spLocks/>
          </p:cNvSpPr>
          <p:nvPr/>
        </p:nvSpPr>
        <p:spPr>
          <a:xfrm>
            <a:off x="11480800" y="6629401"/>
            <a:ext cx="711195" cy="228597"/>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 name="Rounded Rectangle 5">
            <a:extLst>
              <a:ext uri="{FF2B5EF4-FFF2-40B4-BE49-F238E27FC236}">
                <a16:creationId xmlns:a16="http://schemas.microsoft.com/office/drawing/2014/main" id="{F28B776C-ABBE-BE58-282C-39F44FCB1D03}"/>
              </a:ext>
            </a:extLst>
          </p:cNvPr>
          <p:cNvSpPr/>
          <p:nvPr/>
        </p:nvSpPr>
        <p:spPr>
          <a:xfrm>
            <a:off x="2148430" y="1681926"/>
            <a:ext cx="2388358" cy="129653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sz="2800" dirty="0"/>
          </a:p>
          <a:p>
            <a:pPr algn="ctr"/>
            <a:r>
              <a:rPr lang="en-US" b="1" dirty="0">
                <a:solidFill>
                  <a:schemeClr val="tx1">
                    <a:lumMod val="75000"/>
                    <a:lumOff val="25000"/>
                  </a:schemeClr>
                </a:solidFill>
                <a:latin typeface="Arial" pitchFamily="34" charset="0"/>
                <a:ea typeface="Arial Unicode MS" pitchFamily="34" charset="-128"/>
                <a:cs typeface="Arial" pitchFamily="34" charset="0"/>
              </a:rPr>
              <a:t>ATL Field Names </a:t>
            </a:r>
          </a:p>
          <a:p>
            <a:endParaRPr lang="en-US" sz="2800" dirty="0"/>
          </a:p>
          <a:p>
            <a:endParaRPr lang="en-US" dirty="0"/>
          </a:p>
        </p:txBody>
      </p:sp>
      <p:sp>
        <p:nvSpPr>
          <p:cNvPr id="15" name="Right Arrow 6">
            <a:extLst>
              <a:ext uri="{FF2B5EF4-FFF2-40B4-BE49-F238E27FC236}">
                <a16:creationId xmlns:a16="http://schemas.microsoft.com/office/drawing/2014/main" id="{BCB39213-A550-6221-932A-3F420C69FD45}"/>
              </a:ext>
            </a:extLst>
          </p:cNvPr>
          <p:cNvSpPr/>
          <p:nvPr/>
        </p:nvSpPr>
        <p:spPr>
          <a:xfrm>
            <a:off x="4536787" y="1356632"/>
            <a:ext cx="5590886" cy="194712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Extract the Account Territory Loader object to obtain the field names for import </a:t>
            </a:r>
          </a:p>
          <a:p>
            <a:endParaRPr lang="en-US" dirty="0"/>
          </a:p>
          <a:p>
            <a:endParaRPr lang="en-US" dirty="0"/>
          </a:p>
          <a:p>
            <a:endParaRPr lang="en-US" dirty="0"/>
          </a:p>
          <a:p>
            <a:endParaRPr lang="en-US" dirty="0"/>
          </a:p>
        </p:txBody>
      </p:sp>
      <p:sp>
        <p:nvSpPr>
          <p:cNvPr id="16" name="Rounded Rectangle 7">
            <a:extLst>
              <a:ext uri="{FF2B5EF4-FFF2-40B4-BE49-F238E27FC236}">
                <a16:creationId xmlns:a16="http://schemas.microsoft.com/office/drawing/2014/main" id="{6F4FCC2B-87AF-4F6A-0FB0-741151F55843}"/>
              </a:ext>
            </a:extLst>
          </p:cNvPr>
          <p:cNvSpPr/>
          <p:nvPr/>
        </p:nvSpPr>
        <p:spPr>
          <a:xfrm>
            <a:off x="2139655" y="3483566"/>
            <a:ext cx="2388358" cy="129653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sz="2800" dirty="0"/>
          </a:p>
          <a:p>
            <a:endParaRPr lang="en-US" sz="2800" dirty="0">
              <a:solidFill>
                <a:schemeClr val="tx1"/>
              </a:solidFill>
            </a:endParaRPr>
          </a:p>
          <a:p>
            <a:pPr algn="ctr"/>
            <a:r>
              <a:rPr lang="en-US" b="1" dirty="0">
                <a:solidFill>
                  <a:schemeClr val="tx1">
                    <a:lumMod val="75000"/>
                    <a:lumOff val="25000"/>
                  </a:schemeClr>
                </a:solidFill>
                <a:latin typeface="Arial" pitchFamily="34" charset="0"/>
                <a:ea typeface="Arial Unicode MS" pitchFamily="34" charset="-128"/>
                <a:cs typeface="Arial" pitchFamily="34" charset="0"/>
              </a:rPr>
              <a:t>ATL </a:t>
            </a:r>
          </a:p>
          <a:p>
            <a:endParaRPr lang="en-US" sz="2800" dirty="0"/>
          </a:p>
          <a:p>
            <a:pPr algn="ctr"/>
            <a:endParaRPr lang="en-US" sz="2800" dirty="0">
              <a:solidFill>
                <a:schemeClr val="tx1"/>
              </a:solidFill>
            </a:endParaRPr>
          </a:p>
          <a:p>
            <a:endParaRPr lang="en-US" dirty="0"/>
          </a:p>
        </p:txBody>
      </p:sp>
      <p:sp>
        <p:nvSpPr>
          <p:cNvPr id="17" name="Right Arrow 8">
            <a:extLst>
              <a:ext uri="{FF2B5EF4-FFF2-40B4-BE49-F238E27FC236}">
                <a16:creationId xmlns:a16="http://schemas.microsoft.com/office/drawing/2014/main" id="{BE4E2C8D-62C7-495F-1222-C61FDF3CE7EC}"/>
              </a:ext>
            </a:extLst>
          </p:cNvPr>
          <p:cNvSpPr/>
          <p:nvPr/>
        </p:nvSpPr>
        <p:spPr>
          <a:xfrm>
            <a:off x="4512248" y="3158273"/>
            <a:ext cx="5622353" cy="194712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Import the ATL file into the ATL object with the Account_</a:t>
            </a:r>
            <a:r>
              <a:rPr lang="en-US" dirty="0" err="1">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vod</a:t>
            </a:r>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__c, External_Id_</a:t>
            </a:r>
            <a:r>
              <a:rPr lang="en-US" dirty="0" err="1">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vod</a:t>
            </a:r>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__c, and Territory_</a:t>
            </a:r>
            <a:r>
              <a:rPr lang="en-US" dirty="0" err="1">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vod</a:t>
            </a:r>
            <a:r>
              <a:rPr lang="en-US"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__c columns populated </a:t>
            </a:r>
          </a:p>
          <a:p>
            <a:endParaRPr lang="en-US" dirty="0">
              <a:solidFill>
                <a:schemeClr val="tx1"/>
              </a:solidFill>
              <a:latin typeface="Arial" panose="020B0604020202020204" pitchFamily="34" charset="0"/>
              <a:cs typeface="Arial" panose="020B0604020202020204" pitchFamily="34" charset="0"/>
            </a:endParaRPr>
          </a:p>
          <a:p>
            <a:endParaRPr lang="en-US" dirty="0"/>
          </a:p>
          <a:p>
            <a:endParaRPr lang="en-US" dirty="0"/>
          </a:p>
          <a:p>
            <a:endParaRPr lang="en-US" dirty="0"/>
          </a:p>
        </p:txBody>
      </p:sp>
    </p:spTree>
    <p:extLst>
      <p:ext uri="{BB962C8B-B14F-4D97-AF65-F5344CB8AC3E}">
        <p14:creationId xmlns:p14="http://schemas.microsoft.com/office/powerpoint/2010/main" val="72448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19</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ATL File 1</a:t>
            </a:r>
          </a:p>
        </p:txBody>
      </p:sp>
      <p:sp>
        <p:nvSpPr>
          <p:cNvPr id="7" name="Slide Number Placeholder 3">
            <a:extLst>
              <a:ext uri="{FF2B5EF4-FFF2-40B4-BE49-F238E27FC236}">
                <a16:creationId xmlns:a16="http://schemas.microsoft.com/office/drawing/2014/main" id="{697E35F3-721F-3D38-2F54-305639AB818D}"/>
              </a:ext>
            </a:extLst>
          </p:cNvPr>
          <p:cNvSpPr txBox="1">
            <a:spLocks/>
          </p:cNvSpPr>
          <p:nvPr/>
        </p:nvSpPr>
        <p:spPr>
          <a:xfrm>
            <a:off x="11480800" y="6629401"/>
            <a:ext cx="711195" cy="228597"/>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EB88289F-A95C-2453-134B-AE87CD09503D}"/>
              </a:ext>
            </a:extLst>
          </p:cNvPr>
          <p:cNvSpPr txBox="1"/>
          <p:nvPr/>
        </p:nvSpPr>
        <p:spPr>
          <a:xfrm>
            <a:off x="593558" y="834189"/>
            <a:ext cx="8562473"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Following Columns are required in ATL Load file to execute the alignment</a:t>
            </a:r>
          </a:p>
          <a:p>
            <a:r>
              <a:rPr lang="en-US" dirty="0">
                <a:latin typeface="Arial" panose="020B0604020202020204" pitchFamily="34" charset="0"/>
                <a:cs typeface="Arial" panose="020B0604020202020204" pitchFamily="34" charset="0"/>
              </a:rPr>
              <a:t>Account_</a:t>
            </a:r>
            <a:r>
              <a:rPr lang="en-US" dirty="0" err="1">
                <a:latin typeface="Arial" panose="020B0604020202020204" pitchFamily="34" charset="0"/>
                <a:cs typeface="Arial" panose="020B0604020202020204" pitchFamily="34" charset="0"/>
              </a:rPr>
              <a:t>vod</a:t>
            </a:r>
            <a:r>
              <a:rPr lang="en-US" dirty="0">
                <a:latin typeface="Arial" panose="020B0604020202020204" pitchFamily="34" charset="0"/>
                <a:cs typeface="Arial" panose="020B0604020202020204" pitchFamily="34" charset="0"/>
              </a:rPr>
              <a:t>__c                    External_ID_</a:t>
            </a:r>
            <a:r>
              <a:rPr lang="en-US" dirty="0" err="1">
                <a:latin typeface="Arial" panose="020B0604020202020204" pitchFamily="34" charset="0"/>
                <a:cs typeface="Arial" panose="020B0604020202020204" pitchFamily="34" charset="0"/>
              </a:rPr>
              <a:t>vod</a:t>
            </a:r>
            <a:r>
              <a:rPr lang="en-US" dirty="0">
                <a:latin typeface="Arial" panose="020B0604020202020204" pitchFamily="34" charset="0"/>
                <a:cs typeface="Arial" panose="020B0604020202020204" pitchFamily="34" charset="0"/>
              </a:rPr>
              <a:t>__c                          Territory_</a:t>
            </a:r>
            <a:r>
              <a:rPr lang="en-US" dirty="0" err="1">
                <a:latin typeface="Arial" panose="020B0604020202020204" pitchFamily="34" charset="0"/>
                <a:cs typeface="Arial" panose="020B0604020202020204" pitchFamily="34" charset="0"/>
              </a:rPr>
              <a:t>vod</a:t>
            </a:r>
            <a:r>
              <a:rPr lang="en-US" dirty="0">
                <a:latin typeface="Arial" panose="020B0604020202020204" pitchFamily="34" charset="0"/>
                <a:cs typeface="Arial" panose="020B0604020202020204" pitchFamily="34" charset="0"/>
              </a:rPr>
              <a:t>__c</a:t>
            </a:r>
          </a:p>
          <a:p>
            <a:r>
              <a:rPr lang="en-US" dirty="0">
                <a:latin typeface="Arial" panose="020B0604020202020204" pitchFamily="34" charset="0"/>
                <a:cs typeface="Arial" panose="020B0604020202020204" pitchFamily="34" charset="0"/>
              </a:rPr>
              <a:t>Territory_to_add_</a:t>
            </a:r>
            <a:r>
              <a:rPr lang="en-US" dirty="0" err="1">
                <a:latin typeface="Arial" panose="020B0604020202020204" pitchFamily="34" charset="0"/>
                <a:cs typeface="Arial" panose="020B0604020202020204" pitchFamily="34" charset="0"/>
              </a:rPr>
              <a:t>vod</a:t>
            </a:r>
            <a:r>
              <a:rPr lang="en-US" dirty="0">
                <a:latin typeface="Arial" panose="020B0604020202020204" pitchFamily="34" charset="0"/>
                <a:cs typeface="Arial" panose="020B0604020202020204" pitchFamily="34" charset="0"/>
              </a:rPr>
              <a:t>__c     Territory_to_drop_</a:t>
            </a:r>
            <a:r>
              <a:rPr lang="en-US" dirty="0" err="1">
                <a:latin typeface="Arial" panose="020B0604020202020204" pitchFamily="34" charset="0"/>
                <a:cs typeface="Arial" panose="020B0604020202020204" pitchFamily="34" charset="0"/>
              </a:rPr>
              <a:t>vod</a:t>
            </a:r>
            <a:r>
              <a:rPr lang="en-US" dirty="0">
                <a:latin typeface="Arial" panose="020B0604020202020204" pitchFamily="34" charset="0"/>
                <a:cs typeface="Arial" panose="020B0604020202020204" pitchFamily="34" charset="0"/>
              </a:rPr>
              <a:t>__c</a:t>
            </a:r>
          </a:p>
        </p:txBody>
      </p:sp>
      <p:graphicFrame>
        <p:nvGraphicFramePr>
          <p:cNvPr id="10" name="Content Placeholder 5">
            <a:extLst>
              <a:ext uri="{FF2B5EF4-FFF2-40B4-BE49-F238E27FC236}">
                <a16:creationId xmlns:a16="http://schemas.microsoft.com/office/drawing/2014/main" id="{A98A7988-BE26-7A16-79EA-DB71176EC480}"/>
              </a:ext>
            </a:extLst>
          </p:cNvPr>
          <p:cNvGraphicFramePr>
            <a:graphicFrameLocks/>
          </p:cNvGraphicFramePr>
          <p:nvPr/>
        </p:nvGraphicFramePr>
        <p:xfrm>
          <a:off x="1187116" y="2342148"/>
          <a:ext cx="8694822" cy="3921492"/>
        </p:xfrm>
        <a:graphic>
          <a:graphicData uri="http://schemas.openxmlformats.org/drawingml/2006/table">
            <a:tbl>
              <a:tblPr firstRow="1" bandRow="1">
                <a:tableStyleId>{5C22544A-7EE6-4342-B048-85BDC9FD1C3A}</a:tableStyleId>
              </a:tblPr>
              <a:tblGrid>
                <a:gridCol w="2898274">
                  <a:extLst>
                    <a:ext uri="{9D8B030D-6E8A-4147-A177-3AD203B41FA5}">
                      <a16:colId xmlns:a16="http://schemas.microsoft.com/office/drawing/2014/main" val="125108118"/>
                    </a:ext>
                  </a:extLst>
                </a:gridCol>
                <a:gridCol w="2898274">
                  <a:extLst>
                    <a:ext uri="{9D8B030D-6E8A-4147-A177-3AD203B41FA5}">
                      <a16:colId xmlns:a16="http://schemas.microsoft.com/office/drawing/2014/main" val="2474829571"/>
                    </a:ext>
                  </a:extLst>
                </a:gridCol>
                <a:gridCol w="2898274">
                  <a:extLst>
                    <a:ext uri="{9D8B030D-6E8A-4147-A177-3AD203B41FA5}">
                      <a16:colId xmlns:a16="http://schemas.microsoft.com/office/drawing/2014/main" val="2005456285"/>
                    </a:ext>
                  </a:extLst>
                </a:gridCol>
              </a:tblGrid>
              <a:tr h="840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latin typeface="Arial" panose="020B0604020202020204" pitchFamily="34" charset="0"/>
                        <a:ea typeface="+mn-ea"/>
                        <a:cs typeface="Arial" panose="020B0604020202020204" pitchFamily="34" charset="0"/>
                      </a:endParaRPr>
                    </a:p>
                    <a:p>
                      <a:pPr marL="0" algn="ctr" defTabSz="914400" rtl="0" eaLnBrk="1" latinLnBrk="0" hangingPunct="1"/>
                      <a:r>
                        <a:rPr lang="en-US" sz="1600" b="1" kern="1200" dirty="0">
                          <a:solidFill>
                            <a:schemeClr val="tx1"/>
                          </a:solidFill>
                          <a:latin typeface="Arial" panose="020B0604020202020204" pitchFamily="34" charset="0"/>
                          <a:ea typeface="+mn-ea"/>
                          <a:cs typeface="Arial" panose="020B0604020202020204" pitchFamily="34" charset="0"/>
                        </a:rPr>
                        <a:t>Account_</a:t>
                      </a:r>
                      <a:r>
                        <a:rPr lang="en-US" sz="1600" b="1" kern="1200" dirty="0" err="1">
                          <a:solidFill>
                            <a:schemeClr val="tx1"/>
                          </a:solidFill>
                          <a:latin typeface="Arial" panose="020B0604020202020204" pitchFamily="34" charset="0"/>
                          <a:ea typeface="+mn-ea"/>
                          <a:cs typeface="Arial" panose="020B0604020202020204" pitchFamily="34" charset="0"/>
                        </a:rPr>
                        <a:t>vod</a:t>
                      </a:r>
                      <a:r>
                        <a:rPr lang="en-US" sz="1600" b="1" kern="1200" dirty="0">
                          <a:solidFill>
                            <a:schemeClr val="tx1"/>
                          </a:solidFill>
                          <a:latin typeface="Arial" panose="020B0604020202020204" pitchFamily="34" charset="0"/>
                          <a:ea typeface="+mn-ea"/>
                          <a:cs typeface="Arial" panose="020B0604020202020204" pitchFamily="34" charset="0"/>
                        </a:rPr>
                        <a:t>__c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u="none" strike="noStrike" kern="1200" baseline="0" dirty="0">
                        <a:solidFill>
                          <a:schemeClr val="lt1"/>
                        </a:solidFill>
                        <a:latin typeface="+mn-lt"/>
                        <a:ea typeface="+mn-ea"/>
                        <a:cs typeface="+mn-cs"/>
                      </a:endParaRPr>
                    </a:p>
                  </a:txBody>
                  <a:tcPr>
                    <a:solidFill>
                      <a:schemeClr val="accent6">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latin typeface="Arial" panose="020B0604020202020204" pitchFamily="34" charset="0"/>
                        <a:ea typeface="+mn-ea"/>
                        <a:cs typeface="Arial" panose="020B0604020202020204" pitchFamily="34" charset="0"/>
                      </a:endParaRPr>
                    </a:p>
                    <a:p>
                      <a:pPr marL="0" algn="ctr" defTabSz="914400" rtl="0" eaLnBrk="1" latinLnBrk="0" hangingPunct="1"/>
                      <a:r>
                        <a:rPr lang="en-US" sz="1600" b="1" kern="1200" dirty="0">
                          <a:solidFill>
                            <a:schemeClr val="tx1"/>
                          </a:solidFill>
                          <a:latin typeface="Arial" panose="020B0604020202020204" pitchFamily="34" charset="0"/>
                          <a:ea typeface="+mn-ea"/>
                          <a:cs typeface="Arial" panose="020B0604020202020204" pitchFamily="34" charset="0"/>
                        </a:rPr>
                        <a:t>External_ID_</a:t>
                      </a:r>
                      <a:r>
                        <a:rPr lang="en-US" sz="1600" b="1" kern="1200" dirty="0" err="1">
                          <a:solidFill>
                            <a:schemeClr val="tx1"/>
                          </a:solidFill>
                          <a:latin typeface="Arial" panose="020B0604020202020204" pitchFamily="34" charset="0"/>
                          <a:ea typeface="+mn-ea"/>
                          <a:cs typeface="Arial" panose="020B0604020202020204" pitchFamily="34" charset="0"/>
                        </a:rPr>
                        <a:t>vod</a:t>
                      </a:r>
                      <a:r>
                        <a:rPr lang="en-US" sz="1600" b="1" kern="1200" dirty="0">
                          <a:solidFill>
                            <a:schemeClr val="tx1"/>
                          </a:solidFill>
                          <a:latin typeface="Arial" panose="020B0604020202020204" pitchFamily="34" charset="0"/>
                          <a:ea typeface="+mn-ea"/>
                          <a:cs typeface="Arial" panose="020B0604020202020204" pitchFamily="34" charset="0"/>
                        </a:rPr>
                        <a:t>__c </a:t>
                      </a:r>
                    </a:p>
                    <a:p>
                      <a:endParaRPr lang="en-US" sz="1600" dirty="0"/>
                    </a:p>
                  </a:txBody>
                  <a:tcPr>
                    <a:solidFill>
                      <a:schemeClr val="accent6">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Arial" panose="020B0604020202020204" pitchFamily="34" charset="0"/>
                          <a:ea typeface="+mn-ea"/>
                          <a:cs typeface="Arial" panose="020B0604020202020204" pitchFamily="34" charset="0"/>
                        </a:rPr>
                        <a:t>Territory_</a:t>
                      </a:r>
                      <a:r>
                        <a:rPr lang="en-US" sz="1600" b="1" kern="1200" dirty="0" err="1">
                          <a:solidFill>
                            <a:schemeClr val="tx1"/>
                          </a:solidFill>
                          <a:latin typeface="Arial" panose="020B0604020202020204" pitchFamily="34" charset="0"/>
                          <a:ea typeface="+mn-ea"/>
                          <a:cs typeface="Arial" panose="020B0604020202020204" pitchFamily="34" charset="0"/>
                        </a:rPr>
                        <a:t>vod</a:t>
                      </a:r>
                      <a:r>
                        <a:rPr lang="en-US" sz="1600" b="1" kern="1200" dirty="0">
                          <a:solidFill>
                            <a:schemeClr val="tx1"/>
                          </a:solidFill>
                          <a:latin typeface="Arial" panose="020B0604020202020204" pitchFamily="34" charset="0"/>
                          <a:ea typeface="+mn-ea"/>
                          <a:cs typeface="Arial" panose="020B0604020202020204" pitchFamily="34" charset="0"/>
                        </a:rPr>
                        <a:t>__c </a:t>
                      </a:r>
                    </a:p>
                    <a:p>
                      <a:endParaRPr lang="en-US" sz="1600" dirty="0"/>
                    </a:p>
                  </a:txBody>
                  <a:tcPr>
                    <a:solidFill>
                      <a:schemeClr val="accent6">
                        <a:lumMod val="75000"/>
                      </a:schemeClr>
                    </a:solidFill>
                  </a:tcPr>
                </a:tc>
                <a:extLst>
                  <a:ext uri="{0D108BD9-81ED-4DB2-BD59-A6C34878D82A}">
                    <a16:rowId xmlns:a16="http://schemas.microsoft.com/office/drawing/2014/main" val="4019707040"/>
                  </a:ext>
                </a:extLst>
              </a:tr>
              <a:tr h="3081172">
                <a:tc>
                  <a:txBody>
                    <a:bodyPr/>
                    <a:lstStyle/>
                    <a:p>
                      <a:pPr marL="285750" indent="-285750">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This is a lookup to the Account object </a:t>
                      </a:r>
                    </a:p>
                    <a:p>
                      <a:pPr marL="285750" indent="-285750">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Contains the SFDC Id for the account </a:t>
                      </a:r>
                    </a:p>
                    <a:p>
                      <a:endPar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txBody>
                  <a:tcPr/>
                </a:tc>
                <a:tc>
                  <a:txBody>
                    <a:bodyPr/>
                    <a:lstStyle/>
                    <a:p>
                      <a:pPr marL="285750" indent="-285750" algn="l" defTabSz="914400" rtl="0" eaLnBrk="1" latinLnBrk="0" hangingPunct="1">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The external ID for updating or </a:t>
                      </a:r>
                      <a:r>
                        <a:rPr lang="en-US" sz="1600" kern="1200" dirty="0" err="1">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upserting</a:t>
                      </a: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 into the ATL object after the initial load </a:t>
                      </a:r>
                    </a:p>
                    <a:p>
                      <a:pPr marL="285750" indent="-285750" algn="l" defTabSz="914400" rtl="0" eaLnBrk="1" latinLnBrk="0" hangingPunct="1">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Best Practice: use the Account SFDC Id </a:t>
                      </a:r>
                    </a:p>
                    <a:p>
                      <a:pPr marL="285750" indent="-285750">
                        <a:buFont typeface="Arial" panose="020B0604020202020204" pitchFamily="34" charset="0"/>
                        <a:buChar char="•"/>
                      </a:pPr>
                      <a:endPar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txBody>
                  <a:tcPr/>
                </a:tc>
                <a:tc>
                  <a:txBody>
                    <a:bodyPr/>
                    <a:lstStyle/>
                    <a:p>
                      <a:pPr marL="285750" indent="-285750" algn="l" defTabSz="914400" rtl="0" eaLnBrk="1" latinLnBrk="0" hangingPunct="1">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Stores the territories associated with this account in a semicolon separated format </a:t>
                      </a:r>
                    </a:p>
                    <a:p>
                      <a:pPr marL="285750" indent="-285750" algn="l" defTabSz="914400" rtl="0" eaLnBrk="1" latinLnBrk="0" hangingPunct="1">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Salesforce.com territory rules later run on this field to assign territories </a:t>
                      </a:r>
                    </a:p>
                    <a:p>
                      <a:pPr marL="285750" indent="-285750" algn="l" defTabSz="914400" rtl="0" eaLnBrk="1" latinLnBrk="0" hangingPunct="1">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A leading and trailing semicolon must be contained within this field </a:t>
                      </a:r>
                    </a:p>
                    <a:p>
                      <a:pPr marL="285750" indent="-285750" algn="l" defTabSz="914400" rtl="0" eaLnBrk="1" latinLnBrk="0" hangingPunct="1">
                        <a:buFont typeface="Arial" panose="020B0604020202020204" pitchFamily="34" charset="0"/>
                        <a:buChar char="•"/>
                      </a:pPr>
                      <a:r>
                        <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;LA123;NYC321;US3244; </a:t>
                      </a:r>
                    </a:p>
                    <a:p>
                      <a:endParaRPr lang="en-US" sz="16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endParaRPr>
                    </a:p>
                  </a:txBody>
                  <a:tcPr/>
                </a:tc>
                <a:extLst>
                  <a:ext uri="{0D108BD9-81ED-4DB2-BD59-A6C34878D82A}">
                    <a16:rowId xmlns:a16="http://schemas.microsoft.com/office/drawing/2014/main" val="3452150661"/>
                  </a:ext>
                </a:extLst>
              </a:tr>
            </a:tbl>
          </a:graphicData>
        </a:graphic>
      </p:graphicFrame>
    </p:spTree>
    <p:extLst>
      <p:ext uri="{BB962C8B-B14F-4D97-AF65-F5344CB8AC3E}">
        <p14:creationId xmlns:p14="http://schemas.microsoft.com/office/powerpoint/2010/main" val="3934254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20</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ATL File 2</a:t>
            </a:r>
          </a:p>
        </p:txBody>
      </p:sp>
      <p:graphicFrame>
        <p:nvGraphicFramePr>
          <p:cNvPr id="18" name="Content Placeholder 5">
            <a:extLst>
              <a:ext uri="{FF2B5EF4-FFF2-40B4-BE49-F238E27FC236}">
                <a16:creationId xmlns:a16="http://schemas.microsoft.com/office/drawing/2014/main" id="{7C3B5AA3-B17E-8407-0F77-FB879E2B5D6A}"/>
              </a:ext>
            </a:extLst>
          </p:cNvPr>
          <p:cNvGraphicFramePr>
            <a:graphicFrameLocks/>
          </p:cNvGraphicFramePr>
          <p:nvPr>
            <p:extLst>
              <p:ext uri="{D42A27DB-BD31-4B8C-83A1-F6EECF244321}">
                <p14:modId xmlns:p14="http://schemas.microsoft.com/office/powerpoint/2010/main" val="66552477"/>
              </p:ext>
            </p:extLst>
          </p:nvPr>
        </p:nvGraphicFramePr>
        <p:xfrm>
          <a:off x="1042416" y="1251284"/>
          <a:ext cx="8598890" cy="4143676"/>
        </p:xfrm>
        <a:graphic>
          <a:graphicData uri="http://schemas.openxmlformats.org/drawingml/2006/table">
            <a:tbl>
              <a:tblPr firstRow="1" bandRow="1">
                <a:tableStyleId>{5C22544A-7EE6-4342-B048-85BDC9FD1C3A}</a:tableStyleId>
              </a:tblPr>
              <a:tblGrid>
                <a:gridCol w="4299445">
                  <a:extLst>
                    <a:ext uri="{9D8B030D-6E8A-4147-A177-3AD203B41FA5}">
                      <a16:colId xmlns:a16="http://schemas.microsoft.com/office/drawing/2014/main" val="125108118"/>
                    </a:ext>
                  </a:extLst>
                </a:gridCol>
                <a:gridCol w="4299445">
                  <a:extLst>
                    <a:ext uri="{9D8B030D-6E8A-4147-A177-3AD203B41FA5}">
                      <a16:colId xmlns:a16="http://schemas.microsoft.com/office/drawing/2014/main" val="2474829571"/>
                    </a:ext>
                  </a:extLst>
                </a:gridCol>
              </a:tblGrid>
              <a:tr h="9417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kern="1200" dirty="0">
                        <a:solidFill>
                          <a:schemeClr val="tx1"/>
                        </a:solidFill>
                        <a:latin typeface="Arial" panose="020B0604020202020204" pitchFamily="34" charset="0"/>
                        <a:ea typeface="+mn-ea"/>
                        <a:cs typeface="Arial" panose="020B0604020202020204" pitchFamily="34" charset="0"/>
                      </a:endParaRPr>
                    </a:p>
                    <a:p>
                      <a:r>
                        <a:rPr lang="en-US" sz="1800" b="1" kern="1200" dirty="0">
                          <a:solidFill>
                            <a:schemeClr val="tx1"/>
                          </a:solidFill>
                          <a:latin typeface="Arial" panose="020B0604020202020204" pitchFamily="34" charset="0"/>
                          <a:ea typeface="+mn-ea"/>
                          <a:cs typeface="Arial" panose="020B0604020202020204" pitchFamily="34" charset="0"/>
                        </a:rPr>
                        <a:t>Territory_to_Add_</a:t>
                      </a:r>
                      <a:r>
                        <a:rPr lang="en-US" sz="1800" b="1" kern="1200" dirty="0" err="1">
                          <a:solidFill>
                            <a:schemeClr val="tx1"/>
                          </a:solidFill>
                          <a:latin typeface="Arial" panose="020B0604020202020204" pitchFamily="34" charset="0"/>
                          <a:ea typeface="+mn-ea"/>
                          <a:cs typeface="Arial" panose="020B0604020202020204" pitchFamily="34" charset="0"/>
                        </a:rPr>
                        <a:t>vod</a:t>
                      </a:r>
                      <a:r>
                        <a:rPr lang="en-US" sz="1800" b="1" kern="1200" dirty="0">
                          <a:solidFill>
                            <a:schemeClr val="tx1"/>
                          </a:solidFill>
                          <a:latin typeface="Arial" panose="020B0604020202020204" pitchFamily="34" charset="0"/>
                          <a:ea typeface="+mn-ea"/>
                          <a:cs typeface="Arial" panose="020B0604020202020204" pitchFamily="34" charset="0"/>
                        </a:rPr>
                        <a:t>__c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lt1"/>
                        </a:solidFill>
                        <a:latin typeface="+mn-lt"/>
                        <a:ea typeface="+mn-ea"/>
                        <a:cs typeface="+mn-cs"/>
                      </a:endParaRPr>
                    </a:p>
                  </a:txBody>
                  <a:tcPr>
                    <a:solidFill>
                      <a:schemeClr val="accent6">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kern="1200" dirty="0">
                        <a:solidFill>
                          <a:schemeClr val="tx1"/>
                        </a:solidFill>
                        <a:latin typeface="Arial" panose="020B0604020202020204" pitchFamily="34" charset="0"/>
                        <a:ea typeface="+mn-ea"/>
                        <a:cs typeface="Arial" panose="020B0604020202020204" pitchFamily="34" charset="0"/>
                      </a:endParaRPr>
                    </a:p>
                    <a:p>
                      <a:pPr marL="0" algn="l" defTabSz="914400" rtl="0" eaLnBrk="1" latinLnBrk="0" hangingPunct="1"/>
                      <a:r>
                        <a:rPr lang="en-US" sz="1800" b="1" kern="1200" dirty="0">
                          <a:solidFill>
                            <a:schemeClr val="tx1"/>
                          </a:solidFill>
                          <a:latin typeface="Arial" panose="020B0604020202020204" pitchFamily="34" charset="0"/>
                          <a:ea typeface="+mn-ea"/>
                          <a:cs typeface="Arial" panose="020B0604020202020204" pitchFamily="34" charset="0"/>
                        </a:rPr>
                        <a:t>Territory_to_Drop_</a:t>
                      </a:r>
                      <a:r>
                        <a:rPr lang="en-US" sz="1800" b="1" kern="1200" dirty="0" err="1">
                          <a:solidFill>
                            <a:schemeClr val="tx1"/>
                          </a:solidFill>
                          <a:latin typeface="Arial" panose="020B0604020202020204" pitchFamily="34" charset="0"/>
                          <a:ea typeface="+mn-ea"/>
                          <a:cs typeface="Arial" panose="020B0604020202020204" pitchFamily="34" charset="0"/>
                        </a:rPr>
                        <a:t>vod</a:t>
                      </a:r>
                      <a:r>
                        <a:rPr lang="en-US" sz="1800" b="1" kern="1200" dirty="0">
                          <a:solidFill>
                            <a:schemeClr val="tx1"/>
                          </a:solidFill>
                          <a:latin typeface="Arial" panose="020B0604020202020204" pitchFamily="34" charset="0"/>
                          <a:ea typeface="+mn-ea"/>
                          <a:cs typeface="Arial" panose="020B0604020202020204" pitchFamily="34" charset="0"/>
                        </a:rPr>
                        <a:t>__c </a:t>
                      </a:r>
                    </a:p>
                    <a:p>
                      <a:endParaRPr lang="en-US" sz="1800" dirty="0"/>
                    </a:p>
                  </a:txBody>
                  <a:tcPr>
                    <a:solidFill>
                      <a:schemeClr val="accent6">
                        <a:lumMod val="75000"/>
                      </a:schemeClr>
                    </a:solidFill>
                  </a:tcPr>
                </a:tc>
                <a:extLst>
                  <a:ext uri="{0D108BD9-81ED-4DB2-BD59-A6C34878D82A}">
                    <a16:rowId xmlns:a16="http://schemas.microsoft.com/office/drawing/2014/main" val="4019707040"/>
                  </a:ext>
                </a:extLst>
              </a:tr>
              <a:tr h="3201931">
                <a:tc>
                  <a:txBody>
                    <a:bodyPr/>
                    <a:lstStyle/>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Contains a semicolon delimited list of territory names </a:t>
                      </a: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Used to assign one or more territories to the account for incremental alignments </a:t>
                      </a:r>
                    </a:p>
                    <a:p>
                      <a:pPr marL="285750" indent="-285750">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If values are listed, territory names will be added to the </a:t>
                      </a:r>
                      <a:r>
                        <a:rPr lang="en-US" sz="1800" kern="1200" dirty="0" err="1">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Territory_vod</a:t>
                      </a: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 field </a:t>
                      </a:r>
                    </a:p>
                  </a:txBody>
                  <a:tcPr/>
                </a:tc>
                <a:tc>
                  <a:txBody>
                    <a:bodyPr/>
                    <a:lstStyle/>
                    <a:p>
                      <a:pPr marL="285750" indent="-285750" algn="l" defTabSz="914400" rtl="0" eaLnBrk="1" latinLnBrk="0" hangingPunct="1">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Contains a semicolon delimited list of territory names </a:t>
                      </a:r>
                    </a:p>
                    <a:p>
                      <a:pPr marL="285750" indent="-285750" algn="l" defTabSz="914400" rtl="0" eaLnBrk="1" latinLnBrk="0" hangingPunct="1">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Used to remove one or more territories from the account for incremental alignments </a:t>
                      </a:r>
                    </a:p>
                    <a:p>
                      <a:pPr marL="285750" indent="-285750" algn="l" defTabSz="914400" rtl="0" eaLnBrk="1" latinLnBrk="0" hangingPunct="1">
                        <a:buFont typeface="Arial" panose="020B0604020202020204" pitchFamily="34" charset="0"/>
                        <a:buChar char="•"/>
                      </a:pP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If values are listed, territory names will be removed from the </a:t>
                      </a:r>
                      <a:r>
                        <a:rPr lang="en-US" sz="1800" kern="1200" dirty="0" err="1">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Territory_vod</a:t>
                      </a:r>
                      <a:r>
                        <a:rPr lang="en-US" sz="1800" kern="1200" dirty="0">
                          <a:solidFill>
                            <a:schemeClr val="tx1">
                              <a:lumMod val="75000"/>
                              <a:lumOff val="25000"/>
                            </a:schemeClr>
                          </a:solidFill>
                          <a:latin typeface="Arial" panose="020B0604020202020204" pitchFamily="34" charset="0"/>
                          <a:ea typeface="Arial Unicode MS" pitchFamily="34" charset="-128"/>
                          <a:cs typeface="Arial" panose="020B0604020202020204" pitchFamily="34" charset="0"/>
                        </a:rPr>
                        <a:t> field </a:t>
                      </a:r>
                    </a:p>
                    <a:p>
                      <a:pPr marL="285750" indent="-285750">
                        <a:buFont typeface="Arial" panose="020B0604020202020204" pitchFamily="34" charset="0"/>
                        <a:buChar char="•"/>
                      </a:pPr>
                      <a:endParaRPr lang="en-US" sz="1800" b="0" i="0" u="none" strike="noStrike" kern="1200" baseline="0" dirty="0">
                        <a:solidFill>
                          <a:schemeClr val="dk1"/>
                        </a:solidFill>
                        <a:latin typeface="Arial" panose="020B0604020202020204" pitchFamily="34" charset="0"/>
                        <a:ea typeface="+mn-ea"/>
                        <a:cs typeface="Arial" panose="020B0604020202020204" pitchFamily="34" charset="0"/>
                      </a:endParaRPr>
                    </a:p>
                    <a:p>
                      <a:endParaRPr lang="en-US" sz="1800" b="0" i="0" u="none" strike="noStrike" kern="1200" baseline="0" dirty="0">
                        <a:solidFill>
                          <a:schemeClr val="dk1"/>
                        </a:solidFill>
                        <a:latin typeface="Arial" panose="020B0604020202020204" pitchFamily="34" charset="0"/>
                        <a:ea typeface="+mn-ea"/>
                        <a:cs typeface="Arial" panose="020B0604020202020204" pitchFamily="34" charset="0"/>
                      </a:endParaRPr>
                    </a:p>
                    <a:p>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52150661"/>
                  </a:ext>
                </a:extLst>
              </a:tr>
            </a:tbl>
          </a:graphicData>
        </a:graphic>
      </p:graphicFrame>
    </p:spTree>
    <p:extLst>
      <p:ext uri="{BB962C8B-B14F-4D97-AF65-F5344CB8AC3E}">
        <p14:creationId xmlns:p14="http://schemas.microsoft.com/office/powerpoint/2010/main" val="3562639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21</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ATL Best Practices</a:t>
            </a:r>
          </a:p>
        </p:txBody>
      </p:sp>
      <p:sp>
        <p:nvSpPr>
          <p:cNvPr id="6" name="TextBox 5">
            <a:extLst>
              <a:ext uri="{FF2B5EF4-FFF2-40B4-BE49-F238E27FC236}">
                <a16:creationId xmlns:a16="http://schemas.microsoft.com/office/drawing/2014/main" id="{3EB9A340-077A-7987-0642-DB9969C18F22}"/>
              </a:ext>
            </a:extLst>
          </p:cNvPr>
          <p:cNvSpPr txBox="1"/>
          <p:nvPr/>
        </p:nvSpPr>
        <p:spPr>
          <a:xfrm>
            <a:off x="457199" y="1155032"/>
            <a:ext cx="8698832" cy="2585323"/>
          </a:xfrm>
          <a:prstGeom prst="rect">
            <a:avLst/>
          </a:prstGeom>
          <a:noFill/>
        </p:spPr>
        <p:txBody>
          <a:bodyPr wrap="square">
            <a:spAutoFit/>
          </a:bodyPr>
          <a:lstStyle/>
          <a:p>
            <a:pPr marL="285750" indent="-285750">
              <a:buFont typeface="Arial" panose="020B0604020202020204" pitchFamily="34" charset="0"/>
              <a:buChar char="•"/>
            </a:pPr>
            <a:r>
              <a:rPr lang="en-US" sz="1800" dirty="0"/>
              <a:t>There should only be one ATL record for each account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External ID must be 18 digit and value of account ID and external ID are same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For subsequent loads for incremental or full alignments, perform an UPSERT on the ATL object based on the External ID </a:t>
            </a:r>
          </a:p>
          <a:p>
            <a:pPr marL="285750" indent="-285750">
              <a:buFont typeface="Arial" panose="020B0604020202020204" pitchFamily="34" charset="0"/>
              <a:buChar char="•"/>
            </a:pPr>
            <a:endParaRPr lang="en-US" sz="1800" dirty="0"/>
          </a:p>
          <a:p>
            <a:pPr marL="285750" lvl="0" indent="-285750">
              <a:buFont typeface="Arial" panose="020B0604020202020204" pitchFamily="34" charset="0"/>
              <a:buChar char="•"/>
            </a:pPr>
            <a:r>
              <a:rPr lang="en-US" sz="1800" dirty="0"/>
              <a:t>Utilize Territory List for full alignment load. Admin should use the Territory to Add and Territory to Drop fields to simplify single add and remove operations </a:t>
            </a:r>
          </a:p>
        </p:txBody>
      </p:sp>
    </p:spTree>
    <p:extLst>
      <p:ext uri="{BB962C8B-B14F-4D97-AF65-F5344CB8AC3E}">
        <p14:creationId xmlns:p14="http://schemas.microsoft.com/office/powerpoint/2010/main" val="719503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22</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Brick- to-Terr 1</a:t>
            </a:r>
          </a:p>
        </p:txBody>
      </p:sp>
      <p:sp>
        <p:nvSpPr>
          <p:cNvPr id="6" name="TextBox 5">
            <a:extLst>
              <a:ext uri="{FF2B5EF4-FFF2-40B4-BE49-F238E27FC236}">
                <a16:creationId xmlns:a16="http://schemas.microsoft.com/office/drawing/2014/main" id="{3EB9A340-077A-7987-0642-DB9969C18F22}"/>
              </a:ext>
            </a:extLst>
          </p:cNvPr>
          <p:cNvSpPr txBox="1"/>
          <p:nvPr/>
        </p:nvSpPr>
        <p:spPr>
          <a:xfrm>
            <a:off x="457199" y="1155032"/>
            <a:ext cx="8698832" cy="4431983"/>
          </a:xfrm>
          <a:prstGeom prst="rect">
            <a:avLst/>
          </a:prstGeom>
          <a:noFill/>
        </p:spPr>
        <p:txBody>
          <a:bodyPr wrap="square">
            <a:spAutoFit/>
          </a:bodyPr>
          <a:lstStyle/>
          <a:p>
            <a:pPr marL="285750" indent="-285750">
              <a:buFont typeface="Arial" panose="020B0604020202020204" pitchFamily="34" charset="0"/>
              <a:buChar char="•"/>
            </a:pPr>
            <a:r>
              <a:rPr lang="en-US" sz="1800" dirty="0"/>
              <a:t>Setup -&gt; Create -&gt; </a:t>
            </a:r>
            <a:r>
              <a:rPr lang="en-US" sz="1800" dirty="0" err="1"/>
              <a:t>AppsSimilar</a:t>
            </a:r>
            <a:r>
              <a:rPr lang="en-US" sz="1800" dirty="0"/>
              <a:t> to Zip-to-Terr </a:t>
            </a:r>
          </a:p>
          <a:p>
            <a:pPr lvl="1">
              <a:buFont typeface="Arial" panose="020B0604020202020204" pitchFamily="34" charset="0"/>
              <a:buChar char="•"/>
              <a:defRPr/>
            </a:pPr>
            <a:r>
              <a:rPr lang="en-US" sz="1600" dirty="0"/>
              <a:t> Certain countries / regions assign Accounts to territories based on a brick number stored on the Address objects </a:t>
            </a:r>
          </a:p>
          <a:p>
            <a:pPr lvl="1">
              <a:buFont typeface="Arial" panose="020B0604020202020204" pitchFamily="34" charset="0"/>
              <a:buChar char="•"/>
              <a:defRPr/>
            </a:pPr>
            <a:r>
              <a:rPr lang="en-US" sz="1600" dirty="0"/>
              <a:t> Bricks are non-standard geographical groupings of Accounts </a:t>
            </a:r>
          </a:p>
          <a:p>
            <a:pPr marL="457200" lvl="1" indent="0">
              <a:buNone/>
              <a:defRPr/>
            </a:pPr>
            <a:endParaRPr lang="en-US" dirty="0"/>
          </a:p>
          <a:p>
            <a:pPr marL="285750" indent="-285750">
              <a:buFont typeface="Arial" panose="020B0604020202020204" pitchFamily="34" charset="0"/>
              <a:buChar char="•"/>
            </a:pPr>
            <a:r>
              <a:rPr lang="en-US" sz="1800" dirty="0"/>
              <a:t>Uses VEEVA’s Territory Utilities to assess the child Address object and populate data at the Account level </a:t>
            </a:r>
          </a:p>
          <a:p>
            <a:pPr marL="0" indent="0">
              <a:buNone/>
            </a:pPr>
            <a:endParaRPr lang="en-US" sz="1800" dirty="0"/>
          </a:p>
          <a:p>
            <a:pPr marL="285750" indent="-285750">
              <a:buFont typeface="Arial" panose="020B0604020202020204" pitchFamily="34" charset="0"/>
              <a:buChar char="•"/>
            </a:pPr>
            <a:r>
              <a:rPr lang="en-US" sz="1800" dirty="0"/>
              <a:t>One Account can have n-number of addresses </a:t>
            </a:r>
          </a:p>
          <a:p>
            <a:pPr marL="0" indent="0">
              <a:buNone/>
            </a:pPr>
            <a:endParaRPr lang="en-US" sz="1800" dirty="0"/>
          </a:p>
          <a:p>
            <a:pPr marL="285750" indent="-285750">
              <a:buFont typeface="Arial" panose="020B0604020202020204" pitchFamily="34" charset="0"/>
              <a:buChar char="•"/>
            </a:pPr>
            <a:r>
              <a:rPr lang="en-US" sz="1800" dirty="0"/>
              <a:t>Not ideal if number of accounts is greater than 500K  </a:t>
            </a:r>
          </a:p>
          <a:p>
            <a:endParaRPr lang="en-US" sz="1800" dirty="0"/>
          </a:p>
          <a:p>
            <a:pPr marL="285750" indent="-285750">
              <a:buFont typeface="Arial" panose="020B0604020202020204" pitchFamily="34" charset="0"/>
              <a:buChar char="•"/>
            </a:pPr>
            <a:r>
              <a:rPr lang="en-US" sz="1800" dirty="0" err="1"/>
              <a:t>Brick_to_Terr_vod</a:t>
            </a:r>
            <a:r>
              <a:rPr lang="en-US" sz="1800" dirty="0"/>
              <a:t> object stores mapping of Bricks to Territories </a:t>
            </a:r>
          </a:p>
          <a:p>
            <a:pPr lvl="1">
              <a:defRPr/>
            </a:pPr>
            <a:r>
              <a:rPr lang="en-US" dirty="0"/>
              <a:t>- Data in custom fields will be automatically copied over to the Account or Person Account records if the field names are identical </a:t>
            </a:r>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1617066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23</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Brick- to-Terr 2</a:t>
            </a:r>
          </a:p>
        </p:txBody>
      </p:sp>
      <p:sp>
        <p:nvSpPr>
          <p:cNvPr id="6" name="TextBox 5">
            <a:extLst>
              <a:ext uri="{FF2B5EF4-FFF2-40B4-BE49-F238E27FC236}">
                <a16:creationId xmlns:a16="http://schemas.microsoft.com/office/drawing/2014/main" id="{3EB9A340-077A-7987-0642-DB9969C18F22}"/>
              </a:ext>
            </a:extLst>
          </p:cNvPr>
          <p:cNvSpPr txBox="1"/>
          <p:nvPr/>
        </p:nvSpPr>
        <p:spPr>
          <a:xfrm>
            <a:off x="457199" y="1155032"/>
            <a:ext cx="8698832" cy="3693319"/>
          </a:xfrm>
          <a:prstGeom prst="rect">
            <a:avLst/>
          </a:prstGeom>
          <a:noFill/>
        </p:spPr>
        <p:txBody>
          <a:bodyPr wrap="square">
            <a:spAutoFit/>
          </a:bodyPr>
          <a:lstStyle/>
          <a:p>
            <a:r>
              <a:rPr lang="en-US" sz="1800" dirty="0" err="1"/>
              <a:t>Brick_Hierarchy_vod</a:t>
            </a:r>
            <a:r>
              <a:rPr lang="en-US" sz="1800" dirty="0"/>
              <a:t> object stores relationships of bricks to one another </a:t>
            </a:r>
          </a:p>
          <a:p>
            <a:pPr lvl="1">
              <a:buFont typeface="Arial" panose="020B0604020202020204" pitchFamily="34" charset="0"/>
              <a:buChar char="•"/>
              <a:defRPr/>
            </a:pPr>
            <a:r>
              <a:rPr lang="en-US" dirty="0"/>
              <a:t>Bricks to Bricks </a:t>
            </a:r>
          </a:p>
          <a:p>
            <a:pPr lvl="1">
              <a:buFont typeface="Arial" panose="020B0604020202020204" pitchFamily="34" charset="0"/>
              <a:buChar char="•"/>
              <a:defRPr/>
            </a:pPr>
            <a:r>
              <a:rPr lang="en-US" dirty="0"/>
              <a:t>Mini-Bricks to Bricks </a:t>
            </a:r>
          </a:p>
          <a:p>
            <a:pPr lvl="1">
              <a:buFont typeface="Arial" panose="020B0604020202020204" pitchFamily="34" charset="0"/>
              <a:buChar char="•"/>
              <a:defRPr/>
            </a:pPr>
            <a:r>
              <a:rPr lang="en-US" dirty="0"/>
              <a:t>Name field = name of the Brick </a:t>
            </a:r>
          </a:p>
          <a:p>
            <a:pPr lvl="1">
              <a:buFont typeface="Arial" panose="020B0604020202020204" pitchFamily="34" charset="0"/>
              <a:buChar char="•"/>
              <a:defRPr/>
            </a:pPr>
            <a:r>
              <a:rPr lang="en-US" dirty="0" err="1"/>
              <a:t>Territory_vod</a:t>
            </a:r>
            <a:r>
              <a:rPr lang="en-US" dirty="0"/>
              <a:t> field = territory to assign Addresses to </a:t>
            </a:r>
          </a:p>
          <a:p>
            <a:pPr marL="457200" lvl="1" indent="0">
              <a:buNone/>
              <a:defRPr/>
            </a:pPr>
            <a:endParaRPr lang="en-US" dirty="0"/>
          </a:p>
          <a:p>
            <a:r>
              <a:rPr lang="en-US" sz="1800" dirty="0"/>
              <a:t>Territory_</a:t>
            </a:r>
            <a:r>
              <a:rPr lang="en-US" sz="1800" dirty="0" err="1"/>
              <a:t>vod</a:t>
            </a:r>
            <a:r>
              <a:rPr lang="en-US" sz="1800" dirty="0"/>
              <a:t>__c field only allows 255 characters (including semicolons) </a:t>
            </a:r>
          </a:p>
          <a:p>
            <a:pPr marL="0" indent="0">
              <a:buNone/>
            </a:pPr>
            <a:endParaRPr lang="en-US" sz="1800" dirty="0"/>
          </a:p>
          <a:p>
            <a:r>
              <a:rPr lang="en-US" sz="1800" dirty="0"/>
              <a:t>Territory Hierarchy must be established </a:t>
            </a:r>
          </a:p>
          <a:p>
            <a:endParaRPr lang="en-US" sz="1800" dirty="0"/>
          </a:p>
          <a:p>
            <a:r>
              <a:rPr lang="en-US" sz="1800" dirty="0"/>
              <a:t>Add Brick_</a:t>
            </a:r>
            <a:r>
              <a:rPr lang="en-US" sz="1800" dirty="0" err="1"/>
              <a:t>vod</a:t>
            </a:r>
            <a:r>
              <a:rPr lang="en-US" sz="1800" dirty="0"/>
              <a:t>__c field to Address page layouts for Admins </a:t>
            </a:r>
          </a:p>
          <a:p>
            <a:pPr lvl="1">
              <a:defRPr/>
            </a:pPr>
            <a:r>
              <a:rPr lang="en-US" dirty="0"/>
              <a:t>Load the Brick Name the Address is aligned to in this field </a:t>
            </a:r>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1414567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24</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Brick- to-Terr 3</a:t>
            </a:r>
          </a:p>
        </p:txBody>
      </p:sp>
      <p:sp>
        <p:nvSpPr>
          <p:cNvPr id="6" name="TextBox 5">
            <a:extLst>
              <a:ext uri="{FF2B5EF4-FFF2-40B4-BE49-F238E27FC236}">
                <a16:creationId xmlns:a16="http://schemas.microsoft.com/office/drawing/2014/main" id="{3EB9A340-077A-7987-0642-DB9969C18F22}"/>
              </a:ext>
            </a:extLst>
          </p:cNvPr>
          <p:cNvSpPr txBox="1"/>
          <p:nvPr/>
        </p:nvSpPr>
        <p:spPr>
          <a:xfrm>
            <a:off x="417093" y="737937"/>
            <a:ext cx="8698832" cy="2369880"/>
          </a:xfrm>
          <a:prstGeom prst="rect">
            <a:avLst/>
          </a:prstGeom>
          <a:noFill/>
        </p:spPr>
        <p:txBody>
          <a:bodyPr wrap="square">
            <a:spAutoFit/>
          </a:bodyPr>
          <a:lstStyle/>
          <a:p>
            <a:pPr marL="0" indent="0">
              <a:buNone/>
            </a:pPr>
            <a:r>
              <a:rPr lang="en-US" sz="1800" dirty="0"/>
              <a:t>Following are the Steps for Brick-to-Terr alignment:</a:t>
            </a:r>
          </a:p>
          <a:p>
            <a:pPr lvl="1">
              <a:buFont typeface="+mj-lt"/>
              <a:buAutoNum type="arabicPeriod"/>
            </a:pPr>
            <a:r>
              <a:rPr lang="en-US" sz="1600" dirty="0"/>
              <a:t>Upload Brick Hierarchy file </a:t>
            </a:r>
          </a:p>
          <a:p>
            <a:pPr lvl="1">
              <a:buFont typeface="+mj-lt"/>
              <a:buAutoNum type="arabicPeriod"/>
            </a:pPr>
            <a:r>
              <a:rPr lang="en-US" sz="1600" dirty="0"/>
              <a:t>Upload Brick-to-Terr file </a:t>
            </a:r>
          </a:p>
          <a:p>
            <a:pPr lvl="1">
              <a:buFont typeface="+mj-lt"/>
              <a:buAutoNum type="arabicPeriod"/>
            </a:pPr>
            <a:r>
              <a:rPr lang="en-US" sz="1600" dirty="0"/>
              <a:t>Create rules for the alignment </a:t>
            </a:r>
          </a:p>
          <a:p>
            <a:pPr lvl="1">
              <a:buFont typeface="+mj-lt"/>
              <a:buAutoNum type="arabicPeriod"/>
            </a:pPr>
            <a:r>
              <a:rPr lang="en-US" sz="1600" dirty="0"/>
              <a:t>Run test assignment </a:t>
            </a:r>
          </a:p>
          <a:p>
            <a:pPr lvl="1">
              <a:buFont typeface="+mj-lt"/>
              <a:buAutoNum type="arabicPeriod"/>
            </a:pPr>
            <a:r>
              <a:rPr lang="en-US" sz="1600" dirty="0"/>
              <a:t>Run reports on the alignment </a:t>
            </a:r>
          </a:p>
          <a:p>
            <a:pPr lvl="1">
              <a:buFont typeface="+mj-lt"/>
              <a:buAutoNum type="arabicPeriod"/>
            </a:pPr>
            <a:r>
              <a:rPr lang="en-US" sz="1600" dirty="0"/>
              <a:t>Run mass assignment </a:t>
            </a:r>
          </a:p>
          <a:p>
            <a:pPr lvl="1">
              <a:buFont typeface="+mj-lt"/>
              <a:buAutoNum type="arabicPeriod"/>
            </a:pPr>
            <a:r>
              <a:rPr lang="en-US" sz="1600" dirty="0"/>
              <a:t>Use Manual Overrides until next realignment </a:t>
            </a:r>
          </a:p>
          <a:p>
            <a:pPr marL="285750" indent="-285750">
              <a:buFont typeface="Arial" panose="020B0604020202020204" pitchFamily="34" charset="0"/>
              <a:buChar char="•"/>
            </a:pPr>
            <a:endParaRPr lang="en-US" sz="1800" dirty="0"/>
          </a:p>
        </p:txBody>
      </p:sp>
      <p:pic>
        <p:nvPicPr>
          <p:cNvPr id="2" name="Picture 1">
            <a:extLst>
              <a:ext uri="{FF2B5EF4-FFF2-40B4-BE49-F238E27FC236}">
                <a16:creationId xmlns:a16="http://schemas.microsoft.com/office/drawing/2014/main" id="{A740A040-6C6E-552C-1CC3-C61A39212F97}"/>
              </a:ext>
            </a:extLst>
          </p:cNvPr>
          <p:cNvPicPr>
            <a:picLocks noChangeAspect="1"/>
          </p:cNvPicPr>
          <p:nvPr/>
        </p:nvPicPr>
        <p:blipFill>
          <a:blip r:embed="rId2"/>
          <a:stretch>
            <a:fillRect/>
          </a:stretch>
        </p:blipFill>
        <p:spPr>
          <a:xfrm>
            <a:off x="633247" y="3107817"/>
            <a:ext cx="8915400" cy="2688609"/>
          </a:xfrm>
          <a:prstGeom prst="rect">
            <a:avLst/>
          </a:prstGeom>
          <a:ln>
            <a:solidFill>
              <a:schemeClr val="tx1"/>
            </a:solidFill>
          </a:ln>
        </p:spPr>
      </p:pic>
    </p:spTree>
    <p:extLst>
      <p:ext uri="{BB962C8B-B14F-4D97-AF65-F5344CB8AC3E}">
        <p14:creationId xmlns:p14="http://schemas.microsoft.com/office/powerpoint/2010/main" val="4264722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25</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Brick- to-Terr Process Alignment</a:t>
            </a:r>
          </a:p>
        </p:txBody>
      </p:sp>
      <p:sp>
        <p:nvSpPr>
          <p:cNvPr id="6" name="TextBox 5">
            <a:extLst>
              <a:ext uri="{FF2B5EF4-FFF2-40B4-BE49-F238E27FC236}">
                <a16:creationId xmlns:a16="http://schemas.microsoft.com/office/drawing/2014/main" id="{3EB9A340-077A-7987-0642-DB9969C18F22}"/>
              </a:ext>
            </a:extLst>
          </p:cNvPr>
          <p:cNvSpPr txBox="1"/>
          <p:nvPr/>
        </p:nvSpPr>
        <p:spPr>
          <a:xfrm>
            <a:off x="417093" y="737937"/>
            <a:ext cx="8698832" cy="5293757"/>
          </a:xfrm>
          <a:prstGeom prst="rect">
            <a:avLst/>
          </a:prstGeom>
          <a:noFill/>
        </p:spPr>
        <p:txBody>
          <a:bodyPr wrap="square">
            <a:spAutoFit/>
          </a:bodyPr>
          <a:lstStyle/>
          <a:p>
            <a:pPr marL="742950" lvl="1" indent="-285750">
              <a:buFont typeface="Arial" panose="020B0604020202020204" pitchFamily="34" charset="0"/>
              <a:buChar char="•"/>
              <a:defRPr/>
            </a:pPr>
            <a:r>
              <a:rPr lang="en-US" dirty="0"/>
              <a:t>Test Territory Assignment </a:t>
            </a:r>
          </a:p>
          <a:p>
            <a:pPr marL="1200150" lvl="2" indent="-285750">
              <a:buFont typeface="Arial" panose="020B0604020202020204" pitchFamily="34" charset="0"/>
              <a:buChar char="•"/>
              <a:defRPr/>
            </a:pPr>
            <a:r>
              <a:rPr lang="en-US" dirty="0"/>
              <a:t>Use to determine if territories will map correctly prior to finalizing territory assignments </a:t>
            </a:r>
          </a:p>
          <a:p>
            <a:pPr marL="1200150" lvl="2" indent="-285750">
              <a:buFont typeface="Arial" panose="020B0604020202020204" pitchFamily="34" charset="0"/>
              <a:buChar char="•"/>
              <a:defRPr/>
            </a:pPr>
            <a:r>
              <a:rPr lang="en-US" dirty="0"/>
              <a:t>Populates Territory_Test_</a:t>
            </a:r>
            <a:r>
              <a:rPr lang="en-US" dirty="0" err="1"/>
              <a:t>vod</a:t>
            </a:r>
            <a:r>
              <a:rPr lang="en-US" dirty="0"/>
              <a:t>__c field on Account object </a:t>
            </a:r>
          </a:p>
          <a:p>
            <a:pPr marL="1657350" lvl="3" indent="-285750">
              <a:buFont typeface="Courier New" panose="02070309020205020404" pitchFamily="49" charset="0"/>
              <a:buChar char="o"/>
              <a:defRPr/>
            </a:pPr>
            <a:r>
              <a:rPr lang="en-US" dirty="0"/>
              <a:t>Maximum of 255 characters </a:t>
            </a:r>
          </a:p>
          <a:p>
            <a:pPr marL="1657350" lvl="3" indent="-285750">
              <a:buFont typeface="Courier New" panose="02070309020205020404" pitchFamily="49" charset="0"/>
              <a:buChar char="o"/>
              <a:defRPr/>
            </a:pPr>
            <a:r>
              <a:rPr lang="en-US" dirty="0"/>
              <a:t>Only administrators should have View access using Field Level Security </a:t>
            </a:r>
          </a:p>
          <a:p>
            <a:pPr marL="742950" lvl="1" indent="-285750">
              <a:buFont typeface="Arial" panose="020B0604020202020204" pitchFamily="34" charset="0"/>
              <a:buChar char="•"/>
              <a:defRPr/>
            </a:pPr>
            <a:r>
              <a:rPr lang="en-US" dirty="0"/>
              <a:t>Mass Assign Territories </a:t>
            </a:r>
          </a:p>
          <a:p>
            <a:pPr marL="1200150" lvl="2" indent="-285750">
              <a:buFont typeface="Arial" panose="020B0604020202020204" pitchFamily="34" charset="0"/>
              <a:buChar char="•"/>
              <a:defRPr/>
            </a:pPr>
            <a:r>
              <a:rPr lang="en-US" dirty="0"/>
              <a:t>Run after running Test Territory Assignment </a:t>
            </a:r>
          </a:p>
          <a:p>
            <a:pPr marL="1200150" lvl="2" indent="-285750">
              <a:buFont typeface="Arial" panose="020B0604020202020204" pitchFamily="34" charset="0"/>
              <a:buChar char="•"/>
              <a:defRPr/>
            </a:pPr>
            <a:r>
              <a:rPr lang="en-US" dirty="0"/>
              <a:t>Populates Territory_</a:t>
            </a:r>
            <a:r>
              <a:rPr lang="en-US" dirty="0" err="1"/>
              <a:t>vod</a:t>
            </a:r>
            <a:r>
              <a:rPr lang="en-US" dirty="0"/>
              <a:t>__c field on account object </a:t>
            </a:r>
          </a:p>
          <a:p>
            <a:pPr marL="457200" lvl="1" indent="0">
              <a:buNone/>
              <a:defRPr/>
            </a:pPr>
            <a:r>
              <a:rPr lang="en-US" dirty="0"/>
              <a:t>		– </a:t>
            </a:r>
            <a:r>
              <a:rPr lang="en-US" sz="1400" dirty="0"/>
              <a:t>Maximum of 255 characters </a:t>
            </a:r>
          </a:p>
          <a:p>
            <a:pPr marL="457200" lvl="1" indent="0">
              <a:buNone/>
              <a:defRPr/>
            </a:pPr>
            <a:r>
              <a:rPr lang="en-US" sz="1400" dirty="0"/>
              <a:t>		– Only administrators should have View access using Field Level Security </a:t>
            </a:r>
          </a:p>
          <a:p>
            <a:pPr marL="742950" lvl="1" indent="-285750">
              <a:buFont typeface="Arial" panose="020B0604020202020204" pitchFamily="34" charset="0"/>
              <a:buChar char="•"/>
              <a:defRPr/>
            </a:pPr>
            <a:r>
              <a:rPr lang="en-US" dirty="0"/>
              <a:t>Determining which Addresses to include in alignment: </a:t>
            </a:r>
          </a:p>
          <a:p>
            <a:pPr marL="1200150" lvl="2" indent="-285750">
              <a:buFont typeface="Courier New" panose="02070309020205020404" pitchFamily="49" charset="0"/>
              <a:buChar char="o"/>
              <a:defRPr/>
            </a:pPr>
            <a:r>
              <a:rPr lang="en-US" dirty="0"/>
              <a:t>Primary Addresses are included </a:t>
            </a:r>
          </a:p>
          <a:p>
            <a:pPr marL="1200150" lvl="2" indent="-285750">
              <a:buFont typeface="Courier New" panose="02070309020205020404" pitchFamily="49" charset="0"/>
              <a:buChar char="o"/>
              <a:defRPr/>
            </a:pPr>
            <a:r>
              <a:rPr lang="en-US" dirty="0"/>
              <a:t>To include a non-primary Address </a:t>
            </a:r>
          </a:p>
          <a:p>
            <a:pPr marL="742950" lvl="1" indent="-285750">
              <a:buFont typeface="Arial" panose="020B0604020202020204" pitchFamily="34" charset="0"/>
              <a:buChar char="•"/>
              <a:defRPr/>
            </a:pPr>
            <a:r>
              <a:rPr lang="en-US" dirty="0"/>
              <a:t>Set Include_in_Territory_Assignment_</a:t>
            </a:r>
            <a:r>
              <a:rPr lang="en-US" dirty="0" err="1"/>
              <a:t>vod</a:t>
            </a:r>
            <a:r>
              <a:rPr lang="en-US" dirty="0"/>
              <a:t>__c field to “True”: </a:t>
            </a:r>
          </a:p>
          <a:p>
            <a:pPr marL="1200150" lvl="2" indent="-285750">
              <a:buFont typeface="Courier New" panose="02070309020205020404" pitchFamily="49" charset="0"/>
              <a:buChar char="o"/>
              <a:defRPr/>
            </a:pPr>
            <a:r>
              <a:rPr lang="en-US" dirty="0"/>
              <a:t>To prevent an Account from being included in alignment </a:t>
            </a:r>
          </a:p>
          <a:p>
            <a:pPr marL="457200" lvl="1" indent="0">
              <a:buNone/>
              <a:defRPr/>
            </a:pPr>
            <a:r>
              <a:rPr lang="en-US" dirty="0"/>
              <a:t>		– </a:t>
            </a:r>
            <a:r>
              <a:rPr lang="en-US" sz="1400" dirty="0"/>
              <a:t>Set Exclude_from_Zip_to_Terr_Processing_</a:t>
            </a:r>
            <a:r>
              <a:rPr lang="en-US" sz="1400" dirty="0" err="1"/>
              <a:t>vod</a:t>
            </a:r>
            <a:r>
              <a:rPr lang="en-US" sz="1400" dirty="0"/>
              <a:t>__c field to “True” </a:t>
            </a:r>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3875541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26</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Archiving Accounts</a:t>
            </a:r>
          </a:p>
        </p:txBody>
      </p:sp>
      <p:sp>
        <p:nvSpPr>
          <p:cNvPr id="6" name="TextBox 5">
            <a:extLst>
              <a:ext uri="{FF2B5EF4-FFF2-40B4-BE49-F238E27FC236}">
                <a16:creationId xmlns:a16="http://schemas.microsoft.com/office/drawing/2014/main" id="{3EB9A340-077A-7987-0642-DB9969C18F22}"/>
              </a:ext>
            </a:extLst>
          </p:cNvPr>
          <p:cNvSpPr txBox="1"/>
          <p:nvPr/>
        </p:nvSpPr>
        <p:spPr>
          <a:xfrm>
            <a:off x="417093" y="737937"/>
            <a:ext cx="8698832" cy="2308324"/>
          </a:xfrm>
          <a:prstGeom prst="rect">
            <a:avLst/>
          </a:prstGeom>
          <a:noFill/>
        </p:spPr>
        <p:txBody>
          <a:bodyPr wrap="square">
            <a:spAutoFit/>
          </a:bodyPr>
          <a:lstStyle/>
          <a:p>
            <a:pPr marL="285750" indent="-285750">
              <a:buFont typeface="Arial" panose="020B0604020202020204" pitchFamily="34" charset="0"/>
              <a:buChar char="•"/>
            </a:pPr>
            <a:r>
              <a:rPr lang="en-US" b="1" dirty="0"/>
              <a:t>Retired / Deceased Accounts:</a:t>
            </a:r>
          </a:p>
          <a:p>
            <a:pPr marL="0" indent="0">
              <a:buNone/>
            </a:pPr>
            <a:endParaRPr lang="en-US" sz="1800" dirty="0"/>
          </a:p>
          <a:p>
            <a:pPr lvl="1">
              <a:defRPr/>
            </a:pPr>
            <a:r>
              <a:rPr lang="en-US" dirty="0"/>
              <a:t>-- Person account either retires or is deceased </a:t>
            </a:r>
          </a:p>
          <a:p>
            <a:pPr marL="1200150" lvl="2" indent="-285750">
              <a:buFont typeface="Arial" panose="020B0604020202020204" pitchFamily="34" charset="0"/>
              <a:buChar char="•"/>
            </a:pPr>
            <a:r>
              <a:rPr lang="en-US" dirty="0"/>
              <a:t>Reassign account to an "Inactive" territory </a:t>
            </a:r>
          </a:p>
          <a:p>
            <a:pPr marL="1200150" lvl="2" indent="-285750">
              <a:buFont typeface="Arial" panose="020B0604020202020204" pitchFamily="34" charset="0"/>
              <a:buChar char="•"/>
            </a:pPr>
            <a:r>
              <a:rPr lang="en-US" dirty="0"/>
              <a:t>Preserves historical data and removes it from active territories </a:t>
            </a:r>
          </a:p>
          <a:p>
            <a:pPr marL="1200150" lvl="2" indent="-285750">
              <a:buFont typeface="Arial" panose="020B0604020202020204" pitchFamily="34" charset="0"/>
              <a:buChar char="•"/>
            </a:pPr>
            <a:r>
              <a:rPr lang="en-US" dirty="0"/>
              <a:t>Create fields on Account object </a:t>
            </a:r>
          </a:p>
          <a:p>
            <a:pPr marL="742950" lvl="1" indent="-285750">
              <a:buFont typeface="Arial" panose="020B0604020202020204" pitchFamily="34" charset="0"/>
              <a:buChar char="•"/>
              <a:defRPr/>
            </a:pPr>
            <a:endParaRPr lang="en-US" dirty="0"/>
          </a:p>
          <a:p>
            <a:pPr marL="285750" indent="-285750">
              <a:buFont typeface="Arial" panose="020B0604020202020204" pitchFamily="34" charset="0"/>
              <a:buChar char="•"/>
            </a:pPr>
            <a:endParaRPr lang="en-US" sz="1800" dirty="0"/>
          </a:p>
        </p:txBody>
      </p:sp>
      <p:pic>
        <p:nvPicPr>
          <p:cNvPr id="2" name="Picture 1">
            <a:extLst>
              <a:ext uri="{FF2B5EF4-FFF2-40B4-BE49-F238E27FC236}">
                <a16:creationId xmlns:a16="http://schemas.microsoft.com/office/drawing/2014/main" id="{85071CA9-C61A-A464-EAB4-E0318C067357}"/>
              </a:ext>
            </a:extLst>
          </p:cNvPr>
          <p:cNvPicPr>
            <a:picLocks noChangeAspect="1"/>
          </p:cNvPicPr>
          <p:nvPr/>
        </p:nvPicPr>
        <p:blipFill>
          <a:blip r:embed="rId2"/>
          <a:stretch>
            <a:fillRect/>
          </a:stretch>
        </p:blipFill>
        <p:spPr>
          <a:xfrm>
            <a:off x="1270572" y="2852072"/>
            <a:ext cx="6097336" cy="889219"/>
          </a:xfrm>
          <a:prstGeom prst="rect">
            <a:avLst/>
          </a:prstGeom>
        </p:spPr>
      </p:pic>
      <p:pic>
        <p:nvPicPr>
          <p:cNvPr id="8" name="Picture 7">
            <a:extLst>
              <a:ext uri="{FF2B5EF4-FFF2-40B4-BE49-F238E27FC236}">
                <a16:creationId xmlns:a16="http://schemas.microsoft.com/office/drawing/2014/main" id="{6D3AAAFA-CF74-76E0-8D96-15B97ACDCA27}"/>
              </a:ext>
            </a:extLst>
          </p:cNvPr>
          <p:cNvPicPr>
            <a:picLocks noChangeAspect="1"/>
          </p:cNvPicPr>
          <p:nvPr/>
        </p:nvPicPr>
        <p:blipFill>
          <a:blip r:embed="rId3"/>
          <a:stretch>
            <a:fillRect/>
          </a:stretch>
        </p:blipFill>
        <p:spPr>
          <a:xfrm>
            <a:off x="6096000" y="3429000"/>
            <a:ext cx="1270278" cy="1778438"/>
          </a:xfrm>
          <a:prstGeom prst="rect">
            <a:avLst/>
          </a:prstGeom>
        </p:spPr>
      </p:pic>
      <p:sp>
        <p:nvSpPr>
          <p:cNvPr id="12" name="TextBox 11">
            <a:extLst>
              <a:ext uri="{FF2B5EF4-FFF2-40B4-BE49-F238E27FC236}">
                <a16:creationId xmlns:a16="http://schemas.microsoft.com/office/drawing/2014/main" id="{D8D00E41-9B09-6244-4D28-142862D2DA38}"/>
              </a:ext>
            </a:extLst>
          </p:cNvPr>
          <p:cNvSpPr txBox="1"/>
          <p:nvPr/>
        </p:nvSpPr>
        <p:spPr>
          <a:xfrm>
            <a:off x="1262258" y="5473732"/>
            <a:ext cx="6104020" cy="646331"/>
          </a:xfrm>
          <a:prstGeom prst="rect">
            <a:avLst/>
          </a:prstGeom>
          <a:noFill/>
        </p:spPr>
        <p:txBody>
          <a:bodyPr wrap="square">
            <a:spAutoFit/>
          </a:bodyPr>
          <a:lstStyle/>
          <a:p>
            <a:r>
              <a:rPr lang="en-US" dirty="0"/>
              <a:t>Workflow triggers email for administrator to move account to “Inactive</a:t>
            </a:r>
            <a:endParaRPr lang="en-IN" dirty="0"/>
          </a:p>
        </p:txBody>
      </p:sp>
      <p:sp>
        <p:nvSpPr>
          <p:cNvPr id="13" name="6-Point Star 7">
            <a:extLst>
              <a:ext uri="{FF2B5EF4-FFF2-40B4-BE49-F238E27FC236}">
                <a16:creationId xmlns:a16="http://schemas.microsoft.com/office/drawing/2014/main" id="{3BD30FC4-47C3-449E-A9AA-D2C69EDC5E34}"/>
              </a:ext>
            </a:extLst>
          </p:cNvPr>
          <p:cNvSpPr/>
          <p:nvPr/>
        </p:nvSpPr>
        <p:spPr>
          <a:xfrm>
            <a:off x="809296" y="5682597"/>
            <a:ext cx="297543" cy="228600"/>
          </a:xfrm>
          <a:prstGeom prst="star6">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0649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27</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250233"/>
            <a:ext cx="10499790" cy="369332"/>
          </a:xfrm>
        </p:spPr>
        <p:txBody>
          <a:bodyPr/>
          <a:lstStyle/>
          <a:p>
            <a:r>
              <a:rPr lang="en-US" dirty="0"/>
              <a:t>Mixing ATL with Zip/Brick-to-Terr</a:t>
            </a:r>
          </a:p>
        </p:txBody>
      </p:sp>
      <p:sp>
        <p:nvSpPr>
          <p:cNvPr id="6" name="TextBox 5">
            <a:extLst>
              <a:ext uri="{FF2B5EF4-FFF2-40B4-BE49-F238E27FC236}">
                <a16:creationId xmlns:a16="http://schemas.microsoft.com/office/drawing/2014/main" id="{3EB9A340-077A-7987-0642-DB9969C18F22}"/>
              </a:ext>
            </a:extLst>
          </p:cNvPr>
          <p:cNvSpPr txBox="1"/>
          <p:nvPr/>
        </p:nvSpPr>
        <p:spPr>
          <a:xfrm>
            <a:off x="641683" y="1155031"/>
            <a:ext cx="8474241" cy="1754326"/>
          </a:xfrm>
          <a:prstGeom prst="rect">
            <a:avLst/>
          </a:prstGeom>
          <a:noFill/>
        </p:spPr>
        <p:txBody>
          <a:bodyPr wrap="square">
            <a:spAutoFit/>
          </a:bodyPr>
          <a:lstStyle/>
          <a:p>
            <a:pPr marL="742950" lvl="1" indent="-285750">
              <a:buFont typeface="Arial" panose="020B0604020202020204" pitchFamily="34" charset="0"/>
              <a:buChar char="•"/>
              <a:defRPr/>
            </a:pPr>
            <a:r>
              <a:rPr lang="en-US" dirty="0"/>
              <a:t>Using both Account Territory Loader with Zip-to-Terr can be used when… </a:t>
            </a:r>
          </a:p>
          <a:p>
            <a:pPr marL="1200150" lvl="2" indent="-285750">
              <a:buFont typeface="Arial" panose="020B0604020202020204" pitchFamily="34" charset="0"/>
              <a:buChar char="•"/>
              <a:defRPr/>
            </a:pPr>
            <a:r>
              <a:rPr lang="en-US" sz="1800" dirty="0"/>
              <a:t>Most accounts use rule-based territory assignment </a:t>
            </a:r>
          </a:p>
          <a:p>
            <a:pPr lvl="2">
              <a:defRPr/>
            </a:pPr>
            <a:r>
              <a:rPr lang="en-US" sz="1800" dirty="0"/>
              <a:t>			AND </a:t>
            </a:r>
          </a:p>
          <a:p>
            <a:pPr marL="1200150" lvl="2" indent="-285750">
              <a:buFont typeface="Arial" panose="020B0604020202020204" pitchFamily="34" charset="0"/>
              <a:buChar char="•"/>
              <a:defRPr/>
            </a:pPr>
            <a:r>
              <a:rPr lang="en-US" sz="1800" dirty="0"/>
              <a:t>Some accounts (i.e., Payers) require manual assignment to territories</a:t>
            </a:r>
          </a:p>
          <a:p>
            <a:pPr marL="742950" lvl="1" indent="-285750">
              <a:buFont typeface="Arial" panose="020B0604020202020204" pitchFamily="34" charset="0"/>
              <a:buChar char="•"/>
              <a:defRPr/>
            </a:pPr>
            <a:endParaRPr lang="en-US" dirty="0"/>
          </a:p>
          <a:p>
            <a:pPr marL="285750" indent="-285750">
              <a:buFont typeface="Arial" panose="020B0604020202020204" pitchFamily="34" charset="0"/>
              <a:buChar char="•"/>
            </a:pPr>
            <a:endParaRPr lang="en-US" sz="1800" dirty="0"/>
          </a:p>
        </p:txBody>
      </p:sp>
      <p:sp>
        <p:nvSpPr>
          <p:cNvPr id="9" name="Content Placeholder 1">
            <a:extLst>
              <a:ext uri="{FF2B5EF4-FFF2-40B4-BE49-F238E27FC236}">
                <a16:creationId xmlns:a16="http://schemas.microsoft.com/office/drawing/2014/main" id="{21685E8A-BFEF-BFD1-F5BD-EDD91D2392DF}"/>
              </a:ext>
            </a:extLst>
          </p:cNvPr>
          <p:cNvSpPr txBox="1">
            <a:spLocks/>
          </p:cNvSpPr>
          <p:nvPr/>
        </p:nvSpPr>
        <p:spPr>
          <a:xfrm>
            <a:off x="809296" y="1523999"/>
            <a:ext cx="11230304" cy="46783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defRPr/>
            </a:pPr>
            <a:endParaRPr lang="en-US" sz="1800" dirty="0"/>
          </a:p>
        </p:txBody>
      </p:sp>
      <p:sp>
        <p:nvSpPr>
          <p:cNvPr id="14" name="Cloud 13">
            <a:extLst>
              <a:ext uri="{FF2B5EF4-FFF2-40B4-BE49-F238E27FC236}">
                <a16:creationId xmlns:a16="http://schemas.microsoft.com/office/drawing/2014/main" id="{600D1B1E-6131-1445-6126-EA6301B298B9}"/>
              </a:ext>
            </a:extLst>
          </p:cNvPr>
          <p:cNvSpPr/>
          <p:nvPr/>
        </p:nvSpPr>
        <p:spPr>
          <a:xfrm>
            <a:off x="2117559" y="3278326"/>
            <a:ext cx="5438273" cy="2055676"/>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US" dirty="0"/>
          </a:p>
          <a:p>
            <a:r>
              <a:rPr lang="en-US" dirty="0">
                <a:solidFill>
                  <a:schemeClr val="tx1"/>
                </a:solidFill>
                <a:latin typeface="Arial" panose="020B0604020202020204" pitchFamily="34" charset="0"/>
                <a:cs typeface="Arial" panose="020B0604020202020204" pitchFamily="34" charset="0"/>
              </a:rPr>
              <a:t>Caution: Maintaining two territory management models is complex! </a:t>
            </a:r>
          </a:p>
        </p:txBody>
      </p:sp>
    </p:spTree>
    <p:extLst>
      <p:ext uri="{BB962C8B-B14F-4D97-AF65-F5344CB8AC3E}">
        <p14:creationId xmlns:p14="http://schemas.microsoft.com/office/powerpoint/2010/main" val="1293693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2" y="2570709"/>
            <a:ext cx="6245890" cy="1431095"/>
          </a:xfrm>
        </p:spPr>
        <p:txBody>
          <a:bodyPr/>
          <a:lstStyle/>
          <a:p>
            <a:r>
              <a:rPr lang="en-US" sz="3600" dirty="0">
                <a:solidFill>
                  <a:srgbClr val="00718F"/>
                </a:solidFill>
                <a:latin typeface="Arial" panose="020B0604020202020204" pitchFamily="34" charset="0"/>
                <a:cs typeface="Arial" panose="020B0604020202020204" pitchFamily="34" charset="0"/>
              </a:rPr>
              <a:t>Territory Management</a:t>
            </a:r>
            <a:br>
              <a:rPr lang="en-IN" sz="3600" dirty="0"/>
            </a:b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669192" y="4153375"/>
            <a:ext cx="4983904" cy="527600"/>
          </a:xfrm>
        </p:spPr>
        <p:txBody>
          <a:bodyPr/>
          <a:lstStyle/>
          <a:p>
            <a:r>
              <a:rPr lang="en-US" sz="3200" b="1" dirty="0">
                <a:latin typeface="Arial" panose="020B0604020202020204" pitchFamily="34" charset="0"/>
                <a:cs typeface="Arial" panose="020B0604020202020204" pitchFamily="34" charset="0"/>
              </a:rPr>
              <a:t>Territory Fields</a:t>
            </a:r>
            <a:endParaRPr lang="en-US" sz="3200" b="1" dirty="0"/>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077232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29</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Territory Specific Field(TSF)</a:t>
            </a:r>
          </a:p>
        </p:txBody>
      </p:sp>
      <p:sp>
        <p:nvSpPr>
          <p:cNvPr id="7" name="TextBox 6">
            <a:extLst>
              <a:ext uri="{FF2B5EF4-FFF2-40B4-BE49-F238E27FC236}">
                <a16:creationId xmlns:a16="http://schemas.microsoft.com/office/drawing/2014/main" id="{5387F5A9-2E74-AEAB-317F-AFC169A4841A}"/>
              </a:ext>
            </a:extLst>
          </p:cNvPr>
          <p:cNvSpPr txBox="1"/>
          <p:nvPr/>
        </p:nvSpPr>
        <p:spPr>
          <a:xfrm>
            <a:off x="0" y="1203158"/>
            <a:ext cx="9400674" cy="4647426"/>
          </a:xfrm>
          <a:prstGeom prst="rect">
            <a:avLst/>
          </a:prstGeom>
          <a:noFill/>
        </p:spPr>
        <p:txBody>
          <a:bodyPr wrap="square">
            <a:spAutoFit/>
          </a:bodyPr>
          <a:lstStyle/>
          <a:p>
            <a:pPr lvl="1">
              <a:buFont typeface="Arial" panose="020B0604020202020204" pitchFamily="34" charset="0"/>
              <a:buChar char="•"/>
              <a:defRPr/>
            </a:pPr>
            <a:r>
              <a:rPr lang="en-US" sz="1600" dirty="0"/>
              <a:t> Users must have read access to the </a:t>
            </a:r>
            <a:r>
              <a:rPr lang="en-US" sz="1600" dirty="0" err="1"/>
              <a:t>TSF_vod</a:t>
            </a:r>
            <a:r>
              <a:rPr lang="en-US" sz="1600" dirty="0"/>
              <a:t> object in order to display the territory management section. The Edit button displays only if the user has Create and Edit rights to the </a:t>
            </a:r>
            <a:r>
              <a:rPr lang="en-US" sz="1600" dirty="0" err="1"/>
              <a:t>TSF_vod</a:t>
            </a:r>
            <a:r>
              <a:rPr lang="en-US" sz="1600" dirty="0"/>
              <a:t> object. For subsequent loads for incremental or full alignments, perform an UPSERT on the ATL object based on the External ID </a:t>
            </a:r>
          </a:p>
          <a:p>
            <a:pPr lvl="1">
              <a:buFont typeface="Arial" panose="020B0604020202020204" pitchFamily="34" charset="0"/>
              <a:buChar char="•"/>
              <a:defRPr/>
            </a:pPr>
            <a:endParaRPr lang="en-US" sz="1600" dirty="0"/>
          </a:p>
          <a:p>
            <a:pPr lvl="1">
              <a:buFont typeface="Arial" panose="020B0604020202020204" pitchFamily="34" charset="0"/>
              <a:buChar char="•"/>
              <a:defRPr/>
            </a:pPr>
            <a:r>
              <a:rPr lang="en-US" sz="1600" dirty="0"/>
              <a:t> Record Types for Territory Specific Fields are supported Online, on iPad, Windows 8, and on VEEVA CRM Mobile Tablet Edition</a:t>
            </a:r>
          </a:p>
          <a:p>
            <a:pPr lvl="1">
              <a:buFont typeface="Arial" panose="020B0604020202020204" pitchFamily="34" charset="0"/>
              <a:buChar char="•"/>
              <a:defRPr/>
            </a:pPr>
            <a:endParaRPr lang="en-US" sz="1600" dirty="0"/>
          </a:p>
          <a:p>
            <a:pPr lvl="1">
              <a:buFont typeface="Arial" panose="020B0604020202020204" pitchFamily="34" charset="0"/>
              <a:buChar char="•"/>
              <a:defRPr/>
            </a:pPr>
            <a:r>
              <a:rPr lang="en-US" sz="1600" dirty="0"/>
              <a:t> In order to utilize this functionality, create a TSF Record Type exactly as the Record Type of the TSF’s associated account. By introducing Record Types, a customer can view different page layouts when viewing the TSF record on the Account page layout based on the type of account that is being viewed. Updating of the Account Record Type will automatically trigger the update of the TSF records that are associated with that account</a:t>
            </a:r>
          </a:p>
          <a:p>
            <a:pPr lvl="1">
              <a:buFont typeface="Arial" panose="020B0604020202020204" pitchFamily="34" charset="0"/>
              <a:buChar char="•"/>
              <a:defRPr/>
            </a:pPr>
            <a:endParaRPr lang="en-US" sz="1600" dirty="0"/>
          </a:p>
          <a:p>
            <a:pPr lvl="1">
              <a:buFont typeface="Arial" panose="020B0604020202020204" pitchFamily="34" charset="0"/>
              <a:buChar char="•"/>
              <a:defRPr/>
            </a:pPr>
            <a:r>
              <a:rPr lang="en-US" sz="1600" dirty="0"/>
              <a:t> The following fields will not display on the page layout for the Territory section:</a:t>
            </a:r>
          </a:p>
          <a:p>
            <a:pPr marL="1200150" lvl="2" indent="-285750">
              <a:buFont typeface="Arial" panose="020B0604020202020204" pitchFamily="34" charset="0"/>
              <a:buChar char="•"/>
            </a:pPr>
            <a:r>
              <a:rPr lang="en-US" sz="1400" dirty="0"/>
              <a:t>Created By</a:t>
            </a:r>
          </a:p>
          <a:p>
            <a:pPr marL="1200150" lvl="2" indent="-285750">
              <a:buFont typeface="Arial" panose="020B0604020202020204" pitchFamily="34" charset="0"/>
              <a:buChar char="•"/>
            </a:pPr>
            <a:r>
              <a:rPr lang="en-US" sz="1400" dirty="0"/>
              <a:t>Last Modified By</a:t>
            </a:r>
          </a:p>
          <a:p>
            <a:pPr marL="1200150" lvl="2" indent="-285750">
              <a:buFont typeface="Arial" panose="020B0604020202020204" pitchFamily="34" charset="0"/>
              <a:buChar char="•"/>
            </a:pPr>
            <a:r>
              <a:rPr lang="en-US" sz="1400" dirty="0"/>
              <a:t>Account</a:t>
            </a:r>
          </a:p>
          <a:p>
            <a:pPr marL="1200150" lvl="2" indent="-285750">
              <a:buFont typeface="Arial" panose="020B0604020202020204" pitchFamily="34" charset="0"/>
              <a:buChar char="•"/>
            </a:pPr>
            <a:r>
              <a:rPr lang="en-US" sz="1400" dirty="0" err="1"/>
              <a:t>Territory_VoD</a:t>
            </a:r>
            <a:endParaRPr lang="en-IN" dirty="0"/>
          </a:p>
        </p:txBody>
      </p:sp>
    </p:spTree>
    <p:extLst>
      <p:ext uri="{BB962C8B-B14F-4D97-AF65-F5344CB8AC3E}">
        <p14:creationId xmlns:p14="http://schemas.microsoft.com/office/powerpoint/2010/main" val="384398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30</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Product Alignment by Territory &amp; Account</a:t>
            </a:r>
          </a:p>
        </p:txBody>
      </p:sp>
      <p:sp>
        <p:nvSpPr>
          <p:cNvPr id="7" name="TextBox 6">
            <a:extLst>
              <a:ext uri="{FF2B5EF4-FFF2-40B4-BE49-F238E27FC236}">
                <a16:creationId xmlns:a16="http://schemas.microsoft.com/office/drawing/2014/main" id="{5387F5A9-2E74-AEAB-317F-AFC169A4841A}"/>
              </a:ext>
            </a:extLst>
          </p:cNvPr>
          <p:cNvSpPr txBox="1"/>
          <p:nvPr/>
        </p:nvSpPr>
        <p:spPr>
          <a:xfrm>
            <a:off x="128337" y="1524000"/>
            <a:ext cx="8999622" cy="3416320"/>
          </a:xfrm>
          <a:prstGeom prst="rect">
            <a:avLst/>
          </a:prstGeom>
          <a:noFill/>
        </p:spPr>
        <p:txBody>
          <a:bodyPr wrap="square">
            <a:spAutoFit/>
          </a:bodyPr>
          <a:lstStyle/>
          <a:p>
            <a:pPr lvl="1">
              <a:buFont typeface="Arial" panose="020B0604020202020204" pitchFamily="34" charset="0"/>
              <a:buChar char="•"/>
              <a:defRPr/>
            </a:pPr>
            <a:r>
              <a:rPr lang="en-US" sz="1600" dirty="0"/>
              <a:t>  </a:t>
            </a:r>
            <a:r>
              <a:rPr lang="en-US" dirty="0"/>
              <a:t>The Allowed Products field on the Territory Specific Fields object allows customers to control which products can be discussed by users (territories) to specific Accounts within the VEEVA CRM application. This flexibility allows organizations, with parallel sales teams, to appropriately align and target Accounts with targeted product messaging. By populating a product or multiple products into the Allowed Products field on the TSF record, a user aligned to the Territory and Account of the TSF record will only be able to select the defined products when recording their calls against the Account</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 The Allowed Products field controls the User’s ability to select Details, Samples, BRCs, and Promotional Items on the Call Report page</a:t>
            </a:r>
          </a:p>
          <a:p>
            <a:pPr lvl="1">
              <a:buFont typeface="Arial" panose="020B0604020202020204" pitchFamily="34" charset="0"/>
              <a:buChar char="•"/>
              <a:defRPr/>
            </a:pPr>
            <a:endParaRPr lang="en-IN" dirty="0"/>
          </a:p>
        </p:txBody>
      </p:sp>
    </p:spTree>
    <p:extLst>
      <p:ext uri="{BB962C8B-B14F-4D97-AF65-F5344CB8AC3E}">
        <p14:creationId xmlns:p14="http://schemas.microsoft.com/office/powerpoint/2010/main" val="1283415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31</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Territory Fields – Online 1</a:t>
            </a:r>
          </a:p>
        </p:txBody>
      </p:sp>
      <p:sp>
        <p:nvSpPr>
          <p:cNvPr id="7" name="TextBox 6">
            <a:extLst>
              <a:ext uri="{FF2B5EF4-FFF2-40B4-BE49-F238E27FC236}">
                <a16:creationId xmlns:a16="http://schemas.microsoft.com/office/drawing/2014/main" id="{5387F5A9-2E74-AEAB-317F-AFC169A4841A}"/>
              </a:ext>
            </a:extLst>
          </p:cNvPr>
          <p:cNvSpPr txBox="1"/>
          <p:nvPr/>
        </p:nvSpPr>
        <p:spPr>
          <a:xfrm>
            <a:off x="128337" y="1524000"/>
            <a:ext cx="8999622" cy="3416320"/>
          </a:xfrm>
          <a:prstGeom prst="rect">
            <a:avLst/>
          </a:prstGeom>
          <a:noFill/>
        </p:spPr>
        <p:txBody>
          <a:bodyPr wrap="square">
            <a:spAutoFit/>
          </a:bodyPr>
          <a:lstStyle/>
          <a:p>
            <a:pPr lvl="1">
              <a:buFont typeface="Arial" panose="020B0604020202020204" pitchFamily="34" charset="0"/>
              <a:buChar char="•"/>
              <a:defRPr/>
            </a:pPr>
            <a:r>
              <a:rPr lang="en-US" dirty="0"/>
              <a:t> The Territory Field custom object (</a:t>
            </a:r>
            <a:r>
              <a:rPr lang="en-US" dirty="0" err="1"/>
              <a:t>TSF_vod</a:t>
            </a:r>
            <a:r>
              <a:rPr lang="en-US" dirty="0"/>
              <a:t>) stores data specific to an account and territory relationship. Many of the fields in this object are auto-populated from other processes; therefore, you cannot delete or modify any of the fields. You can, however, add your own fields to this object</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 At the end of the Account Wizard, if TSF fields were required on the page layout, one row in the Territory Field object is automatically created for each territory on each account profile by one of the following:</a:t>
            </a:r>
          </a:p>
          <a:p>
            <a:pPr marL="1200150" lvl="2" indent="-285750">
              <a:buFont typeface="Arial" panose="020B0604020202020204" pitchFamily="34" charset="0"/>
              <a:buChar char="•"/>
              <a:defRPr/>
            </a:pPr>
            <a:r>
              <a:rPr lang="en-US" dirty="0"/>
              <a:t>During Mass Update of a field in the Territory Field object, such as Route</a:t>
            </a:r>
          </a:p>
          <a:p>
            <a:pPr marL="1200150" lvl="2" indent="-285750">
              <a:buFont typeface="Arial" panose="020B0604020202020204" pitchFamily="34" charset="0"/>
              <a:buChar char="•"/>
              <a:defRPr/>
            </a:pPr>
            <a:r>
              <a:rPr lang="en-US" dirty="0"/>
              <a:t>After creating a call on that account</a:t>
            </a:r>
          </a:p>
          <a:p>
            <a:pPr marL="1200150" lvl="2" indent="-285750">
              <a:buFont typeface="Arial" panose="020B0604020202020204" pitchFamily="34" charset="0"/>
              <a:buChar char="•"/>
              <a:defRPr/>
            </a:pPr>
            <a:r>
              <a:rPr lang="en-US" dirty="0"/>
              <a:t>At the end of the Add New Record Type Wizard process</a:t>
            </a:r>
          </a:p>
          <a:p>
            <a:pPr lvl="1">
              <a:buFont typeface="Arial" panose="020B0604020202020204" pitchFamily="34" charset="0"/>
              <a:buChar char="•"/>
              <a:defRPr/>
            </a:pPr>
            <a:endParaRPr lang="en-IN" dirty="0"/>
          </a:p>
        </p:txBody>
      </p:sp>
    </p:spTree>
    <p:extLst>
      <p:ext uri="{BB962C8B-B14F-4D97-AF65-F5344CB8AC3E}">
        <p14:creationId xmlns:p14="http://schemas.microsoft.com/office/powerpoint/2010/main" val="785409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32</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Territory Fields – Online 2</a:t>
            </a:r>
          </a:p>
        </p:txBody>
      </p:sp>
      <p:sp>
        <p:nvSpPr>
          <p:cNvPr id="7" name="TextBox 6">
            <a:extLst>
              <a:ext uri="{FF2B5EF4-FFF2-40B4-BE49-F238E27FC236}">
                <a16:creationId xmlns:a16="http://schemas.microsoft.com/office/drawing/2014/main" id="{5387F5A9-2E74-AEAB-317F-AFC169A4841A}"/>
              </a:ext>
            </a:extLst>
          </p:cNvPr>
          <p:cNvSpPr txBox="1"/>
          <p:nvPr/>
        </p:nvSpPr>
        <p:spPr>
          <a:xfrm>
            <a:off x="128337" y="1524000"/>
            <a:ext cx="8999622" cy="3139321"/>
          </a:xfrm>
          <a:prstGeom prst="rect">
            <a:avLst/>
          </a:prstGeom>
          <a:noFill/>
        </p:spPr>
        <p:txBody>
          <a:bodyPr wrap="square">
            <a:spAutoFit/>
          </a:bodyPr>
          <a:lstStyle/>
          <a:p>
            <a:pPr lvl="1">
              <a:buFont typeface="Arial" panose="020B0604020202020204" pitchFamily="34" charset="0"/>
              <a:buChar char="•"/>
              <a:defRPr/>
            </a:pPr>
            <a:r>
              <a:rPr lang="en-US" dirty="0"/>
              <a:t> When these records are created, the TSF Name field populates with the Territory ID. Users can change the name </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 The YTD Activity and Last Activity Date fields on the Territory Field object are updated by a trigger on the Call object. Last Activity Date is set to the value of Call Date on the call, and YTD Activity is incremented by one. The trigger also maintains the My Preferred Address field on the Territory Field object by stamping it with the address on the call. Updates to the Territory Field object are performed only when the account and territory combination on the Territory Field record matches the assigned territory and account on the call</a:t>
            </a:r>
          </a:p>
          <a:p>
            <a:pPr lvl="1">
              <a:buFont typeface="Arial" panose="020B0604020202020204" pitchFamily="34" charset="0"/>
              <a:buChar char="•"/>
              <a:defRPr/>
            </a:pPr>
            <a:endParaRPr lang="en-US" dirty="0"/>
          </a:p>
        </p:txBody>
      </p:sp>
    </p:spTree>
    <p:extLst>
      <p:ext uri="{BB962C8B-B14F-4D97-AF65-F5344CB8AC3E}">
        <p14:creationId xmlns:p14="http://schemas.microsoft.com/office/powerpoint/2010/main" val="3603643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33</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Territory Fields Prerequisites</a:t>
            </a:r>
          </a:p>
        </p:txBody>
      </p:sp>
      <p:sp>
        <p:nvSpPr>
          <p:cNvPr id="7" name="TextBox 6">
            <a:extLst>
              <a:ext uri="{FF2B5EF4-FFF2-40B4-BE49-F238E27FC236}">
                <a16:creationId xmlns:a16="http://schemas.microsoft.com/office/drawing/2014/main" id="{5387F5A9-2E74-AEAB-317F-AFC169A4841A}"/>
              </a:ext>
            </a:extLst>
          </p:cNvPr>
          <p:cNvSpPr txBox="1"/>
          <p:nvPr/>
        </p:nvSpPr>
        <p:spPr>
          <a:xfrm>
            <a:off x="128337" y="1524000"/>
            <a:ext cx="8999622" cy="5078313"/>
          </a:xfrm>
          <a:prstGeom prst="rect">
            <a:avLst/>
          </a:prstGeom>
          <a:noFill/>
        </p:spPr>
        <p:txBody>
          <a:bodyPr wrap="square">
            <a:spAutoFit/>
          </a:bodyPr>
          <a:lstStyle/>
          <a:p>
            <a:pPr lvl="1">
              <a:buFont typeface="Arial" panose="020B0604020202020204" pitchFamily="34" charset="0"/>
              <a:buChar char="•"/>
              <a:defRPr/>
            </a:pPr>
            <a:r>
              <a:rPr lang="en-US" dirty="0"/>
              <a:t> The Territory Field custom object (</a:t>
            </a:r>
            <a:r>
              <a:rPr lang="en-US" dirty="0" err="1"/>
              <a:t>TSF_vod</a:t>
            </a:r>
            <a:r>
              <a:rPr lang="en-US" dirty="0"/>
              <a:t>) stores data specific to an account and territory relationship. Many of the fields in this object are auto-populated from other processes; therefore, you cannot delete or modify any of the fields. You can, however, add your own fields to this object</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 In order to utilize Territory Fields within the VEEVA CRM application, the following is required:</a:t>
            </a:r>
          </a:p>
          <a:p>
            <a:pPr marL="1200150" lvl="2" indent="-285750">
              <a:buFont typeface="Arial" panose="020B0604020202020204" pitchFamily="34" charset="0"/>
              <a:buChar char="•"/>
              <a:defRPr/>
            </a:pPr>
            <a:r>
              <a:rPr lang="en-US" dirty="0"/>
              <a:t>Territory Management must be enabled and established within the org</a:t>
            </a:r>
          </a:p>
          <a:p>
            <a:pPr lvl="3">
              <a:buFont typeface="Arial" panose="020B0604020202020204" pitchFamily="34" charset="0"/>
              <a:buChar char="•"/>
              <a:defRPr/>
            </a:pPr>
            <a:r>
              <a:rPr lang="en-US" dirty="0"/>
              <a:t> Territory Management Rules</a:t>
            </a:r>
          </a:p>
          <a:p>
            <a:pPr lvl="3">
              <a:buFont typeface="Arial" panose="020B0604020202020204" pitchFamily="34" charset="0"/>
              <a:buChar char="•"/>
              <a:defRPr/>
            </a:pPr>
            <a:r>
              <a:rPr lang="en-US" dirty="0"/>
              <a:t> Manual assignment</a:t>
            </a:r>
          </a:p>
          <a:p>
            <a:pPr marL="1200150" lvl="2" indent="-285750">
              <a:buFont typeface="Arial" panose="020B0604020202020204" pitchFamily="34" charset="0"/>
              <a:buChar char="•"/>
              <a:defRPr/>
            </a:pPr>
            <a:r>
              <a:rPr lang="en-US" dirty="0"/>
              <a:t>Users must have Read/Create/Edit access to the Territory Field object</a:t>
            </a:r>
          </a:p>
          <a:p>
            <a:pPr marL="1200150" lvl="2" indent="-285750">
              <a:buFont typeface="Arial" panose="020B0604020202020204" pitchFamily="34" charset="0"/>
              <a:buChar char="•"/>
              <a:defRPr/>
            </a:pPr>
            <a:r>
              <a:rPr lang="en-US" dirty="0"/>
              <a:t>Users must have Read access to the Address object</a:t>
            </a:r>
          </a:p>
          <a:p>
            <a:pPr lvl="2">
              <a:defRPr/>
            </a:pPr>
            <a:endParaRPr lang="en-US" dirty="0"/>
          </a:p>
          <a:p>
            <a:pPr lvl="1">
              <a:buFont typeface="Arial" panose="020B0604020202020204" pitchFamily="34" charset="0"/>
              <a:buChar char="•"/>
              <a:defRPr/>
            </a:pPr>
            <a:r>
              <a:rPr lang="en-US" dirty="0"/>
              <a:t> The unique key on the Territory Fields object is the concatenation of Account and Territory. A trigger is in place that prevents the creation of duplicate Territory Field records. The user will receive an error message if they attempt to create a duplicate record</a:t>
            </a:r>
          </a:p>
          <a:p>
            <a:pPr lvl="1">
              <a:buFont typeface="Arial" panose="020B0604020202020204" pitchFamily="34" charset="0"/>
              <a:buChar char="•"/>
              <a:defRPr/>
            </a:pPr>
            <a:endParaRPr lang="en-US" dirty="0"/>
          </a:p>
        </p:txBody>
      </p:sp>
    </p:spTree>
    <p:extLst>
      <p:ext uri="{BB962C8B-B14F-4D97-AF65-F5344CB8AC3E}">
        <p14:creationId xmlns:p14="http://schemas.microsoft.com/office/powerpoint/2010/main" val="1992790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34</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Territory Fields – CRM for iPad</a:t>
            </a:r>
          </a:p>
        </p:txBody>
      </p:sp>
      <p:sp>
        <p:nvSpPr>
          <p:cNvPr id="6" name="TextBox 5">
            <a:extLst>
              <a:ext uri="{FF2B5EF4-FFF2-40B4-BE49-F238E27FC236}">
                <a16:creationId xmlns:a16="http://schemas.microsoft.com/office/drawing/2014/main" id="{41D586A5-772E-5C46-5CE1-7F83E6328B1A}"/>
              </a:ext>
            </a:extLst>
          </p:cNvPr>
          <p:cNvSpPr txBox="1"/>
          <p:nvPr/>
        </p:nvSpPr>
        <p:spPr>
          <a:xfrm>
            <a:off x="6256421" y="1764631"/>
            <a:ext cx="4090737" cy="3416320"/>
          </a:xfrm>
          <a:prstGeom prst="rect">
            <a:avLst/>
          </a:prstGeom>
          <a:noFill/>
        </p:spPr>
        <p:txBody>
          <a:bodyPr wrap="square">
            <a:spAutoFit/>
          </a:bodyPr>
          <a:lstStyle/>
          <a:p>
            <a:pPr lvl="1">
              <a:buFont typeface="Arial" panose="020B0604020202020204" pitchFamily="34" charset="0"/>
              <a:buChar char="•"/>
              <a:defRPr/>
            </a:pPr>
            <a:r>
              <a:rPr lang="en-US" sz="1800" dirty="0"/>
              <a:t>CRM for iPad supports the ability to display territory specific fields inline on the account detail page. The underlying data is relevant to the account and the territory, so users in disparate territories who share accounts can see different values. The fields displayed can also be tailored by account record type. Territory Specific Fields can be edited offline so users can change the relevant data</a:t>
            </a:r>
          </a:p>
        </p:txBody>
      </p:sp>
      <p:pic>
        <p:nvPicPr>
          <p:cNvPr id="8" name="Picture 7" descr="A screenshot of a computer&#10;&#10;Description automatically generated with medium confidence">
            <a:extLst>
              <a:ext uri="{FF2B5EF4-FFF2-40B4-BE49-F238E27FC236}">
                <a16:creationId xmlns:a16="http://schemas.microsoft.com/office/drawing/2014/main" id="{92AC308F-246A-0271-EC0A-16FEDF5CF3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641585"/>
            <a:ext cx="6324600" cy="4743450"/>
          </a:xfrm>
          <a:prstGeom prst="rect">
            <a:avLst/>
          </a:prstGeom>
          <a:noFill/>
          <a:ln w="9525">
            <a:noFill/>
            <a:miter lim="800000"/>
            <a:headEnd/>
            <a:tailEnd/>
          </a:ln>
        </p:spPr>
      </p:pic>
    </p:spTree>
    <p:extLst>
      <p:ext uri="{BB962C8B-B14F-4D97-AF65-F5344CB8AC3E}">
        <p14:creationId xmlns:p14="http://schemas.microsoft.com/office/powerpoint/2010/main" val="3206980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35</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69332"/>
          </a:xfrm>
        </p:spPr>
        <p:txBody>
          <a:bodyPr/>
          <a:lstStyle/>
          <a:p>
            <a:r>
              <a:rPr lang="en-US" dirty="0"/>
              <a:t>Territory Fields – Windows</a:t>
            </a:r>
          </a:p>
        </p:txBody>
      </p:sp>
      <p:sp>
        <p:nvSpPr>
          <p:cNvPr id="6" name="TextBox 5">
            <a:extLst>
              <a:ext uri="{FF2B5EF4-FFF2-40B4-BE49-F238E27FC236}">
                <a16:creationId xmlns:a16="http://schemas.microsoft.com/office/drawing/2014/main" id="{41D586A5-772E-5C46-5CE1-7F83E6328B1A}"/>
              </a:ext>
            </a:extLst>
          </p:cNvPr>
          <p:cNvSpPr txBox="1"/>
          <p:nvPr/>
        </p:nvSpPr>
        <p:spPr>
          <a:xfrm>
            <a:off x="673769" y="1540042"/>
            <a:ext cx="9673390" cy="1169551"/>
          </a:xfrm>
          <a:prstGeom prst="rect">
            <a:avLst/>
          </a:prstGeom>
          <a:noFill/>
        </p:spPr>
        <p:txBody>
          <a:bodyPr wrap="square">
            <a:spAutoFit/>
          </a:bodyPr>
          <a:lstStyle/>
          <a:p>
            <a:pPr lvl="1">
              <a:buFont typeface="Arial" panose="020B0604020202020204" pitchFamily="34" charset="0"/>
              <a:buChar char="•"/>
              <a:defRPr/>
            </a:pPr>
            <a:r>
              <a:rPr lang="en-US" dirty="0"/>
              <a:t>The user sees default territory specific field (TSF) object entry displayed within the Account Details page. The layout of the TSF entry will match the layout displayed online</a:t>
            </a:r>
          </a:p>
          <a:p>
            <a:pPr marL="0" indent="0">
              <a:buNone/>
            </a:pPr>
            <a:endParaRPr lang="en-US" sz="1600" dirty="0"/>
          </a:p>
          <a:p>
            <a:pPr lvl="1">
              <a:buFont typeface="Arial" panose="020B0604020202020204" pitchFamily="34" charset="0"/>
              <a:buChar char="•"/>
              <a:defRPr/>
            </a:pPr>
            <a:endParaRPr lang="en-US" sz="1800" dirty="0"/>
          </a:p>
        </p:txBody>
      </p:sp>
    </p:spTree>
    <p:extLst>
      <p:ext uri="{BB962C8B-B14F-4D97-AF65-F5344CB8AC3E}">
        <p14:creationId xmlns:p14="http://schemas.microsoft.com/office/powerpoint/2010/main" val="529322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36</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924715254"/>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6447" y="36447"/>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dirty="0">
                  <a:latin typeface="Arial" panose="020B0604020202020204" pitchFamily="34" charset="0"/>
                  <a:cs typeface="Arial" panose="020B0604020202020204" pitchFamily="34" charset="0"/>
                </a:rPr>
                <a:t>False</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37</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2</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328724908"/>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6447" y="36447"/>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defTabSz="800100">
                <a:lnSpc>
                  <a:spcPct val="90000"/>
                </a:lnSpc>
                <a:spcBef>
                  <a:spcPct val="0"/>
                </a:spcBef>
                <a:spcAft>
                  <a:spcPct val="35000"/>
                </a:spcAft>
              </a:pPr>
              <a:r>
                <a:rPr lang="en-US" sz="1800" kern="1200" dirty="0">
                  <a:latin typeface="Arial" panose="020B0604020202020204" pitchFamily="34" charset="0"/>
                  <a:cs typeface="Arial" panose="020B0604020202020204" pitchFamily="34" charset="0"/>
                </a:rPr>
                <a:t>Answer: </a:t>
              </a:r>
              <a:r>
                <a:rPr lang="en-US" sz="1800" dirty="0">
                  <a:latin typeface="Arial" panose="020B0604020202020204" pitchFamily="34" charset="0"/>
                  <a:cs typeface="Arial" panose="020B0604020202020204" pitchFamily="34" charset="0"/>
                </a:rPr>
                <a:t>Name | Setup | Manage Territories | Settings</a:t>
              </a:r>
              <a:endParaRPr lang="en-IN" dirty="0"/>
            </a:p>
            <a:p>
              <a:pPr marL="0" lvl="0" indent="0" algn="l" defTabSz="800100">
                <a:lnSpc>
                  <a:spcPct val="90000"/>
                </a:lnSpc>
                <a:spcBef>
                  <a:spcPct val="0"/>
                </a:spcBef>
                <a:spcAft>
                  <a:spcPct val="35000"/>
                </a:spcAft>
                <a:buNone/>
              </a:pP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2971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38</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dirty="0"/>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defRPr/>
            </a:pPr>
            <a:r>
              <a:rPr lang="en-US" dirty="0"/>
              <a:t>In this module, you have learnt to, </a:t>
            </a:r>
          </a:p>
          <a:p>
            <a:pPr lvl="1">
              <a:defRPr/>
            </a:pPr>
            <a:r>
              <a:rPr lang="en-US" dirty="0"/>
              <a:t>Describe Account Visibility/Territory Alignment-Data Model </a:t>
            </a:r>
          </a:p>
          <a:p>
            <a:pPr lvl="1">
              <a:defRPr/>
            </a:pPr>
            <a:r>
              <a:rPr lang="en-US" dirty="0"/>
              <a:t>Define territory management</a:t>
            </a:r>
          </a:p>
          <a:p>
            <a:pPr lvl="1">
              <a:defRPr/>
            </a:pPr>
            <a:r>
              <a:rPr lang="en-US" dirty="0"/>
              <a:t>Define account territory loader and territory specific field</a:t>
            </a:r>
          </a:p>
          <a:p>
            <a:pPr lvl="1"/>
            <a:r>
              <a:rPr lang="en-US" dirty="0"/>
              <a:t>Describe Zip-to-Terr </a:t>
            </a:r>
          </a:p>
          <a:p>
            <a:pPr lvl="1"/>
            <a:r>
              <a:rPr lang="en-US" dirty="0"/>
              <a:t>Describe Brick-to-Terr</a:t>
            </a: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3721" y="1549060"/>
            <a:ext cx="3023521" cy="201607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39</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800" dirty="0"/>
              <a:t>Source</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457199" y="2191722"/>
            <a:ext cx="8229600" cy="166058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defRPr/>
            </a:pPr>
            <a:r>
              <a:rPr lang="en-US" sz="1800" dirty="0"/>
              <a:t>https://trailhead.salesforce.com/en/modules/sales-territories-and-forecasting/units/learn-territory-management-best-practices</a:t>
            </a:r>
          </a:p>
          <a:p>
            <a:pPr marL="285750" indent="-285750">
              <a:buFont typeface="Arial" panose="020B0604020202020204" pitchFamily="34" charset="0"/>
              <a:buChar char="•"/>
              <a:defRPr/>
            </a:pPr>
            <a:endParaRPr lang="en-US" sz="1800" dirty="0"/>
          </a:p>
          <a:p>
            <a:pPr marL="285750" indent="-285750">
              <a:buFont typeface="Arial" panose="020B0604020202020204" pitchFamily="34" charset="0"/>
              <a:buChar char="•"/>
              <a:defRPr/>
            </a:pPr>
            <a:r>
              <a:rPr lang="en-US" sz="1800" dirty="0"/>
              <a:t>https://crmhelp.veeva.com/doc/Content/CRM_topics/Accounts/Territory_Management/Territory%20Management.htm?Highlight=territory%20management</a:t>
            </a:r>
          </a:p>
          <a:p>
            <a:pPr marL="285750" indent="-285750">
              <a:buFont typeface="Arial" panose="020B0604020202020204" pitchFamily="34" charset="0"/>
              <a:buChar char="•"/>
              <a:defRPr/>
            </a:pPr>
            <a:endParaRPr lang="en-US" sz="1800" dirty="0"/>
          </a:p>
          <a:p>
            <a:endParaRPr lang="en-US" dirty="0"/>
          </a:p>
        </p:txBody>
      </p:sp>
      <p:sp>
        <p:nvSpPr>
          <p:cNvPr id="11" name="Text Box 4">
            <a:extLst>
              <a:ext uri="{FF2B5EF4-FFF2-40B4-BE49-F238E27FC236}">
                <a16:creationId xmlns:a16="http://schemas.microsoft.com/office/drawing/2014/main" id="{EC77BAAE-1BF9-295B-7AAB-74B487B7972B}"/>
              </a:ext>
            </a:extLst>
          </p:cNvPr>
          <p:cNvSpPr txBox="1">
            <a:spLocks noChangeArrowheads="1"/>
          </p:cNvSpPr>
          <p:nvPr/>
        </p:nvSpPr>
        <p:spPr bwMode="auto">
          <a:xfrm>
            <a:off x="633247" y="3852307"/>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a:t>
            </a:r>
            <a:r>
              <a:rPr lang="en-US" b="0" i="1" dirty="0"/>
              <a:t>this course is based </a:t>
            </a:r>
            <a:r>
              <a:rPr lang="en-US" b="0" dirty="0"/>
              <a:t>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spTree>
    <p:extLst>
      <p:ext uri="{BB962C8B-B14F-4D97-AF65-F5344CB8AC3E}">
        <p14:creationId xmlns:p14="http://schemas.microsoft.com/office/powerpoint/2010/main" val="563797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40</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000" dirty="0"/>
              <a:t>Coming Next ... </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dirty="0"/>
              <a:t>In the upcoming Module,  </a:t>
            </a:r>
            <a:r>
              <a:rPr lang="en-US" sz="1900" i="1" dirty="0"/>
              <a:t>Reports and Dashboards</a:t>
            </a:r>
            <a:r>
              <a:rPr lang="en-US" sz="1900" dirty="0"/>
              <a:t>, you will learn to ...</a:t>
            </a:r>
          </a:p>
          <a:p>
            <a:pPr marL="0" indent="0">
              <a:buNone/>
            </a:pPr>
            <a:endParaRPr lang="en-US" sz="1900" dirty="0"/>
          </a:p>
          <a:p>
            <a:pPr lvl="1">
              <a:buClrTx/>
              <a:buFont typeface="Arial" panose="020B0604020202020204" pitchFamily="34" charset="0"/>
              <a:buChar char="•"/>
            </a:pPr>
            <a:r>
              <a:rPr lang="en-US" sz="1900" dirty="0"/>
              <a:t>Build reports and dashboards so that you could monitor and analyze your business data</a:t>
            </a:r>
          </a:p>
          <a:p>
            <a:pPr lvl="1">
              <a:buClrTx/>
              <a:buFont typeface="Arial" panose="020B0604020202020204" pitchFamily="34" charset="0"/>
              <a:buChar char="•"/>
            </a:pPr>
            <a:r>
              <a:rPr lang="en-US" sz="1900" dirty="0"/>
              <a:t>Explain the difference between a Report, Dashboard and Report Type</a:t>
            </a:r>
          </a:p>
          <a:p>
            <a:pPr lvl="1">
              <a:buClrTx/>
              <a:buFont typeface="Arial" panose="020B0604020202020204" pitchFamily="34" charset="0"/>
              <a:buChar char="•"/>
            </a:pPr>
            <a:r>
              <a:rPr lang="en-US" sz="1900" dirty="0"/>
              <a:t>Identify the limitations of VEEVA Reports and Dashboards</a:t>
            </a:r>
          </a:p>
          <a:p>
            <a:endParaRPr lang="en-US" dirty="0"/>
          </a:p>
        </p:txBody>
      </p:sp>
    </p:spTree>
    <p:extLst>
      <p:ext uri="{BB962C8B-B14F-4D97-AF65-F5344CB8AC3E}">
        <p14:creationId xmlns:p14="http://schemas.microsoft.com/office/powerpoint/2010/main" val="3511727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fld id="{C53E075B-3175-45CF-B3C7-FEDF3F5961E3}" type="slidenum">
              <a:rPr lang="en-US" smtClean="0"/>
              <a:pPr/>
              <a:t>41</a:t>
            </a:fld>
            <a:endParaRPr lang="en-US" dirty="0"/>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0" lvl="1" indent="0">
              <a:buNone/>
            </a:pPr>
            <a:r>
              <a:rPr lang="en-US" sz="2800" b="1" dirty="0">
                <a:solidFill>
                  <a:srgbClr val="00718F"/>
                </a:solidFill>
                <a:latin typeface="Arial" panose="020B0604020202020204" pitchFamily="34" charset="0"/>
                <a:cs typeface="Arial" panose="020B0604020202020204" pitchFamily="34" charset="0"/>
              </a:rPr>
              <a:t>Territory Management</a:t>
            </a:r>
          </a:p>
          <a:p>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5" ma:contentTypeDescription="Create a new document." ma:contentTypeScope="" ma:versionID="9c80a020bbbb5ae2cda835c8e565440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f43573f6e26bc639b067c472853df6b7"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16E250-D33D-40D1-970C-79E7C523FAA6}">
  <ds:schemaRefs>
    <ds:schemaRef ds:uri="http://schemas.microsoft.com/office/2006/metadata/properties"/>
    <ds:schemaRef ds:uri="http://schemas.microsoft.com/office/infopath/2007/PartnerControls"/>
    <ds:schemaRef ds:uri="9bf2d67a-4843-4f77-8dec-dc49e79de6e2"/>
    <ds:schemaRef ds:uri="ced96c98-7ffa-4594-9ee3-7376ab79bd9a"/>
  </ds:schemaRefs>
</ds:datastoreItem>
</file>

<file path=customXml/itemProps2.xml><?xml version="1.0" encoding="utf-8"?>
<ds:datastoreItem xmlns:ds="http://schemas.openxmlformats.org/officeDocument/2006/customXml" ds:itemID="{78707DB9-D3A2-4500-AD28-28E99E5DEC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8212d3-0522-415d-bf05-8cb4ef112812"/>
    <ds:schemaRef ds:uri="c87adb7a-312c-4840-9f22-562d354317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E26B16-591B-4D19-9A28-79D857DAB38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cognizant_ppt_template_11mar2022 (1)</Template>
  <TotalTime>2063</TotalTime>
  <Words>2957</Words>
  <Application>Microsoft Office PowerPoint</Application>
  <PresentationFormat>Widescreen</PresentationFormat>
  <Paragraphs>455</Paragraphs>
  <Slides>41</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41</vt:i4>
      </vt:variant>
    </vt:vector>
  </HeadingPairs>
  <TitlesOfParts>
    <vt:vector size="50" baseType="lpstr">
      <vt:lpstr>Arial</vt:lpstr>
      <vt:lpstr>Arial Rounded MT Bold</vt:lpstr>
      <vt:lpstr>Arial Unicode MS</vt:lpstr>
      <vt:lpstr>Calibri</vt:lpstr>
      <vt:lpstr>Cambria</vt:lpstr>
      <vt:lpstr>Courier New</vt:lpstr>
      <vt:lpstr>Wingdings</vt:lpstr>
      <vt:lpstr>Office Theme</vt:lpstr>
      <vt:lpstr>Theme2</vt:lpstr>
      <vt:lpstr>  Territory Management  </vt:lpstr>
      <vt:lpstr>About the Author</vt:lpstr>
      <vt:lpstr>Recap…</vt:lpstr>
      <vt:lpstr>Do You Know</vt:lpstr>
      <vt:lpstr>Objectives</vt:lpstr>
      <vt:lpstr>PowerPoint Presentation</vt:lpstr>
      <vt:lpstr>Data Model - Territory</vt:lpstr>
      <vt:lpstr>Territory Hierarchy 1</vt:lpstr>
      <vt:lpstr>Territory Hierarchy 2</vt:lpstr>
      <vt:lpstr>Creating Territories</vt:lpstr>
      <vt:lpstr>ATL vs. Zip-to-Terr</vt:lpstr>
      <vt:lpstr>Territory Management Application</vt:lpstr>
      <vt:lpstr>Territory Management </vt:lpstr>
      <vt:lpstr>Account Territory Loader 1</vt:lpstr>
      <vt:lpstr>Account Territory Loader 2</vt:lpstr>
      <vt:lpstr>Account Territory Loader 3</vt:lpstr>
      <vt:lpstr>ATL Steps 1</vt:lpstr>
      <vt:lpstr>ATL Steps 1</vt:lpstr>
      <vt:lpstr>ATL File 1</vt:lpstr>
      <vt:lpstr>ATL File 2</vt:lpstr>
      <vt:lpstr>ATL Best Practices</vt:lpstr>
      <vt:lpstr>Brick- to-Terr 1</vt:lpstr>
      <vt:lpstr>Brick- to-Terr 2</vt:lpstr>
      <vt:lpstr>Brick- to-Terr 3</vt:lpstr>
      <vt:lpstr>Brick- to-Terr Process Alignment</vt:lpstr>
      <vt:lpstr>Archiving Accounts</vt:lpstr>
      <vt:lpstr>Mixing ATL with Zip/Brick-to-Terr</vt:lpstr>
      <vt:lpstr>Territory Management  </vt:lpstr>
      <vt:lpstr>Territory Specific Field(TSF)</vt:lpstr>
      <vt:lpstr>Product Alignment by Territory &amp; Account</vt:lpstr>
      <vt:lpstr>Territory Fields – Online 1</vt:lpstr>
      <vt:lpstr>Territory Fields – Online 2</vt:lpstr>
      <vt:lpstr>Territory Fields Prerequisites</vt:lpstr>
      <vt:lpstr>Territory Fields – CRM for iPad</vt:lpstr>
      <vt:lpstr>Territory Fields – Windows</vt:lpstr>
      <vt:lpstr>Check Your Understanding ... 1</vt:lpstr>
      <vt:lpstr>Check Your Understanding ... 2</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
  <dc:creator>Nandi, Tuhin (Cognizant)</dc:creator>
  <cp:keywords/>
  <dc:description/>
  <cp:lastModifiedBy>Singh, Navneet (Contractor)</cp:lastModifiedBy>
  <cp:revision>8</cp:revision>
  <dcterms:created xsi:type="dcterms:W3CDTF">2023-02-10T06:22:06Z</dcterms:created>
  <dcterms:modified xsi:type="dcterms:W3CDTF">2025-07-29T16:41:51Z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ies>
</file>