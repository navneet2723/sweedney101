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95" r:id="rId5"/>
    <p:sldMasterId id="2147483725" r:id="rId6"/>
  </p:sldMasterIdLst>
  <p:notesMasterIdLst>
    <p:notesMasterId r:id="rId48"/>
  </p:notesMasterIdLst>
  <p:sldIdLst>
    <p:sldId id="256" r:id="rId7"/>
    <p:sldId id="331" r:id="rId8"/>
    <p:sldId id="332" r:id="rId9"/>
    <p:sldId id="333" r:id="rId10"/>
    <p:sldId id="334" r:id="rId11"/>
    <p:sldId id="335" r:id="rId12"/>
    <p:sldId id="723" r:id="rId13"/>
    <p:sldId id="724" r:id="rId14"/>
    <p:sldId id="725" r:id="rId15"/>
    <p:sldId id="726" r:id="rId16"/>
    <p:sldId id="727" r:id="rId17"/>
    <p:sldId id="728" r:id="rId18"/>
    <p:sldId id="729" r:id="rId19"/>
    <p:sldId id="730" r:id="rId20"/>
    <p:sldId id="731" r:id="rId21"/>
    <p:sldId id="336" r:id="rId22"/>
    <p:sldId id="732" r:id="rId23"/>
    <p:sldId id="733" r:id="rId24"/>
    <p:sldId id="734" r:id="rId25"/>
    <p:sldId id="337" r:id="rId26"/>
    <p:sldId id="735" r:id="rId27"/>
    <p:sldId id="736" r:id="rId28"/>
    <p:sldId id="737" r:id="rId29"/>
    <p:sldId id="738" r:id="rId30"/>
    <p:sldId id="739" r:id="rId31"/>
    <p:sldId id="740" r:id="rId32"/>
    <p:sldId id="741" r:id="rId33"/>
    <p:sldId id="742" r:id="rId34"/>
    <p:sldId id="743" r:id="rId35"/>
    <p:sldId id="339" r:id="rId36"/>
    <p:sldId id="744" r:id="rId37"/>
    <p:sldId id="745" r:id="rId38"/>
    <p:sldId id="746" r:id="rId39"/>
    <p:sldId id="747" r:id="rId40"/>
    <p:sldId id="748" r:id="rId41"/>
    <p:sldId id="716" r:id="rId42"/>
    <p:sldId id="717" r:id="rId43"/>
    <p:sldId id="718" r:id="rId44"/>
    <p:sldId id="719" r:id="rId45"/>
    <p:sldId id="720" r:id="rId46"/>
    <p:sldId id="26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491" autoAdjust="0"/>
  </p:normalViewPr>
  <p:slideViewPr>
    <p:cSldViewPr>
      <p:cViewPr varScale="1">
        <p:scale>
          <a:sx n="63" d="100"/>
          <a:sy n="63" d="100"/>
        </p:scale>
        <p:origin x="668" y="5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Laxmi (Cognizant)" userId="S::2096600@cognizant.com::23f5fa8b-0eb7-4ed4-8656-9fab6c0cd501" providerId="AD" clId="Web-{E11F4756-3EE2-B5FF-16FD-3F6F30B0D27A}"/>
    <pc:docChg chg="modSld">
      <pc:chgData name="Reddy, Laxmi (Cognizant)" userId="S::2096600@cognizant.com::23f5fa8b-0eb7-4ed4-8656-9fab6c0cd501" providerId="AD" clId="Web-{E11F4756-3EE2-B5FF-16FD-3F6F30B0D27A}" dt="2024-11-05T05:14:51.144" v="5" actId="20577"/>
      <pc:docMkLst>
        <pc:docMk/>
      </pc:docMkLst>
      <pc:sldChg chg="modSp">
        <pc:chgData name="Reddy, Laxmi (Cognizant)" userId="S::2096600@cognizant.com::23f5fa8b-0eb7-4ed4-8656-9fab6c0cd501" providerId="AD" clId="Web-{E11F4756-3EE2-B5FF-16FD-3F6F30B0D27A}" dt="2024-11-05T05:11:19.720" v="1" actId="1076"/>
        <pc:sldMkLst>
          <pc:docMk/>
          <pc:sldMk cId="2045455840" sldId="726"/>
        </pc:sldMkLst>
      </pc:sldChg>
      <pc:sldChg chg="modSp">
        <pc:chgData name="Reddy, Laxmi (Cognizant)" userId="S::2096600@cognizant.com::23f5fa8b-0eb7-4ed4-8656-9fab6c0cd501" providerId="AD" clId="Web-{E11F4756-3EE2-B5FF-16FD-3F6F30B0D27A}" dt="2024-11-05T05:14:20.315" v="2" actId="1076"/>
        <pc:sldMkLst>
          <pc:docMk/>
          <pc:sldMk cId="724251980" sldId="736"/>
        </pc:sldMkLst>
      </pc:sldChg>
      <pc:sldChg chg="modSp">
        <pc:chgData name="Reddy, Laxmi (Cognizant)" userId="S::2096600@cognizant.com::23f5fa8b-0eb7-4ed4-8656-9fab6c0cd501" providerId="AD" clId="Web-{E11F4756-3EE2-B5FF-16FD-3F6F30B0D27A}" dt="2024-11-05T05:14:51.144" v="5" actId="20577"/>
        <pc:sldMkLst>
          <pc:docMk/>
          <pc:sldMk cId="3956839711" sldId="737"/>
        </pc:sldMkLst>
      </pc:sldChg>
    </pc:docChg>
  </pc:docChgLst>
  <pc:docChgLst>
    <pc:chgData name="Reddy, Laxmi (Cognizant)" userId="23f5fa8b-0eb7-4ed4-8656-9fab6c0cd501" providerId="ADAL" clId="{03A08BC6-D204-4C20-999B-848293CA8714}"/>
    <pc:docChg chg="custSel delSld modSld delMainMaster">
      <pc:chgData name="Reddy, Laxmi (Cognizant)" userId="23f5fa8b-0eb7-4ed4-8656-9fab6c0cd501" providerId="ADAL" clId="{03A08BC6-D204-4C20-999B-848293CA8714}" dt="2025-07-21T05:43:33.235" v="5" actId="478"/>
      <pc:docMkLst>
        <pc:docMk/>
      </pc:docMkLst>
      <pc:sldChg chg="delSp mod">
        <pc:chgData name="Reddy, Laxmi (Cognizant)" userId="23f5fa8b-0eb7-4ed4-8656-9fab6c0cd501" providerId="ADAL" clId="{03A08BC6-D204-4C20-999B-848293CA8714}" dt="2025-07-21T05:43:33.235" v="5" actId="478"/>
        <pc:sldMkLst>
          <pc:docMk/>
          <pc:sldMk cId="2682367817" sldId="256"/>
        </pc:sldMkLst>
        <pc:spChg chg="del">
          <ac:chgData name="Reddy, Laxmi (Cognizant)" userId="23f5fa8b-0eb7-4ed4-8656-9fab6c0cd501" providerId="ADAL" clId="{03A08BC6-D204-4C20-999B-848293CA8714}" dt="2025-07-21T05:43:33.235" v="5" actId="478"/>
          <ac:spMkLst>
            <pc:docMk/>
            <pc:sldMk cId="2682367817" sldId="256"/>
            <ac:spMk id="5" creationId="{950E133F-E69D-1B0A-B204-ED8872B1C093}"/>
          </ac:spMkLst>
        </pc:spChg>
      </pc:sldChg>
      <pc:sldChg chg="del">
        <pc:chgData name="Reddy, Laxmi (Cognizant)" userId="23f5fa8b-0eb7-4ed4-8656-9fab6c0cd501" providerId="ADAL" clId="{03A08BC6-D204-4C20-999B-848293CA8714}" dt="2025-07-21T03:21:17.083" v="1" actId="47"/>
        <pc:sldMkLst>
          <pc:docMk/>
          <pc:sldMk cId="1879160448" sldId="259"/>
        </pc:sldMkLst>
      </pc:sldChg>
      <pc:sldChg chg="del">
        <pc:chgData name="Reddy, Laxmi (Cognizant)" userId="23f5fa8b-0eb7-4ed4-8656-9fab6c0cd501" providerId="ADAL" clId="{03A08BC6-D204-4C20-999B-848293CA8714}" dt="2025-07-21T03:28:47.190" v="2" actId="47"/>
        <pc:sldMkLst>
          <pc:docMk/>
          <pc:sldMk cId="3158841849" sldId="268"/>
        </pc:sldMkLst>
      </pc:sldChg>
      <pc:sldChg chg="del">
        <pc:chgData name="Reddy, Laxmi (Cognizant)" userId="23f5fa8b-0eb7-4ed4-8656-9fab6c0cd501" providerId="ADAL" clId="{03A08BC6-D204-4C20-999B-848293CA8714}" dt="2025-07-21T03:28:52.486" v="4" actId="47"/>
        <pc:sldMkLst>
          <pc:docMk/>
          <pc:sldMk cId="563797236" sldId="721"/>
        </pc:sldMkLst>
      </pc:sldChg>
      <pc:sldChg chg="del">
        <pc:chgData name="Reddy, Laxmi (Cognizant)" userId="23f5fa8b-0eb7-4ed4-8656-9fab6c0cd501" providerId="ADAL" clId="{03A08BC6-D204-4C20-999B-848293CA8714}" dt="2025-07-21T03:28:49.876" v="3" actId="47"/>
        <pc:sldMkLst>
          <pc:docMk/>
          <pc:sldMk cId="3511727540" sldId="722"/>
        </pc:sldMkLst>
      </pc:sldChg>
      <pc:sldChg chg="del">
        <pc:chgData name="Reddy, Laxmi (Cognizant)" userId="23f5fa8b-0eb7-4ed4-8656-9fab6c0cd501" providerId="ADAL" clId="{03A08BC6-D204-4C20-999B-848293CA8714}" dt="2025-07-21T03:21:08.394" v="0" actId="47"/>
        <pc:sldMkLst>
          <pc:docMk/>
          <pc:sldMk cId="20639001" sldId="749"/>
        </pc:sldMkLst>
      </pc:sldChg>
      <pc:sldMasterChg chg="del delSldLayout">
        <pc:chgData name="Reddy, Laxmi (Cognizant)" userId="23f5fa8b-0eb7-4ed4-8656-9fab6c0cd501" providerId="ADAL" clId="{03A08BC6-D204-4C20-999B-848293CA8714}" dt="2025-07-21T03:28:47.190" v="2" actId="47"/>
        <pc:sldMasterMkLst>
          <pc:docMk/>
          <pc:sldMasterMk cId="510167847" sldId="2147483758"/>
        </pc:sldMasterMkLst>
        <pc:sldLayoutChg chg="del">
          <pc:chgData name="Reddy, Laxmi (Cognizant)" userId="23f5fa8b-0eb7-4ed4-8656-9fab6c0cd501" providerId="ADAL" clId="{03A08BC6-D204-4C20-999B-848293CA8714}" dt="2025-07-21T03:28:47.190" v="2" actId="47"/>
          <pc:sldLayoutMkLst>
            <pc:docMk/>
            <pc:sldMasterMk cId="510167847" sldId="2147483758"/>
            <pc:sldLayoutMk cId="4161221935" sldId="2147483759"/>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662586547" sldId="2147483760"/>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317834153" sldId="2147483761"/>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4009022682" sldId="2147483762"/>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232669282" sldId="2147483763"/>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196074696" sldId="2147483764"/>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05119707" sldId="2147483765"/>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64734474" sldId="2147483766"/>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803938003" sldId="2147483767"/>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898568646" sldId="2147483768"/>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618764518" sldId="2147483769"/>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820686077" sldId="2147483770"/>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926419808" sldId="2147483771"/>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152872516" sldId="2147483772"/>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896029577" sldId="2147483773"/>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568585082" sldId="2147483774"/>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063249702" sldId="2147483775"/>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988735501" sldId="2147483776"/>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810534204" sldId="2147483777"/>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991659867" sldId="2147483778"/>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2675608956" sldId="2147483779"/>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4032052948" sldId="2147483780"/>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673536714" sldId="2147483781"/>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68434681" sldId="2147483782"/>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081909769" sldId="2147483783"/>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4173356071" sldId="2147483784"/>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655928039" sldId="2147483785"/>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1353082978" sldId="2147483786"/>
          </pc:sldLayoutMkLst>
        </pc:sldLayoutChg>
        <pc:sldLayoutChg chg="del">
          <pc:chgData name="Reddy, Laxmi (Cognizant)" userId="23f5fa8b-0eb7-4ed4-8656-9fab6c0cd501" providerId="ADAL" clId="{03A08BC6-D204-4C20-999B-848293CA8714}" dt="2025-07-21T03:28:47.190" v="2" actId="47"/>
          <pc:sldLayoutMkLst>
            <pc:docMk/>
            <pc:sldMasterMk cId="510167847" sldId="2147483758"/>
            <pc:sldLayoutMk cId="359603409" sldId="2147483787"/>
          </pc:sldLayoutMkLst>
        </pc:sldLayoutChg>
      </pc:sldMasterChg>
    </pc:docChg>
  </pc:docChgLst>
  <pc:docChgLst>
    <pc:chgData name="Biswas, Souvik (Cognizant)" userId="bc0f958c-b2bb-43fd-a0f4-66d25c03bf18" providerId="ADAL" clId="{26811F5B-6AD5-4CE9-8FF7-DA242314D8A9}"/>
    <pc:docChg chg="undo custSel addSld delSld modSld sldOrd">
      <pc:chgData name="Biswas, Souvik (Cognizant)" userId="bc0f958c-b2bb-43fd-a0f4-66d25c03bf18" providerId="ADAL" clId="{26811F5B-6AD5-4CE9-8FF7-DA242314D8A9}" dt="2023-07-04T18:40:41.664" v="497" actId="47"/>
      <pc:docMkLst>
        <pc:docMk/>
      </pc:docMkLst>
      <pc:sldChg chg="del">
        <pc:chgData name="Biswas, Souvik (Cognizant)" userId="bc0f958c-b2bb-43fd-a0f4-66d25c03bf18" providerId="ADAL" clId="{26811F5B-6AD5-4CE9-8FF7-DA242314D8A9}" dt="2023-07-03T18:01:08.825" v="46" actId="2696"/>
        <pc:sldMkLst>
          <pc:docMk/>
          <pc:sldMk cId="0" sldId="257"/>
        </pc:sldMkLst>
      </pc:sldChg>
      <pc:sldChg chg="del">
        <pc:chgData name="Biswas, Souvik (Cognizant)" userId="bc0f958c-b2bb-43fd-a0f4-66d25c03bf18" providerId="ADAL" clId="{26811F5B-6AD5-4CE9-8FF7-DA242314D8A9}" dt="2023-07-03T17:22:21.037" v="28" actId="47"/>
        <pc:sldMkLst>
          <pc:docMk/>
          <pc:sldMk cId="0" sldId="258"/>
        </pc:sldMkLst>
      </pc:sldChg>
      <pc:sldChg chg="del">
        <pc:chgData name="Biswas, Souvik (Cognizant)" userId="bc0f958c-b2bb-43fd-a0f4-66d25c03bf18" providerId="ADAL" clId="{26811F5B-6AD5-4CE9-8FF7-DA242314D8A9}" dt="2023-07-03T17:09:51.554" v="9" actId="2696"/>
        <pc:sldMkLst>
          <pc:docMk/>
          <pc:sldMk cId="0" sldId="263"/>
        </pc:sldMkLst>
      </pc:sldChg>
      <pc:sldChg chg="del">
        <pc:chgData name="Biswas, Souvik (Cognizant)" userId="bc0f958c-b2bb-43fd-a0f4-66d25c03bf18" providerId="ADAL" clId="{26811F5B-6AD5-4CE9-8FF7-DA242314D8A9}" dt="2023-07-03T18:01:01.510" v="45" actId="2696"/>
        <pc:sldMkLst>
          <pc:docMk/>
          <pc:sldMk cId="0" sldId="264"/>
        </pc:sldMkLst>
      </pc:sldChg>
      <pc:sldChg chg="modSp add mod">
        <pc:chgData name="Biswas, Souvik (Cognizant)" userId="bc0f958c-b2bb-43fd-a0f4-66d25c03bf18" providerId="ADAL" clId="{26811F5B-6AD5-4CE9-8FF7-DA242314D8A9}" dt="2023-07-03T18:45:28.236" v="123" actId="1076"/>
        <pc:sldMkLst>
          <pc:docMk/>
          <pc:sldMk cId="3090349151" sldId="265"/>
        </pc:sldMkLst>
      </pc:sldChg>
      <pc:sldChg chg="modSp add del mod">
        <pc:chgData name="Biswas, Souvik (Cognizant)" userId="bc0f958c-b2bb-43fd-a0f4-66d25c03bf18" providerId="ADAL" clId="{26811F5B-6AD5-4CE9-8FF7-DA242314D8A9}" dt="2023-07-03T18:46:53.763" v="133"/>
        <pc:sldMkLst>
          <pc:docMk/>
          <pc:sldMk cId="3158841849" sldId="268"/>
        </pc:sldMkLst>
      </pc:sldChg>
      <pc:sldChg chg="del">
        <pc:chgData name="Biswas, Souvik (Cognizant)" userId="bc0f958c-b2bb-43fd-a0f4-66d25c03bf18" providerId="ADAL" clId="{26811F5B-6AD5-4CE9-8FF7-DA242314D8A9}" dt="2023-07-04T18:40:11.234" v="492" actId="47"/>
        <pc:sldMkLst>
          <pc:docMk/>
          <pc:sldMk cId="0" sldId="272"/>
        </pc:sldMkLst>
      </pc:sldChg>
      <pc:sldChg chg="del">
        <pc:chgData name="Biswas, Souvik (Cognizant)" userId="bc0f958c-b2bb-43fd-a0f4-66d25c03bf18" providerId="ADAL" clId="{26811F5B-6AD5-4CE9-8FF7-DA242314D8A9}" dt="2023-07-03T18:45:33.466" v="124" actId="47"/>
        <pc:sldMkLst>
          <pc:docMk/>
          <pc:sldMk cId="0" sldId="277"/>
        </pc:sldMkLst>
      </pc:sldChg>
      <pc:sldChg chg="del">
        <pc:chgData name="Biswas, Souvik (Cognizant)" userId="bc0f958c-b2bb-43fd-a0f4-66d25c03bf18" providerId="ADAL" clId="{26811F5B-6AD5-4CE9-8FF7-DA242314D8A9}" dt="2023-07-03T18:45:45.791" v="126" actId="47"/>
        <pc:sldMkLst>
          <pc:docMk/>
          <pc:sldMk cId="0" sldId="278"/>
        </pc:sldMkLst>
      </pc:sldChg>
      <pc:sldChg chg="del">
        <pc:chgData name="Biswas, Souvik (Cognizant)" userId="bc0f958c-b2bb-43fd-a0f4-66d25c03bf18" providerId="ADAL" clId="{26811F5B-6AD5-4CE9-8FF7-DA242314D8A9}" dt="2023-07-03T18:46:56.154" v="134" actId="47"/>
        <pc:sldMkLst>
          <pc:docMk/>
          <pc:sldMk cId="0" sldId="279"/>
        </pc:sldMkLst>
      </pc:sldChg>
      <pc:sldChg chg="del">
        <pc:chgData name="Biswas, Souvik (Cognizant)" userId="bc0f958c-b2bb-43fd-a0f4-66d25c03bf18" providerId="ADAL" clId="{26811F5B-6AD5-4CE9-8FF7-DA242314D8A9}" dt="2023-07-03T19:01:19.415" v="148" actId="47"/>
        <pc:sldMkLst>
          <pc:docMk/>
          <pc:sldMk cId="1284097490" sldId="283"/>
        </pc:sldMkLst>
      </pc:sldChg>
      <pc:sldChg chg="del">
        <pc:chgData name="Biswas, Souvik (Cognizant)" userId="bc0f958c-b2bb-43fd-a0f4-66d25c03bf18" providerId="ADAL" clId="{26811F5B-6AD5-4CE9-8FF7-DA242314D8A9}" dt="2023-07-03T19:04:22.054" v="156" actId="47"/>
        <pc:sldMkLst>
          <pc:docMk/>
          <pc:sldMk cId="993820823" sldId="284"/>
        </pc:sldMkLst>
      </pc:sldChg>
      <pc:sldChg chg="del">
        <pc:chgData name="Biswas, Souvik (Cognizant)" userId="bc0f958c-b2bb-43fd-a0f4-66d25c03bf18" providerId="ADAL" clId="{26811F5B-6AD5-4CE9-8FF7-DA242314D8A9}" dt="2023-07-03T19:23:21.397" v="165" actId="47"/>
        <pc:sldMkLst>
          <pc:docMk/>
          <pc:sldMk cId="913078453" sldId="285"/>
        </pc:sldMkLst>
      </pc:sldChg>
      <pc:sldChg chg="modSp del mod">
        <pc:chgData name="Biswas, Souvik (Cognizant)" userId="bc0f958c-b2bb-43fd-a0f4-66d25c03bf18" providerId="ADAL" clId="{26811F5B-6AD5-4CE9-8FF7-DA242314D8A9}" dt="2023-07-03T19:31:08.628" v="191" actId="47"/>
        <pc:sldMkLst>
          <pc:docMk/>
          <pc:sldMk cId="570471115" sldId="287"/>
        </pc:sldMkLst>
      </pc:sldChg>
      <pc:sldChg chg="del">
        <pc:chgData name="Biswas, Souvik (Cognizant)" userId="bc0f958c-b2bb-43fd-a0f4-66d25c03bf18" providerId="ADAL" clId="{26811F5B-6AD5-4CE9-8FF7-DA242314D8A9}" dt="2023-07-03T19:32:36.634" v="199" actId="47"/>
        <pc:sldMkLst>
          <pc:docMk/>
          <pc:sldMk cId="2024772123" sldId="288"/>
        </pc:sldMkLst>
      </pc:sldChg>
      <pc:sldChg chg="del">
        <pc:chgData name="Biswas, Souvik (Cognizant)" userId="bc0f958c-b2bb-43fd-a0f4-66d25c03bf18" providerId="ADAL" clId="{26811F5B-6AD5-4CE9-8FF7-DA242314D8A9}" dt="2023-07-03T19:34:53.321" v="257" actId="47"/>
        <pc:sldMkLst>
          <pc:docMk/>
          <pc:sldMk cId="3489782214" sldId="289"/>
        </pc:sldMkLst>
      </pc:sldChg>
      <pc:sldChg chg="del">
        <pc:chgData name="Biswas, Souvik (Cognizant)" userId="bc0f958c-b2bb-43fd-a0f4-66d25c03bf18" providerId="ADAL" clId="{26811F5B-6AD5-4CE9-8FF7-DA242314D8A9}" dt="2023-07-03T19:36:54.733" v="273" actId="47"/>
        <pc:sldMkLst>
          <pc:docMk/>
          <pc:sldMk cId="4214632399" sldId="290"/>
        </pc:sldMkLst>
      </pc:sldChg>
      <pc:sldChg chg="del">
        <pc:chgData name="Biswas, Souvik (Cognizant)" userId="bc0f958c-b2bb-43fd-a0f4-66d25c03bf18" providerId="ADAL" clId="{26811F5B-6AD5-4CE9-8FF7-DA242314D8A9}" dt="2023-07-03T19:35:44.780" v="266" actId="47"/>
        <pc:sldMkLst>
          <pc:docMk/>
          <pc:sldMk cId="2654894229" sldId="291"/>
        </pc:sldMkLst>
      </pc:sldChg>
      <pc:sldChg chg="del">
        <pc:chgData name="Biswas, Souvik (Cognizant)" userId="bc0f958c-b2bb-43fd-a0f4-66d25c03bf18" providerId="ADAL" clId="{26811F5B-6AD5-4CE9-8FF7-DA242314D8A9}" dt="2023-07-03T19:38:29.174" v="282" actId="47"/>
        <pc:sldMkLst>
          <pc:docMk/>
          <pc:sldMk cId="1017508267" sldId="293"/>
        </pc:sldMkLst>
      </pc:sldChg>
      <pc:sldChg chg="del">
        <pc:chgData name="Biswas, Souvik (Cognizant)" userId="bc0f958c-b2bb-43fd-a0f4-66d25c03bf18" providerId="ADAL" clId="{26811F5B-6AD5-4CE9-8FF7-DA242314D8A9}" dt="2023-07-03T19:40:44.701" v="296" actId="47"/>
        <pc:sldMkLst>
          <pc:docMk/>
          <pc:sldMk cId="3518552141" sldId="294"/>
        </pc:sldMkLst>
      </pc:sldChg>
      <pc:sldChg chg="del">
        <pc:chgData name="Biswas, Souvik (Cognizant)" userId="bc0f958c-b2bb-43fd-a0f4-66d25c03bf18" providerId="ADAL" clId="{26811F5B-6AD5-4CE9-8FF7-DA242314D8A9}" dt="2023-07-03T19:41:45.567" v="309" actId="47"/>
        <pc:sldMkLst>
          <pc:docMk/>
          <pc:sldMk cId="2546607218" sldId="295"/>
        </pc:sldMkLst>
      </pc:sldChg>
      <pc:sldChg chg="del">
        <pc:chgData name="Biswas, Souvik (Cognizant)" userId="bc0f958c-b2bb-43fd-a0f4-66d25c03bf18" providerId="ADAL" clId="{26811F5B-6AD5-4CE9-8FF7-DA242314D8A9}" dt="2023-07-04T17:59:29.602" v="327" actId="47"/>
        <pc:sldMkLst>
          <pc:docMk/>
          <pc:sldMk cId="1532557407" sldId="296"/>
        </pc:sldMkLst>
      </pc:sldChg>
      <pc:sldChg chg="del">
        <pc:chgData name="Biswas, Souvik (Cognizant)" userId="bc0f958c-b2bb-43fd-a0f4-66d25c03bf18" providerId="ADAL" clId="{26811F5B-6AD5-4CE9-8FF7-DA242314D8A9}" dt="2023-07-04T18:01:12.427" v="333" actId="47"/>
        <pc:sldMkLst>
          <pc:docMk/>
          <pc:sldMk cId="409933807" sldId="298"/>
        </pc:sldMkLst>
      </pc:sldChg>
      <pc:sldChg chg="del">
        <pc:chgData name="Biswas, Souvik (Cognizant)" userId="bc0f958c-b2bb-43fd-a0f4-66d25c03bf18" providerId="ADAL" clId="{26811F5B-6AD5-4CE9-8FF7-DA242314D8A9}" dt="2023-07-04T18:07:27.685" v="342" actId="47"/>
        <pc:sldMkLst>
          <pc:docMk/>
          <pc:sldMk cId="3514295653" sldId="299"/>
        </pc:sldMkLst>
      </pc:sldChg>
      <pc:sldChg chg="add del">
        <pc:chgData name="Biswas, Souvik (Cognizant)" userId="bc0f958c-b2bb-43fd-a0f4-66d25c03bf18" providerId="ADAL" clId="{26811F5B-6AD5-4CE9-8FF7-DA242314D8A9}" dt="2023-07-04T18:10:25.829" v="362" actId="47"/>
        <pc:sldMkLst>
          <pc:docMk/>
          <pc:sldMk cId="93515831" sldId="300"/>
        </pc:sldMkLst>
      </pc:sldChg>
      <pc:sldChg chg="del">
        <pc:chgData name="Biswas, Souvik (Cognizant)" userId="bc0f958c-b2bb-43fd-a0f4-66d25c03bf18" providerId="ADAL" clId="{26811F5B-6AD5-4CE9-8FF7-DA242314D8A9}" dt="2023-07-04T18:11:36.788" v="369" actId="47"/>
        <pc:sldMkLst>
          <pc:docMk/>
          <pc:sldMk cId="1334748101" sldId="301"/>
        </pc:sldMkLst>
      </pc:sldChg>
      <pc:sldChg chg="del">
        <pc:chgData name="Biswas, Souvik (Cognizant)" userId="bc0f958c-b2bb-43fd-a0f4-66d25c03bf18" providerId="ADAL" clId="{26811F5B-6AD5-4CE9-8FF7-DA242314D8A9}" dt="2023-07-04T18:40:41.664" v="497" actId="47"/>
        <pc:sldMkLst>
          <pc:docMk/>
          <pc:sldMk cId="2871974939" sldId="302"/>
        </pc:sldMkLst>
      </pc:sldChg>
      <pc:sldChg chg="del">
        <pc:chgData name="Biswas, Souvik (Cognizant)" userId="bc0f958c-b2bb-43fd-a0f4-66d25c03bf18" providerId="ADAL" clId="{26811F5B-6AD5-4CE9-8FF7-DA242314D8A9}" dt="2023-07-04T18:13:57.051" v="378" actId="47"/>
        <pc:sldMkLst>
          <pc:docMk/>
          <pc:sldMk cId="1719687127" sldId="303"/>
        </pc:sldMkLst>
      </pc:sldChg>
      <pc:sldChg chg="del">
        <pc:chgData name="Biswas, Souvik (Cognizant)" userId="bc0f958c-b2bb-43fd-a0f4-66d25c03bf18" providerId="ADAL" clId="{26811F5B-6AD5-4CE9-8FF7-DA242314D8A9}" dt="2023-07-04T18:19:11.020" v="396" actId="47"/>
        <pc:sldMkLst>
          <pc:docMk/>
          <pc:sldMk cId="818183186" sldId="304"/>
        </pc:sldMkLst>
      </pc:sldChg>
      <pc:sldChg chg="add del">
        <pc:chgData name="Biswas, Souvik (Cognizant)" userId="bc0f958c-b2bb-43fd-a0f4-66d25c03bf18" providerId="ADAL" clId="{26811F5B-6AD5-4CE9-8FF7-DA242314D8A9}" dt="2023-07-04T18:20:45.542" v="412" actId="47"/>
        <pc:sldMkLst>
          <pc:docMk/>
          <pc:sldMk cId="3557028374" sldId="305"/>
        </pc:sldMkLst>
      </pc:sldChg>
      <pc:sldChg chg="add del">
        <pc:chgData name="Biswas, Souvik (Cognizant)" userId="bc0f958c-b2bb-43fd-a0f4-66d25c03bf18" providerId="ADAL" clId="{26811F5B-6AD5-4CE9-8FF7-DA242314D8A9}" dt="2023-07-04T18:36:50.500" v="454" actId="47"/>
        <pc:sldMkLst>
          <pc:docMk/>
          <pc:sldMk cId="77106713" sldId="306"/>
        </pc:sldMkLst>
      </pc:sldChg>
      <pc:sldChg chg="del">
        <pc:chgData name="Biswas, Souvik (Cognizant)" userId="bc0f958c-b2bb-43fd-a0f4-66d25c03bf18" providerId="ADAL" clId="{26811F5B-6AD5-4CE9-8FF7-DA242314D8A9}" dt="2023-07-04T18:37:48.582" v="473" actId="47"/>
        <pc:sldMkLst>
          <pc:docMk/>
          <pc:sldMk cId="1048620968" sldId="307"/>
        </pc:sldMkLst>
      </pc:sldChg>
      <pc:sldChg chg="del">
        <pc:chgData name="Biswas, Souvik (Cognizant)" userId="bc0f958c-b2bb-43fd-a0f4-66d25c03bf18" providerId="ADAL" clId="{26811F5B-6AD5-4CE9-8FF7-DA242314D8A9}" dt="2023-07-04T18:38:34.135" v="479" actId="47"/>
        <pc:sldMkLst>
          <pc:docMk/>
          <pc:sldMk cId="2556177934" sldId="309"/>
        </pc:sldMkLst>
      </pc:sldChg>
      <pc:sldChg chg="del">
        <pc:chgData name="Biswas, Souvik (Cognizant)" userId="bc0f958c-b2bb-43fd-a0f4-66d25c03bf18" providerId="ADAL" clId="{26811F5B-6AD5-4CE9-8FF7-DA242314D8A9}" dt="2023-07-04T18:39:25.797" v="487" actId="47"/>
        <pc:sldMkLst>
          <pc:docMk/>
          <pc:sldMk cId="130290830" sldId="310"/>
        </pc:sldMkLst>
      </pc:sldChg>
      <pc:sldChg chg="del">
        <pc:chgData name="Biswas, Souvik (Cognizant)" userId="bc0f958c-b2bb-43fd-a0f4-66d25c03bf18" providerId="ADAL" clId="{26811F5B-6AD5-4CE9-8FF7-DA242314D8A9}" dt="2023-07-03T18:04:13.830" v="56" actId="2696"/>
        <pc:sldMkLst>
          <pc:docMk/>
          <pc:sldMk cId="3663816035" sldId="312"/>
        </pc:sldMkLst>
      </pc:sldChg>
      <pc:sldChg chg="del">
        <pc:chgData name="Biswas, Souvik (Cognizant)" userId="bc0f958c-b2bb-43fd-a0f4-66d25c03bf18" providerId="ADAL" clId="{26811F5B-6AD5-4CE9-8FF7-DA242314D8A9}" dt="2023-07-03T18:04:50.465" v="63" actId="2696"/>
        <pc:sldMkLst>
          <pc:docMk/>
          <pc:sldMk cId="4093816619" sldId="313"/>
        </pc:sldMkLst>
      </pc:sldChg>
      <pc:sldChg chg="del">
        <pc:chgData name="Biswas, Souvik (Cognizant)" userId="bc0f958c-b2bb-43fd-a0f4-66d25c03bf18" providerId="ADAL" clId="{26811F5B-6AD5-4CE9-8FF7-DA242314D8A9}" dt="2023-07-03T18:05:16.347" v="69" actId="2696"/>
        <pc:sldMkLst>
          <pc:docMk/>
          <pc:sldMk cId="2538128711" sldId="314"/>
        </pc:sldMkLst>
      </pc:sldChg>
      <pc:sldChg chg="del">
        <pc:chgData name="Biswas, Souvik (Cognizant)" userId="bc0f958c-b2bb-43fd-a0f4-66d25c03bf18" providerId="ADAL" clId="{26811F5B-6AD5-4CE9-8FF7-DA242314D8A9}" dt="2023-07-03T18:06:20.080" v="75" actId="2696"/>
        <pc:sldMkLst>
          <pc:docMk/>
          <pc:sldMk cId="1165182923" sldId="315"/>
        </pc:sldMkLst>
      </pc:sldChg>
      <pc:sldChg chg="del">
        <pc:chgData name="Biswas, Souvik (Cognizant)" userId="bc0f958c-b2bb-43fd-a0f4-66d25c03bf18" providerId="ADAL" clId="{26811F5B-6AD5-4CE9-8FF7-DA242314D8A9}" dt="2023-07-03T17:08:55.243" v="0" actId="2696"/>
        <pc:sldMkLst>
          <pc:docMk/>
          <pc:sldMk cId="2368477974" sldId="318"/>
        </pc:sldMkLst>
      </pc:sldChg>
      <pc:sldChg chg="del">
        <pc:chgData name="Biswas, Souvik (Cognizant)" userId="bc0f958c-b2bb-43fd-a0f4-66d25c03bf18" providerId="ADAL" clId="{26811F5B-6AD5-4CE9-8FF7-DA242314D8A9}" dt="2023-07-03T18:46:09.385" v="129" actId="47"/>
        <pc:sldMkLst>
          <pc:docMk/>
          <pc:sldMk cId="2101310781" sldId="322"/>
        </pc:sldMkLst>
      </pc:sldChg>
      <pc:sldChg chg="del">
        <pc:chgData name="Biswas, Souvik (Cognizant)" userId="bc0f958c-b2bb-43fd-a0f4-66d25c03bf18" providerId="ADAL" clId="{26811F5B-6AD5-4CE9-8FF7-DA242314D8A9}" dt="2023-07-03T17:22:21.037" v="28" actId="47"/>
        <pc:sldMkLst>
          <pc:docMk/>
          <pc:sldMk cId="3810251874" sldId="323"/>
        </pc:sldMkLst>
      </pc:sldChg>
      <pc:sldChg chg="del">
        <pc:chgData name="Biswas, Souvik (Cognizant)" userId="bc0f958c-b2bb-43fd-a0f4-66d25c03bf18" providerId="ADAL" clId="{26811F5B-6AD5-4CE9-8FF7-DA242314D8A9}" dt="2023-07-03T18:41:36.265" v="97" actId="47"/>
        <pc:sldMkLst>
          <pc:docMk/>
          <pc:sldMk cId="671233061" sldId="324"/>
        </pc:sldMkLst>
      </pc:sldChg>
      <pc:sldChg chg="modSp del mod">
        <pc:chgData name="Biswas, Souvik (Cognizant)" userId="bc0f958c-b2bb-43fd-a0f4-66d25c03bf18" providerId="ADAL" clId="{26811F5B-6AD5-4CE9-8FF7-DA242314D8A9}" dt="2023-07-03T18:42:33.963" v="106" actId="47"/>
        <pc:sldMkLst>
          <pc:docMk/>
          <pc:sldMk cId="3519903039" sldId="325"/>
        </pc:sldMkLst>
      </pc:sldChg>
      <pc:sldChg chg="modSp del mod">
        <pc:chgData name="Biswas, Souvik (Cognizant)" userId="bc0f958c-b2bb-43fd-a0f4-66d25c03bf18" providerId="ADAL" clId="{26811F5B-6AD5-4CE9-8FF7-DA242314D8A9}" dt="2023-07-03T18:42:58.301" v="110" actId="47"/>
        <pc:sldMkLst>
          <pc:docMk/>
          <pc:sldMk cId="883335171" sldId="326"/>
        </pc:sldMkLst>
      </pc:sldChg>
      <pc:sldChg chg="modSp del mod">
        <pc:chgData name="Biswas, Souvik (Cognizant)" userId="bc0f958c-b2bb-43fd-a0f4-66d25c03bf18" providerId="ADAL" clId="{26811F5B-6AD5-4CE9-8FF7-DA242314D8A9}" dt="2023-07-03T18:44:28.210" v="114" actId="47"/>
        <pc:sldMkLst>
          <pc:docMk/>
          <pc:sldMk cId="3351580750" sldId="327"/>
        </pc:sldMkLst>
      </pc:sldChg>
      <pc:sldChg chg="modSp del mod">
        <pc:chgData name="Biswas, Souvik (Cognizant)" userId="bc0f958c-b2bb-43fd-a0f4-66d25c03bf18" providerId="ADAL" clId="{26811F5B-6AD5-4CE9-8FF7-DA242314D8A9}" dt="2023-07-03T18:44:52.121" v="118" actId="47"/>
        <pc:sldMkLst>
          <pc:docMk/>
          <pc:sldMk cId="2781649799" sldId="328"/>
        </pc:sldMkLst>
      </pc:sldChg>
      <pc:sldChg chg="del">
        <pc:chgData name="Biswas, Souvik (Cognizant)" userId="bc0f958c-b2bb-43fd-a0f4-66d25c03bf18" providerId="ADAL" clId="{26811F5B-6AD5-4CE9-8FF7-DA242314D8A9}" dt="2023-07-03T19:26:16.611" v="175" actId="47"/>
        <pc:sldMkLst>
          <pc:docMk/>
          <pc:sldMk cId="1333522907" sldId="329"/>
        </pc:sldMkLst>
      </pc:sldChg>
      <pc:sldChg chg="addSp modSp add mod">
        <pc:chgData name="Biswas, Souvik (Cognizant)" userId="bc0f958c-b2bb-43fd-a0f4-66d25c03bf18" providerId="ADAL" clId="{26811F5B-6AD5-4CE9-8FF7-DA242314D8A9}" dt="2023-07-03T17:09:45.670" v="8" actId="1076"/>
        <pc:sldMkLst>
          <pc:docMk/>
          <pc:sldMk cId="3386961486" sldId="331"/>
        </pc:sldMkLst>
      </pc:sldChg>
      <pc:sldChg chg="addSp modSp add mod ord">
        <pc:chgData name="Biswas, Souvik (Cognizant)" userId="bc0f958c-b2bb-43fd-a0f4-66d25c03bf18" providerId="ADAL" clId="{26811F5B-6AD5-4CE9-8FF7-DA242314D8A9}" dt="2023-07-03T17:21:58.052" v="23" actId="1076"/>
        <pc:sldMkLst>
          <pc:docMk/>
          <pc:sldMk cId="2243743189" sldId="332"/>
        </pc:sldMkLst>
      </pc:sldChg>
      <pc:sldChg chg="modSp add mod">
        <pc:chgData name="Biswas, Souvik (Cognizant)" userId="bc0f958c-b2bb-43fd-a0f4-66d25c03bf18" providerId="ADAL" clId="{26811F5B-6AD5-4CE9-8FF7-DA242314D8A9}" dt="2023-07-03T17:22:18.041" v="27" actId="20577"/>
        <pc:sldMkLst>
          <pc:docMk/>
          <pc:sldMk cId="52920310" sldId="333"/>
        </pc:sldMkLst>
      </pc:sldChg>
      <pc:sldChg chg="addSp modSp add mod ord">
        <pc:chgData name="Biswas, Souvik (Cognizant)" userId="bc0f958c-b2bb-43fd-a0f4-66d25c03bf18" providerId="ADAL" clId="{26811F5B-6AD5-4CE9-8FF7-DA242314D8A9}" dt="2023-07-03T18:00:13.348" v="44" actId="339"/>
        <pc:sldMkLst>
          <pc:docMk/>
          <pc:sldMk cId="3150033777" sldId="334"/>
        </pc:sldMkLst>
      </pc:sldChg>
      <pc:sldChg chg="modSp add mod ord">
        <pc:chgData name="Biswas, Souvik (Cognizant)" userId="bc0f958c-b2bb-43fd-a0f4-66d25c03bf18" providerId="ADAL" clId="{26811F5B-6AD5-4CE9-8FF7-DA242314D8A9}" dt="2023-07-03T18:04:04.095" v="55" actId="403"/>
        <pc:sldMkLst>
          <pc:docMk/>
          <pc:sldMk cId="3445021435" sldId="335"/>
        </pc:sldMkLst>
      </pc:sldChg>
      <pc:sldChg chg="modSp add mod ord">
        <pc:chgData name="Biswas, Souvik (Cognizant)" userId="bc0f958c-b2bb-43fd-a0f4-66d25c03bf18" providerId="ADAL" clId="{26811F5B-6AD5-4CE9-8FF7-DA242314D8A9}" dt="2023-07-03T18:04:43.997" v="62" actId="207"/>
        <pc:sldMkLst>
          <pc:docMk/>
          <pc:sldMk cId="2094515669" sldId="336"/>
        </pc:sldMkLst>
      </pc:sldChg>
      <pc:sldChg chg="modSp add mod ord">
        <pc:chgData name="Biswas, Souvik (Cognizant)" userId="bc0f958c-b2bb-43fd-a0f4-66d25c03bf18" providerId="ADAL" clId="{26811F5B-6AD5-4CE9-8FF7-DA242314D8A9}" dt="2023-07-03T18:05:10.965" v="68" actId="207"/>
        <pc:sldMkLst>
          <pc:docMk/>
          <pc:sldMk cId="811329598" sldId="337"/>
        </pc:sldMkLst>
      </pc:sldChg>
      <pc:sldChg chg="modSp add del mod ord">
        <pc:chgData name="Biswas, Souvik (Cognizant)" userId="bc0f958c-b2bb-43fd-a0f4-66d25c03bf18" providerId="ADAL" clId="{26811F5B-6AD5-4CE9-8FF7-DA242314D8A9}" dt="2023-07-03T18:15:01.896" v="79" actId="47"/>
        <pc:sldMkLst>
          <pc:docMk/>
          <pc:sldMk cId="1971034924" sldId="338"/>
        </pc:sldMkLst>
      </pc:sldChg>
      <pc:sldChg chg="add ord">
        <pc:chgData name="Biswas, Souvik (Cognizant)" userId="bc0f958c-b2bb-43fd-a0f4-66d25c03bf18" providerId="ADAL" clId="{26811F5B-6AD5-4CE9-8FF7-DA242314D8A9}" dt="2023-07-03T18:14:52.317" v="78"/>
        <pc:sldMkLst>
          <pc:docMk/>
          <pc:sldMk cId="3496985312" sldId="339"/>
        </pc:sldMkLst>
      </pc:sldChg>
      <pc:sldChg chg="addSp delSp modSp add mod delAnim modAnim">
        <pc:chgData name="Biswas, Souvik (Cognizant)" userId="bc0f958c-b2bb-43fd-a0f4-66d25c03bf18" providerId="ADAL" clId="{26811F5B-6AD5-4CE9-8FF7-DA242314D8A9}" dt="2023-07-03T18:40:36.549" v="96" actId="207"/>
        <pc:sldMkLst>
          <pc:docMk/>
          <pc:sldMk cId="117732452" sldId="716"/>
        </pc:sldMkLst>
      </pc:sldChg>
      <pc:sldChg chg="addSp delSp modSp add mod ord delAnim modAnim">
        <pc:chgData name="Biswas, Souvik (Cognizant)" userId="bc0f958c-b2bb-43fd-a0f4-66d25c03bf18" providerId="ADAL" clId="{26811F5B-6AD5-4CE9-8FF7-DA242314D8A9}" dt="2023-07-03T18:42:31.186" v="105" actId="1076"/>
        <pc:sldMkLst>
          <pc:docMk/>
          <pc:sldMk cId="3914586781" sldId="717"/>
        </pc:sldMkLst>
      </pc:sldChg>
      <pc:sldChg chg="addSp delSp modSp add mod ord delAnim modAnim">
        <pc:chgData name="Biswas, Souvik (Cognizant)" userId="bc0f958c-b2bb-43fd-a0f4-66d25c03bf18" providerId="ADAL" clId="{26811F5B-6AD5-4CE9-8FF7-DA242314D8A9}" dt="2023-07-03T18:42:53.911" v="109" actId="1076"/>
        <pc:sldMkLst>
          <pc:docMk/>
          <pc:sldMk cId="2955357922" sldId="718"/>
        </pc:sldMkLst>
      </pc:sldChg>
      <pc:sldChg chg="addSp delSp modSp add mod ord delAnim modAnim">
        <pc:chgData name="Biswas, Souvik (Cognizant)" userId="bc0f958c-b2bb-43fd-a0f4-66d25c03bf18" providerId="ADAL" clId="{26811F5B-6AD5-4CE9-8FF7-DA242314D8A9}" dt="2023-07-03T18:44:24.944" v="113" actId="1076"/>
        <pc:sldMkLst>
          <pc:docMk/>
          <pc:sldMk cId="4027039848" sldId="719"/>
        </pc:sldMkLst>
      </pc:sldChg>
      <pc:sldChg chg="addSp delSp modSp add mod ord delAnim modAnim">
        <pc:chgData name="Biswas, Souvik (Cognizant)" userId="bc0f958c-b2bb-43fd-a0f4-66d25c03bf18" providerId="ADAL" clId="{26811F5B-6AD5-4CE9-8FF7-DA242314D8A9}" dt="2023-07-03T18:44:49.749" v="117" actId="1076"/>
        <pc:sldMkLst>
          <pc:docMk/>
          <pc:sldMk cId="1640119688" sldId="720"/>
        </pc:sldMkLst>
      </pc:sldChg>
      <pc:sldChg chg="add">
        <pc:chgData name="Biswas, Souvik (Cognizant)" userId="bc0f958c-b2bb-43fd-a0f4-66d25c03bf18" providerId="ADAL" clId="{26811F5B-6AD5-4CE9-8FF7-DA242314D8A9}" dt="2023-07-03T18:45:43.703" v="125"/>
        <pc:sldMkLst>
          <pc:docMk/>
          <pc:sldMk cId="563797236" sldId="721"/>
        </pc:sldMkLst>
      </pc:sldChg>
      <pc:sldChg chg="modSp add mod">
        <pc:chgData name="Biswas, Souvik (Cognizant)" userId="bc0f958c-b2bb-43fd-a0f4-66d25c03bf18" providerId="ADAL" clId="{26811F5B-6AD5-4CE9-8FF7-DA242314D8A9}" dt="2023-07-03T18:46:06.468" v="128"/>
        <pc:sldMkLst>
          <pc:docMk/>
          <pc:sldMk cId="3511727540" sldId="722"/>
        </pc:sldMkLst>
      </pc:sldChg>
      <pc:sldChg chg="delSp modSp add mod ord">
        <pc:chgData name="Biswas, Souvik (Cognizant)" userId="bc0f958c-b2bb-43fd-a0f4-66d25c03bf18" providerId="ADAL" clId="{26811F5B-6AD5-4CE9-8FF7-DA242314D8A9}" dt="2023-07-03T19:01:10.919" v="147" actId="14100"/>
        <pc:sldMkLst>
          <pc:docMk/>
          <pc:sldMk cId="2191181952" sldId="723"/>
        </pc:sldMkLst>
      </pc:sldChg>
      <pc:sldChg chg="addSp modSp add mod">
        <pc:chgData name="Biswas, Souvik (Cognizant)" userId="bc0f958c-b2bb-43fd-a0f4-66d25c03bf18" providerId="ADAL" clId="{26811F5B-6AD5-4CE9-8FF7-DA242314D8A9}" dt="2023-07-03T19:04:10.209" v="155" actId="208"/>
        <pc:sldMkLst>
          <pc:docMk/>
          <pc:sldMk cId="2836246311" sldId="724"/>
        </pc:sldMkLst>
      </pc:sldChg>
      <pc:sldChg chg="addSp delSp modSp add mod">
        <pc:chgData name="Biswas, Souvik (Cognizant)" userId="bc0f958c-b2bb-43fd-a0f4-66d25c03bf18" providerId="ADAL" clId="{26811F5B-6AD5-4CE9-8FF7-DA242314D8A9}" dt="2023-07-03T19:23:19.497" v="164" actId="1076"/>
        <pc:sldMkLst>
          <pc:docMk/>
          <pc:sldMk cId="1412929531" sldId="725"/>
        </pc:sldMkLst>
      </pc:sldChg>
      <pc:sldChg chg="addSp delSp modSp add mod">
        <pc:chgData name="Biswas, Souvik (Cognizant)" userId="bc0f958c-b2bb-43fd-a0f4-66d25c03bf18" providerId="ADAL" clId="{26811F5B-6AD5-4CE9-8FF7-DA242314D8A9}" dt="2023-07-03T19:26:07.899" v="174" actId="14100"/>
        <pc:sldMkLst>
          <pc:docMk/>
          <pc:sldMk cId="2045455840" sldId="726"/>
        </pc:sldMkLst>
      </pc:sldChg>
      <pc:sldChg chg="addSp delSp modSp add mod ord">
        <pc:chgData name="Biswas, Souvik (Cognizant)" userId="bc0f958c-b2bb-43fd-a0f4-66d25c03bf18" providerId="ADAL" clId="{26811F5B-6AD5-4CE9-8FF7-DA242314D8A9}" dt="2023-07-03T19:30:40.999" v="190" actId="1076"/>
        <pc:sldMkLst>
          <pc:docMk/>
          <pc:sldMk cId="400724977" sldId="727"/>
        </pc:sldMkLst>
      </pc:sldChg>
      <pc:sldChg chg="addSp delSp modSp add mod">
        <pc:chgData name="Biswas, Souvik (Cognizant)" userId="bc0f958c-b2bb-43fd-a0f4-66d25c03bf18" providerId="ADAL" clId="{26811F5B-6AD5-4CE9-8FF7-DA242314D8A9}" dt="2023-07-03T19:32:31.532" v="198" actId="1076"/>
        <pc:sldMkLst>
          <pc:docMk/>
          <pc:sldMk cId="3283044529" sldId="728"/>
        </pc:sldMkLst>
      </pc:sldChg>
      <pc:sldChg chg="addSp delSp modSp add mod">
        <pc:chgData name="Biswas, Souvik (Cognizant)" userId="bc0f958c-b2bb-43fd-a0f4-66d25c03bf18" providerId="ADAL" clId="{26811F5B-6AD5-4CE9-8FF7-DA242314D8A9}" dt="2023-07-03T19:34:42.470" v="256" actId="404"/>
        <pc:sldMkLst>
          <pc:docMk/>
          <pc:sldMk cId="3293697631" sldId="729"/>
        </pc:sldMkLst>
      </pc:sldChg>
      <pc:sldChg chg="addSp delSp modSp add mod">
        <pc:chgData name="Biswas, Souvik (Cognizant)" userId="bc0f958c-b2bb-43fd-a0f4-66d25c03bf18" providerId="ADAL" clId="{26811F5B-6AD5-4CE9-8FF7-DA242314D8A9}" dt="2023-07-03T19:36:13.943" v="272" actId="208"/>
        <pc:sldMkLst>
          <pc:docMk/>
          <pc:sldMk cId="1662505226" sldId="730"/>
        </pc:sldMkLst>
      </pc:sldChg>
      <pc:sldChg chg="delSp modSp add mod ord">
        <pc:chgData name="Biswas, Souvik (Cognizant)" userId="bc0f958c-b2bb-43fd-a0f4-66d25c03bf18" providerId="ADAL" clId="{26811F5B-6AD5-4CE9-8FF7-DA242314D8A9}" dt="2023-07-03T19:35:42.339" v="265"/>
        <pc:sldMkLst>
          <pc:docMk/>
          <pc:sldMk cId="4205026194" sldId="731"/>
        </pc:sldMkLst>
      </pc:sldChg>
      <pc:sldChg chg="addSp modSp add mod ord">
        <pc:chgData name="Biswas, Souvik (Cognizant)" userId="bc0f958c-b2bb-43fd-a0f4-66d25c03bf18" providerId="ADAL" clId="{26811F5B-6AD5-4CE9-8FF7-DA242314D8A9}" dt="2023-07-03T19:38:23.196" v="281" actId="208"/>
        <pc:sldMkLst>
          <pc:docMk/>
          <pc:sldMk cId="820157612" sldId="732"/>
        </pc:sldMkLst>
      </pc:sldChg>
      <pc:sldChg chg="addSp delSp modSp add mod">
        <pc:chgData name="Biswas, Souvik (Cognizant)" userId="bc0f958c-b2bb-43fd-a0f4-66d25c03bf18" providerId="ADAL" clId="{26811F5B-6AD5-4CE9-8FF7-DA242314D8A9}" dt="2023-07-03T19:40:37.874" v="295" actId="208"/>
        <pc:sldMkLst>
          <pc:docMk/>
          <pc:sldMk cId="3036470736" sldId="733"/>
        </pc:sldMkLst>
      </pc:sldChg>
      <pc:sldChg chg="addSp delSp modSp add mod ord">
        <pc:chgData name="Biswas, Souvik (Cognizant)" userId="bc0f958c-b2bb-43fd-a0f4-66d25c03bf18" providerId="ADAL" clId="{26811F5B-6AD5-4CE9-8FF7-DA242314D8A9}" dt="2023-07-03T19:41:39.168" v="308" actId="208"/>
        <pc:sldMkLst>
          <pc:docMk/>
          <pc:sldMk cId="1968663554" sldId="734"/>
        </pc:sldMkLst>
      </pc:sldChg>
      <pc:sldChg chg="delSp modSp add mod ord">
        <pc:chgData name="Biswas, Souvik (Cognizant)" userId="bc0f958c-b2bb-43fd-a0f4-66d25c03bf18" providerId="ADAL" clId="{26811F5B-6AD5-4CE9-8FF7-DA242314D8A9}" dt="2023-07-04T18:06:27.411" v="341" actId="255"/>
        <pc:sldMkLst>
          <pc:docMk/>
          <pc:sldMk cId="356072237" sldId="735"/>
        </pc:sldMkLst>
      </pc:sldChg>
      <pc:sldChg chg="add del ord">
        <pc:chgData name="Biswas, Souvik (Cognizant)" userId="bc0f958c-b2bb-43fd-a0f4-66d25c03bf18" providerId="ADAL" clId="{26811F5B-6AD5-4CE9-8FF7-DA242314D8A9}" dt="2023-07-04T17:58:32.076" v="314" actId="2890"/>
        <pc:sldMkLst>
          <pc:docMk/>
          <pc:sldMk cId="2935107670" sldId="735"/>
        </pc:sldMkLst>
      </pc:sldChg>
      <pc:sldChg chg="addSp modSp add mod">
        <pc:chgData name="Biswas, Souvik (Cognizant)" userId="bc0f958c-b2bb-43fd-a0f4-66d25c03bf18" providerId="ADAL" clId="{26811F5B-6AD5-4CE9-8FF7-DA242314D8A9}" dt="2023-07-04T18:00:50.562" v="332" actId="1076"/>
        <pc:sldMkLst>
          <pc:docMk/>
          <pc:sldMk cId="724251980" sldId="736"/>
        </pc:sldMkLst>
      </pc:sldChg>
      <pc:sldChg chg="modSp add mod ord">
        <pc:chgData name="Biswas, Souvik (Cognizant)" userId="bc0f958c-b2bb-43fd-a0f4-66d25c03bf18" providerId="ADAL" clId="{26811F5B-6AD5-4CE9-8FF7-DA242314D8A9}" dt="2023-07-04T18:07:40.841" v="344" actId="14100"/>
        <pc:sldMkLst>
          <pc:docMk/>
          <pc:sldMk cId="3956839711" sldId="737"/>
        </pc:sldMkLst>
      </pc:sldChg>
      <pc:sldChg chg="addSp modSp add mod">
        <pc:chgData name="Biswas, Souvik (Cognizant)" userId="bc0f958c-b2bb-43fd-a0f4-66d25c03bf18" providerId="ADAL" clId="{26811F5B-6AD5-4CE9-8FF7-DA242314D8A9}" dt="2023-07-04T18:09:00.824" v="359" actId="208"/>
        <pc:sldMkLst>
          <pc:docMk/>
          <pc:sldMk cId="534711457" sldId="738"/>
        </pc:sldMkLst>
      </pc:sldChg>
      <pc:sldChg chg="addSp delSp modSp add mod">
        <pc:chgData name="Biswas, Souvik (Cognizant)" userId="bc0f958c-b2bb-43fd-a0f4-66d25c03bf18" providerId="ADAL" clId="{26811F5B-6AD5-4CE9-8FF7-DA242314D8A9}" dt="2023-07-04T18:11:05.398" v="368" actId="1076"/>
        <pc:sldMkLst>
          <pc:docMk/>
          <pc:sldMk cId="3182401755" sldId="739"/>
        </pc:sldMkLst>
      </pc:sldChg>
      <pc:sldChg chg="addSp delSp modSp add mod">
        <pc:chgData name="Biswas, Souvik (Cognizant)" userId="bc0f958c-b2bb-43fd-a0f4-66d25c03bf18" providerId="ADAL" clId="{26811F5B-6AD5-4CE9-8FF7-DA242314D8A9}" dt="2023-07-04T18:13:31.913" v="377" actId="208"/>
        <pc:sldMkLst>
          <pc:docMk/>
          <pc:sldMk cId="764057770" sldId="740"/>
        </pc:sldMkLst>
      </pc:sldChg>
      <pc:sldChg chg="delSp modSp add mod ord">
        <pc:chgData name="Biswas, Souvik (Cognizant)" userId="bc0f958c-b2bb-43fd-a0f4-66d25c03bf18" providerId="ADAL" clId="{26811F5B-6AD5-4CE9-8FF7-DA242314D8A9}" dt="2023-07-04T18:17:30.384" v="395" actId="14100"/>
        <pc:sldMkLst>
          <pc:docMk/>
          <pc:sldMk cId="2436453392" sldId="741"/>
        </pc:sldMkLst>
      </pc:sldChg>
      <pc:sldChg chg="addSp modSp add mod">
        <pc:chgData name="Biswas, Souvik (Cognizant)" userId="bc0f958c-b2bb-43fd-a0f4-66d25c03bf18" providerId="ADAL" clId="{26811F5B-6AD5-4CE9-8FF7-DA242314D8A9}" dt="2023-07-04T18:20:38.443" v="409" actId="1076"/>
        <pc:sldMkLst>
          <pc:docMk/>
          <pc:sldMk cId="148400478" sldId="742"/>
        </pc:sldMkLst>
      </pc:sldChg>
      <pc:sldChg chg="modSp add mod ord">
        <pc:chgData name="Biswas, Souvik (Cognizant)" userId="bc0f958c-b2bb-43fd-a0f4-66d25c03bf18" providerId="ADAL" clId="{26811F5B-6AD5-4CE9-8FF7-DA242314D8A9}" dt="2023-07-04T18:35:37.350" v="446" actId="5793"/>
        <pc:sldMkLst>
          <pc:docMk/>
          <pc:sldMk cId="2909323798" sldId="743"/>
        </pc:sldMkLst>
      </pc:sldChg>
      <pc:sldChg chg="add del ord">
        <pc:chgData name="Biswas, Souvik (Cognizant)" userId="bc0f958c-b2bb-43fd-a0f4-66d25c03bf18" providerId="ADAL" clId="{26811F5B-6AD5-4CE9-8FF7-DA242314D8A9}" dt="2023-07-04T18:36:42.182" v="452" actId="2890"/>
        <pc:sldMkLst>
          <pc:docMk/>
          <pc:sldMk cId="1712442209" sldId="744"/>
        </pc:sldMkLst>
      </pc:sldChg>
      <pc:sldChg chg="modSp add mod ord">
        <pc:chgData name="Biswas, Souvik (Cognizant)" userId="bc0f958c-b2bb-43fd-a0f4-66d25c03bf18" providerId="ADAL" clId="{26811F5B-6AD5-4CE9-8FF7-DA242314D8A9}" dt="2023-07-04T18:37:45.055" v="472" actId="255"/>
        <pc:sldMkLst>
          <pc:docMk/>
          <pc:sldMk cId="3748407611" sldId="744"/>
        </pc:sldMkLst>
      </pc:sldChg>
      <pc:sldChg chg="modSp add mod">
        <pc:chgData name="Biswas, Souvik (Cognizant)" userId="bc0f958c-b2bb-43fd-a0f4-66d25c03bf18" providerId="ADAL" clId="{26811F5B-6AD5-4CE9-8FF7-DA242314D8A9}" dt="2023-07-04T18:38:21.054" v="478" actId="20577"/>
        <pc:sldMkLst>
          <pc:docMk/>
          <pc:sldMk cId="2871615407" sldId="745"/>
        </pc:sldMkLst>
      </pc:sldChg>
      <pc:sldChg chg="addSp modSp add mod">
        <pc:chgData name="Biswas, Souvik (Cognizant)" userId="bc0f958c-b2bb-43fd-a0f4-66d25c03bf18" providerId="ADAL" clId="{26811F5B-6AD5-4CE9-8FF7-DA242314D8A9}" dt="2023-07-04T18:39:13.264" v="486" actId="208"/>
        <pc:sldMkLst>
          <pc:docMk/>
          <pc:sldMk cId="557629879" sldId="746"/>
        </pc:sldMkLst>
      </pc:sldChg>
      <pc:sldChg chg="delSp modSp add mod">
        <pc:chgData name="Biswas, Souvik (Cognizant)" userId="bc0f958c-b2bb-43fd-a0f4-66d25c03bf18" providerId="ADAL" clId="{26811F5B-6AD5-4CE9-8FF7-DA242314D8A9}" dt="2023-07-04T18:40:00.487" v="491"/>
        <pc:sldMkLst>
          <pc:docMk/>
          <pc:sldMk cId="2603219640" sldId="747"/>
        </pc:sldMkLst>
      </pc:sldChg>
      <pc:sldChg chg="modSp add mod">
        <pc:chgData name="Biswas, Souvik (Cognizant)" userId="bc0f958c-b2bb-43fd-a0f4-66d25c03bf18" providerId="ADAL" clId="{26811F5B-6AD5-4CE9-8FF7-DA242314D8A9}" dt="2023-07-04T18:40:37.703" v="496" actId="12"/>
        <pc:sldMkLst>
          <pc:docMk/>
          <pc:sldMk cId="2514027555" sldId="748"/>
        </pc:sldMkLst>
      </pc:sldChg>
      <pc:sldMasterChg chg="delSldLayout">
        <pc:chgData name="Biswas, Souvik (Cognizant)" userId="bc0f958c-b2bb-43fd-a0f4-66d25c03bf18" providerId="ADAL" clId="{26811F5B-6AD5-4CE9-8FF7-DA242314D8A9}" dt="2023-07-03T18:46:56.154" v="134" actId="47"/>
        <pc:sldMasterMkLst>
          <pc:docMk/>
          <pc:sldMasterMk cId="440358670" sldId="2147483674"/>
        </pc:sldMasterMkLst>
        <pc:sldLayoutChg chg="del">
          <pc:chgData name="Biswas, Souvik (Cognizant)" userId="bc0f958c-b2bb-43fd-a0f4-66d25c03bf18" providerId="ADAL" clId="{26811F5B-6AD5-4CE9-8FF7-DA242314D8A9}" dt="2023-07-03T18:46:56.154" v="134" actId="47"/>
          <pc:sldLayoutMkLst>
            <pc:docMk/>
            <pc:sldMasterMk cId="440358670" sldId="2147483674"/>
            <pc:sldLayoutMk cId="0" sldId="2147483692"/>
          </pc:sldLayoutMkLst>
        </pc:sldLayoutChg>
        <pc:sldLayoutChg chg="del">
          <pc:chgData name="Biswas, Souvik (Cognizant)" userId="bc0f958c-b2bb-43fd-a0f4-66d25c03bf18" providerId="ADAL" clId="{26811F5B-6AD5-4CE9-8FF7-DA242314D8A9}" dt="2023-07-03T18:06:20.080" v="75" actId="2696"/>
          <pc:sldLayoutMkLst>
            <pc:docMk/>
            <pc:sldMasterMk cId="440358670" sldId="2147483674"/>
            <pc:sldLayoutMk cId="1796992678" sldId="2147483693"/>
          </pc:sldLayoutMkLst>
        </pc:sldLayoutChg>
        <pc:sldLayoutChg chg="del">
          <pc:chgData name="Biswas, Souvik (Cognizant)" userId="bc0f958c-b2bb-43fd-a0f4-66d25c03bf18" providerId="ADAL" clId="{26811F5B-6AD5-4CE9-8FF7-DA242314D8A9}" dt="2023-07-03T18:44:52.121" v="118" actId="47"/>
          <pc:sldLayoutMkLst>
            <pc:docMk/>
            <pc:sldMasterMk cId="440358670" sldId="2147483674"/>
            <pc:sldLayoutMk cId="3837234616" sldId="2147483694"/>
          </pc:sldLayoutMkLst>
        </pc:sldLayoutChg>
      </pc:sldMasterChg>
    </pc:docChg>
  </pc:docChgLst>
  <pc:docChgLst>
    <pc:chgData name="Biswas, Souvik (Cognizant)" userId="bc0f958c-b2bb-43fd-a0f4-66d25c03bf18" providerId="ADAL" clId="{77CF50E5-ECF0-4D27-97C9-FC24A94BA3B1}"/>
    <pc:docChg chg="undo custSel addSld delSld modSld">
      <pc:chgData name="Biswas, Souvik (Cognizant)" userId="bc0f958c-b2bb-43fd-a0f4-66d25c03bf18" providerId="ADAL" clId="{77CF50E5-ECF0-4D27-97C9-FC24A94BA3B1}" dt="2023-08-08T05:16:58.294" v="10" actId="47"/>
      <pc:docMkLst>
        <pc:docMk/>
      </pc:docMkLst>
      <pc:sldChg chg="addSp delSp del mod">
        <pc:chgData name="Biswas, Souvik (Cognizant)" userId="bc0f958c-b2bb-43fd-a0f4-66d25c03bf18" providerId="ADAL" clId="{77CF50E5-ECF0-4D27-97C9-FC24A94BA3B1}" dt="2023-08-08T05:16:58.294" v="10" actId="47"/>
        <pc:sldMkLst>
          <pc:docMk/>
          <pc:sldMk cId="2309930151" sldId="330"/>
        </pc:sldMkLst>
      </pc:sldChg>
      <pc:sldChg chg="modSp add mod">
        <pc:chgData name="Biswas, Souvik (Cognizant)" userId="bc0f958c-b2bb-43fd-a0f4-66d25c03bf18" providerId="ADAL" clId="{77CF50E5-ECF0-4D27-97C9-FC24A94BA3B1}" dt="2023-08-08T05:16:35.229" v="9" actId="20577"/>
        <pc:sldMkLst>
          <pc:docMk/>
          <pc:sldMk cId="20639001" sldId="74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1. Which of these is not a mechanism for controlling record-level access?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Field Level Security</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0FAADDD7-5F89-4328-8C81-E2AA135EA87E}">
      <dgm:prSet custT="1"/>
      <dgm:spPr/>
      <dgm:t>
        <a:bodyPr/>
        <a:lstStyle/>
        <a:p>
          <a:r>
            <a:rPr lang="en-US" sz="1800" b="0" dirty="0">
              <a:solidFill>
                <a:schemeClr val="bg1"/>
              </a:solidFill>
              <a:latin typeface="Arial" panose="020B0604020202020204" pitchFamily="34" charset="0"/>
              <a:cs typeface="Arial" panose="020B0604020202020204" pitchFamily="34" charset="0"/>
            </a:rPr>
            <a:t>Sharing Rule</a:t>
          </a:r>
        </a:p>
      </dgm:t>
    </dgm:pt>
    <dgm:pt modelId="{1C5AD66E-FEA0-4509-B718-D509CE9A5B1B}" type="parTrans" cxnId="{B1907876-22A0-4C59-96D1-C629B0B4CEBC}">
      <dgm:prSet/>
      <dgm:spPr/>
      <dgm:t>
        <a:bodyPr/>
        <a:lstStyle/>
        <a:p>
          <a:endParaRPr lang="en-US"/>
        </a:p>
      </dgm:t>
    </dgm:pt>
    <dgm:pt modelId="{6BBE8A50-E19C-4E49-B6F8-748561EE19BA}" type="sibTrans" cxnId="{B1907876-22A0-4C59-96D1-C629B0B4CEBC}">
      <dgm:prSet/>
      <dgm:spPr/>
      <dgm:t>
        <a:bodyPr/>
        <a:lstStyle/>
        <a:p>
          <a:endParaRPr lang="en-US"/>
        </a:p>
      </dgm:t>
    </dgm:pt>
    <dgm:pt modelId="{780BE46A-2C05-4A84-91CA-7BAE6DB347E5}">
      <dgm:prSet custT="1"/>
      <dgm:spPr/>
      <dgm:t>
        <a:bodyPr/>
        <a:lstStyle/>
        <a:p>
          <a:r>
            <a:rPr lang="en-US" sz="1800" b="0">
              <a:solidFill>
                <a:schemeClr val="bg1"/>
              </a:solidFill>
              <a:latin typeface="Arial" panose="020B0604020202020204" pitchFamily="34" charset="0"/>
              <a:cs typeface="Arial" panose="020B0604020202020204" pitchFamily="34" charset="0"/>
            </a:rPr>
            <a:t>Org Wide Default</a:t>
          </a:r>
          <a:endParaRPr lang="en-US" sz="1800" b="0" dirty="0">
            <a:solidFill>
              <a:schemeClr val="bg1"/>
            </a:solidFill>
            <a:latin typeface="Arial" panose="020B0604020202020204" pitchFamily="34" charset="0"/>
            <a:cs typeface="Arial" panose="020B0604020202020204" pitchFamily="34" charset="0"/>
          </a:endParaRPr>
        </a:p>
      </dgm:t>
    </dgm:pt>
    <dgm:pt modelId="{4EC5952C-78DF-4A40-9FB5-DFFD544A6D85}" type="parTrans" cxnId="{096CF53F-F90D-41B6-AD77-8DDF2688E337}">
      <dgm:prSet/>
      <dgm:spPr/>
      <dgm:t>
        <a:bodyPr/>
        <a:lstStyle/>
        <a:p>
          <a:endParaRPr lang="en-US"/>
        </a:p>
      </dgm:t>
    </dgm:pt>
    <dgm:pt modelId="{5F378279-0AA8-46DD-9592-DB4CB2CD49AC}" type="sibTrans" cxnId="{096CF53F-F90D-41B6-AD77-8DDF2688E337}">
      <dgm:prSet/>
      <dgm:spPr/>
      <dgm:t>
        <a:bodyPr/>
        <a:lstStyle/>
        <a:p>
          <a:endParaRPr lang="en-US"/>
        </a:p>
      </dgm:t>
    </dgm:pt>
    <dgm:pt modelId="{9AC6B914-8F50-40AF-8CF8-99A939890B89}">
      <dgm:prSet custT="1"/>
      <dgm:spPr/>
      <dgm:t>
        <a:bodyPr/>
        <a:lstStyle/>
        <a:p>
          <a:r>
            <a:rPr lang="en-US" sz="1800" b="0" dirty="0">
              <a:solidFill>
                <a:schemeClr val="bg1"/>
              </a:solidFill>
              <a:latin typeface="Arial" panose="020B0604020202020204" pitchFamily="34" charset="0"/>
              <a:cs typeface="Arial" panose="020B0604020202020204" pitchFamily="34" charset="0"/>
            </a:rPr>
            <a:t>Role Hierarchy</a:t>
          </a:r>
        </a:p>
      </dgm:t>
    </dgm:pt>
    <dgm:pt modelId="{6F1DD893-2FA2-41F9-9CE1-A3F73AF1E8CD}" type="parTrans" cxnId="{AEDE5E57-E7B3-4A8C-B046-743E7E69C723}">
      <dgm:prSet/>
      <dgm:spPr/>
      <dgm:t>
        <a:bodyPr/>
        <a:lstStyle/>
        <a:p>
          <a:endParaRPr lang="en-US"/>
        </a:p>
      </dgm:t>
    </dgm:pt>
    <dgm:pt modelId="{4AD51E88-089A-4149-9C29-B7D916A45454}" type="sibTrans" cxnId="{AEDE5E57-E7B3-4A8C-B046-743E7E69C723}">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3231" custLinFactNeighborX="-52" custLinFactNeighborY="-3967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9C8D5739-3034-4CD9-842A-B81EF7FF56C4}" type="presOf" srcId="{0FAADDD7-5F89-4328-8C81-E2AA135EA87E}" destId="{0EBE7C70-51AD-4402-A9D8-36889ADBC56A}" srcOrd="0" destOrd="1" presId="urn:microsoft.com/office/officeart/2005/8/layout/vList2"/>
    <dgm:cxn modelId="{096CF53F-F90D-41B6-AD77-8DDF2688E337}" srcId="{2C8EA471-3542-4573-A8BF-295862507B6E}" destId="{780BE46A-2C05-4A84-91CA-7BAE6DB347E5}" srcOrd="2" destOrd="0" parTransId="{4EC5952C-78DF-4A40-9FB5-DFFD544A6D85}" sibTransId="{5F378279-0AA8-46DD-9592-DB4CB2CD49AC}"/>
    <dgm:cxn modelId="{B1907876-22A0-4C59-96D1-C629B0B4CEBC}" srcId="{2C8EA471-3542-4573-A8BF-295862507B6E}" destId="{0FAADDD7-5F89-4328-8C81-E2AA135EA87E}" srcOrd="1" destOrd="0" parTransId="{1C5AD66E-FEA0-4509-B718-D509CE9A5B1B}" sibTransId="{6BBE8A50-E19C-4E49-B6F8-748561EE19BA}"/>
    <dgm:cxn modelId="{AEDE5E57-E7B3-4A8C-B046-743E7E69C723}" srcId="{2C8EA471-3542-4573-A8BF-295862507B6E}" destId="{9AC6B914-8F50-40AF-8CF8-99A939890B89}" srcOrd="3" destOrd="0" parTransId="{6F1DD893-2FA2-41F9-9CE1-A3F73AF1E8CD}" sibTransId="{4AD51E88-089A-4149-9C29-B7D916A45454}"/>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34C05A3-E735-4FE9-969F-79A25D4DDC45}" type="presOf" srcId="{9AC6B914-8F50-40AF-8CF8-99A939890B89}" destId="{0EBE7C70-51AD-4402-A9D8-36889ADBC56A}" srcOrd="0" destOrd="3"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771C0AB3-6DEF-4489-B1C2-E8867A4F2222}" type="presOf" srcId="{780BE46A-2C05-4A84-91CA-7BAE6DB347E5}" destId="{0EBE7C70-51AD-4402-A9D8-36889ADBC56A}" srcOrd="0" destOrd="2" presId="urn:microsoft.com/office/officeart/2005/8/layout/vList2"/>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b="0" dirty="0">
              <a:latin typeface="Arial" panose="020B0604020202020204" pitchFamily="34" charset="0"/>
              <a:cs typeface="Arial" panose="020B0604020202020204" pitchFamily="34" charset="0"/>
            </a:rPr>
            <a:t>Field Level Security</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User license must be of which type for VEEVA license?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Salesforce Platform</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8DA566B-7E9C-4867-AD35-8498F829FBA1}">
      <dgm:prSet custT="1"/>
      <dgm:spPr/>
      <dgm:t>
        <a:bodyPr/>
        <a:lstStyle/>
        <a:p>
          <a:r>
            <a:rPr lang="en-US" sz="1800" dirty="0">
              <a:solidFill>
                <a:schemeClr val="bg1"/>
              </a:solidFill>
              <a:latin typeface="Arial" panose="020B0604020202020204" pitchFamily="34" charset="0"/>
              <a:cs typeface="Arial" panose="020B0604020202020204" pitchFamily="34" charset="0"/>
            </a:rPr>
            <a:t>Salesforce</a:t>
          </a:r>
        </a:p>
      </dgm:t>
    </dgm:pt>
    <dgm:pt modelId="{264A8CF3-A424-4794-8416-5056F99A1530}" type="parTrans" cxnId="{ED97B1FD-502D-494A-A2DD-328EDE8DABE5}">
      <dgm:prSet/>
      <dgm:spPr/>
      <dgm:t>
        <a:bodyPr/>
        <a:lstStyle/>
        <a:p>
          <a:endParaRPr lang="en-US"/>
        </a:p>
      </dgm:t>
    </dgm:pt>
    <dgm:pt modelId="{3C732346-2C7E-44A5-BA3C-437AE71B7282}" type="sibTrans" cxnId="{ED97B1FD-502D-494A-A2DD-328EDE8DABE5}">
      <dgm:prSet/>
      <dgm:spPr/>
      <dgm:t>
        <a:bodyPr/>
        <a:lstStyle/>
        <a:p>
          <a:endParaRPr lang="en-US"/>
        </a:p>
      </dgm:t>
    </dgm:pt>
    <dgm:pt modelId="{4B8D84AC-640E-4DDC-B673-524ECE1A8488}">
      <dgm:prSet custT="1"/>
      <dgm:spPr/>
      <dgm:t>
        <a:bodyPr/>
        <a:lstStyle/>
        <a:p>
          <a:r>
            <a:rPr lang="en-US" sz="1800" dirty="0">
              <a:solidFill>
                <a:schemeClr val="bg1"/>
              </a:solidFill>
              <a:latin typeface="Arial" panose="020B0604020202020204" pitchFamily="34" charset="0"/>
              <a:cs typeface="Arial" panose="020B0604020202020204" pitchFamily="34" charset="0"/>
            </a:rPr>
            <a:t>Partner</a:t>
          </a:r>
        </a:p>
      </dgm:t>
    </dgm:pt>
    <dgm:pt modelId="{F775D5D2-63F6-4B07-A23A-DBA0E5E9E31C}" type="parTrans" cxnId="{6376369B-3AD2-4E29-8802-4893D00C6EE2}">
      <dgm:prSet/>
      <dgm:spPr/>
      <dgm:t>
        <a:bodyPr/>
        <a:lstStyle/>
        <a:p>
          <a:endParaRPr lang="en-US"/>
        </a:p>
      </dgm:t>
    </dgm:pt>
    <dgm:pt modelId="{861B6AE1-7DDE-4D1C-BE15-4BBF19D20EA3}" type="sibTrans" cxnId="{6376369B-3AD2-4E29-8802-4893D00C6EE2}">
      <dgm:prSet/>
      <dgm:spPr/>
      <dgm:t>
        <a:bodyPr/>
        <a:lstStyle/>
        <a:p>
          <a:endParaRPr lang="en-US"/>
        </a:p>
      </dgm:t>
    </dgm:pt>
    <dgm:pt modelId="{23943EE9-12D3-45A0-AD33-28AE579C916B}">
      <dgm:prSet custT="1"/>
      <dgm:spPr/>
      <dgm:t>
        <a:bodyPr/>
        <a:lstStyle/>
        <a:p>
          <a:r>
            <a:rPr lang="en-US" sz="1800" dirty="0">
              <a:solidFill>
                <a:schemeClr val="bg1"/>
              </a:solidFill>
              <a:latin typeface="Arial" panose="020B0604020202020204" pitchFamily="34" charset="0"/>
              <a:cs typeface="Arial" panose="020B0604020202020204" pitchFamily="34" charset="0"/>
            </a:rPr>
            <a:t>VEEVA Platform</a:t>
          </a:r>
        </a:p>
      </dgm:t>
    </dgm:pt>
    <dgm:pt modelId="{59DF685F-FB5E-4C34-854C-4B1E63F78817}" type="parTrans" cxnId="{B35AEBDF-3681-4A8F-9703-4A53150321E2}">
      <dgm:prSet/>
      <dgm:spPr/>
      <dgm:t>
        <a:bodyPr/>
        <a:lstStyle/>
        <a:p>
          <a:endParaRPr lang="en-US"/>
        </a:p>
      </dgm:t>
    </dgm:pt>
    <dgm:pt modelId="{E59E9F82-BBC7-48B0-BC05-551041762258}" type="sibTrans" cxnId="{B35AEBDF-3681-4A8F-9703-4A53150321E2}">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3231" custLinFactNeighborX="-52" custLinFactNeighborY="-3967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32FB0C09-A638-48C2-A8D2-A58A4A8E3A5B}" type="presOf" srcId="{98DA566B-7E9C-4867-AD35-8498F829FBA1}" destId="{0EBE7C70-51AD-4402-A9D8-36889ADBC56A}" srcOrd="0" destOrd="1" presId="urn:microsoft.com/office/officeart/2005/8/layout/vList2"/>
    <dgm:cxn modelId="{29C6A674-2B12-4A06-A311-888E6D8D6667}" type="presOf" srcId="{4B8D84AC-640E-4DDC-B673-524ECE1A8488}"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6376369B-3AD2-4E29-8802-4893D00C6EE2}" srcId="{2C8EA471-3542-4573-A8BF-295862507B6E}" destId="{4B8D84AC-640E-4DDC-B673-524ECE1A8488}" srcOrd="2" destOrd="0" parTransId="{F775D5D2-63F6-4B07-A23A-DBA0E5E9E31C}" sibTransId="{861B6AE1-7DDE-4D1C-BE15-4BBF19D20EA3}"/>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E76513C4-4EA6-451B-91BF-318B58FCAD37}" type="presOf" srcId="{23943EE9-12D3-45A0-AD33-28AE579C916B}" destId="{0EBE7C70-51AD-4402-A9D8-36889ADBC56A}" srcOrd="0" destOrd="3" presId="urn:microsoft.com/office/officeart/2005/8/layout/vList2"/>
    <dgm:cxn modelId="{B35AEBDF-3681-4A8F-9703-4A53150321E2}" srcId="{2C8EA471-3542-4573-A8BF-295862507B6E}" destId="{23943EE9-12D3-45A0-AD33-28AE579C916B}" srcOrd="3" destOrd="0" parTransId="{59DF685F-FB5E-4C34-854C-4B1E63F78817}" sibTransId="{E59E9F82-BBC7-48B0-BC05-551041762258}"/>
    <dgm:cxn modelId="{ED97B1FD-502D-494A-A2DD-328EDE8DABE5}" srcId="{2C8EA471-3542-4573-A8BF-295862507B6E}" destId="{98DA566B-7E9C-4867-AD35-8498F829FBA1}" srcOrd="1" destOrd="0" parTransId="{264A8CF3-A424-4794-8416-5056F99A1530}" sibTransId="{3C732346-2C7E-44A5-BA3C-437AE71B728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Salesforce Platform</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3. User records cannot be deleted.</a:t>
          </a:r>
        </a:p>
        <a:p>
          <a:r>
            <a:rPr lang="en-US" sz="1800" b="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398F711F-7950-4E00-B600-FDE20B6C0BA9}">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94DC7B9A-1699-4B34-AD25-4996D91923DF}" type="parTrans" cxnId="{ACACD530-088A-42CF-BA73-B48D56B732CC}">
      <dgm:prSet/>
      <dgm:spPr/>
      <dgm:t>
        <a:bodyPr/>
        <a:lstStyle/>
        <a:p>
          <a:endParaRPr lang="en-US"/>
        </a:p>
      </dgm:t>
    </dgm:pt>
    <dgm:pt modelId="{39C51661-27A7-4004-9312-2395D3A346E0}" type="sibTrans" cxnId="{ACACD530-088A-42CF-BA73-B48D56B732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3231" custLinFactNeighborX="-52" custLinFactNeighborY="-3967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ACACD530-088A-42CF-BA73-B48D56B732CC}" srcId="{2C8EA471-3542-4573-A8BF-295862507B6E}" destId="{398F711F-7950-4E00-B600-FDE20B6C0BA9}" srcOrd="1" destOrd="0" parTransId="{94DC7B9A-1699-4B34-AD25-4996D91923DF}" sibTransId="{39C51661-27A7-4004-9312-2395D3A346E0}"/>
    <dgm:cxn modelId="{92813A7A-E7AF-43CF-9BB3-735ABA4EC4CF}" type="presOf" srcId="{398F711F-7950-4E00-B600-FDE20B6C0BA9}"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4. The _____ gives managers visibility to the data with private OWD (excluding Accounts) owned by their direct reports. </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Role Hierarchy </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1DD73AA5-2433-4397-BDC8-A6AE79BB94AA}">
      <dgm:prSet custT="1"/>
      <dgm:spPr/>
      <dgm:t>
        <a:bodyPr/>
        <a:lstStyle/>
        <a:p>
          <a:r>
            <a:rPr lang="en-US" sz="1800" dirty="0">
              <a:solidFill>
                <a:schemeClr val="bg1"/>
              </a:solidFill>
              <a:latin typeface="Arial" panose="020B0604020202020204" pitchFamily="34" charset="0"/>
              <a:cs typeface="Arial" panose="020B0604020202020204" pitchFamily="34" charset="0"/>
            </a:rPr>
            <a:t>Territory Hierarchy </a:t>
          </a:r>
        </a:p>
      </dgm:t>
    </dgm:pt>
    <dgm:pt modelId="{DEAC669F-3D82-4F14-A631-4E9737397C37}" type="parTrans" cxnId="{380393C9-5533-4AD1-B083-9FB41B85B594}">
      <dgm:prSet/>
      <dgm:spPr/>
      <dgm:t>
        <a:bodyPr/>
        <a:lstStyle/>
        <a:p>
          <a:endParaRPr lang="en-US"/>
        </a:p>
      </dgm:t>
    </dgm:pt>
    <dgm:pt modelId="{1E6A1AB7-14EE-4AA6-BFFE-0E961BB02D12}" type="sibTrans" cxnId="{380393C9-5533-4AD1-B083-9FB41B85B594}">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3231" custLinFactNeighborX="-52" custLinFactNeighborY="-3967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6D72BEC7-3EF2-4860-8C1F-075EC7409203}" type="presOf" srcId="{1DD73AA5-2433-4397-BDC8-A6AE79BB94AA}" destId="{0EBE7C70-51AD-4402-A9D8-36889ADBC56A}" srcOrd="0" destOrd="1" presId="urn:microsoft.com/office/officeart/2005/8/layout/vList2"/>
    <dgm:cxn modelId="{380393C9-5533-4AD1-B083-9FB41B85B594}" srcId="{2C8EA471-3542-4573-A8BF-295862507B6E}" destId="{1DD73AA5-2433-4397-BDC8-A6AE79BB94AA}" srcOrd="1" destOrd="0" parTransId="{DEAC669F-3D82-4F14-A631-4E9737397C37}" sibTransId="{1E6A1AB7-14EE-4AA6-BFFE-0E961BB02D1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Role Hierarchy </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5. Owner Access gives permission to:</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View, Edit, Delete, Transfer &amp; Share</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4D66181-34A9-4B1C-AB19-15F73C7950FF}">
      <dgm:prSet custT="1"/>
      <dgm:spPr/>
      <dgm:t>
        <a:bodyPr/>
        <a:lstStyle/>
        <a:p>
          <a:r>
            <a:rPr lang="en-US" sz="1800" b="0" dirty="0">
              <a:solidFill>
                <a:schemeClr val="bg1"/>
              </a:solidFill>
              <a:latin typeface="Arial" panose="020B0604020202020204" pitchFamily="34" charset="0"/>
              <a:cs typeface="Arial" panose="020B0604020202020204" pitchFamily="34" charset="0"/>
            </a:rPr>
            <a:t>Edit, Delete, Transfer &amp; Share</a:t>
          </a:r>
        </a:p>
      </dgm:t>
    </dgm:pt>
    <dgm:pt modelId="{3B6F4219-CE0F-4AFD-A7FE-3F507CD9D674}" type="parTrans" cxnId="{40B2E5E8-2ED9-4DEA-8CB3-F489F6363127}">
      <dgm:prSet/>
      <dgm:spPr/>
      <dgm:t>
        <a:bodyPr/>
        <a:lstStyle/>
        <a:p>
          <a:endParaRPr lang="en-US"/>
        </a:p>
      </dgm:t>
    </dgm:pt>
    <dgm:pt modelId="{AB704446-5FE6-43F7-B4C0-03927EA88004}" type="sibTrans" cxnId="{40B2E5E8-2ED9-4DEA-8CB3-F489F6363127}">
      <dgm:prSet/>
      <dgm:spPr/>
      <dgm:t>
        <a:bodyPr/>
        <a:lstStyle/>
        <a:p>
          <a:endParaRPr lang="en-US"/>
        </a:p>
      </dgm:t>
    </dgm:pt>
    <dgm:pt modelId="{B7F188D8-2424-42A2-9823-6C564C08D4A8}">
      <dgm:prSet custT="1"/>
      <dgm:spPr/>
      <dgm:t>
        <a:bodyPr/>
        <a:lstStyle/>
        <a:p>
          <a:r>
            <a:rPr lang="en-US" sz="1800" b="0" dirty="0">
              <a:solidFill>
                <a:schemeClr val="bg1"/>
              </a:solidFill>
              <a:latin typeface="Arial" panose="020B0604020202020204" pitchFamily="34" charset="0"/>
              <a:cs typeface="Arial" panose="020B0604020202020204" pitchFamily="34" charset="0"/>
            </a:rPr>
            <a:t>View, Edit, Delete &amp; Share</a:t>
          </a:r>
        </a:p>
      </dgm:t>
    </dgm:pt>
    <dgm:pt modelId="{8D928E7C-4A69-44BE-8FD3-598B4623024A}" type="parTrans" cxnId="{7470E171-3011-4918-8A9E-97BE00E02593}">
      <dgm:prSet/>
      <dgm:spPr/>
      <dgm:t>
        <a:bodyPr/>
        <a:lstStyle/>
        <a:p>
          <a:endParaRPr lang="en-US"/>
        </a:p>
      </dgm:t>
    </dgm:pt>
    <dgm:pt modelId="{723D24DA-157D-47CC-A0DB-DE5CC8B92511}" type="sibTrans" cxnId="{7470E171-3011-4918-8A9E-97BE00E02593}">
      <dgm:prSet/>
      <dgm:spPr/>
      <dgm:t>
        <a:bodyPr/>
        <a:lstStyle/>
        <a:p>
          <a:endParaRPr lang="en-US"/>
        </a:p>
      </dgm:t>
    </dgm:pt>
    <dgm:pt modelId="{0ACA71E0-DED0-473C-A16B-4431CC0EA27F}">
      <dgm:prSet custT="1"/>
      <dgm:spPr/>
      <dgm:t>
        <a:bodyPr/>
        <a:lstStyle/>
        <a:p>
          <a:r>
            <a:rPr lang="en-US" sz="1800" b="0" dirty="0">
              <a:solidFill>
                <a:schemeClr val="bg1"/>
              </a:solidFill>
              <a:latin typeface="Arial" panose="020B0604020202020204" pitchFamily="34" charset="0"/>
              <a:cs typeface="Arial" panose="020B0604020202020204" pitchFamily="34" charset="0"/>
            </a:rPr>
            <a:t>View, Edit, Delete &amp; Transfer</a:t>
          </a:r>
        </a:p>
      </dgm:t>
    </dgm:pt>
    <dgm:pt modelId="{0BB06259-2257-414F-AF6A-E73C5F0C376B}" type="parTrans" cxnId="{AFA62D16-BC35-4570-9DF1-F07A47076F57}">
      <dgm:prSet/>
      <dgm:spPr/>
      <dgm:t>
        <a:bodyPr/>
        <a:lstStyle/>
        <a:p>
          <a:endParaRPr lang="en-US"/>
        </a:p>
      </dgm:t>
    </dgm:pt>
    <dgm:pt modelId="{6A157BA3-D38A-4B54-A51B-F58A38951CA2}" type="sibTrans" cxnId="{AFA62D16-BC35-4570-9DF1-F07A47076F57}">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3231" custLinFactNeighborX="-52" custLinFactNeighborY="-3967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AFA62D16-BC35-4570-9DF1-F07A47076F57}" srcId="{2C8EA471-3542-4573-A8BF-295862507B6E}" destId="{0ACA71E0-DED0-473C-A16B-4431CC0EA27F}" srcOrd="3" destOrd="0" parTransId="{0BB06259-2257-414F-AF6A-E73C5F0C376B}" sibTransId="{6A157BA3-D38A-4B54-A51B-F58A38951CA2}"/>
    <dgm:cxn modelId="{7470E171-3011-4918-8A9E-97BE00E02593}" srcId="{2C8EA471-3542-4573-A8BF-295862507B6E}" destId="{B7F188D8-2424-42A2-9823-6C564C08D4A8}" srcOrd="2" destOrd="0" parTransId="{8D928E7C-4A69-44BE-8FD3-598B4623024A}" sibTransId="{723D24DA-157D-47CC-A0DB-DE5CC8B92511}"/>
    <dgm:cxn modelId="{6E49AC53-8CB4-44E2-BA2C-B561ECBC4E79}" type="presOf" srcId="{B7F188D8-2424-42A2-9823-6C564C08D4A8}"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70D87B6-614C-4AB8-BDDE-04F697855AE7}" type="presOf" srcId="{0ACA71E0-DED0-473C-A16B-4431CC0EA27F}" destId="{0EBE7C70-51AD-4402-A9D8-36889ADBC56A}" srcOrd="0" destOrd="3" presId="urn:microsoft.com/office/officeart/2005/8/layout/vList2"/>
    <dgm:cxn modelId="{42C701BD-9304-43B0-BEE0-4718A400C443}" type="presOf" srcId="{D073AE1F-622F-41F3-83F6-04C7A451C39E}" destId="{0EBE7C70-51AD-4402-A9D8-36889ADBC56A}" srcOrd="0" destOrd="0" presId="urn:microsoft.com/office/officeart/2005/8/layout/vList2"/>
    <dgm:cxn modelId="{93BA57BD-8B0A-49C3-B0BE-A997649F774C}" type="presOf" srcId="{64D66181-34A9-4B1C-AB19-15F73C7950FF}" destId="{0EBE7C70-51AD-4402-A9D8-36889ADBC56A}" srcOrd="0" destOrd="1" presId="urn:microsoft.com/office/officeart/2005/8/layout/vList2"/>
    <dgm:cxn modelId="{40B2E5E8-2ED9-4DEA-8CB3-F489F6363127}" srcId="{2C8EA471-3542-4573-A8BF-295862507B6E}" destId="{64D66181-34A9-4B1C-AB19-15F73C7950FF}" srcOrd="1" destOrd="0" parTransId="{3B6F4219-CE0F-4AFD-A7FE-3F507CD9D674}" sibTransId="{AB704446-5FE6-43F7-B4C0-03927EA88004}"/>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View, Edit, Delete, Transfer &amp; Share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01275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1. Which of these is not a mechanism for controlling record-level access?</a:t>
          </a:r>
          <a:endParaRPr lang="en-US" sz="1800" kern="1200" dirty="0">
            <a:solidFill>
              <a:schemeClr val="bg1"/>
            </a:solidFill>
            <a:latin typeface="Arial" panose="020B0604020202020204" pitchFamily="34" charset="0"/>
            <a:cs typeface="Arial" panose="020B0604020202020204" pitchFamily="34" charset="0"/>
          </a:endParaRPr>
        </a:p>
      </dsp:txBody>
      <dsp:txXfrm>
        <a:off x="49439" y="49439"/>
        <a:ext cx="8235007" cy="913876"/>
      </dsp:txXfrm>
    </dsp:sp>
    <dsp:sp modelId="{0EBE7C70-51AD-4402-A9D8-36889ADBC56A}">
      <dsp:nvSpPr>
        <dsp:cNvPr id="0" name=""/>
        <dsp:cNvSpPr/>
      </dsp:nvSpPr>
      <dsp:spPr>
        <a:xfrm>
          <a:off x="0" y="1459967"/>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Field Level Security</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Sharing Rule</a:t>
          </a:r>
        </a:p>
        <a:p>
          <a:pPr marL="171450" lvl="1" indent="-171450" algn="l" defTabSz="800100">
            <a:lnSpc>
              <a:spcPct val="90000"/>
            </a:lnSpc>
            <a:spcBef>
              <a:spcPct val="0"/>
            </a:spcBef>
            <a:spcAft>
              <a:spcPct val="20000"/>
            </a:spcAft>
            <a:buChar char="•"/>
          </a:pPr>
          <a:r>
            <a:rPr lang="en-US" sz="1800" b="0" kern="1200">
              <a:solidFill>
                <a:schemeClr val="bg1"/>
              </a:solidFill>
              <a:latin typeface="Arial" panose="020B0604020202020204" pitchFamily="34" charset="0"/>
              <a:cs typeface="Arial" panose="020B0604020202020204" pitchFamily="34" charset="0"/>
            </a:rPr>
            <a:t>Org Wide Default</a:t>
          </a:r>
          <a:endParaRPr lang="en-US" sz="1800" b="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Role Hierarchy</a:t>
          </a:r>
        </a:p>
      </dsp:txBody>
      <dsp:txXfrm>
        <a:off x="0" y="1459967"/>
        <a:ext cx="8333885" cy="1177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b="0" kern="1200" dirty="0">
              <a:latin typeface="Arial" panose="020B0604020202020204" pitchFamily="34" charset="0"/>
              <a:cs typeface="Arial" panose="020B0604020202020204" pitchFamily="34" charset="0"/>
            </a:rPr>
            <a:t>Field Level Security</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01275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User license must be of which type for VEEVA license?</a:t>
          </a:r>
        </a:p>
      </dsp:txBody>
      <dsp:txXfrm>
        <a:off x="49439" y="49439"/>
        <a:ext cx="8235007" cy="913876"/>
      </dsp:txXfrm>
    </dsp:sp>
    <dsp:sp modelId="{0EBE7C70-51AD-4402-A9D8-36889ADBC56A}">
      <dsp:nvSpPr>
        <dsp:cNvPr id="0" name=""/>
        <dsp:cNvSpPr/>
      </dsp:nvSpPr>
      <dsp:spPr>
        <a:xfrm>
          <a:off x="0" y="1261086"/>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Salesforce Platform</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Salesforce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Partner</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VEEVA Platform</a:t>
          </a:r>
        </a:p>
      </dsp:txBody>
      <dsp:txXfrm>
        <a:off x="0" y="1261086"/>
        <a:ext cx="8333885" cy="11773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Salesforce Platform</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01275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3. User records cannot be deleted.</a:t>
          </a:r>
        </a:p>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49439" y="49439"/>
        <a:ext cx="8235007" cy="913876"/>
      </dsp:txXfrm>
    </dsp:sp>
    <dsp:sp modelId="{0EBE7C70-51AD-4402-A9D8-36889ADBC56A}">
      <dsp:nvSpPr>
        <dsp:cNvPr id="0" name=""/>
        <dsp:cNvSpPr/>
      </dsp:nvSpPr>
      <dsp:spPr>
        <a:xfrm>
          <a:off x="0" y="1319922"/>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319922"/>
        <a:ext cx="8333885" cy="10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01275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4. The _____ gives managers visibility to the data with private OWD (excluding Accounts) owned by their direct reports. </a:t>
          </a:r>
          <a:endParaRPr lang="en-US" sz="1800" kern="1200" dirty="0">
            <a:solidFill>
              <a:schemeClr val="bg1"/>
            </a:solidFill>
            <a:latin typeface="Arial" panose="020B0604020202020204" pitchFamily="34" charset="0"/>
            <a:cs typeface="Arial" panose="020B0604020202020204" pitchFamily="34" charset="0"/>
          </a:endParaRPr>
        </a:p>
      </dsp:txBody>
      <dsp:txXfrm>
        <a:off x="49439" y="49439"/>
        <a:ext cx="8235007" cy="913876"/>
      </dsp:txXfrm>
    </dsp:sp>
    <dsp:sp modelId="{0EBE7C70-51AD-4402-A9D8-36889ADBC56A}">
      <dsp:nvSpPr>
        <dsp:cNvPr id="0" name=""/>
        <dsp:cNvSpPr/>
      </dsp:nvSpPr>
      <dsp:spPr>
        <a:xfrm>
          <a:off x="0" y="1319922"/>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Role Hierarchy </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Territory Hierarchy </a:t>
          </a:r>
        </a:p>
      </dsp:txBody>
      <dsp:txXfrm>
        <a:off x="0" y="1319922"/>
        <a:ext cx="8333885" cy="10764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Role Hierarchy </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01275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5. Owner Access gives permission to:</a:t>
          </a:r>
        </a:p>
      </dsp:txBody>
      <dsp:txXfrm>
        <a:off x="49439" y="49439"/>
        <a:ext cx="8235007" cy="913876"/>
      </dsp:txXfrm>
    </dsp:sp>
    <dsp:sp modelId="{0EBE7C70-51AD-4402-A9D8-36889ADBC56A}">
      <dsp:nvSpPr>
        <dsp:cNvPr id="0" name=""/>
        <dsp:cNvSpPr/>
      </dsp:nvSpPr>
      <dsp:spPr>
        <a:xfrm>
          <a:off x="0" y="1261086"/>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View, Edit, Delete, Transfer &amp; Share</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Edit, Delete, Transfer &amp; Share</a:t>
          </a: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View, Edit, Delete &amp; Share</a:t>
          </a: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View, Edit, Delete &amp; Transfer</a:t>
          </a:r>
        </a:p>
      </dsp:txBody>
      <dsp:txXfrm>
        <a:off x="0" y="1261086"/>
        <a:ext cx="8333885" cy="117731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View, Edit, Delete, Transfer &amp; Share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7/21/2025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dirty="0"/>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4215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81879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5499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15499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jpe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jpe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Master" Target="../slideMasters/slideMaster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10.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8.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 Id="rId5" Type="http://schemas.openxmlformats.org/officeDocument/2006/relationships/image" Target="../media/image11.png"/><Relationship Id="rId4" Type="http://schemas.openxmlformats.org/officeDocument/2006/relationships/image" Target="../media/image10.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pn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2.jp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3.jpg"/><Relationship Id="rId1" Type="http://schemas.openxmlformats.org/officeDocument/2006/relationships/slideMaster" Target="../slideMasters/slideMaster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7.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11.png"/><Relationship Id="rId2" Type="http://schemas.openxmlformats.org/officeDocument/2006/relationships/image" Target="../media/image26.png"/><Relationship Id="rId1" Type="http://schemas.openxmlformats.org/officeDocument/2006/relationships/slideMaster" Target="../slideMasters/slideMaster3.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7.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10.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1.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084030753"/>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114687031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659964909"/>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20317168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13747037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31186895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30279580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596678949"/>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83009273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379076545"/>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2978154727"/>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48414206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4887101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2917059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478301587"/>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84500394"/>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915298728"/>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8478053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841153568"/>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618393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271122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868306559"/>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40376201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50173982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67377591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8795460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320384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403446972"/>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03628403"/>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956604162"/>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37714210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133453586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90294609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97315379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157659831"/>
      </p:ext>
    </p:extLst>
  </p:cSld>
  <p:clrMapOvr>
    <a:overrideClrMapping bg1="dk1" tx1="lt1" bg2="dk2" tx2="lt2" accent1="accent1" accent2="accent2" accent3="accent3" accent4="accent4" accent5="accent5" accent6="accent6" hlink="hlink" folHlink="folHlink"/>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79059458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6071539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94591521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3327642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74217603"/>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46631390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6649339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05326986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024722972"/>
      </p:ext>
    </p:extLst>
  </p:cSld>
  <p:clrMapOvr>
    <a:overrideClrMapping bg1="lt1" tx1="dk1" bg2="lt2" tx2="dk2" accent1="accent1" accent2="accent2" accent3="accent3" accent4="accent4" accent5="accent5" accent6="accent6" hlink="hlink" folHlink="folHlink"/>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876319"/>
      </p:ext>
    </p:extLst>
  </p:cSld>
  <p:clrMapOvr>
    <a:overrideClrMapping bg1="lt1" tx1="dk1" bg2="lt2" tx2="dk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718808364"/>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4698858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22159523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94266017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78550321"/>
      </p:ext>
    </p:extLst>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10536351"/>
      </p:ext>
    </p:extLst>
  </p:cSld>
  <p:clrMapOvr>
    <a:overrideClrMapping bg1="dk1" tx1="lt1" bg2="dk2" tx2="lt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13448423"/>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667050669"/>
      </p:ext>
    </p:extLst>
  </p:cSld>
  <p:clrMapOvr>
    <a:overrideClrMapping bg1="dk1" tx1="lt1" bg2="dk2" tx2="lt2" accent1="accent1" accent2="accent2" accent3="accent3" accent4="accent4" accent5="accent5" accent6="accent6" hlink="hlink" folHlink="folHlink"/>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047831568"/>
      </p:ext>
    </p:extLst>
  </p:cSld>
  <p:clrMapOvr>
    <a:masterClrMapping/>
  </p:clrMapOvr>
  <p:hf hdr="0" dt="0"/>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94603617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53536914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957658904"/>
      </p:ext>
    </p:extLst>
  </p:cSld>
  <p:clrMapOvr>
    <a:overrideClrMapping bg1="lt1" tx1="dk1" bg2="lt2" tx2="dk2" accent1="accent1" accent2="accent2" accent3="accent3" accent4="accent4" accent5="accent5" accent6="accent6" hlink="hlink" folHlink="folHlink"/>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03532782"/>
      </p:ext>
    </p:extLst>
  </p:cSld>
  <p:clrMapOvr>
    <a:overrideClrMapping bg1="dk1" tx1="lt1" bg2="dk2" tx2="lt2" accent1="accent1" accent2="accent2" accent3="accent3" accent4="accent4" accent5="accent5" accent6="accent6" hlink="hlink" folHlink="folHlink"/>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356810101"/>
      </p:ext>
    </p:extLst>
  </p:cSld>
  <p:clrMapOvr>
    <a:overrideClrMapping bg1="lt1" tx1="dk1" bg2="lt2" tx2="dk2" accent1="accent1" accent2="accent2" accent3="accent3" accent4="accent4" accent5="accent5" accent6="accent6" hlink="hlink" folHlink="folHlink"/>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34959064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7/21/2025</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999999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slideLayout" Target="../slideLayouts/slideLayout34.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slideLayout" Target="../slideLayouts/slideLayout37.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slideLayout" Target="../slideLayouts/slideLayout66.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32" Type="http://schemas.openxmlformats.org/officeDocument/2006/relationships/theme" Target="../theme/theme3.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31" Type="http://schemas.openxmlformats.org/officeDocument/2006/relationships/slideLayout" Target="../slideLayouts/slideLayout68.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 Id="rId30"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dirty="0"/>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dirty="0"/>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757" r:id="rId8"/>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358796760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48916212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4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4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38.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44.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40.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5.xml"/><Relationship Id="rId1" Type="http://schemas.openxmlformats.org/officeDocument/2006/relationships/slideLayout" Target="../slideLayouts/slideLayout44.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Data Access &amp; Security</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2064863"/>
            <a:ext cx="10807700" cy="4191000"/>
          </a:xfrm>
        </p:spPr>
        <p:txBody>
          <a:bodyPr/>
          <a:lstStyle/>
          <a:p>
            <a:r>
              <a:rPr lang="en-US" dirty="0">
                <a:solidFill>
                  <a:schemeClr val="tx1"/>
                </a:solidFill>
              </a:rPr>
              <a:t>After completing this chapter, you will learn to:</a:t>
            </a:r>
          </a:p>
          <a:p>
            <a:pPr lvl="1"/>
            <a:endParaRPr lang="en-US" dirty="0">
              <a:solidFill>
                <a:schemeClr val="tx1"/>
              </a:solidFill>
            </a:endParaRPr>
          </a:p>
          <a:p>
            <a:pPr lvl="1"/>
            <a:r>
              <a:rPr lang="en-US" dirty="0">
                <a:solidFill>
                  <a:schemeClr val="tx1"/>
                </a:solidFill>
              </a:rPr>
              <a:t>Define Salesforce.com Data Access Security</a:t>
            </a:r>
          </a:p>
          <a:p>
            <a:pPr lvl="1"/>
            <a:r>
              <a:rPr lang="en-US" dirty="0">
                <a:solidFill>
                  <a:schemeClr val="tx1"/>
                </a:solidFill>
              </a:rPr>
              <a:t>Describe the 9 types of mechanisms for securing data access</a:t>
            </a:r>
          </a:p>
          <a:p>
            <a:pPr lvl="1"/>
            <a:r>
              <a:rPr lang="en-US" dirty="0">
                <a:solidFill>
                  <a:schemeClr val="tx1"/>
                </a:solidFill>
              </a:rPr>
              <a:t>Create and Manage User Accounts</a:t>
            </a:r>
          </a:p>
          <a:p>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862495"/>
            <a:ext cx="10807700" cy="369332"/>
          </a:xfrm>
        </p:spPr>
        <p:txBody>
          <a:bodyPr/>
          <a:lstStyle/>
          <a:p>
            <a:r>
              <a:rPr lang="en-US" sz="2400" dirty="0"/>
              <a:t>Objectives</a:t>
            </a:r>
            <a:endParaRPr lang="en-US" dirty="0"/>
          </a:p>
        </p:txBody>
      </p:sp>
      <p:pic>
        <p:nvPicPr>
          <p:cNvPr id="6" name="Picture 2" descr="D:\Images\Images\Objective\shutterstock_67901683.jpg">
            <a:extLst>
              <a:ext uri="{FF2B5EF4-FFF2-40B4-BE49-F238E27FC236}">
                <a16:creationId xmlns:a16="http://schemas.microsoft.com/office/drawing/2014/main" id="{4B007BB1-AC71-70D7-039E-D011DF6DBC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172200" y="884753"/>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96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0"/>
            <a:ext cx="6444343" cy="4403250"/>
          </a:xfrm>
        </p:spPr>
        <p:txBody>
          <a:bodyPr/>
          <a:lstStyle/>
          <a:p>
            <a:r>
              <a:rPr lang="en-US" sz="1800" dirty="0">
                <a:solidFill>
                  <a:schemeClr val="tx1"/>
                </a:solidFill>
              </a:rPr>
              <a:t>The salesforce.com platform includes an extensive set of security controls. These controls are documented in the salesforce.com User Guide which you can reference online from the application</a:t>
            </a:r>
          </a:p>
          <a:p>
            <a:r>
              <a:rPr lang="en-US" sz="1800" dirty="0">
                <a:solidFill>
                  <a:schemeClr val="tx1"/>
                </a:solidFill>
              </a:rPr>
              <a:t>These controls include:</a:t>
            </a:r>
          </a:p>
          <a:p>
            <a:pPr lvl="1"/>
            <a:r>
              <a:rPr lang="en-US" sz="1600" dirty="0">
                <a:solidFill>
                  <a:schemeClr val="tx1"/>
                </a:solidFill>
              </a:rPr>
              <a:t>Object security</a:t>
            </a:r>
          </a:p>
          <a:p>
            <a:pPr lvl="1"/>
            <a:r>
              <a:rPr lang="en-US" sz="1600" dirty="0">
                <a:solidFill>
                  <a:schemeClr val="tx1"/>
                </a:solidFill>
              </a:rPr>
              <a:t>Field level security</a:t>
            </a:r>
          </a:p>
          <a:p>
            <a:pPr lvl="1"/>
            <a:r>
              <a:rPr lang="en-US" sz="1600" dirty="0">
                <a:solidFill>
                  <a:schemeClr val="tx1"/>
                </a:solidFill>
              </a:rPr>
              <a:t>Territory management</a:t>
            </a:r>
          </a:p>
          <a:p>
            <a:pPr lvl="1"/>
            <a:r>
              <a:rPr lang="en-US" sz="1600" dirty="0">
                <a:solidFill>
                  <a:schemeClr val="tx1"/>
                </a:solidFill>
              </a:rPr>
              <a:t>Record Sharing</a:t>
            </a:r>
          </a:p>
          <a:p>
            <a:r>
              <a:rPr lang="en-US" sz="1800" dirty="0">
                <a:solidFill>
                  <a:schemeClr val="tx1"/>
                </a:solidFill>
              </a:rPr>
              <a:t>Every customer will implement security in a slightly different way</a:t>
            </a:r>
          </a:p>
          <a:p>
            <a:r>
              <a:rPr lang="en-US" sz="1800" dirty="0">
                <a:solidFill>
                  <a:schemeClr val="tx1"/>
                </a:solidFill>
              </a:rPr>
              <a:t>This module explains the most common ways to use salesforce.com security controls to configure the VEEVA CRM application</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Overview ... 1</a:t>
            </a:r>
            <a:endParaRPr lang="en-US" dirty="0"/>
          </a:p>
        </p:txBody>
      </p:sp>
      <p:pic>
        <p:nvPicPr>
          <p:cNvPr id="6" name="Picture 2" descr="D:\Images\Images\Overview\shutterstock_72689296.jpg">
            <a:extLst>
              <a:ext uri="{FF2B5EF4-FFF2-40B4-BE49-F238E27FC236}">
                <a16:creationId xmlns:a16="http://schemas.microsoft.com/office/drawing/2014/main" id="{4A89966F-65E2-8FC8-0387-098CC7F843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7600" y="1285744"/>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743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0"/>
            <a:ext cx="6444343" cy="4403250"/>
          </a:xfrm>
        </p:spPr>
        <p:txBody>
          <a:bodyPr/>
          <a:lstStyle/>
          <a:p>
            <a:pPr lvl="1">
              <a:buFont typeface="Arial" panose="020B0604020202020204" pitchFamily="34" charset="0"/>
              <a:buChar char="•"/>
            </a:pPr>
            <a:r>
              <a:rPr lang="en-US" dirty="0">
                <a:solidFill>
                  <a:schemeClr val="tx1"/>
                </a:solidFill>
              </a:rPr>
              <a:t>The nine types of mechanisms for securing data access are:</a:t>
            </a:r>
          </a:p>
          <a:p>
            <a:pPr lvl="2">
              <a:buFont typeface="Arial" panose="020B0604020202020204" pitchFamily="34" charset="0"/>
              <a:buChar char="-"/>
            </a:pPr>
            <a:r>
              <a:rPr lang="en-US" dirty="0">
                <a:solidFill>
                  <a:schemeClr val="tx1"/>
                </a:solidFill>
              </a:rPr>
              <a:t>Profiles</a:t>
            </a:r>
          </a:p>
          <a:p>
            <a:pPr lvl="2">
              <a:buFont typeface="Arial" panose="020B0604020202020204" pitchFamily="34" charset="0"/>
              <a:buChar char="-"/>
            </a:pPr>
            <a:r>
              <a:rPr lang="en-US" dirty="0">
                <a:solidFill>
                  <a:schemeClr val="tx1"/>
                </a:solidFill>
              </a:rPr>
              <a:t>Permission Sets</a:t>
            </a:r>
          </a:p>
          <a:p>
            <a:pPr lvl="2">
              <a:buFont typeface="Arial" panose="020B0604020202020204" pitchFamily="34" charset="0"/>
              <a:buChar char="-"/>
            </a:pPr>
            <a:r>
              <a:rPr lang="en-US" dirty="0">
                <a:solidFill>
                  <a:schemeClr val="tx1"/>
                </a:solidFill>
              </a:rPr>
              <a:t>FLS</a:t>
            </a:r>
          </a:p>
          <a:p>
            <a:pPr lvl="2">
              <a:buFont typeface="Arial" panose="020B0604020202020204" pitchFamily="34" charset="0"/>
              <a:buChar char="-"/>
            </a:pPr>
            <a:r>
              <a:rPr lang="en-US" dirty="0">
                <a:solidFill>
                  <a:schemeClr val="tx1"/>
                </a:solidFill>
              </a:rPr>
              <a:t>Record Ownership</a:t>
            </a:r>
          </a:p>
          <a:p>
            <a:pPr lvl="2">
              <a:buFont typeface="Arial" panose="020B0604020202020204" pitchFamily="34" charset="0"/>
              <a:buChar char="-"/>
            </a:pPr>
            <a:r>
              <a:rPr lang="en-US" dirty="0">
                <a:solidFill>
                  <a:schemeClr val="tx1"/>
                </a:solidFill>
              </a:rPr>
              <a:t>OWD</a:t>
            </a:r>
          </a:p>
          <a:p>
            <a:pPr lvl="2">
              <a:buFont typeface="Arial" panose="020B0604020202020204" pitchFamily="34" charset="0"/>
              <a:buChar char="-"/>
            </a:pPr>
            <a:r>
              <a:rPr lang="en-US" dirty="0">
                <a:solidFill>
                  <a:schemeClr val="tx1"/>
                </a:solidFill>
              </a:rPr>
              <a:t>Role Hierarchy</a:t>
            </a:r>
          </a:p>
          <a:p>
            <a:pPr lvl="2">
              <a:buFont typeface="Arial" panose="020B0604020202020204" pitchFamily="34" charset="0"/>
              <a:buChar char="-"/>
            </a:pPr>
            <a:r>
              <a:rPr lang="en-US" dirty="0">
                <a:solidFill>
                  <a:schemeClr val="tx1"/>
                </a:solidFill>
              </a:rPr>
              <a:t>Territory Hierarchy</a:t>
            </a:r>
          </a:p>
          <a:p>
            <a:pPr lvl="2">
              <a:buFont typeface="Arial" panose="020B0604020202020204" pitchFamily="34" charset="0"/>
              <a:buChar char="-"/>
            </a:pPr>
            <a:r>
              <a:rPr lang="en-US" dirty="0">
                <a:solidFill>
                  <a:schemeClr val="tx1"/>
                </a:solidFill>
              </a:rPr>
              <a:t>Sharing rules</a:t>
            </a:r>
          </a:p>
          <a:p>
            <a:pPr lvl="2">
              <a:buFont typeface="Arial" panose="020B0604020202020204" pitchFamily="34" charset="0"/>
              <a:buChar char="-"/>
            </a:pPr>
            <a:r>
              <a:rPr lang="en-US" dirty="0">
                <a:solidFill>
                  <a:schemeClr val="tx1"/>
                </a:solidFill>
              </a:rPr>
              <a:t>Manual sharing</a:t>
            </a:r>
          </a:p>
          <a:p>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Overview ... 2</a:t>
            </a:r>
            <a:endParaRPr lang="en-US" dirty="0"/>
          </a:p>
        </p:txBody>
      </p:sp>
      <p:pic>
        <p:nvPicPr>
          <p:cNvPr id="6" name="Picture 2" descr="D:\Images\Images\Overview\shutterstock_72689296.jpg">
            <a:extLst>
              <a:ext uri="{FF2B5EF4-FFF2-40B4-BE49-F238E27FC236}">
                <a16:creationId xmlns:a16="http://schemas.microsoft.com/office/drawing/2014/main" id="{4A89966F-65E2-8FC8-0387-098CC7F843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7600" y="1285744"/>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2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723288"/>
          </a:xfrm>
        </p:spPr>
        <p:txBody>
          <a:bodyPr/>
          <a:lstStyle/>
          <a:p>
            <a:pPr lvl="1">
              <a:buFont typeface="Arial" panose="020B0604020202020204" pitchFamily="34" charset="0"/>
              <a:buChar char="•"/>
            </a:pPr>
            <a:r>
              <a:rPr lang="en-US" sz="1600" dirty="0">
                <a:solidFill>
                  <a:schemeClr val="tx1"/>
                </a:solidFill>
              </a:rPr>
              <a:t>Object security controls, which profile for a user (Specialty Sales or MSL for example) can create, read, update or delete (CRUD) records for a certain type object</a:t>
            </a:r>
          </a:p>
          <a:p>
            <a:pPr marL="457200" lvl="1" indent="0">
              <a:buNone/>
            </a:pPr>
            <a:endParaRPr lang="en-US" sz="1600" dirty="0">
              <a:solidFill>
                <a:schemeClr val="tx1"/>
              </a:solidFill>
            </a:endParaRPr>
          </a:p>
          <a:p>
            <a:pPr lvl="1">
              <a:buFont typeface="Arial" panose="020B0604020202020204" pitchFamily="34" charset="0"/>
              <a:buChar char="•"/>
            </a:pPr>
            <a:r>
              <a:rPr lang="en-US" sz="1600" dirty="0">
                <a:solidFill>
                  <a:schemeClr val="tx1"/>
                </a:solidFill>
              </a:rPr>
              <a:t>Field level security controls which profile a user (Specialty Sales or MSL for example) see and which fields users can edit on objects</a:t>
            </a:r>
          </a:p>
          <a:p>
            <a:pPr lvl="1">
              <a:buFont typeface="Arial" panose="020B0604020202020204" pitchFamily="34" charset="0"/>
              <a:buChar char="•"/>
            </a:pPr>
            <a:endParaRPr lang="en-US" sz="1600" dirty="0">
              <a:solidFill>
                <a:schemeClr val="tx1"/>
              </a:solidFill>
            </a:endParaRPr>
          </a:p>
          <a:p>
            <a:pPr lvl="1">
              <a:buFont typeface="Arial" panose="020B0604020202020204" pitchFamily="34" charset="0"/>
              <a:buChar char="•"/>
            </a:pPr>
            <a:r>
              <a:rPr lang="en-US" sz="1600" dirty="0">
                <a:solidFill>
                  <a:schemeClr val="tx1"/>
                </a:solidFill>
              </a:rPr>
              <a:t>Data sharing rules can be applied to increase visibility to records that are Private or Public Read-Only and controlled by the Role Hierarchy AND Territory Management.</a:t>
            </a:r>
          </a:p>
          <a:p>
            <a:pPr lvl="1">
              <a:buFont typeface="Arial" panose="020B0604020202020204" pitchFamily="34" charset="0"/>
              <a:buChar char="•"/>
            </a:pPr>
            <a:endParaRPr lang="en-US" sz="1600" dirty="0">
              <a:solidFill>
                <a:schemeClr val="tx1"/>
              </a:solidFill>
            </a:endParaRPr>
          </a:p>
          <a:p>
            <a:pPr lvl="1">
              <a:buFont typeface="Arial" panose="020B0604020202020204" pitchFamily="34" charset="0"/>
              <a:buChar char="•"/>
            </a:pPr>
            <a:r>
              <a:rPr lang="en-US" sz="1600" dirty="0">
                <a:solidFill>
                  <a:schemeClr val="tx1"/>
                </a:solidFill>
              </a:rPr>
              <a:t>Configuration for supporting Permission Sets requires the </a:t>
            </a:r>
            <a:r>
              <a:rPr lang="en-US" sz="1600" b="1" dirty="0" err="1">
                <a:solidFill>
                  <a:schemeClr val="tx1"/>
                </a:solidFill>
              </a:rPr>
              <a:t>VEEVAUserPermissions</a:t>
            </a:r>
            <a:r>
              <a:rPr lang="en-US" sz="1600" dirty="0">
                <a:solidFill>
                  <a:schemeClr val="tx1"/>
                </a:solidFill>
              </a:rPr>
              <a:t> Apex class to be installed, configured for Salesforce API v25+, and enabled for all profiles</a:t>
            </a:r>
          </a:p>
          <a:p>
            <a:pPr lvl="1">
              <a:buFont typeface="Arial" panose="020B0604020202020204" pitchFamily="34" charset="0"/>
              <a:buChar char="•"/>
            </a:pPr>
            <a:endParaRPr lang="en-US" sz="1600" dirty="0">
              <a:solidFill>
                <a:schemeClr val="tx1"/>
              </a:solidFill>
            </a:endParaRPr>
          </a:p>
          <a:p>
            <a:pPr lvl="1">
              <a:buFont typeface="Arial" panose="020B0604020202020204" pitchFamily="34" charset="0"/>
              <a:buChar char="•"/>
            </a:pPr>
            <a:r>
              <a:rPr lang="en-US" sz="1600" dirty="0">
                <a:solidFill>
                  <a:schemeClr val="tx1"/>
                </a:solidFill>
              </a:rPr>
              <a:t>VEEVA CRM does not prevent the use of third-party keyboards.  </a:t>
            </a:r>
          </a:p>
          <a:p>
            <a:pPr marL="457200" lvl="1" indent="0">
              <a:buNone/>
            </a:pPr>
            <a:r>
              <a:rPr lang="en-US" sz="1600" dirty="0">
                <a:solidFill>
                  <a:schemeClr val="tx1"/>
                </a:solidFill>
              </a:rPr>
              <a:t>     Third-party keyboards have the potential to capture, leak </a:t>
            </a:r>
          </a:p>
          <a:p>
            <a:pPr marL="457200" lvl="1" indent="0">
              <a:buNone/>
            </a:pPr>
            <a:r>
              <a:rPr lang="en-US" sz="1600" dirty="0">
                <a:solidFill>
                  <a:schemeClr val="tx1"/>
                </a:solidFill>
              </a:rPr>
              <a:t>     and misuse the keystroke data they process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Do You Know</a:t>
            </a:r>
            <a:endParaRPr lang="en-US" dirty="0"/>
          </a:p>
        </p:txBody>
      </p:sp>
      <p:pic>
        <p:nvPicPr>
          <p:cNvPr id="6" name="Picture 2" descr="D:\Images\Images\Question\shutterstock_157594730.jpg">
            <a:extLst>
              <a:ext uri="{FF2B5EF4-FFF2-40B4-BE49-F238E27FC236}">
                <a16:creationId xmlns:a16="http://schemas.microsoft.com/office/drawing/2014/main" id="{767D777C-8AE4-3A53-1178-D6750DCC0AA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7162800" y="4525512"/>
            <a:ext cx="2843226" cy="210325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033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Data Access &amp; Security</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600" b="1" dirty="0">
                <a:latin typeface="Arial" panose="020B0604020202020204" pitchFamily="34" charset="0"/>
                <a:cs typeface="Arial" panose="020B0604020202020204" pitchFamily="34" charset="0"/>
              </a:rPr>
              <a:t>Profiles</a:t>
            </a:r>
            <a:endParaRPr lang="en-US" sz="2800" b="1"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3445021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492343" cy="4723288"/>
          </a:xfrm>
        </p:spPr>
        <p:txBody>
          <a:bodyPr/>
          <a:lstStyle/>
          <a:p>
            <a:pPr marL="0" indent="0">
              <a:buNone/>
              <a:defRPr/>
            </a:pPr>
            <a:r>
              <a:rPr lang="en-US" sz="1800" dirty="0">
                <a:solidFill>
                  <a:schemeClr val="tx1"/>
                </a:solidFill>
              </a:rPr>
              <a:t> </a:t>
            </a:r>
            <a:r>
              <a:rPr lang="en-US" sz="1800" b="1" dirty="0">
                <a:solidFill>
                  <a:schemeClr val="tx1"/>
                </a:solidFill>
              </a:rPr>
              <a:t>A Profile is:</a:t>
            </a:r>
            <a:endParaRPr lang="en-US" sz="1800" dirty="0">
              <a:solidFill>
                <a:schemeClr val="tx1"/>
              </a:solidFill>
            </a:endParaRPr>
          </a:p>
          <a:p>
            <a:pPr>
              <a:defRPr/>
            </a:pPr>
            <a:r>
              <a:rPr lang="en-US" sz="1800" dirty="0">
                <a:solidFill>
                  <a:schemeClr val="tx1"/>
                </a:solidFill>
              </a:rPr>
              <a:t>A collection of settings and permissions that determine:</a:t>
            </a:r>
          </a:p>
          <a:p>
            <a:pPr lvl="1">
              <a:defRPr/>
            </a:pPr>
            <a:r>
              <a:rPr lang="en-US" sz="1600" dirty="0">
                <a:solidFill>
                  <a:schemeClr val="tx1"/>
                </a:solidFill>
              </a:rPr>
              <a:t>What users can see in VEEVA UI</a:t>
            </a:r>
          </a:p>
          <a:p>
            <a:pPr lvl="1">
              <a:defRPr/>
            </a:pPr>
            <a:r>
              <a:rPr lang="en-US" sz="1600" dirty="0">
                <a:solidFill>
                  <a:schemeClr val="tx1"/>
                </a:solidFill>
              </a:rPr>
              <a:t>What can users do with what they see</a:t>
            </a:r>
          </a:p>
          <a:p>
            <a:pPr>
              <a:defRPr/>
            </a:pPr>
            <a:r>
              <a:rPr lang="en-US" sz="1800" dirty="0">
                <a:solidFill>
                  <a:schemeClr val="tx1"/>
                </a:solidFill>
              </a:rPr>
              <a:t>Profiles must be defined based on job functions- such as System Administrators, Sales Reps, MSL and Managed Markets</a:t>
            </a:r>
          </a:p>
          <a:p>
            <a:pPr>
              <a:defRPr/>
            </a:pPr>
            <a:r>
              <a:rPr lang="en-US" sz="1800" b="1" dirty="0">
                <a:solidFill>
                  <a:schemeClr val="tx1"/>
                </a:solidFill>
              </a:rPr>
              <a:t>Profile: User::1: M</a:t>
            </a:r>
            <a:r>
              <a:rPr lang="en-US" sz="1800" dirty="0">
                <a:solidFill>
                  <a:schemeClr val="tx1"/>
                </a:solidFill>
              </a:rPr>
              <a:t> </a:t>
            </a:r>
            <a:r>
              <a:rPr lang="en-US" sz="1800" dirty="0">
                <a:solidFill>
                  <a:schemeClr val="tx1"/>
                </a:solidFill>
                <a:sym typeface="Wingdings" panose="05000000000000000000" pitchFamily="2" charset="2"/>
              </a:rPr>
              <a:t></a:t>
            </a:r>
            <a:r>
              <a:rPr lang="en-US" sz="1800" dirty="0">
                <a:solidFill>
                  <a:schemeClr val="tx1"/>
                </a:solidFill>
              </a:rPr>
              <a:t> One profile can be assigned to many users, but a user can be assigned to only one profile at a time</a:t>
            </a:r>
          </a:p>
          <a:p>
            <a:pPr>
              <a:defRPr/>
            </a:pPr>
            <a:r>
              <a:rPr lang="en-US" sz="1800" dirty="0">
                <a:solidFill>
                  <a:schemeClr val="tx1"/>
                </a:solidFill>
              </a:rPr>
              <a:t>Post requirement-gathering, VEEVA Admins must set up user profiles at the very beginning</a:t>
            </a:r>
          </a:p>
          <a:p>
            <a:pPr>
              <a:defRPr/>
            </a:pPr>
            <a:r>
              <a:rPr lang="en-US" sz="1800" dirty="0">
                <a:solidFill>
                  <a:schemeClr val="tx1"/>
                </a:solidFill>
              </a:rPr>
              <a:t>As best practice, keep the number of profiles to the minimum to minimize administrative overhead</a:t>
            </a: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Definition</a:t>
            </a:r>
            <a:endParaRPr lang="en-US" dirty="0"/>
          </a:p>
        </p:txBody>
      </p:sp>
    </p:spTree>
    <p:extLst>
      <p:ext uri="{BB962C8B-B14F-4D97-AF65-F5344CB8AC3E}">
        <p14:creationId xmlns:p14="http://schemas.microsoft.com/office/powerpoint/2010/main" val="2191181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492343" cy="4723288"/>
          </a:xfrm>
        </p:spPr>
        <p:txBody>
          <a:bodyPr/>
          <a:lstStyle/>
          <a:p>
            <a:pPr marL="0" indent="0">
              <a:buNone/>
              <a:defRPr/>
            </a:pPr>
            <a:r>
              <a:rPr lang="en-US" sz="1800" dirty="0">
                <a:solidFill>
                  <a:schemeClr val="tx1"/>
                </a:solidFill>
              </a:rPr>
              <a:t> </a:t>
            </a:r>
            <a:r>
              <a:rPr lang="en-US" sz="1800" b="1" dirty="0">
                <a:solidFill>
                  <a:schemeClr val="tx1"/>
                </a:solidFill>
              </a:rPr>
              <a:t>To create or manage Profiles:</a:t>
            </a:r>
          </a:p>
          <a:p>
            <a:pPr lvl="1">
              <a:defRPr/>
            </a:pPr>
            <a:r>
              <a:rPr lang="en-US" sz="1600" dirty="0">
                <a:solidFill>
                  <a:schemeClr val="tx1"/>
                </a:solidFill>
              </a:rPr>
              <a:t>Navigate to Setup &gt; Manage Users &gt; Profiles</a:t>
            </a:r>
          </a:p>
          <a:p>
            <a:pPr>
              <a:defRPr/>
            </a:pPr>
            <a:endParaRPr lang="en-US" sz="1800" dirty="0">
              <a:solidFill>
                <a:schemeClr val="tx1"/>
              </a:solidFill>
            </a:endParaRPr>
          </a:p>
          <a:p>
            <a:pPr>
              <a:defRPr/>
            </a:pPr>
            <a:r>
              <a:rPr lang="en-US" sz="1800" dirty="0">
                <a:solidFill>
                  <a:schemeClr val="tx1"/>
                </a:solidFill>
              </a:rPr>
              <a:t>Default Profiles used by VEEVA for Salesforce Platform license have the word “Platform” in their names</a:t>
            </a: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Create</a:t>
            </a:r>
            <a:endParaRPr lang="en-US" dirty="0"/>
          </a:p>
        </p:txBody>
      </p:sp>
      <p:pic>
        <p:nvPicPr>
          <p:cNvPr id="6" name="Picture 5">
            <a:extLst>
              <a:ext uri="{FF2B5EF4-FFF2-40B4-BE49-F238E27FC236}">
                <a16:creationId xmlns:a16="http://schemas.microsoft.com/office/drawing/2014/main" id="{29326D8A-0EBB-C61D-E2AB-D40A753D05C3}"/>
              </a:ext>
            </a:extLst>
          </p:cNvPr>
          <p:cNvPicPr>
            <a:picLocks noChangeAspect="1"/>
          </p:cNvPicPr>
          <p:nvPr/>
        </p:nvPicPr>
        <p:blipFill>
          <a:blip r:embed="rId2"/>
          <a:stretch>
            <a:fillRect/>
          </a:stretch>
        </p:blipFill>
        <p:spPr>
          <a:xfrm>
            <a:off x="381000" y="3582907"/>
            <a:ext cx="7955278" cy="220980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36246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492343" cy="4723288"/>
          </a:xfrm>
        </p:spPr>
        <p:txBody>
          <a:bodyPr/>
          <a:lstStyle/>
          <a:p>
            <a:pPr marL="0" indent="0">
              <a:buNone/>
              <a:defRPr/>
            </a:pPr>
            <a:r>
              <a:rPr lang="en-US" sz="1800" dirty="0">
                <a:solidFill>
                  <a:schemeClr val="tx1"/>
                </a:solidFill>
              </a:rPr>
              <a:t> </a:t>
            </a:r>
            <a:r>
              <a:rPr lang="en-US" sz="1800" b="1" dirty="0">
                <a:solidFill>
                  <a:schemeClr val="tx1"/>
                </a:solidFill>
              </a:rPr>
              <a:t>Application Access</a:t>
            </a:r>
            <a:endParaRPr lang="en-US" sz="1800" dirty="0">
              <a:solidFill>
                <a:schemeClr val="tx1"/>
              </a:solidFill>
            </a:endParaRPr>
          </a:p>
          <a:p>
            <a:pPr>
              <a:defRPr/>
            </a:pPr>
            <a:r>
              <a:rPr lang="en-US" sz="1800" dirty="0">
                <a:solidFill>
                  <a:schemeClr val="tx1"/>
                </a:solidFill>
              </a:rPr>
              <a:t>An application is a collection of Tabs. This is defined at profile level</a:t>
            </a:r>
          </a:p>
          <a:p>
            <a:pPr>
              <a:defRPr/>
            </a:pPr>
            <a:r>
              <a:rPr lang="en-US" sz="1800" dirty="0">
                <a:solidFill>
                  <a:schemeClr val="tx1"/>
                </a:solidFill>
              </a:rPr>
              <a:t>Typically, End-Users and Managers will have access to the VEEVA CRM application only</a:t>
            </a:r>
          </a:p>
          <a:p>
            <a:pPr>
              <a:defRPr/>
            </a:pPr>
            <a:r>
              <a:rPr lang="en-US" sz="1800" dirty="0">
                <a:solidFill>
                  <a:schemeClr val="tx1"/>
                </a:solidFill>
              </a:rPr>
              <a:t>VEEVA Admins may have custom Applications such as </a:t>
            </a:r>
            <a:r>
              <a:rPr lang="en-US" sz="1800" b="1" dirty="0">
                <a:solidFill>
                  <a:schemeClr val="tx1"/>
                </a:solidFill>
              </a:rPr>
              <a:t>Samples Management, Territory management &amp; Data Stewardship </a:t>
            </a:r>
            <a:r>
              <a:rPr lang="en-US" sz="1800" dirty="0">
                <a:solidFill>
                  <a:schemeClr val="tx1"/>
                </a:solidFill>
              </a:rPr>
              <a:t>that provide a specialized arrangement of Tabs</a:t>
            </a: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Application Access</a:t>
            </a:r>
            <a:endParaRPr lang="en-US" dirty="0"/>
          </a:p>
        </p:txBody>
      </p:sp>
      <p:pic>
        <p:nvPicPr>
          <p:cNvPr id="7" name="Picture 2">
            <a:extLst>
              <a:ext uri="{FF2B5EF4-FFF2-40B4-BE49-F238E27FC236}">
                <a16:creationId xmlns:a16="http://schemas.microsoft.com/office/drawing/2014/main" id="{DE0F8287-4B7B-0D78-0709-F70AF6DD9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460710"/>
            <a:ext cx="7515367" cy="269720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412929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492343" cy="4723288"/>
          </a:xfrm>
        </p:spPr>
        <p:txBody>
          <a:bodyPr/>
          <a:lstStyle/>
          <a:p>
            <a:pPr marL="0" indent="0">
              <a:buNone/>
            </a:pPr>
            <a:r>
              <a:rPr lang="en-US" sz="1800" b="1" dirty="0">
                <a:solidFill>
                  <a:schemeClr val="tx1"/>
                </a:solidFill>
              </a:rPr>
              <a:t> Tab Access</a:t>
            </a:r>
            <a:endParaRPr lang="en-US" sz="1800" dirty="0">
              <a:solidFill>
                <a:schemeClr val="tx1"/>
              </a:solidFill>
            </a:endParaRPr>
          </a:p>
          <a:p>
            <a:pPr>
              <a:defRPr/>
            </a:pPr>
            <a:r>
              <a:rPr lang="en-US" sz="1800" dirty="0">
                <a:solidFill>
                  <a:schemeClr val="tx1"/>
                </a:solidFill>
              </a:rPr>
              <a:t>Tabs control the top level objects that users can access </a:t>
            </a:r>
          </a:p>
          <a:p>
            <a:pPr lvl="1">
              <a:defRPr/>
            </a:pPr>
            <a:r>
              <a:rPr lang="en-US" sz="1600" b="1" dirty="0">
                <a:solidFill>
                  <a:schemeClr val="tx1"/>
                </a:solidFill>
              </a:rPr>
              <a:t>Default On </a:t>
            </a:r>
            <a:r>
              <a:rPr lang="en-US" sz="1600" dirty="0">
                <a:solidFill>
                  <a:schemeClr val="tx1"/>
                </a:solidFill>
              </a:rPr>
              <a:t>– tab will always appear on the tab bar</a:t>
            </a:r>
          </a:p>
          <a:p>
            <a:pPr lvl="1">
              <a:defRPr/>
            </a:pPr>
            <a:r>
              <a:rPr lang="en-US" sz="1600" b="1" dirty="0">
                <a:solidFill>
                  <a:schemeClr val="tx1"/>
                </a:solidFill>
              </a:rPr>
              <a:t>Default Off </a:t>
            </a:r>
            <a:r>
              <a:rPr lang="en-US" sz="1600" dirty="0">
                <a:solidFill>
                  <a:schemeClr val="tx1"/>
                </a:solidFill>
              </a:rPr>
              <a:t>– tab is available from the         button</a:t>
            </a:r>
          </a:p>
          <a:p>
            <a:pPr lvl="1">
              <a:defRPr/>
            </a:pPr>
            <a:r>
              <a:rPr lang="en-US" sz="1600" b="1" dirty="0">
                <a:solidFill>
                  <a:schemeClr val="tx1"/>
                </a:solidFill>
              </a:rPr>
              <a:t>Tab Hidden </a:t>
            </a:r>
            <a:r>
              <a:rPr lang="en-US" sz="1600" dirty="0">
                <a:solidFill>
                  <a:schemeClr val="tx1"/>
                </a:solidFill>
              </a:rPr>
              <a:t>– tab is not available to the user; not be able to search on objects whose tab is hidden</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Tab Access</a:t>
            </a:r>
            <a:endParaRPr lang="en-US" dirty="0"/>
          </a:p>
        </p:txBody>
      </p:sp>
      <p:pic>
        <p:nvPicPr>
          <p:cNvPr id="6" name="Picture 5">
            <a:extLst>
              <a:ext uri="{FF2B5EF4-FFF2-40B4-BE49-F238E27FC236}">
                <a16:creationId xmlns:a16="http://schemas.microsoft.com/office/drawing/2014/main" id="{50C2FCC3-F52B-C684-959F-0062FA7E0D6B}"/>
              </a:ext>
            </a:extLst>
          </p:cNvPr>
          <p:cNvPicPr>
            <a:picLocks noChangeAspect="1"/>
          </p:cNvPicPr>
          <p:nvPr/>
        </p:nvPicPr>
        <p:blipFill>
          <a:blip r:embed="rId2"/>
          <a:stretch>
            <a:fillRect/>
          </a:stretch>
        </p:blipFill>
        <p:spPr>
          <a:xfrm>
            <a:off x="2867025" y="3334442"/>
            <a:ext cx="5748173" cy="1354333"/>
          </a:xfrm>
          <a:prstGeom prst="rect">
            <a:avLst/>
          </a:prstGeom>
        </p:spPr>
      </p:pic>
      <p:grpSp>
        <p:nvGrpSpPr>
          <p:cNvPr id="8" name="Group 7">
            <a:extLst>
              <a:ext uri="{FF2B5EF4-FFF2-40B4-BE49-F238E27FC236}">
                <a16:creationId xmlns:a16="http://schemas.microsoft.com/office/drawing/2014/main" id="{59AC0407-5722-534F-C3EB-5770191467A5}"/>
              </a:ext>
            </a:extLst>
          </p:cNvPr>
          <p:cNvGrpSpPr/>
          <p:nvPr/>
        </p:nvGrpSpPr>
        <p:grpSpPr>
          <a:xfrm>
            <a:off x="259976" y="4827934"/>
            <a:ext cx="10241583" cy="691703"/>
            <a:chOff x="304800" y="4898026"/>
            <a:chExt cx="11506200" cy="691703"/>
          </a:xfrm>
        </p:grpSpPr>
        <p:pic>
          <p:nvPicPr>
            <p:cNvPr id="9" name="Picture 8">
              <a:extLst>
                <a:ext uri="{FF2B5EF4-FFF2-40B4-BE49-F238E27FC236}">
                  <a16:creationId xmlns:a16="http://schemas.microsoft.com/office/drawing/2014/main" id="{1B36C795-A4BF-229A-D59B-EA24DD540D4F}"/>
                </a:ext>
              </a:extLst>
            </p:cNvPr>
            <p:cNvPicPr>
              <a:picLocks noChangeAspect="1"/>
            </p:cNvPicPr>
            <p:nvPr/>
          </p:nvPicPr>
          <p:blipFill>
            <a:blip r:embed="rId3"/>
            <a:stretch>
              <a:fillRect/>
            </a:stretch>
          </p:blipFill>
          <p:spPr>
            <a:xfrm>
              <a:off x="304800" y="4898026"/>
              <a:ext cx="11506200" cy="691703"/>
            </a:xfrm>
            <a:prstGeom prst="rect">
              <a:avLst/>
            </a:prstGeom>
          </p:spPr>
        </p:pic>
        <p:sp>
          <p:nvSpPr>
            <p:cNvPr id="10" name="Rectangle 9">
              <a:extLst>
                <a:ext uri="{FF2B5EF4-FFF2-40B4-BE49-F238E27FC236}">
                  <a16:creationId xmlns:a16="http://schemas.microsoft.com/office/drawing/2014/main" id="{1CE1BB1F-3C48-F135-EBFD-5BEFC00460E1}"/>
                </a:ext>
              </a:extLst>
            </p:cNvPr>
            <p:cNvSpPr/>
            <p:nvPr/>
          </p:nvSpPr>
          <p:spPr>
            <a:xfrm>
              <a:off x="1219200" y="5314651"/>
              <a:ext cx="10363200" cy="2750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FC56646-508D-E191-2B4E-F808A23BB82C}"/>
                </a:ext>
              </a:extLst>
            </p:cNvPr>
            <p:cNvSpPr/>
            <p:nvPr/>
          </p:nvSpPr>
          <p:spPr>
            <a:xfrm>
              <a:off x="381000" y="5314651"/>
              <a:ext cx="304800" cy="2750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 name="TextBox 11">
            <a:extLst>
              <a:ext uri="{FF2B5EF4-FFF2-40B4-BE49-F238E27FC236}">
                <a16:creationId xmlns:a16="http://schemas.microsoft.com/office/drawing/2014/main" id="{03372315-4FC0-DADA-8291-88CEE37A442F}"/>
              </a:ext>
            </a:extLst>
          </p:cNvPr>
          <p:cNvSpPr txBox="1"/>
          <p:nvPr/>
        </p:nvSpPr>
        <p:spPr>
          <a:xfrm>
            <a:off x="5067300" y="5759712"/>
            <a:ext cx="1424326" cy="646331"/>
          </a:xfrm>
          <a:prstGeom prst="rect">
            <a:avLst/>
          </a:prstGeom>
          <a:noFill/>
          <a:ln>
            <a:solidFill>
              <a:srgbClr val="FF0000"/>
            </a:solidFill>
          </a:ln>
        </p:spPr>
        <p:txBody>
          <a:bodyPr wrap="square" rtlCol="0">
            <a:spAutoFit/>
          </a:bodyPr>
          <a:lstStyle/>
          <a:p>
            <a:pPr algn="ctr"/>
            <a:r>
              <a:rPr lang="en-IN" b="1" dirty="0"/>
              <a:t>Default off Tab</a:t>
            </a:r>
          </a:p>
        </p:txBody>
      </p:sp>
      <p:sp>
        <p:nvSpPr>
          <p:cNvPr id="13" name="Arrow: Down 12">
            <a:extLst>
              <a:ext uri="{FF2B5EF4-FFF2-40B4-BE49-F238E27FC236}">
                <a16:creationId xmlns:a16="http://schemas.microsoft.com/office/drawing/2014/main" id="{003B402F-DB6F-80B4-6CD2-320090297B8E}"/>
              </a:ext>
            </a:extLst>
          </p:cNvPr>
          <p:cNvSpPr/>
          <p:nvPr/>
        </p:nvSpPr>
        <p:spPr>
          <a:xfrm rot="10800000" flipH="1">
            <a:off x="457200" y="5553742"/>
            <a:ext cx="48675" cy="10505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6A2AA6D-838D-8092-3182-E58BB4DE370E}"/>
              </a:ext>
            </a:extLst>
          </p:cNvPr>
          <p:cNvSpPr txBox="1"/>
          <p:nvPr/>
        </p:nvSpPr>
        <p:spPr>
          <a:xfrm>
            <a:off x="159124" y="5656158"/>
            <a:ext cx="1725062" cy="830997"/>
          </a:xfrm>
          <a:prstGeom prst="rect">
            <a:avLst/>
          </a:prstGeom>
          <a:noFill/>
          <a:ln>
            <a:solidFill>
              <a:srgbClr val="FF0000"/>
            </a:solidFill>
          </a:ln>
        </p:spPr>
        <p:txBody>
          <a:bodyPr wrap="square" rtlCol="0">
            <a:spAutoFit/>
          </a:bodyPr>
          <a:lstStyle/>
          <a:p>
            <a:pPr algn="ctr"/>
            <a:r>
              <a:rPr lang="en-IN" sz="1600" b="1" dirty="0"/>
              <a:t>Default off Tab</a:t>
            </a:r>
          </a:p>
          <a:p>
            <a:pPr algn="ctr"/>
            <a:r>
              <a:rPr lang="en-IN" sz="1600" b="1" dirty="0"/>
              <a:t>+</a:t>
            </a:r>
          </a:p>
          <a:p>
            <a:pPr algn="ctr"/>
            <a:r>
              <a:rPr lang="en-IN" sz="1600" b="1" dirty="0"/>
              <a:t>Default on Tab </a:t>
            </a:r>
          </a:p>
        </p:txBody>
      </p:sp>
      <p:sp>
        <p:nvSpPr>
          <p:cNvPr id="15" name="Arrow: Down 14">
            <a:extLst>
              <a:ext uri="{FF2B5EF4-FFF2-40B4-BE49-F238E27FC236}">
                <a16:creationId xmlns:a16="http://schemas.microsoft.com/office/drawing/2014/main" id="{CCCC472A-918D-9408-0492-71F9934804FC}"/>
              </a:ext>
            </a:extLst>
          </p:cNvPr>
          <p:cNvSpPr/>
          <p:nvPr/>
        </p:nvSpPr>
        <p:spPr>
          <a:xfrm rot="10800000" flipH="1">
            <a:off x="5779992" y="5553741"/>
            <a:ext cx="77802" cy="19072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4545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492343" cy="4723288"/>
          </a:xfrm>
        </p:spPr>
        <p:txBody>
          <a:bodyPr/>
          <a:lstStyle/>
          <a:p>
            <a:pPr marL="0" indent="0">
              <a:buNone/>
            </a:pPr>
            <a:r>
              <a:rPr lang="en-US" sz="1800" b="1" dirty="0">
                <a:solidFill>
                  <a:schemeClr val="tx1"/>
                </a:solidFill>
              </a:rPr>
              <a:t> CRUD Access</a:t>
            </a:r>
          </a:p>
          <a:p>
            <a:endParaRPr lang="en-US" sz="1800" dirty="0">
              <a:solidFill>
                <a:schemeClr val="tx1"/>
              </a:solidFill>
            </a:endParaRPr>
          </a:p>
          <a:p>
            <a:pPr>
              <a:defRPr/>
            </a:pPr>
            <a:r>
              <a:rPr lang="en-US" sz="1800" dirty="0">
                <a:solidFill>
                  <a:schemeClr val="tx1"/>
                </a:solidFill>
              </a:rPr>
              <a:t>Controls whether users of a profile can read, create, edit, and delete records for each standard or custom object</a:t>
            </a:r>
          </a:p>
          <a:p>
            <a:pPr>
              <a:defRPr/>
            </a:pPr>
            <a:r>
              <a:rPr lang="en-US" sz="1800" dirty="0">
                <a:solidFill>
                  <a:schemeClr val="tx1"/>
                </a:solidFill>
              </a:rPr>
              <a:t>System Administrators also have the “</a:t>
            </a:r>
            <a:r>
              <a:rPr lang="en-US" sz="1800" b="1" dirty="0">
                <a:solidFill>
                  <a:schemeClr val="tx1"/>
                </a:solidFill>
              </a:rPr>
              <a:t>View All</a:t>
            </a:r>
            <a:r>
              <a:rPr lang="en-US" sz="1800" dirty="0">
                <a:solidFill>
                  <a:schemeClr val="tx1"/>
                </a:solidFill>
              </a:rPr>
              <a:t>” and “</a:t>
            </a:r>
            <a:r>
              <a:rPr lang="en-US" sz="1800" b="1" dirty="0">
                <a:solidFill>
                  <a:schemeClr val="tx1"/>
                </a:solidFill>
              </a:rPr>
              <a:t>Modify All</a:t>
            </a:r>
            <a:r>
              <a:rPr lang="en-US" sz="1800" dirty="0">
                <a:solidFill>
                  <a:schemeClr val="tx1"/>
                </a:solidFill>
              </a:rPr>
              <a:t>” permissions on all objects</a:t>
            </a: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CRUD for Object Access</a:t>
            </a:r>
            <a:endParaRPr lang="en-US" dirty="0"/>
          </a:p>
        </p:txBody>
      </p:sp>
      <p:pic>
        <p:nvPicPr>
          <p:cNvPr id="6" name="Picture 5">
            <a:extLst>
              <a:ext uri="{FF2B5EF4-FFF2-40B4-BE49-F238E27FC236}">
                <a16:creationId xmlns:a16="http://schemas.microsoft.com/office/drawing/2014/main" id="{B436DFC4-FD28-6248-2266-EB98DE3D9BEE}"/>
              </a:ext>
            </a:extLst>
          </p:cNvPr>
          <p:cNvPicPr>
            <a:picLocks noChangeAspect="1"/>
          </p:cNvPicPr>
          <p:nvPr/>
        </p:nvPicPr>
        <p:blipFill>
          <a:blip r:embed="rId2"/>
          <a:stretch>
            <a:fillRect/>
          </a:stretch>
        </p:blipFill>
        <p:spPr>
          <a:xfrm>
            <a:off x="398741" y="3429000"/>
            <a:ext cx="8043863" cy="1312536"/>
          </a:xfrm>
          <a:prstGeom prst="rect">
            <a:avLst/>
          </a:prstGeom>
          <a:ln>
            <a:noFill/>
          </a:ln>
        </p:spPr>
      </p:pic>
      <p:grpSp>
        <p:nvGrpSpPr>
          <p:cNvPr id="8" name="Group 7">
            <a:extLst>
              <a:ext uri="{FF2B5EF4-FFF2-40B4-BE49-F238E27FC236}">
                <a16:creationId xmlns:a16="http://schemas.microsoft.com/office/drawing/2014/main" id="{41404233-F9EF-0155-750E-EE311C13A45D}"/>
              </a:ext>
            </a:extLst>
          </p:cNvPr>
          <p:cNvGrpSpPr/>
          <p:nvPr/>
        </p:nvGrpSpPr>
        <p:grpSpPr>
          <a:xfrm>
            <a:off x="398740" y="4759733"/>
            <a:ext cx="8136732" cy="1338590"/>
            <a:chOff x="-638175" y="953295"/>
            <a:chExt cx="10406061" cy="1713705"/>
          </a:xfrm>
        </p:grpSpPr>
        <p:pic>
          <p:nvPicPr>
            <p:cNvPr id="9" name="Picture 8">
              <a:extLst>
                <a:ext uri="{FF2B5EF4-FFF2-40B4-BE49-F238E27FC236}">
                  <a16:creationId xmlns:a16="http://schemas.microsoft.com/office/drawing/2014/main" id="{ADC8C6B5-744C-59E4-0B2D-AEC8C367C2BC}"/>
                </a:ext>
              </a:extLst>
            </p:cNvPr>
            <p:cNvPicPr>
              <a:picLocks noChangeAspect="1"/>
            </p:cNvPicPr>
            <p:nvPr/>
          </p:nvPicPr>
          <p:blipFill rotWithShape="1">
            <a:blip r:embed="rId3"/>
            <a:srcRect b="71099"/>
            <a:stretch/>
          </p:blipFill>
          <p:spPr>
            <a:xfrm>
              <a:off x="-623889" y="953295"/>
              <a:ext cx="10391775" cy="646906"/>
            </a:xfrm>
            <a:prstGeom prst="rect">
              <a:avLst/>
            </a:prstGeom>
            <a:ln>
              <a:noFill/>
            </a:ln>
          </p:spPr>
        </p:pic>
        <p:pic>
          <p:nvPicPr>
            <p:cNvPr id="10" name="Picture 9">
              <a:extLst>
                <a:ext uri="{FF2B5EF4-FFF2-40B4-BE49-F238E27FC236}">
                  <a16:creationId xmlns:a16="http://schemas.microsoft.com/office/drawing/2014/main" id="{C1E2C2A0-7138-106A-D5C2-A0E8EE82197D}"/>
                </a:ext>
              </a:extLst>
            </p:cNvPr>
            <p:cNvPicPr>
              <a:picLocks noChangeAspect="1"/>
            </p:cNvPicPr>
            <p:nvPr/>
          </p:nvPicPr>
          <p:blipFill rotWithShape="1">
            <a:blip r:embed="rId3"/>
            <a:srcRect t="52340" b="1"/>
            <a:stretch/>
          </p:blipFill>
          <p:spPr>
            <a:xfrm>
              <a:off x="-638175" y="1600200"/>
              <a:ext cx="10391775" cy="1066800"/>
            </a:xfrm>
            <a:prstGeom prst="rect">
              <a:avLst/>
            </a:prstGeom>
            <a:ln>
              <a:noFill/>
            </a:ln>
          </p:spPr>
        </p:pic>
      </p:grpSp>
      <p:sp>
        <p:nvSpPr>
          <p:cNvPr id="11" name="Rectangle 10">
            <a:extLst>
              <a:ext uri="{FF2B5EF4-FFF2-40B4-BE49-F238E27FC236}">
                <a16:creationId xmlns:a16="http://schemas.microsoft.com/office/drawing/2014/main" id="{696C3DBB-D5EE-E9A9-AC1C-E275ED8FB1F9}"/>
              </a:ext>
            </a:extLst>
          </p:cNvPr>
          <p:cNvSpPr/>
          <p:nvPr/>
        </p:nvSpPr>
        <p:spPr>
          <a:xfrm>
            <a:off x="8686800" y="3576604"/>
            <a:ext cx="1828800" cy="101732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What objects can an user see?</a:t>
            </a:r>
          </a:p>
        </p:txBody>
      </p:sp>
    </p:spTree>
    <p:extLst>
      <p:ext uri="{BB962C8B-B14F-4D97-AF65-F5344CB8AC3E}">
        <p14:creationId xmlns:p14="http://schemas.microsoft.com/office/powerpoint/2010/main" val="400724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492343" cy="4723288"/>
          </a:xfrm>
        </p:spPr>
        <p:txBody>
          <a:bodyPr/>
          <a:lstStyle/>
          <a:p>
            <a:pPr marL="0" indent="0">
              <a:buNone/>
            </a:pPr>
            <a:r>
              <a:rPr lang="en-US" sz="1800" b="1" dirty="0">
                <a:solidFill>
                  <a:schemeClr val="tx1"/>
                </a:solidFill>
              </a:rPr>
              <a:t> Object record Type Access</a:t>
            </a:r>
          </a:p>
          <a:p>
            <a:endParaRPr lang="en-US" sz="1800" dirty="0">
              <a:solidFill>
                <a:schemeClr val="tx1"/>
              </a:solidFill>
            </a:endParaRPr>
          </a:p>
          <a:p>
            <a:pPr>
              <a:defRPr/>
            </a:pPr>
            <a:r>
              <a:rPr lang="en-US" sz="1800" dirty="0">
                <a:solidFill>
                  <a:schemeClr val="tx1"/>
                </a:solidFill>
              </a:rPr>
              <a:t>Record Type Settings control which record types are available for each object for users of a profile</a:t>
            </a:r>
          </a:p>
          <a:p>
            <a:pPr>
              <a:defRPr/>
            </a:pPr>
            <a:r>
              <a:rPr lang="en-US" sz="1800" dirty="0">
                <a:solidFill>
                  <a:schemeClr val="tx1"/>
                </a:solidFill>
              </a:rPr>
              <a:t>Record types will be covered in detail later in the module</a:t>
            </a: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Object record Type Access</a:t>
            </a:r>
            <a:endParaRPr lang="en-US" dirty="0"/>
          </a:p>
        </p:txBody>
      </p:sp>
      <p:pic>
        <p:nvPicPr>
          <p:cNvPr id="7" name="Picture 6">
            <a:extLst>
              <a:ext uri="{FF2B5EF4-FFF2-40B4-BE49-F238E27FC236}">
                <a16:creationId xmlns:a16="http://schemas.microsoft.com/office/drawing/2014/main" id="{7BB22742-D61A-9754-D62D-5F630E095A79}"/>
              </a:ext>
            </a:extLst>
          </p:cNvPr>
          <p:cNvPicPr>
            <a:picLocks noChangeAspect="1"/>
          </p:cNvPicPr>
          <p:nvPr/>
        </p:nvPicPr>
        <p:blipFill>
          <a:blip r:embed="rId2"/>
          <a:stretch>
            <a:fillRect/>
          </a:stretch>
        </p:blipFill>
        <p:spPr>
          <a:xfrm>
            <a:off x="1641505" y="3395738"/>
            <a:ext cx="5867400" cy="30504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83044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Field Level Security</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 What is Field Level Security?</a:t>
            </a:r>
          </a:p>
          <a:p>
            <a:endParaRPr lang="en-US" sz="600" dirty="0"/>
          </a:p>
          <a:p>
            <a:pPr>
              <a:defRPr/>
            </a:pPr>
            <a:r>
              <a:rPr lang="en-US" sz="1800" dirty="0"/>
              <a:t>Fields can be hidden or displayed to users in:</a:t>
            </a:r>
          </a:p>
          <a:p>
            <a:pPr lvl="1">
              <a:defRPr/>
            </a:pPr>
            <a:r>
              <a:rPr lang="en-US" dirty="0"/>
              <a:t>Detail and edit pages, related lists, list views, reports</a:t>
            </a:r>
          </a:p>
          <a:p>
            <a:pPr lvl="1">
              <a:defRPr/>
            </a:pPr>
            <a:r>
              <a:rPr lang="en-US" dirty="0"/>
              <a:t>Example: Hide the Territory field on the Accounts page from the users but display it for the Admin</a:t>
            </a:r>
          </a:p>
          <a:p>
            <a:pPr marL="457200" lvl="1" indent="0">
              <a:buFont typeface="Arial" panose="020B0604020202020204" pitchFamily="34" charset="0"/>
              <a:buNone/>
              <a:defRPr/>
            </a:pPr>
            <a:endParaRPr lang="en-US" sz="1000" b="1" dirty="0"/>
          </a:p>
          <a:p>
            <a:pPr>
              <a:defRPr/>
            </a:pPr>
            <a:r>
              <a:rPr lang="en-US" sz="1800" b="1" dirty="0"/>
              <a:t>Note</a:t>
            </a:r>
            <a:r>
              <a:rPr lang="en-US" sz="1800" dirty="0"/>
              <a:t>: FLS does not prevent searching on the values within a field if you have visibility to the object</a:t>
            </a:r>
          </a:p>
          <a:p>
            <a:pPr>
              <a:defRPr/>
            </a:pPr>
            <a:endParaRPr lang="en-US" sz="1000" dirty="0"/>
          </a:p>
          <a:p>
            <a:pPr>
              <a:defRPr/>
            </a:pPr>
            <a:r>
              <a:rPr lang="en-US" sz="1800" dirty="0"/>
              <a:t>To set FLS on all objects and </a:t>
            </a:r>
            <a:r>
              <a:rPr lang="en-US" sz="1800" u="sng" dirty="0"/>
              <a:t>all fields for a single profile</a:t>
            </a:r>
            <a:r>
              <a:rPr lang="en-US" sz="1800" dirty="0"/>
              <a:t>:</a:t>
            </a:r>
          </a:p>
          <a:p>
            <a:pPr lvl="1">
              <a:defRPr/>
            </a:pPr>
            <a:r>
              <a:rPr lang="en-US" b="1" dirty="0"/>
              <a:t>Setup &gt; Manage Users &gt; Profiles &gt; [Profile] &gt; Field-Level Security &gt; [Field]</a:t>
            </a:r>
          </a:p>
          <a:p>
            <a:pPr lvl="1">
              <a:defRPr/>
            </a:pPr>
            <a:endParaRPr lang="en-US" sz="1000" b="1" dirty="0"/>
          </a:p>
          <a:p>
            <a:pPr>
              <a:defRPr/>
            </a:pPr>
            <a:r>
              <a:rPr lang="en-US" sz="1800" dirty="0"/>
              <a:t>To set FLS on a single field for all profiles:</a:t>
            </a:r>
          </a:p>
          <a:p>
            <a:pPr lvl="1">
              <a:defRPr/>
            </a:pPr>
            <a:r>
              <a:rPr lang="en-US" b="1" dirty="0"/>
              <a:t>Setup &gt; Create &gt; Objects &gt; [Object] &gt; [Field detail page] &gt; Set Field-Level Security button</a:t>
            </a:r>
            <a:br>
              <a:rPr lang="en-US" b="1" dirty="0"/>
            </a:br>
            <a:r>
              <a:rPr lang="en-US" dirty="0"/>
              <a:t>		</a:t>
            </a:r>
          </a:p>
        </p:txBody>
      </p:sp>
      <p:sp>
        <p:nvSpPr>
          <p:cNvPr id="8" name="Rectangle 7">
            <a:extLst>
              <a:ext uri="{FF2B5EF4-FFF2-40B4-BE49-F238E27FC236}">
                <a16:creationId xmlns:a16="http://schemas.microsoft.com/office/drawing/2014/main" id="{78EC1D3D-4402-1A15-1D48-C38B1340F134}"/>
              </a:ext>
            </a:extLst>
          </p:cNvPr>
          <p:cNvSpPr/>
          <p:nvPr/>
        </p:nvSpPr>
        <p:spPr>
          <a:xfrm>
            <a:off x="7391400" y="1524000"/>
            <a:ext cx="2057400" cy="101732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What fields on those objects can an user see?</a:t>
            </a:r>
          </a:p>
        </p:txBody>
      </p:sp>
    </p:spTree>
    <p:extLst>
      <p:ext uri="{BB962C8B-B14F-4D97-AF65-F5344CB8AC3E}">
        <p14:creationId xmlns:p14="http://schemas.microsoft.com/office/powerpoint/2010/main" val="3293697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FLS Access </a:t>
            </a:r>
            <a:endParaRPr lang="en-US" dirty="0"/>
          </a:p>
        </p:txBody>
      </p:sp>
      <p:pic>
        <p:nvPicPr>
          <p:cNvPr id="2" name="Picture 1">
            <a:extLst>
              <a:ext uri="{FF2B5EF4-FFF2-40B4-BE49-F238E27FC236}">
                <a16:creationId xmlns:a16="http://schemas.microsoft.com/office/drawing/2014/main" id="{F692507B-2D79-55BA-87CC-EE1AFB95D600}"/>
              </a:ext>
            </a:extLst>
          </p:cNvPr>
          <p:cNvPicPr>
            <a:picLocks noChangeAspect="1"/>
          </p:cNvPicPr>
          <p:nvPr/>
        </p:nvPicPr>
        <p:blipFill>
          <a:blip r:embed="rId2"/>
          <a:stretch>
            <a:fillRect/>
          </a:stretch>
        </p:blipFill>
        <p:spPr>
          <a:xfrm>
            <a:off x="261257" y="1693715"/>
            <a:ext cx="8069943" cy="4020272"/>
          </a:xfrm>
          <a:prstGeom prst="rect">
            <a:avLst/>
          </a:prstGeom>
          <a:ln>
            <a:solidFill>
              <a:schemeClr val="tx1"/>
            </a:solidFill>
          </a:ln>
        </p:spPr>
      </p:pic>
    </p:spTree>
    <p:extLst>
      <p:ext uri="{BB962C8B-B14F-4D97-AF65-F5344CB8AC3E}">
        <p14:creationId xmlns:p14="http://schemas.microsoft.com/office/powerpoint/2010/main" val="1662505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Profiles- Additional Access</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tx1"/>
                </a:solidFill>
              </a:rPr>
              <a:t> Profiles are also used to configure:</a:t>
            </a:r>
          </a:p>
          <a:p>
            <a:endParaRPr lang="en-US" sz="1800" dirty="0">
              <a:solidFill>
                <a:schemeClr val="tx1"/>
              </a:solidFill>
            </a:endParaRPr>
          </a:p>
          <a:p>
            <a:pPr>
              <a:defRPr/>
            </a:pPr>
            <a:r>
              <a:rPr lang="en-US" sz="1800" dirty="0">
                <a:solidFill>
                  <a:schemeClr val="tx1"/>
                </a:solidFill>
              </a:rPr>
              <a:t>Page Layout Assignments</a:t>
            </a:r>
          </a:p>
          <a:p>
            <a:pPr lvl="1">
              <a:defRPr/>
            </a:pPr>
            <a:r>
              <a:rPr lang="en-US" sz="1600" dirty="0">
                <a:solidFill>
                  <a:schemeClr val="tx1"/>
                </a:solidFill>
              </a:rPr>
              <a:t>Which page layout(s) is being used for all objects per profile</a:t>
            </a:r>
          </a:p>
          <a:p>
            <a:pPr lvl="1">
              <a:defRPr/>
            </a:pPr>
            <a:endParaRPr lang="en-US" dirty="0">
              <a:solidFill>
                <a:schemeClr val="tx1"/>
              </a:solidFill>
            </a:endParaRPr>
          </a:p>
          <a:p>
            <a:pPr>
              <a:defRPr/>
            </a:pPr>
            <a:r>
              <a:rPr lang="en-US" sz="1800" dirty="0">
                <a:solidFill>
                  <a:schemeClr val="tx1"/>
                </a:solidFill>
              </a:rPr>
              <a:t>Enable Apex Class Access</a:t>
            </a:r>
          </a:p>
          <a:p>
            <a:pPr lvl="1">
              <a:defRPr/>
            </a:pPr>
            <a:r>
              <a:rPr lang="en-US" sz="1600" dirty="0">
                <a:solidFill>
                  <a:schemeClr val="tx1"/>
                </a:solidFill>
              </a:rPr>
              <a:t>Which Apex Classes users of this profile have access to execute</a:t>
            </a:r>
          </a:p>
          <a:p>
            <a:pPr>
              <a:defRPr/>
            </a:pPr>
            <a:endParaRPr lang="en-US" sz="1800" dirty="0">
              <a:solidFill>
                <a:schemeClr val="tx1"/>
              </a:solidFill>
            </a:endParaRPr>
          </a:p>
          <a:p>
            <a:pPr>
              <a:defRPr/>
            </a:pPr>
            <a:r>
              <a:rPr lang="en-US" sz="1800" dirty="0">
                <a:solidFill>
                  <a:schemeClr val="tx1"/>
                </a:solidFill>
              </a:rPr>
              <a:t>Enable Visual Force Page Access</a:t>
            </a:r>
          </a:p>
          <a:p>
            <a:pPr lvl="1">
              <a:defRPr/>
            </a:pPr>
            <a:r>
              <a:rPr lang="en-US" sz="1600" dirty="0">
                <a:solidFill>
                  <a:schemeClr val="tx1"/>
                </a:solidFill>
              </a:rPr>
              <a:t>Which Visual Force Pages users of this profile have access to in the application</a:t>
            </a:r>
            <a:endParaRPr lang="en-US" dirty="0"/>
          </a:p>
        </p:txBody>
      </p:sp>
    </p:spTree>
    <p:extLst>
      <p:ext uri="{BB962C8B-B14F-4D97-AF65-F5344CB8AC3E}">
        <p14:creationId xmlns:p14="http://schemas.microsoft.com/office/powerpoint/2010/main" val="4205026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Data Access &amp; Security</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pPr>
              <a:spcBef>
                <a:spcPct val="0"/>
              </a:spcBef>
              <a:buNone/>
            </a:pPr>
            <a:r>
              <a:rPr lang="en-US" sz="3200" b="1" dirty="0">
                <a:latin typeface="Arial" panose="020B0604020202020204" pitchFamily="34" charset="0"/>
                <a:cs typeface="Arial" panose="020B0604020202020204" pitchFamily="34" charset="0"/>
              </a:rPr>
              <a:t>Permission Sets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094515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Permission Sets- Overview</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tx1"/>
                </a:solidFill>
              </a:rPr>
              <a:t> Permission Sets feature:</a:t>
            </a:r>
          </a:p>
          <a:p>
            <a:endParaRPr lang="en-US" sz="1800" dirty="0">
              <a:solidFill>
                <a:schemeClr val="tx1"/>
              </a:solidFill>
            </a:endParaRPr>
          </a:p>
          <a:p>
            <a:pPr>
              <a:defRPr/>
            </a:pPr>
            <a:r>
              <a:rPr lang="en-US" sz="1800" dirty="0">
                <a:solidFill>
                  <a:schemeClr val="tx1"/>
                </a:solidFill>
              </a:rPr>
              <a:t>Grants permissions at the user level without having to modify or clone Profiles</a:t>
            </a:r>
          </a:p>
          <a:p>
            <a:pPr>
              <a:defRPr/>
            </a:pPr>
            <a:r>
              <a:rPr lang="en-US" sz="1800" dirty="0">
                <a:solidFill>
                  <a:schemeClr val="tx1"/>
                </a:solidFill>
              </a:rPr>
              <a:t>Define Profiles with minimum permissions and then give additional permission to specific users</a:t>
            </a:r>
          </a:p>
          <a:p>
            <a:pPr>
              <a:defRPr/>
            </a:pPr>
            <a:r>
              <a:rPr lang="en-US" sz="1800" dirty="0">
                <a:solidFill>
                  <a:schemeClr val="tx1"/>
                </a:solidFill>
              </a:rPr>
              <a:t>Helps to reduce number of Profiles needed for the Org. For e.g., bifurcation between CORE and NON-CORE features</a:t>
            </a:r>
          </a:p>
          <a:p>
            <a:pPr lvl="1">
              <a:defRPr/>
            </a:pPr>
            <a:r>
              <a:rPr lang="en-US" sz="1600" dirty="0">
                <a:solidFill>
                  <a:schemeClr val="tx1"/>
                </a:solidFill>
              </a:rPr>
              <a:t>Set </a:t>
            </a:r>
            <a:r>
              <a:rPr lang="en-US" sz="1600" b="1" dirty="0">
                <a:solidFill>
                  <a:schemeClr val="tx1"/>
                </a:solidFill>
              </a:rPr>
              <a:t>Permission Set Support</a:t>
            </a:r>
            <a:r>
              <a:rPr lang="en-US" sz="1600" dirty="0">
                <a:solidFill>
                  <a:schemeClr val="tx1"/>
                </a:solidFill>
              </a:rPr>
              <a:t> VEEVA setting to TRUE</a:t>
            </a:r>
            <a:endParaRPr lang="en-US" dirty="0"/>
          </a:p>
        </p:txBody>
      </p:sp>
      <p:pic>
        <p:nvPicPr>
          <p:cNvPr id="2" name="Picture 1">
            <a:extLst>
              <a:ext uri="{FF2B5EF4-FFF2-40B4-BE49-F238E27FC236}">
                <a16:creationId xmlns:a16="http://schemas.microsoft.com/office/drawing/2014/main" id="{5402142F-F390-006B-EBEE-A42D84A6FD59}"/>
              </a:ext>
            </a:extLst>
          </p:cNvPr>
          <p:cNvPicPr>
            <a:picLocks noChangeAspect="1"/>
          </p:cNvPicPr>
          <p:nvPr/>
        </p:nvPicPr>
        <p:blipFill rotWithShape="1">
          <a:blip r:embed="rId2"/>
          <a:srcRect b="19158"/>
          <a:stretch/>
        </p:blipFill>
        <p:spPr>
          <a:xfrm>
            <a:off x="1295984" y="3953616"/>
            <a:ext cx="7356057" cy="2326999"/>
          </a:xfrm>
          <a:prstGeom prst="rect">
            <a:avLst/>
          </a:prstGeom>
          <a:ln>
            <a:solidFill>
              <a:schemeClr val="tx1"/>
            </a:solidFill>
          </a:ln>
        </p:spPr>
      </p:pic>
    </p:spTree>
    <p:extLst>
      <p:ext uri="{BB962C8B-B14F-4D97-AF65-F5344CB8AC3E}">
        <p14:creationId xmlns:p14="http://schemas.microsoft.com/office/powerpoint/2010/main" val="820157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Permission Sets- Define</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tx1"/>
                </a:solidFill>
              </a:rPr>
              <a:t> Define Permission Sets:</a:t>
            </a:r>
            <a:endParaRPr lang="en-US" sz="1800" dirty="0">
              <a:solidFill>
                <a:schemeClr val="tx1"/>
              </a:solidFill>
            </a:endParaRPr>
          </a:p>
          <a:p>
            <a:pPr>
              <a:defRPr/>
            </a:pPr>
            <a:r>
              <a:rPr lang="en-US" sz="1800" dirty="0">
                <a:solidFill>
                  <a:schemeClr val="tx1"/>
                </a:solidFill>
              </a:rPr>
              <a:t>To create Permission Sets: </a:t>
            </a:r>
          </a:p>
          <a:p>
            <a:pPr lvl="1">
              <a:defRPr/>
            </a:pPr>
            <a:r>
              <a:rPr lang="en-US" sz="1600" b="1" dirty="0">
                <a:solidFill>
                  <a:schemeClr val="tx1"/>
                </a:solidFill>
              </a:rPr>
              <a:t>Setup &gt; Administration Setup &gt; Manage Users &gt; Permission Sets</a:t>
            </a:r>
            <a:endParaRPr lang="en-US" b="1" dirty="0">
              <a:solidFill>
                <a:schemeClr val="tx1"/>
              </a:solidFill>
            </a:endParaRPr>
          </a:p>
          <a:p>
            <a:pPr>
              <a:defRPr/>
            </a:pPr>
            <a:r>
              <a:rPr lang="en-US" sz="1800" b="1" dirty="0">
                <a:solidFill>
                  <a:schemeClr val="tx1"/>
                </a:solidFill>
              </a:rPr>
              <a:t>Create</a:t>
            </a:r>
            <a:r>
              <a:rPr lang="en-US" sz="1800" dirty="0">
                <a:solidFill>
                  <a:schemeClr val="tx1"/>
                </a:solidFill>
              </a:rPr>
              <a:t> or </a:t>
            </a:r>
            <a:r>
              <a:rPr lang="en-US" sz="1800" b="1" dirty="0">
                <a:solidFill>
                  <a:schemeClr val="tx1"/>
                </a:solidFill>
              </a:rPr>
              <a:t>Edit</a:t>
            </a:r>
            <a:r>
              <a:rPr lang="en-US" sz="1800" dirty="0">
                <a:solidFill>
                  <a:schemeClr val="tx1"/>
                </a:solidFill>
              </a:rPr>
              <a:t> Permission Sets are needed- </a:t>
            </a:r>
            <a:r>
              <a:rPr lang="en-US" sz="1800" u="sng" dirty="0">
                <a:solidFill>
                  <a:schemeClr val="tx1"/>
                </a:solidFill>
              </a:rPr>
              <a:t>similar to defining a role</a:t>
            </a:r>
            <a:endParaRPr lang="en-US" sz="1800" dirty="0">
              <a:solidFill>
                <a:schemeClr val="tx1"/>
              </a:solidFill>
            </a:endParaRPr>
          </a:p>
          <a:p>
            <a:pPr>
              <a:defRPr/>
            </a:pPr>
            <a:r>
              <a:rPr lang="en-US" sz="1800" b="1" dirty="0">
                <a:solidFill>
                  <a:schemeClr val="tx1"/>
                </a:solidFill>
              </a:rPr>
              <a:t>Select</a:t>
            </a:r>
            <a:r>
              <a:rPr lang="en-US" sz="1800" dirty="0">
                <a:solidFill>
                  <a:schemeClr val="tx1"/>
                </a:solidFill>
              </a:rPr>
              <a:t> Section and then Edit Permissions</a:t>
            </a:r>
            <a:endParaRPr lang="en-US" dirty="0"/>
          </a:p>
        </p:txBody>
      </p:sp>
      <p:pic>
        <p:nvPicPr>
          <p:cNvPr id="7" name="Picture 6">
            <a:extLst>
              <a:ext uri="{FF2B5EF4-FFF2-40B4-BE49-F238E27FC236}">
                <a16:creationId xmlns:a16="http://schemas.microsoft.com/office/drawing/2014/main" id="{6BE73FA1-3DDB-0C3C-6ADD-4285216A6A3C}"/>
              </a:ext>
            </a:extLst>
          </p:cNvPr>
          <p:cNvPicPr>
            <a:picLocks noChangeAspect="1"/>
          </p:cNvPicPr>
          <p:nvPr/>
        </p:nvPicPr>
        <p:blipFill rotWithShape="1">
          <a:blip r:embed="rId2"/>
          <a:srcRect r="16031" b="13345"/>
          <a:stretch/>
        </p:blipFill>
        <p:spPr>
          <a:xfrm>
            <a:off x="533400" y="3276600"/>
            <a:ext cx="5047397" cy="3109706"/>
          </a:xfrm>
          <a:prstGeom prst="rect">
            <a:avLst/>
          </a:prstGeom>
          <a:ln>
            <a:solidFill>
              <a:schemeClr val="tx1"/>
            </a:solidFill>
          </a:ln>
        </p:spPr>
      </p:pic>
      <p:pic>
        <p:nvPicPr>
          <p:cNvPr id="8" name="Picture 7">
            <a:extLst>
              <a:ext uri="{FF2B5EF4-FFF2-40B4-BE49-F238E27FC236}">
                <a16:creationId xmlns:a16="http://schemas.microsoft.com/office/drawing/2014/main" id="{D1042D77-DD8F-FB38-4298-BBAF83DE832E}"/>
              </a:ext>
            </a:extLst>
          </p:cNvPr>
          <p:cNvPicPr>
            <a:picLocks noChangeAspect="1"/>
          </p:cNvPicPr>
          <p:nvPr/>
        </p:nvPicPr>
        <p:blipFill>
          <a:blip r:embed="rId3"/>
          <a:stretch>
            <a:fillRect/>
          </a:stretch>
        </p:blipFill>
        <p:spPr>
          <a:xfrm>
            <a:off x="5047397" y="2960241"/>
            <a:ext cx="3581959" cy="2999028"/>
          </a:xfrm>
          <a:prstGeom prst="rect">
            <a:avLst/>
          </a:prstGeom>
          <a:ln>
            <a:solidFill>
              <a:schemeClr val="tx1"/>
            </a:solidFill>
          </a:ln>
        </p:spPr>
      </p:pic>
      <p:sp>
        <p:nvSpPr>
          <p:cNvPr id="9" name="Rectangle 8">
            <a:extLst>
              <a:ext uri="{FF2B5EF4-FFF2-40B4-BE49-F238E27FC236}">
                <a16:creationId xmlns:a16="http://schemas.microsoft.com/office/drawing/2014/main" id="{EBDA7C38-EC8B-E9EA-05A3-57FECB722AE9}"/>
              </a:ext>
            </a:extLst>
          </p:cNvPr>
          <p:cNvSpPr/>
          <p:nvPr/>
        </p:nvSpPr>
        <p:spPr>
          <a:xfrm>
            <a:off x="2608997" y="6058487"/>
            <a:ext cx="1111191" cy="228600"/>
          </a:xfrm>
          <a:prstGeom prst="rect">
            <a:avLst/>
          </a:prstGeom>
          <a:noFill/>
          <a:ln w="349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Right Arrow 11">
            <a:extLst>
              <a:ext uri="{FF2B5EF4-FFF2-40B4-BE49-F238E27FC236}">
                <a16:creationId xmlns:a16="http://schemas.microsoft.com/office/drawing/2014/main" id="{C12A076D-9A72-35CD-E045-030CD0408871}"/>
              </a:ext>
            </a:extLst>
          </p:cNvPr>
          <p:cNvSpPr/>
          <p:nvPr/>
        </p:nvSpPr>
        <p:spPr>
          <a:xfrm rot="19840648">
            <a:off x="3653149" y="5488618"/>
            <a:ext cx="1621267" cy="290725"/>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36470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Permission Sets- Assignment</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tx1"/>
                </a:solidFill>
              </a:rPr>
              <a:t> Assign Permission Sets:</a:t>
            </a:r>
          </a:p>
          <a:p>
            <a:pPr marL="0" indent="0">
              <a:buNone/>
            </a:pPr>
            <a:endParaRPr lang="en-US" dirty="0">
              <a:solidFill>
                <a:schemeClr val="tx1"/>
              </a:solidFill>
            </a:endParaRPr>
          </a:p>
          <a:p>
            <a:pPr>
              <a:defRPr/>
            </a:pPr>
            <a:r>
              <a:rPr lang="en-US" dirty="0">
                <a:solidFill>
                  <a:schemeClr val="tx1"/>
                </a:solidFill>
              </a:rPr>
              <a:t>Once defined, assign Permission Sets to uses</a:t>
            </a:r>
          </a:p>
          <a:p>
            <a:pPr lvl="1">
              <a:defRPr/>
            </a:pPr>
            <a:r>
              <a:rPr lang="en-US" dirty="0">
                <a:solidFill>
                  <a:schemeClr val="tx1"/>
                </a:solidFill>
              </a:rPr>
              <a:t>Click the </a:t>
            </a:r>
            <a:r>
              <a:rPr lang="en-US" b="1" dirty="0">
                <a:solidFill>
                  <a:schemeClr val="tx1"/>
                </a:solidFill>
              </a:rPr>
              <a:t>Manage Assignments </a:t>
            </a:r>
            <a:r>
              <a:rPr lang="en-US" dirty="0">
                <a:solidFill>
                  <a:schemeClr val="tx1"/>
                </a:solidFill>
              </a:rPr>
              <a:t>button</a:t>
            </a:r>
          </a:p>
          <a:p>
            <a:pPr lvl="1">
              <a:defRPr/>
            </a:pPr>
            <a:r>
              <a:rPr lang="en-US" dirty="0">
                <a:solidFill>
                  <a:schemeClr val="tx1"/>
                </a:solidFill>
              </a:rPr>
              <a:t> Assign a Permission Set to </a:t>
            </a:r>
            <a:r>
              <a:rPr lang="en-US" b="1" dirty="0">
                <a:solidFill>
                  <a:schemeClr val="tx1"/>
                </a:solidFill>
              </a:rPr>
              <a:t>up to 1000 users</a:t>
            </a:r>
            <a:r>
              <a:rPr lang="en-US" dirty="0">
                <a:solidFill>
                  <a:schemeClr val="tx1"/>
                </a:solidFill>
              </a:rPr>
              <a:t> at a time</a:t>
            </a:r>
          </a:p>
          <a:p>
            <a:pPr lvl="1">
              <a:defRPr/>
            </a:pPr>
            <a:endParaRPr lang="en-US" dirty="0">
              <a:solidFill>
                <a:schemeClr val="tx1"/>
              </a:solidFill>
            </a:endParaRPr>
          </a:p>
          <a:p>
            <a:pPr lvl="1">
              <a:defRPr/>
            </a:pPr>
            <a:r>
              <a:rPr lang="en-US" u="sng" dirty="0">
                <a:solidFill>
                  <a:schemeClr val="tx1"/>
                </a:solidFill>
              </a:rPr>
              <a:t>VEEVA Admins can also assign Permission Sets from the user records</a:t>
            </a:r>
            <a:endParaRPr lang="en-US" dirty="0"/>
          </a:p>
        </p:txBody>
      </p:sp>
      <p:pic>
        <p:nvPicPr>
          <p:cNvPr id="7" name="Picture 6">
            <a:extLst>
              <a:ext uri="{FF2B5EF4-FFF2-40B4-BE49-F238E27FC236}">
                <a16:creationId xmlns:a16="http://schemas.microsoft.com/office/drawing/2014/main" id="{5FCD87A2-BC6B-D0BA-6308-DC362FF85EB3}"/>
              </a:ext>
            </a:extLst>
          </p:cNvPr>
          <p:cNvPicPr>
            <a:picLocks noChangeAspect="1"/>
          </p:cNvPicPr>
          <p:nvPr/>
        </p:nvPicPr>
        <p:blipFill>
          <a:blip r:embed="rId2"/>
          <a:stretch>
            <a:fillRect/>
          </a:stretch>
        </p:blipFill>
        <p:spPr>
          <a:xfrm>
            <a:off x="809296" y="3892728"/>
            <a:ext cx="7267575" cy="1805419"/>
          </a:xfrm>
          <a:prstGeom prst="rect">
            <a:avLst/>
          </a:prstGeom>
          <a:ln>
            <a:solidFill>
              <a:schemeClr val="tx1"/>
            </a:solidFill>
          </a:ln>
        </p:spPr>
      </p:pic>
    </p:spTree>
    <p:extLst>
      <p:ext uri="{BB962C8B-B14F-4D97-AF65-F5344CB8AC3E}">
        <p14:creationId xmlns:p14="http://schemas.microsoft.com/office/powerpoint/2010/main" val="1968663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Data Access &amp; Security</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Record Access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811329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Ownership</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tx1"/>
                </a:solidFill>
              </a:rPr>
              <a:t>Record Ownership:</a:t>
            </a:r>
          </a:p>
          <a:p>
            <a:pPr marL="0" indent="0">
              <a:buNone/>
            </a:pPr>
            <a:endParaRPr lang="en-US" sz="600" dirty="0">
              <a:solidFill>
                <a:schemeClr val="tx1"/>
              </a:solidFill>
            </a:endParaRPr>
          </a:p>
          <a:p>
            <a:pPr>
              <a:defRPr/>
            </a:pPr>
            <a:r>
              <a:rPr lang="en-US" sz="1800" b="1" dirty="0">
                <a:solidFill>
                  <a:schemeClr val="tx1"/>
                </a:solidFill>
              </a:rPr>
              <a:t>Ownership</a:t>
            </a:r>
            <a:r>
              <a:rPr lang="en-US" sz="1800" dirty="0">
                <a:solidFill>
                  <a:schemeClr val="tx1"/>
                </a:solidFill>
              </a:rPr>
              <a:t> is a fundamental element driving the concept of “</a:t>
            </a:r>
            <a:r>
              <a:rPr lang="en-US" sz="1800" b="1" dirty="0">
                <a:solidFill>
                  <a:schemeClr val="tx1"/>
                </a:solidFill>
              </a:rPr>
              <a:t>shared visibility</a:t>
            </a:r>
            <a:r>
              <a:rPr lang="en-US" sz="1800" dirty="0">
                <a:solidFill>
                  <a:schemeClr val="tx1"/>
                </a:solidFill>
              </a:rPr>
              <a:t>” to control how data is shared</a:t>
            </a:r>
          </a:p>
          <a:p>
            <a:pPr>
              <a:defRPr/>
            </a:pPr>
            <a:endParaRPr lang="en-US" sz="600" dirty="0">
              <a:solidFill>
                <a:schemeClr val="tx1"/>
              </a:solidFill>
            </a:endParaRPr>
          </a:p>
          <a:p>
            <a:pPr>
              <a:defRPr/>
            </a:pPr>
            <a:r>
              <a:rPr lang="en-US" sz="1800" dirty="0">
                <a:solidFill>
                  <a:schemeClr val="tx1"/>
                </a:solidFill>
              </a:rPr>
              <a:t>All records in the system </a:t>
            </a:r>
            <a:r>
              <a:rPr lang="en-US" sz="1800" b="1" dirty="0">
                <a:solidFill>
                  <a:schemeClr val="tx1"/>
                </a:solidFill>
              </a:rPr>
              <a:t>must have </a:t>
            </a:r>
            <a:r>
              <a:rPr lang="en-US" sz="1800" dirty="0">
                <a:solidFill>
                  <a:schemeClr val="tx1"/>
                </a:solidFill>
              </a:rPr>
              <a:t>an owner. By default, the owner of a record is the creator (which includes, System Integrator/Data Migrator user)</a:t>
            </a:r>
          </a:p>
          <a:p>
            <a:pPr>
              <a:defRPr/>
            </a:pPr>
            <a:endParaRPr lang="en-US" sz="600" dirty="0">
              <a:solidFill>
                <a:schemeClr val="tx1"/>
              </a:solidFill>
            </a:endParaRPr>
          </a:p>
          <a:p>
            <a:pPr>
              <a:defRPr/>
            </a:pPr>
            <a:r>
              <a:rPr lang="en-US" sz="1800" dirty="0">
                <a:solidFill>
                  <a:schemeClr val="tx1"/>
                </a:solidFill>
              </a:rPr>
              <a:t>Owner Access gives permission to:</a:t>
            </a:r>
          </a:p>
          <a:p>
            <a:pPr lvl="1">
              <a:defRPr/>
            </a:pPr>
            <a:r>
              <a:rPr lang="en-US" sz="1600" b="1" dirty="0">
                <a:solidFill>
                  <a:schemeClr val="tx1"/>
                </a:solidFill>
              </a:rPr>
              <a:t>View, Edit, Delete, Transfer &amp; Share</a:t>
            </a:r>
            <a:endParaRPr lang="en-US" dirty="0"/>
          </a:p>
        </p:txBody>
      </p:sp>
    </p:spTree>
    <p:extLst>
      <p:ext uri="{BB962C8B-B14F-4D97-AF65-F5344CB8AC3E}">
        <p14:creationId xmlns:p14="http://schemas.microsoft.com/office/powerpoint/2010/main" val="356072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389271"/>
            <a:ext cx="10807700" cy="369332"/>
          </a:xfrm>
        </p:spPr>
        <p:txBody>
          <a:bodyPr/>
          <a:lstStyle/>
          <a:p>
            <a:r>
              <a:rPr lang="en-US" sz="2400" dirty="0"/>
              <a:t>Record Access- OWD</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10330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tx1"/>
                </a:solidFill>
              </a:rPr>
              <a:t> Organization-Wide Defaults:</a:t>
            </a:r>
          </a:p>
          <a:p>
            <a:endParaRPr lang="en-US" dirty="0">
              <a:solidFill>
                <a:schemeClr val="tx1"/>
              </a:solidFill>
            </a:endParaRPr>
          </a:p>
          <a:p>
            <a:pPr>
              <a:defRPr/>
            </a:pPr>
            <a:r>
              <a:rPr lang="en-US" dirty="0">
                <a:solidFill>
                  <a:schemeClr val="tx1"/>
                </a:solidFill>
              </a:rPr>
              <a:t>OWD controls data visibility to data records at each object</a:t>
            </a:r>
          </a:p>
          <a:p>
            <a:pPr lvl="1">
              <a:defRPr/>
            </a:pPr>
            <a:r>
              <a:rPr lang="en-US" dirty="0">
                <a:solidFill>
                  <a:schemeClr val="tx1"/>
                </a:solidFill>
              </a:rPr>
              <a:t>Access OWD Settings from</a:t>
            </a:r>
          </a:p>
          <a:p>
            <a:pPr marL="457200" lvl="1" indent="0">
              <a:buNone/>
              <a:defRPr/>
            </a:pPr>
            <a:r>
              <a:rPr lang="en-US" b="1" dirty="0">
                <a:solidFill>
                  <a:schemeClr val="tx1"/>
                </a:solidFill>
              </a:rPr>
              <a:t>	Setup &gt; Security Controls &gt; Sharing Settings</a:t>
            </a:r>
            <a:endParaRPr lang="en-US" dirty="0"/>
          </a:p>
        </p:txBody>
      </p:sp>
      <p:pic>
        <p:nvPicPr>
          <p:cNvPr id="2" name="Picture 1">
            <a:extLst>
              <a:ext uri="{FF2B5EF4-FFF2-40B4-BE49-F238E27FC236}">
                <a16:creationId xmlns:a16="http://schemas.microsoft.com/office/drawing/2014/main" id="{AE3FEAF8-82F0-774F-F777-C85DEB7623B8}"/>
              </a:ext>
            </a:extLst>
          </p:cNvPr>
          <p:cNvPicPr>
            <a:picLocks noChangeAspect="1"/>
          </p:cNvPicPr>
          <p:nvPr/>
        </p:nvPicPr>
        <p:blipFill>
          <a:blip r:embed="rId2"/>
          <a:stretch>
            <a:fillRect/>
          </a:stretch>
        </p:blipFill>
        <p:spPr>
          <a:xfrm>
            <a:off x="261257" y="3429000"/>
            <a:ext cx="8305800" cy="1806174"/>
          </a:xfrm>
          <a:prstGeom prst="rect">
            <a:avLst/>
          </a:prstGeom>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289684B0-B4D6-D331-8F09-1A6C7A66A08A}"/>
              </a:ext>
            </a:extLst>
          </p:cNvPr>
          <p:cNvSpPr/>
          <p:nvPr/>
        </p:nvSpPr>
        <p:spPr>
          <a:xfrm>
            <a:off x="6509657" y="1852211"/>
            <a:ext cx="2057400" cy="12192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Which records should be hidden by default?</a:t>
            </a:r>
          </a:p>
        </p:txBody>
      </p:sp>
    </p:spTree>
    <p:extLst>
      <p:ext uri="{BB962C8B-B14F-4D97-AF65-F5344CB8AC3E}">
        <p14:creationId xmlns:p14="http://schemas.microsoft.com/office/powerpoint/2010/main" val="724251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OWD- Setting Types</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85017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cs typeface="Arial"/>
              </a:rPr>
              <a:t> OWD Settings:</a:t>
            </a:r>
            <a:endParaRPr lang="en-US"/>
          </a:p>
          <a:p>
            <a:endParaRPr lang="en-US" dirty="0">
              <a:solidFill>
                <a:schemeClr val="tx1"/>
              </a:solidFill>
            </a:endParaRPr>
          </a:p>
          <a:p>
            <a:pPr>
              <a:defRPr/>
            </a:pPr>
            <a:r>
              <a:rPr lang="en-US" dirty="0">
                <a:solidFill>
                  <a:schemeClr val="tx1"/>
                </a:solidFill>
              </a:rPr>
              <a:t>Organization-Wide Default (OWD) has FOUR settings</a:t>
            </a:r>
          </a:p>
          <a:p>
            <a:pPr marL="0" indent="0">
              <a:buNone/>
              <a:defRPr/>
            </a:pPr>
            <a:r>
              <a:rPr lang="en-US" dirty="0">
                <a:solidFill>
                  <a:schemeClr val="tx1"/>
                </a:solidFill>
              </a:rPr>
              <a:t> </a:t>
            </a:r>
          </a:p>
          <a:p>
            <a:pPr marL="579120" lvl="1" indent="-229870">
              <a:defRPr/>
            </a:pPr>
            <a:r>
              <a:rPr lang="en-US" b="1" dirty="0">
                <a:solidFill>
                  <a:schemeClr val="tx1"/>
                </a:solidFill>
              </a:rPr>
              <a:t>Private-</a:t>
            </a:r>
            <a:r>
              <a:rPr lang="en-US" dirty="0">
                <a:solidFill>
                  <a:schemeClr val="tx1"/>
                </a:solidFill>
              </a:rPr>
              <a:t> Allows only the record owner to view and edit the record</a:t>
            </a:r>
            <a:endParaRPr lang="en-US" dirty="0">
              <a:solidFill>
                <a:schemeClr val="tx1"/>
              </a:solidFill>
              <a:cs typeface="Arial" panose="020B0604020202020204"/>
            </a:endParaRPr>
          </a:p>
          <a:p>
            <a:pPr marL="579120" lvl="1" indent="-229870">
              <a:defRPr/>
            </a:pPr>
            <a:endParaRPr lang="en-US" dirty="0">
              <a:solidFill>
                <a:schemeClr val="tx1"/>
              </a:solidFill>
              <a:cs typeface="Arial" panose="020B0604020202020204"/>
            </a:endParaRPr>
          </a:p>
          <a:p>
            <a:pPr marL="579120" lvl="1" indent="-229870">
              <a:defRPr/>
            </a:pPr>
            <a:r>
              <a:rPr lang="en-US" b="1" dirty="0">
                <a:solidFill>
                  <a:schemeClr val="tx1"/>
                </a:solidFill>
              </a:rPr>
              <a:t>Public Read Only- </a:t>
            </a:r>
            <a:r>
              <a:rPr lang="en-US" dirty="0">
                <a:solidFill>
                  <a:schemeClr val="tx1"/>
                </a:solidFill>
              </a:rPr>
              <a:t>Allows all users to view records of an object regardless of record ownership</a:t>
            </a:r>
            <a:endParaRPr lang="en-US" dirty="0">
              <a:solidFill>
                <a:schemeClr val="tx1"/>
              </a:solidFill>
              <a:cs typeface="Arial" panose="020B0604020202020204"/>
            </a:endParaRPr>
          </a:p>
          <a:p>
            <a:pPr marL="579120" lvl="1" indent="-229870">
              <a:defRPr/>
            </a:pPr>
            <a:endParaRPr lang="en-US" dirty="0">
              <a:solidFill>
                <a:schemeClr val="tx1"/>
              </a:solidFill>
              <a:cs typeface="Arial" panose="020B0604020202020204"/>
            </a:endParaRPr>
          </a:p>
          <a:p>
            <a:pPr marL="579120" lvl="1" indent="-229870">
              <a:defRPr/>
            </a:pPr>
            <a:r>
              <a:rPr lang="en-US" b="1" dirty="0">
                <a:solidFill>
                  <a:schemeClr val="tx1"/>
                </a:solidFill>
              </a:rPr>
              <a:t>Public Read/Write</a:t>
            </a:r>
            <a:r>
              <a:rPr lang="en-US" dirty="0">
                <a:solidFill>
                  <a:schemeClr val="tx1"/>
                </a:solidFill>
              </a:rPr>
              <a:t>- Allows all users to view and edit records of an object regardless of record ownership. </a:t>
            </a:r>
            <a:r>
              <a:rPr lang="en-US" u="sng" dirty="0">
                <a:solidFill>
                  <a:schemeClr val="tx1"/>
                </a:solidFill>
              </a:rPr>
              <a:t>For obvious reasons, this setting is used RARELY</a:t>
            </a:r>
            <a:endParaRPr lang="en-US" u="sng" dirty="0">
              <a:solidFill>
                <a:schemeClr val="tx1"/>
              </a:solidFill>
              <a:cs typeface="Arial" panose="020B0604020202020204"/>
            </a:endParaRPr>
          </a:p>
          <a:p>
            <a:pPr marL="579120" lvl="1" indent="-229870">
              <a:defRPr/>
            </a:pPr>
            <a:endParaRPr lang="en-US" dirty="0">
              <a:solidFill>
                <a:schemeClr val="tx1"/>
              </a:solidFill>
              <a:cs typeface="Arial" panose="020B0604020202020204"/>
            </a:endParaRPr>
          </a:p>
          <a:p>
            <a:pPr marL="579120" lvl="1" indent="-229870">
              <a:defRPr/>
            </a:pPr>
            <a:r>
              <a:rPr lang="en-US" b="1" dirty="0">
                <a:solidFill>
                  <a:schemeClr val="tx1"/>
                </a:solidFill>
              </a:rPr>
              <a:t>Controlled by Parent- </a:t>
            </a:r>
            <a:r>
              <a:rPr lang="en-US" dirty="0">
                <a:solidFill>
                  <a:schemeClr val="tx1"/>
                </a:solidFill>
              </a:rPr>
              <a:t>Takes the OWD setting at the parent object. For example, </a:t>
            </a:r>
            <a:r>
              <a:rPr lang="en-US" b="1" dirty="0">
                <a:solidFill>
                  <a:schemeClr val="tx1"/>
                </a:solidFill>
              </a:rPr>
              <a:t>Address</a:t>
            </a:r>
            <a:r>
              <a:rPr lang="en-US" dirty="0">
                <a:solidFill>
                  <a:schemeClr val="tx1"/>
                </a:solidFill>
              </a:rPr>
              <a:t> takes </a:t>
            </a:r>
            <a:r>
              <a:rPr lang="en-US" b="1" dirty="0">
                <a:solidFill>
                  <a:schemeClr val="tx1"/>
                </a:solidFill>
              </a:rPr>
              <a:t>Account’s</a:t>
            </a:r>
            <a:r>
              <a:rPr lang="en-US" dirty="0">
                <a:solidFill>
                  <a:schemeClr val="tx1"/>
                </a:solidFill>
              </a:rPr>
              <a:t> OWD setting. Address is a VOD object that in detail relationship with Account (as Master)</a:t>
            </a:r>
            <a:endParaRPr lang="en-US" dirty="0">
              <a:cs typeface="Arial" panose="020B0604020202020204"/>
            </a:endParaRPr>
          </a:p>
        </p:txBody>
      </p:sp>
    </p:spTree>
    <p:extLst>
      <p:ext uri="{BB962C8B-B14F-4D97-AF65-F5344CB8AC3E}">
        <p14:creationId xmlns:p14="http://schemas.microsoft.com/office/powerpoint/2010/main" val="3956839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Territory Hierarchy</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63681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tx1"/>
                </a:solidFill>
              </a:rPr>
              <a:t> Account Access through Territories:</a:t>
            </a:r>
          </a:p>
          <a:p>
            <a:endParaRPr lang="en-US" sz="200" dirty="0">
              <a:solidFill>
                <a:schemeClr val="tx1"/>
              </a:solidFill>
            </a:endParaRPr>
          </a:p>
          <a:p>
            <a:pPr>
              <a:defRPr/>
            </a:pPr>
            <a:r>
              <a:rPr lang="en-US" sz="1800" dirty="0">
                <a:solidFill>
                  <a:schemeClr val="tx1"/>
                </a:solidFill>
              </a:rPr>
              <a:t>This applies to VEEVA </a:t>
            </a:r>
            <a:r>
              <a:rPr lang="en-US" sz="1800" b="1" dirty="0">
                <a:solidFill>
                  <a:schemeClr val="tx1"/>
                </a:solidFill>
              </a:rPr>
              <a:t>My Accounts </a:t>
            </a:r>
            <a:r>
              <a:rPr lang="en-US" sz="1800" dirty="0">
                <a:solidFill>
                  <a:schemeClr val="tx1"/>
                </a:solidFill>
              </a:rPr>
              <a:t>only</a:t>
            </a:r>
          </a:p>
          <a:p>
            <a:pPr>
              <a:defRPr/>
            </a:pPr>
            <a:endParaRPr lang="en-US" sz="200" dirty="0">
              <a:solidFill>
                <a:schemeClr val="tx1"/>
              </a:solidFill>
            </a:endParaRPr>
          </a:p>
          <a:p>
            <a:pPr>
              <a:defRPr/>
            </a:pPr>
            <a:r>
              <a:rPr lang="en-US" sz="1800" dirty="0">
                <a:solidFill>
                  <a:schemeClr val="tx1"/>
                </a:solidFill>
              </a:rPr>
              <a:t>Accounts can be aligned to </a:t>
            </a:r>
            <a:r>
              <a:rPr lang="en-US" sz="1800" b="1" dirty="0">
                <a:solidFill>
                  <a:schemeClr val="tx1"/>
                </a:solidFill>
              </a:rPr>
              <a:t>one or more </a:t>
            </a:r>
            <a:r>
              <a:rPr lang="en-US" sz="1800" dirty="0">
                <a:solidFill>
                  <a:schemeClr val="tx1"/>
                </a:solidFill>
              </a:rPr>
              <a:t>Territories</a:t>
            </a:r>
          </a:p>
          <a:p>
            <a:pPr>
              <a:defRPr/>
            </a:pPr>
            <a:endParaRPr lang="en-US" sz="200" dirty="0">
              <a:solidFill>
                <a:schemeClr val="tx1"/>
              </a:solidFill>
            </a:endParaRPr>
          </a:p>
          <a:p>
            <a:pPr>
              <a:defRPr/>
            </a:pPr>
            <a:r>
              <a:rPr lang="en-US" sz="1800" dirty="0">
                <a:solidFill>
                  <a:schemeClr val="tx1"/>
                </a:solidFill>
              </a:rPr>
              <a:t>Users are assigned to a </a:t>
            </a:r>
            <a:r>
              <a:rPr lang="en-US" sz="1800" b="1" dirty="0">
                <a:solidFill>
                  <a:schemeClr val="tx1"/>
                </a:solidFill>
              </a:rPr>
              <a:t>single</a:t>
            </a:r>
            <a:r>
              <a:rPr lang="en-US" sz="1800" dirty="0">
                <a:solidFill>
                  <a:schemeClr val="tx1"/>
                </a:solidFill>
              </a:rPr>
              <a:t> Territory. However, Admins can temporarily assign them to more than one territories, if needed)</a:t>
            </a:r>
          </a:p>
          <a:p>
            <a:pPr>
              <a:defRPr/>
            </a:pPr>
            <a:r>
              <a:rPr lang="en-US" sz="1800" dirty="0">
                <a:solidFill>
                  <a:schemeClr val="tx1"/>
                </a:solidFill>
              </a:rPr>
              <a:t>Visibility to accounts is shared up the territory hierarchy</a:t>
            </a:r>
          </a:p>
          <a:p>
            <a:pPr lvl="1">
              <a:defRPr/>
            </a:pPr>
            <a:r>
              <a:rPr lang="en-US" sz="1600" dirty="0">
                <a:solidFill>
                  <a:schemeClr val="tx1"/>
                </a:solidFill>
              </a:rPr>
              <a:t>To access and setup, go to: </a:t>
            </a:r>
          </a:p>
          <a:p>
            <a:pPr lvl="2">
              <a:defRPr/>
            </a:pPr>
            <a:r>
              <a:rPr lang="en-US" sz="1400" b="1" dirty="0">
                <a:solidFill>
                  <a:schemeClr val="tx1"/>
                </a:solidFill>
              </a:rPr>
              <a:t>Setup &gt; Mange Territories &gt; Role Hierarchy</a:t>
            </a:r>
            <a:endParaRPr lang="en-US" dirty="0">
              <a:solidFill>
                <a:schemeClr val="tx1"/>
              </a:solidFill>
            </a:endParaRPr>
          </a:p>
          <a:p>
            <a:pPr lvl="1">
              <a:defRPr/>
            </a:pPr>
            <a:r>
              <a:rPr lang="en-US" sz="1600" b="1" dirty="0">
                <a:solidFill>
                  <a:schemeClr val="tx1"/>
                </a:solidFill>
              </a:rPr>
              <a:t>Add</a:t>
            </a:r>
            <a:r>
              <a:rPr lang="en-US" sz="1600" dirty="0">
                <a:solidFill>
                  <a:schemeClr val="tx1"/>
                </a:solidFill>
              </a:rPr>
              <a:t> territories as well as </a:t>
            </a:r>
            <a:r>
              <a:rPr lang="en-US" sz="1600" b="1" dirty="0">
                <a:solidFill>
                  <a:schemeClr val="tx1"/>
                </a:solidFill>
              </a:rPr>
              <a:t>edit, delete and assign </a:t>
            </a:r>
            <a:r>
              <a:rPr lang="en-US" sz="1600" dirty="0">
                <a:solidFill>
                  <a:schemeClr val="tx1"/>
                </a:solidFill>
              </a:rPr>
              <a:t>users to territories</a:t>
            </a:r>
            <a:endParaRPr lang="en-US" dirty="0"/>
          </a:p>
        </p:txBody>
      </p:sp>
      <p:pic>
        <p:nvPicPr>
          <p:cNvPr id="2" name="Picture 1">
            <a:extLst>
              <a:ext uri="{FF2B5EF4-FFF2-40B4-BE49-F238E27FC236}">
                <a16:creationId xmlns:a16="http://schemas.microsoft.com/office/drawing/2014/main" id="{604F900B-8E8D-F935-41F1-1F1DC52A2738}"/>
              </a:ext>
            </a:extLst>
          </p:cNvPr>
          <p:cNvPicPr>
            <a:picLocks noChangeAspect="1"/>
          </p:cNvPicPr>
          <p:nvPr/>
        </p:nvPicPr>
        <p:blipFill>
          <a:blip r:embed="rId2"/>
          <a:stretch>
            <a:fillRect/>
          </a:stretch>
        </p:blipFill>
        <p:spPr>
          <a:xfrm>
            <a:off x="6629400" y="1630524"/>
            <a:ext cx="4877223" cy="3596952"/>
          </a:xfrm>
          <a:prstGeom prst="rect">
            <a:avLst/>
          </a:prstGeom>
          <a:ln>
            <a:solidFill>
              <a:schemeClr val="tx1"/>
            </a:solidFill>
          </a:ln>
        </p:spPr>
      </p:pic>
    </p:spTree>
    <p:extLst>
      <p:ext uri="{BB962C8B-B14F-4D97-AF65-F5344CB8AC3E}">
        <p14:creationId xmlns:p14="http://schemas.microsoft.com/office/powerpoint/2010/main" val="534711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Role Hierarchy </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63681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tx1"/>
                </a:solidFill>
              </a:rPr>
              <a:t> Role Hierarchy (Vertical Sharing):</a:t>
            </a:r>
          </a:p>
          <a:p>
            <a:endParaRPr lang="en-US" dirty="0">
              <a:solidFill>
                <a:schemeClr val="tx1"/>
              </a:solidFill>
            </a:endParaRPr>
          </a:p>
          <a:p>
            <a:pPr>
              <a:defRPr/>
            </a:pPr>
            <a:r>
              <a:rPr lang="en-US" dirty="0">
                <a:solidFill>
                  <a:schemeClr val="tx1"/>
                </a:solidFill>
              </a:rPr>
              <a:t>The Role Hierarchy gives managers visibility to the data with private OWD (</a:t>
            </a:r>
            <a:r>
              <a:rPr lang="en-US" b="1" dirty="0">
                <a:solidFill>
                  <a:schemeClr val="tx1"/>
                </a:solidFill>
              </a:rPr>
              <a:t>excluding Accounts</a:t>
            </a:r>
            <a:r>
              <a:rPr lang="en-US" dirty="0">
                <a:solidFill>
                  <a:schemeClr val="tx1"/>
                </a:solidFill>
              </a:rPr>
              <a:t>) owned by their direct reports</a:t>
            </a:r>
          </a:p>
          <a:p>
            <a:pPr>
              <a:defRPr/>
            </a:pPr>
            <a:endParaRPr lang="en-US" dirty="0">
              <a:solidFill>
                <a:schemeClr val="tx1"/>
              </a:solidFill>
            </a:endParaRPr>
          </a:p>
          <a:p>
            <a:pPr lvl="1">
              <a:defRPr/>
            </a:pPr>
            <a:r>
              <a:rPr lang="en-US" dirty="0">
                <a:solidFill>
                  <a:schemeClr val="tx1"/>
                </a:solidFill>
              </a:rPr>
              <a:t>To access Role Hierarchy, go to: </a:t>
            </a:r>
          </a:p>
          <a:p>
            <a:pPr lvl="2">
              <a:defRPr/>
            </a:pPr>
            <a:r>
              <a:rPr lang="en-US" b="1" dirty="0">
                <a:solidFill>
                  <a:schemeClr val="tx1"/>
                </a:solidFill>
              </a:rPr>
              <a:t>Setup &gt; Manage Users &gt; Roles &gt; Setup Roles button</a:t>
            </a:r>
          </a:p>
          <a:p>
            <a:pPr lvl="2">
              <a:defRPr/>
            </a:pPr>
            <a:endParaRPr lang="en-US" b="1" dirty="0">
              <a:solidFill>
                <a:schemeClr val="tx1"/>
              </a:solidFill>
            </a:endParaRPr>
          </a:p>
          <a:p>
            <a:pPr lvl="1">
              <a:defRPr/>
            </a:pPr>
            <a:r>
              <a:rPr lang="en-US" b="1" dirty="0">
                <a:solidFill>
                  <a:schemeClr val="tx1"/>
                </a:solidFill>
              </a:rPr>
              <a:t>Add</a:t>
            </a:r>
            <a:r>
              <a:rPr lang="en-US" dirty="0">
                <a:solidFill>
                  <a:schemeClr val="tx1"/>
                </a:solidFill>
              </a:rPr>
              <a:t> roles as well as </a:t>
            </a:r>
            <a:r>
              <a:rPr lang="en-US" b="1" dirty="0">
                <a:solidFill>
                  <a:schemeClr val="tx1"/>
                </a:solidFill>
              </a:rPr>
              <a:t>edit, delete and assign </a:t>
            </a:r>
            <a:r>
              <a:rPr lang="en-US" dirty="0">
                <a:solidFill>
                  <a:schemeClr val="tx1"/>
                </a:solidFill>
              </a:rPr>
              <a:t>users to roles</a:t>
            </a:r>
            <a:endParaRPr lang="en-US" dirty="0"/>
          </a:p>
        </p:txBody>
      </p:sp>
      <p:pic>
        <p:nvPicPr>
          <p:cNvPr id="7" name="Picture 6">
            <a:extLst>
              <a:ext uri="{FF2B5EF4-FFF2-40B4-BE49-F238E27FC236}">
                <a16:creationId xmlns:a16="http://schemas.microsoft.com/office/drawing/2014/main" id="{50A30715-4A4F-A71F-6465-F188AEC583DF}"/>
              </a:ext>
            </a:extLst>
          </p:cNvPr>
          <p:cNvPicPr>
            <a:picLocks noChangeAspect="1"/>
          </p:cNvPicPr>
          <p:nvPr/>
        </p:nvPicPr>
        <p:blipFill>
          <a:blip r:embed="rId2"/>
          <a:stretch>
            <a:fillRect/>
          </a:stretch>
        </p:blipFill>
        <p:spPr>
          <a:xfrm>
            <a:off x="7086600" y="1386840"/>
            <a:ext cx="3558848" cy="3391194"/>
          </a:xfrm>
          <a:prstGeom prst="rect">
            <a:avLst/>
          </a:prstGeom>
          <a:ln>
            <a:solidFill>
              <a:schemeClr val="tx1"/>
            </a:solidFill>
          </a:ln>
        </p:spPr>
      </p:pic>
    </p:spTree>
    <p:extLst>
      <p:ext uri="{BB962C8B-B14F-4D97-AF65-F5344CB8AC3E}">
        <p14:creationId xmlns:p14="http://schemas.microsoft.com/office/powerpoint/2010/main" val="3182401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Sharing Rules</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63681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solidFill>
                  <a:schemeClr val="tx1"/>
                </a:solidFill>
              </a:rPr>
              <a:t> Private data can be shared when needed:</a:t>
            </a:r>
          </a:p>
          <a:p>
            <a:endParaRPr lang="en-US" sz="1600" dirty="0">
              <a:solidFill>
                <a:schemeClr val="tx1"/>
              </a:solidFill>
            </a:endParaRPr>
          </a:p>
          <a:p>
            <a:pPr>
              <a:defRPr/>
            </a:pPr>
            <a:r>
              <a:rPr lang="en-US" sz="1600" dirty="0">
                <a:solidFill>
                  <a:schemeClr val="tx1"/>
                </a:solidFill>
              </a:rPr>
              <a:t>Private data can be shared to </a:t>
            </a:r>
            <a:r>
              <a:rPr lang="en-US" sz="1600" b="1" dirty="0">
                <a:solidFill>
                  <a:schemeClr val="tx1"/>
                </a:solidFill>
              </a:rPr>
              <a:t>users</a:t>
            </a:r>
            <a:r>
              <a:rPr lang="en-US" sz="1600" dirty="0">
                <a:solidFill>
                  <a:schemeClr val="tx1"/>
                </a:solidFill>
              </a:rPr>
              <a:t> and </a:t>
            </a:r>
            <a:r>
              <a:rPr lang="en-US" sz="1600" b="1" dirty="0">
                <a:solidFill>
                  <a:schemeClr val="tx1"/>
                </a:solidFill>
              </a:rPr>
              <a:t>public groups</a:t>
            </a:r>
            <a:endParaRPr lang="en-US" sz="1600" dirty="0">
              <a:solidFill>
                <a:schemeClr val="tx1"/>
              </a:solidFill>
            </a:endParaRPr>
          </a:p>
          <a:p>
            <a:pPr>
              <a:defRPr/>
            </a:pPr>
            <a:r>
              <a:rPr lang="en-US" sz="1600" dirty="0">
                <a:solidFill>
                  <a:schemeClr val="tx1"/>
                </a:solidFill>
              </a:rPr>
              <a:t>Allow greater access for designated users</a:t>
            </a:r>
          </a:p>
          <a:p>
            <a:pPr>
              <a:defRPr/>
            </a:pPr>
            <a:r>
              <a:rPr lang="en-US" sz="1600" dirty="0">
                <a:solidFill>
                  <a:schemeClr val="tx1"/>
                </a:solidFill>
              </a:rPr>
              <a:t>Can never be stricter than OWD settings</a:t>
            </a:r>
          </a:p>
          <a:p>
            <a:pPr>
              <a:defRPr/>
            </a:pPr>
            <a:r>
              <a:rPr lang="en-US" sz="1600" dirty="0">
                <a:solidFill>
                  <a:schemeClr val="tx1"/>
                </a:solidFill>
              </a:rPr>
              <a:t>This is also known as </a:t>
            </a:r>
            <a:r>
              <a:rPr lang="en-US" sz="1600" b="1" dirty="0">
                <a:solidFill>
                  <a:schemeClr val="tx1"/>
                </a:solidFill>
              </a:rPr>
              <a:t>horizontal sharing</a:t>
            </a:r>
            <a:endParaRPr lang="en-US" dirty="0"/>
          </a:p>
        </p:txBody>
      </p:sp>
      <p:sp>
        <p:nvSpPr>
          <p:cNvPr id="2" name="Rectangle 1">
            <a:extLst>
              <a:ext uri="{FF2B5EF4-FFF2-40B4-BE49-F238E27FC236}">
                <a16:creationId xmlns:a16="http://schemas.microsoft.com/office/drawing/2014/main" id="{4B137469-24F3-227D-F63E-87E52E30A706}"/>
              </a:ext>
            </a:extLst>
          </p:cNvPr>
          <p:cNvSpPr/>
          <p:nvPr/>
        </p:nvSpPr>
        <p:spPr>
          <a:xfrm>
            <a:off x="6248400" y="2189480"/>
            <a:ext cx="2057400" cy="12192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What exceptions should we make?</a:t>
            </a:r>
          </a:p>
        </p:txBody>
      </p:sp>
      <p:pic>
        <p:nvPicPr>
          <p:cNvPr id="8" name="Picture 7">
            <a:extLst>
              <a:ext uri="{FF2B5EF4-FFF2-40B4-BE49-F238E27FC236}">
                <a16:creationId xmlns:a16="http://schemas.microsoft.com/office/drawing/2014/main" id="{03DAE8EF-8B41-335C-E0B0-42C6C2ECED37}"/>
              </a:ext>
            </a:extLst>
          </p:cNvPr>
          <p:cNvPicPr>
            <a:picLocks noChangeAspect="1"/>
          </p:cNvPicPr>
          <p:nvPr/>
        </p:nvPicPr>
        <p:blipFill>
          <a:blip r:embed="rId2"/>
          <a:stretch>
            <a:fillRect/>
          </a:stretch>
        </p:blipFill>
        <p:spPr>
          <a:xfrm>
            <a:off x="261257" y="3968376"/>
            <a:ext cx="5344260" cy="1518024"/>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64057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Sharing Rules Access</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b="1" dirty="0">
                <a:solidFill>
                  <a:schemeClr val="tx1"/>
                </a:solidFill>
              </a:rPr>
              <a:t>Configuration:</a:t>
            </a:r>
          </a:p>
          <a:p>
            <a:pPr>
              <a:defRPr/>
            </a:pPr>
            <a:endParaRPr lang="en-US" sz="100" b="1" dirty="0">
              <a:solidFill>
                <a:schemeClr val="tx1"/>
              </a:solidFill>
            </a:endParaRPr>
          </a:p>
          <a:p>
            <a:pPr>
              <a:defRPr/>
            </a:pPr>
            <a:r>
              <a:rPr lang="en-US" sz="1800" dirty="0">
                <a:solidFill>
                  <a:schemeClr val="tx1"/>
                </a:solidFill>
              </a:rPr>
              <a:t>Sharing rules are defined for </a:t>
            </a:r>
            <a:r>
              <a:rPr lang="en-US" sz="1800" b="1" dirty="0">
                <a:solidFill>
                  <a:schemeClr val="tx1"/>
                </a:solidFill>
              </a:rPr>
              <a:t>one-way sharing</a:t>
            </a:r>
            <a:endParaRPr lang="en-US" sz="1800" dirty="0">
              <a:solidFill>
                <a:schemeClr val="tx1"/>
              </a:solidFill>
            </a:endParaRPr>
          </a:p>
          <a:p>
            <a:pPr>
              <a:defRPr/>
            </a:pPr>
            <a:endParaRPr lang="en-US" sz="100" dirty="0">
              <a:solidFill>
                <a:schemeClr val="tx1"/>
              </a:solidFill>
            </a:endParaRPr>
          </a:p>
          <a:p>
            <a:pPr>
              <a:defRPr/>
            </a:pPr>
            <a:r>
              <a:rPr lang="en-US" sz="1800" b="1" dirty="0">
                <a:solidFill>
                  <a:schemeClr val="tx1"/>
                </a:solidFill>
              </a:rPr>
              <a:t>Two</a:t>
            </a:r>
            <a:r>
              <a:rPr lang="en-US" sz="1800" dirty="0">
                <a:solidFill>
                  <a:schemeClr val="tx1"/>
                </a:solidFill>
              </a:rPr>
              <a:t> sharing rules are needed to share data between groups</a:t>
            </a:r>
          </a:p>
          <a:p>
            <a:pPr>
              <a:defRPr/>
            </a:pPr>
            <a:endParaRPr lang="en-US" sz="100" dirty="0">
              <a:solidFill>
                <a:schemeClr val="tx1"/>
              </a:solidFill>
            </a:endParaRPr>
          </a:p>
          <a:p>
            <a:pPr>
              <a:defRPr/>
            </a:pPr>
            <a:r>
              <a:rPr lang="en-US" sz="1800" dirty="0">
                <a:solidFill>
                  <a:schemeClr val="tx1"/>
                </a:solidFill>
              </a:rPr>
              <a:t>VEEVA Admins can create Public Groups to include individual users and/or roles</a:t>
            </a:r>
          </a:p>
          <a:p>
            <a:pPr>
              <a:defRPr/>
            </a:pPr>
            <a:endParaRPr lang="en-US" sz="100" dirty="0">
              <a:solidFill>
                <a:schemeClr val="tx1"/>
              </a:solidFill>
            </a:endParaRPr>
          </a:p>
          <a:p>
            <a:pPr>
              <a:defRPr/>
            </a:pPr>
            <a:r>
              <a:rPr lang="en-US" sz="1800" dirty="0">
                <a:solidFill>
                  <a:schemeClr val="tx1"/>
                </a:solidFill>
              </a:rPr>
              <a:t>To access sharing rule, go to:</a:t>
            </a:r>
          </a:p>
          <a:p>
            <a:pPr lvl="1">
              <a:defRPr/>
            </a:pPr>
            <a:r>
              <a:rPr lang="en-US" b="1" dirty="0">
                <a:solidFill>
                  <a:schemeClr val="tx1"/>
                </a:solidFill>
              </a:rPr>
              <a:t>Setup &gt;Security Controls &gt; Sharing Settings &gt; Sharing Rules </a:t>
            </a:r>
          </a:p>
          <a:p>
            <a:pPr marL="457200" lvl="1" indent="0">
              <a:buNone/>
              <a:defRPr/>
            </a:pPr>
            <a:r>
              <a:rPr lang="en-US" b="1" dirty="0">
                <a:solidFill>
                  <a:schemeClr val="tx1"/>
                </a:solidFill>
              </a:rPr>
              <a:t>     </a:t>
            </a:r>
            <a:r>
              <a:rPr lang="en-US" dirty="0">
                <a:solidFill>
                  <a:schemeClr val="tx1"/>
                </a:solidFill>
              </a:rPr>
              <a:t>(both owner based &amp; criteria based)</a:t>
            </a:r>
          </a:p>
        </p:txBody>
      </p:sp>
    </p:spTree>
    <p:extLst>
      <p:ext uri="{BB962C8B-B14F-4D97-AF65-F5344CB8AC3E}">
        <p14:creationId xmlns:p14="http://schemas.microsoft.com/office/powerpoint/2010/main" val="2436453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Manual Sharing</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61395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sz="1800" b="1" dirty="0">
                <a:solidFill>
                  <a:schemeClr val="tx1"/>
                </a:solidFill>
              </a:rPr>
              <a:t>Private data can be shared manually when needed:</a:t>
            </a:r>
          </a:p>
          <a:p>
            <a:pPr>
              <a:defRPr/>
            </a:pPr>
            <a:endParaRPr lang="en-US" sz="100" b="1" dirty="0">
              <a:solidFill>
                <a:schemeClr val="tx1"/>
              </a:solidFill>
            </a:endParaRPr>
          </a:p>
          <a:p>
            <a:pPr>
              <a:defRPr/>
            </a:pPr>
            <a:r>
              <a:rPr lang="en-US" sz="1800" dirty="0">
                <a:solidFill>
                  <a:schemeClr val="tx1"/>
                </a:solidFill>
              </a:rPr>
              <a:t>VEEVA Admins may need to share records manually with </a:t>
            </a:r>
            <a:r>
              <a:rPr lang="en-US" sz="1800" b="1" dirty="0">
                <a:solidFill>
                  <a:schemeClr val="tx1"/>
                </a:solidFill>
              </a:rPr>
              <a:t>Public Groups, individual users and/or roles</a:t>
            </a:r>
            <a:endParaRPr lang="en-US" sz="1800" dirty="0">
              <a:solidFill>
                <a:schemeClr val="tx1"/>
              </a:solidFill>
            </a:endParaRPr>
          </a:p>
          <a:p>
            <a:pPr>
              <a:defRPr/>
            </a:pPr>
            <a:endParaRPr lang="en-US" sz="100" dirty="0">
              <a:solidFill>
                <a:schemeClr val="tx1"/>
              </a:solidFill>
            </a:endParaRPr>
          </a:p>
          <a:p>
            <a:pPr>
              <a:defRPr/>
            </a:pPr>
            <a:r>
              <a:rPr lang="en-US" sz="1800" dirty="0">
                <a:solidFill>
                  <a:schemeClr val="tx1"/>
                </a:solidFill>
              </a:rPr>
              <a:t>Can never be stricter than OWD settings</a:t>
            </a:r>
          </a:p>
          <a:p>
            <a:pPr>
              <a:defRPr/>
            </a:pPr>
            <a:endParaRPr lang="en-US" sz="100" dirty="0">
              <a:solidFill>
                <a:schemeClr val="tx1"/>
              </a:solidFill>
            </a:endParaRPr>
          </a:p>
          <a:p>
            <a:pPr>
              <a:defRPr/>
            </a:pPr>
            <a:r>
              <a:rPr lang="en-US" sz="1800" dirty="0">
                <a:solidFill>
                  <a:schemeClr val="tx1"/>
                </a:solidFill>
              </a:rPr>
              <a:t>This is also known as manual horizontal sharing</a:t>
            </a:r>
          </a:p>
          <a:p>
            <a:pPr>
              <a:defRPr/>
            </a:pPr>
            <a:endParaRPr lang="en-US" sz="100" dirty="0">
              <a:solidFill>
                <a:schemeClr val="tx1"/>
              </a:solidFill>
            </a:endParaRPr>
          </a:p>
          <a:p>
            <a:pPr>
              <a:defRPr/>
            </a:pPr>
            <a:r>
              <a:rPr lang="en-US" sz="1800" dirty="0">
                <a:solidFill>
                  <a:schemeClr val="tx1"/>
                </a:solidFill>
              </a:rPr>
              <a:t>To provide manual sharing, go to:</a:t>
            </a:r>
          </a:p>
          <a:p>
            <a:pPr lvl="1">
              <a:defRPr/>
            </a:pPr>
            <a:r>
              <a:rPr lang="en-US" sz="1600" b="1" dirty="0">
                <a:solidFill>
                  <a:schemeClr val="tx1"/>
                </a:solidFill>
              </a:rPr>
              <a:t>Record detail page &gt; click on ‘Share’ button &gt; click ‘Add’ button on Sharing Detail page</a:t>
            </a:r>
            <a:endParaRPr lang="en-US" b="1" dirty="0">
              <a:solidFill>
                <a:schemeClr val="tx1"/>
              </a:solidFill>
            </a:endParaRPr>
          </a:p>
        </p:txBody>
      </p:sp>
      <p:pic>
        <p:nvPicPr>
          <p:cNvPr id="2" name="Picture 1">
            <a:extLst>
              <a:ext uri="{FF2B5EF4-FFF2-40B4-BE49-F238E27FC236}">
                <a16:creationId xmlns:a16="http://schemas.microsoft.com/office/drawing/2014/main" id="{6173FA08-BF92-7CBE-E8A8-1E80EF2BD2D4}"/>
              </a:ext>
            </a:extLst>
          </p:cNvPr>
          <p:cNvPicPr>
            <a:picLocks noChangeAspect="1"/>
          </p:cNvPicPr>
          <p:nvPr/>
        </p:nvPicPr>
        <p:blipFill>
          <a:blip r:embed="rId2"/>
          <a:stretch>
            <a:fillRect/>
          </a:stretch>
        </p:blipFill>
        <p:spPr>
          <a:xfrm>
            <a:off x="6629400" y="1905000"/>
            <a:ext cx="3700687" cy="4067759"/>
          </a:xfrm>
          <a:prstGeom prst="rect">
            <a:avLst/>
          </a:prstGeom>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8167CF63-E524-25DC-B5A9-FB1FC22D974E}"/>
              </a:ext>
            </a:extLst>
          </p:cNvPr>
          <p:cNvSpPr/>
          <p:nvPr/>
        </p:nvSpPr>
        <p:spPr>
          <a:xfrm>
            <a:off x="8077199" y="852277"/>
            <a:ext cx="2057400" cy="12192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What exceptions should we make?</a:t>
            </a:r>
          </a:p>
        </p:txBody>
      </p:sp>
    </p:spTree>
    <p:extLst>
      <p:ext uri="{BB962C8B-B14F-4D97-AF65-F5344CB8AC3E}">
        <p14:creationId xmlns:p14="http://schemas.microsoft.com/office/powerpoint/2010/main" val="148400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Record Access- Account Owner</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tx1"/>
                </a:solidFill>
              </a:rPr>
              <a:t>The VEEVA My Accounts tab displays an Account if:</a:t>
            </a:r>
            <a:endParaRPr lang="en-US" sz="200" b="1" dirty="0">
              <a:solidFill>
                <a:schemeClr val="tx1"/>
              </a:solidFill>
            </a:endParaRPr>
          </a:p>
          <a:p>
            <a:pPr lvl="1">
              <a:defRPr/>
            </a:pPr>
            <a:r>
              <a:rPr lang="en-US" sz="1600" dirty="0">
                <a:solidFill>
                  <a:schemeClr val="tx1"/>
                </a:solidFill>
              </a:rPr>
              <a:t>The Account belongs to the user’s </a:t>
            </a:r>
            <a:r>
              <a:rPr lang="en-US" sz="1600" b="1" dirty="0">
                <a:solidFill>
                  <a:schemeClr val="tx1"/>
                </a:solidFill>
              </a:rPr>
              <a:t>territory</a:t>
            </a:r>
            <a:endParaRPr lang="en-US" sz="1600" dirty="0">
              <a:solidFill>
                <a:schemeClr val="tx1"/>
              </a:solidFill>
            </a:endParaRPr>
          </a:p>
          <a:p>
            <a:pPr marL="400050" lvl="1" indent="0">
              <a:buNone/>
              <a:defRPr/>
            </a:pPr>
            <a:r>
              <a:rPr lang="en-US" sz="1600" dirty="0">
                <a:solidFill>
                  <a:schemeClr val="tx1"/>
                </a:solidFill>
              </a:rPr>
              <a:t>		            </a:t>
            </a:r>
            <a:r>
              <a:rPr lang="en-US" sz="1600" b="1" dirty="0">
                <a:solidFill>
                  <a:schemeClr val="tx1"/>
                </a:solidFill>
              </a:rPr>
              <a:t>OR</a:t>
            </a:r>
          </a:p>
          <a:p>
            <a:pPr lvl="1">
              <a:defRPr/>
            </a:pPr>
            <a:r>
              <a:rPr lang="en-US" sz="1600" dirty="0">
                <a:solidFill>
                  <a:schemeClr val="tx1"/>
                </a:solidFill>
              </a:rPr>
              <a:t>The user “</a:t>
            </a:r>
            <a:r>
              <a:rPr lang="en-US" sz="1600" b="1" dirty="0">
                <a:solidFill>
                  <a:schemeClr val="tx1"/>
                </a:solidFill>
              </a:rPr>
              <a:t>owns</a:t>
            </a:r>
            <a:r>
              <a:rPr lang="en-US" sz="1600" dirty="0">
                <a:solidFill>
                  <a:schemeClr val="tx1"/>
                </a:solidFill>
              </a:rPr>
              <a:t>” the Account</a:t>
            </a:r>
          </a:p>
          <a:p>
            <a:pPr marL="349250" lvl="1" indent="0">
              <a:buNone/>
              <a:defRPr/>
            </a:pPr>
            <a:endParaRPr lang="en-US" sz="1600" dirty="0">
              <a:solidFill>
                <a:schemeClr val="tx1"/>
              </a:solidFill>
            </a:endParaRPr>
          </a:p>
          <a:p>
            <a:pPr indent="-230188">
              <a:defRPr/>
            </a:pPr>
            <a:r>
              <a:rPr lang="en-US" sz="1800" b="1" dirty="0">
                <a:solidFill>
                  <a:schemeClr val="tx1"/>
                </a:solidFill>
              </a:rPr>
              <a:t>VEEVA implementations in which users are allowed to create Accounts</a:t>
            </a:r>
            <a:endParaRPr lang="en-US" sz="200" dirty="0">
              <a:solidFill>
                <a:schemeClr val="tx1"/>
              </a:solidFill>
            </a:endParaRPr>
          </a:p>
          <a:p>
            <a:pPr lvl="1">
              <a:defRPr/>
            </a:pPr>
            <a:r>
              <a:rPr lang="en-US" sz="1600" b="1" dirty="0">
                <a:solidFill>
                  <a:schemeClr val="tx1"/>
                </a:solidFill>
              </a:rPr>
              <a:t>Create a workflow </a:t>
            </a:r>
            <a:r>
              <a:rPr lang="en-US" sz="1600" dirty="0">
                <a:solidFill>
                  <a:schemeClr val="tx1"/>
                </a:solidFill>
              </a:rPr>
              <a:t>that updates the Account Owner field and sets it to a designated Admin user</a:t>
            </a:r>
          </a:p>
          <a:p>
            <a:pPr marL="349250" lvl="1" indent="0">
              <a:buNone/>
              <a:defRPr/>
            </a:pPr>
            <a:endParaRPr lang="en-US" sz="1600" dirty="0">
              <a:solidFill>
                <a:schemeClr val="tx1"/>
              </a:solidFill>
            </a:endParaRPr>
          </a:p>
          <a:p>
            <a:pPr>
              <a:defRPr/>
            </a:pPr>
            <a:r>
              <a:rPr lang="en-US" sz="1800" b="1" dirty="0">
                <a:solidFill>
                  <a:schemeClr val="tx1"/>
                </a:solidFill>
              </a:rPr>
              <a:t>If the Accounts are realigned to different territories:</a:t>
            </a:r>
          </a:p>
          <a:p>
            <a:pPr lvl="1">
              <a:defRPr/>
            </a:pPr>
            <a:r>
              <a:rPr lang="en-US" sz="1600" dirty="0">
                <a:solidFill>
                  <a:schemeClr val="tx1"/>
                </a:solidFill>
              </a:rPr>
              <a:t>Users still see Accounts they own even though the account is no longer in the user’s territory</a:t>
            </a:r>
            <a:endParaRPr lang="en-US" b="1" dirty="0">
              <a:solidFill>
                <a:schemeClr val="tx1"/>
              </a:solidFill>
            </a:endParaRPr>
          </a:p>
        </p:txBody>
      </p:sp>
    </p:spTree>
    <p:extLst>
      <p:ext uri="{BB962C8B-B14F-4D97-AF65-F5344CB8AC3E}">
        <p14:creationId xmlns:p14="http://schemas.microsoft.com/office/powerpoint/2010/main" val="2909323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Data Access &amp; Security</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User Management</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3496985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User Management</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tx1"/>
                </a:solidFill>
              </a:rPr>
              <a:t>In Salesforce, every user is identified by a username, password, a single profile and a single role, and one or more territories which determines:</a:t>
            </a:r>
          </a:p>
          <a:p>
            <a:pPr>
              <a:defRPr/>
            </a:pPr>
            <a:endParaRPr lang="en-US" sz="200" b="1" dirty="0">
              <a:solidFill>
                <a:schemeClr val="tx1"/>
              </a:solidFill>
            </a:endParaRPr>
          </a:p>
          <a:p>
            <a:pPr lvl="1">
              <a:defRPr/>
            </a:pPr>
            <a:r>
              <a:rPr lang="en-US" sz="1600" dirty="0">
                <a:solidFill>
                  <a:schemeClr val="tx1"/>
                </a:solidFill>
              </a:rPr>
              <a:t>What tasks users can perform</a:t>
            </a:r>
          </a:p>
          <a:p>
            <a:pPr lvl="1">
              <a:defRPr/>
            </a:pPr>
            <a:r>
              <a:rPr lang="en-US" sz="1600" dirty="0">
                <a:solidFill>
                  <a:schemeClr val="tx1"/>
                </a:solidFill>
              </a:rPr>
              <a:t>What data they see</a:t>
            </a:r>
          </a:p>
          <a:p>
            <a:pPr lvl="1">
              <a:defRPr/>
            </a:pPr>
            <a:r>
              <a:rPr lang="en-US" sz="1600" dirty="0">
                <a:solidFill>
                  <a:schemeClr val="tx1"/>
                </a:solidFill>
              </a:rPr>
              <a:t>What they can do with the data</a:t>
            </a:r>
          </a:p>
          <a:p>
            <a:pPr>
              <a:defRPr/>
            </a:pPr>
            <a:endParaRPr lang="en-US" sz="1800" b="1" dirty="0"/>
          </a:p>
          <a:p>
            <a:pPr>
              <a:defRPr/>
            </a:pPr>
            <a:r>
              <a:rPr lang="en-US" sz="1800" b="1" dirty="0">
                <a:solidFill>
                  <a:schemeClr val="tx1"/>
                </a:solidFill>
              </a:rPr>
              <a:t>VEEVA Admins can also perform the following user management functions:</a:t>
            </a:r>
          </a:p>
          <a:p>
            <a:pPr>
              <a:defRPr/>
            </a:pPr>
            <a:endParaRPr lang="en-US" sz="200" dirty="0">
              <a:solidFill>
                <a:schemeClr val="tx1"/>
              </a:solidFill>
            </a:endParaRPr>
          </a:p>
          <a:p>
            <a:pPr lvl="1">
              <a:defRPr/>
            </a:pPr>
            <a:r>
              <a:rPr lang="en-US" sz="1600" dirty="0">
                <a:solidFill>
                  <a:schemeClr val="tx1"/>
                </a:solidFill>
              </a:rPr>
              <a:t>Creating or inactivating users</a:t>
            </a:r>
          </a:p>
          <a:p>
            <a:pPr lvl="1">
              <a:defRPr/>
            </a:pPr>
            <a:r>
              <a:rPr lang="en-US" sz="1600" dirty="0">
                <a:solidFill>
                  <a:schemeClr val="tx1"/>
                </a:solidFill>
              </a:rPr>
              <a:t>Resetting passwords</a:t>
            </a:r>
          </a:p>
          <a:p>
            <a:pPr lvl="1">
              <a:defRPr/>
            </a:pPr>
            <a:r>
              <a:rPr lang="en-US" sz="1600" dirty="0">
                <a:solidFill>
                  <a:schemeClr val="tx1"/>
                </a:solidFill>
              </a:rPr>
              <a:t>Unlocking users</a:t>
            </a:r>
          </a:p>
          <a:p>
            <a:pPr lvl="1">
              <a:defRPr/>
            </a:pPr>
            <a:r>
              <a:rPr lang="en-US" sz="1600" dirty="0">
                <a:solidFill>
                  <a:schemeClr val="tx1"/>
                </a:solidFill>
              </a:rPr>
              <a:t>Logging in as another user (Enable Login Permission required)</a:t>
            </a:r>
          </a:p>
          <a:p>
            <a:pPr lvl="1">
              <a:defRPr/>
            </a:pPr>
            <a:endParaRPr lang="en-US" sz="1600" b="1" dirty="0">
              <a:solidFill>
                <a:schemeClr val="tx1"/>
              </a:solidFill>
            </a:endParaRPr>
          </a:p>
          <a:p>
            <a:pPr>
              <a:defRPr/>
            </a:pPr>
            <a:endParaRPr lang="en-US" sz="1800" b="1" dirty="0">
              <a:solidFill>
                <a:schemeClr val="tx1"/>
              </a:solidFill>
            </a:endParaRPr>
          </a:p>
        </p:txBody>
      </p:sp>
    </p:spTree>
    <p:extLst>
      <p:ext uri="{BB962C8B-B14F-4D97-AF65-F5344CB8AC3E}">
        <p14:creationId xmlns:p14="http://schemas.microsoft.com/office/powerpoint/2010/main" val="3748407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User Creation</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tx1"/>
              </a:solidFill>
            </a:endParaRPr>
          </a:p>
          <a:p>
            <a:r>
              <a:rPr lang="en-US" b="1" dirty="0">
                <a:solidFill>
                  <a:schemeClr val="tx1"/>
                </a:solidFill>
              </a:rPr>
              <a:t>Things to keep in mind while creating a new user:</a:t>
            </a:r>
          </a:p>
          <a:p>
            <a:pPr>
              <a:defRPr/>
            </a:pPr>
            <a:endParaRPr lang="en-US" b="1" dirty="0">
              <a:solidFill>
                <a:schemeClr val="tx1"/>
              </a:solidFill>
            </a:endParaRPr>
          </a:p>
          <a:p>
            <a:pPr lvl="1">
              <a:defRPr/>
            </a:pPr>
            <a:r>
              <a:rPr lang="en-US" b="1" dirty="0">
                <a:solidFill>
                  <a:schemeClr val="tx1"/>
                </a:solidFill>
              </a:rPr>
              <a:t>Username</a:t>
            </a:r>
            <a:r>
              <a:rPr lang="en-US" dirty="0">
                <a:solidFill>
                  <a:schemeClr val="tx1"/>
                </a:solidFill>
              </a:rPr>
              <a:t> (mail address) must be </a:t>
            </a:r>
            <a:r>
              <a:rPr lang="en-US" b="1" dirty="0">
                <a:solidFill>
                  <a:schemeClr val="tx1"/>
                </a:solidFill>
              </a:rPr>
              <a:t>unique</a:t>
            </a:r>
            <a:r>
              <a:rPr lang="en-US" dirty="0">
                <a:solidFill>
                  <a:schemeClr val="tx1"/>
                </a:solidFill>
              </a:rPr>
              <a:t> across Salesforce</a:t>
            </a:r>
          </a:p>
          <a:p>
            <a:pPr marL="457200" lvl="1" indent="0">
              <a:buNone/>
              <a:defRPr/>
            </a:pPr>
            <a:endParaRPr lang="en-US" dirty="0">
              <a:solidFill>
                <a:schemeClr val="tx1"/>
              </a:solidFill>
            </a:endParaRPr>
          </a:p>
          <a:p>
            <a:pPr lvl="1">
              <a:defRPr/>
            </a:pPr>
            <a:r>
              <a:rPr lang="en-US" dirty="0">
                <a:solidFill>
                  <a:schemeClr val="tx1"/>
                </a:solidFill>
              </a:rPr>
              <a:t>User records </a:t>
            </a:r>
            <a:r>
              <a:rPr lang="en-US" b="1" dirty="0">
                <a:solidFill>
                  <a:schemeClr val="tx1"/>
                </a:solidFill>
              </a:rPr>
              <a:t>can’t be deleted</a:t>
            </a:r>
            <a:r>
              <a:rPr lang="en-US" dirty="0">
                <a:solidFill>
                  <a:schemeClr val="tx1"/>
                </a:solidFill>
              </a:rPr>
              <a:t>. </a:t>
            </a:r>
            <a:r>
              <a:rPr lang="en-US" b="1" dirty="0">
                <a:solidFill>
                  <a:schemeClr val="tx1"/>
                </a:solidFill>
              </a:rPr>
              <a:t>Inactivate</a:t>
            </a:r>
            <a:r>
              <a:rPr lang="en-US" dirty="0">
                <a:solidFill>
                  <a:schemeClr val="tx1"/>
                </a:solidFill>
              </a:rPr>
              <a:t> the user if he/she no longer uses VEEVA</a:t>
            </a:r>
          </a:p>
          <a:p>
            <a:pPr lvl="1">
              <a:defRPr/>
            </a:pPr>
            <a:endParaRPr lang="en-US" dirty="0">
              <a:solidFill>
                <a:schemeClr val="tx1"/>
              </a:solidFill>
            </a:endParaRPr>
          </a:p>
          <a:p>
            <a:pPr lvl="1">
              <a:defRPr/>
            </a:pPr>
            <a:r>
              <a:rPr lang="en-US" dirty="0">
                <a:solidFill>
                  <a:schemeClr val="tx1"/>
                </a:solidFill>
              </a:rPr>
              <a:t>User License must be set to </a:t>
            </a:r>
            <a:r>
              <a:rPr lang="en-US" b="1" dirty="0">
                <a:solidFill>
                  <a:schemeClr val="tx1"/>
                </a:solidFill>
              </a:rPr>
              <a:t>Salesforce Platform </a:t>
            </a:r>
            <a:r>
              <a:rPr lang="en-US" dirty="0">
                <a:solidFill>
                  <a:schemeClr val="tx1"/>
                </a:solidFill>
              </a:rPr>
              <a:t>for VEEVA licenses</a:t>
            </a:r>
          </a:p>
          <a:p>
            <a:pPr lvl="1">
              <a:defRPr/>
            </a:pPr>
            <a:endParaRPr lang="en-US" dirty="0">
              <a:solidFill>
                <a:schemeClr val="tx1"/>
              </a:solidFill>
            </a:endParaRPr>
          </a:p>
          <a:p>
            <a:pPr lvl="1">
              <a:defRPr/>
            </a:pPr>
            <a:r>
              <a:rPr lang="en-US" b="1" dirty="0">
                <a:solidFill>
                  <a:schemeClr val="tx1"/>
                </a:solidFill>
              </a:rPr>
              <a:t>Assign a manager </a:t>
            </a:r>
            <a:r>
              <a:rPr lang="en-US" dirty="0">
                <a:solidFill>
                  <a:schemeClr val="tx1"/>
                </a:solidFill>
              </a:rPr>
              <a:t>when enabling an Approval workflow</a:t>
            </a:r>
          </a:p>
        </p:txBody>
      </p:sp>
    </p:spTree>
    <p:extLst>
      <p:ext uri="{BB962C8B-B14F-4D97-AF65-F5344CB8AC3E}">
        <p14:creationId xmlns:p14="http://schemas.microsoft.com/office/powerpoint/2010/main" val="2871615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Add User to a Territory</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tx1"/>
                </a:solidFill>
              </a:rPr>
              <a:t> Add User to a Territory:</a:t>
            </a:r>
          </a:p>
          <a:p>
            <a:pPr>
              <a:defRPr/>
            </a:pPr>
            <a:endParaRPr lang="en-US" sz="1800" b="1" dirty="0">
              <a:solidFill>
                <a:schemeClr val="tx1"/>
              </a:solidFill>
            </a:endParaRPr>
          </a:p>
          <a:p>
            <a:pPr lvl="1">
              <a:defRPr/>
            </a:pPr>
            <a:r>
              <a:rPr lang="en-US" sz="1600" dirty="0">
                <a:solidFill>
                  <a:schemeClr val="tx1"/>
                </a:solidFill>
              </a:rPr>
              <a:t>To access and setup territory hierarchy through the UI: </a:t>
            </a:r>
          </a:p>
          <a:p>
            <a:pPr lvl="2">
              <a:defRPr/>
            </a:pPr>
            <a:r>
              <a:rPr lang="en-US" b="1" dirty="0">
                <a:solidFill>
                  <a:schemeClr val="tx1"/>
                </a:solidFill>
              </a:rPr>
              <a:t>Setup &gt; Manage Territories &gt; Hierarchy</a:t>
            </a:r>
            <a:endParaRPr lang="en-US" sz="1800" dirty="0">
              <a:solidFill>
                <a:schemeClr val="tx1"/>
              </a:solidFill>
            </a:endParaRPr>
          </a:p>
          <a:p>
            <a:pPr lvl="1">
              <a:defRPr/>
            </a:pPr>
            <a:r>
              <a:rPr lang="en-US" sz="1600" dirty="0">
                <a:solidFill>
                  <a:schemeClr val="tx1"/>
                </a:solidFill>
              </a:rPr>
              <a:t>Click the </a:t>
            </a:r>
            <a:r>
              <a:rPr lang="en-US" sz="1600" b="1" dirty="0">
                <a:solidFill>
                  <a:schemeClr val="tx1"/>
                </a:solidFill>
              </a:rPr>
              <a:t>Add Territory </a:t>
            </a:r>
            <a:r>
              <a:rPr lang="en-US" sz="1600" dirty="0">
                <a:solidFill>
                  <a:schemeClr val="tx1"/>
                </a:solidFill>
              </a:rPr>
              <a:t>link to build the territory hierarchy</a:t>
            </a:r>
          </a:p>
          <a:p>
            <a:pPr lvl="1">
              <a:defRPr/>
            </a:pPr>
            <a:r>
              <a:rPr lang="en-US" sz="1600" b="1" dirty="0">
                <a:solidFill>
                  <a:schemeClr val="tx1"/>
                </a:solidFill>
              </a:rPr>
              <a:t>Add user(s)</a:t>
            </a:r>
            <a:r>
              <a:rPr lang="en-US" sz="1600" dirty="0">
                <a:solidFill>
                  <a:schemeClr val="tx1"/>
                </a:solidFill>
              </a:rPr>
              <a:t> to the territory’s Assigned Users</a:t>
            </a:r>
          </a:p>
          <a:p>
            <a:pPr marL="349250" lvl="1" indent="0">
              <a:buNone/>
              <a:defRPr/>
            </a:pPr>
            <a:endParaRPr lang="en-US" sz="1600" b="1" dirty="0">
              <a:solidFill>
                <a:schemeClr val="tx1"/>
              </a:solidFill>
            </a:endParaRPr>
          </a:p>
        </p:txBody>
      </p:sp>
      <p:pic>
        <p:nvPicPr>
          <p:cNvPr id="2" name="Picture 1">
            <a:extLst>
              <a:ext uri="{FF2B5EF4-FFF2-40B4-BE49-F238E27FC236}">
                <a16:creationId xmlns:a16="http://schemas.microsoft.com/office/drawing/2014/main" id="{93A78E6B-D967-D801-8E84-1164B0547E8D}"/>
              </a:ext>
            </a:extLst>
          </p:cNvPr>
          <p:cNvPicPr>
            <a:picLocks noChangeAspect="1"/>
          </p:cNvPicPr>
          <p:nvPr/>
        </p:nvPicPr>
        <p:blipFill>
          <a:blip r:embed="rId2"/>
          <a:stretch>
            <a:fillRect/>
          </a:stretch>
        </p:blipFill>
        <p:spPr>
          <a:xfrm>
            <a:off x="487679" y="3465686"/>
            <a:ext cx="8054963" cy="2702387"/>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57629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Best Practices – OWD vs Profile</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solidFill>
                  <a:schemeClr val="tx1"/>
                </a:solidFill>
              </a:rPr>
              <a:t>VEEVA Admins must lock down data to the most restrictive level (in </a:t>
            </a:r>
            <a:r>
              <a:rPr lang="en-US" b="1" dirty="0">
                <a:solidFill>
                  <a:schemeClr val="tx1"/>
                </a:solidFill>
              </a:rPr>
              <a:t>OWD</a:t>
            </a:r>
            <a:r>
              <a:rPr lang="en-US" dirty="0">
                <a:solidFill>
                  <a:schemeClr val="tx1"/>
                </a:solidFill>
              </a:rPr>
              <a:t>), and then use </a:t>
            </a:r>
            <a:r>
              <a:rPr lang="en-US" b="1" dirty="0">
                <a:solidFill>
                  <a:schemeClr val="tx1"/>
                </a:solidFill>
              </a:rPr>
              <a:t>profiles</a:t>
            </a:r>
            <a:r>
              <a:rPr lang="en-US" dirty="0">
                <a:solidFill>
                  <a:schemeClr val="tx1"/>
                </a:solidFill>
              </a:rPr>
              <a:t> to selectively give users the ability to manipulate the data</a:t>
            </a:r>
          </a:p>
          <a:p>
            <a:pPr>
              <a:defRPr/>
            </a:pPr>
            <a:endParaRPr lang="en-US" dirty="0">
              <a:solidFill>
                <a:schemeClr val="tx1"/>
              </a:solidFill>
            </a:endParaRPr>
          </a:p>
          <a:p>
            <a:pPr lvl="1">
              <a:defRPr/>
            </a:pPr>
            <a:r>
              <a:rPr lang="en-US" dirty="0">
                <a:solidFill>
                  <a:schemeClr val="tx1"/>
                </a:solidFill>
              </a:rPr>
              <a:t>If all users need to read Medical Events but some users need to edit them, then set the OWD to Public Read and grant certain user profiles Edit permission to the Medical Event object</a:t>
            </a:r>
          </a:p>
          <a:p>
            <a:pPr>
              <a:defRPr/>
            </a:pPr>
            <a:endParaRPr lang="en-US" dirty="0">
              <a:solidFill>
                <a:schemeClr val="tx1"/>
              </a:solidFill>
            </a:endParaRPr>
          </a:p>
          <a:p>
            <a:pPr>
              <a:defRPr/>
            </a:pPr>
            <a:r>
              <a:rPr lang="en-US" dirty="0">
                <a:solidFill>
                  <a:schemeClr val="tx1"/>
                </a:solidFill>
              </a:rPr>
              <a:t>You can also use </a:t>
            </a:r>
            <a:r>
              <a:rPr lang="en-US" b="1" dirty="0">
                <a:solidFill>
                  <a:schemeClr val="tx1"/>
                </a:solidFill>
              </a:rPr>
              <a:t>Permission Sets</a:t>
            </a:r>
            <a:r>
              <a:rPr lang="en-US" dirty="0">
                <a:solidFill>
                  <a:schemeClr val="tx1"/>
                </a:solidFill>
              </a:rPr>
              <a:t> to avoid too many profiles</a:t>
            </a:r>
          </a:p>
          <a:p>
            <a:pPr>
              <a:defRPr/>
            </a:pPr>
            <a:endParaRPr lang="en-US" dirty="0">
              <a:solidFill>
                <a:schemeClr val="tx1"/>
              </a:solidFill>
            </a:endParaRPr>
          </a:p>
        </p:txBody>
      </p:sp>
    </p:spTree>
    <p:extLst>
      <p:ext uri="{BB962C8B-B14F-4D97-AF65-F5344CB8AC3E}">
        <p14:creationId xmlns:p14="http://schemas.microsoft.com/office/powerpoint/2010/main" val="2603219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Best Practice - Territory Vs. Role</a:t>
            </a:r>
            <a:endParaRPr lang="en-US" dirty="0"/>
          </a:p>
        </p:txBody>
      </p:sp>
      <p:sp>
        <p:nvSpPr>
          <p:cNvPr id="6" name="Content Placeholder 1">
            <a:extLst>
              <a:ext uri="{FF2B5EF4-FFF2-40B4-BE49-F238E27FC236}">
                <a16:creationId xmlns:a16="http://schemas.microsoft.com/office/drawing/2014/main" id="{C6CD862E-FA93-ABFF-EEF9-D18733ECA3DC}"/>
              </a:ext>
            </a:extLst>
          </p:cNvPr>
          <p:cNvSpPr txBox="1">
            <a:spLocks/>
          </p:cNvSpPr>
          <p:nvPr/>
        </p:nvSpPr>
        <p:spPr>
          <a:xfrm>
            <a:off x="261257" y="1371600"/>
            <a:ext cx="9339943"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solidFill>
                  <a:schemeClr val="tx1"/>
                </a:solidFill>
              </a:rPr>
              <a:t>In VEEVA implementations the </a:t>
            </a:r>
            <a:r>
              <a:rPr lang="en-US" sz="1600" b="1" dirty="0">
                <a:solidFill>
                  <a:schemeClr val="tx1"/>
                </a:solidFill>
              </a:rPr>
              <a:t>Territory and Role hierarchies should be identical</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VEEVA Admins must focus on creating the </a:t>
            </a:r>
            <a:r>
              <a:rPr lang="en-US" sz="1600" b="1" dirty="0">
                <a:solidFill>
                  <a:schemeClr val="tx1"/>
                </a:solidFill>
              </a:rPr>
              <a:t>Territory hierarchy </a:t>
            </a:r>
            <a:r>
              <a:rPr lang="en-US" sz="1600" dirty="0">
                <a:solidFill>
                  <a:schemeClr val="tx1"/>
                </a:solidFill>
              </a:rPr>
              <a:t>and then </a:t>
            </a:r>
            <a:r>
              <a:rPr lang="en-US" sz="1600" u="sng" dirty="0">
                <a:solidFill>
                  <a:schemeClr val="tx1"/>
                </a:solidFill>
              </a:rPr>
              <a:t>make the Role hierarchy exactly the same</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Territory hierarchy provides additional access to </a:t>
            </a:r>
            <a:r>
              <a:rPr lang="en-US" sz="1600" b="1" dirty="0">
                <a:solidFill>
                  <a:schemeClr val="tx1"/>
                </a:solidFill>
              </a:rPr>
              <a:t>account, opportunity and case</a:t>
            </a:r>
            <a:r>
              <a:rPr lang="en-US" sz="1600" dirty="0">
                <a:solidFill>
                  <a:schemeClr val="tx1"/>
                </a:solidFill>
              </a:rPr>
              <a:t> object. Role hierarchy provides access for </a:t>
            </a:r>
            <a:r>
              <a:rPr lang="en-US" sz="1600" b="1" dirty="0">
                <a:solidFill>
                  <a:schemeClr val="tx1"/>
                </a:solidFill>
              </a:rPr>
              <a:t>ALL objects </a:t>
            </a:r>
            <a:r>
              <a:rPr lang="en-US" sz="1600" dirty="0">
                <a:solidFill>
                  <a:schemeClr val="tx1"/>
                </a:solidFill>
              </a:rPr>
              <a:t>like coaching reports, others</a:t>
            </a:r>
          </a:p>
        </p:txBody>
      </p:sp>
    </p:spTree>
    <p:extLst>
      <p:ext uri="{BB962C8B-B14F-4D97-AF65-F5344CB8AC3E}">
        <p14:creationId xmlns:p14="http://schemas.microsoft.com/office/powerpoint/2010/main" val="2514027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36</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99B935B0-904D-9C51-331E-69A3790781A6}"/>
              </a:ext>
            </a:extLst>
          </p:cNvPr>
          <p:cNvGraphicFramePr/>
          <p:nvPr>
            <p:extLst>
              <p:ext uri="{D42A27DB-BD31-4B8C-83A1-F6EECF244321}">
                <p14:modId xmlns:p14="http://schemas.microsoft.com/office/powerpoint/2010/main" val="1850987615"/>
              </p:ext>
            </p:extLst>
          </p:nvPr>
        </p:nvGraphicFramePr>
        <p:xfrm>
          <a:off x="665493" y="1676400"/>
          <a:ext cx="8333885" cy="2819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9A801F6B-3241-1044-0978-AA935ECDDC65}"/>
              </a:ext>
            </a:extLst>
          </p:cNvPr>
          <p:cNvGraphicFramePr/>
          <p:nvPr>
            <p:extLst>
              <p:ext uri="{D42A27DB-BD31-4B8C-83A1-F6EECF244321}">
                <p14:modId xmlns:p14="http://schemas.microsoft.com/office/powerpoint/2010/main" val="1423456164"/>
              </p:ext>
            </p:extLst>
          </p:nvPr>
        </p:nvGraphicFramePr>
        <p:xfrm>
          <a:off x="665493" y="4648201"/>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5DB3A057-F26E-DD37-13B1-BEE4C05393CB}"/>
              </a:ext>
            </a:extLst>
          </p:cNvPr>
          <p:cNvGraphicFramePr/>
          <p:nvPr>
            <p:extLst>
              <p:ext uri="{D42A27DB-BD31-4B8C-83A1-F6EECF244321}">
                <p14:modId xmlns:p14="http://schemas.microsoft.com/office/powerpoint/2010/main" val="4258035117"/>
              </p:ext>
            </p:extLst>
          </p:nvPr>
        </p:nvGraphicFramePr>
        <p:xfrm>
          <a:off x="665493" y="1676400"/>
          <a:ext cx="8333885" cy="2438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28597E9F-5E01-EC37-3825-A27A702D9184}"/>
              </a:ext>
            </a:extLst>
          </p:cNvPr>
          <p:cNvGraphicFramePr/>
          <p:nvPr>
            <p:extLst>
              <p:ext uri="{D42A27DB-BD31-4B8C-83A1-F6EECF244321}">
                <p14:modId xmlns:p14="http://schemas.microsoft.com/office/powerpoint/2010/main" val="2470800470"/>
              </p:ext>
            </p:extLst>
          </p:nvPr>
        </p:nvGraphicFramePr>
        <p:xfrm>
          <a:off x="665493" y="4267199"/>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1458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38</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50411AD5-9190-9ED4-E7F0-5FE0AA91C2D9}"/>
              </a:ext>
            </a:extLst>
          </p:cNvPr>
          <p:cNvGraphicFramePr/>
          <p:nvPr>
            <p:extLst>
              <p:ext uri="{D42A27DB-BD31-4B8C-83A1-F6EECF244321}">
                <p14:modId xmlns:p14="http://schemas.microsoft.com/office/powerpoint/2010/main" val="1599726998"/>
              </p:ext>
            </p:extLst>
          </p:nvPr>
        </p:nvGraphicFramePr>
        <p:xfrm>
          <a:off x="698150" y="1447800"/>
          <a:ext cx="8333885" cy="2438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B189BBA1-E852-63D3-278E-F8BA4DA329F4}"/>
              </a:ext>
            </a:extLst>
          </p:cNvPr>
          <p:cNvGraphicFramePr/>
          <p:nvPr>
            <p:extLst>
              <p:ext uri="{D42A27DB-BD31-4B8C-83A1-F6EECF244321}">
                <p14:modId xmlns:p14="http://schemas.microsoft.com/office/powerpoint/2010/main" val="3765462554"/>
              </p:ext>
            </p:extLst>
          </p:nvPr>
        </p:nvGraphicFramePr>
        <p:xfrm>
          <a:off x="687264" y="3507471"/>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95535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39</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B0E0879A-84A3-7FF5-3134-D34BADEB8868}"/>
              </a:ext>
            </a:extLst>
          </p:cNvPr>
          <p:cNvGraphicFramePr/>
          <p:nvPr>
            <p:extLst>
              <p:ext uri="{D42A27DB-BD31-4B8C-83A1-F6EECF244321}">
                <p14:modId xmlns:p14="http://schemas.microsoft.com/office/powerpoint/2010/main" val="421396245"/>
              </p:ext>
            </p:extLst>
          </p:nvPr>
        </p:nvGraphicFramePr>
        <p:xfrm>
          <a:off x="679489" y="1524000"/>
          <a:ext cx="8333885" cy="2438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CA05A7E5-9C1A-26B0-79F6-CF54B70E2EC8}"/>
              </a:ext>
            </a:extLst>
          </p:cNvPr>
          <p:cNvGraphicFramePr/>
          <p:nvPr>
            <p:extLst>
              <p:ext uri="{D42A27DB-BD31-4B8C-83A1-F6EECF244321}">
                <p14:modId xmlns:p14="http://schemas.microsoft.com/office/powerpoint/2010/main" val="3317555616"/>
              </p:ext>
            </p:extLst>
          </p:nvPr>
        </p:nvGraphicFramePr>
        <p:xfrm>
          <a:off x="668603" y="3583671"/>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2703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40</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1269AC58-6A3A-06A4-EFFA-546FBB532BA9}"/>
              </a:ext>
            </a:extLst>
          </p:cNvPr>
          <p:cNvGraphicFramePr/>
          <p:nvPr>
            <p:extLst>
              <p:ext uri="{D42A27DB-BD31-4B8C-83A1-F6EECF244321}">
                <p14:modId xmlns:p14="http://schemas.microsoft.com/office/powerpoint/2010/main" val="3686115391"/>
              </p:ext>
            </p:extLst>
          </p:nvPr>
        </p:nvGraphicFramePr>
        <p:xfrm>
          <a:off x="665493" y="1752600"/>
          <a:ext cx="8333885" cy="2438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C8164670-3D7B-1273-F463-86FDD25BA62B}"/>
              </a:ext>
            </a:extLst>
          </p:cNvPr>
          <p:cNvGraphicFramePr/>
          <p:nvPr>
            <p:extLst>
              <p:ext uri="{D42A27DB-BD31-4B8C-83A1-F6EECF244321}">
                <p14:modId xmlns:p14="http://schemas.microsoft.com/office/powerpoint/2010/main" val="1678233429"/>
              </p:ext>
            </p:extLst>
          </p:nvPr>
        </p:nvGraphicFramePr>
        <p:xfrm>
          <a:off x="665492" y="4267200"/>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4011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41</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533400"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ltLang="ja-JP" dirty="0">
                <a:solidFill>
                  <a:schemeClr val="tx1"/>
                </a:solidFill>
              </a:rPr>
              <a:t>In this module, you have learnt to :</a:t>
            </a:r>
            <a:endParaRPr lang="en-US" dirty="0">
              <a:solidFill>
                <a:schemeClr val="tx1"/>
              </a:solidFill>
            </a:endParaRPr>
          </a:p>
          <a:p>
            <a:pPr lvl="1">
              <a:defRPr/>
            </a:pPr>
            <a:r>
              <a:rPr lang="en-US" sz="1600" dirty="0">
                <a:solidFill>
                  <a:schemeClr val="tx1"/>
                </a:solidFill>
              </a:rPr>
              <a:t>Define Salesforce.com Data Access Security</a:t>
            </a:r>
          </a:p>
          <a:p>
            <a:pPr lvl="1">
              <a:defRPr/>
            </a:pPr>
            <a:r>
              <a:rPr lang="en-US" sz="1600" dirty="0">
                <a:solidFill>
                  <a:schemeClr val="tx1"/>
                </a:solidFill>
              </a:rPr>
              <a:t>Describe the different mechanisms for securing data access</a:t>
            </a:r>
          </a:p>
          <a:p>
            <a:pPr lvl="1">
              <a:defRPr/>
            </a:pPr>
            <a:r>
              <a:rPr lang="en-US" sz="1600" dirty="0">
                <a:solidFill>
                  <a:schemeClr val="tx1"/>
                </a:solidFill>
              </a:rPr>
              <a:t>Discuss how to manage user accounts</a:t>
            </a: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874837"/>
            <a:ext cx="3436154" cy="229121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3.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8FCE96-C8A4-4E92-8467-18B7198B1C7C}">
  <ds:schemaRefs>
    <ds:schemaRef ds:uri="http://schemas.microsoft.com/office/2006/metadata/properties"/>
    <ds:schemaRef ds:uri="dfd53ed4-94b5-463c-b53e-ba94579571dd"/>
  </ds:schemaRefs>
</ds:datastoreItem>
</file>

<file path=customXml/itemProps2.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3.xml><?xml version="1.0" encoding="utf-8"?>
<ds:datastoreItem xmlns:ds="http://schemas.openxmlformats.org/officeDocument/2006/customXml" ds:itemID="{56881CFE-03DC-418E-8370-6EF28A9D90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8212d3-0522-415d-bf05-8cb4ef112812"/>
    <ds:schemaRef ds:uri="c87adb7a-312c-4840-9f22-562d354317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Theme_3</Template>
  <TotalTime>2015</TotalTime>
  <Words>2388</Words>
  <Application>Microsoft Office PowerPoint</Application>
  <PresentationFormat>Widescreen</PresentationFormat>
  <Paragraphs>390</Paragraphs>
  <Slides>41</Slides>
  <Notes>5</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41</vt:i4>
      </vt:variant>
    </vt:vector>
  </HeadingPairs>
  <TitlesOfParts>
    <vt:vector size="50" baseType="lpstr">
      <vt:lpstr>Arial</vt:lpstr>
      <vt:lpstr>Arial Narrow</vt:lpstr>
      <vt:lpstr>Arial Rounded MT Bold</vt:lpstr>
      <vt:lpstr>Calibri</vt:lpstr>
      <vt:lpstr>Cambria</vt:lpstr>
      <vt:lpstr>Wingdings</vt:lpstr>
      <vt:lpstr>Custom Design</vt:lpstr>
      <vt:lpstr>Office Theme</vt:lpstr>
      <vt:lpstr>Theme2</vt:lpstr>
      <vt:lpstr>Data Access &amp; Security </vt:lpstr>
      <vt:lpstr>Objectives</vt:lpstr>
      <vt:lpstr>Overview ... 1</vt:lpstr>
      <vt:lpstr>Overview ... 2</vt:lpstr>
      <vt:lpstr>Do You Know</vt:lpstr>
      <vt:lpstr>Data Access &amp; Security </vt:lpstr>
      <vt:lpstr>Profiles- Definition</vt:lpstr>
      <vt:lpstr>Profiles- Create</vt:lpstr>
      <vt:lpstr>Profiles- Application Access</vt:lpstr>
      <vt:lpstr>Profiles- Tab Access</vt:lpstr>
      <vt:lpstr>Profiles- CRUD for Object Access</vt:lpstr>
      <vt:lpstr>Profiles- Object record Type Access</vt:lpstr>
      <vt:lpstr>Profiles- Field Level Security</vt:lpstr>
      <vt:lpstr>Profiles- FLS Access </vt:lpstr>
      <vt:lpstr>Profiles- Additional Access</vt:lpstr>
      <vt:lpstr>Data Access &amp; Security </vt:lpstr>
      <vt:lpstr>Permission Sets- Overview</vt:lpstr>
      <vt:lpstr>Permission Sets- Define</vt:lpstr>
      <vt:lpstr>Permission Sets- Assignment</vt:lpstr>
      <vt:lpstr>Data Access &amp; Security </vt:lpstr>
      <vt:lpstr>Record Access- Ownership</vt:lpstr>
      <vt:lpstr>Record Access- OWD</vt:lpstr>
      <vt:lpstr>Record Access- OWD- Setting Types</vt:lpstr>
      <vt:lpstr>Record Access- Territory Hierarchy</vt:lpstr>
      <vt:lpstr>Record Access- Role Hierarchy </vt:lpstr>
      <vt:lpstr>Record Access- Sharing Rules</vt:lpstr>
      <vt:lpstr>Record Access- Sharing Rules Access</vt:lpstr>
      <vt:lpstr>Record Access- Manual Sharing</vt:lpstr>
      <vt:lpstr>Record Access- Account Owner</vt:lpstr>
      <vt:lpstr>Data Access &amp; Security </vt:lpstr>
      <vt:lpstr>User Management</vt:lpstr>
      <vt:lpstr>User Creation</vt:lpstr>
      <vt:lpstr>Add User to a Territory</vt:lpstr>
      <vt:lpstr>Best Practices – OWD vs Profile</vt:lpstr>
      <vt:lpstr>Best Practice - Territory Vs. Role</vt:lpstr>
      <vt:lpstr>Check Your Understanding ... 1</vt:lpstr>
      <vt:lpstr>Check Your Understanding ... 1</vt:lpstr>
      <vt:lpstr>Check Your Understanding ... 1</vt:lpstr>
      <vt:lpstr>Check Your Understanding ... 1</vt:lpstr>
      <vt:lpstr>Check Your Understanding ... 1</vt:lpstr>
      <vt:lpstr>PowerPoint Presentation</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Reddy, Laxmi (Cognizant)</cp:lastModifiedBy>
  <cp:revision>181</cp:revision>
  <dcterms:created xsi:type="dcterms:W3CDTF">2011-06-15T11:24:59Z</dcterms:created>
  <dcterms:modified xsi:type="dcterms:W3CDTF">2025-07-21T05:43:36Z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ies>
</file>