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omments/modernComment_2D7_8E106CC2.xml" ContentType="application/vnd.ms-powerpoint.comments+xml"/>
  <Override PartName="/ppt/comments/modernComment_2E4_889F15D5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94" r:id="rId5"/>
    <p:sldMasterId id="2147483724" r:id="rId6"/>
    <p:sldMasterId id="2147483756" r:id="rId7"/>
  </p:sldMasterIdLst>
  <p:notesMasterIdLst>
    <p:notesMasterId r:id="rId48"/>
  </p:notesMasterIdLst>
  <p:sldIdLst>
    <p:sldId id="256" r:id="rId8"/>
    <p:sldId id="722" r:id="rId9"/>
    <p:sldId id="723" r:id="rId10"/>
    <p:sldId id="724" r:id="rId11"/>
    <p:sldId id="337" r:id="rId12"/>
    <p:sldId id="727" r:id="rId13"/>
    <p:sldId id="729" r:id="rId14"/>
    <p:sldId id="730" r:id="rId15"/>
    <p:sldId id="338" r:id="rId16"/>
    <p:sldId id="731" r:id="rId17"/>
    <p:sldId id="732" r:id="rId18"/>
    <p:sldId id="733" r:id="rId19"/>
    <p:sldId id="734" r:id="rId20"/>
    <p:sldId id="735" r:id="rId21"/>
    <p:sldId id="339" r:id="rId22"/>
    <p:sldId id="726" r:id="rId23"/>
    <p:sldId id="340" r:id="rId24"/>
    <p:sldId id="736" r:id="rId25"/>
    <p:sldId id="737" r:id="rId26"/>
    <p:sldId id="738" r:id="rId27"/>
    <p:sldId id="739" r:id="rId28"/>
    <p:sldId id="740" r:id="rId29"/>
    <p:sldId id="741" r:id="rId30"/>
    <p:sldId id="742" r:id="rId31"/>
    <p:sldId id="341" r:id="rId32"/>
    <p:sldId id="743" r:id="rId33"/>
    <p:sldId id="745" r:id="rId34"/>
    <p:sldId id="746" r:id="rId35"/>
    <p:sldId id="744" r:id="rId36"/>
    <p:sldId id="747" r:id="rId37"/>
    <p:sldId id="748" r:id="rId38"/>
    <p:sldId id="322" r:id="rId39"/>
    <p:sldId id="342" r:id="rId40"/>
    <p:sldId id="725" r:id="rId41"/>
    <p:sldId id="716" r:id="rId42"/>
    <p:sldId id="717" r:id="rId43"/>
    <p:sldId id="718" r:id="rId44"/>
    <p:sldId id="719" r:id="rId45"/>
    <p:sldId id="720" r:id="rId46"/>
    <p:sldId id="34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83A4A9-7574-C5E3-3C0A-3011BC3A7CBE}" name="Biswas, Souvik (Cognizant)" initials="BS(" userId="S::848854@cognizant.com::bc0f958c-b2bb-43fd-a0f4-66d25c03bf1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F030"/>
    <a:srgbClr val="A8EE9C"/>
    <a:srgbClr val="276C1E"/>
    <a:srgbClr val="692D56"/>
    <a:srgbClr val="A44687"/>
    <a:srgbClr val="682252"/>
    <a:srgbClr val="933F79"/>
    <a:srgbClr val="008080"/>
    <a:srgbClr val="5E2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491" autoAdjust="0"/>
  </p:normalViewPr>
  <p:slideViewPr>
    <p:cSldViewPr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dy, Laxmi (Cognizant)" userId="23f5fa8b-0eb7-4ed4-8656-9fab6c0cd501" providerId="ADAL" clId="{B6550C3C-2BDB-414E-887E-3DFDB53BA6F9}"/>
    <pc:docChg chg="delSld delMainMaster">
      <pc:chgData name="Reddy, Laxmi (Cognizant)" userId="23f5fa8b-0eb7-4ed4-8656-9fab6c0cd501" providerId="ADAL" clId="{B6550C3C-2BDB-414E-887E-3DFDB53BA6F9}" dt="2025-07-21T03:28:28.050" v="4" actId="47"/>
      <pc:docMkLst>
        <pc:docMk/>
      </pc:docMkLst>
      <pc:sldChg chg="del">
        <pc:chgData name="Reddy, Laxmi (Cognizant)" userId="23f5fa8b-0eb7-4ed4-8656-9fab6c0cd501" providerId="ADAL" clId="{B6550C3C-2BDB-414E-887E-3DFDB53BA6F9}" dt="2025-07-21T03:21:33.600" v="1" actId="47"/>
        <pc:sldMkLst>
          <pc:docMk/>
          <pc:sldMk cId="1879160448" sldId="259"/>
        </pc:sldMkLst>
      </pc:sldChg>
      <pc:sldChg chg="del">
        <pc:chgData name="Reddy, Laxmi (Cognizant)" userId="23f5fa8b-0eb7-4ed4-8656-9fab6c0cd501" providerId="ADAL" clId="{B6550C3C-2BDB-414E-887E-3DFDB53BA6F9}" dt="2025-07-21T03:28:22.525" v="2" actId="47"/>
        <pc:sldMkLst>
          <pc:docMk/>
          <pc:sldMk cId="3158841849" sldId="268"/>
        </pc:sldMkLst>
      </pc:sldChg>
      <pc:sldChg chg="del">
        <pc:chgData name="Reddy, Laxmi (Cognizant)" userId="23f5fa8b-0eb7-4ed4-8656-9fab6c0cd501" providerId="ADAL" clId="{B6550C3C-2BDB-414E-887E-3DFDB53BA6F9}" dt="2025-07-21T03:28:28.050" v="4" actId="47"/>
        <pc:sldMkLst>
          <pc:docMk/>
          <pc:sldMk cId="563797236" sldId="287"/>
        </pc:sldMkLst>
      </pc:sldChg>
      <pc:sldChg chg="del">
        <pc:chgData name="Reddy, Laxmi (Cognizant)" userId="23f5fa8b-0eb7-4ed4-8656-9fab6c0cd501" providerId="ADAL" clId="{B6550C3C-2BDB-414E-887E-3DFDB53BA6F9}" dt="2025-07-21T03:21:29.303" v="0" actId="47"/>
        <pc:sldMkLst>
          <pc:docMk/>
          <pc:sldMk cId="1659695376" sldId="289"/>
        </pc:sldMkLst>
      </pc:sldChg>
      <pc:sldChg chg="del">
        <pc:chgData name="Reddy, Laxmi (Cognizant)" userId="23f5fa8b-0eb7-4ed4-8656-9fab6c0cd501" providerId="ADAL" clId="{B6550C3C-2BDB-414E-887E-3DFDB53BA6F9}" dt="2025-07-21T03:28:24.823" v="3" actId="47"/>
        <pc:sldMkLst>
          <pc:docMk/>
          <pc:sldMk cId="3580255076" sldId="345"/>
        </pc:sldMkLst>
      </pc:sldChg>
      <pc:sldMasterChg chg="delSldLayout">
        <pc:chgData name="Reddy, Laxmi (Cognizant)" userId="23f5fa8b-0eb7-4ed4-8656-9fab6c0cd501" providerId="ADAL" clId="{B6550C3C-2BDB-414E-887E-3DFDB53BA6F9}" dt="2025-07-21T03:21:29.303" v="0" actId="47"/>
        <pc:sldMasterMkLst>
          <pc:docMk/>
          <pc:sldMasterMk cId="867524497" sldId="2147483756"/>
        </pc:sldMasterMkLst>
        <pc:sldLayoutChg chg="del">
          <pc:chgData name="Reddy, Laxmi (Cognizant)" userId="23f5fa8b-0eb7-4ed4-8656-9fab6c0cd501" providerId="ADAL" clId="{B6550C3C-2BDB-414E-887E-3DFDB53BA6F9}" dt="2025-07-21T03:21:29.303" v="0" actId="47"/>
          <pc:sldLayoutMkLst>
            <pc:docMk/>
            <pc:sldMasterMk cId="867524497" sldId="2147483756"/>
            <pc:sldLayoutMk cId="2022413174" sldId="2147483764"/>
          </pc:sldLayoutMkLst>
        </pc:sldLayoutChg>
      </pc:sldMasterChg>
      <pc:sldMasterChg chg="del delSldLayout">
        <pc:chgData name="Reddy, Laxmi (Cognizant)" userId="23f5fa8b-0eb7-4ed4-8656-9fab6c0cd501" providerId="ADAL" clId="{B6550C3C-2BDB-414E-887E-3DFDB53BA6F9}" dt="2025-07-21T03:28:22.525" v="2" actId="47"/>
        <pc:sldMasterMkLst>
          <pc:docMk/>
          <pc:sldMasterMk cId="172285764" sldId="2147483767"/>
        </pc:sldMasterMkLst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805993858" sldId="2147483768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2541386980" sldId="2147483769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517150166" sldId="2147483770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2869825441" sldId="2147483771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281031217" sldId="2147483772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098368773" sldId="2147483773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460408654" sldId="2147483774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261532881" sldId="2147483775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2266613600" sldId="2147483776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501980909" sldId="2147483777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295676371" sldId="2147483778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02259042" sldId="2147483779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129961235" sldId="2147483780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403705700" sldId="2147483781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943600197" sldId="2147483782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984658670" sldId="2147483783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2451505720" sldId="2147483784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686980372" sldId="2147483785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219669255" sldId="2147483786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369000443" sldId="2147483787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694656241" sldId="2147483788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515094555" sldId="2147483789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929249122" sldId="2147483790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355461379" sldId="2147483791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178547105" sldId="2147483792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1498471027" sldId="2147483793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243912876" sldId="2147483794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4223410621" sldId="2147483795"/>
          </pc:sldLayoutMkLst>
        </pc:sldLayoutChg>
        <pc:sldLayoutChg chg="del">
          <pc:chgData name="Reddy, Laxmi (Cognizant)" userId="23f5fa8b-0eb7-4ed4-8656-9fab6c0cd501" providerId="ADAL" clId="{B6550C3C-2BDB-414E-887E-3DFDB53BA6F9}" dt="2025-07-21T03:28:22.525" v="2" actId="47"/>
          <pc:sldLayoutMkLst>
            <pc:docMk/>
            <pc:sldMasterMk cId="172285764" sldId="2147483767"/>
            <pc:sldLayoutMk cId="3391132473" sldId="2147483796"/>
          </pc:sldLayoutMkLst>
        </pc:sldLayoutChg>
      </pc:sldMasterChg>
    </pc:docChg>
  </pc:docChgLst>
  <pc:docChgLst>
    <pc:chgData name="Mukherjee, Chuyachandan (Cognizant)" userId="944d2069-1912-4e40-a89b-00bc2ffaed4f" providerId="ADAL" clId="{47B60EB4-2FD1-492D-9F56-7E208FAEEE15}"/>
    <pc:docChg chg="delSld">
      <pc:chgData name="Mukherjee, Chuyachandan (Cognizant)" userId="944d2069-1912-4e40-a89b-00bc2ffaed4f" providerId="ADAL" clId="{47B60EB4-2FD1-492D-9F56-7E208FAEEE15}" dt="2023-08-11T07:03:02.892" v="0" actId="2696"/>
      <pc:docMkLst>
        <pc:docMk/>
      </pc:docMkLst>
      <pc:sldChg chg="del">
        <pc:chgData name="Mukherjee, Chuyachandan (Cognizant)" userId="944d2069-1912-4e40-a89b-00bc2ffaed4f" providerId="ADAL" clId="{47B60EB4-2FD1-492D-9F56-7E208FAEEE15}" dt="2023-08-11T07:03:02.892" v="0" actId="2696"/>
        <pc:sldMkLst>
          <pc:docMk/>
          <pc:sldMk cId="844674700" sldId="728"/>
        </pc:sldMkLst>
      </pc:sldChg>
    </pc:docChg>
  </pc:docChgLst>
  <pc:docChgLst>
    <pc:chgData name="Reddy, Laxmi (Cognizant)" userId="S::2096600@cognizant.com::23f5fa8b-0eb7-4ed4-8656-9fab6c0cd501" providerId="AD" clId="Web-{AB739A56-CC36-3B07-D29C-20F9BFCB9183}"/>
    <pc:docChg chg="modSld">
      <pc:chgData name="Reddy, Laxmi (Cognizant)" userId="S::2096600@cognizant.com::23f5fa8b-0eb7-4ed4-8656-9fab6c0cd501" providerId="AD" clId="Web-{AB739A56-CC36-3B07-D29C-20F9BFCB9183}" dt="2024-11-05T10:26:25.122" v="1" actId="1076"/>
      <pc:docMkLst>
        <pc:docMk/>
      </pc:docMkLst>
      <pc:sldChg chg="modSp">
        <pc:chgData name="Reddy, Laxmi (Cognizant)" userId="S::2096600@cognizant.com::23f5fa8b-0eb7-4ed4-8656-9fab6c0cd501" providerId="AD" clId="Web-{AB739A56-CC36-3B07-D29C-20F9BFCB9183}" dt="2024-11-05T10:26:25.122" v="1" actId="1076"/>
        <pc:sldMkLst>
          <pc:docMk/>
          <pc:sldMk cId="2383441090" sldId="727"/>
        </pc:sldMkLst>
      </pc:sldChg>
    </pc:docChg>
  </pc:docChgLst>
  <pc:docChgLst>
    <pc:chgData name="Biswas, Souvik (Cognizant)" userId="bc0f958c-b2bb-43fd-a0f4-66d25c03bf18" providerId="ADAL" clId="{EA067C3F-7F64-454E-9351-3AD385A5D209}"/>
    <pc:docChg chg="undo custSel addSld delSld modSld sldOrd">
      <pc:chgData name="Biswas, Souvik (Cognizant)" userId="bc0f958c-b2bb-43fd-a0f4-66d25c03bf18" providerId="ADAL" clId="{EA067C3F-7F64-454E-9351-3AD385A5D209}" dt="2023-08-08T05:18:21.923" v="415"/>
      <pc:docMkLst>
        <pc:docMk/>
      </pc:docMkLst>
      <pc:sldChg chg="add del">
        <pc:chgData name="Biswas, Souvik (Cognizant)" userId="bc0f958c-b2bb-43fd-a0f4-66d25c03bf18" providerId="ADAL" clId="{EA067C3F-7F64-454E-9351-3AD385A5D209}" dt="2023-07-22T18:04:34.719" v="36" actId="47"/>
        <pc:sldMkLst>
          <pc:docMk/>
          <pc:sldMk cId="0" sldId="265"/>
        </pc:sldMkLst>
      </pc:sldChg>
      <pc:sldChg chg="del">
        <pc:chgData name="Biswas, Souvik (Cognizant)" userId="bc0f958c-b2bb-43fd-a0f4-66d25c03bf18" providerId="ADAL" clId="{EA067C3F-7F64-454E-9351-3AD385A5D209}" dt="2023-07-22T18:06:36.484" v="50" actId="47"/>
        <pc:sldMkLst>
          <pc:docMk/>
          <pc:sldMk cId="0" sldId="266"/>
        </pc:sldMkLst>
      </pc:sldChg>
      <pc:sldChg chg="modSp add del mod">
        <pc:chgData name="Biswas, Souvik (Cognizant)" userId="bc0f958c-b2bb-43fd-a0f4-66d25c03bf18" providerId="ADAL" clId="{EA067C3F-7F64-454E-9351-3AD385A5D209}" dt="2023-07-23T19:42:59.952" v="322" actId="20577"/>
        <pc:sldMkLst>
          <pc:docMk/>
          <pc:sldMk cId="3158841849" sldId="268"/>
        </pc:sldMkLst>
      </pc:sldChg>
      <pc:sldChg chg="del">
        <pc:chgData name="Biswas, Souvik (Cognizant)" userId="bc0f958c-b2bb-43fd-a0f4-66d25c03bf18" providerId="ADAL" clId="{EA067C3F-7F64-454E-9351-3AD385A5D209}" dt="2023-07-22T18:10:45.058" v="81" actId="47"/>
        <pc:sldMkLst>
          <pc:docMk/>
          <pc:sldMk cId="0" sldId="274"/>
        </pc:sldMkLst>
      </pc:sldChg>
      <pc:sldChg chg="del">
        <pc:chgData name="Biswas, Souvik (Cognizant)" userId="bc0f958c-b2bb-43fd-a0f4-66d25c03bf18" providerId="ADAL" clId="{EA067C3F-7F64-454E-9351-3AD385A5D209}" dt="2023-07-23T19:43:12.525" v="323" actId="47"/>
        <pc:sldMkLst>
          <pc:docMk/>
          <pc:sldMk cId="0" sldId="279"/>
        </pc:sldMkLst>
      </pc:sldChg>
      <pc:sldChg chg="del">
        <pc:chgData name="Biswas, Souvik (Cognizant)" userId="bc0f958c-b2bb-43fd-a0f4-66d25c03bf18" providerId="ADAL" clId="{EA067C3F-7F64-454E-9351-3AD385A5D209}" dt="2023-07-22T18:09:16.979" v="64" actId="47"/>
        <pc:sldMkLst>
          <pc:docMk/>
          <pc:sldMk cId="1908854630" sldId="284"/>
        </pc:sldMkLst>
      </pc:sldChg>
      <pc:sldChg chg="del">
        <pc:chgData name="Biswas, Souvik (Cognizant)" userId="bc0f958c-b2bb-43fd-a0f4-66d25c03bf18" providerId="ADAL" clId="{EA067C3F-7F64-454E-9351-3AD385A5D209}" dt="2023-07-22T19:07:42.633" v="157" actId="47"/>
        <pc:sldMkLst>
          <pc:docMk/>
          <pc:sldMk cId="1672892198" sldId="286"/>
        </pc:sldMkLst>
      </pc:sldChg>
      <pc:sldChg chg="add">
        <pc:chgData name="Biswas, Souvik (Cognizant)" userId="bc0f958c-b2bb-43fd-a0f4-66d25c03bf18" providerId="ADAL" clId="{EA067C3F-7F64-454E-9351-3AD385A5D209}" dt="2023-07-23T19:41:43.181" v="311"/>
        <pc:sldMkLst>
          <pc:docMk/>
          <pc:sldMk cId="563797236" sldId="287"/>
        </pc:sldMkLst>
      </pc:sldChg>
      <pc:sldChg chg="del">
        <pc:chgData name="Biswas, Souvik (Cognizant)" userId="bc0f958c-b2bb-43fd-a0f4-66d25c03bf18" providerId="ADAL" clId="{EA067C3F-7F64-454E-9351-3AD385A5D209}" dt="2023-07-22T19:27:18.889" v="166" actId="47"/>
        <pc:sldMkLst>
          <pc:docMk/>
          <pc:sldMk cId="2270849154" sldId="287"/>
        </pc:sldMkLst>
      </pc:sldChg>
      <pc:sldChg chg="modSp del mod">
        <pc:chgData name="Biswas, Souvik (Cognizant)" userId="bc0f958c-b2bb-43fd-a0f4-66d25c03bf18" providerId="ADAL" clId="{EA067C3F-7F64-454E-9351-3AD385A5D209}" dt="2023-07-22T19:29:09.392" v="175" actId="47"/>
        <pc:sldMkLst>
          <pc:docMk/>
          <pc:sldMk cId="1104396824" sldId="288"/>
        </pc:sldMkLst>
      </pc:sldChg>
      <pc:sldChg chg="del">
        <pc:chgData name="Biswas, Souvik (Cognizant)" userId="bc0f958c-b2bb-43fd-a0f4-66d25c03bf18" providerId="ADAL" clId="{EA067C3F-7F64-454E-9351-3AD385A5D209}" dt="2023-07-22T19:33:35.390" v="185" actId="47"/>
        <pc:sldMkLst>
          <pc:docMk/>
          <pc:sldMk cId="1018409966" sldId="289"/>
        </pc:sldMkLst>
      </pc:sldChg>
      <pc:sldChg chg="modSp add mod">
        <pc:chgData name="Biswas, Souvik (Cognizant)" userId="bc0f958c-b2bb-43fd-a0f4-66d25c03bf18" providerId="ADAL" clId="{EA067C3F-7F64-454E-9351-3AD385A5D209}" dt="2023-08-08T05:18:21.923" v="415"/>
        <pc:sldMkLst>
          <pc:docMk/>
          <pc:sldMk cId="1659695376" sldId="289"/>
        </pc:sldMkLst>
      </pc:sldChg>
      <pc:sldChg chg="del">
        <pc:chgData name="Biswas, Souvik (Cognizant)" userId="bc0f958c-b2bb-43fd-a0f4-66d25c03bf18" providerId="ADAL" clId="{EA067C3F-7F64-454E-9351-3AD385A5D209}" dt="2023-07-23T19:23:54.968" v="196" actId="47"/>
        <pc:sldMkLst>
          <pc:docMk/>
          <pc:sldMk cId="3637604221" sldId="290"/>
        </pc:sldMkLst>
      </pc:sldChg>
      <pc:sldChg chg="del">
        <pc:chgData name="Biswas, Souvik (Cognizant)" userId="bc0f958c-b2bb-43fd-a0f4-66d25c03bf18" providerId="ADAL" clId="{EA067C3F-7F64-454E-9351-3AD385A5D209}" dt="2023-07-23T19:25:13.437" v="206" actId="47"/>
        <pc:sldMkLst>
          <pc:docMk/>
          <pc:sldMk cId="4231381155" sldId="291"/>
        </pc:sldMkLst>
      </pc:sldChg>
      <pc:sldChg chg="addSp modSp del mod">
        <pc:chgData name="Biswas, Souvik (Cognizant)" userId="bc0f958c-b2bb-43fd-a0f4-66d25c03bf18" providerId="ADAL" clId="{EA067C3F-7F64-454E-9351-3AD385A5D209}" dt="2023-07-23T19:30:32.127" v="240" actId="47"/>
        <pc:sldMkLst>
          <pc:docMk/>
          <pc:sldMk cId="2288810581" sldId="298"/>
        </pc:sldMkLst>
      </pc:sldChg>
      <pc:sldChg chg="del">
        <pc:chgData name="Biswas, Souvik (Cognizant)" userId="bc0f958c-b2bb-43fd-a0f4-66d25c03bf18" providerId="ADAL" clId="{EA067C3F-7F64-454E-9351-3AD385A5D209}" dt="2023-07-23T19:31:24.527" v="248" actId="47"/>
        <pc:sldMkLst>
          <pc:docMk/>
          <pc:sldMk cId="2007745379" sldId="299"/>
        </pc:sldMkLst>
      </pc:sldChg>
      <pc:sldChg chg="modSp del mod">
        <pc:chgData name="Biswas, Souvik (Cognizant)" userId="bc0f958c-b2bb-43fd-a0f4-66d25c03bf18" providerId="ADAL" clId="{EA067C3F-7F64-454E-9351-3AD385A5D209}" dt="2023-07-23T19:32:20.156" v="259" actId="47"/>
        <pc:sldMkLst>
          <pc:docMk/>
          <pc:sldMk cId="211324018" sldId="300"/>
        </pc:sldMkLst>
      </pc:sldChg>
      <pc:sldChg chg="del">
        <pc:chgData name="Biswas, Souvik (Cognizant)" userId="bc0f958c-b2bb-43fd-a0f4-66d25c03bf18" providerId="ADAL" clId="{EA067C3F-7F64-454E-9351-3AD385A5D209}" dt="2023-07-23T19:34:21.024" v="280" actId="47"/>
        <pc:sldMkLst>
          <pc:docMk/>
          <pc:sldMk cId="4268332270" sldId="301"/>
        </pc:sldMkLst>
      </pc:sldChg>
      <pc:sldChg chg="del">
        <pc:chgData name="Biswas, Souvik (Cognizant)" userId="bc0f958c-b2bb-43fd-a0f4-66d25c03bf18" providerId="ADAL" clId="{EA067C3F-7F64-454E-9351-3AD385A5D209}" dt="2023-07-23T19:36:00.936" v="291" actId="47"/>
        <pc:sldMkLst>
          <pc:docMk/>
          <pc:sldMk cId="2847289644" sldId="302"/>
        </pc:sldMkLst>
      </pc:sldChg>
      <pc:sldChg chg="del">
        <pc:chgData name="Biswas, Souvik (Cognizant)" userId="bc0f958c-b2bb-43fd-a0f4-66d25c03bf18" providerId="ADAL" clId="{EA067C3F-7F64-454E-9351-3AD385A5D209}" dt="2023-07-21T19:23:04.178" v="10" actId="47"/>
        <pc:sldMkLst>
          <pc:docMk/>
          <pc:sldMk cId="1284498372" sldId="303"/>
        </pc:sldMkLst>
      </pc:sldChg>
      <pc:sldChg chg="add del">
        <pc:chgData name="Biswas, Souvik (Cognizant)" userId="bc0f958c-b2bb-43fd-a0f4-66d25c03bf18" providerId="ADAL" clId="{EA067C3F-7F64-454E-9351-3AD385A5D209}" dt="2023-07-23T19:40:00.616" v="309" actId="47"/>
        <pc:sldMkLst>
          <pc:docMk/>
          <pc:sldMk cId="1474142550" sldId="322"/>
        </pc:sldMkLst>
      </pc:sldChg>
      <pc:sldChg chg="del">
        <pc:chgData name="Biswas, Souvik (Cognizant)" userId="bc0f958c-b2bb-43fd-a0f4-66d25c03bf18" providerId="ADAL" clId="{EA067C3F-7F64-454E-9351-3AD385A5D209}" dt="2023-07-23T19:26:03.251" v="215" actId="47"/>
        <pc:sldMkLst>
          <pc:docMk/>
          <pc:sldMk cId="2809661865" sldId="323"/>
        </pc:sldMkLst>
      </pc:sldChg>
      <pc:sldChg chg="addSp delSp modSp del mod">
        <pc:chgData name="Biswas, Souvik (Cognizant)" userId="bc0f958c-b2bb-43fd-a0f4-66d25c03bf18" providerId="ADAL" clId="{EA067C3F-7F64-454E-9351-3AD385A5D209}" dt="2023-07-22T18:15:37.599" v="110" actId="47"/>
        <pc:sldMkLst>
          <pc:docMk/>
          <pc:sldMk cId="2659039713" sldId="325"/>
        </pc:sldMkLst>
      </pc:sldChg>
      <pc:sldChg chg="del">
        <pc:chgData name="Biswas, Souvik (Cognizant)" userId="bc0f958c-b2bb-43fd-a0f4-66d25c03bf18" providerId="ADAL" clId="{EA067C3F-7F64-454E-9351-3AD385A5D209}" dt="2023-07-22T18:16:51.296" v="121" actId="47"/>
        <pc:sldMkLst>
          <pc:docMk/>
          <pc:sldMk cId="3904841901" sldId="326"/>
        </pc:sldMkLst>
      </pc:sldChg>
      <pc:sldChg chg="del">
        <pc:chgData name="Biswas, Souvik (Cognizant)" userId="bc0f958c-b2bb-43fd-a0f4-66d25c03bf18" providerId="ADAL" clId="{EA067C3F-7F64-454E-9351-3AD385A5D209}" dt="2023-07-22T18:17:42.953" v="129" actId="47"/>
        <pc:sldMkLst>
          <pc:docMk/>
          <pc:sldMk cId="1841324814" sldId="327"/>
        </pc:sldMkLst>
      </pc:sldChg>
      <pc:sldChg chg="del">
        <pc:chgData name="Biswas, Souvik (Cognizant)" userId="bc0f958c-b2bb-43fd-a0f4-66d25c03bf18" providerId="ADAL" clId="{EA067C3F-7F64-454E-9351-3AD385A5D209}" dt="2023-07-22T18:19:07.847" v="137" actId="47"/>
        <pc:sldMkLst>
          <pc:docMk/>
          <pc:sldMk cId="885166037" sldId="328"/>
        </pc:sldMkLst>
      </pc:sldChg>
      <pc:sldChg chg="del">
        <pc:chgData name="Biswas, Souvik (Cognizant)" userId="bc0f958c-b2bb-43fd-a0f4-66d25c03bf18" providerId="ADAL" clId="{EA067C3F-7F64-454E-9351-3AD385A5D209}" dt="2023-07-22T18:20:37.150" v="144" actId="47"/>
        <pc:sldMkLst>
          <pc:docMk/>
          <pc:sldMk cId="2651636844" sldId="329"/>
        </pc:sldMkLst>
      </pc:sldChg>
      <pc:sldChg chg="delSp modSp del mod">
        <pc:chgData name="Biswas, Souvik (Cognizant)" userId="bc0f958c-b2bb-43fd-a0f4-66d25c03bf18" providerId="ADAL" clId="{EA067C3F-7F64-454E-9351-3AD385A5D209}" dt="2023-07-21T19:26:27.539" v="23" actId="47"/>
        <pc:sldMkLst>
          <pc:docMk/>
          <pc:sldMk cId="1378744042" sldId="331"/>
        </pc:sldMkLst>
      </pc:sldChg>
      <pc:sldChg chg="modSp del mod">
        <pc:chgData name="Biswas, Souvik (Cognizant)" userId="bc0f958c-b2bb-43fd-a0f4-66d25c03bf18" providerId="ADAL" clId="{EA067C3F-7F64-454E-9351-3AD385A5D209}" dt="2023-07-23T19:40:18.791" v="310" actId="47"/>
        <pc:sldMkLst>
          <pc:docMk/>
          <pc:sldMk cId="3511727540" sldId="344"/>
        </pc:sldMkLst>
      </pc:sldChg>
      <pc:sldChg chg="add del">
        <pc:chgData name="Biswas, Souvik (Cognizant)" userId="bc0f958c-b2bb-43fd-a0f4-66d25c03bf18" providerId="ADAL" clId="{EA067C3F-7F64-454E-9351-3AD385A5D209}" dt="2023-08-08T05:04:17.138" v="406" actId="47"/>
        <pc:sldMkLst>
          <pc:docMk/>
          <pc:sldMk cId="2309930151" sldId="721"/>
        </pc:sldMkLst>
      </pc:sldChg>
      <pc:sldChg chg="addSp delSp modSp add mod">
        <pc:chgData name="Biswas, Souvik (Cognizant)" userId="bc0f958c-b2bb-43fd-a0f4-66d25c03bf18" providerId="ADAL" clId="{EA067C3F-7F64-454E-9351-3AD385A5D209}" dt="2023-07-21T19:22:57.429" v="9" actId="1076"/>
        <pc:sldMkLst>
          <pc:docMk/>
          <pc:sldMk cId="3866629675" sldId="725"/>
        </pc:sldMkLst>
      </pc:sldChg>
      <pc:sldChg chg="addSp delSp modSp add mod">
        <pc:chgData name="Biswas, Souvik (Cognizant)" userId="bc0f958c-b2bb-43fd-a0f4-66d25c03bf18" providerId="ADAL" clId="{EA067C3F-7F64-454E-9351-3AD385A5D209}" dt="2023-07-21T19:26:21.723" v="22" actId="208"/>
        <pc:sldMkLst>
          <pc:docMk/>
          <pc:sldMk cId="2966825270" sldId="726"/>
        </pc:sldMkLst>
      </pc:sldChg>
      <pc:sldChg chg="addSp delSp modSp add mod ord addCm modCm">
        <pc:chgData name="Biswas, Souvik (Cognizant)" userId="bc0f958c-b2bb-43fd-a0f4-66d25c03bf18" providerId="ADAL" clId="{EA067C3F-7F64-454E-9351-3AD385A5D209}" dt="2023-08-08T04:43:55.996" v="370"/>
        <pc:sldMkLst>
          <pc:docMk/>
          <pc:sldMk cId="2383441090" sldId="72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Biswas, Souvik (Cognizant)" userId="bc0f958c-b2bb-43fd-a0f4-66d25c03bf18" providerId="ADAL" clId="{EA067C3F-7F64-454E-9351-3AD385A5D209}" dt="2023-08-08T04:43:55.996" v="370"/>
              <pc2:cmMkLst xmlns:pc2="http://schemas.microsoft.com/office/powerpoint/2019/9/main/command">
                <pc:docMk/>
                <pc:sldMk cId="2383441090" sldId="727"/>
                <pc2:cmMk id="{04FA2355-A5D5-4B0B-8657-89105453EE39}"/>
              </pc2:cmMkLst>
            </pc226:cmChg>
          </p:ext>
        </pc:extLst>
      </pc:sldChg>
      <pc:sldChg chg="addSp delSp modSp add mod">
        <pc:chgData name="Biswas, Souvik (Cognizant)" userId="bc0f958c-b2bb-43fd-a0f4-66d25c03bf18" providerId="ADAL" clId="{EA067C3F-7F64-454E-9351-3AD385A5D209}" dt="2023-07-22T18:06:28.649" v="49" actId="400"/>
        <pc:sldMkLst>
          <pc:docMk/>
          <pc:sldMk cId="844674700" sldId="728"/>
        </pc:sldMkLst>
      </pc:sldChg>
      <pc:sldChg chg="addSp delSp modSp add mod">
        <pc:chgData name="Biswas, Souvik (Cognizant)" userId="bc0f958c-b2bb-43fd-a0f4-66d25c03bf18" providerId="ADAL" clId="{EA067C3F-7F64-454E-9351-3AD385A5D209}" dt="2023-07-22T18:09:14.231" v="63" actId="208"/>
        <pc:sldMkLst>
          <pc:docMk/>
          <pc:sldMk cId="2428896116" sldId="729"/>
        </pc:sldMkLst>
      </pc:sldChg>
      <pc:sldChg chg="addSp delSp modSp add mod">
        <pc:chgData name="Biswas, Souvik (Cognizant)" userId="bc0f958c-b2bb-43fd-a0f4-66d25c03bf18" providerId="ADAL" clId="{EA067C3F-7F64-454E-9351-3AD385A5D209}" dt="2023-07-22T18:10:33.823" v="80" actId="255"/>
        <pc:sldMkLst>
          <pc:docMk/>
          <pc:sldMk cId="1368007809" sldId="730"/>
        </pc:sldMkLst>
      </pc:sldChg>
      <pc:sldChg chg="addSp delSp modSp add mod">
        <pc:chgData name="Biswas, Souvik (Cognizant)" userId="bc0f958c-b2bb-43fd-a0f4-66d25c03bf18" providerId="ADAL" clId="{EA067C3F-7F64-454E-9351-3AD385A5D209}" dt="2023-07-22T18:15:27.769" v="109" actId="208"/>
        <pc:sldMkLst>
          <pc:docMk/>
          <pc:sldMk cId="2419393187" sldId="731"/>
        </pc:sldMkLst>
      </pc:sldChg>
      <pc:sldChg chg="addSp delSp modSp add mod">
        <pc:chgData name="Biswas, Souvik (Cognizant)" userId="bc0f958c-b2bb-43fd-a0f4-66d25c03bf18" providerId="ADAL" clId="{EA067C3F-7F64-454E-9351-3AD385A5D209}" dt="2023-07-22T18:16:45.955" v="120" actId="1076"/>
        <pc:sldMkLst>
          <pc:docMk/>
          <pc:sldMk cId="1060567943" sldId="732"/>
        </pc:sldMkLst>
      </pc:sldChg>
      <pc:sldChg chg="addSp delSp modSp add mod">
        <pc:chgData name="Biswas, Souvik (Cognizant)" userId="bc0f958c-b2bb-43fd-a0f4-66d25c03bf18" providerId="ADAL" clId="{EA067C3F-7F64-454E-9351-3AD385A5D209}" dt="2023-07-22T18:17:36.561" v="128" actId="1076"/>
        <pc:sldMkLst>
          <pc:docMk/>
          <pc:sldMk cId="1346958610" sldId="733"/>
        </pc:sldMkLst>
      </pc:sldChg>
      <pc:sldChg chg="addSp delSp modSp add mod">
        <pc:chgData name="Biswas, Souvik (Cognizant)" userId="bc0f958c-b2bb-43fd-a0f4-66d25c03bf18" providerId="ADAL" clId="{EA067C3F-7F64-454E-9351-3AD385A5D209}" dt="2023-07-22T18:19:04.501" v="136" actId="1076"/>
        <pc:sldMkLst>
          <pc:docMk/>
          <pc:sldMk cId="476340342" sldId="734"/>
        </pc:sldMkLst>
      </pc:sldChg>
      <pc:sldChg chg="addSp delSp modSp add mod">
        <pc:chgData name="Biswas, Souvik (Cognizant)" userId="bc0f958c-b2bb-43fd-a0f4-66d25c03bf18" providerId="ADAL" clId="{EA067C3F-7F64-454E-9351-3AD385A5D209}" dt="2023-07-22T18:20:28.074" v="143" actId="1076"/>
        <pc:sldMkLst>
          <pc:docMk/>
          <pc:sldMk cId="2787104351" sldId="735"/>
        </pc:sldMkLst>
      </pc:sldChg>
      <pc:sldChg chg="addSp delSp modSp add mod">
        <pc:chgData name="Biswas, Souvik (Cognizant)" userId="bc0f958c-b2bb-43fd-a0f4-66d25c03bf18" providerId="ADAL" clId="{EA067C3F-7F64-454E-9351-3AD385A5D209}" dt="2023-07-22T19:07:51.905" v="158" actId="1076"/>
        <pc:sldMkLst>
          <pc:docMk/>
          <pc:sldMk cId="3991056569" sldId="736"/>
        </pc:sldMkLst>
      </pc:sldChg>
      <pc:sldChg chg="addSp modSp add mod">
        <pc:chgData name="Biswas, Souvik (Cognizant)" userId="bc0f958c-b2bb-43fd-a0f4-66d25c03bf18" providerId="ADAL" clId="{EA067C3F-7F64-454E-9351-3AD385A5D209}" dt="2023-07-22T19:27:16.062" v="165" actId="208"/>
        <pc:sldMkLst>
          <pc:docMk/>
          <pc:sldMk cId="2128495552" sldId="737"/>
        </pc:sldMkLst>
      </pc:sldChg>
      <pc:sldChg chg="addSp delSp modSp add mod">
        <pc:chgData name="Biswas, Souvik (Cognizant)" userId="bc0f958c-b2bb-43fd-a0f4-66d25c03bf18" providerId="ADAL" clId="{EA067C3F-7F64-454E-9351-3AD385A5D209}" dt="2023-07-22T19:30:08.033" v="179" actId="1076"/>
        <pc:sldMkLst>
          <pc:docMk/>
          <pc:sldMk cId="3240143767" sldId="738"/>
        </pc:sldMkLst>
      </pc:sldChg>
      <pc:sldChg chg="modSp add mod">
        <pc:chgData name="Biswas, Souvik (Cognizant)" userId="bc0f958c-b2bb-43fd-a0f4-66d25c03bf18" providerId="ADAL" clId="{EA067C3F-7F64-454E-9351-3AD385A5D209}" dt="2023-07-22T19:33:33.144" v="184" actId="1076"/>
        <pc:sldMkLst>
          <pc:docMk/>
          <pc:sldMk cId="162363756" sldId="739"/>
        </pc:sldMkLst>
      </pc:sldChg>
      <pc:sldChg chg="addSp delSp modSp add mod addCm">
        <pc:chgData name="Biswas, Souvik (Cognizant)" userId="bc0f958c-b2bb-43fd-a0f4-66d25c03bf18" providerId="ADAL" clId="{EA067C3F-7F64-454E-9351-3AD385A5D209}" dt="2023-08-08T04:55:11.876" v="375" actId="400"/>
        <pc:sldMkLst>
          <pc:docMk/>
          <pc:sldMk cId="2292127189" sldId="74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Biswas, Souvik (Cognizant)" userId="bc0f958c-b2bb-43fd-a0f4-66d25c03bf18" providerId="ADAL" clId="{EA067C3F-7F64-454E-9351-3AD385A5D209}" dt="2023-07-23T19:23:52.506" v="195"/>
              <pc2:cmMkLst xmlns:pc2="http://schemas.microsoft.com/office/powerpoint/2019/9/main/command">
                <pc:docMk/>
                <pc:sldMk cId="2292127189" sldId="740"/>
                <pc2:cmMk id="{A33D2357-E1D6-4019-A182-643404E99679}"/>
              </pc2:cmMkLst>
            </pc226:cmChg>
          </p:ext>
        </pc:extLst>
      </pc:sldChg>
      <pc:sldChg chg="addSp delSp modSp add mod ord">
        <pc:chgData name="Biswas, Souvik (Cognizant)" userId="bc0f958c-b2bb-43fd-a0f4-66d25c03bf18" providerId="ADAL" clId="{EA067C3F-7F64-454E-9351-3AD385A5D209}" dt="2023-07-23T19:25:02.800" v="205" actId="1076"/>
        <pc:sldMkLst>
          <pc:docMk/>
          <pc:sldMk cId="2956434449" sldId="741"/>
        </pc:sldMkLst>
      </pc:sldChg>
      <pc:sldChg chg="addSp delSp modSp add mod">
        <pc:chgData name="Biswas, Souvik (Cognizant)" userId="bc0f958c-b2bb-43fd-a0f4-66d25c03bf18" providerId="ADAL" clId="{EA067C3F-7F64-454E-9351-3AD385A5D209}" dt="2023-07-23T19:25:59.188" v="214" actId="1076"/>
        <pc:sldMkLst>
          <pc:docMk/>
          <pc:sldMk cId="3866446706" sldId="742"/>
        </pc:sldMkLst>
      </pc:sldChg>
      <pc:sldChg chg="addSp delSp modSp add mod">
        <pc:chgData name="Biswas, Souvik (Cognizant)" userId="bc0f958c-b2bb-43fd-a0f4-66d25c03bf18" providerId="ADAL" clId="{EA067C3F-7F64-454E-9351-3AD385A5D209}" dt="2023-07-23T19:30:24.320" v="239" actId="1076"/>
        <pc:sldMkLst>
          <pc:docMk/>
          <pc:sldMk cId="3411040932" sldId="743"/>
        </pc:sldMkLst>
      </pc:sldChg>
      <pc:sldChg chg="delSp modSp add mod ord">
        <pc:chgData name="Biswas, Souvik (Cognizant)" userId="bc0f958c-b2bb-43fd-a0f4-66d25c03bf18" providerId="ADAL" clId="{EA067C3F-7F64-454E-9351-3AD385A5D209}" dt="2023-07-23T19:34:33.216" v="281" actId="14100"/>
        <pc:sldMkLst>
          <pc:docMk/>
          <pc:sldMk cId="3034613990" sldId="744"/>
        </pc:sldMkLst>
      </pc:sldChg>
      <pc:sldChg chg="addSp delSp modSp add mod">
        <pc:chgData name="Biswas, Souvik (Cognizant)" userId="bc0f958c-b2bb-43fd-a0f4-66d25c03bf18" providerId="ADAL" clId="{EA067C3F-7F64-454E-9351-3AD385A5D209}" dt="2023-07-23T19:31:16.573" v="247" actId="1076"/>
        <pc:sldMkLst>
          <pc:docMk/>
          <pc:sldMk cId="1258428261" sldId="745"/>
        </pc:sldMkLst>
      </pc:sldChg>
      <pc:sldChg chg="addSp delSp modSp add mod">
        <pc:chgData name="Biswas, Souvik (Cognizant)" userId="bc0f958c-b2bb-43fd-a0f4-66d25c03bf18" providerId="ADAL" clId="{EA067C3F-7F64-454E-9351-3AD385A5D209}" dt="2023-07-23T19:32:14.937" v="258" actId="1076"/>
        <pc:sldMkLst>
          <pc:docMk/>
          <pc:sldMk cId="1660936291" sldId="746"/>
        </pc:sldMkLst>
      </pc:sldChg>
      <pc:sldChg chg="addSp delSp modSp add mod ord">
        <pc:chgData name="Biswas, Souvik (Cognizant)" userId="bc0f958c-b2bb-43fd-a0f4-66d25c03bf18" providerId="ADAL" clId="{EA067C3F-7F64-454E-9351-3AD385A5D209}" dt="2023-07-23T19:35:50.271" v="290" actId="1076"/>
        <pc:sldMkLst>
          <pc:docMk/>
          <pc:sldMk cId="609941220" sldId="747"/>
        </pc:sldMkLst>
      </pc:sldChg>
      <pc:sldChg chg="addSp delSp modSp add mod ord">
        <pc:chgData name="Biswas, Souvik (Cognizant)" userId="bc0f958c-b2bb-43fd-a0f4-66d25c03bf18" providerId="ADAL" clId="{EA067C3F-7F64-454E-9351-3AD385A5D209}" dt="2023-07-23T19:37:56.160" v="305" actId="1076"/>
        <pc:sldMkLst>
          <pc:docMk/>
          <pc:sldMk cId="2498050070" sldId="748"/>
        </pc:sldMkLst>
      </pc:sldChg>
      <pc:sldChg chg="addSp delSp modSp add del mod">
        <pc:chgData name="Biswas, Souvik (Cognizant)" userId="bc0f958c-b2bb-43fd-a0f4-66d25c03bf18" providerId="ADAL" clId="{EA067C3F-7F64-454E-9351-3AD385A5D209}" dt="2023-08-08T04:41:47.116" v="358" actId="2890"/>
        <pc:sldMkLst>
          <pc:docMk/>
          <pc:sldMk cId="563761978" sldId="749"/>
        </pc:sldMkLst>
      </pc:sldChg>
      <pc:sldChg chg="modSp add del mod">
        <pc:chgData name="Biswas, Souvik (Cognizant)" userId="bc0f958c-b2bb-43fd-a0f4-66d25c03bf18" providerId="ADAL" clId="{EA067C3F-7F64-454E-9351-3AD385A5D209}" dt="2023-08-08T05:06:15.927" v="411"/>
        <pc:sldMkLst>
          <pc:docMk/>
          <pc:sldMk cId="2309930151" sldId="749"/>
        </pc:sldMkLst>
      </pc:sldChg>
      <pc:sldChg chg="addSp delSp add del mod">
        <pc:chgData name="Biswas, Souvik (Cognizant)" userId="bc0f958c-b2bb-43fd-a0f4-66d25c03bf18" providerId="ADAL" clId="{EA067C3F-7F64-454E-9351-3AD385A5D209}" dt="2023-08-08T04:41:40.989" v="351" actId="2890"/>
        <pc:sldMkLst>
          <pc:docMk/>
          <pc:sldMk cId="244570219" sldId="750"/>
        </pc:sldMkLst>
      </pc:sldChg>
      <pc:sldMasterChg chg="delSldLayout">
        <pc:chgData name="Biswas, Souvik (Cognizant)" userId="bc0f958c-b2bb-43fd-a0f4-66d25c03bf18" providerId="ADAL" clId="{EA067C3F-7F64-454E-9351-3AD385A5D209}" dt="2023-07-23T19:43:12.525" v="323" actId="47"/>
        <pc:sldMasterMkLst>
          <pc:docMk/>
          <pc:sldMasterMk cId="440358670" sldId="2147483674"/>
        </pc:sldMasterMkLst>
        <pc:sldLayoutChg chg="del">
          <pc:chgData name="Biswas, Souvik (Cognizant)" userId="bc0f958c-b2bb-43fd-a0f4-66d25c03bf18" providerId="ADAL" clId="{EA067C3F-7F64-454E-9351-3AD385A5D209}" dt="2023-07-23T19:43:12.525" v="323" actId="47"/>
          <pc:sldLayoutMkLst>
            <pc:docMk/>
            <pc:sldMasterMk cId="440358670" sldId="2147483674"/>
            <pc:sldLayoutMk cId="0" sldId="2147483692"/>
          </pc:sldLayoutMkLst>
        </pc:sldLayoutChg>
        <pc:sldLayoutChg chg="del">
          <pc:chgData name="Biswas, Souvik (Cognizant)" userId="bc0f958c-b2bb-43fd-a0f4-66d25c03bf18" providerId="ADAL" clId="{EA067C3F-7F64-454E-9351-3AD385A5D209}" dt="2023-07-23T19:42:32.754" v="317" actId="47"/>
          <pc:sldLayoutMkLst>
            <pc:docMk/>
            <pc:sldMasterMk cId="440358670" sldId="2147483674"/>
            <pc:sldLayoutMk cId="3424390578" sldId="2147483767"/>
          </pc:sldLayoutMkLst>
        </pc:sldLayoutChg>
      </pc:sldMasterChg>
    </pc:docChg>
  </pc:docChgLst>
</pc:chgInfo>
</file>

<file path=ppt/comments/modernComment_2D7_8E106C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FA2355-A5D5-4B0B-8657-89105453EE39}" authorId="{D583A4A9-7574-C5E3-3C0A-3011BC3A7CBE}" status="resolved" created="2023-07-22T18:04:47.499" complete="100000">
    <pc:sldMkLst xmlns:pc="http://schemas.microsoft.com/office/powerpoint/2013/main/command">
      <pc:docMk/>
      <pc:sldMk cId="2383441090" sldId="727"/>
    </pc:sldMkLst>
    <p188:txBody>
      <a:bodyPr/>
      <a:lstStyle/>
      <a:p>
        <a:r>
          <a:rPr lang="en-IN"/>
          <a:t>Need to check</a:t>
        </a:r>
      </a:p>
    </p188:txBody>
  </p188:cm>
</p188:cmLst>
</file>

<file path=ppt/comments/modernComment_2E4_889F1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3D2357-E1D6-4019-A182-643404E99679}" authorId="{D583A4A9-7574-C5E3-3C0A-3011BC3A7CBE}" created="2023-07-23T19:23:52.396">
    <pc:sldMkLst xmlns:pc="http://schemas.microsoft.com/office/powerpoint/2013/main/command">
      <pc:docMk/>
      <pc:sldMk cId="2292127189" sldId="740"/>
    </pc:sldMkLst>
    <p188:txBody>
      <a:bodyPr/>
      <a:lstStyle/>
      <a:p>
        <a:r>
          <a:rPr lang="en-IN"/>
          <a:t>Need to check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48335D-F392-4B05-B75D-26AFDC07DA86}" type="doc">
      <dgm:prSet loTypeId="urn:diagrams.loki3.com/BracketList" loCatId="list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3FAAFB-5A3E-46C2-A670-B579F294D5C8}">
      <dgm:prSet phldrT="[Text]"/>
      <dgm:spPr/>
      <dgm:t>
        <a:bodyPr/>
        <a:lstStyle/>
        <a:p>
          <a:r>
            <a:rPr lang="en-US" b="1" dirty="0"/>
            <a:t>Source</a:t>
          </a:r>
        </a:p>
      </dgm:t>
    </dgm:pt>
    <dgm:pt modelId="{C4DCAE3F-E017-4A60-AC0C-FEC463438105}" type="parTrans" cxnId="{72C3BFDB-4E51-4011-A638-64AEB24FD6CF}">
      <dgm:prSet/>
      <dgm:spPr/>
      <dgm:t>
        <a:bodyPr/>
        <a:lstStyle/>
        <a:p>
          <a:endParaRPr lang="en-US"/>
        </a:p>
      </dgm:t>
    </dgm:pt>
    <dgm:pt modelId="{C44FFFB0-9D30-42AD-8A23-1B3D5BF73A21}" type="sibTrans" cxnId="{72C3BFDB-4E51-4011-A638-64AEB24FD6CF}">
      <dgm:prSet/>
      <dgm:spPr/>
      <dgm:t>
        <a:bodyPr/>
        <a:lstStyle/>
        <a:p>
          <a:endParaRPr lang="en-US"/>
        </a:p>
      </dgm:t>
    </dgm:pt>
    <dgm:pt modelId="{B151F504-2718-43F1-90D0-9490902C994A}">
      <dgm:prSet phldrT="[Text]"/>
      <dgm:spPr>
        <a:effectLst>
          <a:outerShdw blurRad="50800" dist="38100" dir="2700000" algn="tl" rotWithShape="0">
            <a:prstClr val="black">
              <a:alpha val="40000"/>
            </a:prstClr>
          </a:outerShdw>
          <a:reflection blurRad="6350" stA="52000" endA="300" endPos="35000" dir="5400000" sy="-100000" algn="bl" rotWithShape="0"/>
        </a:effectLst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Creates .stf file with all the translatable labels.</a:t>
          </a:r>
        </a:p>
      </dgm:t>
    </dgm:pt>
    <dgm:pt modelId="{AF8E8007-3CAF-4D1D-8A4B-071F308E8E08}" type="parTrans" cxnId="{44208389-E4A9-4151-BDBA-791C6C307658}">
      <dgm:prSet/>
      <dgm:spPr/>
      <dgm:t>
        <a:bodyPr/>
        <a:lstStyle/>
        <a:p>
          <a:endParaRPr lang="en-US"/>
        </a:p>
      </dgm:t>
    </dgm:pt>
    <dgm:pt modelId="{F7A527A6-EEC0-4204-B016-1B5EAE9CB237}" type="sibTrans" cxnId="{44208389-E4A9-4151-BDBA-791C6C307658}">
      <dgm:prSet/>
      <dgm:spPr/>
      <dgm:t>
        <a:bodyPr/>
        <a:lstStyle/>
        <a:p>
          <a:endParaRPr lang="en-US"/>
        </a:p>
      </dgm:t>
    </dgm:pt>
    <dgm:pt modelId="{3C160EF2-DCC7-419E-B028-232055BC107B}">
      <dgm:prSet phldrT="[Text]"/>
      <dgm:spPr>
        <a:effectLst>
          <a:outerShdw blurRad="50800" dist="38100" dir="2700000" algn="tl" rotWithShape="0">
            <a:prstClr val="black">
              <a:alpha val="40000"/>
            </a:prstClr>
          </a:outerShdw>
          <a:reflection blurRad="6350" stA="52000" endA="300" endPos="35000" dir="5400000" sy="-100000" algn="bl" rotWithShape="0"/>
        </a:effectLst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Content will be in the org’s default language.</a:t>
          </a:r>
        </a:p>
      </dgm:t>
    </dgm:pt>
    <dgm:pt modelId="{FC6DFE7D-B7D9-4A70-A689-0E3D378DAD91}" type="parTrans" cxnId="{13F7318E-091E-449D-8A7E-D411A0437825}">
      <dgm:prSet/>
      <dgm:spPr/>
      <dgm:t>
        <a:bodyPr/>
        <a:lstStyle/>
        <a:p>
          <a:endParaRPr lang="en-US"/>
        </a:p>
      </dgm:t>
    </dgm:pt>
    <dgm:pt modelId="{7A13E675-563F-4F69-81AF-E06ED1BB8E0A}" type="sibTrans" cxnId="{13F7318E-091E-449D-8A7E-D411A0437825}">
      <dgm:prSet/>
      <dgm:spPr/>
      <dgm:t>
        <a:bodyPr/>
        <a:lstStyle/>
        <a:p>
          <a:endParaRPr lang="en-US"/>
        </a:p>
      </dgm:t>
    </dgm:pt>
    <dgm:pt modelId="{2D9D26BA-BF4A-4D81-BC45-CCFC916D83C6}">
      <dgm:prSet phldrT="[Text]"/>
      <dgm:spPr>
        <a:effectLst>
          <a:outerShdw blurRad="50800" dist="38100" dir="2700000" algn="tl" rotWithShape="0">
            <a:prstClr val="black">
              <a:alpha val="40000"/>
            </a:prstClr>
          </a:outerShdw>
          <a:reflection blurRad="6350" stA="52000" endA="300" endPos="35000" dir="5400000" sy="-100000" algn="bl" rotWithShape="0"/>
        </a:effectLst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Used for first translation. </a:t>
          </a:r>
        </a:p>
      </dgm:t>
    </dgm:pt>
    <dgm:pt modelId="{AA96C3A5-B1AD-4B91-98A7-C966A5B8F824}" type="parTrans" cxnId="{706FDF18-EDCF-4645-BBAE-6B7B1FB6DD02}">
      <dgm:prSet/>
      <dgm:spPr/>
      <dgm:t>
        <a:bodyPr/>
        <a:lstStyle/>
        <a:p>
          <a:endParaRPr lang="en-US"/>
        </a:p>
      </dgm:t>
    </dgm:pt>
    <dgm:pt modelId="{D87C8F8E-26FA-49AF-BC55-17DDF75F0540}" type="sibTrans" cxnId="{706FDF18-EDCF-4645-BBAE-6B7B1FB6DD02}">
      <dgm:prSet/>
      <dgm:spPr/>
      <dgm:t>
        <a:bodyPr/>
        <a:lstStyle/>
        <a:p>
          <a:endParaRPr lang="en-US"/>
        </a:p>
      </dgm:t>
    </dgm:pt>
    <dgm:pt modelId="{3D1845BA-F66D-4C19-8637-6011ACE0A29B}">
      <dgm:prSet phldrT="[Text]"/>
      <dgm:spPr/>
      <dgm:t>
        <a:bodyPr/>
        <a:lstStyle/>
        <a:p>
          <a:r>
            <a:rPr lang="en-US" b="1" dirty="0"/>
            <a:t>Untranslated</a:t>
          </a:r>
        </a:p>
      </dgm:t>
    </dgm:pt>
    <dgm:pt modelId="{19692D2B-648A-42FC-9538-91398A1728F9}" type="parTrans" cxnId="{F3DE73F6-E2B9-447C-A885-087B96436E83}">
      <dgm:prSet/>
      <dgm:spPr/>
      <dgm:t>
        <a:bodyPr/>
        <a:lstStyle/>
        <a:p>
          <a:endParaRPr lang="en-US"/>
        </a:p>
      </dgm:t>
    </dgm:pt>
    <dgm:pt modelId="{5D3D1D65-1255-490D-BD62-E4D9C92BBCDB}" type="sibTrans" cxnId="{F3DE73F6-E2B9-447C-A885-087B96436E83}">
      <dgm:prSet/>
      <dgm:spPr/>
      <dgm:t>
        <a:bodyPr/>
        <a:lstStyle/>
        <a:p>
          <a:endParaRPr lang="en-US"/>
        </a:p>
      </dgm:t>
    </dgm:pt>
    <dgm:pt modelId="{8C0015CD-CE18-482C-A8C8-5DF78EBCE18F}">
      <dgm:prSet phldrT="[Text]"/>
      <dgm:spPr/>
      <dgm:t>
        <a:bodyPr/>
        <a:lstStyle/>
        <a:p>
          <a:pPr algn="l"/>
          <a:r>
            <a:rPr lang="en-US" dirty="0">
              <a:solidFill>
                <a:schemeClr val="tx2">
                  <a:lumMod val="50000"/>
                </a:schemeClr>
              </a:solidFill>
            </a:rPr>
            <a:t>Creates .zip folder with several .stf files.</a:t>
          </a:r>
        </a:p>
      </dgm:t>
    </dgm:pt>
    <dgm:pt modelId="{0EC53017-13AE-4DA5-9F74-BA98D822BAB9}" type="parTrans" cxnId="{7CF75E85-91A8-41ED-99A6-26D60D2241C0}">
      <dgm:prSet/>
      <dgm:spPr/>
      <dgm:t>
        <a:bodyPr/>
        <a:lstStyle/>
        <a:p>
          <a:endParaRPr lang="en-US"/>
        </a:p>
      </dgm:t>
    </dgm:pt>
    <dgm:pt modelId="{B181CC44-953A-4A72-974F-69D13A4F4402}" type="sibTrans" cxnId="{7CF75E85-91A8-41ED-99A6-26D60D2241C0}">
      <dgm:prSet/>
      <dgm:spPr/>
      <dgm:t>
        <a:bodyPr/>
        <a:lstStyle/>
        <a:p>
          <a:endParaRPr lang="en-US"/>
        </a:p>
      </dgm:t>
    </dgm:pt>
    <dgm:pt modelId="{C7D70BD6-73D3-4E93-8446-B5B00BE03FE6}">
      <dgm:prSet phldrT="[Text]"/>
      <dgm:spPr/>
      <dgm:t>
        <a:bodyPr/>
        <a:lstStyle/>
        <a:p>
          <a:pPr algn="l"/>
          <a:r>
            <a:rPr lang="en-US" dirty="0">
              <a:solidFill>
                <a:schemeClr val="tx2">
                  <a:lumMod val="50000"/>
                </a:schemeClr>
              </a:solidFill>
            </a:rPr>
            <a:t>Filters labels and only exports untranslated labels.</a:t>
          </a:r>
        </a:p>
      </dgm:t>
    </dgm:pt>
    <dgm:pt modelId="{DCA874A9-D796-4EF9-9863-6F16BBED9090}" type="parTrans" cxnId="{48AB9EA0-3CC7-4CE4-8E46-90404CFE3A1A}">
      <dgm:prSet/>
      <dgm:spPr/>
      <dgm:t>
        <a:bodyPr/>
        <a:lstStyle/>
        <a:p>
          <a:endParaRPr lang="en-US"/>
        </a:p>
      </dgm:t>
    </dgm:pt>
    <dgm:pt modelId="{704A8592-2BDB-4694-9FFF-2C16E4DF754A}" type="sibTrans" cxnId="{48AB9EA0-3CC7-4CE4-8E46-90404CFE3A1A}">
      <dgm:prSet/>
      <dgm:spPr/>
      <dgm:t>
        <a:bodyPr/>
        <a:lstStyle/>
        <a:p>
          <a:endParaRPr lang="en-US"/>
        </a:p>
      </dgm:t>
    </dgm:pt>
    <dgm:pt modelId="{86406BA1-3F8A-41E4-8D6D-5A348E42A791}">
      <dgm:prSet/>
      <dgm:spPr/>
      <dgm:t>
        <a:bodyPr/>
        <a:lstStyle/>
        <a:p>
          <a:pPr algn="r"/>
          <a:endParaRPr lang="en-US" dirty="0"/>
        </a:p>
      </dgm:t>
    </dgm:pt>
    <dgm:pt modelId="{DEC9B5DB-1936-42CA-9F1F-12482412D085}" type="parTrans" cxnId="{BFC747FA-36D9-4A86-BCCE-DE37F64A49A9}">
      <dgm:prSet/>
      <dgm:spPr/>
      <dgm:t>
        <a:bodyPr/>
        <a:lstStyle/>
        <a:p>
          <a:endParaRPr lang="en-US"/>
        </a:p>
      </dgm:t>
    </dgm:pt>
    <dgm:pt modelId="{05CC6904-C9E8-4310-B5A3-9130B8EE877C}" type="sibTrans" cxnId="{BFC747FA-36D9-4A86-BCCE-DE37F64A49A9}">
      <dgm:prSet/>
      <dgm:spPr/>
      <dgm:t>
        <a:bodyPr/>
        <a:lstStyle/>
        <a:p>
          <a:endParaRPr lang="en-US"/>
        </a:p>
      </dgm:t>
    </dgm:pt>
    <dgm:pt modelId="{46B4A36C-6759-44E1-ABF9-9C41D1C1C084}">
      <dgm:prSet/>
      <dgm:spPr/>
      <dgm:t>
        <a:bodyPr/>
        <a:lstStyle/>
        <a:p>
          <a:r>
            <a:rPr lang="en-US" b="1" dirty="0"/>
            <a:t>Bilingual</a:t>
          </a:r>
        </a:p>
      </dgm:t>
    </dgm:pt>
    <dgm:pt modelId="{C7008B4E-0446-4176-BEEF-CF7F79A248C2}" type="parTrans" cxnId="{04C5EB80-A7B3-4E3B-9616-05D228AF8155}">
      <dgm:prSet/>
      <dgm:spPr/>
      <dgm:t>
        <a:bodyPr/>
        <a:lstStyle/>
        <a:p>
          <a:endParaRPr lang="en-US"/>
        </a:p>
      </dgm:t>
    </dgm:pt>
    <dgm:pt modelId="{2A986FB2-31C4-4066-BE25-984D07B6FB7A}" type="sibTrans" cxnId="{04C5EB80-A7B3-4E3B-9616-05D228AF8155}">
      <dgm:prSet/>
      <dgm:spPr/>
      <dgm:t>
        <a:bodyPr/>
        <a:lstStyle/>
        <a:p>
          <a:endParaRPr lang="en-US"/>
        </a:p>
      </dgm:t>
    </dgm:pt>
    <dgm:pt modelId="{349591D5-B8C1-4C50-BE24-3722B7F62312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Creates .zip with several .stf files</a:t>
          </a:r>
        </a:p>
      </dgm:t>
    </dgm:pt>
    <dgm:pt modelId="{2D926D63-B615-4EA6-BDA3-291929481D03}" type="parTrans" cxnId="{BD109F4D-BCAC-4214-809F-5744AB6D098C}">
      <dgm:prSet/>
      <dgm:spPr/>
      <dgm:t>
        <a:bodyPr/>
        <a:lstStyle/>
        <a:p>
          <a:endParaRPr lang="en-US"/>
        </a:p>
      </dgm:t>
    </dgm:pt>
    <dgm:pt modelId="{BB363816-45D4-4820-8FC5-256CC04B3054}" type="sibTrans" cxnId="{BD109F4D-BCAC-4214-809F-5744AB6D098C}">
      <dgm:prSet/>
      <dgm:spPr/>
      <dgm:t>
        <a:bodyPr/>
        <a:lstStyle/>
        <a:p>
          <a:endParaRPr lang="en-US"/>
        </a:p>
      </dgm:t>
    </dgm:pt>
    <dgm:pt modelId="{0663F776-594F-4EB1-8F75-D2AC5D5DFDCB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All the labels in their current form (translated or not)</a:t>
          </a:r>
        </a:p>
      </dgm:t>
    </dgm:pt>
    <dgm:pt modelId="{B52E26D8-667E-4B0C-8A82-2C1DBC4552CC}" type="parTrans" cxnId="{3C5F361F-82DE-44B6-BF16-049335277DC8}">
      <dgm:prSet/>
      <dgm:spPr/>
      <dgm:t>
        <a:bodyPr/>
        <a:lstStyle/>
        <a:p>
          <a:endParaRPr lang="en-US"/>
        </a:p>
      </dgm:t>
    </dgm:pt>
    <dgm:pt modelId="{0CA8683F-311D-40DB-8DBD-5E9931A4C906}" type="sibTrans" cxnId="{3C5F361F-82DE-44B6-BF16-049335277DC8}">
      <dgm:prSet/>
      <dgm:spPr/>
      <dgm:t>
        <a:bodyPr/>
        <a:lstStyle/>
        <a:p>
          <a:endParaRPr lang="en-US"/>
        </a:p>
      </dgm:t>
    </dgm:pt>
    <dgm:pt modelId="{A1A59B04-6CA3-4E1D-8DDE-1AFE3F535DDE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Used for reviewing/editing translations</a:t>
          </a:r>
        </a:p>
      </dgm:t>
    </dgm:pt>
    <dgm:pt modelId="{64AAA724-AECB-4EE9-AF10-5451557DE08F}" type="parTrans" cxnId="{F07EE6DF-F4BB-497C-A405-28D7F8B637B6}">
      <dgm:prSet/>
      <dgm:spPr/>
      <dgm:t>
        <a:bodyPr/>
        <a:lstStyle/>
        <a:p>
          <a:endParaRPr lang="en-US"/>
        </a:p>
      </dgm:t>
    </dgm:pt>
    <dgm:pt modelId="{D035EC6B-2701-4BF5-B883-38CBD40B810D}" type="sibTrans" cxnId="{F07EE6DF-F4BB-497C-A405-28D7F8B637B6}">
      <dgm:prSet/>
      <dgm:spPr/>
      <dgm:t>
        <a:bodyPr/>
        <a:lstStyle/>
        <a:p>
          <a:endParaRPr lang="en-US"/>
        </a:p>
      </dgm:t>
    </dgm:pt>
    <dgm:pt modelId="{80496692-6CC3-4B17-AFAB-D1CCBE253E35}" type="pres">
      <dgm:prSet presAssocID="{F948335D-F392-4B05-B75D-26AFDC07DA86}" presName="Name0" presStyleCnt="0">
        <dgm:presLayoutVars>
          <dgm:dir/>
          <dgm:animLvl val="lvl"/>
          <dgm:resizeHandles val="exact"/>
        </dgm:presLayoutVars>
      </dgm:prSet>
      <dgm:spPr/>
    </dgm:pt>
    <dgm:pt modelId="{0CB3450B-1EAB-47C4-9B9E-DA39303A76F8}" type="pres">
      <dgm:prSet presAssocID="{AA3FAAFB-5A3E-46C2-A670-B579F294D5C8}" presName="linNode" presStyleCnt="0"/>
      <dgm:spPr/>
    </dgm:pt>
    <dgm:pt modelId="{C856F194-541A-43BD-8225-84CA3F5C62F7}" type="pres">
      <dgm:prSet presAssocID="{AA3FAAFB-5A3E-46C2-A670-B579F294D5C8}" presName="parTx" presStyleLbl="revTx" presStyleIdx="0" presStyleCnt="3">
        <dgm:presLayoutVars>
          <dgm:chMax val="1"/>
          <dgm:bulletEnabled val="1"/>
        </dgm:presLayoutVars>
      </dgm:prSet>
      <dgm:spPr/>
    </dgm:pt>
    <dgm:pt modelId="{078F5F87-9046-4CD9-8C93-089F48CBFC41}" type="pres">
      <dgm:prSet presAssocID="{AA3FAAFB-5A3E-46C2-A670-B579F294D5C8}" presName="bracket" presStyleLbl="parChTrans1D1" presStyleIdx="0" presStyleCnt="3"/>
      <dgm:spPr/>
    </dgm:pt>
    <dgm:pt modelId="{13CBDF98-6D3F-40B8-A5D0-77A1F03137BC}" type="pres">
      <dgm:prSet presAssocID="{AA3FAAFB-5A3E-46C2-A670-B579F294D5C8}" presName="spH" presStyleCnt="0"/>
      <dgm:spPr/>
    </dgm:pt>
    <dgm:pt modelId="{768C2D9B-A012-4727-ABDA-72394062D510}" type="pres">
      <dgm:prSet presAssocID="{AA3FAAFB-5A3E-46C2-A670-B579F294D5C8}" presName="desTx" presStyleLbl="node1" presStyleIdx="0" presStyleCnt="3" custLinFactNeighborY="4084">
        <dgm:presLayoutVars>
          <dgm:bulletEnabled val="1"/>
        </dgm:presLayoutVars>
      </dgm:prSet>
      <dgm:spPr/>
    </dgm:pt>
    <dgm:pt modelId="{739F0F9E-AAD0-4DB6-B176-2CC40320972D}" type="pres">
      <dgm:prSet presAssocID="{C44FFFB0-9D30-42AD-8A23-1B3D5BF73A21}" presName="spV" presStyleCnt="0"/>
      <dgm:spPr/>
    </dgm:pt>
    <dgm:pt modelId="{8CEB167B-9793-4C6C-A061-904FC8409AFB}" type="pres">
      <dgm:prSet presAssocID="{3D1845BA-F66D-4C19-8637-6011ACE0A29B}" presName="linNode" presStyleCnt="0"/>
      <dgm:spPr/>
    </dgm:pt>
    <dgm:pt modelId="{D68E208D-D866-4892-B73B-7A49A6A5D2DA}" type="pres">
      <dgm:prSet presAssocID="{3D1845BA-F66D-4C19-8637-6011ACE0A29B}" presName="parTx" presStyleLbl="revTx" presStyleIdx="1" presStyleCnt="3">
        <dgm:presLayoutVars>
          <dgm:chMax val="1"/>
          <dgm:bulletEnabled val="1"/>
        </dgm:presLayoutVars>
      </dgm:prSet>
      <dgm:spPr/>
    </dgm:pt>
    <dgm:pt modelId="{16A7AD1E-4D80-4741-84E1-67A62F535779}" type="pres">
      <dgm:prSet presAssocID="{3D1845BA-F66D-4C19-8637-6011ACE0A29B}" presName="bracket" presStyleLbl="parChTrans1D1" presStyleIdx="1" presStyleCnt="3"/>
      <dgm:spPr/>
    </dgm:pt>
    <dgm:pt modelId="{FA6A00F4-49B1-4C0F-A991-3609A58AD0EF}" type="pres">
      <dgm:prSet presAssocID="{3D1845BA-F66D-4C19-8637-6011ACE0A29B}" presName="spH" presStyleCnt="0"/>
      <dgm:spPr/>
    </dgm:pt>
    <dgm:pt modelId="{AA132AA0-BE19-41C3-9EA0-FDC1D9559372}" type="pres">
      <dgm:prSet presAssocID="{3D1845BA-F66D-4C19-8637-6011ACE0A29B}" presName="desTx" presStyleLbl="node1" presStyleIdx="1" presStyleCnt="3">
        <dgm:presLayoutVars>
          <dgm:bulletEnabled val="1"/>
        </dgm:presLayoutVars>
      </dgm:prSet>
      <dgm:spPr/>
    </dgm:pt>
    <dgm:pt modelId="{38ACF27E-3B21-417F-A77F-9E71EBBC4138}" type="pres">
      <dgm:prSet presAssocID="{5D3D1D65-1255-490D-BD62-E4D9C92BBCDB}" presName="spV" presStyleCnt="0"/>
      <dgm:spPr/>
    </dgm:pt>
    <dgm:pt modelId="{61849C88-7CE6-4121-A4E5-52249E059A13}" type="pres">
      <dgm:prSet presAssocID="{46B4A36C-6759-44E1-ABF9-9C41D1C1C084}" presName="linNode" presStyleCnt="0"/>
      <dgm:spPr/>
    </dgm:pt>
    <dgm:pt modelId="{AA399E37-548E-4193-B480-AE2F32C1482D}" type="pres">
      <dgm:prSet presAssocID="{46B4A36C-6759-44E1-ABF9-9C41D1C1C084}" presName="parTx" presStyleLbl="revTx" presStyleIdx="2" presStyleCnt="3">
        <dgm:presLayoutVars>
          <dgm:chMax val="1"/>
          <dgm:bulletEnabled val="1"/>
        </dgm:presLayoutVars>
      </dgm:prSet>
      <dgm:spPr/>
    </dgm:pt>
    <dgm:pt modelId="{5C872FC6-2CE1-4B98-864B-41E551C6AB49}" type="pres">
      <dgm:prSet presAssocID="{46B4A36C-6759-44E1-ABF9-9C41D1C1C084}" presName="bracket" presStyleLbl="parChTrans1D1" presStyleIdx="2" presStyleCnt="3"/>
      <dgm:spPr/>
    </dgm:pt>
    <dgm:pt modelId="{482A0574-F955-4407-9E46-F827DB8364EB}" type="pres">
      <dgm:prSet presAssocID="{46B4A36C-6759-44E1-ABF9-9C41D1C1C084}" presName="spH" presStyleCnt="0"/>
      <dgm:spPr/>
    </dgm:pt>
    <dgm:pt modelId="{F990CBE6-8739-434B-9EBA-D943E58C9E36}" type="pres">
      <dgm:prSet presAssocID="{46B4A36C-6759-44E1-ABF9-9C41D1C1C084}" presName="desTx" presStyleLbl="node1" presStyleIdx="2" presStyleCnt="3">
        <dgm:presLayoutVars>
          <dgm:bulletEnabled val="1"/>
        </dgm:presLayoutVars>
      </dgm:prSet>
      <dgm:spPr/>
    </dgm:pt>
  </dgm:ptLst>
  <dgm:cxnLst>
    <dgm:cxn modelId="{D8600405-C49A-4C0B-A4C4-A439C69B7191}" type="presOf" srcId="{C7D70BD6-73D3-4E93-8446-B5B00BE03FE6}" destId="{AA132AA0-BE19-41C3-9EA0-FDC1D9559372}" srcOrd="0" destOrd="1" presId="urn:diagrams.loki3.com/BracketList"/>
    <dgm:cxn modelId="{51F4BB09-42F7-4303-8E19-4D0DFDF8C52D}" type="presOf" srcId="{F948335D-F392-4B05-B75D-26AFDC07DA86}" destId="{80496692-6CC3-4B17-AFAB-D1CCBE253E35}" srcOrd="0" destOrd="0" presId="urn:diagrams.loki3.com/BracketList"/>
    <dgm:cxn modelId="{4B96DA0B-4421-453C-81E0-BA584D86FA14}" type="presOf" srcId="{8C0015CD-CE18-482C-A8C8-5DF78EBCE18F}" destId="{AA132AA0-BE19-41C3-9EA0-FDC1D9559372}" srcOrd="0" destOrd="0" presId="urn:diagrams.loki3.com/BracketList"/>
    <dgm:cxn modelId="{7A995C13-A24F-4D44-BE14-8C7ECBA055BA}" type="presOf" srcId="{86406BA1-3F8A-41E4-8D6D-5A348E42A791}" destId="{AA132AA0-BE19-41C3-9EA0-FDC1D9559372}" srcOrd="0" destOrd="2" presId="urn:diagrams.loki3.com/BracketList"/>
    <dgm:cxn modelId="{706FDF18-EDCF-4645-BBAE-6B7B1FB6DD02}" srcId="{AA3FAAFB-5A3E-46C2-A670-B579F294D5C8}" destId="{2D9D26BA-BF4A-4D81-BC45-CCFC916D83C6}" srcOrd="2" destOrd="0" parTransId="{AA96C3A5-B1AD-4B91-98A7-C966A5B8F824}" sibTransId="{D87C8F8E-26FA-49AF-BC55-17DDF75F0540}"/>
    <dgm:cxn modelId="{3C5F361F-82DE-44B6-BF16-049335277DC8}" srcId="{46B4A36C-6759-44E1-ABF9-9C41D1C1C084}" destId="{0663F776-594F-4EB1-8F75-D2AC5D5DFDCB}" srcOrd="1" destOrd="0" parTransId="{B52E26D8-667E-4B0C-8A82-2C1DBC4552CC}" sibTransId="{0CA8683F-311D-40DB-8DBD-5E9931A4C906}"/>
    <dgm:cxn modelId="{5ADBBD23-A41C-4961-998B-6F3D10FC8D90}" type="presOf" srcId="{AA3FAAFB-5A3E-46C2-A670-B579F294D5C8}" destId="{C856F194-541A-43BD-8225-84CA3F5C62F7}" srcOrd="0" destOrd="0" presId="urn:diagrams.loki3.com/BracketList"/>
    <dgm:cxn modelId="{DFB69328-2309-452A-AE6C-E6AFC0F3CDA9}" type="presOf" srcId="{46B4A36C-6759-44E1-ABF9-9C41D1C1C084}" destId="{AA399E37-548E-4193-B480-AE2F32C1482D}" srcOrd="0" destOrd="0" presId="urn:diagrams.loki3.com/BracketList"/>
    <dgm:cxn modelId="{BD109F4D-BCAC-4214-809F-5744AB6D098C}" srcId="{46B4A36C-6759-44E1-ABF9-9C41D1C1C084}" destId="{349591D5-B8C1-4C50-BE24-3722B7F62312}" srcOrd="0" destOrd="0" parTransId="{2D926D63-B615-4EA6-BDA3-291929481D03}" sibTransId="{BB363816-45D4-4820-8FC5-256CC04B3054}"/>
    <dgm:cxn modelId="{D1409751-3BBB-4FF4-8B78-76AACFC2912F}" type="presOf" srcId="{2D9D26BA-BF4A-4D81-BC45-CCFC916D83C6}" destId="{768C2D9B-A012-4727-ABDA-72394062D510}" srcOrd="0" destOrd="2" presId="urn:diagrams.loki3.com/BracketList"/>
    <dgm:cxn modelId="{DB772D52-96A3-4EEC-AB92-8AE06F302A55}" type="presOf" srcId="{A1A59B04-6CA3-4E1D-8DDE-1AFE3F535DDE}" destId="{F990CBE6-8739-434B-9EBA-D943E58C9E36}" srcOrd="0" destOrd="2" presId="urn:diagrams.loki3.com/BracketList"/>
    <dgm:cxn modelId="{04C5EB80-A7B3-4E3B-9616-05D228AF8155}" srcId="{F948335D-F392-4B05-B75D-26AFDC07DA86}" destId="{46B4A36C-6759-44E1-ABF9-9C41D1C1C084}" srcOrd="2" destOrd="0" parTransId="{C7008B4E-0446-4176-BEEF-CF7F79A248C2}" sibTransId="{2A986FB2-31C4-4066-BE25-984D07B6FB7A}"/>
    <dgm:cxn modelId="{7CF75E85-91A8-41ED-99A6-26D60D2241C0}" srcId="{3D1845BA-F66D-4C19-8637-6011ACE0A29B}" destId="{8C0015CD-CE18-482C-A8C8-5DF78EBCE18F}" srcOrd="0" destOrd="0" parTransId="{0EC53017-13AE-4DA5-9F74-BA98D822BAB9}" sibTransId="{B181CC44-953A-4A72-974F-69D13A4F4402}"/>
    <dgm:cxn modelId="{44208389-E4A9-4151-BDBA-791C6C307658}" srcId="{AA3FAAFB-5A3E-46C2-A670-B579F294D5C8}" destId="{B151F504-2718-43F1-90D0-9490902C994A}" srcOrd="0" destOrd="0" parTransId="{AF8E8007-3CAF-4D1D-8A4B-071F308E8E08}" sibTransId="{F7A527A6-EEC0-4204-B016-1B5EAE9CB237}"/>
    <dgm:cxn modelId="{13F7318E-091E-449D-8A7E-D411A0437825}" srcId="{AA3FAAFB-5A3E-46C2-A670-B579F294D5C8}" destId="{3C160EF2-DCC7-419E-B028-232055BC107B}" srcOrd="1" destOrd="0" parTransId="{FC6DFE7D-B7D9-4A70-A689-0E3D378DAD91}" sibTransId="{7A13E675-563F-4F69-81AF-E06ED1BB8E0A}"/>
    <dgm:cxn modelId="{D1A2839F-8371-4191-85E2-7EE9D4E3B046}" type="presOf" srcId="{B151F504-2718-43F1-90D0-9490902C994A}" destId="{768C2D9B-A012-4727-ABDA-72394062D510}" srcOrd="0" destOrd="0" presId="urn:diagrams.loki3.com/BracketList"/>
    <dgm:cxn modelId="{48AB9EA0-3CC7-4CE4-8E46-90404CFE3A1A}" srcId="{3D1845BA-F66D-4C19-8637-6011ACE0A29B}" destId="{C7D70BD6-73D3-4E93-8446-B5B00BE03FE6}" srcOrd="1" destOrd="0" parTransId="{DCA874A9-D796-4EF9-9863-6F16BBED9090}" sibTransId="{704A8592-2BDB-4694-9FFF-2C16E4DF754A}"/>
    <dgm:cxn modelId="{FD13FEB6-C69B-4368-B3C7-7EF5F2AA066D}" type="presOf" srcId="{349591D5-B8C1-4C50-BE24-3722B7F62312}" destId="{F990CBE6-8739-434B-9EBA-D943E58C9E36}" srcOrd="0" destOrd="0" presId="urn:diagrams.loki3.com/BracketList"/>
    <dgm:cxn modelId="{B2BB0AC0-D082-4BEA-A087-61F6D950E320}" type="presOf" srcId="{3D1845BA-F66D-4C19-8637-6011ACE0A29B}" destId="{D68E208D-D866-4892-B73B-7A49A6A5D2DA}" srcOrd="0" destOrd="0" presId="urn:diagrams.loki3.com/BracketList"/>
    <dgm:cxn modelId="{F29C36C6-9823-4D46-82FD-75CA5CB465F0}" type="presOf" srcId="{0663F776-594F-4EB1-8F75-D2AC5D5DFDCB}" destId="{F990CBE6-8739-434B-9EBA-D943E58C9E36}" srcOrd="0" destOrd="1" presId="urn:diagrams.loki3.com/BracketList"/>
    <dgm:cxn modelId="{72C3BFDB-4E51-4011-A638-64AEB24FD6CF}" srcId="{F948335D-F392-4B05-B75D-26AFDC07DA86}" destId="{AA3FAAFB-5A3E-46C2-A670-B579F294D5C8}" srcOrd="0" destOrd="0" parTransId="{C4DCAE3F-E017-4A60-AC0C-FEC463438105}" sibTransId="{C44FFFB0-9D30-42AD-8A23-1B3D5BF73A21}"/>
    <dgm:cxn modelId="{0AC562DF-3B28-4587-BE4B-4E3B999E3318}" type="presOf" srcId="{3C160EF2-DCC7-419E-B028-232055BC107B}" destId="{768C2D9B-A012-4727-ABDA-72394062D510}" srcOrd="0" destOrd="1" presId="urn:diagrams.loki3.com/BracketList"/>
    <dgm:cxn modelId="{F07EE6DF-F4BB-497C-A405-28D7F8B637B6}" srcId="{46B4A36C-6759-44E1-ABF9-9C41D1C1C084}" destId="{A1A59B04-6CA3-4E1D-8DDE-1AFE3F535DDE}" srcOrd="2" destOrd="0" parTransId="{64AAA724-AECB-4EE9-AF10-5451557DE08F}" sibTransId="{D035EC6B-2701-4BF5-B883-38CBD40B810D}"/>
    <dgm:cxn modelId="{F3DE73F6-E2B9-447C-A885-087B96436E83}" srcId="{F948335D-F392-4B05-B75D-26AFDC07DA86}" destId="{3D1845BA-F66D-4C19-8637-6011ACE0A29B}" srcOrd="1" destOrd="0" parTransId="{19692D2B-648A-42FC-9538-91398A1728F9}" sibTransId="{5D3D1D65-1255-490D-BD62-E4D9C92BBCDB}"/>
    <dgm:cxn modelId="{BFC747FA-36D9-4A86-BCCE-DE37F64A49A9}" srcId="{3D1845BA-F66D-4C19-8637-6011ACE0A29B}" destId="{86406BA1-3F8A-41E4-8D6D-5A348E42A791}" srcOrd="2" destOrd="0" parTransId="{DEC9B5DB-1936-42CA-9F1F-12482412D085}" sibTransId="{05CC6904-C9E8-4310-B5A3-9130B8EE877C}"/>
    <dgm:cxn modelId="{16032E1E-7562-4861-904B-9BE4597E2E9A}" type="presParOf" srcId="{80496692-6CC3-4B17-AFAB-D1CCBE253E35}" destId="{0CB3450B-1EAB-47C4-9B9E-DA39303A76F8}" srcOrd="0" destOrd="0" presId="urn:diagrams.loki3.com/BracketList"/>
    <dgm:cxn modelId="{2DED7EBB-FC1E-4977-87FC-AAB4FF4E456E}" type="presParOf" srcId="{0CB3450B-1EAB-47C4-9B9E-DA39303A76F8}" destId="{C856F194-541A-43BD-8225-84CA3F5C62F7}" srcOrd="0" destOrd="0" presId="urn:diagrams.loki3.com/BracketList"/>
    <dgm:cxn modelId="{E0E2ED68-B02D-41B3-A992-DEE72A3499EC}" type="presParOf" srcId="{0CB3450B-1EAB-47C4-9B9E-DA39303A76F8}" destId="{078F5F87-9046-4CD9-8C93-089F48CBFC41}" srcOrd="1" destOrd="0" presId="urn:diagrams.loki3.com/BracketList"/>
    <dgm:cxn modelId="{14CB3661-5F72-4F5B-92A6-6AD8C2BF9D5E}" type="presParOf" srcId="{0CB3450B-1EAB-47C4-9B9E-DA39303A76F8}" destId="{13CBDF98-6D3F-40B8-A5D0-77A1F03137BC}" srcOrd="2" destOrd="0" presId="urn:diagrams.loki3.com/BracketList"/>
    <dgm:cxn modelId="{8D77445E-0B4C-41E3-A264-FF6748179002}" type="presParOf" srcId="{0CB3450B-1EAB-47C4-9B9E-DA39303A76F8}" destId="{768C2D9B-A012-4727-ABDA-72394062D510}" srcOrd="3" destOrd="0" presId="urn:diagrams.loki3.com/BracketList"/>
    <dgm:cxn modelId="{2DCC11A5-04B2-476A-9C1D-AEF8999E906F}" type="presParOf" srcId="{80496692-6CC3-4B17-AFAB-D1CCBE253E35}" destId="{739F0F9E-AAD0-4DB6-B176-2CC40320972D}" srcOrd="1" destOrd="0" presId="urn:diagrams.loki3.com/BracketList"/>
    <dgm:cxn modelId="{91875865-D34C-44D5-9A26-FC066DDCD939}" type="presParOf" srcId="{80496692-6CC3-4B17-AFAB-D1CCBE253E35}" destId="{8CEB167B-9793-4C6C-A061-904FC8409AFB}" srcOrd="2" destOrd="0" presId="urn:diagrams.loki3.com/BracketList"/>
    <dgm:cxn modelId="{A3EED540-43E2-4483-88E7-AFC3A34D72A2}" type="presParOf" srcId="{8CEB167B-9793-4C6C-A061-904FC8409AFB}" destId="{D68E208D-D866-4892-B73B-7A49A6A5D2DA}" srcOrd="0" destOrd="0" presId="urn:diagrams.loki3.com/BracketList"/>
    <dgm:cxn modelId="{35516069-E09A-4F93-BDB8-BE5FE92905BE}" type="presParOf" srcId="{8CEB167B-9793-4C6C-A061-904FC8409AFB}" destId="{16A7AD1E-4D80-4741-84E1-67A62F535779}" srcOrd="1" destOrd="0" presId="urn:diagrams.loki3.com/BracketList"/>
    <dgm:cxn modelId="{93DDE396-1F26-465E-A51A-19A555E40CD2}" type="presParOf" srcId="{8CEB167B-9793-4C6C-A061-904FC8409AFB}" destId="{FA6A00F4-49B1-4C0F-A991-3609A58AD0EF}" srcOrd="2" destOrd="0" presId="urn:diagrams.loki3.com/BracketList"/>
    <dgm:cxn modelId="{9DFC28C3-5315-4A7D-9B49-D897AC52CD8D}" type="presParOf" srcId="{8CEB167B-9793-4C6C-A061-904FC8409AFB}" destId="{AA132AA0-BE19-41C3-9EA0-FDC1D9559372}" srcOrd="3" destOrd="0" presId="urn:diagrams.loki3.com/BracketList"/>
    <dgm:cxn modelId="{E6FB3A05-C047-46DD-81CC-6AAB33F69C2F}" type="presParOf" srcId="{80496692-6CC3-4B17-AFAB-D1CCBE253E35}" destId="{38ACF27E-3B21-417F-A77F-9E71EBBC4138}" srcOrd="3" destOrd="0" presId="urn:diagrams.loki3.com/BracketList"/>
    <dgm:cxn modelId="{B8E065B9-5B3E-4466-A401-189D125DA067}" type="presParOf" srcId="{80496692-6CC3-4B17-AFAB-D1CCBE253E35}" destId="{61849C88-7CE6-4121-A4E5-52249E059A13}" srcOrd="4" destOrd="0" presId="urn:diagrams.loki3.com/BracketList"/>
    <dgm:cxn modelId="{43CC9E64-02D1-47DF-BEB8-EE7EF2CFB91B}" type="presParOf" srcId="{61849C88-7CE6-4121-A4E5-52249E059A13}" destId="{AA399E37-548E-4193-B480-AE2F32C1482D}" srcOrd="0" destOrd="0" presId="urn:diagrams.loki3.com/BracketList"/>
    <dgm:cxn modelId="{66847C3E-0213-4B7D-BD82-6A18EE10F439}" type="presParOf" srcId="{61849C88-7CE6-4121-A4E5-52249E059A13}" destId="{5C872FC6-2CE1-4B98-864B-41E551C6AB49}" srcOrd="1" destOrd="0" presId="urn:diagrams.loki3.com/BracketList"/>
    <dgm:cxn modelId="{7B117B0D-5ADB-42DD-A881-5B28718390C5}" type="presParOf" srcId="{61849C88-7CE6-4121-A4E5-52249E059A13}" destId="{482A0574-F955-4407-9E46-F827DB8364EB}" srcOrd="2" destOrd="0" presId="urn:diagrams.loki3.com/BracketList"/>
    <dgm:cxn modelId="{312C88F7-7221-43AF-B379-EA7615ED37DD}" type="presParOf" srcId="{61849C88-7CE6-4121-A4E5-52249E059A13}" destId="{F990CBE6-8739-434B-9EBA-D943E58C9E36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40D89E-7FF7-4B01-8ABB-E3F8055230E5}" type="doc">
      <dgm:prSet loTypeId="urn:microsoft.com/office/officeart/2005/8/layout/hChevron3" loCatId="process" qsTypeId="urn:microsoft.com/office/officeart/2005/8/quickstyle/3d1" qsCatId="3D" csTypeId="urn:microsoft.com/office/officeart/2005/8/colors/colorful1" csCatId="colorful" phldr="1"/>
      <dgm:spPr/>
    </dgm:pt>
    <dgm:pt modelId="{DC36DE1F-0412-4534-9811-4C7BDD1502DD}">
      <dgm:prSet phldrT="[Text]"/>
      <dgm:spPr/>
      <dgm:t>
        <a:bodyPr/>
        <a:lstStyle/>
        <a:p>
          <a:r>
            <a:rPr lang="en-US" b="1" dirty="0"/>
            <a:t>Create 1 file</a:t>
          </a:r>
        </a:p>
        <a:p>
          <a:r>
            <a:rPr lang="en-US" b="1" dirty="0"/>
            <a:t>for each</a:t>
          </a:r>
        </a:p>
        <a:p>
          <a:r>
            <a:rPr lang="en-US" b="1" dirty="0"/>
            <a:t>language</a:t>
          </a:r>
        </a:p>
      </dgm:t>
    </dgm:pt>
    <dgm:pt modelId="{D62EFC80-23D8-42A5-848A-B0C294EB55BD}" type="parTrans" cxnId="{BB3C9576-E25F-4653-974B-AFF83B38575C}">
      <dgm:prSet/>
      <dgm:spPr/>
      <dgm:t>
        <a:bodyPr/>
        <a:lstStyle/>
        <a:p>
          <a:endParaRPr lang="en-US"/>
        </a:p>
      </dgm:t>
    </dgm:pt>
    <dgm:pt modelId="{588B1915-9F8A-4133-AEB1-7164F408F7DD}" type="sibTrans" cxnId="{BB3C9576-E25F-4653-974B-AFF83B38575C}">
      <dgm:prSet/>
      <dgm:spPr/>
      <dgm:t>
        <a:bodyPr/>
        <a:lstStyle/>
        <a:p>
          <a:endParaRPr lang="en-US"/>
        </a:p>
      </dgm:t>
    </dgm:pt>
    <dgm:pt modelId="{65AC9AEA-9FCF-4BB0-A357-B49EF98D5FB6}">
      <dgm:prSet phldrT="[Text]"/>
      <dgm:spPr/>
      <dgm:t>
        <a:bodyPr/>
        <a:lstStyle/>
        <a:p>
          <a:r>
            <a:rPr lang="en-US" b="1" dirty="0">
              <a:solidFill>
                <a:schemeClr val="accent5">
                  <a:lumMod val="50000"/>
                </a:schemeClr>
              </a:solidFill>
            </a:rPr>
            <a:t>Add language  </a:t>
          </a:r>
        </a:p>
        <a:p>
          <a:r>
            <a:rPr lang="en-US" b="1" dirty="0">
              <a:solidFill>
                <a:schemeClr val="accent5">
                  <a:lumMod val="50000"/>
                </a:schemeClr>
              </a:solidFill>
            </a:rPr>
            <a:t>attribute</a:t>
          </a:r>
        </a:p>
        <a:p>
          <a:r>
            <a:rPr lang="en-US" b="1" dirty="0">
              <a:solidFill>
                <a:schemeClr val="accent5">
                  <a:lumMod val="50000"/>
                </a:schemeClr>
              </a:solidFill>
            </a:rPr>
            <a:t>(code)</a:t>
          </a:r>
        </a:p>
      </dgm:t>
    </dgm:pt>
    <dgm:pt modelId="{79A98743-207D-43BA-B5F4-493F5BE5544E}" type="parTrans" cxnId="{4FD9E01C-2099-4C1F-B505-DA9F86280F14}">
      <dgm:prSet/>
      <dgm:spPr/>
      <dgm:t>
        <a:bodyPr/>
        <a:lstStyle/>
        <a:p>
          <a:endParaRPr lang="en-US"/>
        </a:p>
      </dgm:t>
    </dgm:pt>
    <dgm:pt modelId="{3BB3756C-188F-4B74-9D04-456DC124486E}" type="sibTrans" cxnId="{4FD9E01C-2099-4C1F-B505-DA9F86280F14}">
      <dgm:prSet/>
      <dgm:spPr/>
      <dgm:t>
        <a:bodyPr/>
        <a:lstStyle/>
        <a:p>
          <a:endParaRPr lang="en-US"/>
        </a:p>
      </dgm:t>
    </dgm:pt>
    <dgm:pt modelId="{7B75C7FB-21E5-4C67-B5C2-70CC1212EB42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Select files (or zip)</a:t>
          </a:r>
        </a:p>
      </dgm:t>
    </dgm:pt>
    <dgm:pt modelId="{7EA46ED2-E793-4CC0-A81C-53B441B328A7}" type="parTrans" cxnId="{BD7189FE-C210-4AD4-ABEE-9694181FFB28}">
      <dgm:prSet/>
      <dgm:spPr/>
      <dgm:t>
        <a:bodyPr/>
        <a:lstStyle/>
        <a:p>
          <a:endParaRPr lang="en-US"/>
        </a:p>
      </dgm:t>
    </dgm:pt>
    <dgm:pt modelId="{2C658B70-95CE-4564-8BB6-78C96BB12891}" type="sibTrans" cxnId="{BD7189FE-C210-4AD4-ABEE-9694181FFB28}">
      <dgm:prSet/>
      <dgm:spPr/>
      <dgm:t>
        <a:bodyPr/>
        <a:lstStyle/>
        <a:p>
          <a:endParaRPr lang="en-US"/>
        </a:p>
      </dgm:t>
    </dgm:pt>
    <dgm:pt modelId="{419FB7A4-8075-44B0-83CC-42B59F7AC84F}">
      <dgm:prSet/>
      <dgm:spPr/>
      <dgm:t>
        <a:bodyPr/>
        <a:lstStyle/>
        <a:p>
          <a:r>
            <a:rPr lang="en-US" b="1" dirty="0"/>
            <a:t>Upload</a:t>
          </a:r>
        </a:p>
      </dgm:t>
    </dgm:pt>
    <dgm:pt modelId="{782C66DB-1AC7-4AB6-8747-C4A806B220D1}" type="parTrans" cxnId="{41117AE5-7F03-40DA-A326-A47D9BE5DA09}">
      <dgm:prSet/>
      <dgm:spPr/>
      <dgm:t>
        <a:bodyPr/>
        <a:lstStyle/>
        <a:p>
          <a:endParaRPr lang="en-US"/>
        </a:p>
      </dgm:t>
    </dgm:pt>
    <dgm:pt modelId="{1458A5B2-7305-4796-9EC9-899DA6520AE3}" type="sibTrans" cxnId="{41117AE5-7F03-40DA-A326-A47D9BE5DA09}">
      <dgm:prSet/>
      <dgm:spPr/>
      <dgm:t>
        <a:bodyPr/>
        <a:lstStyle/>
        <a:p>
          <a:endParaRPr lang="en-US"/>
        </a:p>
      </dgm:t>
    </dgm:pt>
    <dgm:pt modelId="{52CAE0D5-5CE2-4A99-A68E-E86DF3CFD246}" type="pres">
      <dgm:prSet presAssocID="{5440D89E-7FF7-4B01-8ABB-E3F8055230E5}" presName="Name0" presStyleCnt="0">
        <dgm:presLayoutVars>
          <dgm:dir/>
          <dgm:resizeHandles val="exact"/>
        </dgm:presLayoutVars>
      </dgm:prSet>
      <dgm:spPr/>
    </dgm:pt>
    <dgm:pt modelId="{CA812FF9-AD84-4E63-BF34-BC3EFC543906}" type="pres">
      <dgm:prSet presAssocID="{DC36DE1F-0412-4534-9811-4C7BDD1502DD}" presName="parTxOnly" presStyleLbl="node1" presStyleIdx="0" presStyleCnt="4">
        <dgm:presLayoutVars>
          <dgm:bulletEnabled val="1"/>
        </dgm:presLayoutVars>
      </dgm:prSet>
      <dgm:spPr/>
    </dgm:pt>
    <dgm:pt modelId="{2C522A7A-CC82-4CD3-A781-B266933F1C17}" type="pres">
      <dgm:prSet presAssocID="{588B1915-9F8A-4133-AEB1-7164F408F7DD}" presName="parSpace" presStyleCnt="0"/>
      <dgm:spPr/>
    </dgm:pt>
    <dgm:pt modelId="{D9865EE8-7ADA-481E-AE95-281DE1DE1E9E}" type="pres">
      <dgm:prSet presAssocID="{65AC9AEA-9FCF-4BB0-A357-B49EF98D5FB6}" presName="parTxOnly" presStyleLbl="node1" presStyleIdx="1" presStyleCnt="4">
        <dgm:presLayoutVars>
          <dgm:bulletEnabled val="1"/>
        </dgm:presLayoutVars>
      </dgm:prSet>
      <dgm:spPr/>
    </dgm:pt>
    <dgm:pt modelId="{7A8B108F-65EE-4BA0-BF6E-F56C59730108}" type="pres">
      <dgm:prSet presAssocID="{3BB3756C-188F-4B74-9D04-456DC124486E}" presName="parSpace" presStyleCnt="0"/>
      <dgm:spPr/>
    </dgm:pt>
    <dgm:pt modelId="{E30E78DE-9EC0-40F1-BD1C-85E36BC0C164}" type="pres">
      <dgm:prSet presAssocID="{7B75C7FB-21E5-4C67-B5C2-70CC1212EB42}" presName="parTxOnly" presStyleLbl="node1" presStyleIdx="2" presStyleCnt="4" custLinFactNeighborX="-13223" custLinFactNeighborY="-2912">
        <dgm:presLayoutVars>
          <dgm:bulletEnabled val="1"/>
        </dgm:presLayoutVars>
      </dgm:prSet>
      <dgm:spPr/>
    </dgm:pt>
    <dgm:pt modelId="{C7E1C7EF-A97C-46E7-AB06-FCC5E190E97D}" type="pres">
      <dgm:prSet presAssocID="{2C658B70-95CE-4564-8BB6-78C96BB12891}" presName="parSpace" presStyleCnt="0"/>
      <dgm:spPr/>
    </dgm:pt>
    <dgm:pt modelId="{B51EBE20-5B2E-4457-822C-5A09DFC6682C}" type="pres">
      <dgm:prSet presAssocID="{419FB7A4-8075-44B0-83CC-42B59F7AC84F}" presName="parTxOnly" presStyleLbl="node1" presStyleIdx="3" presStyleCnt="4" custLinFactNeighborX="-8300" custLinFactNeighborY="-1616">
        <dgm:presLayoutVars>
          <dgm:bulletEnabled val="1"/>
        </dgm:presLayoutVars>
      </dgm:prSet>
      <dgm:spPr/>
    </dgm:pt>
  </dgm:ptLst>
  <dgm:cxnLst>
    <dgm:cxn modelId="{23F14A16-A89D-4FC5-9A4E-9F48BE1315D8}" type="presOf" srcId="{5440D89E-7FF7-4B01-8ABB-E3F8055230E5}" destId="{52CAE0D5-5CE2-4A99-A68E-E86DF3CFD246}" srcOrd="0" destOrd="0" presId="urn:microsoft.com/office/officeart/2005/8/layout/hChevron3"/>
    <dgm:cxn modelId="{4FD9E01C-2099-4C1F-B505-DA9F86280F14}" srcId="{5440D89E-7FF7-4B01-8ABB-E3F8055230E5}" destId="{65AC9AEA-9FCF-4BB0-A357-B49EF98D5FB6}" srcOrd="1" destOrd="0" parTransId="{79A98743-207D-43BA-B5F4-493F5BE5544E}" sibTransId="{3BB3756C-188F-4B74-9D04-456DC124486E}"/>
    <dgm:cxn modelId="{1B218175-FB84-4E2F-82C0-11AF25622FBE}" type="presOf" srcId="{7B75C7FB-21E5-4C67-B5C2-70CC1212EB42}" destId="{E30E78DE-9EC0-40F1-BD1C-85E36BC0C164}" srcOrd="0" destOrd="0" presId="urn:microsoft.com/office/officeart/2005/8/layout/hChevron3"/>
    <dgm:cxn modelId="{BB3C9576-E25F-4653-974B-AFF83B38575C}" srcId="{5440D89E-7FF7-4B01-8ABB-E3F8055230E5}" destId="{DC36DE1F-0412-4534-9811-4C7BDD1502DD}" srcOrd="0" destOrd="0" parTransId="{D62EFC80-23D8-42A5-848A-B0C294EB55BD}" sibTransId="{588B1915-9F8A-4133-AEB1-7164F408F7DD}"/>
    <dgm:cxn modelId="{91C74EBC-EF03-4131-81D1-A36537E289A2}" type="presOf" srcId="{DC36DE1F-0412-4534-9811-4C7BDD1502DD}" destId="{CA812FF9-AD84-4E63-BF34-BC3EFC543906}" srcOrd="0" destOrd="0" presId="urn:microsoft.com/office/officeart/2005/8/layout/hChevron3"/>
    <dgm:cxn modelId="{6EBB98CA-BA61-4EDE-B1E0-BE3D1E162633}" type="presOf" srcId="{419FB7A4-8075-44B0-83CC-42B59F7AC84F}" destId="{B51EBE20-5B2E-4457-822C-5A09DFC6682C}" srcOrd="0" destOrd="0" presId="urn:microsoft.com/office/officeart/2005/8/layout/hChevron3"/>
    <dgm:cxn modelId="{41117AE5-7F03-40DA-A326-A47D9BE5DA09}" srcId="{5440D89E-7FF7-4B01-8ABB-E3F8055230E5}" destId="{419FB7A4-8075-44B0-83CC-42B59F7AC84F}" srcOrd="3" destOrd="0" parTransId="{782C66DB-1AC7-4AB6-8747-C4A806B220D1}" sibTransId="{1458A5B2-7305-4796-9EC9-899DA6520AE3}"/>
    <dgm:cxn modelId="{290E93F1-35DE-47AE-8EFA-454637AC5418}" type="presOf" srcId="{65AC9AEA-9FCF-4BB0-A357-B49EF98D5FB6}" destId="{D9865EE8-7ADA-481E-AE95-281DE1DE1E9E}" srcOrd="0" destOrd="0" presId="urn:microsoft.com/office/officeart/2005/8/layout/hChevron3"/>
    <dgm:cxn modelId="{BD7189FE-C210-4AD4-ABEE-9694181FFB28}" srcId="{5440D89E-7FF7-4B01-8ABB-E3F8055230E5}" destId="{7B75C7FB-21E5-4C67-B5C2-70CC1212EB42}" srcOrd="2" destOrd="0" parTransId="{7EA46ED2-E793-4CC0-A81C-53B441B328A7}" sibTransId="{2C658B70-95CE-4564-8BB6-78C96BB12891}"/>
    <dgm:cxn modelId="{D32C2985-D190-4E92-880F-9921DFEFB751}" type="presParOf" srcId="{52CAE0D5-5CE2-4A99-A68E-E86DF3CFD246}" destId="{CA812FF9-AD84-4E63-BF34-BC3EFC543906}" srcOrd="0" destOrd="0" presId="urn:microsoft.com/office/officeart/2005/8/layout/hChevron3"/>
    <dgm:cxn modelId="{7032CD5C-5349-499B-864B-BD9C225FC536}" type="presParOf" srcId="{52CAE0D5-5CE2-4A99-A68E-E86DF3CFD246}" destId="{2C522A7A-CC82-4CD3-A781-B266933F1C17}" srcOrd="1" destOrd="0" presId="urn:microsoft.com/office/officeart/2005/8/layout/hChevron3"/>
    <dgm:cxn modelId="{BB203EE1-DFDB-4912-9FEC-7D1F6DB306EA}" type="presParOf" srcId="{52CAE0D5-5CE2-4A99-A68E-E86DF3CFD246}" destId="{D9865EE8-7ADA-481E-AE95-281DE1DE1E9E}" srcOrd="2" destOrd="0" presId="urn:microsoft.com/office/officeart/2005/8/layout/hChevron3"/>
    <dgm:cxn modelId="{AB0D7B4E-FD74-47ED-9D2A-9C544A04D2AF}" type="presParOf" srcId="{52CAE0D5-5CE2-4A99-A68E-E86DF3CFD246}" destId="{7A8B108F-65EE-4BA0-BF6E-F56C59730108}" srcOrd="3" destOrd="0" presId="urn:microsoft.com/office/officeart/2005/8/layout/hChevron3"/>
    <dgm:cxn modelId="{F0DDD882-A8AB-4F38-B89A-50B6D6F63BEF}" type="presParOf" srcId="{52CAE0D5-5CE2-4A99-A68E-E86DF3CFD246}" destId="{E30E78DE-9EC0-40F1-BD1C-85E36BC0C164}" srcOrd="4" destOrd="0" presId="urn:microsoft.com/office/officeart/2005/8/layout/hChevron3"/>
    <dgm:cxn modelId="{A5D48662-1E97-47F0-BCE8-3C54D807F9AB}" type="presParOf" srcId="{52CAE0D5-5CE2-4A99-A68E-E86DF3CFD246}" destId="{C7E1C7EF-A97C-46E7-AB06-FCC5E190E97D}" srcOrd="5" destOrd="0" presId="urn:microsoft.com/office/officeart/2005/8/layout/hChevron3"/>
    <dgm:cxn modelId="{BB15041C-23B5-45EB-BBB5-1C2B155DB706}" type="presParOf" srcId="{52CAE0D5-5CE2-4A99-A68E-E86DF3CFD246}" destId="{B51EBE20-5B2E-4457-822C-5A09DFC6682C}" srcOrd="6" destOrd="0" presId="urn:microsoft.com/office/officeart/2005/8/layout/hChevron3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1. Which search option will be available to the users, if Chatter is enabled?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Global Search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284164A8-F421-41D5-A948-9EFEE9C3E9CF}">
      <dgm:prSet custT="1"/>
      <dgm:spPr/>
      <dgm:t>
        <a:bodyPr/>
        <a:lstStyle/>
        <a:p>
          <a:r>
            <a:rPr lang="en-US" sz="18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Siderbar</a:t>
          </a:r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Search</a:t>
          </a:r>
        </a:p>
      </dgm:t>
    </dgm:pt>
    <dgm:pt modelId="{3814FBD1-EA72-47D9-A8CD-414413110E2D}" type="parTrans" cxnId="{71EDED27-1CD6-4EEC-B356-2B8CE5AC057B}">
      <dgm:prSet/>
      <dgm:spPr/>
      <dgm:t>
        <a:bodyPr/>
        <a:lstStyle/>
        <a:p>
          <a:endParaRPr lang="en-US"/>
        </a:p>
      </dgm:t>
    </dgm:pt>
    <dgm:pt modelId="{9A07E572-0EEF-483B-A122-463490CA95BC}" type="sibTrans" cxnId="{71EDED27-1CD6-4EEC-B356-2B8CE5AC057B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3998" custLinFactNeighborY="-1335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71EDED27-1CD6-4EEC-B356-2B8CE5AC057B}" srcId="{2C8EA471-3542-4573-A8BF-295862507B6E}" destId="{284164A8-F421-41D5-A948-9EFEE9C3E9CF}" srcOrd="1" destOrd="0" parTransId="{3814FBD1-EA72-47D9-A8CD-414413110E2D}" sibTransId="{9A07E572-0EEF-483B-A122-463490CA95BC}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740FADB1-95D7-44CD-8055-6C995B70F24F}" type="presOf" srcId="{284164A8-F421-41D5-A948-9EFEE9C3E9CF}" destId="{0EBE7C70-51AD-4402-A9D8-36889ADBC56A}" srcOrd="0" destOrd="1" presId="urn:microsoft.com/office/officeart/2005/8/layout/vList2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Global Search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Y="-7774" custLinFactNeighborX="-141" custLinFactNeighborY="-100000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2. 'Enable the Salesforce Classic 2010 User Interface Theme’ option in the User Interface section is used to _____.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Enable the updated UI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723EFAA1-AA4E-4C9E-9548-A2E8B518B481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Enable the updated Theme</a:t>
          </a:r>
        </a:p>
      </dgm:t>
    </dgm:pt>
    <dgm:pt modelId="{ECB8CF83-3968-4165-9750-762BDC62CD6E}" type="parTrans" cxnId="{8A07B358-C457-4B4F-8340-0874E1084690}">
      <dgm:prSet/>
      <dgm:spPr/>
      <dgm:t>
        <a:bodyPr/>
        <a:lstStyle/>
        <a:p>
          <a:endParaRPr lang="en-US"/>
        </a:p>
      </dgm:t>
    </dgm:pt>
    <dgm:pt modelId="{74A10E32-01FC-4FB3-8E9C-BC77BACDCBC9}" type="sibTrans" cxnId="{8A07B358-C457-4B4F-8340-0874E1084690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3998" custLinFactNeighborX="-8302" custLinFactNeighborY="-1351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76D9631F-9387-4018-A79A-968129D7682B}" type="presOf" srcId="{723EFAA1-AA4E-4C9E-9548-A2E8B518B481}" destId="{0EBE7C70-51AD-4402-A9D8-36889ADBC56A}" srcOrd="0" destOrd="1" presId="urn:microsoft.com/office/officeart/2005/8/layout/vList2"/>
    <dgm:cxn modelId="{8A07B358-C457-4B4F-8340-0874E1084690}" srcId="{2C8EA471-3542-4573-A8BF-295862507B6E}" destId="{723EFAA1-AA4E-4C9E-9548-A2E8B518B481}" srcOrd="1" destOrd="0" parTransId="{ECB8CF83-3968-4165-9750-762BDC62CD6E}" sibTransId="{74A10E32-01FC-4FB3-8E9C-BC77BACDCBC9}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Enable the updated UI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Y="-7774" custLinFactNeighborX="-141" custLinFactNeighborY="-100000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b="0" i="0" dirty="0">
              <a:latin typeface="Arial" panose="020B0604020202020204" pitchFamily="34" charset="0"/>
              <a:cs typeface="Arial" panose="020B0604020202020204" pitchFamily="34" charset="0"/>
            </a:rPr>
            <a:t>3. When using record types (for any object), you should always use the un-translated label, not the API name.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State True or False.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723EFAA1-AA4E-4C9E-9548-A2E8B518B481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gm:t>
    </dgm:pt>
    <dgm:pt modelId="{ECB8CF83-3968-4165-9750-762BDC62CD6E}" type="parTrans" cxnId="{8A07B358-C457-4B4F-8340-0874E1084690}">
      <dgm:prSet/>
      <dgm:spPr/>
      <dgm:t>
        <a:bodyPr/>
        <a:lstStyle/>
        <a:p>
          <a:endParaRPr lang="en-US"/>
        </a:p>
      </dgm:t>
    </dgm:pt>
    <dgm:pt modelId="{74A10E32-01FC-4FB3-8E9C-BC77BACDCBC9}" type="sibTrans" cxnId="{8A07B358-C457-4B4F-8340-0874E1084690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89914" custLinFactNeighborY="-1335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76D9631F-9387-4018-A79A-968129D7682B}" type="presOf" srcId="{723EFAA1-AA4E-4C9E-9548-A2E8B518B481}" destId="{0EBE7C70-51AD-4402-A9D8-36889ADBC56A}" srcOrd="0" destOrd="1" presId="urn:microsoft.com/office/officeart/2005/8/layout/vList2"/>
    <dgm:cxn modelId="{8A07B358-C457-4B4F-8340-0874E1084690}" srcId="{2C8EA471-3542-4573-A8BF-295862507B6E}" destId="{723EFAA1-AA4E-4C9E-9548-A2E8B518B481}" srcOrd="1" destOrd="0" parTransId="{ECB8CF83-3968-4165-9750-762BDC62CD6E}" sibTransId="{74A10E32-01FC-4FB3-8E9C-BC77BACDCBC9}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Y="-7774" custLinFactNeighborX="-141" custLinFactNeighborY="-100000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1800" b="0" i="0" dirty="0">
              <a:latin typeface="Arial" panose="020B0604020202020204" pitchFamily="34" charset="0"/>
              <a:cs typeface="Arial" panose="020B0604020202020204" pitchFamily="34" charset="0"/>
            </a:rPr>
            <a:t>The VEEVA Message object requires users to have _____ access to the VEEVA Message object and all it's fields.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Read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893F67FE-7DB0-4517-A7D7-DF1D40A601FA}">
      <dgm:prSet custT="1"/>
      <dgm:spPr/>
      <dgm:t>
        <a:bodyPr/>
        <a:lstStyle/>
        <a:p>
          <a:r>
            <a:rPr lang="en-US" sz="1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Write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07A9EA-3545-4139-9B9F-0D98B0F50ACB}" type="parTrans" cxnId="{0B6C4974-EEDA-4071-839A-6A143E9ABA08}">
      <dgm:prSet/>
      <dgm:spPr/>
      <dgm:t>
        <a:bodyPr/>
        <a:lstStyle/>
        <a:p>
          <a:endParaRPr lang="en-US"/>
        </a:p>
      </dgm:t>
    </dgm:pt>
    <dgm:pt modelId="{7749FC7A-5F14-43CF-A854-AF5E12654973}" type="sibTrans" cxnId="{0B6C4974-EEDA-4071-839A-6A143E9ABA08}">
      <dgm:prSet/>
      <dgm:spPr/>
      <dgm:t>
        <a:bodyPr/>
        <a:lstStyle/>
        <a:p>
          <a:endParaRPr lang="en-US"/>
        </a:p>
      </dgm:t>
    </dgm:pt>
    <dgm:pt modelId="{9F88EBFD-BEB6-49A4-879A-BE3C5DF5A405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Execute</a:t>
          </a:r>
        </a:p>
      </dgm:t>
    </dgm:pt>
    <dgm:pt modelId="{3B96C1F9-90DE-4FB3-B009-CDE990887AE9}" type="parTrans" cxnId="{61ADFBAE-FEA8-41C5-8F9A-02B1FC89CE13}">
      <dgm:prSet/>
      <dgm:spPr/>
      <dgm:t>
        <a:bodyPr/>
        <a:lstStyle/>
        <a:p>
          <a:endParaRPr lang="en-US"/>
        </a:p>
      </dgm:t>
    </dgm:pt>
    <dgm:pt modelId="{A23ED9EB-0BB6-4062-BEAD-05CAB8412B60}" type="sibTrans" cxnId="{61ADFBAE-FEA8-41C5-8F9A-02B1FC89CE13}">
      <dgm:prSet/>
      <dgm:spPr/>
      <dgm:t>
        <a:bodyPr/>
        <a:lstStyle/>
        <a:p>
          <a:endParaRPr lang="en-US"/>
        </a:p>
      </dgm:t>
    </dgm:pt>
    <dgm:pt modelId="{02F41279-14EA-4730-B642-0C0557E01590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Read/Write</a:t>
          </a:r>
        </a:p>
      </dgm:t>
    </dgm:pt>
    <dgm:pt modelId="{D12E3216-4F02-4B3F-A6B2-12C05742AAB2}" type="parTrans" cxnId="{B3CB32B7-7451-4888-9DAF-75309F5F184C}">
      <dgm:prSet/>
      <dgm:spPr/>
      <dgm:t>
        <a:bodyPr/>
        <a:lstStyle/>
        <a:p>
          <a:endParaRPr lang="en-US"/>
        </a:p>
      </dgm:t>
    </dgm:pt>
    <dgm:pt modelId="{C74BE1A5-E637-49D7-B153-C9D26C66E1E1}" type="sibTrans" cxnId="{B3CB32B7-7451-4888-9DAF-75309F5F184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89914" custLinFactNeighborY="-21577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ScaleY="145306" custLinFactNeighborY="-4910">
        <dgm:presLayoutVars>
          <dgm:bulletEnabled val="1"/>
        </dgm:presLayoutVars>
      </dgm:prSet>
      <dgm:spPr/>
    </dgm:pt>
  </dgm:ptLst>
  <dgm:cxnLst>
    <dgm:cxn modelId="{A3D4CC1C-8419-4707-B9E9-D9D9FA072253}" type="presOf" srcId="{02F41279-14EA-4730-B642-0C0557E01590}" destId="{0EBE7C70-51AD-4402-A9D8-36889ADBC56A}" srcOrd="0" destOrd="3" presId="urn:microsoft.com/office/officeart/2005/8/layout/vList2"/>
    <dgm:cxn modelId="{C4F4BF23-0F52-4D49-A602-B065B4B0F843}" type="presOf" srcId="{893F67FE-7DB0-4517-A7D7-DF1D40A601FA}" destId="{0EBE7C70-51AD-4402-A9D8-36889ADBC56A}" srcOrd="0" destOrd="1" presId="urn:microsoft.com/office/officeart/2005/8/layout/vList2"/>
    <dgm:cxn modelId="{0B6C4974-EEDA-4071-839A-6A143E9ABA08}" srcId="{2C8EA471-3542-4573-A8BF-295862507B6E}" destId="{893F67FE-7DB0-4517-A7D7-DF1D40A601FA}" srcOrd="1" destOrd="0" parTransId="{8C07A9EA-3545-4139-9B9F-0D98B0F50ACB}" sibTransId="{7749FC7A-5F14-43CF-A854-AF5E12654973}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61ADFBAE-FEA8-41C5-8F9A-02B1FC89CE13}" srcId="{2C8EA471-3542-4573-A8BF-295862507B6E}" destId="{9F88EBFD-BEB6-49A4-879A-BE3C5DF5A405}" srcOrd="2" destOrd="0" parTransId="{3B96C1F9-90DE-4FB3-B009-CDE990887AE9}" sibTransId="{A23ED9EB-0BB6-4062-BEAD-05CAB8412B60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B3CB32B7-7451-4888-9DAF-75309F5F184C}" srcId="{2C8EA471-3542-4573-A8BF-295862507B6E}" destId="{02F41279-14EA-4730-B642-0C0557E01590}" srcOrd="3" destOrd="0" parTransId="{D12E3216-4F02-4B3F-A6B2-12C05742AAB2}" sibTransId="{C74BE1A5-E637-49D7-B153-C9D26C66E1E1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85B78DE-FD59-49C5-A164-868F7C50381A}" type="presOf" srcId="{9F88EBFD-BEB6-49A4-879A-BE3C5DF5A405}" destId="{0EBE7C70-51AD-4402-A9D8-36889ADBC56A}" srcOrd="0" destOrd="2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Read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NeighborX="267" custLinFactNeighborY="43697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Change in UI Settings only apply to online application not </a:t>
          </a:r>
          <a:r>
            <a:rPr lang="en-US" sz="1800" b="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iRep</a:t>
          </a:r>
          <a:r>
            <a:rPr 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or </a:t>
          </a:r>
          <a:r>
            <a:rPr lang="en-US" sz="1800" b="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vMobile</a:t>
          </a:r>
          <a:r>
            <a:rPr 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Tablet.</a:t>
          </a:r>
        </a:p>
        <a:p>
          <a:r>
            <a:rPr 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2B94EB7F-72B0-444A-90C8-A8F01257A2E1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gm:t>
    </dgm:pt>
    <dgm:pt modelId="{E55F19CC-686F-4DDE-86EC-A528C7FF155A}" type="parTrans" cxnId="{577E7D72-9092-4A1B-A5B3-D7BD18EB9C6B}">
      <dgm:prSet/>
      <dgm:spPr/>
      <dgm:t>
        <a:bodyPr/>
        <a:lstStyle/>
        <a:p>
          <a:endParaRPr lang="en-US"/>
        </a:p>
      </dgm:t>
    </dgm:pt>
    <dgm:pt modelId="{0C68D8CF-CF01-4897-A79D-909DF45ACDB4}" type="sibTrans" cxnId="{577E7D72-9092-4A1B-A5B3-D7BD18EB9C6B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89914" custLinFactNeighborX="0" custLinFactNeighborY="-64391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ScaleY="59821" custLinFactNeighborX="0" custLinFactNeighborY="-40416">
        <dgm:presLayoutVars>
          <dgm:bulletEnabled val="1"/>
        </dgm:presLayoutVars>
      </dgm:prSet>
      <dgm:spPr/>
    </dgm:pt>
  </dgm:ptLst>
  <dgm:cxnLst>
    <dgm:cxn modelId="{577E7D72-9092-4A1B-A5B3-D7BD18EB9C6B}" srcId="{2C8EA471-3542-4573-A8BF-295862507B6E}" destId="{2B94EB7F-72B0-444A-90C8-A8F01257A2E1}" srcOrd="1" destOrd="0" parTransId="{E55F19CC-686F-4DDE-86EC-A528C7FF155A}" sibTransId="{0C68D8CF-CF01-4897-A79D-909DF45ACDB4}"/>
    <dgm:cxn modelId="{7CE2F272-AAE8-4DEC-8486-A3E0A9B951DF}" type="presOf" srcId="{2B94EB7F-72B0-444A-90C8-A8F01257A2E1}" destId="{0EBE7C70-51AD-4402-A9D8-36889ADBC56A}" srcOrd="0" destOrd="1" presId="urn:microsoft.com/office/officeart/2005/8/layout/vList2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NeighborY="-6894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56F194-541A-43BD-8225-84CA3F5C62F7}">
      <dsp:nvSpPr>
        <dsp:cNvPr id="0" name=""/>
        <dsp:cNvSpPr/>
      </dsp:nvSpPr>
      <dsp:spPr>
        <a:xfrm>
          <a:off x="2672" y="582284"/>
          <a:ext cx="1366877" cy="29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38100" rIns="106680" bIns="38100" numCol="1" spcCol="1270" anchor="ctr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Source</a:t>
          </a:r>
        </a:p>
      </dsp:txBody>
      <dsp:txXfrm>
        <a:off x="2672" y="582284"/>
        <a:ext cx="1366877" cy="297000"/>
      </dsp:txXfrm>
    </dsp:sp>
    <dsp:sp modelId="{078F5F87-9046-4CD9-8C93-089F48CBFC41}">
      <dsp:nvSpPr>
        <dsp:cNvPr id="0" name=""/>
        <dsp:cNvSpPr/>
      </dsp:nvSpPr>
      <dsp:spPr>
        <a:xfrm>
          <a:off x="1369549" y="211034"/>
          <a:ext cx="273375" cy="10395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8C2D9B-A012-4727-ABDA-72394062D510}">
      <dsp:nvSpPr>
        <dsp:cNvPr id="0" name=""/>
        <dsp:cNvSpPr/>
      </dsp:nvSpPr>
      <dsp:spPr>
        <a:xfrm>
          <a:off x="1752274" y="253487"/>
          <a:ext cx="3717905" cy="10395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Creates .stf file with all the translatable labels.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Content will be in the org’s default language.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Used for first translation. </a:t>
          </a:r>
        </a:p>
      </dsp:txBody>
      <dsp:txXfrm>
        <a:off x="1752274" y="253487"/>
        <a:ext cx="3717905" cy="1039500"/>
      </dsp:txXfrm>
    </dsp:sp>
    <dsp:sp modelId="{D68E208D-D866-4892-B73B-7A49A6A5D2DA}">
      <dsp:nvSpPr>
        <dsp:cNvPr id="0" name=""/>
        <dsp:cNvSpPr/>
      </dsp:nvSpPr>
      <dsp:spPr>
        <a:xfrm>
          <a:off x="2672" y="1675784"/>
          <a:ext cx="1366877" cy="29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38100" rIns="106680" bIns="38100" numCol="1" spcCol="1270" anchor="ctr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Untranslated</a:t>
          </a:r>
        </a:p>
      </dsp:txBody>
      <dsp:txXfrm>
        <a:off x="2672" y="1675784"/>
        <a:ext cx="1366877" cy="297000"/>
      </dsp:txXfrm>
    </dsp:sp>
    <dsp:sp modelId="{16A7AD1E-4D80-4741-84E1-67A62F535779}">
      <dsp:nvSpPr>
        <dsp:cNvPr id="0" name=""/>
        <dsp:cNvSpPr/>
      </dsp:nvSpPr>
      <dsp:spPr>
        <a:xfrm>
          <a:off x="1369549" y="1304534"/>
          <a:ext cx="273375" cy="10395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32AA0-BE19-41C3-9EA0-FDC1D9559372}">
      <dsp:nvSpPr>
        <dsp:cNvPr id="0" name=""/>
        <dsp:cNvSpPr/>
      </dsp:nvSpPr>
      <dsp:spPr>
        <a:xfrm>
          <a:off x="1752274" y="1304534"/>
          <a:ext cx="3717905" cy="10395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50000"/>
                </a:schemeClr>
              </a:solidFill>
            </a:rPr>
            <a:t>Creates .zip folder with several .stf files.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2">
                  <a:lumMod val="50000"/>
                </a:schemeClr>
              </a:solidFill>
            </a:rPr>
            <a:t>Filters labels and only exports untranslated labels.</a:t>
          </a:r>
        </a:p>
        <a:p>
          <a:pPr marL="114300" lvl="1" indent="-114300" algn="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1752274" y="1304534"/>
        <a:ext cx="3717905" cy="1039500"/>
      </dsp:txXfrm>
    </dsp:sp>
    <dsp:sp modelId="{AA399E37-548E-4193-B480-AE2F32C1482D}">
      <dsp:nvSpPr>
        <dsp:cNvPr id="0" name=""/>
        <dsp:cNvSpPr/>
      </dsp:nvSpPr>
      <dsp:spPr>
        <a:xfrm>
          <a:off x="2672" y="2769284"/>
          <a:ext cx="1366877" cy="29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38100" rIns="106680" bIns="38100" numCol="1" spcCol="1270" anchor="ctr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Bilingual</a:t>
          </a:r>
        </a:p>
      </dsp:txBody>
      <dsp:txXfrm>
        <a:off x="2672" y="2769284"/>
        <a:ext cx="1366877" cy="297000"/>
      </dsp:txXfrm>
    </dsp:sp>
    <dsp:sp modelId="{5C872FC6-2CE1-4B98-864B-41E551C6AB49}">
      <dsp:nvSpPr>
        <dsp:cNvPr id="0" name=""/>
        <dsp:cNvSpPr/>
      </dsp:nvSpPr>
      <dsp:spPr>
        <a:xfrm>
          <a:off x="1369549" y="2398034"/>
          <a:ext cx="273375" cy="10395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0CBE6-8739-434B-9EBA-D943E58C9E36}">
      <dsp:nvSpPr>
        <dsp:cNvPr id="0" name=""/>
        <dsp:cNvSpPr/>
      </dsp:nvSpPr>
      <dsp:spPr>
        <a:xfrm>
          <a:off x="1752274" y="2398034"/>
          <a:ext cx="3717905" cy="1039500"/>
        </a:xfrm>
        <a:prstGeom prst="rect">
          <a:avLst/>
        </a:prstGeom>
        <a:solidFill>
          <a:schemeClr val="accent4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Creates .zip with several .stf files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All the labels in their current form (translated or not)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Used for reviewing/editing translations</a:t>
          </a:r>
        </a:p>
      </dsp:txBody>
      <dsp:txXfrm>
        <a:off x="1752274" y="2398034"/>
        <a:ext cx="3717905" cy="1039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12FF9-AD84-4E63-BF34-BC3EFC543906}">
      <dsp:nvSpPr>
        <dsp:cNvPr id="0" name=""/>
        <dsp:cNvSpPr/>
      </dsp:nvSpPr>
      <dsp:spPr>
        <a:xfrm>
          <a:off x="2505" y="695425"/>
          <a:ext cx="2513624" cy="1005449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Create 1 file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for each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language</a:t>
          </a:r>
        </a:p>
      </dsp:txBody>
      <dsp:txXfrm>
        <a:off x="2505" y="695425"/>
        <a:ext cx="2262262" cy="1005449"/>
      </dsp:txXfrm>
    </dsp:sp>
    <dsp:sp modelId="{D9865EE8-7ADA-481E-AE95-281DE1DE1E9E}">
      <dsp:nvSpPr>
        <dsp:cNvPr id="0" name=""/>
        <dsp:cNvSpPr/>
      </dsp:nvSpPr>
      <dsp:spPr>
        <a:xfrm>
          <a:off x="2013404" y="695425"/>
          <a:ext cx="2513624" cy="100544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accent5">
                  <a:lumMod val="50000"/>
                </a:schemeClr>
              </a:solidFill>
            </a:rPr>
            <a:t>Add language 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accent5">
                  <a:lumMod val="50000"/>
                </a:schemeClr>
              </a:solidFill>
            </a:rPr>
            <a:t>attribute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accent5">
                  <a:lumMod val="50000"/>
                </a:schemeClr>
              </a:solidFill>
            </a:rPr>
            <a:t>(code)</a:t>
          </a:r>
        </a:p>
      </dsp:txBody>
      <dsp:txXfrm>
        <a:off x="2516129" y="695425"/>
        <a:ext cx="1508175" cy="1005449"/>
      </dsp:txXfrm>
    </dsp:sp>
    <dsp:sp modelId="{E30E78DE-9EC0-40F1-BD1C-85E36BC0C164}">
      <dsp:nvSpPr>
        <dsp:cNvPr id="0" name=""/>
        <dsp:cNvSpPr/>
      </dsp:nvSpPr>
      <dsp:spPr>
        <a:xfrm>
          <a:off x="3957828" y="666146"/>
          <a:ext cx="2513624" cy="1005449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Select files (or zip)</a:t>
          </a:r>
        </a:p>
      </dsp:txBody>
      <dsp:txXfrm>
        <a:off x="4460553" y="666146"/>
        <a:ext cx="1508175" cy="1005449"/>
      </dsp:txXfrm>
    </dsp:sp>
    <dsp:sp modelId="{B51EBE20-5B2E-4457-822C-5A09DFC6682C}">
      <dsp:nvSpPr>
        <dsp:cNvPr id="0" name=""/>
        <dsp:cNvSpPr/>
      </dsp:nvSpPr>
      <dsp:spPr>
        <a:xfrm>
          <a:off x="5993477" y="679177"/>
          <a:ext cx="2513624" cy="100544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Upload</a:t>
          </a:r>
        </a:p>
      </dsp:txBody>
      <dsp:txXfrm>
        <a:off x="6496202" y="679177"/>
        <a:ext cx="1508175" cy="10054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401025"/>
          <a:ext cx="8333885" cy="9004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1. Which search option will be available to the users, if Chatter is enabled?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954" y="444979"/>
        <a:ext cx="8245977" cy="812499"/>
      </dsp:txXfrm>
    </dsp:sp>
    <dsp:sp modelId="{0EBE7C70-51AD-4402-A9D8-36889ADBC56A}">
      <dsp:nvSpPr>
        <dsp:cNvPr id="0" name=""/>
        <dsp:cNvSpPr/>
      </dsp:nvSpPr>
      <dsp:spPr>
        <a:xfrm>
          <a:off x="0" y="1577700"/>
          <a:ext cx="83338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Global Search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Siderbar</a:t>
          </a: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Search</a:t>
          </a:r>
        </a:p>
      </dsp:txBody>
      <dsp:txXfrm>
        <a:off x="0" y="1577700"/>
        <a:ext cx="8333885" cy="1076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Global Search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399303"/>
          <a:ext cx="8333885" cy="9004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2. 'Enable the Salesforce Classic 2010 User Interface Theme’ option in the User Interface section is used to _____.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954" y="443257"/>
        <a:ext cx="8245977" cy="812499"/>
      </dsp:txXfrm>
    </dsp:sp>
    <dsp:sp modelId="{0EBE7C70-51AD-4402-A9D8-36889ADBC56A}">
      <dsp:nvSpPr>
        <dsp:cNvPr id="0" name=""/>
        <dsp:cNvSpPr/>
      </dsp:nvSpPr>
      <dsp:spPr>
        <a:xfrm>
          <a:off x="0" y="1577700"/>
          <a:ext cx="83338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Enable the updated UI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Enable the updated Theme</a:t>
          </a:r>
        </a:p>
      </dsp:txBody>
      <dsp:txXfrm>
        <a:off x="0" y="1577700"/>
        <a:ext cx="8333885" cy="10764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Enable the updated UI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304192"/>
          <a:ext cx="8333885" cy="10940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Arial" panose="020B0604020202020204" pitchFamily="34" charset="0"/>
              <a:cs typeface="Arial" panose="020B0604020202020204" pitchFamily="34" charset="0"/>
            </a:rPr>
            <a:t>3. When using record types (for any object), you should always use the un-translated label, not the API name.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State True or False.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408" y="357600"/>
        <a:ext cx="8227069" cy="987257"/>
      </dsp:txXfrm>
    </dsp:sp>
    <dsp:sp modelId="{0EBE7C70-51AD-4402-A9D8-36889ADBC56A}">
      <dsp:nvSpPr>
        <dsp:cNvPr id="0" name=""/>
        <dsp:cNvSpPr/>
      </dsp:nvSpPr>
      <dsp:spPr>
        <a:xfrm>
          <a:off x="0" y="1674533"/>
          <a:ext cx="83338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sp:txBody>
      <dsp:txXfrm>
        <a:off x="0" y="1674533"/>
        <a:ext cx="8333885" cy="10764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143431"/>
          <a:ext cx="8333885" cy="10940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1800" b="0" i="0" kern="1200" dirty="0">
              <a:latin typeface="Arial" panose="020B0604020202020204" pitchFamily="34" charset="0"/>
              <a:cs typeface="Arial" panose="020B0604020202020204" pitchFamily="34" charset="0"/>
            </a:rPr>
            <a:t>The VEEVA Message object requires users to have _____ access to the VEEVA Message object and all it's fields.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408" y="196839"/>
        <a:ext cx="8227069" cy="987257"/>
      </dsp:txXfrm>
    </dsp:sp>
    <dsp:sp modelId="{0EBE7C70-51AD-4402-A9D8-36889ADBC56A}">
      <dsp:nvSpPr>
        <dsp:cNvPr id="0" name=""/>
        <dsp:cNvSpPr/>
      </dsp:nvSpPr>
      <dsp:spPr>
        <a:xfrm>
          <a:off x="0" y="1431789"/>
          <a:ext cx="8333885" cy="1710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Read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Write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Execute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Read/Write</a:t>
          </a:r>
        </a:p>
      </dsp:txBody>
      <dsp:txXfrm>
        <a:off x="0" y="1431789"/>
        <a:ext cx="8333885" cy="171070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15371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Read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51818"/>
        <a:ext cx="8260991" cy="6737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152401"/>
          <a:ext cx="8333885" cy="10940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Change in UI Settings only apply to online application not </a:t>
          </a:r>
          <a:r>
            <a:rPr lang="en-US" sz="1800" b="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iRep</a:t>
          </a:r>
          <a:r>
            <a:rPr lang="en-US" sz="18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or </a:t>
          </a:r>
          <a:r>
            <a:rPr lang="en-US" sz="1800" b="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vMobile</a:t>
          </a:r>
          <a:r>
            <a:rPr lang="en-US" sz="18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Tablet.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408" y="205809"/>
        <a:ext cx="8227069" cy="987257"/>
      </dsp:txXfrm>
    </dsp:sp>
    <dsp:sp modelId="{0EBE7C70-51AD-4402-A9D8-36889ADBC56A}">
      <dsp:nvSpPr>
        <dsp:cNvPr id="0" name=""/>
        <dsp:cNvSpPr/>
      </dsp:nvSpPr>
      <dsp:spPr>
        <a:xfrm>
          <a:off x="0" y="1447798"/>
          <a:ext cx="8333885" cy="64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sp:txBody>
      <dsp:txXfrm>
        <a:off x="0" y="1447798"/>
        <a:ext cx="8333885" cy="64391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3A1FB-12CB-49E6-809F-DA2D2089BF5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E77-EC63-4CD7-8F8A-914122582C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7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911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171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928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603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82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5334000"/>
            <a:ext cx="95504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Rectangle 8"/>
          <p:cNvSpPr/>
          <p:nvPr userDrawn="1"/>
        </p:nvSpPr>
        <p:spPr>
          <a:xfrm>
            <a:off x="-3507" y="6172200"/>
            <a:ext cx="5286707" cy="397014"/>
          </a:xfrm>
          <a:prstGeom prst="rect">
            <a:avLst/>
          </a:prstGeom>
          <a:solidFill>
            <a:schemeClr val="bg1">
              <a:lumMod val="65000"/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929693" y="6186041"/>
            <a:ext cx="286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- PRACTITIONER</a:t>
            </a:r>
          </a:p>
        </p:txBody>
      </p:sp>
    </p:spTree>
    <p:extLst>
      <p:ext uri="{BB962C8B-B14F-4D97-AF65-F5344CB8AC3E}">
        <p14:creationId xmlns:p14="http://schemas.microsoft.com/office/powerpoint/2010/main" val="5074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0"/>
            <a:ext cx="9143995" cy="4934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8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5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0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0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9CCFE82-B8A6-BC48-80D3-A5EA4ECAAE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C7B6A-8FDF-17C6-8EC9-542EE49909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63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2304C-66B1-1120-5DD4-A7021E5113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643357"/>
            <a:ext cx="3289301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85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B0FDE3-4AD5-06C5-0E7D-9DF7ECBFCD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599" y="1643357"/>
            <a:ext cx="2330451" cy="2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0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2023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2" cy="5666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AF93B-9BFB-DBC8-B972-0D25E38EA4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732" y="1061948"/>
            <a:ext cx="4555068" cy="51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00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 - ligh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2023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1" cy="56667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8E3D3-C194-B841-B075-DAC84FCD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AFE488B-546A-F04A-B54A-A8A9E81A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785364-026C-1848-826F-235C8A0AC5F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353134-6BF9-DFD5-70C5-164F849E31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9732" y="1061948"/>
            <a:ext cx="4555068" cy="5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78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505-C9D5-403B-9D3B-321A20493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buClr>
                <a:schemeClr val="accent3"/>
              </a:buClr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TOC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993F8F-318A-E49E-F121-8CA6DC9998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0" y="291346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79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AB5934-A26E-90AB-75E0-11603F747A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755" y="1611578"/>
            <a:ext cx="4060795" cy="46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24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22E1-FE5F-B452-5DAE-DC0F0E349D1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42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33A01-9A20-FA3A-65AD-A11091DC9A8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64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5DA384-8066-CBB9-8393-7C5A5B46203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55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10" t="10638" r="15648"/>
          <a:stretch/>
        </p:blipFill>
        <p:spPr>
          <a:xfrm>
            <a:off x="0" y="-1"/>
            <a:ext cx="12192000" cy="6866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0E8CFD-9DDE-024A-8B25-06FBC42612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B841D5-E729-0B48-838D-EA94F2CCBBD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017727-041F-8041-F2AF-6D03315B2C5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72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098" r="11765" b="30863"/>
          <a:stretch/>
        </p:blipFill>
        <p:spPr>
          <a:xfrm>
            <a:off x="0" y="-1"/>
            <a:ext cx="12192000" cy="691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550D2D-C709-0F4A-847A-CB0BEE38C3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41B291C-6CE8-F14B-BD0E-B1C3E37430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45C99C-BFD5-59DF-6BB7-382A55EA1B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2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23" t="14335" r="14839" b="41847"/>
          <a:stretch/>
        </p:blipFill>
        <p:spPr>
          <a:xfrm>
            <a:off x="-1" y="-1"/>
            <a:ext cx="12215813" cy="6930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C705F0-5703-9D4B-88FE-DB399EC06D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0840CD1-0279-BD46-8F25-1989D92D03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54D227-27D9-8D0B-5823-2759C913F81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0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5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C8F4C0-B128-9B4A-A493-3A158A484A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C83AEF-A41E-F3A5-41A0-A34DD19D6D7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23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EC0577B-E1A3-BB47-B7CB-EBF6A2B0F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937E25-B6F8-1610-09E3-7DE75BDF0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74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9CCFE82-B8A6-BC48-80D3-A5EA4ECAAE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C7B6A-8FDF-17C6-8EC9-542EE49909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72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2A29E-8145-764B-AB9A-2902135D28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7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DA4B1F-E5E3-9D31-C3C9-A07A6E13BF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57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83D89A3-7746-6A4C-A4B4-55083AFF42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790A18-D092-4631-6908-E29DFC1A71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07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B2312-B937-FFA8-EE1D-40CB7258FB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02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C3714E0-F154-3C48-95D7-D6542B904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55FE01-A547-E549-9FD2-968ECC91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086D4D-AE0E-994F-85B0-5741E54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C7A3CB3C-2056-274C-89F4-0A4481754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624BF2-1391-627C-C6F6-CD47F64D94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629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3C8674-C1AF-A1B3-6E27-58A5E03C11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48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FD6643-4875-0CEB-4F64-5CCD537918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173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9C8C99-BBA1-1042-9B2A-5F6540E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28E9AF-345F-4ECD-43ED-788F2A5E54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36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62E9631-BF87-CC43-9BC1-A43B69D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3F4B7D8-7EA5-AC4B-9A01-F35CCDF0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3586DF7-1DE2-054D-B3DF-425EEC22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CFE70C-14DB-2649-88BF-B8FC4CBAD9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E93ED9-18E2-2B49-8526-1C1145B04C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70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3FC64B-2A4E-8A47-001C-16CD186FA07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12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94AF2A-660C-A4FE-6E22-260BF9FBAF1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00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49D8A8-BD5D-7D07-52A0-C698DA6C65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45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8EDC15-D3AA-788C-27F9-E85E437D87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61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E30922-58AB-E547-4F7C-AC025171D8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49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2"/>
            <a:ext cx="12192000" cy="6858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/>
        </p:nvSpPr>
        <p:spPr>
          <a:xfrm>
            <a:off x="-1367943" y="16824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9" y="381865"/>
            <a:ext cx="2067983" cy="620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2304C-66B1-1120-5DD4-A7021E511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43357"/>
            <a:ext cx="3289301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667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5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9" y="381864"/>
            <a:ext cx="2067983" cy="6203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B0FDE3-4AD5-06C5-0E7D-9DF7ECBFCD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1643358"/>
            <a:ext cx="2330451" cy="2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0205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4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1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4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2019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6"/>
            <a:ext cx="3228343" cy="5666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AF93B-9BFB-DBC8-B972-0D25E38EA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733" y="1061949"/>
            <a:ext cx="4555068" cy="51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3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ligh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4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2019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900" y="989146"/>
            <a:ext cx="3228341" cy="56667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8E3D3-C194-B841-B075-DAC84FCD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4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AFE488B-546A-F04A-B54A-A8A9E81A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1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785364-026C-1848-826F-235C8A0AC5F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353134-6BF9-DFD5-70C5-164F849E3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9733" y="1061949"/>
            <a:ext cx="4555068" cy="5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82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505-C9D5-403B-9D3B-321A20493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buClr>
                <a:schemeClr val="accent3"/>
              </a:buClr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TOC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5"/>
            <a:ext cx="11368088" cy="3959081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45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289" indent="-230182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993F8F-318A-E49E-F121-8CA6DC9998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0" y="291347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78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201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8" y="1903672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3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9" y="381864"/>
            <a:ext cx="2067983" cy="6203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AB5934-A26E-90AB-75E0-11603F747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756" y="1611579"/>
            <a:ext cx="4060795" cy="46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01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22E1-FE5F-B452-5DAE-DC0F0E349D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1" y="299665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2461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33A01-9A20-FA3A-65AD-A11091DC9A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1" y="299665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073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5DA384-8066-CBB9-8393-7C5A5B4620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1" y="299665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670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10" t="10638" r="15648"/>
          <a:stretch/>
        </p:blipFill>
        <p:spPr>
          <a:xfrm>
            <a:off x="0" y="0"/>
            <a:ext cx="12192000" cy="6866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0E8CFD-9DDE-024A-8B25-06FBC42612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7" y="1812210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B841D5-E729-0B48-838D-EA94F2CCBB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017727-041F-8041-F2AF-6D03315B2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264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098" r="11765" b="30863"/>
          <a:stretch/>
        </p:blipFill>
        <p:spPr>
          <a:xfrm>
            <a:off x="0" y="0"/>
            <a:ext cx="12192000" cy="691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550D2D-C709-0F4A-847A-CB0BEE38C3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7" y="1812210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41B291C-6CE8-F14B-BD0E-B1C3E37430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45C99C-BFD5-59DF-6BB7-382A55EA1BB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57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23" t="14335" r="14839" b="41847"/>
          <a:stretch/>
        </p:blipFill>
        <p:spPr>
          <a:xfrm>
            <a:off x="-1" y="-1"/>
            <a:ext cx="12215813" cy="6930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C705F0-5703-9D4B-88FE-DB399EC06D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7" y="1812210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0840CD1-0279-BD46-8F25-1989D92D03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54D227-27D9-8D0B-5823-2759C913F8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6323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7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C8F4C0-B128-9B4A-A493-3A158A484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C83AEF-A41E-F3A5-41A0-A34DD19D6D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42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EC0577B-E1A3-BB47-B7CB-EBF6A2B0F9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937E25-B6F8-1610-09E3-7DE75BDF04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34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1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9CCFE82-B8A6-BC48-80D3-A5EA4ECAAE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C7B6A-8FDF-17C6-8EC9-542EE49909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5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2A29E-8145-764B-AB9A-2902135D28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880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DA4B1F-E5E3-9D31-C3C9-A07A6E13BF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00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2" y="992029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1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83D89A3-7746-6A4C-A4B4-55083AFF42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790A18-D092-4631-6908-E29DFC1A71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4196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2" y="992029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1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B2312-B937-FFA8-EE1D-40CB7258FB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45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C3714E0-F154-3C48-95D7-D6542B904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55FE01-A547-E549-9FD2-968ECC91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086D4D-AE0E-994F-85B0-5741E54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C7A3CB3C-2056-274C-89F4-0A44817545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624BF2-1391-627C-C6F6-CD47F64D94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04145"/>
      </p:ext>
    </p:extLst>
  </p:cSld>
  <p:clrMapOvr>
    <a:masterClrMapping/>
  </p:clrMapOvr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3C8674-C1AF-A1B3-6E27-58A5E03C11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43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2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8" y="1196977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5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2" y="1735923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FD6643-4875-0CEB-4F64-5CCD537918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95949"/>
      </p:ext>
    </p:extLst>
  </p:cSld>
  <p:clrMapOvr>
    <a:masterClrMapping/>
  </p:clrMapOvr>
  <p:hf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9C8C99-BBA1-1042-9B2A-5F6540E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2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8" y="1196977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5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2" y="1735923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28E9AF-345F-4ECD-43ED-788F2A5E54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63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62E9631-BF87-CC43-9BC1-A43B69D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2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2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2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3F4B7D8-7EA5-AC4B-9A01-F35CCDF0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3586DF7-1DE2-054D-B3DF-425EEC22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CFE70C-14DB-2649-88BF-B8FC4CBAD9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E93ED9-18E2-2B49-8526-1C1145B04C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0006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2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2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2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3FC64B-2A4E-8A47-001C-16CD186FA0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36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8" y="4201641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189" indent="0">
              <a:buNone/>
              <a:defRPr>
                <a:solidFill>
                  <a:schemeClr val="accent5"/>
                </a:solidFill>
              </a:defRPr>
            </a:lvl2pPr>
            <a:lvl3pPr marL="914377" indent="0">
              <a:buNone/>
              <a:defRPr>
                <a:solidFill>
                  <a:schemeClr val="accent3"/>
                </a:solidFill>
              </a:defRPr>
            </a:lvl3pPr>
            <a:lvl4pPr marL="1371566" indent="0">
              <a:buNone/>
              <a:defRPr>
                <a:solidFill>
                  <a:schemeClr val="accent3"/>
                </a:solidFill>
              </a:defRPr>
            </a:lvl4pPr>
            <a:lvl5pPr marL="1828754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231107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94AF2A-660C-A4FE-6E22-260BF9FBAF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6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49D8A8-BD5D-7D07-52A0-C698DA6C65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51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8EDC15-D3AA-788C-27F9-E85E437D87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86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E30922-58AB-E547-4F7C-AC025171D8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36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White Cover Slide,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BA977D-F01B-45A3-A788-241A0D7E09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35981"/>
            <a:ext cx="12192000" cy="9220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61C033-5F13-4DFF-B15B-CE7C811FF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609600" y="2099452"/>
            <a:ext cx="6705600" cy="1559529"/>
          </a:xfrm>
        </p:spPr>
        <p:txBody>
          <a:bodyPr anchor="b">
            <a:spAutoFit/>
          </a:bodyPr>
          <a:lstStyle>
            <a:lvl1pPr algn="l">
              <a:defRPr sz="50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15D2C-FBBF-4872-8B9B-3345FADF0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9600" y="4157473"/>
            <a:ext cx="6705600" cy="679673"/>
          </a:xfrm>
        </p:spPr>
        <p:txBody>
          <a:bodyPr>
            <a:sp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0" indent="0" algn="l">
              <a:buClr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2pPr>
            <a:lvl3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  <a:lvl6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6pPr>
            <a:lvl7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7pPr>
            <a:lvl8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8pPr>
            <a:lvl9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Speaker’s Full Name</a:t>
            </a:r>
          </a:p>
          <a:p>
            <a:pPr lvl="1"/>
            <a:r>
              <a:rPr lang="en-US"/>
              <a:t>Speaker’s title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3BD8E8-263E-4363-B56A-C6544870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609600" y="6343036"/>
            <a:ext cx="1021113" cy="153888"/>
          </a:xfrm>
        </p:spPr>
        <p:txBody>
          <a:bodyPr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 marL="0" indent="0">
              <a:defRPr sz="1000">
                <a:solidFill>
                  <a:schemeClr val="bg1"/>
                </a:solidFill>
              </a:defRPr>
            </a:lvl2pPr>
            <a:lvl3pPr marL="0" indent="0">
              <a:defRPr sz="1000">
                <a:solidFill>
                  <a:schemeClr val="bg1"/>
                </a:solidFill>
              </a:defRPr>
            </a:lvl3pPr>
            <a:lvl4pPr marL="0" indent="0">
              <a:defRPr sz="1000">
                <a:solidFill>
                  <a:schemeClr val="bg1"/>
                </a:solidFill>
              </a:defRPr>
            </a:lvl4pPr>
            <a:lvl5pPr marL="0" indent="0">
              <a:defRPr sz="1000">
                <a:solidFill>
                  <a:schemeClr val="bg1"/>
                </a:solidFill>
              </a:defRPr>
            </a:lvl5pPr>
            <a:lvl6pPr marL="0" indent="0">
              <a:defRPr sz="1000">
                <a:solidFill>
                  <a:schemeClr val="bg1"/>
                </a:solidFill>
              </a:defRPr>
            </a:lvl6pPr>
            <a:lvl7pPr marL="0" indent="0">
              <a:defRPr sz="1000">
                <a:solidFill>
                  <a:schemeClr val="bg1"/>
                </a:solidFill>
              </a:defRPr>
            </a:lvl7pPr>
            <a:lvl8pPr marL="0" indent="0">
              <a:defRPr sz="1000">
                <a:solidFill>
                  <a:schemeClr val="bg1"/>
                </a:solidFill>
              </a:defRPr>
            </a:lvl8pPr>
            <a:lvl9pPr marL="0" indent="0">
              <a:defRPr sz="1000">
                <a:solidFill>
                  <a:schemeClr val="bg1"/>
                </a:solidFill>
              </a:defRPr>
            </a:lvl9pPr>
          </a:lstStyle>
          <a:p>
            <a:r>
              <a:rPr lang="en-US"/>
              <a:t>© 2019 Cognizant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D38650-2189-4A4F-AD30-9C41C4094C5F}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609600" y="3904765"/>
            <a:ext cx="3048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95" y="100820"/>
            <a:ext cx="6518669" cy="147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514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Header &amp; 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17DD-19FC-4C3A-8168-1354DEB9B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682496"/>
            <a:ext cx="11180064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D511AA-6A21-4D17-A7EA-84E88C35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8313F-8A13-4A41-A8D7-31FB2FB074CF}" type="datetime1">
              <a:rPr lang="en-US" smtClean="0"/>
              <a:t>7/21/2025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B1582F7-096C-4E61-A430-37DE800F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2019 Cognizant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DECEAA4-0F33-4B6D-A269-0A7754E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B07E44-2946-4C76-AAE8-51C4712E237F}"/>
              </a:ext>
            </a:extLst>
          </p:cNvPr>
          <p:cNvCxnSpPr>
            <a:cxnSpLocks/>
          </p:cNvCxnSpPr>
          <p:nvPr userDrawn="1"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542" y="6338156"/>
            <a:ext cx="2678892" cy="31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911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5334000"/>
            <a:ext cx="95504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3507" y="6172200"/>
            <a:ext cx="5286707" cy="397014"/>
          </a:xfrm>
          <a:prstGeom prst="rect">
            <a:avLst/>
          </a:prstGeom>
          <a:solidFill>
            <a:schemeClr val="bg1">
              <a:lumMod val="65000"/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929693" y="6186041"/>
            <a:ext cx="286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- PRACTITIONER</a:t>
            </a:r>
          </a:p>
        </p:txBody>
      </p:sp>
    </p:spTree>
    <p:extLst>
      <p:ext uri="{BB962C8B-B14F-4D97-AF65-F5344CB8AC3E}">
        <p14:creationId xmlns:p14="http://schemas.microsoft.com/office/powerpoint/2010/main" val="155462663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284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0"/>
            <a:ext cx="9143995" cy="4934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292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2172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691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6286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6230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2304C-66B1-1120-5DD4-A7021E5113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643357"/>
            <a:ext cx="3289301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0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37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66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68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72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76" y="6553200"/>
            <a:ext cx="1828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b="1" kern="1200" dirty="0" smtClean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4" r:id="rId7"/>
    <p:sldLayoutId id="2147483766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3000" b="0" kern="1200" dirty="0" smtClean="0">
          <a:solidFill>
            <a:schemeClr val="bg1"/>
          </a:solidFill>
          <a:latin typeface="Arial Rounded MT Bold" pitchFamily="34" charset="0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8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6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41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785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24" indent="-230182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66" indent="-230182" algn="l" defTabSz="914377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76" y="6553200"/>
            <a:ext cx="1828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b="1" kern="1200" dirty="0" smtClean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2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5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3000" b="0" kern="1200" dirty="0" smtClean="0">
          <a:solidFill>
            <a:schemeClr val="bg1"/>
          </a:solidFill>
          <a:latin typeface="Arial Rounded MT Bold" pitchFamily="34" charset="0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8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6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microsoft.com/office/2018/10/relationships/comments" Target="../comments/modernComment_2D7_8E106CC2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microsoft.com/office/2018/10/relationships/comments" Target="../comments/modernComment_2E4_889F15D5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help.salesforce.com/apex/HTViewHelpDoc?id=search_fields.htm&amp;language=en" TargetMode="Externa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diagramDrawing" Target="../diagrams/drawing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9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9.xml"/><Relationship Id="rId9" Type="http://schemas.openxmlformats.org/officeDocument/2006/relationships/diagramLayout" Target="../diagrams/layout10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Application UI Settings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LEVEL - PRACTITIONER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6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676400"/>
            <a:ext cx="10807700" cy="4191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 completing this chapter, you will learn to: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Explore User Interface Settings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 Features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Customize Home Tab Page Layout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Manage Translations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805934"/>
            <a:ext cx="10807700" cy="369332"/>
          </a:xfrm>
        </p:spPr>
        <p:txBody>
          <a:bodyPr/>
          <a:lstStyle/>
          <a:p>
            <a:r>
              <a:rPr lang="en-US" sz="2400" dirty="0"/>
              <a:t>Objectives</a:t>
            </a:r>
            <a:endParaRPr lang="en-US" dirty="0"/>
          </a:p>
        </p:txBody>
      </p:sp>
      <p:pic>
        <p:nvPicPr>
          <p:cNvPr id="6" name="Picture 2" descr="D:\Images\Images\Objective\shutterstock_67901683.jpg">
            <a:extLst>
              <a:ext uri="{FF2B5EF4-FFF2-40B4-BE49-F238E27FC236}">
                <a16:creationId xmlns:a16="http://schemas.microsoft.com/office/drawing/2014/main" id="{33B263BB-93B3-C2C1-6244-642316024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00" y="609600"/>
            <a:ext cx="2748038" cy="41220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31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40351"/>
            <a:ext cx="4844143" cy="4191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VEEVA CRM is a highly configurable application which follows the same configuration principles and utilizes the same configuration tools as Salesforce.com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 of the VEEVA CRM application is configurable using the Salesforce.com Application and Administrative Setup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VEEVA CRM has some custom objects, fields and custom S-Controls which are configured and managed differently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Overview</a:t>
            </a:r>
            <a:endParaRPr lang="en-US" dirty="0"/>
          </a:p>
        </p:txBody>
      </p:sp>
      <p:pic>
        <p:nvPicPr>
          <p:cNvPr id="6" name="Picture 2" descr="D:\Images\Images\Overview\shutterstock_72689296.jpg">
            <a:extLst>
              <a:ext uri="{FF2B5EF4-FFF2-40B4-BE49-F238E27FC236}">
                <a16:creationId xmlns:a16="http://schemas.microsoft.com/office/drawing/2014/main" id="{E85BE098-A9AC-9003-A158-D09D3DCDA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107" y="1219200"/>
            <a:ext cx="2895601" cy="434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78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40351"/>
            <a:ext cx="9035143" cy="12790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VEEVA CRM application leverages a combination of the Salesforce.com Setup configuration and custom VEEVA CRM specific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data that drives the user interface with respect to the labels and text that is displayed to the user is derived from two sources: </a:t>
            </a:r>
            <a:r>
              <a:rPr lang="en-US" sz="1800" b="1" dirty="0">
                <a:solidFill>
                  <a:schemeClr val="tx1"/>
                </a:solidFill>
              </a:rPr>
              <a:t>The Salesforce.com Setup configuration </a:t>
            </a:r>
            <a:r>
              <a:rPr lang="en-US" sz="1800" dirty="0">
                <a:solidFill>
                  <a:schemeClr val="tx1"/>
                </a:solidFill>
              </a:rPr>
              <a:t>and the </a:t>
            </a:r>
            <a:r>
              <a:rPr lang="en-US" sz="1800" b="1" dirty="0">
                <a:solidFill>
                  <a:schemeClr val="tx1"/>
                </a:solidFill>
              </a:rPr>
              <a:t>VEEVA Message</a:t>
            </a:r>
            <a:r>
              <a:rPr lang="en-US" sz="1800" dirty="0">
                <a:solidFill>
                  <a:schemeClr val="tx1"/>
                </a:solidFill>
              </a:rPr>
              <a:t>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an object leverages a </a:t>
            </a:r>
            <a:r>
              <a:rPr lang="en-US" sz="1800" b="1" dirty="0">
                <a:solidFill>
                  <a:schemeClr val="tx1"/>
                </a:solidFill>
              </a:rPr>
              <a:t>custom VEEVA CRM user interface</a:t>
            </a:r>
            <a:r>
              <a:rPr lang="en-US" sz="1800" dirty="0">
                <a:solidFill>
                  <a:schemeClr val="tx1"/>
                </a:solidFill>
              </a:rPr>
              <a:t> and there is no underlying Salesforce.com object, such as </a:t>
            </a:r>
            <a:r>
              <a:rPr lang="en-US" sz="1800" u="sng" dirty="0">
                <a:solidFill>
                  <a:schemeClr val="tx1"/>
                </a:solidFill>
              </a:rPr>
              <a:t>My Accounts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u="sng" dirty="0">
                <a:solidFill>
                  <a:schemeClr val="tx1"/>
                </a:solidFill>
              </a:rPr>
              <a:t>My Schedule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Labels and text displayed are configured via VEEVA Message records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VEEVA users (Sales Rep, MSL, KAM) can search for their accounts </a:t>
            </a:r>
          </a:p>
          <a:p>
            <a:pPr marL="0" lvl="1" indent="0">
              <a:buNone/>
            </a:pPr>
            <a:r>
              <a:rPr lang="en-US" dirty="0">
                <a:solidFill>
                  <a:schemeClr val="tx1"/>
                </a:solidFill>
              </a:rPr>
              <a:t>     based on many existing fields in CRM for iPad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Do You Know</a:t>
            </a:r>
            <a:endParaRPr lang="en-US" dirty="0"/>
          </a:p>
        </p:txBody>
      </p:sp>
      <p:pic>
        <p:nvPicPr>
          <p:cNvPr id="6" name="Picture 2" descr="D:\Images\Images\Question\shutterstock_157594730.jpg">
            <a:extLst>
              <a:ext uri="{FF2B5EF4-FFF2-40B4-BE49-F238E27FC236}">
                <a16:creationId xmlns:a16="http://schemas.microsoft.com/office/drawing/2014/main" id="{64592D1B-C34B-6ED6-EC9D-315FFBD643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2" b="14047"/>
          <a:stretch/>
        </p:blipFill>
        <p:spPr bwMode="auto">
          <a:xfrm>
            <a:off x="7029627" y="4355068"/>
            <a:ext cx="2884250" cy="21336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244506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Application UI Settings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1"/>
            <a:ext cx="5662611" cy="917449"/>
          </a:xfrm>
        </p:spPr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Online Application User Interface Settings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9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UI Settings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261257" y="1219200"/>
            <a:ext cx="469174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/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access UI settings, go to –</a:t>
            </a:r>
            <a:endParaRPr lang="en-US" b="1" dirty="0">
              <a:solidFill>
                <a:schemeClr val="tx1"/>
              </a:solidFill>
            </a:endParaRPr>
          </a:p>
          <a:p>
            <a:pPr marL="685800" lvl="1"/>
            <a:r>
              <a:rPr lang="en-US" b="1" dirty="0">
                <a:solidFill>
                  <a:schemeClr val="tx1"/>
                </a:solidFill>
              </a:rPr>
              <a:t>Setup &gt; User Interface &gt; User Interface</a:t>
            </a:r>
          </a:p>
          <a:p>
            <a:pPr marL="914400" indent="-176213">
              <a:buFont typeface="Wingdings" panose="05000000000000000000" pitchFamily="2" charset="2"/>
              <a:buChar char="q"/>
              <a:tabLst>
                <a:tab pos="914400" algn="l"/>
                <a:tab pos="1031875" algn="l"/>
              </a:tabLst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tabLst>
                <a:tab pos="914400" algn="l"/>
                <a:tab pos="1031875" algn="l"/>
              </a:tabLst>
            </a:pPr>
            <a:r>
              <a:rPr lang="en-US" dirty="0">
                <a:solidFill>
                  <a:schemeClr val="tx1"/>
                </a:solidFill>
              </a:rPr>
              <a:t>Enable or disable features by customizing user interface, like: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r>
              <a:rPr lang="en-US" sz="1600" dirty="0">
                <a:solidFill>
                  <a:schemeClr val="tx1"/>
                </a:solidFill>
              </a:rPr>
              <a:t>Enable Collapsible Sections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r>
              <a:rPr lang="en-US" sz="1600" dirty="0">
                <a:solidFill>
                  <a:schemeClr val="tx1"/>
                </a:solidFill>
              </a:rPr>
              <a:t>Show Quick Create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r>
              <a:rPr lang="en-US" sz="1600" dirty="0">
                <a:solidFill>
                  <a:schemeClr val="tx1"/>
                </a:solidFill>
              </a:rPr>
              <a:t>Enable Hover Details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r>
              <a:rPr lang="en-US" sz="1600" dirty="0">
                <a:solidFill>
                  <a:schemeClr val="tx1"/>
                </a:solidFill>
              </a:rPr>
              <a:t>Enable Related List Hover Links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r>
              <a:rPr lang="en-US" sz="1600" dirty="0">
                <a:solidFill>
                  <a:schemeClr val="tx1"/>
                </a:solidFill>
              </a:rPr>
              <a:t>Enable Inline Editing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r>
              <a:rPr lang="en-US" sz="1600" dirty="0">
                <a:solidFill>
                  <a:schemeClr val="tx1"/>
                </a:solidFill>
              </a:rPr>
              <a:t>Enable Printable List Views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r>
              <a:rPr lang="en-US" sz="1600" dirty="0">
                <a:solidFill>
                  <a:schemeClr val="tx1"/>
                </a:solidFill>
              </a:rPr>
              <a:t>Enable the Salesforce Classic 2010 User Interface Theme</a:t>
            </a:r>
          </a:p>
          <a:p>
            <a:pPr marL="685800" lvl="1">
              <a:tabLst>
                <a:tab pos="914400" algn="l"/>
                <a:tab pos="1031875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Note: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Change in UI Settings only apply to online application (</a:t>
            </a:r>
            <a:r>
              <a:rPr lang="en-US" b="1" dirty="0">
                <a:solidFill>
                  <a:schemeClr val="tx1"/>
                </a:solidFill>
              </a:rPr>
              <a:t>not </a:t>
            </a:r>
            <a:r>
              <a:rPr lang="en-US" b="1" dirty="0" err="1">
                <a:solidFill>
                  <a:schemeClr val="tx1"/>
                </a:solidFill>
              </a:rPr>
              <a:t>iRep</a:t>
            </a:r>
            <a:r>
              <a:rPr lang="en-US" b="1" dirty="0">
                <a:solidFill>
                  <a:schemeClr val="tx1"/>
                </a:solidFill>
              </a:rPr>
              <a:t> or </a:t>
            </a:r>
            <a:r>
              <a:rPr lang="en-US" b="1" dirty="0" err="1">
                <a:solidFill>
                  <a:schemeClr val="tx1"/>
                </a:solidFill>
              </a:rPr>
              <a:t>vMobile</a:t>
            </a:r>
            <a:r>
              <a:rPr lang="en-US" b="1" dirty="0">
                <a:solidFill>
                  <a:schemeClr val="tx1"/>
                </a:solidFill>
              </a:rPr>
              <a:t> Tablet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sz="2800" dirty="0">
              <a:solidFill>
                <a:schemeClr val="tx1"/>
              </a:solidFill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48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2AB895-E32C-AC4B-A395-61B0EBCBA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750695"/>
            <a:ext cx="6023704" cy="55415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834410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Enable New Interface Theme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0" y="1189090"/>
            <a:ext cx="583474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Interface themes:</a:t>
            </a:r>
          </a:p>
          <a:p>
            <a:pPr marL="285750" lvl="1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85800"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VEEVA CRM online supports both the Classic 2010 and new Salesforce User Interface themes</a:t>
            </a:r>
          </a:p>
          <a:p>
            <a:pPr marL="685800"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user interface theme can be configured by going to:</a:t>
            </a:r>
          </a:p>
          <a:p>
            <a:pPr marL="1143000" lvl="3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Setup &gt; Customize &gt; User Interface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85800"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enable the updated UI:</a:t>
            </a:r>
          </a:p>
          <a:p>
            <a:pPr marL="1143000" lvl="3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 the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‘Enable the Salesforce Classic 2010 User Interface Theme’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option in the User Interface section</a:t>
            </a:r>
          </a:p>
          <a:p>
            <a:pPr marL="1143000" lvl="3"/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85800" lvl="2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Note:</a:t>
            </a:r>
          </a:p>
          <a:p>
            <a:pPr marL="1143000" lvl="3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VEEVA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recommends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enabling new interface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 that users can benefit from the full array of functionality that comes with it</a:t>
            </a:r>
          </a:p>
          <a:p>
            <a:pPr marL="1143000" lvl="3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user interface theme selected does not affect the functionality in VEEVA CRM online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1" i="0" u="none" strike="sngStrike" kern="1200" cap="none" spc="0" normalizeH="0" baseline="0" noProof="0" dirty="0">
              <a:ln>
                <a:noFill/>
              </a:ln>
              <a:solidFill>
                <a:srgbClr val="000048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4CCFE0-E873-8082-221E-03BFE7ABA30B}"/>
              </a:ext>
            </a:extLst>
          </p:cNvPr>
          <p:cNvSpPr txBox="1"/>
          <p:nvPr/>
        </p:nvSpPr>
        <p:spPr>
          <a:xfrm>
            <a:off x="6546598" y="1112181"/>
            <a:ext cx="265471" cy="218521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US" sz="1500" b="1" dirty="0">
              <a:solidFill>
                <a:schemeClr val="bg1"/>
              </a:solidFill>
            </a:endParaRPr>
          </a:p>
          <a:p>
            <a:pPr algn="ctr"/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 algn="ctr"/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  <a:p>
            <a:pPr algn="ctr"/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pPr algn="ctr"/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b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SIC</a:t>
            </a:r>
            <a:br>
              <a:rPr lang="en-US" sz="1600" b="1" dirty="0">
                <a:solidFill>
                  <a:schemeClr val="bg1"/>
                </a:solidFill>
              </a:rPr>
            </a:b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F1119C-E0E3-435A-2FC0-E49B56A1DE68}"/>
              </a:ext>
            </a:extLst>
          </p:cNvPr>
          <p:cNvSpPr txBox="1"/>
          <p:nvPr/>
        </p:nvSpPr>
        <p:spPr>
          <a:xfrm>
            <a:off x="6546598" y="3981781"/>
            <a:ext cx="265471" cy="21698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LIGHTNING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17D81B-DF57-2EA9-F246-0B87E383F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53865"/>
            <a:ext cx="3983356" cy="24126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D632F1-2A1D-147E-A118-5AACB4E10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646" y="3818300"/>
            <a:ext cx="3963710" cy="241268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2889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Chatter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0" y="1189090"/>
            <a:ext cx="583474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Turn on Chatter by going to:</a:t>
            </a:r>
          </a:p>
          <a:p>
            <a:pPr marL="0" lvl="1"/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Setup &gt; Customize &gt; Chatter &gt; Settings &gt; Enable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Chatter requires the Salesforce Classic 2010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user interface theme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Disabling this theme automatically disables Chatter in both Salesforce Classic and Lightning Experience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1" i="0" u="none" strike="sngStrike" kern="1200" cap="none" spc="0" normalizeH="0" baseline="0" noProof="0" dirty="0">
              <a:ln>
                <a:noFill/>
              </a:ln>
              <a:solidFill>
                <a:srgbClr val="000048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27203-98C2-C7DC-23DB-EAB91088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295400"/>
            <a:ext cx="5505450" cy="358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8410D8-B22F-E634-C309-F2EECB3CD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421971"/>
            <a:ext cx="4281878" cy="186499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8007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Application UI Settings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6891036-C6EA-9183-0282-ADEA53719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612" y="4035137"/>
            <a:ext cx="5054621" cy="45720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Tab Page Layout</a:t>
            </a:r>
          </a:p>
          <a:p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4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AB4EA2-58B1-061E-446A-C71AA0333644}"/>
              </a:ext>
            </a:extLst>
          </p:cNvPr>
          <p:cNvSpPr/>
          <p:nvPr/>
        </p:nvSpPr>
        <p:spPr>
          <a:xfrm>
            <a:off x="5715000" y="1247192"/>
            <a:ext cx="4607171" cy="3255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Key Considerations &amp; Custom Components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261257" y="1219200"/>
            <a:ext cx="514894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Key Considerations: </a:t>
            </a:r>
          </a:p>
          <a:p>
            <a:pPr marL="685800" lvl="2"/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Create Home tab components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when needed</a:t>
            </a:r>
          </a:p>
          <a:p>
            <a:pPr marL="742950" lvl="2" indent="-285750">
              <a:buFont typeface="Arial" panose="020B0604020202020204" pitchFamily="34" charset="0"/>
              <a:buChar char="-"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Customize Home tab page layouts to include one or more of these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components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 Links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Sidebar Links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 Snapshot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Items to Approve</a:t>
            </a:r>
          </a:p>
          <a:p>
            <a:pPr marL="685800" lvl="2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Assign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different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Home tab page layouts to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different profiles</a:t>
            </a:r>
          </a:p>
          <a:p>
            <a:pPr marL="742950" lvl="2" indent="-285750">
              <a:buFont typeface="Arial" panose="020B0604020202020204" pitchFamily="34" charset="0"/>
              <a:buChar char="-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NOTE: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Home Tab Configuration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only apply to online application (not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iRep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or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vMobile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Tablet)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A27733-1634-5870-3F36-9339FE411696}"/>
              </a:ext>
            </a:extLst>
          </p:cNvPr>
          <p:cNvCxnSpPr/>
          <p:nvPr/>
        </p:nvCxnSpPr>
        <p:spPr>
          <a:xfrm rot="60000">
            <a:off x="5358581" y="1212454"/>
            <a:ext cx="103239" cy="54142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A910CF0-11F5-43BA-2544-398A3B84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680630"/>
            <a:ext cx="5274174" cy="16373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BCA59B-334D-073B-B140-BDC147692E7C}"/>
              </a:ext>
            </a:extLst>
          </p:cNvPr>
          <p:cNvSpPr txBox="1"/>
          <p:nvPr/>
        </p:nvSpPr>
        <p:spPr>
          <a:xfrm>
            <a:off x="5396512" y="1212980"/>
            <a:ext cx="468585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Create Home Tab Components: </a:t>
            </a:r>
          </a:p>
          <a:p>
            <a:pPr marL="0" lvl="1"/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Navigate to:</a:t>
            </a:r>
          </a:p>
          <a:p>
            <a:pPr marL="1200150" lvl="3" indent="-285750">
              <a:buFont typeface="Wingdings" panose="05000000000000000000" pitchFamily="2" charset="2"/>
              <a:buChar char="ü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Setup &gt; Customize &gt; Home &gt; Home Page Components</a:t>
            </a:r>
          </a:p>
          <a:p>
            <a:pPr marL="742950" lvl="2" indent="-285750">
              <a:buFont typeface="Wingdings" panose="05000000000000000000" pitchFamily="2" charset="2"/>
              <a:buChar char="v"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Click on the Edit link for the modifiable standard components: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3" indent="-285750">
              <a:buFont typeface="Wingdings" panose="05000000000000000000" pitchFamily="2" charset="2"/>
              <a:buChar char="ü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Messages and Alerts</a:t>
            </a:r>
          </a:p>
          <a:p>
            <a:pPr marL="1200150" lvl="3" indent="-285750">
              <a:buFont typeface="Wingdings" panose="05000000000000000000" pitchFamily="2" charset="2"/>
              <a:buChar char="ü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Custom Links</a:t>
            </a:r>
          </a:p>
          <a:p>
            <a:pPr marL="914400" lvl="3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3" indent="-285750">
              <a:buFont typeface="Wingdings" panose="05000000000000000000" pitchFamily="2" charset="2"/>
              <a:buChar char="q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Click the New button to define custom components</a:t>
            </a:r>
          </a:p>
        </p:txBody>
      </p:sp>
    </p:spTree>
    <p:extLst>
      <p:ext uri="{BB962C8B-B14F-4D97-AF65-F5344CB8AC3E}">
        <p14:creationId xmlns:p14="http://schemas.microsoft.com/office/powerpoint/2010/main" val="2419393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Customize Home Tab Page Layouts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261257" y="1219200"/>
            <a:ext cx="67491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Steps to Customize Home Tab page: 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Configure Home tab page layouts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creating the custom components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	Go to:</a:t>
            </a:r>
          </a:p>
          <a:p>
            <a:pPr lvl="2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Setup &gt; Customize &gt; Home &gt; Home Page Layout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components to display on the Home tab</a:t>
            </a:r>
          </a:p>
          <a:p>
            <a:pPr lvl="2"/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Assign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different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Home tab page layouts to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different profiles</a:t>
            </a:r>
          </a:p>
          <a:p>
            <a:pPr lvl="1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Arrange the order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the components on both on the narrow and wide sides of a Home tab page layout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38ACD3-601C-4EA0-8BA5-CCFBC1ABA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209869"/>
            <a:ext cx="4810539" cy="43971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60567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Assign Home Tab Page Layouts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261257" y="1219200"/>
            <a:ext cx="67491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assign home tab page layouts to user profiles: 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Setup &gt;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Lightning App Builder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Click the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 and Profile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button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&gt;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Click the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Assign to App and Profile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button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3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 home tab page layouts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by profile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9C93AA-B1F3-B232-8764-66A349200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11" y="3295004"/>
            <a:ext cx="5418633" cy="313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5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SFDC Calendar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261257" y="1219200"/>
            <a:ext cx="91875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Practice: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buFont typeface="Arial" panose="020B0604020202020204" pitchFamily="34" charset="0"/>
              <a:buChar char="-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VEEVA Admins should choose not to display the Force.com Calendar, as it typically causes confusion with the VEEVA scheduling functionality (My Schedule)</a:t>
            </a:r>
          </a:p>
          <a:p>
            <a:pPr marL="457200" lvl="2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Setup &gt; Customize &gt; Home &gt; Home Page Layout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6E080B8B-2C1F-5C90-3C25-073CD7B1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6810375" cy="24669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340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VEEVA CRM Online Help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261257" y="1219200"/>
            <a:ext cx="918754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Enable Access:</a:t>
            </a:r>
          </a:p>
          <a:p>
            <a:pPr marL="285750" lvl="1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Enable the VEEVA CRM Help online documentation access from the home page. </a:t>
            </a:r>
          </a:p>
          <a:p>
            <a:pPr marL="457200" lvl="2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Home&gt; Setup(Gear Icon)&gt;Edit Page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F3C7-E1F9-BA25-353B-B5BF9BAD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528999"/>
            <a:ext cx="5638800" cy="30442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136FE6-021C-0D9B-AA1D-0511C1339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438" y="2982416"/>
            <a:ext cx="5281118" cy="2827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00F4DF-2740-6FD3-6B24-993246BE1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489" y="3808279"/>
            <a:ext cx="4788981" cy="24382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7104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Application UI Settings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Company Logo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2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Company Logo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261257" y="1219200"/>
            <a:ext cx="9525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create a custom company logo: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the custom logo image into a folder through</a:t>
            </a:r>
          </a:p>
          <a:p>
            <a:pPr marL="0" lvl="1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All Tabs &gt; Documents</a:t>
            </a:r>
          </a:p>
          <a:p>
            <a:pPr marL="0" lvl="1"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the logo image into the VEEVA CRM application:</a:t>
            </a:r>
          </a:p>
          <a:p>
            <a:pPr marL="0" lvl="1"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&gt; Create &gt; Apps &gt; Click the Edit link for the VEEVA CRM application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24C4D-AF6C-E2C3-F4C5-EC05939F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96" y="3550300"/>
            <a:ext cx="6538923" cy="27133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6825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Application UI Settings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Search Features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85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Search- Overview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18754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Salesforce.com provides five types of searches: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Sidebar 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Advanced 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Standard Lookup 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Enhanced Lookup 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Global Search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056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Search- Sidebar Search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1875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Sidebar Search features: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Searches only a subset of records and fields, namely: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Name, phone, email, external ID, and standard address fields (not VEEVA)</a:t>
            </a:r>
          </a:p>
          <a:p>
            <a:pPr lvl="2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Searches conducted as phrase searches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Searching for “bob jones” returns items with Bob Jones, but not Bobby Jones or Bob T Jones</a:t>
            </a:r>
          </a:p>
          <a:p>
            <a:pPr lvl="2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the * (asterisk) and? (question mark) wildcard to refine results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“*” is automatically appended to search value</a:t>
            </a:r>
          </a:p>
          <a:p>
            <a:pPr lvl="2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Note: 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Chatter must be disabled to enable Sidebar Search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EC4A9-9B7D-F3A6-EB08-107B1CBA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257800"/>
            <a:ext cx="6401355" cy="7087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28495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Search- Advanced Search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677401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Advanced Search features:</a:t>
            </a:r>
          </a:p>
          <a:p>
            <a:pPr lvl="0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Searches in almost all records and fields, namely: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 fields and attachments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Long text fields such as notes, descriptions, and comments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 terms are treated as separate words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“Bob Jones” returns items with Bob Jones, as well as an account named Bob Smith whose email address is bsmith@jones.com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Supports wildcards * and? As well as operators such as AND, OR, and NOT</a:t>
            </a:r>
          </a:p>
          <a:p>
            <a:pPr marL="457200" lvl="1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Chatter must be disabled to enable Sidebar Search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ED178E-C291-B0C5-89E0-B4CA12DE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953000"/>
            <a:ext cx="6401355" cy="7087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40143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Search- Global Search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6774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Global Search features: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Similar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 Advanced Search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 search more objects than Sidebar Search and Advanced Search, namely: 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Articles, documents, products, solutions, and Chatter feeds</a:t>
            </a:r>
          </a:p>
          <a:p>
            <a:pPr lvl="2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Files, groups, and people</a:t>
            </a:r>
          </a:p>
          <a:p>
            <a:pPr lvl="1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Note: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Only Global search option is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available,once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Chatter button/menu is enabled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(Sidebar Search feature becomes unavailable)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ED178E-C291-B0C5-89E0-B4CA12DE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191000"/>
            <a:ext cx="6401355" cy="7087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2363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strike="sngStrike" dirty="0">
                <a:solidFill>
                  <a:schemeClr val="tx1"/>
                </a:solidFill>
              </a:rPr>
              <a:t>Search Configuration</a:t>
            </a:r>
            <a:endParaRPr lang="en-US" strike="sngStrike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677401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>
                <a:latin typeface="Arial" panose="020B0604020202020204" pitchFamily="34" charset="0"/>
                <a:cs typeface="Arial" panose="020B0604020202020204" pitchFamily="34" charset="0"/>
              </a:rPr>
              <a:t>To configure Search Settings, go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b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Setup &gt; Customize &gt; Search &gt; Search Settings</a:t>
            </a:r>
            <a:endParaRPr lang="en-US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BC67F2EE-3FE7-2031-19DA-4E3A50EDE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6" y="2545954"/>
            <a:ext cx="6201104" cy="37367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21271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Search Results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6774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Configure Search Results Layout: </a:t>
            </a:r>
          </a:p>
          <a:p>
            <a:pPr marL="285750" lvl="1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 results page layouts are configured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 object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configure a search results page layout, go to: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Setup &gt; Create &gt; Object &gt; [Object] &gt; Search Layouts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section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fields to display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the relevant Search Results page layout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7969A-0C15-85C8-0902-AD22ED293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49" y="3154643"/>
            <a:ext cx="9296400" cy="1818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73EC2F-133D-9057-A96C-21CE16762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724" y="4731467"/>
            <a:ext cx="6938525" cy="1582393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0F7DD6B-036F-798E-141D-D6290AD94595}"/>
              </a:ext>
            </a:extLst>
          </p:cNvPr>
          <p:cNvSpPr/>
          <p:nvPr/>
        </p:nvSpPr>
        <p:spPr>
          <a:xfrm rot="2124563">
            <a:off x="2746195" y="4843345"/>
            <a:ext cx="1698783" cy="11660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434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Search Feature – More Details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6774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Refer Salesforce Online to Help for more details</a:t>
            </a:r>
          </a:p>
          <a:p>
            <a:pPr lvl="1"/>
            <a:r>
              <a:rPr lang="en-US" sz="1600" u="sng" dirty="0">
                <a:hlinkClick r:id="rId2"/>
              </a:rPr>
              <a:t>https://help.salesforce.com/apex/HTViewHelpDoc?id=search_fields.htm&amp;language=en</a:t>
            </a:r>
            <a:endParaRPr lang="en-US" sz="1600" dirty="0"/>
          </a:p>
          <a:p>
            <a:endParaRPr lang="en-US" sz="1800" dirty="0"/>
          </a:p>
          <a:p>
            <a:pPr lvl="0"/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BF4EE6-2827-B7D0-BC23-713C5901A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6" y="2414273"/>
            <a:ext cx="6019800" cy="30547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6446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Application UI Settings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5205411" cy="457200"/>
          </a:xfrm>
        </p:spPr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Translation Workbench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20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Translation Workbench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B8A5EF-D605-772C-FDF7-B124988F0140}"/>
              </a:ext>
            </a:extLst>
          </p:cNvPr>
          <p:cNvSpPr/>
          <p:nvPr/>
        </p:nvSpPr>
        <p:spPr>
          <a:xfrm>
            <a:off x="620813" y="3035170"/>
            <a:ext cx="6530210" cy="8965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EB9C9D-7F8E-8608-7469-D86C2E03F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448" y="3001281"/>
            <a:ext cx="2030950" cy="8501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1474BA-36EF-09B5-5C37-C655EAD58ACE}"/>
              </a:ext>
            </a:extLst>
          </p:cNvPr>
          <p:cNvCxnSpPr/>
          <p:nvPr/>
        </p:nvCxnSpPr>
        <p:spPr>
          <a:xfrm flipV="1">
            <a:off x="6937082" y="3729721"/>
            <a:ext cx="847586" cy="683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FC25E-E71D-B31F-B2D2-2FD6446B743C}"/>
              </a:ext>
            </a:extLst>
          </p:cNvPr>
          <p:cNvSpPr/>
          <p:nvPr/>
        </p:nvSpPr>
        <p:spPr>
          <a:xfrm>
            <a:off x="1260585" y="4785211"/>
            <a:ext cx="5313382" cy="9368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1979F7-C359-2E1A-69B6-B68E13F92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082" y="4628758"/>
            <a:ext cx="2130136" cy="116031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8A847B-6918-677F-998F-5D9B3D9CCB61}"/>
              </a:ext>
            </a:extLst>
          </p:cNvPr>
          <p:cNvCxnSpPr/>
          <p:nvPr/>
        </p:nvCxnSpPr>
        <p:spPr>
          <a:xfrm rot="60000" flipV="1">
            <a:off x="4954507" y="5136485"/>
            <a:ext cx="2212259" cy="1703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C69063-0DE5-6CF4-C87E-8A129F336C3A}"/>
              </a:ext>
            </a:extLst>
          </p:cNvPr>
          <p:cNvCxnSpPr/>
          <p:nvPr/>
        </p:nvCxnSpPr>
        <p:spPr>
          <a:xfrm flipV="1">
            <a:off x="5995319" y="5375540"/>
            <a:ext cx="1194618" cy="16553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64CA7-1E94-101D-4556-FBB7D1EE7391}"/>
              </a:ext>
            </a:extLst>
          </p:cNvPr>
          <p:cNvSpPr/>
          <p:nvPr/>
        </p:nvSpPr>
        <p:spPr>
          <a:xfrm>
            <a:off x="1219200" y="1543982"/>
            <a:ext cx="7773989" cy="83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7B0874-0C05-2FBC-2907-1A2A2EBC194C}"/>
              </a:ext>
            </a:extLst>
          </p:cNvPr>
          <p:cNvSpPr txBox="1"/>
          <p:nvPr/>
        </p:nvSpPr>
        <p:spPr>
          <a:xfrm>
            <a:off x="1752600" y="1419836"/>
            <a:ext cx="7007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Allows you to translate customizations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made to the VEEVA org. Go to:</a:t>
            </a:r>
          </a:p>
          <a:p>
            <a:pPr marL="0"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3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Setup &gt; Admin Setup &gt; Translation Workbench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376B79-AC58-28E3-5DC3-DAEB9895A901}"/>
              </a:ext>
            </a:extLst>
          </p:cNvPr>
          <p:cNvSpPr txBox="1"/>
          <p:nvPr/>
        </p:nvSpPr>
        <p:spPr>
          <a:xfrm>
            <a:off x="275410" y="2781667"/>
            <a:ext cx="70070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Ability to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choose language and select Translators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among users:</a:t>
            </a:r>
          </a:p>
          <a:p>
            <a:pPr marL="0"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3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Language packs have to be deployed into orgs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3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Permission: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Manage Translation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defaulted for Admin profile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73497-D1A4-2B32-A092-D75B47210A1C}"/>
              </a:ext>
            </a:extLst>
          </p:cNvPr>
          <p:cNvSpPr txBox="1"/>
          <p:nvPr/>
        </p:nvSpPr>
        <p:spPr>
          <a:xfrm>
            <a:off x="1071365" y="4540112"/>
            <a:ext cx="553525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Salesforce provides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two options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Translations:</a:t>
            </a:r>
          </a:p>
          <a:p>
            <a:pPr marL="0"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3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Straight from the UI (Translate)</a:t>
            </a:r>
          </a:p>
          <a:p>
            <a:pPr marL="1200150" lvl="3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Exporting components/Editing files/Importing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040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Translating from the UI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1385BE4C-ACA8-6E1F-110A-63807EB8B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03784"/>
            <a:ext cx="7758798" cy="515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28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Search- Global Search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9677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Three Types</a:t>
            </a:r>
            <a:r>
              <a:rPr lang="en-US" sz="1800" dirty="0">
                <a:solidFill>
                  <a:schemeClr val="tx1"/>
                </a:solidFill>
              </a:rPr>
              <a:t> of Translation files can be exported from VEEVA CRM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F3560A2-C812-EEEE-4A43-075A19EDEC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872231"/>
              </p:ext>
            </p:extLst>
          </p:nvPr>
        </p:nvGraphicFramePr>
        <p:xfrm>
          <a:off x="762000" y="2133600"/>
          <a:ext cx="5472853" cy="3648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0936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Working on Translation Files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190-3E8C-E67A-AD65-C2FBDFA2DD45}"/>
              </a:ext>
            </a:extLst>
          </p:cNvPr>
          <p:cNvSpPr txBox="1"/>
          <p:nvPr/>
        </p:nvSpPr>
        <p:spPr>
          <a:xfrm>
            <a:off x="457199" y="1388981"/>
            <a:ext cx="899160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Create one copy of Source for every language you translate into: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Change header with appropriate country code (</a:t>
            </a:r>
            <a:r>
              <a:rPr lang="en-US" dirty="0" err="1">
                <a:solidFill>
                  <a:schemeClr val="tx1"/>
                </a:solidFill>
              </a:rPr>
              <a:t>fr</a:t>
            </a:r>
            <a:r>
              <a:rPr lang="en-US" dirty="0">
                <a:solidFill>
                  <a:schemeClr val="tx1"/>
                </a:solidFill>
              </a:rPr>
              <a:t>, de, es…)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Do not add / remove columns from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Do not change file extension: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stf</a:t>
            </a:r>
            <a:r>
              <a:rPr lang="en-US" dirty="0">
                <a:solidFill>
                  <a:schemeClr val="tx1"/>
                </a:solidFill>
              </a:rPr>
              <a:t> is the standard salesforce translation format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The files can be edited in a text editor (i.e. Notepad) or in Excel</a:t>
            </a:r>
            <a:endParaRPr lang="en-US" sz="2000" dirty="0"/>
          </a:p>
          <a:p>
            <a:pPr marL="800100" lvl="2" indent="-34290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</a:rPr>
              <a:t>Warning: </a:t>
            </a:r>
            <a:r>
              <a:rPr lang="en-US" dirty="0">
                <a:solidFill>
                  <a:schemeClr val="tx1"/>
                </a:solidFill>
              </a:rPr>
              <a:t>Excel may corrupt your files by adding quotation marks for entries that contain a comma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613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Importing Translated Files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163444-871E-B07E-25A3-7183B76614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405865"/>
              </p:ext>
            </p:extLst>
          </p:nvPr>
        </p:nvGraphicFramePr>
        <p:xfrm>
          <a:off x="304749" y="914400"/>
          <a:ext cx="8551333" cy="239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CEDABB-FA64-A3B7-2ED7-9DEB01ACE26A}"/>
              </a:ext>
            </a:extLst>
          </p:cNvPr>
          <p:cNvSpPr txBox="1"/>
          <p:nvPr/>
        </p:nvSpPr>
        <p:spPr>
          <a:xfrm>
            <a:off x="-24882" y="2961708"/>
            <a:ext cx="436801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Considerations-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3413" indent="-176213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File size limit is 5MB for one upload.</a:t>
            </a:r>
          </a:p>
          <a:p>
            <a:pPr marL="633413" indent="-176213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Several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uploads can be done if needed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3" indent="-45720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After the import is complete:</a:t>
            </a:r>
          </a:p>
          <a:p>
            <a:pPr marL="914400" lvl="3" indent="-45720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4" indent="-457200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Labels get updated</a:t>
            </a:r>
          </a:p>
          <a:p>
            <a:pPr marL="1371600" lvl="4" indent="-457200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Confirmation email sent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99A75D-C3FE-6EF8-A2D3-71603F5D8D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24" y="3004747"/>
            <a:ext cx="4374979" cy="2800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9941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519850"/>
            <a:ext cx="10807700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Importing Translated Files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110CE-7E9C-B722-7663-758C06BC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990600"/>
            <a:ext cx="7703724" cy="37079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B30824-F6A1-7CC4-C846-958209A5814A}"/>
              </a:ext>
            </a:extLst>
          </p:cNvPr>
          <p:cNvSpPr/>
          <p:nvPr/>
        </p:nvSpPr>
        <p:spPr>
          <a:xfrm>
            <a:off x="413657" y="3589322"/>
            <a:ext cx="1676400" cy="3048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6EF058-333C-D863-527E-33B20F4AF8A7}"/>
              </a:ext>
            </a:extLst>
          </p:cNvPr>
          <p:cNvSpPr/>
          <p:nvPr/>
        </p:nvSpPr>
        <p:spPr>
          <a:xfrm>
            <a:off x="413657" y="4275122"/>
            <a:ext cx="609600" cy="322006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AF5DC-5512-EAA7-5281-35EB941AE09B}"/>
              </a:ext>
            </a:extLst>
          </p:cNvPr>
          <p:cNvSpPr/>
          <p:nvPr/>
        </p:nvSpPr>
        <p:spPr>
          <a:xfrm>
            <a:off x="2710792" y="3323676"/>
            <a:ext cx="1524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translated file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D592-3B2D-EA92-F0C5-877400577EB5}"/>
              </a:ext>
            </a:extLst>
          </p:cNvPr>
          <p:cNvSpPr/>
          <p:nvPr/>
        </p:nvSpPr>
        <p:spPr>
          <a:xfrm>
            <a:off x="1658742" y="4166781"/>
            <a:ext cx="1905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to load translation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22E33B-CC32-0C29-2582-0DA0E6F1856F}"/>
              </a:ext>
            </a:extLst>
          </p:cNvPr>
          <p:cNvCxnSpPr>
            <a:stCxn id="11" idx="1"/>
          </p:cNvCxnSpPr>
          <p:nvPr/>
        </p:nvCxnSpPr>
        <p:spPr>
          <a:xfrm flipH="1">
            <a:off x="2101193" y="3628476"/>
            <a:ext cx="609599" cy="762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10D15F-E634-ABA9-4EE2-FA8225D6D251}"/>
              </a:ext>
            </a:extLst>
          </p:cNvPr>
          <p:cNvCxnSpPr>
            <a:stCxn id="12" idx="1"/>
            <a:endCxn id="10" idx="3"/>
          </p:cNvCxnSpPr>
          <p:nvPr/>
        </p:nvCxnSpPr>
        <p:spPr>
          <a:xfrm flipH="1" flipV="1">
            <a:off x="1023257" y="4436125"/>
            <a:ext cx="635485" cy="3545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3EF7AB7-DC79-77C3-10A9-DE5596760C47}"/>
              </a:ext>
            </a:extLst>
          </p:cNvPr>
          <p:cNvSpPr/>
          <p:nvPr/>
        </p:nvSpPr>
        <p:spPr>
          <a:xfrm>
            <a:off x="304800" y="4776381"/>
            <a:ext cx="10210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the import is complete: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labels are updated with the translations.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confirmation email is sent to the email address specified in your profile.</a:t>
            </a:r>
          </a:p>
          <a:p>
            <a:pPr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 the imported changes have been implemented. You can: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labels in your Salesforce organization.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labels through the Translation Workbench.</a:t>
            </a:r>
            <a:endParaRPr lang="en-US" sz="1600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50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Importing Translated Files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35053"/>
            <a:ext cx="7703724" cy="37079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19200" y="3533775"/>
            <a:ext cx="1676400" cy="3048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19200" y="4219575"/>
            <a:ext cx="609600" cy="322006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16335" y="3268129"/>
            <a:ext cx="1524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translated file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64285" y="4111234"/>
            <a:ext cx="1905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to load translation</a:t>
            </a:r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>
            <a:off x="2906736" y="3572929"/>
            <a:ext cx="609599" cy="762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3" idx="1"/>
            <a:endCxn id="11" idx="3"/>
          </p:cNvCxnSpPr>
          <p:nvPr/>
        </p:nvCxnSpPr>
        <p:spPr>
          <a:xfrm flipH="1" flipV="1">
            <a:off x="1828800" y="4380578"/>
            <a:ext cx="635485" cy="3545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43000" y="4831140"/>
            <a:ext cx="10210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the import is complete: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labels are updated with the translations.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confirmation email is sent to the email address specified in your profile.</a:t>
            </a:r>
          </a:p>
          <a:p>
            <a:pPr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 the imported changes have been implemented. You can: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labels in your Salesforce organization.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labels through the Translation Workbench.</a:t>
            </a:r>
            <a:endParaRPr lang="en-US" sz="1600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142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Application UI Settings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Tab Names &amp; Labels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00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295400"/>
            <a:ext cx="9035143" cy="1279049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</a:rPr>
              <a:t>Tab Names and labels-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Edit tabs names &amp; labels to better match your organization’s terminology</a:t>
            </a:r>
          </a:p>
          <a:p>
            <a:pPr lvl="2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Permissions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‘Customize Application’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‘View Setup and Configuration’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Go to </a:t>
            </a:r>
            <a:r>
              <a:rPr lang="en-US" b="1" dirty="0">
                <a:solidFill>
                  <a:schemeClr val="tx1"/>
                </a:solidFill>
              </a:rPr>
              <a:t>Setup &gt; Customize &gt; Tab Names and Labels &gt; </a:t>
            </a:r>
            <a:r>
              <a:rPr lang="en-US" dirty="0">
                <a:solidFill>
                  <a:schemeClr val="tx1"/>
                </a:solidFill>
              </a:rPr>
              <a:t>then rename</a:t>
            </a:r>
            <a:r>
              <a:rPr lang="en-US" b="1" dirty="0">
                <a:solidFill>
                  <a:schemeClr val="tx1"/>
                </a:solidFill>
              </a:rPr>
              <a:t> Tabs and Labels</a:t>
            </a:r>
          </a:p>
          <a:p>
            <a:pPr marL="457200" lvl="3" indent="0">
              <a:buNone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0">
              <a:buNone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0">
              <a:buNone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0">
              <a:buNone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0">
              <a:buNone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0">
              <a:buNone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3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Key Considerations</a:t>
            </a:r>
          </a:p>
          <a:p>
            <a:pPr marL="971550" lvl="4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/>
                </a:solidFill>
              </a:rPr>
              <a:t>Not all tabs can be renamed</a:t>
            </a:r>
          </a:p>
          <a:p>
            <a:pPr marL="971550" lvl="4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/>
                </a:solidFill>
              </a:rPr>
              <a:t>Best Practice: Do not rename VEEVA Tabs (i.e. My Accounts)</a:t>
            </a:r>
          </a:p>
          <a:p>
            <a:pPr marL="971550" lvl="4" indent="-285750">
              <a:buFont typeface="Arial" panose="020B0604020202020204" pitchFamily="34" charset="0"/>
              <a:buChar char="-"/>
            </a:pPr>
            <a:r>
              <a:rPr lang="en-US" sz="1800" dirty="0">
                <a:solidFill>
                  <a:schemeClr val="tx1"/>
                </a:solidFill>
              </a:rPr>
              <a:t>You may need to manually update other items: list view names, report types, Record Types that contain the original name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Changing Tab Names &amp; Labels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C36A7-4BB1-0CCE-D1CE-43FE874C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895600"/>
            <a:ext cx="8734988" cy="168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29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1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9BCE483-F810-8814-0970-B2DC851156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680146"/>
              </p:ext>
            </p:extLst>
          </p:nvPr>
        </p:nvGraphicFramePr>
        <p:xfrm>
          <a:off x="629727" y="1219200"/>
          <a:ext cx="8333885" cy="306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502C966-9F2C-F208-FF99-FB0F2FCFD6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0259845"/>
              </p:ext>
            </p:extLst>
          </p:nvPr>
        </p:nvGraphicFramePr>
        <p:xfrm>
          <a:off x="629726" y="3532879"/>
          <a:ext cx="8333885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1773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8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2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83EC16B-FE16-EBF9-7CF0-F3F8D3CF06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001204"/>
              </p:ext>
            </p:extLst>
          </p:nvPr>
        </p:nvGraphicFramePr>
        <p:xfrm>
          <a:off x="665493" y="1143000"/>
          <a:ext cx="8333885" cy="306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7695CD8-E50A-255C-FB71-603EA891C4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783506"/>
              </p:ext>
            </p:extLst>
          </p:nvPr>
        </p:nvGraphicFramePr>
        <p:xfrm>
          <a:off x="665492" y="3456679"/>
          <a:ext cx="8333885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3020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3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AEB0253-8F93-34F9-11C7-A5C2747055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0738948"/>
              </p:ext>
            </p:extLst>
          </p:nvPr>
        </p:nvGraphicFramePr>
        <p:xfrm>
          <a:off x="648388" y="1219200"/>
          <a:ext cx="8333885" cy="306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3D12F41-0A92-E4B4-AAD8-7AA4B8C2A6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0969429"/>
              </p:ext>
            </p:extLst>
          </p:nvPr>
        </p:nvGraphicFramePr>
        <p:xfrm>
          <a:off x="648387" y="3532879"/>
          <a:ext cx="8333885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5578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4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51556F-0370-50A7-FA54-46281EFED2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944864"/>
              </p:ext>
            </p:extLst>
          </p:nvPr>
        </p:nvGraphicFramePr>
        <p:xfrm>
          <a:off x="665493" y="1371600"/>
          <a:ext cx="8333885" cy="3599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1D54CA6-872D-B477-81ED-ACB469239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064719"/>
              </p:ext>
            </p:extLst>
          </p:nvPr>
        </p:nvGraphicFramePr>
        <p:xfrm>
          <a:off x="665492" y="4133100"/>
          <a:ext cx="8333885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68980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5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1CC2221-8783-3818-CDBA-3B099643B4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997213"/>
              </p:ext>
            </p:extLst>
          </p:nvPr>
        </p:nvGraphicFramePr>
        <p:xfrm>
          <a:off x="665493" y="1371600"/>
          <a:ext cx="8333885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29C2363-920D-F174-D731-4B4CF0808F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704973"/>
              </p:ext>
            </p:extLst>
          </p:nvPr>
        </p:nvGraphicFramePr>
        <p:xfrm>
          <a:off x="665492" y="3581400"/>
          <a:ext cx="8333885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5235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D2F748-67E4-BA36-3F4B-023D623E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71F873-015A-FB70-DC9C-379FD20C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280C7C4-AD6D-F440-1971-FBC38A6F1BD3}"/>
              </a:ext>
            </a:extLst>
          </p:cNvPr>
          <p:cNvSpPr txBox="1">
            <a:spLocks/>
          </p:cNvSpPr>
          <p:nvPr/>
        </p:nvSpPr>
        <p:spPr>
          <a:xfrm>
            <a:off x="633247" y="932330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Summary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325E288-3DD0-3289-1B46-700F55FF4848}"/>
              </a:ext>
            </a:extLst>
          </p:cNvPr>
          <p:cNvSpPr txBox="1">
            <a:spLocks/>
          </p:cNvSpPr>
          <p:nvPr/>
        </p:nvSpPr>
        <p:spPr>
          <a:xfrm>
            <a:off x="633247" y="1874837"/>
            <a:ext cx="8229600" cy="49831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solidFill>
                  <a:schemeClr val="tx1"/>
                </a:solidFill>
              </a:rPr>
              <a:t>In this module, you have learnt to: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Explore User Interface Settings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Discuss Searching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Customize Home Tab Page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2" descr="D:\Images\Images\Objective\shutterstock_128202194.jpg">
            <a:extLst>
              <a:ext uri="{FF2B5EF4-FFF2-40B4-BE49-F238E27FC236}">
                <a16:creationId xmlns:a16="http://schemas.microsoft.com/office/drawing/2014/main" id="{720B3D16-4F58-A86E-B2F4-AEA0328A9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861" y="1874837"/>
            <a:ext cx="3436154" cy="229121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3491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3.xml><?xml version="1.0" encoding="utf-8"?>
<a:theme xmlns:a="http://schemas.openxmlformats.org/drawingml/2006/main" name="Theme2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2" id="{56B626CA-8A14-4156-BF93-D68E07C61167}" vid="{0431F8BC-A74B-4BAE-BB49-089E99ED09FD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C933FEF0C0674A996127B68FDC3420" ma:contentTypeVersion="6" ma:contentTypeDescription="Create a new document." ma:contentTypeScope="" ma:versionID="467fd860e439affda554b0e8fd635450">
  <xsd:schema xmlns:xsd="http://www.w3.org/2001/XMLSchema" xmlns:xs="http://www.w3.org/2001/XMLSchema" xmlns:p="http://schemas.microsoft.com/office/2006/metadata/properties" xmlns:ns2="fc8212d3-0522-415d-bf05-8cb4ef112812" xmlns:ns3="c87adb7a-312c-4840-9f22-562d3543171d" targetNamespace="http://schemas.microsoft.com/office/2006/metadata/properties" ma:root="true" ma:fieldsID="97a4d66715efea2c754f88516e87045d" ns2:_="" ns3:_="">
    <xsd:import namespace="fc8212d3-0522-415d-bf05-8cb4ef112812"/>
    <xsd:import namespace="c87adb7a-312c-4840-9f22-562d354317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212d3-0522-415d-bf05-8cb4ef1128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adb7a-312c-4840-9f22-562d3543171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8FCE96-C8A4-4E92-8467-18B7198B1C7C}">
  <ds:schemaRefs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87840C2-1FF7-4878-85FA-7544B58088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8212d3-0522-415d-bf05-8cb4ef112812"/>
    <ds:schemaRef ds:uri="c87adb7a-312c-4840-9f22-562d354317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AEEA49-3EED-4488-A043-7D1DC7843D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Theme_3</Template>
  <TotalTime>46340</TotalTime>
  <Words>2093</Words>
  <Application>Microsoft Office PowerPoint</Application>
  <PresentationFormat>Widescreen</PresentationFormat>
  <Paragraphs>397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Arial Narrow</vt:lpstr>
      <vt:lpstr>Arial Rounded MT Bold</vt:lpstr>
      <vt:lpstr>Calibri</vt:lpstr>
      <vt:lpstr>Cambria</vt:lpstr>
      <vt:lpstr>Courier New</vt:lpstr>
      <vt:lpstr>Wingdings</vt:lpstr>
      <vt:lpstr>Custom Design</vt:lpstr>
      <vt:lpstr>Office Theme</vt:lpstr>
      <vt:lpstr>Theme2</vt:lpstr>
      <vt:lpstr>1_Custom Design</vt:lpstr>
      <vt:lpstr>Online Application UI Settings </vt:lpstr>
      <vt:lpstr>Objectives</vt:lpstr>
      <vt:lpstr>Overview</vt:lpstr>
      <vt:lpstr>Do You Know</vt:lpstr>
      <vt:lpstr>Online Application UI Settings </vt:lpstr>
      <vt:lpstr>UI Settings</vt:lpstr>
      <vt:lpstr>Enable New Interface Theme</vt:lpstr>
      <vt:lpstr>Chatter</vt:lpstr>
      <vt:lpstr>Online Application UI Settings </vt:lpstr>
      <vt:lpstr>Key Considerations &amp; Custom Components</vt:lpstr>
      <vt:lpstr>Customize Home Tab Page Layouts</vt:lpstr>
      <vt:lpstr>Assign Home Tab Page Layouts</vt:lpstr>
      <vt:lpstr>SFDC Calendar</vt:lpstr>
      <vt:lpstr>VEEVA CRM Online Help</vt:lpstr>
      <vt:lpstr>Online Application UI Settings </vt:lpstr>
      <vt:lpstr>Company Logo</vt:lpstr>
      <vt:lpstr>Online Application UI Settings </vt:lpstr>
      <vt:lpstr>Search- Overview</vt:lpstr>
      <vt:lpstr>Search- Sidebar Search</vt:lpstr>
      <vt:lpstr>Search- Advanced Search</vt:lpstr>
      <vt:lpstr>Search- Global Search</vt:lpstr>
      <vt:lpstr>Search Configuration</vt:lpstr>
      <vt:lpstr>Search Results Layout</vt:lpstr>
      <vt:lpstr>Search Feature – More Details</vt:lpstr>
      <vt:lpstr>Online Application UI Settings </vt:lpstr>
      <vt:lpstr>Translation Workbench</vt:lpstr>
      <vt:lpstr>Translating from the UI</vt:lpstr>
      <vt:lpstr>Search- Global Search</vt:lpstr>
      <vt:lpstr>Working on Translation Files</vt:lpstr>
      <vt:lpstr>Importing Translated Files</vt:lpstr>
      <vt:lpstr>Importing Translated Files</vt:lpstr>
      <vt:lpstr>Importing Translated Files</vt:lpstr>
      <vt:lpstr>Online Application UI Settings </vt:lpstr>
      <vt:lpstr>Changing Tab Names &amp; Labels</vt:lpstr>
      <vt:lpstr>Check Your Understanding ... 1</vt:lpstr>
      <vt:lpstr>Check Your Understanding ... 2</vt:lpstr>
      <vt:lpstr>Check Your Understanding ... 3</vt:lpstr>
      <vt:lpstr>Check Your Understanding ... 4</vt:lpstr>
      <vt:lpstr>Check Your Understanding ... 5</vt:lpstr>
      <vt:lpstr>PowerPoint Presentation</vt:lpstr>
    </vt:vector>
  </TitlesOfParts>
  <Company>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Content_Development_Template_Practitioner</dc:title>
  <dc:creator>AssetDevelopmentTeam@cognizant.com</dc:creator>
  <cp:lastModifiedBy>Reddy, Laxmi (Cognizant)</cp:lastModifiedBy>
  <cp:revision>161</cp:revision>
  <dcterms:created xsi:type="dcterms:W3CDTF">2011-06-15T11:24:59Z</dcterms:created>
  <dcterms:modified xsi:type="dcterms:W3CDTF">2025-07-21T03:28:31Z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0x0101008CC933FEF0C0674A996127B68FDC3420</vt:lpwstr>
  </property>
  <property fmtid="{D5CDD505-2E9C-101B-9397-08002B2CF9AE}" pid="3" name="_dlc_DocIdItemGuid">
    <vt:lpwstr>1c19f327-3998-48ba-bd4d-be7aee79e354</vt:lpwstr>
  </property>
</Properties>
</file>