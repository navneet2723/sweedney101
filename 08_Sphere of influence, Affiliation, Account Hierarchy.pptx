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4"/>
    <p:sldMasterId id="2147483819" r:id="rId5"/>
    <p:sldMasterId id="2147483648" r:id="rId6"/>
  </p:sldMasterIdLst>
  <p:notesMasterIdLst>
    <p:notesMasterId r:id="rId43"/>
  </p:notesMasterIdLst>
  <p:sldIdLst>
    <p:sldId id="256" r:id="rId7"/>
    <p:sldId id="315" r:id="rId8"/>
    <p:sldId id="309" r:id="rId9"/>
    <p:sldId id="258" r:id="rId10"/>
    <p:sldId id="263" r:id="rId11"/>
    <p:sldId id="264" r:id="rId12"/>
    <p:sldId id="302" r:id="rId13"/>
    <p:sldId id="265" r:id="rId14"/>
    <p:sldId id="281" r:id="rId15"/>
    <p:sldId id="282" r:id="rId16"/>
    <p:sldId id="284" r:id="rId17"/>
    <p:sldId id="285" r:id="rId18"/>
    <p:sldId id="286" r:id="rId19"/>
    <p:sldId id="311" r:id="rId20"/>
    <p:sldId id="287" r:id="rId21"/>
    <p:sldId id="303" r:id="rId22"/>
    <p:sldId id="288" r:id="rId23"/>
    <p:sldId id="308" r:id="rId24"/>
    <p:sldId id="316" r:id="rId25"/>
    <p:sldId id="280" r:id="rId26"/>
    <p:sldId id="289" r:id="rId27"/>
    <p:sldId id="290" r:id="rId28"/>
    <p:sldId id="291" r:id="rId29"/>
    <p:sldId id="292" r:id="rId30"/>
    <p:sldId id="293" r:id="rId31"/>
    <p:sldId id="294" r:id="rId32"/>
    <p:sldId id="295" r:id="rId33"/>
    <p:sldId id="296" r:id="rId34"/>
    <p:sldId id="297" r:id="rId35"/>
    <p:sldId id="312" r:id="rId36"/>
    <p:sldId id="313" r:id="rId37"/>
    <p:sldId id="314" r:id="rId38"/>
    <p:sldId id="299" r:id="rId39"/>
    <p:sldId id="300" r:id="rId40"/>
    <p:sldId id="310" r:id="rId41"/>
    <p:sldId id="301"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F1C"/>
    <a:srgbClr val="FFC409"/>
    <a:srgbClr val="7EF030"/>
    <a:srgbClr val="A8EE9C"/>
    <a:srgbClr val="276C1E"/>
    <a:srgbClr val="692D56"/>
    <a:srgbClr val="A44687"/>
    <a:srgbClr val="682252"/>
    <a:srgbClr val="933F79"/>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3F4DBB-B430-4DC0-9234-796CFAE5D32C}" v="2" dt="2025-07-26T21:21:42.9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712" autoAdjust="0"/>
    <p:restoredTop sz="94491" autoAdjust="0"/>
  </p:normalViewPr>
  <p:slideViewPr>
    <p:cSldViewPr>
      <p:cViewPr varScale="1">
        <p:scale>
          <a:sx n="79" d="100"/>
          <a:sy n="79" d="100"/>
        </p:scale>
        <p:origin x="84" y="244"/>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garwal, Garima (Cognizant)" userId="S::220256@cognizant.com::e486e647-eebd-4756-83f4-1fd24d3afd4f" providerId="AD" clId="Web-{1DA93CE0-F6CE-61E7-36A0-77C93688F79B}"/>
    <pc:docChg chg="modSld">
      <pc:chgData name="Agarwal, Garima (Cognizant)" userId="S::220256@cognizant.com::e486e647-eebd-4756-83f4-1fd24d3afd4f" providerId="AD" clId="Web-{1DA93CE0-F6CE-61E7-36A0-77C93688F79B}" dt="2024-11-13T08:15:41.035" v="1" actId="1076"/>
      <pc:docMkLst>
        <pc:docMk/>
      </pc:docMkLst>
      <pc:sldChg chg="modSp">
        <pc:chgData name="Agarwal, Garima (Cognizant)" userId="S::220256@cognizant.com::e486e647-eebd-4756-83f4-1fd24d3afd4f" providerId="AD" clId="Web-{1DA93CE0-F6CE-61E7-36A0-77C93688F79B}" dt="2024-11-13T08:04:06.105" v="0" actId="1076"/>
        <pc:sldMkLst>
          <pc:docMk/>
          <pc:sldMk cId="179676901" sldId="288"/>
        </pc:sldMkLst>
      </pc:sldChg>
      <pc:sldChg chg="modSp">
        <pc:chgData name="Agarwal, Garima (Cognizant)" userId="S::220256@cognizant.com::e486e647-eebd-4756-83f4-1fd24d3afd4f" providerId="AD" clId="Web-{1DA93CE0-F6CE-61E7-36A0-77C93688F79B}" dt="2024-11-13T08:15:41.035" v="1" actId="1076"/>
        <pc:sldMkLst>
          <pc:docMk/>
          <pc:sldMk cId="3656000713" sldId="296"/>
        </pc:sldMkLst>
      </pc:sldChg>
    </pc:docChg>
  </pc:docChgLst>
  <pc:docChgLst>
    <pc:chgData name="Singh, Navneet (Contractor)" userId="44d8c666-e715-4082-b32d-41af949705ef" providerId="ADAL" clId="{6E3F4DBB-B430-4DC0-9234-796CFAE5D32C}"/>
    <pc:docChg chg="modSld">
      <pc:chgData name="Singh, Navneet (Contractor)" userId="44d8c666-e715-4082-b32d-41af949705ef" providerId="ADAL" clId="{6E3F4DBB-B430-4DC0-9234-796CFAE5D32C}" dt="2025-07-26T21:21:42.950" v="1" actId="1036"/>
      <pc:docMkLst>
        <pc:docMk/>
      </pc:docMkLst>
      <pc:sldChg chg="modSp">
        <pc:chgData name="Singh, Navneet (Contractor)" userId="44d8c666-e715-4082-b32d-41af949705ef" providerId="ADAL" clId="{6E3F4DBB-B430-4DC0-9234-796CFAE5D32C}" dt="2025-07-26T21:21:42.950" v="1" actId="1036"/>
        <pc:sldMkLst>
          <pc:docMk/>
          <pc:sldMk cId="0" sldId="258"/>
        </pc:sldMkLst>
        <pc:picChg chg="mod">
          <ac:chgData name="Singh, Navneet (Contractor)" userId="44d8c666-e715-4082-b32d-41af949705ef" providerId="ADAL" clId="{6E3F4DBB-B430-4DC0-9234-796CFAE5D32C}" dt="2025-07-26T21:21:42.950" v="1" actId="1036"/>
          <ac:picMkLst>
            <pc:docMk/>
            <pc:sldMk cId="0" sldId="258"/>
            <ac:picMk id="12" creationId="{00000000-0000-0000-0000-000000000000}"/>
          </ac:picMkLst>
        </pc:picChg>
      </pc:sldChg>
    </pc:docChg>
  </pc:docChgLst>
  <pc:docChgLst>
    <pc:chgData name="Majumdar, Abhijan (Cognizant)" userId="4bb79d37-e6fa-4d15-9b62-cf35cbb2da07" providerId="ADAL" clId="{214FFC61-DD53-4C6B-9759-6DDB0C77E3AD}"/>
    <pc:docChg chg="undo custSel modSld">
      <pc:chgData name="Majumdar, Abhijan (Cognizant)" userId="4bb79d37-e6fa-4d15-9b62-cf35cbb2da07" providerId="ADAL" clId="{214FFC61-DD53-4C6B-9759-6DDB0C77E3AD}" dt="2023-07-14T15:46:40.182" v="80" actId="1038"/>
      <pc:docMkLst>
        <pc:docMk/>
      </pc:docMkLst>
      <pc:sldChg chg="addSp delSp modSp mod">
        <pc:chgData name="Majumdar, Abhijan (Cognizant)" userId="4bb79d37-e6fa-4d15-9b62-cf35cbb2da07" providerId="ADAL" clId="{214FFC61-DD53-4C6B-9759-6DDB0C77E3AD}" dt="2023-07-14T15:34:15.571" v="4" actId="1076"/>
        <pc:sldMkLst>
          <pc:docMk/>
          <pc:sldMk cId="1295099918" sldId="285"/>
        </pc:sldMkLst>
      </pc:sldChg>
      <pc:sldChg chg="addSp delSp modSp mod">
        <pc:chgData name="Majumdar, Abhijan (Cognizant)" userId="4bb79d37-e6fa-4d15-9b62-cf35cbb2da07" providerId="ADAL" clId="{214FFC61-DD53-4C6B-9759-6DDB0C77E3AD}" dt="2023-07-14T15:39:51.505" v="41" actId="1038"/>
        <pc:sldMkLst>
          <pc:docMk/>
          <pc:sldMk cId="2425947266" sldId="291"/>
        </pc:sldMkLst>
      </pc:sldChg>
      <pc:sldChg chg="addSp delSp modSp mod">
        <pc:chgData name="Majumdar, Abhijan (Cognizant)" userId="4bb79d37-e6fa-4d15-9b62-cf35cbb2da07" providerId="ADAL" clId="{214FFC61-DD53-4C6B-9759-6DDB0C77E3AD}" dt="2023-07-14T15:46:40.182" v="80" actId="1038"/>
        <pc:sldMkLst>
          <pc:docMk/>
          <pc:sldMk cId="694156908" sldId="293"/>
        </pc:sldMkLst>
      </pc:sldChg>
    </pc:docChg>
  </pc:docChgLst>
  <pc:docChgLst>
    <pc:chgData name="Majumdar, Abhijan (Cognizant)" userId="4bb79d37-e6fa-4d15-9b62-cf35cbb2da07" providerId="ADAL" clId="{D3718C81-C184-43E7-AFD2-068133A59703}"/>
    <pc:docChg chg="undo custSel addSld delSld modSld addMainMaster delMainMaster">
      <pc:chgData name="Majumdar, Abhijan (Cognizant)" userId="4bb79d37-e6fa-4d15-9b62-cf35cbb2da07" providerId="ADAL" clId="{D3718C81-C184-43E7-AFD2-068133A59703}" dt="2023-08-12T12:43:54.348" v="701" actId="207"/>
      <pc:docMkLst>
        <pc:docMk/>
      </pc:docMkLst>
      <pc:sldChg chg="modSp add mod">
        <pc:chgData name="Majumdar, Abhijan (Cognizant)" userId="4bb79d37-e6fa-4d15-9b62-cf35cbb2da07" providerId="ADAL" clId="{D3718C81-C184-43E7-AFD2-068133A59703}" dt="2023-08-11T07:52:30.936" v="26" actId="20577"/>
        <pc:sldMkLst>
          <pc:docMk/>
          <pc:sldMk cId="2682367817" sldId="256"/>
        </pc:sldMkLst>
      </pc:sldChg>
      <pc:sldChg chg="del">
        <pc:chgData name="Majumdar, Abhijan (Cognizant)" userId="4bb79d37-e6fa-4d15-9b62-cf35cbb2da07" providerId="ADAL" clId="{D3718C81-C184-43E7-AFD2-068133A59703}" dt="2023-08-11T07:52:42.257" v="27" actId="47"/>
        <pc:sldMkLst>
          <pc:docMk/>
          <pc:sldMk cId="0" sldId="257"/>
        </pc:sldMkLst>
      </pc:sldChg>
      <pc:sldChg chg="modSp mod chgLayout">
        <pc:chgData name="Majumdar, Abhijan (Cognizant)" userId="4bb79d37-e6fa-4d15-9b62-cf35cbb2da07" providerId="ADAL" clId="{D3718C81-C184-43E7-AFD2-068133A59703}" dt="2023-08-12T12:39:21.755" v="547" actId="20577"/>
        <pc:sldMkLst>
          <pc:docMk/>
          <pc:sldMk cId="0" sldId="258"/>
        </pc:sldMkLst>
      </pc:sldChg>
      <pc:sldChg chg="add del">
        <pc:chgData name="Majumdar, Abhijan (Cognizant)" userId="4bb79d37-e6fa-4d15-9b62-cf35cbb2da07" providerId="ADAL" clId="{D3718C81-C184-43E7-AFD2-068133A59703}" dt="2023-08-11T08:06:56.429" v="157" actId="47"/>
        <pc:sldMkLst>
          <pc:docMk/>
          <pc:sldMk cId="0" sldId="261"/>
        </pc:sldMkLst>
      </pc:sldChg>
      <pc:sldChg chg="modSp mod chgLayout">
        <pc:chgData name="Majumdar, Abhijan (Cognizant)" userId="4bb79d37-e6fa-4d15-9b62-cf35cbb2da07" providerId="ADAL" clId="{D3718C81-C184-43E7-AFD2-068133A59703}" dt="2023-08-12T12:39:26.454" v="551" actId="20577"/>
        <pc:sldMkLst>
          <pc:docMk/>
          <pc:sldMk cId="0" sldId="263"/>
        </pc:sldMkLst>
      </pc:sldChg>
      <pc:sldChg chg="modSp mod chgLayout">
        <pc:chgData name="Majumdar, Abhijan (Cognizant)" userId="4bb79d37-e6fa-4d15-9b62-cf35cbb2da07" providerId="ADAL" clId="{D3718C81-C184-43E7-AFD2-068133A59703}" dt="2023-08-12T12:39:30.572" v="555" actId="20577"/>
        <pc:sldMkLst>
          <pc:docMk/>
          <pc:sldMk cId="0" sldId="264"/>
        </pc:sldMkLst>
      </pc:sldChg>
      <pc:sldChg chg="modSp mod chgLayout">
        <pc:chgData name="Majumdar, Abhijan (Cognizant)" userId="4bb79d37-e6fa-4d15-9b62-cf35cbb2da07" providerId="ADAL" clId="{D3718C81-C184-43E7-AFD2-068133A59703}" dt="2023-08-12T12:39:39.243" v="563" actId="20577"/>
        <pc:sldMkLst>
          <pc:docMk/>
          <pc:sldMk cId="0" sldId="265"/>
        </pc:sldMkLst>
      </pc:sldChg>
      <pc:sldChg chg="modSp mod chgLayout">
        <pc:chgData name="Majumdar, Abhijan (Cognizant)" userId="4bb79d37-e6fa-4d15-9b62-cf35cbb2da07" providerId="ADAL" clId="{D3718C81-C184-43E7-AFD2-068133A59703}" dt="2023-08-12T12:40:52.616" v="614" actId="20577"/>
        <pc:sldMkLst>
          <pc:docMk/>
          <pc:sldMk cId="2523702949" sldId="280"/>
        </pc:sldMkLst>
      </pc:sldChg>
      <pc:sldChg chg="modSp mod chgLayout">
        <pc:chgData name="Majumdar, Abhijan (Cognizant)" userId="4bb79d37-e6fa-4d15-9b62-cf35cbb2da07" providerId="ADAL" clId="{D3718C81-C184-43E7-AFD2-068133A59703}" dt="2023-08-12T12:39:44.293" v="567" actId="20577"/>
        <pc:sldMkLst>
          <pc:docMk/>
          <pc:sldMk cId="4145003138" sldId="281"/>
        </pc:sldMkLst>
      </pc:sldChg>
      <pc:sldChg chg="modSp mod chgLayout">
        <pc:chgData name="Majumdar, Abhijan (Cognizant)" userId="4bb79d37-e6fa-4d15-9b62-cf35cbb2da07" providerId="ADAL" clId="{D3718C81-C184-43E7-AFD2-068133A59703}" dt="2023-08-12T12:39:53.671" v="573" actId="20577"/>
        <pc:sldMkLst>
          <pc:docMk/>
          <pc:sldMk cId="1997510128" sldId="282"/>
        </pc:sldMkLst>
      </pc:sldChg>
      <pc:sldChg chg="modSp mod chgLayout">
        <pc:chgData name="Majumdar, Abhijan (Cognizant)" userId="4bb79d37-e6fa-4d15-9b62-cf35cbb2da07" providerId="ADAL" clId="{D3718C81-C184-43E7-AFD2-068133A59703}" dt="2023-08-12T12:39:57.796" v="577" actId="20577"/>
        <pc:sldMkLst>
          <pc:docMk/>
          <pc:sldMk cId="720853718" sldId="284"/>
        </pc:sldMkLst>
      </pc:sldChg>
      <pc:sldChg chg="modSp mod chgLayout">
        <pc:chgData name="Majumdar, Abhijan (Cognizant)" userId="4bb79d37-e6fa-4d15-9b62-cf35cbb2da07" providerId="ADAL" clId="{D3718C81-C184-43E7-AFD2-068133A59703}" dt="2023-08-12T12:40:03.032" v="581" actId="20577"/>
        <pc:sldMkLst>
          <pc:docMk/>
          <pc:sldMk cId="1295099918" sldId="285"/>
        </pc:sldMkLst>
      </pc:sldChg>
      <pc:sldChg chg="modSp mod chgLayout">
        <pc:chgData name="Majumdar, Abhijan (Cognizant)" userId="4bb79d37-e6fa-4d15-9b62-cf35cbb2da07" providerId="ADAL" clId="{D3718C81-C184-43E7-AFD2-068133A59703}" dt="2023-08-12T12:40:07.631" v="585" actId="20577"/>
        <pc:sldMkLst>
          <pc:docMk/>
          <pc:sldMk cId="3275965802" sldId="286"/>
        </pc:sldMkLst>
      </pc:sldChg>
      <pc:sldChg chg="modSp mod chgLayout">
        <pc:chgData name="Majumdar, Abhijan (Cognizant)" userId="4bb79d37-e6fa-4d15-9b62-cf35cbb2da07" providerId="ADAL" clId="{D3718C81-C184-43E7-AFD2-068133A59703}" dt="2023-08-12T12:40:27.604" v="594" actId="20577"/>
        <pc:sldMkLst>
          <pc:docMk/>
          <pc:sldMk cId="4090931364" sldId="287"/>
        </pc:sldMkLst>
      </pc:sldChg>
      <pc:sldChg chg="modSp mod chgLayout">
        <pc:chgData name="Majumdar, Abhijan (Cognizant)" userId="4bb79d37-e6fa-4d15-9b62-cf35cbb2da07" providerId="ADAL" clId="{D3718C81-C184-43E7-AFD2-068133A59703}" dt="2023-08-12T12:40:38.045" v="602" actId="20577"/>
        <pc:sldMkLst>
          <pc:docMk/>
          <pc:sldMk cId="179676901" sldId="288"/>
        </pc:sldMkLst>
      </pc:sldChg>
      <pc:sldChg chg="modSp mod chgLayout">
        <pc:chgData name="Majumdar, Abhijan (Cognizant)" userId="4bb79d37-e6fa-4d15-9b62-cf35cbb2da07" providerId="ADAL" clId="{D3718C81-C184-43E7-AFD2-068133A59703}" dt="2023-08-12T12:41:00.862" v="620" actId="20577"/>
        <pc:sldMkLst>
          <pc:docMk/>
          <pc:sldMk cId="4258006330" sldId="289"/>
        </pc:sldMkLst>
      </pc:sldChg>
      <pc:sldChg chg="modSp mod chgLayout">
        <pc:chgData name="Majumdar, Abhijan (Cognizant)" userId="4bb79d37-e6fa-4d15-9b62-cf35cbb2da07" providerId="ADAL" clId="{D3718C81-C184-43E7-AFD2-068133A59703}" dt="2023-08-12T12:41:05.459" v="624" actId="20577"/>
        <pc:sldMkLst>
          <pc:docMk/>
          <pc:sldMk cId="330005359" sldId="290"/>
        </pc:sldMkLst>
      </pc:sldChg>
      <pc:sldChg chg="modSp mod chgLayout">
        <pc:chgData name="Majumdar, Abhijan (Cognizant)" userId="4bb79d37-e6fa-4d15-9b62-cf35cbb2da07" providerId="ADAL" clId="{D3718C81-C184-43E7-AFD2-068133A59703}" dt="2023-08-12T12:41:12.715" v="634" actId="20577"/>
        <pc:sldMkLst>
          <pc:docMk/>
          <pc:sldMk cId="2425947266" sldId="291"/>
        </pc:sldMkLst>
      </pc:sldChg>
      <pc:sldChg chg="modSp mod chgLayout">
        <pc:chgData name="Majumdar, Abhijan (Cognizant)" userId="4bb79d37-e6fa-4d15-9b62-cf35cbb2da07" providerId="ADAL" clId="{D3718C81-C184-43E7-AFD2-068133A59703}" dt="2023-08-12T12:41:18.007" v="638" actId="20577"/>
        <pc:sldMkLst>
          <pc:docMk/>
          <pc:sldMk cId="3071557334" sldId="292"/>
        </pc:sldMkLst>
      </pc:sldChg>
      <pc:sldChg chg="addSp delSp modSp mod modClrScheme chgLayout">
        <pc:chgData name="Majumdar, Abhijan (Cognizant)" userId="4bb79d37-e6fa-4d15-9b62-cf35cbb2da07" providerId="ADAL" clId="{D3718C81-C184-43E7-AFD2-068133A59703}" dt="2023-08-12T12:41:23.164" v="642" actId="20577"/>
        <pc:sldMkLst>
          <pc:docMk/>
          <pc:sldMk cId="694156908" sldId="293"/>
        </pc:sldMkLst>
      </pc:sldChg>
      <pc:sldChg chg="modSp mod chgLayout">
        <pc:chgData name="Majumdar, Abhijan (Cognizant)" userId="4bb79d37-e6fa-4d15-9b62-cf35cbb2da07" providerId="ADAL" clId="{D3718C81-C184-43E7-AFD2-068133A59703}" dt="2023-08-12T12:41:28.148" v="646" actId="20577"/>
        <pc:sldMkLst>
          <pc:docMk/>
          <pc:sldMk cId="3605408381" sldId="294"/>
        </pc:sldMkLst>
      </pc:sldChg>
      <pc:sldChg chg="modSp mod chgLayout">
        <pc:chgData name="Majumdar, Abhijan (Cognizant)" userId="4bb79d37-e6fa-4d15-9b62-cf35cbb2da07" providerId="ADAL" clId="{D3718C81-C184-43E7-AFD2-068133A59703}" dt="2023-08-12T12:41:33.140" v="650" actId="20577"/>
        <pc:sldMkLst>
          <pc:docMk/>
          <pc:sldMk cId="3321324522" sldId="295"/>
        </pc:sldMkLst>
      </pc:sldChg>
      <pc:sldChg chg="modSp mod chgLayout">
        <pc:chgData name="Majumdar, Abhijan (Cognizant)" userId="4bb79d37-e6fa-4d15-9b62-cf35cbb2da07" providerId="ADAL" clId="{D3718C81-C184-43E7-AFD2-068133A59703}" dt="2023-08-12T12:41:38.486" v="654" actId="20577"/>
        <pc:sldMkLst>
          <pc:docMk/>
          <pc:sldMk cId="3656000713" sldId="296"/>
        </pc:sldMkLst>
      </pc:sldChg>
      <pc:sldChg chg="modSp mod chgLayout">
        <pc:chgData name="Majumdar, Abhijan (Cognizant)" userId="4bb79d37-e6fa-4d15-9b62-cf35cbb2da07" providerId="ADAL" clId="{D3718C81-C184-43E7-AFD2-068133A59703}" dt="2023-08-12T12:41:44.801" v="658" actId="20577"/>
        <pc:sldMkLst>
          <pc:docMk/>
          <pc:sldMk cId="781655134" sldId="297"/>
        </pc:sldMkLst>
      </pc:sldChg>
      <pc:sldChg chg="modSp mod modClrScheme chgLayout">
        <pc:chgData name="Majumdar, Abhijan (Cognizant)" userId="4bb79d37-e6fa-4d15-9b62-cf35cbb2da07" providerId="ADAL" clId="{D3718C81-C184-43E7-AFD2-068133A59703}" dt="2023-08-12T12:42:11.325" v="676" actId="20577"/>
        <pc:sldMkLst>
          <pc:docMk/>
          <pc:sldMk cId="1905292904" sldId="299"/>
        </pc:sldMkLst>
      </pc:sldChg>
      <pc:sldChg chg="modSp mod modClrScheme chgLayout">
        <pc:chgData name="Majumdar, Abhijan (Cognizant)" userId="4bb79d37-e6fa-4d15-9b62-cf35cbb2da07" providerId="ADAL" clId="{D3718C81-C184-43E7-AFD2-068133A59703}" dt="2023-08-12T12:42:16.795" v="680" actId="20577"/>
        <pc:sldMkLst>
          <pc:docMk/>
          <pc:sldMk cId="3541999765" sldId="300"/>
        </pc:sldMkLst>
      </pc:sldChg>
      <pc:sldChg chg="addSp delSp modSp mod modClrScheme chgLayout">
        <pc:chgData name="Majumdar, Abhijan (Cognizant)" userId="4bb79d37-e6fa-4d15-9b62-cf35cbb2da07" providerId="ADAL" clId="{D3718C81-C184-43E7-AFD2-068133A59703}" dt="2023-08-12T12:08:11.812" v="534" actId="1076"/>
        <pc:sldMkLst>
          <pc:docMk/>
          <pc:sldMk cId="2921011842" sldId="301"/>
        </pc:sldMkLst>
      </pc:sldChg>
      <pc:sldChg chg="addSp delSp modSp mod modClrScheme chgLayout">
        <pc:chgData name="Majumdar, Abhijan (Cognizant)" userId="4bb79d37-e6fa-4d15-9b62-cf35cbb2da07" providerId="ADAL" clId="{D3718C81-C184-43E7-AFD2-068133A59703}" dt="2023-08-12T12:39:35.986" v="559" actId="20577"/>
        <pc:sldMkLst>
          <pc:docMk/>
          <pc:sldMk cId="838981288" sldId="302"/>
        </pc:sldMkLst>
      </pc:sldChg>
      <pc:sldChg chg="modSp mod chgLayout">
        <pc:chgData name="Majumdar, Abhijan (Cognizant)" userId="4bb79d37-e6fa-4d15-9b62-cf35cbb2da07" providerId="ADAL" clId="{D3718C81-C184-43E7-AFD2-068133A59703}" dt="2023-08-12T12:40:32.844" v="598" actId="20577"/>
        <pc:sldMkLst>
          <pc:docMk/>
          <pc:sldMk cId="2870136782" sldId="303"/>
        </pc:sldMkLst>
      </pc:sldChg>
      <pc:sldChg chg="addSp delSp modSp del mod modClrScheme chgLayout">
        <pc:chgData name="Majumdar, Abhijan (Cognizant)" userId="4bb79d37-e6fa-4d15-9b62-cf35cbb2da07" providerId="ADAL" clId="{D3718C81-C184-43E7-AFD2-068133A59703}" dt="2023-08-12T11:38:04.255" v="341" actId="47"/>
        <pc:sldMkLst>
          <pc:docMk/>
          <pc:sldMk cId="418761958" sldId="304"/>
        </pc:sldMkLst>
      </pc:sldChg>
      <pc:sldChg chg="modSp mod chgLayout">
        <pc:chgData name="Majumdar, Abhijan (Cognizant)" userId="4bb79d37-e6fa-4d15-9b62-cf35cbb2da07" providerId="ADAL" clId="{D3718C81-C184-43E7-AFD2-068133A59703}" dt="2023-08-12T12:40:41.961" v="606" actId="20577"/>
        <pc:sldMkLst>
          <pc:docMk/>
          <pc:sldMk cId="2535354346" sldId="308"/>
        </pc:sldMkLst>
      </pc:sldChg>
      <pc:sldChg chg="addSp delSp modSp mod chgLayout">
        <pc:chgData name="Majumdar, Abhijan (Cognizant)" userId="4bb79d37-e6fa-4d15-9b62-cf35cbb2da07" providerId="ADAL" clId="{D3718C81-C184-43E7-AFD2-068133A59703}" dt="2023-08-12T12:39:15.326" v="539" actId="20577"/>
        <pc:sldMkLst>
          <pc:docMk/>
          <pc:sldMk cId="179362370" sldId="309"/>
        </pc:sldMkLst>
      </pc:sldChg>
      <pc:sldChg chg="addSp modSp mod modClrScheme chgLayout">
        <pc:chgData name="Majumdar, Abhijan (Cognizant)" userId="4bb79d37-e6fa-4d15-9b62-cf35cbb2da07" providerId="ADAL" clId="{D3718C81-C184-43E7-AFD2-068133A59703}" dt="2023-08-12T12:43:54.348" v="701" actId="207"/>
        <pc:sldMkLst>
          <pc:docMk/>
          <pc:sldMk cId="1765632028" sldId="310"/>
        </pc:sldMkLst>
      </pc:sldChg>
      <pc:sldChg chg="modSp mod chgLayout">
        <pc:chgData name="Majumdar, Abhijan (Cognizant)" userId="4bb79d37-e6fa-4d15-9b62-cf35cbb2da07" providerId="ADAL" clId="{D3718C81-C184-43E7-AFD2-068133A59703}" dt="2023-08-12T12:40:21.881" v="590" actId="20577"/>
        <pc:sldMkLst>
          <pc:docMk/>
          <pc:sldMk cId="1166585919" sldId="311"/>
        </pc:sldMkLst>
      </pc:sldChg>
      <pc:sldChg chg="modSp mod modClrScheme chgLayout">
        <pc:chgData name="Majumdar, Abhijan (Cognizant)" userId="4bb79d37-e6fa-4d15-9b62-cf35cbb2da07" providerId="ADAL" clId="{D3718C81-C184-43E7-AFD2-068133A59703}" dt="2023-08-12T12:41:50.928" v="664" actId="20577"/>
        <pc:sldMkLst>
          <pc:docMk/>
          <pc:sldMk cId="3430997485" sldId="312"/>
        </pc:sldMkLst>
      </pc:sldChg>
      <pc:sldChg chg="modSp mod setBg modClrScheme chgLayout">
        <pc:chgData name="Majumdar, Abhijan (Cognizant)" userId="4bb79d37-e6fa-4d15-9b62-cf35cbb2da07" providerId="ADAL" clId="{D3718C81-C184-43E7-AFD2-068133A59703}" dt="2023-08-12T12:41:56.088" v="668" actId="20577"/>
        <pc:sldMkLst>
          <pc:docMk/>
          <pc:sldMk cId="3674595698" sldId="313"/>
        </pc:sldMkLst>
      </pc:sldChg>
      <pc:sldChg chg="modSp mod modClrScheme chgLayout">
        <pc:chgData name="Majumdar, Abhijan (Cognizant)" userId="4bb79d37-e6fa-4d15-9b62-cf35cbb2da07" providerId="ADAL" clId="{D3718C81-C184-43E7-AFD2-068133A59703}" dt="2023-08-12T12:42:00.507" v="672" actId="20577"/>
        <pc:sldMkLst>
          <pc:docMk/>
          <pc:sldMk cId="1229218172" sldId="314"/>
        </pc:sldMkLst>
      </pc:sldChg>
      <pc:sldChg chg="modSp add mod">
        <pc:chgData name="Majumdar, Abhijan (Cognizant)" userId="4bb79d37-e6fa-4d15-9b62-cf35cbb2da07" providerId="ADAL" clId="{D3718C81-C184-43E7-AFD2-068133A59703}" dt="2023-08-11T08:13:43.916" v="205" actId="108"/>
        <pc:sldMkLst>
          <pc:docMk/>
          <pc:sldMk cId="2309930151" sldId="315"/>
        </pc:sldMkLst>
      </pc:sldChg>
      <pc:sldChg chg="new del">
        <pc:chgData name="Majumdar, Abhijan (Cognizant)" userId="4bb79d37-e6fa-4d15-9b62-cf35cbb2da07" providerId="ADAL" clId="{D3718C81-C184-43E7-AFD2-068133A59703}" dt="2023-08-11T07:52:01.755" v="1" actId="47"/>
        <pc:sldMkLst>
          <pc:docMk/>
          <pc:sldMk cId="2743077432" sldId="315"/>
        </pc:sldMkLst>
      </pc:sldChg>
      <pc:sldChg chg="modSp add mod">
        <pc:chgData name="Majumdar, Abhijan (Cognizant)" userId="4bb79d37-e6fa-4d15-9b62-cf35cbb2da07" providerId="ADAL" clId="{D3718C81-C184-43E7-AFD2-068133A59703}" dt="2023-08-12T12:40:47.913" v="610" actId="20577"/>
        <pc:sldMkLst>
          <pc:docMk/>
          <pc:sldMk cId="1356406093" sldId="316"/>
        </pc:sldMkLst>
      </pc:sldChg>
      <pc:sldChg chg="add del">
        <pc:chgData name="Majumdar, Abhijan (Cognizant)" userId="4bb79d37-e6fa-4d15-9b62-cf35cbb2da07" providerId="ADAL" clId="{D3718C81-C184-43E7-AFD2-068133A59703}" dt="2023-08-11T08:04:21.701" v="128" actId="27028"/>
        <pc:sldMkLst>
          <pc:docMk/>
          <pc:sldMk cId="1879160448" sldId="316"/>
        </pc:sldMkLst>
      </pc:sldChg>
      <pc:sldChg chg="add del">
        <pc:chgData name="Majumdar, Abhijan (Cognizant)" userId="4bb79d37-e6fa-4d15-9b62-cf35cbb2da07" providerId="ADAL" clId="{D3718C81-C184-43E7-AFD2-068133A59703}" dt="2023-08-12T11:57:00.380" v="481" actId="47"/>
        <pc:sldMkLst>
          <pc:docMk/>
          <pc:sldMk cId="117732452" sldId="317"/>
        </pc:sldMkLst>
      </pc:sldChg>
      <pc:sldChg chg="add del">
        <pc:chgData name="Majumdar, Abhijan (Cognizant)" userId="4bb79d37-e6fa-4d15-9b62-cf35cbb2da07" providerId="ADAL" clId="{D3718C81-C184-43E7-AFD2-068133A59703}" dt="2023-08-12T12:03:45.483" v="514" actId="47"/>
        <pc:sldMkLst>
          <pc:docMk/>
          <pc:sldMk cId="3090349151" sldId="317"/>
        </pc:sldMkLst>
      </pc:sldChg>
      <pc:sldChg chg="add del">
        <pc:chgData name="Majumdar, Abhijan (Cognizant)" userId="4bb79d37-e6fa-4d15-9b62-cf35cbb2da07" providerId="ADAL" clId="{D3718C81-C184-43E7-AFD2-068133A59703}" dt="2023-08-12T12:08:18.518" v="535" actId="47"/>
        <pc:sldMkLst>
          <pc:docMk/>
          <pc:sldMk cId="3158841849" sldId="317"/>
        </pc:sldMkLst>
      </pc:sldChg>
      <pc:sldChg chg="add del setBg">
        <pc:chgData name="Majumdar, Abhijan (Cognizant)" userId="4bb79d37-e6fa-4d15-9b62-cf35cbb2da07" providerId="ADAL" clId="{D3718C81-C184-43E7-AFD2-068133A59703}" dt="2023-08-12T11:50:07.852" v="433" actId="47"/>
        <pc:sldMkLst>
          <pc:docMk/>
          <pc:sldMk cId="117732452" sldId="716"/>
        </pc:sldMkLst>
      </pc:sldChg>
      <pc:sldMasterChg chg="add del addSldLayout delSldLayout">
        <pc:chgData name="Majumdar, Abhijan (Cognizant)" userId="4bb79d37-e6fa-4d15-9b62-cf35cbb2da07" providerId="ADAL" clId="{D3718C81-C184-43E7-AFD2-068133A59703}" dt="2023-08-12T12:06:19.951" v="525" actId="27028"/>
        <pc:sldMasterMkLst>
          <pc:docMk/>
          <pc:sldMasterMk cId="216168790" sldId="2147483648"/>
        </pc:sldMasterMkLst>
        <pc:sldLayoutChg chg="add">
          <pc:chgData name="Majumdar, Abhijan (Cognizant)" userId="4bb79d37-e6fa-4d15-9b62-cf35cbb2da07" providerId="ADAL" clId="{D3718C81-C184-43E7-AFD2-068133A59703}" dt="2023-08-12T12:06:19.951" v="525" actId="27028"/>
          <pc:sldLayoutMkLst>
            <pc:docMk/>
            <pc:sldMasterMk cId="216168790" sldId="2147483648"/>
            <pc:sldLayoutMk cId="660590956" sldId="2147483773"/>
          </pc:sldLayoutMkLst>
        </pc:sldLayoutChg>
        <pc:sldLayoutChg chg="add">
          <pc:chgData name="Majumdar, Abhijan (Cognizant)" userId="4bb79d37-e6fa-4d15-9b62-cf35cbb2da07" providerId="ADAL" clId="{D3718C81-C184-43E7-AFD2-068133A59703}" dt="2023-08-12T12:02:38.707" v="505" actId="27028"/>
          <pc:sldLayoutMkLst>
            <pc:docMk/>
            <pc:sldMasterMk cId="216168790" sldId="2147483648"/>
            <pc:sldLayoutMk cId="1260293168" sldId="2147483817"/>
          </pc:sldLayoutMkLst>
        </pc:sldLayoutChg>
        <pc:sldLayoutChg chg="add del">
          <pc:chgData name="Majumdar, Abhijan (Cognizant)" userId="4bb79d37-e6fa-4d15-9b62-cf35cbb2da07" providerId="ADAL" clId="{D3718C81-C184-43E7-AFD2-068133A59703}" dt="2023-08-11T08:04:21.701" v="128" actId="27028"/>
          <pc:sldLayoutMkLst>
            <pc:docMk/>
            <pc:sldMasterMk cId="216168790" sldId="2147483648"/>
            <pc:sldLayoutMk cId="3644286076" sldId="2147483818"/>
          </pc:sldLayoutMkLst>
        </pc:sldLayoutChg>
      </pc:sldMasterChg>
      <pc:sldMasterChg chg="addSldLayout delSldLayout">
        <pc:chgData name="Majumdar, Abhijan (Cognizant)" userId="4bb79d37-e6fa-4d15-9b62-cf35cbb2da07" providerId="ADAL" clId="{D3718C81-C184-43E7-AFD2-068133A59703}" dt="2023-08-12T11:50:07.852" v="433" actId="47"/>
        <pc:sldMasterMkLst>
          <pc:docMk/>
          <pc:sldMasterMk cId="440358670" sldId="2147483674"/>
        </pc:sldMasterMkLst>
        <pc:sldLayoutChg chg="add del">
          <pc:chgData name="Majumdar, Abhijan (Cognizant)" userId="4bb79d37-e6fa-4d15-9b62-cf35cbb2da07" providerId="ADAL" clId="{D3718C81-C184-43E7-AFD2-068133A59703}" dt="2023-08-11T08:06:56.429" v="157" actId="47"/>
          <pc:sldLayoutMkLst>
            <pc:docMk/>
            <pc:sldMasterMk cId="440358670" sldId="2147483674"/>
            <pc:sldLayoutMk cId="0" sldId="2147483690"/>
          </pc:sldLayoutMkLst>
        </pc:sldLayoutChg>
        <pc:sldLayoutChg chg="del">
          <pc:chgData name="Majumdar, Abhijan (Cognizant)" userId="4bb79d37-e6fa-4d15-9b62-cf35cbb2da07" providerId="ADAL" clId="{D3718C81-C184-43E7-AFD2-068133A59703}" dt="2023-08-12T11:50:07.852" v="433" actId="47"/>
          <pc:sldLayoutMkLst>
            <pc:docMk/>
            <pc:sldMasterMk cId="440358670" sldId="2147483674"/>
            <pc:sldLayoutMk cId="821003913" sldId="2147483696"/>
          </pc:sldLayoutMkLst>
        </pc:sldLayoutChg>
      </pc:sldMasterChg>
      <pc:sldMasterChg chg="add addSldLayout">
        <pc:chgData name="Majumdar, Abhijan (Cognizant)" userId="4bb79d37-e6fa-4d15-9b62-cf35cbb2da07" providerId="ADAL" clId="{D3718C81-C184-43E7-AFD2-068133A59703}" dt="2023-08-12T11:51:32.114" v="434" actId="27028"/>
        <pc:sldMasterMkLst>
          <pc:docMk/>
          <pc:sldMasterMk cId="3433887231" sldId="2147483819"/>
        </pc:sldMasterMkLst>
        <pc:sldLayoutChg chg="add">
          <pc:chgData name="Majumdar, Abhijan (Cognizant)" userId="4bb79d37-e6fa-4d15-9b62-cf35cbb2da07" providerId="ADAL" clId="{D3718C81-C184-43E7-AFD2-068133A59703}" dt="2023-08-12T11:51:32.114" v="434" actId="27028"/>
          <pc:sldLayoutMkLst>
            <pc:docMk/>
            <pc:sldMasterMk cId="3433887231" sldId="2147483819"/>
            <pc:sldLayoutMk cId="799818550" sldId="2147483826"/>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How many accounts are shown in a single page in Sphere Of Influence in </a:t>
          </a:r>
          <a:r>
            <a:rPr lang="en-US" sz="1800" dirty="0" err="1">
              <a:solidFill>
                <a:schemeClr val="bg1"/>
              </a:solidFill>
              <a:latin typeface="Arial" panose="020B0604020202020204" pitchFamily="34" charset="0"/>
              <a:cs typeface="Arial" panose="020B0604020202020204" pitchFamily="34" charset="0"/>
            </a:rPr>
            <a:t>iRep</a:t>
          </a:r>
          <a:r>
            <a:rPr lang="en-US" sz="1800" dirty="0">
              <a:solidFill>
                <a:schemeClr val="bg1"/>
              </a:solidFill>
              <a:latin typeface="Arial" panose="020B0604020202020204" pitchFamily="34" charset="0"/>
              <a:cs typeface="Arial" panose="020B0604020202020204" pitchFamily="34" charset="0"/>
            </a:rPr>
            <a:t>?</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600" kern="1200" dirty="0">
              <a:solidFill>
                <a:srgbClr val="FFFFFF"/>
              </a:solidFill>
              <a:latin typeface="Arial" panose="020B0604020202020204" pitchFamily="34" charset="0"/>
              <a:ea typeface="+mn-ea"/>
              <a:cs typeface="Arial" panose="020B0604020202020204" pitchFamily="34" charset="0"/>
            </a:rPr>
            <a:t>10</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963391F-9B22-4206-A700-8520E04934C9}">
      <dgm:prSet phldrT="[Text]" custT="1"/>
      <dgm:spPr/>
      <dgm:t>
        <a:bodyPr/>
        <a:lstStyle/>
        <a:p>
          <a:endParaRPr lang="en-US" sz="1600" kern="1200" dirty="0">
            <a:latin typeface="+mn-lt"/>
            <a:cs typeface="Arial" panose="020B0604020202020204" pitchFamily="34" charset="0"/>
          </a:endParaRPr>
        </a:p>
      </dgm:t>
    </dgm:pt>
    <dgm:pt modelId="{AAA05218-474E-4B89-B846-CFA41306222E}" type="parTrans" cxnId="{7A7F587F-D08F-4CC0-8477-0317FD2C2D4E}">
      <dgm:prSet/>
      <dgm:spPr/>
      <dgm:t>
        <a:bodyPr/>
        <a:lstStyle/>
        <a:p>
          <a:endParaRPr lang="en-US"/>
        </a:p>
      </dgm:t>
    </dgm:pt>
    <dgm:pt modelId="{E65CFCA8-FD79-4A4B-84EE-4695BE91880A}" type="sibTrans" cxnId="{7A7F587F-D08F-4CC0-8477-0317FD2C2D4E}">
      <dgm:prSet/>
      <dgm:spPr/>
      <dgm:t>
        <a:bodyPr/>
        <a:lstStyle/>
        <a:p>
          <a:endParaRPr lang="en-US"/>
        </a:p>
      </dgm:t>
    </dgm:pt>
    <dgm:pt modelId="{BA5B793E-753B-400D-A5A6-ADFC1DF359DB}">
      <dgm:prSet custT="1"/>
      <dgm:spPr/>
      <dgm:t>
        <a:bodyPr/>
        <a:lstStyle/>
        <a:p>
          <a:r>
            <a:rPr lang="en-US" sz="1600" kern="1200" dirty="0">
              <a:solidFill>
                <a:srgbClr val="FFFFFF"/>
              </a:solidFill>
              <a:latin typeface="Arial" panose="020B0604020202020204" pitchFamily="34" charset="0"/>
              <a:ea typeface="+mn-ea"/>
              <a:cs typeface="Arial" panose="020B0604020202020204" pitchFamily="34" charset="0"/>
            </a:rPr>
            <a:t>12</a:t>
          </a:r>
        </a:p>
      </dgm:t>
    </dgm:pt>
    <dgm:pt modelId="{EFDB1BB5-79B0-412F-AFC8-E842B8D7A1A2}" type="parTrans" cxnId="{A68F444A-3BE4-4C74-B862-4652FD60C2C9}">
      <dgm:prSet/>
      <dgm:spPr/>
      <dgm:t>
        <a:bodyPr/>
        <a:lstStyle/>
        <a:p>
          <a:endParaRPr lang="en-US"/>
        </a:p>
      </dgm:t>
    </dgm:pt>
    <dgm:pt modelId="{8CCD2D83-8965-4D08-B3A3-836F65FF64BF}" type="sibTrans" cxnId="{A68F444A-3BE4-4C74-B862-4652FD60C2C9}">
      <dgm:prSet/>
      <dgm:spPr/>
      <dgm:t>
        <a:bodyPr/>
        <a:lstStyle/>
        <a:p>
          <a:endParaRPr lang="en-US"/>
        </a:p>
      </dgm:t>
    </dgm:pt>
    <dgm:pt modelId="{BCA22AF3-33F4-4164-A688-C25FE9FB44C0}">
      <dgm:prSet custT="1"/>
      <dgm:spPr/>
      <dgm:t>
        <a:bodyPr/>
        <a:lstStyle/>
        <a:p>
          <a:r>
            <a:rPr lang="en-US" sz="1600" kern="1200" dirty="0">
              <a:solidFill>
                <a:srgbClr val="FFFFFF"/>
              </a:solidFill>
              <a:latin typeface="Arial" panose="020B0604020202020204" pitchFamily="34" charset="0"/>
              <a:ea typeface="+mn-ea"/>
              <a:cs typeface="Arial" panose="020B0604020202020204" pitchFamily="34" charset="0"/>
            </a:rPr>
            <a:t>8</a:t>
          </a:r>
        </a:p>
      </dgm:t>
    </dgm:pt>
    <dgm:pt modelId="{ABEC148F-C26A-4D57-894C-6D485A68F38A}" type="parTrans" cxnId="{C96B91F0-468C-4DFB-A54C-97155FE9D6AA}">
      <dgm:prSet/>
      <dgm:spPr/>
      <dgm:t>
        <a:bodyPr/>
        <a:lstStyle/>
        <a:p>
          <a:endParaRPr lang="en-US"/>
        </a:p>
      </dgm:t>
    </dgm:pt>
    <dgm:pt modelId="{8465D255-DAD9-4ECC-B79E-E39D24631611}" type="sibTrans" cxnId="{C96B91F0-468C-4DFB-A54C-97155FE9D6AA}">
      <dgm:prSet/>
      <dgm:spPr/>
      <dgm:t>
        <a:bodyPr/>
        <a:lstStyle/>
        <a:p>
          <a:endParaRPr lang="en-US"/>
        </a:p>
      </dgm:t>
    </dgm:pt>
    <dgm:pt modelId="{987797E0-4391-4B12-B357-9B42AA2C619E}">
      <dgm:prSet custT="1"/>
      <dgm:spPr/>
      <dgm:t>
        <a:bodyPr/>
        <a:lstStyle/>
        <a:p>
          <a:r>
            <a:rPr lang="en-US" sz="1600" kern="1200" dirty="0">
              <a:solidFill>
                <a:schemeClr val="bg1"/>
              </a:solidFill>
              <a:latin typeface="Arial" panose="020B0604020202020204" pitchFamily="34" charset="0"/>
              <a:cs typeface="Arial" panose="020B0604020202020204" pitchFamily="34" charset="0"/>
            </a:rPr>
            <a:t>Admin can configure</a:t>
          </a:r>
        </a:p>
      </dgm:t>
    </dgm:pt>
    <dgm:pt modelId="{A6517CB2-A8DB-4891-80E8-A57FCCA26223}" type="parTrans" cxnId="{0596ABBD-8991-4E02-8009-1A0818C39276}">
      <dgm:prSet/>
      <dgm:spPr/>
      <dgm:t>
        <a:bodyPr/>
        <a:lstStyle/>
        <a:p>
          <a:endParaRPr lang="en-US"/>
        </a:p>
      </dgm:t>
    </dgm:pt>
    <dgm:pt modelId="{891642C5-8286-4E28-9421-D1EF435ACD1A}" type="sibTrans" cxnId="{0596ABBD-8991-4E02-8009-1A0818C39276}">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7204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X="-61" custLinFactNeighborY="23384">
        <dgm:presLayoutVars>
          <dgm:bulletEnabled val="1"/>
        </dgm:presLayoutVars>
      </dgm:prSet>
      <dgm:spPr/>
    </dgm:pt>
  </dgm:ptLst>
  <dgm:cxnLst>
    <dgm:cxn modelId="{2469E721-4729-42C6-8DF2-07F17BB83236}" type="presOf" srcId="{BCA22AF3-33F4-4164-A688-C25FE9FB44C0}" destId="{0EBE7C70-51AD-4402-A9D8-36889ADBC56A}" srcOrd="0" destOrd="2" presId="urn:microsoft.com/office/officeart/2005/8/layout/vList2"/>
    <dgm:cxn modelId="{A68F444A-3BE4-4C74-B862-4652FD60C2C9}" srcId="{2C8EA471-3542-4573-A8BF-295862507B6E}" destId="{BA5B793E-753B-400D-A5A6-ADFC1DF359DB}" srcOrd="1" destOrd="0" parTransId="{EFDB1BB5-79B0-412F-AFC8-E842B8D7A1A2}" sibTransId="{8CCD2D83-8965-4D08-B3A3-836F65FF64BF}"/>
    <dgm:cxn modelId="{82DEAC54-3532-4623-A402-37170CD43479}" type="presOf" srcId="{38FFED07-2629-46AB-A563-EAC94C2A86A4}" destId="{C8FDD220-37AD-4C55-AA28-BC4D9DE2EF3E}" srcOrd="0" destOrd="0" presId="urn:microsoft.com/office/officeart/2005/8/layout/vList2"/>
    <dgm:cxn modelId="{7A7F587F-D08F-4CC0-8477-0317FD2C2D4E}" srcId="{2C8EA471-3542-4573-A8BF-295862507B6E}" destId="{C963391F-9B22-4206-A700-8520E04934C9}" srcOrd="4" destOrd="0" parTransId="{AAA05218-474E-4B89-B846-CFA41306222E}" sibTransId="{E65CFCA8-FD79-4A4B-84EE-4695BE91880A}"/>
    <dgm:cxn modelId="{D88680AA-2D8B-466A-B160-0656FA53F606}" type="presOf" srcId="{C963391F-9B22-4206-A700-8520E04934C9}" destId="{0EBE7C70-51AD-4402-A9D8-36889ADBC56A}" srcOrd="0" destOrd="4"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B11B4FB5-EDCC-4F07-AC60-53891FA9E05C}" type="presOf" srcId="{BA5B793E-753B-400D-A5A6-ADFC1DF359DB}" destId="{0EBE7C70-51AD-4402-A9D8-36889ADBC56A}" srcOrd="0" destOrd="1" presId="urn:microsoft.com/office/officeart/2005/8/layout/vList2"/>
    <dgm:cxn modelId="{0596ABBD-8991-4E02-8009-1A0818C39276}" srcId="{2C8EA471-3542-4573-A8BF-295862507B6E}" destId="{987797E0-4391-4B12-B357-9B42AA2C619E}" srcOrd="3" destOrd="0" parTransId="{A6517CB2-A8DB-4891-80E8-A57FCCA26223}" sibTransId="{891642C5-8286-4E28-9421-D1EF435ACD1A}"/>
    <dgm:cxn modelId="{DFFA4CCC-4DE5-4613-9E60-157087680BB5}" type="presOf" srcId="{D073AE1F-622F-41F3-83F6-04C7A451C39E}" destId="{0EBE7C70-51AD-4402-A9D8-36889ADBC56A}" srcOrd="0" destOrd="0" presId="urn:microsoft.com/office/officeart/2005/8/layout/vList2"/>
    <dgm:cxn modelId="{1FB9F5E8-1B9D-432A-833A-BD8365CDD95C}" type="presOf" srcId="{2C8EA471-3542-4573-A8BF-295862507B6E}" destId="{B6F44C7D-37FA-4A88-A65B-56F3574B16C2}" srcOrd="0" destOrd="0" presId="urn:microsoft.com/office/officeart/2005/8/layout/vList2"/>
    <dgm:cxn modelId="{C96B91F0-468C-4DFB-A54C-97155FE9D6AA}" srcId="{2C8EA471-3542-4573-A8BF-295862507B6E}" destId="{BCA22AF3-33F4-4164-A688-C25FE9FB44C0}" srcOrd="2" destOrd="0" parTransId="{ABEC148F-C26A-4D57-894C-6D485A68F38A}" sibTransId="{8465D255-DAD9-4ECC-B79E-E39D24631611}"/>
    <dgm:cxn modelId="{74D99DF6-2745-4FFE-AF7A-8A4F195F5C1C}" type="presOf" srcId="{987797E0-4391-4B12-B357-9B42AA2C619E}" destId="{0EBE7C70-51AD-4402-A9D8-36889ADBC56A}" srcOrd="0" destOrd="3" presId="urn:microsoft.com/office/officeart/2005/8/layout/vList2"/>
    <dgm:cxn modelId="{C35AB39B-3E67-4044-A9B0-A460AE1371CD}" type="presParOf" srcId="{C8FDD220-37AD-4C55-AA28-BC4D9DE2EF3E}" destId="{B6F44C7D-37FA-4A88-A65B-56F3574B16C2}" srcOrd="0" destOrd="0" presId="urn:microsoft.com/office/officeart/2005/8/layout/vList2"/>
    <dgm:cxn modelId="{D8A13036-04E3-4517-B59A-2C79EF43AFB0}"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600" dirty="0">
              <a:latin typeface="Arial" panose="020B0604020202020204" pitchFamily="34" charset="0"/>
              <a:cs typeface="Arial" panose="020B0604020202020204" pitchFamily="34" charset="0"/>
            </a:rPr>
            <a:t>Answer: 12</a:t>
          </a:r>
          <a:endParaRPr lang="en-US" sz="16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X="176" custLinFactNeighborY="-18028">
        <dgm:presLayoutVars>
          <dgm:chMax val="0"/>
          <dgm:bulletEnabled val="1"/>
        </dgm:presLayoutVars>
      </dgm:prSet>
      <dgm:spPr/>
    </dgm:pt>
  </dgm:ptLst>
  <dgm:cxnLst>
    <dgm:cxn modelId="{82DEAC54-3532-4623-A402-37170CD43479}" type="presOf" srcId="{38FFED07-2629-46AB-A563-EAC94C2A86A4}" destId="{C8FDD220-37AD-4C55-AA28-BC4D9DE2EF3E}" srcOrd="0" destOrd="0" presId="urn:microsoft.com/office/officeart/2005/8/layout/vList2"/>
    <dgm:cxn modelId="{88595D7B-511A-4043-A814-BDA1B14E1BB8}" type="presOf" srcId="{15BDAB5A-7A6C-4B36-8402-059C7375B2B7}" destId="{ECFE2E18-2A2C-47CF-9012-1B73D49004F2}"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DE793397-5A57-45B5-A3F6-315688F3A23F}"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Sphere of Influence can be configured to show out of territory but affiliated accounts in </a:t>
          </a:r>
          <a:r>
            <a:rPr lang="en-US" sz="1800" dirty="0" err="1">
              <a:solidFill>
                <a:schemeClr val="bg1"/>
              </a:solidFill>
              <a:latin typeface="Arial" panose="020B0604020202020204" pitchFamily="34" charset="0"/>
              <a:cs typeface="Arial" panose="020B0604020202020204" pitchFamily="34" charset="0"/>
            </a:rPr>
            <a:t>iRep</a:t>
          </a:r>
          <a:r>
            <a:rPr lang="en-US" sz="1800" dirty="0">
              <a:solidFill>
                <a:schemeClr val="bg1"/>
              </a:solidFill>
              <a:latin typeface="Arial" panose="020B0604020202020204" pitchFamily="34" charset="0"/>
              <a:cs typeface="Arial" panose="020B0604020202020204" pitchFamily="34" charset="0"/>
            </a:rPr>
            <a:t>?</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600" dirty="0">
              <a:solidFill>
                <a:schemeClr val="bg1"/>
              </a:solidFill>
              <a:latin typeface="Arial" panose="020B0604020202020204" pitchFamily="34" charset="0"/>
              <a:cs typeface="Arial" panose="020B0604020202020204" pitchFamily="34" charset="0"/>
            </a:rPr>
            <a:t>TRUE</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963391F-9B22-4206-A700-8520E04934C9}">
      <dgm:prSet phldrT="[Text]" custT="1"/>
      <dgm:spPr/>
      <dgm:t>
        <a:bodyPr/>
        <a:lstStyle/>
        <a:p>
          <a:endParaRPr lang="en-US" sz="1600" dirty="0">
            <a:latin typeface="+mn-lt"/>
            <a:cs typeface="Arial" panose="020B0604020202020204" pitchFamily="34" charset="0"/>
          </a:endParaRPr>
        </a:p>
      </dgm:t>
    </dgm:pt>
    <dgm:pt modelId="{AAA05218-474E-4B89-B846-CFA41306222E}" type="parTrans" cxnId="{7A7F587F-D08F-4CC0-8477-0317FD2C2D4E}">
      <dgm:prSet/>
      <dgm:spPr/>
      <dgm:t>
        <a:bodyPr/>
        <a:lstStyle/>
        <a:p>
          <a:endParaRPr lang="en-US"/>
        </a:p>
      </dgm:t>
    </dgm:pt>
    <dgm:pt modelId="{E65CFCA8-FD79-4A4B-84EE-4695BE91880A}" type="sibTrans" cxnId="{7A7F587F-D08F-4CC0-8477-0317FD2C2D4E}">
      <dgm:prSet/>
      <dgm:spPr/>
      <dgm:t>
        <a:bodyPr/>
        <a:lstStyle/>
        <a:p>
          <a:endParaRPr lang="en-US"/>
        </a:p>
      </dgm:t>
    </dgm:pt>
    <dgm:pt modelId="{BA5B793E-753B-400D-A5A6-ADFC1DF359DB}">
      <dgm:prSet custT="1"/>
      <dgm:spPr/>
      <dgm:t>
        <a:bodyPr/>
        <a:lstStyle/>
        <a:p>
          <a:r>
            <a:rPr lang="en-US" sz="1600" dirty="0">
              <a:solidFill>
                <a:schemeClr val="bg1"/>
              </a:solidFill>
              <a:latin typeface="Arial" panose="020B0604020202020204" pitchFamily="34" charset="0"/>
              <a:cs typeface="Arial" panose="020B0604020202020204" pitchFamily="34" charset="0"/>
            </a:rPr>
            <a:t>FALSE</a:t>
          </a:r>
        </a:p>
      </dgm:t>
    </dgm:pt>
    <dgm:pt modelId="{EFDB1BB5-79B0-412F-AFC8-E842B8D7A1A2}" type="parTrans" cxnId="{A68F444A-3BE4-4C74-B862-4652FD60C2C9}">
      <dgm:prSet/>
      <dgm:spPr/>
      <dgm:t>
        <a:bodyPr/>
        <a:lstStyle/>
        <a:p>
          <a:endParaRPr lang="en-US"/>
        </a:p>
      </dgm:t>
    </dgm:pt>
    <dgm:pt modelId="{8CCD2D83-8965-4D08-B3A3-836F65FF64BF}" type="sibTrans" cxnId="{A68F444A-3BE4-4C74-B862-4652FD60C2C9}">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72042" custLinFactNeighborX="-8302" custLinFactNeighborY="1154">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X="-73" custLinFactNeighborY="16020">
        <dgm:presLayoutVars>
          <dgm:bulletEnabled val="1"/>
        </dgm:presLayoutVars>
      </dgm:prSet>
      <dgm:spPr/>
    </dgm:pt>
  </dgm:ptLst>
  <dgm:cxnLst>
    <dgm:cxn modelId="{A68F444A-3BE4-4C74-B862-4652FD60C2C9}" srcId="{2C8EA471-3542-4573-A8BF-295862507B6E}" destId="{BA5B793E-753B-400D-A5A6-ADFC1DF359DB}" srcOrd="1" destOrd="0" parTransId="{EFDB1BB5-79B0-412F-AFC8-E842B8D7A1A2}" sibTransId="{8CCD2D83-8965-4D08-B3A3-836F65FF64BF}"/>
    <dgm:cxn modelId="{82DEAC54-3532-4623-A402-37170CD43479}" type="presOf" srcId="{38FFED07-2629-46AB-A563-EAC94C2A86A4}" destId="{C8FDD220-37AD-4C55-AA28-BC4D9DE2EF3E}" srcOrd="0" destOrd="0" presId="urn:microsoft.com/office/officeart/2005/8/layout/vList2"/>
    <dgm:cxn modelId="{7A7F587F-D08F-4CC0-8477-0317FD2C2D4E}" srcId="{2C8EA471-3542-4573-A8BF-295862507B6E}" destId="{C963391F-9B22-4206-A700-8520E04934C9}" srcOrd="2" destOrd="0" parTransId="{AAA05218-474E-4B89-B846-CFA41306222E}" sibTransId="{E65CFCA8-FD79-4A4B-84EE-4695BE91880A}"/>
    <dgm:cxn modelId="{D88680AA-2D8B-466A-B160-0656FA53F606}" type="presOf" srcId="{C963391F-9B22-4206-A700-8520E04934C9}" destId="{0EBE7C70-51AD-4402-A9D8-36889ADBC56A}" srcOrd="0" destOrd="2"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B11B4FB5-EDCC-4F07-AC60-53891FA9E05C}" type="presOf" srcId="{BA5B793E-753B-400D-A5A6-ADFC1DF359DB}" destId="{0EBE7C70-51AD-4402-A9D8-36889ADBC56A}" srcOrd="0" destOrd="1" presId="urn:microsoft.com/office/officeart/2005/8/layout/vList2"/>
    <dgm:cxn modelId="{DFFA4CCC-4DE5-4613-9E60-157087680BB5}" type="presOf" srcId="{D073AE1F-622F-41F3-83F6-04C7A451C39E}" destId="{0EBE7C70-51AD-4402-A9D8-36889ADBC56A}" srcOrd="0" destOrd="0" presId="urn:microsoft.com/office/officeart/2005/8/layout/vList2"/>
    <dgm:cxn modelId="{1FB9F5E8-1B9D-432A-833A-BD8365CDD95C}" type="presOf" srcId="{2C8EA471-3542-4573-A8BF-295862507B6E}" destId="{B6F44C7D-37FA-4A88-A65B-56F3574B16C2}" srcOrd="0" destOrd="0" presId="urn:microsoft.com/office/officeart/2005/8/layout/vList2"/>
    <dgm:cxn modelId="{C35AB39B-3E67-4044-A9B0-A460AE1371CD}" type="presParOf" srcId="{C8FDD220-37AD-4C55-AA28-BC4D9DE2EF3E}" destId="{B6F44C7D-37FA-4A88-A65B-56F3574B16C2}" srcOrd="0" destOrd="0" presId="urn:microsoft.com/office/officeart/2005/8/layout/vList2"/>
    <dgm:cxn modelId="{D8A13036-04E3-4517-B59A-2C79EF43AFB0}"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600" dirty="0">
              <a:latin typeface="Arial" panose="020B0604020202020204" pitchFamily="34" charset="0"/>
              <a:cs typeface="Arial" panose="020B0604020202020204" pitchFamily="34" charset="0"/>
            </a:rPr>
            <a:t>Answer: TRUE</a:t>
          </a:r>
          <a:endParaRPr lang="en-US" sz="16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X="-73" custLinFactNeighborY="-38024">
        <dgm:presLayoutVars>
          <dgm:chMax val="0"/>
          <dgm:bulletEnabled val="1"/>
        </dgm:presLayoutVars>
      </dgm:prSet>
      <dgm:spPr/>
    </dgm:pt>
  </dgm:ptLst>
  <dgm:cxnLst>
    <dgm:cxn modelId="{82DEAC54-3532-4623-A402-37170CD43479}" type="presOf" srcId="{38FFED07-2629-46AB-A563-EAC94C2A86A4}" destId="{C8FDD220-37AD-4C55-AA28-BC4D9DE2EF3E}" srcOrd="0" destOrd="0" presId="urn:microsoft.com/office/officeart/2005/8/layout/vList2"/>
    <dgm:cxn modelId="{88595D7B-511A-4043-A814-BDA1B14E1BB8}" type="presOf" srcId="{15BDAB5A-7A6C-4B36-8402-059C7375B2B7}" destId="{ECFE2E18-2A2C-47CF-9012-1B73D49004F2}"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DE793397-5A57-45B5-A3F6-315688F3A23F}"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Child Accounts can be configured to show out of territory but related accounts in </a:t>
          </a:r>
          <a:r>
            <a:rPr lang="en-US" sz="1800" dirty="0" err="1">
              <a:solidFill>
                <a:schemeClr val="bg1"/>
              </a:solidFill>
              <a:latin typeface="Arial" panose="020B0604020202020204" pitchFamily="34" charset="0"/>
              <a:cs typeface="Arial" panose="020B0604020202020204" pitchFamily="34" charset="0"/>
            </a:rPr>
            <a:t>iRep</a:t>
          </a:r>
          <a:r>
            <a:rPr lang="en-US" sz="1800" dirty="0">
              <a:solidFill>
                <a:schemeClr val="bg1"/>
              </a:solidFill>
              <a:latin typeface="Arial" panose="020B0604020202020204" pitchFamily="34" charset="0"/>
              <a:cs typeface="Arial" panose="020B0604020202020204" pitchFamily="34" charset="0"/>
            </a:rPr>
            <a:t>?</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600" dirty="0">
              <a:solidFill>
                <a:schemeClr val="bg1"/>
              </a:solidFill>
              <a:latin typeface="Arial" panose="020B0604020202020204" pitchFamily="34" charset="0"/>
              <a:cs typeface="Arial" panose="020B0604020202020204" pitchFamily="34" charset="0"/>
            </a:rPr>
            <a:t>TRUE</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C963391F-9B22-4206-A700-8520E04934C9}">
      <dgm:prSet phldrT="[Text]" custT="1"/>
      <dgm:spPr/>
      <dgm:t>
        <a:bodyPr/>
        <a:lstStyle/>
        <a:p>
          <a:endParaRPr lang="en-US" sz="1600" dirty="0">
            <a:latin typeface="+mn-lt"/>
            <a:cs typeface="Arial" panose="020B0604020202020204" pitchFamily="34" charset="0"/>
          </a:endParaRPr>
        </a:p>
      </dgm:t>
    </dgm:pt>
    <dgm:pt modelId="{AAA05218-474E-4B89-B846-CFA41306222E}" type="parTrans" cxnId="{7A7F587F-D08F-4CC0-8477-0317FD2C2D4E}">
      <dgm:prSet/>
      <dgm:spPr/>
      <dgm:t>
        <a:bodyPr/>
        <a:lstStyle/>
        <a:p>
          <a:endParaRPr lang="en-US"/>
        </a:p>
      </dgm:t>
    </dgm:pt>
    <dgm:pt modelId="{E65CFCA8-FD79-4A4B-84EE-4695BE91880A}" type="sibTrans" cxnId="{7A7F587F-D08F-4CC0-8477-0317FD2C2D4E}">
      <dgm:prSet/>
      <dgm:spPr/>
      <dgm:t>
        <a:bodyPr/>
        <a:lstStyle/>
        <a:p>
          <a:endParaRPr lang="en-US"/>
        </a:p>
      </dgm:t>
    </dgm:pt>
    <dgm:pt modelId="{BA5B793E-753B-400D-A5A6-ADFC1DF359DB}">
      <dgm:prSet custT="1"/>
      <dgm:spPr/>
      <dgm:t>
        <a:bodyPr/>
        <a:lstStyle/>
        <a:p>
          <a:r>
            <a:rPr lang="en-US" sz="1600" dirty="0">
              <a:solidFill>
                <a:schemeClr val="bg1"/>
              </a:solidFill>
              <a:latin typeface="Arial" panose="020B0604020202020204" pitchFamily="34" charset="0"/>
              <a:cs typeface="Arial" panose="020B0604020202020204" pitchFamily="34" charset="0"/>
            </a:rPr>
            <a:t>FALSE</a:t>
          </a:r>
        </a:p>
      </dgm:t>
    </dgm:pt>
    <dgm:pt modelId="{EFDB1BB5-79B0-412F-AFC8-E842B8D7A1A2}" type="parTrans" cxnId="{A68F444A-3BE4-4C74-B862-4652FD60C2C9}">
      <dgm:prSet/>
      <dgm:spPr/>
      <dgm:t>
        <a:bodyPr/>
        <a:lstStyle/>
        <a:p>
          <a:endParaRPr lang="en-US"/>
        </a:p>
      </dgm:t>
    </dgm:pt>
    <dgm:pt modelId="{8CCD2D83-8965-4D08-B3A3-836F65FF64BF}" type="sibTrans" cxnId="{A68F444A-3BE4-4C74-B862-4652FD60C2C9}">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7204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X="-73" custLinFactNeighborY="22283">
        <dgm:presLayoutVars>
          <dgm:bulletEnabled val="1"/>
        </dgm:presLayoutVars>
      </dgm:prSet>
      <dgm:spPr/>
    </dgm:pt>
  </dgm:ptLst>
  <dgm:cxnLst>
    <dgm:cxn modelId="{A68F444A-3BE4-4C74-B862-4652FD60C2C9}" srcId="{2C8EA471-3542-4573-A8BF-295862507B6E}" destId="{BA5B793E-753B-400D-A5A6-ADFC1DF359DB}" srcOrd="1" destOrd="0" parTransId="{EFDB1BB5-79B0-412F-AFC8-E842B8D7A1A2}" sibTransId="{8CCD2D83-8965-4D08-B3A3-836F65FF64BF}"/>
    <dgm:cxn modelId="{82DEAC54-3532-4623-A402-37170CD43479}" type="presOf" srcId="{38FFED07-2629-46AB-A563-EAC94C2A86A4}" destId="{C8FDD220-37AD-4C55-AA28-BC4D9DE2EF3E}" srcOrd="0" destOrd="0" presId="urn:microsoft.com/office/officeart/2005/8/layout/vList2"/>
    <dgm:cxn modelId="{7A7F587F-D08F-4CC0-8477-0317FD2C2D4E}" srcId="{2C8EA471-3542-4573-A8BF-295862507B6E}" destId="{C963391F-9B22-4206-A700-8520E04934C9}" srcOrd="2" destOrd="0" parTransId="{AAA05218-474E-4B89-B846-CFA41306222E}" sibTransId="{E65CFCA8-FD79-4A4B-84EE-4695BE91880A}"/>
    <dgm:cxn modelId="{D88680AA-2D8B-466A-B160-0656FA53F606}" type="presOf" srcId="{C963391F-9B22-4206-A700-8520E04934C9}" destId="{0EBE7C70-51AD-4402-A9D8-36889ADBC56A}" srcOrd="0" destOrd="2"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B11B4FB5-EDCC-4F07-AC60-53891FA9E05C}" type="presOf" srcId="{BA5B793E-753B-400D-A5A6-ADFC1DF359DB}" destId="{0EBE7C70-51AD-4402-A9D8-36889ADBC56A}" srcOrd="0" destOrd="1" presId="urn:microsoft.com/office/officeart/2005/8/layout/vList2"/>
    <dgm:cxn modelId="{DFFA4CCC-4DE5-4613-9E60-157087680BB5}" type="presOf" srcId="{D073AE1F-622F-41F3-83F6-04C7A451C39E}" destId="{0EBE7C70-51AD-4402-A9D8-36889ADBC56A}" srcOrd="0" destOrd="0" presId="urn:microsoft.com/office/officeart/2005/8/layout/vList2"/>
    <dgm:cxn modelId="{1FB9F5E8-1B9D-432A-833A-BD8365CDD95C}" type="presOf" srcId="{2C8EA471-3542-4573-A8BF-295862507B6E}" destId="{B6F44C7D-37FA-4A88-A65B-56F3574B16C2}" srcOrd="0" destOrd="0" presId="urn:microsoft.com/office/officeart/2005/8/layout/vList2"/>
    <dgm:cxn modelId="{C35AB39B-3E67-4044-A9B0-A460AE1371CD}" type="presParOf" srcId="{C8FDD220-37AD-4C55-AA28-BC4D9DE2EF3E}" destId="{B6F44C7D-37FA-4A88-A65B-56F3574B16C2}" srcOrd="0" destOrd="0" presId="urn:microsoft.com/office/officeart/2005/8/layout/vList2"/>
    <dgm:cxn modelId="{D8A13036-04E3-4517-B59A-2C79EF43AFB0}"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600" dirty="0">
              <a:latin typeface="Arial" panose="020B0604020202020204" pitchFamily="34" charset="0"/>
              <a:cs typeface="Arial" panose="020B0604020202020204" pitchFamily="34" charset="0"/>
            </a:rPr>
            <a:t>Answer: TRUE</a:t>
          </a:r>
          <a:endParaRPr lang="en-US" sz="16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NeighborX="176" custLinFactNeighborY="-46648">
        <dgm:presLayoutVars>
          <dgm:chMax val="0"/>
          <dgm:bulletEnabled val="1"/>
        </dgm:presLayoutVars>
      </dgm:prSet>
      <dgm:spPr/>
    </dgm:pt>
  </dgm:ptLst>
  <dgm:cxnLst>
    <dgm:cxn modelId="{82DEAC54-3532-4623-A402-37170CD43479}" type="presOf" srcId="{38FFED07-2629-46AB-A563-EAC94C2A86A4}" destId="{C8FDD220-37AD-4C55-AA28-BC4D9DE2EF3E}" srcOrd="0" destOrd="0" presId="urn:microsoft.com/office/officeart/2005/8/layout/vList2"/>
    <dgm:cxn modelId="{88595D7B-511A-4043-A814-BDA1B14E1BB8}" type="presOf" srcId="{15BDAB5A-7A6C-4B36-8402-059C7375B2B7}" destId="{ECFE2E18-2A2C-47CF-9012-1B73D49004F2}"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DE793397-5A57-45B5-A3F6-315688F3A23F}"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269142"/>
          <a:ext cx="8333885" cy="87660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How many accounts are shown in a single page in Sphere Of Influence in </a:t>
          </a:r>
          <a:r>
            <a:rPr lang="en-US" sz="1800" kern="1200" dirty="0" err="1">
              <a:solidFill>
                <a:schemeClr val="bg1"/>
              </a:solidFill>
              <a:latin typeface="Arial" panose="020B0604020202020204" pitchFamily="34" charset="0"/>
              <a:cs typeface="Arial" panose="020B0604020202020204" pitchFamily="34" charset="0"/>
            </a:rPr>
            <a:t>iRep</a:t>
          </a:r>
          <a:r>
            <a:rPr lang="en-US" sz="1800" kern="1200" dirty="0">
              <a:solidFill>
                <a:schemeClr val="bg1"/>
              </a:solidFill>
              <a:latin typeface="Arial" panose="020B0604020202020204" pitchFamily="34" charset="0"/>
              <a:cs typeface="Arial" panose="020B0604020202020204" pitchFamily="34" charset="0"/>
            </a:rPr>
            <a:t>?</a:t>
          </a:r>
        </a:p>
      </dsp:txBody>
      <dsp:txXfrm>
        <a:off x="42792" y="311934"/>
        <a:ext cx="8248301" cy="791023"/>
      </dsp:txXfrm>
    </dsp:sp>
    <dsp:sp modelId="{0EBE7C70-51AD-4402-A9D8-36889ADBC56A}">
      <dsp:nvSpPr>
        <dsp:cNvPr id="0" name=""/>
        <dsp:cNvSpPr/>
      </dsp:nvSpPr>
      <dsp:spPr>
        <a:xfrm>
          <a:off x="0" y="1414892"/>
          <a:ext cx="8333885" cy="13118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kern="1200" dirty="0">
              <a:solidFill>
                <a:srgbClr val="FFFFFF"/>
              </a:solidFill>
              <a:latin typeface="Arial" panose="020B0604020202020204" pitchFamily="34" charset="0"/>
              <a:ea typeface="+mn-ea"/>
              <a:cs typeface="Arial" panose="020B0604020202020204" pitchFamily="34" charset="0"/>
            </a:rPr>
            <a:t>10</a:t>
          </a:r>
        </a:p>
        <a:p>
          <a:pPr marL="171450" lvl="1" indent="-171450" algn="l" defTabSz="711200">
            <a:lnSpc>
              <a:spcPct val="90000"/>
            </a:lnSpc>
            <a:spcBef>
              <a:spcPct val="0"/>
            </a:spcBef>
            <a:spcAft>
              <a:spcPct val="20000"/>
            </a:spcAft>
            <a:buChar char="•"/>
          </a:pPr>
          <a:r>
            <a:rPr lang="en-US" sz="1600" kern="1200" dirty="0">
              <a:solidFill>
                <a:srgbClr val="FFFFFF"/>
              </a:solidFill>
              <a:latin typeface="Arial" panose="020B0604020202020204" pitchFamily="34" charset="0"/>
              <a:ea typeface="+mn-ea"/>
              <a:cs typeface="Arial" panose="020B0604020202020204" pitchFamily="34" charset="0"/>
            </a:rPr>
            <a:t>12</a:t>
          </a:r>
        </a:p>
        <a:p>
          <a:pPr marL="171450" lvl="1" indent="-171450" algn="l" defTabSz="711200">
            <a:lnSpc>
              <a:spcPct val="90000"/>
            </a:lnSpc>
            <a:spcBef>
              <a:spcPct val="0"/>
            </a:spcBef>
            <a:spcAft>
              <a:spcPct val="20000"/>
            </a:spcAft>
            <a:buChar char="•"/>
          </a:pPr>
          <a:r>
            <a:rPr lang="en-US" sz="1600" kern="1200" dirty="0">
              <a:solidFill>
                <a:srgbClr val="FFFFFF"/>
              </a:solidFill>
              <a:latin typeface="Arial" panose="020B0604020202020204" pitchFamily="34" charset="0"/>
              <a:ea typeface="+mn-ea"/>
              <a:cs typeface="Arial" panose="020B0604020202020204" pitchFamily="34" charset="0"/>
            </a:rPr>
            <a:t>8</a:t>
          </a:r>
        </a:p>
        <a:p>
          <a:pPr marL="171450" lvl="1" indent="-171450" algn="l" defTabSz="711200">
            <a:lnSpc>
              <a:spcPct val="90000"/>
            </a:lnSpc>
            <a:spcBef>
              <a:spcPct val="0"/>
            </a:spcBef>
            <a:spcAft>
              <a:spcPct val="20000"/>
            </a:spcAft>
            <a:buChar char="•"/>
          </a:pPr>
          <a:r>
            <a:rPr lang="en-US" sz="1600" kern="1200" dirty="0">
              <a:solidFill>
                <a:schemeClr val="bg1"/>
              </a:solidFill>
              <a:latin typeface="Arial" panose="020B0604020202020204" pitchFamily="34" charset="0"/>
              <a:cs typeface="Arial" panose="020B0604020202020204" pitchFamily="34" charset="0"/>
            </a:rPr>
            <a:t>Admin can configure</a:t>
          </a:r>
        </a:p>
        <a:p>
          <a:pPr marL="171450" lvl="1" indent="-171450" algn="l" defTabSz="711200">
            <a:lnSpc>
              <a:spcPct val="90000"/>
            </a:lnSpc>
            <a:spcBef>
              <a:spcPct val="0"/>
            </a:spcBef>
            <a:spcAft>
              <a:spcPct val="20000"/>
            </a:spcAft>
            <a:buChar char="•"/>
          </a:pPr>
          <a:endParaRPr lang="en-US" sz="1600" kern="1200" dirty="0">
            <a:latin typeface="+mn-lt"/>
            <a:cs typeface="Arial" panose="020B0604020202020204" pitchFamily="34" charset="0"/>
          </a:endParaRPr>
        </a:p>
      </dsp:txBody>
      <dsp:txXfrm>
        <a:off x="0" y="1414892"/>
        <a:ext cx="8333885" cy="13118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770698"/>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Arial" panose="020B0604020202020204" pitchFamily="34" charset="0"/>
              <a:cs typeface="Arial" panose="020B0604020202020204" pitchFamily="34" charset="0"/>
            </a:rPr>
            <a:t>Answer: 12</a:t>
          </a:r>
          <a:endParaRPr lang="en-US" sz="1600" b="1" kern="1200" dirty="0">
            <a:latin typeface="Arial" panose="020B0604020202020204" pitchFamily="34" charset="0"/>
            <a:cs typeface="Arial" panose="020B0604020202020204" pitchFamily="34" charset="0"/>
          </a:endParaRPr>
        </a:p>
      </dsp:txBody>
      <dsp:txXfrm>
        <a:off x="36447" y="807145"/>
        <a:ext cx="8260991" cy="6737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399295"/>
          <a:ext cx="8333885" cy="87660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Sphere of Influence can be configured to show out of territory but affiliated accounts in </a:t>
          </a:r>
          <a:r>
            <a:rPr lang="en-US" sz="1800" kern="1200" dirty="0" err="1">
              <a:solidFill>
                <a:schemeClr val="bg1"/>
              </a:solidFill>
              <a:latin typeface="Arial" panose="020B0604020202020204" pitchFamily="34" charset="0"/>
              <a:cs typeface="Arial" panose="020B0604020202020204" pitchFamily="34" charset="0"/>
            </a:rPr>
            <a:t>iRep</a:t>
          </a:r>
          <a:r>
            <a:rPr lang="en-US" sz="1800" kern="1200" dirty="0">
              <a:solidFill>
                <a:schemeClr val="bg1"/>
              </a:solidFill>
              <a:latin typeface="Arial" panose="020B0604020202020204" pitchFamily="34" charset="0"/>
              <a:cs typeface="Arial" panose="020B0604020202020204" pitchFamily="34" charset="0"/>
            </a:rPr>
            <a:t>?</a:t>
          </a:r>
        </a:p>
      </dsp:txBody>
      <dsp:txXfrm>
        <a:off x="42792" y="442087"/>
        <a:ext cx="8248301" cy="791023"/>
      </dsp:txXfrm>
    </dsp:sp>
    <dsp:sp modelId="{0EBE7C70-51AD-4402-A9D8-36889ADBC56A}">
      <dsp:nvSpPr>
        <dsp:cNvPr id="0" name=""/>
        <dsp:cNvSpPr/>
      </dsp:nvSpPr>
      <dsp:spPr>
        <a:xfrm>
          <a:off x="0" y="1458412"/>
          <a:ext cx="833388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kern="1200" dirty="0">
              <a:solidFill>
                <a:schemeClr val="bg1"/>
              </a:solidFill>
              <a:latin typeface="Arial" panose="020B0604020202020204" pitchFamily="34" charset="0"/>
              <a:cs typeface="Arial" panose="020B0604020202020204" pitchFamily="34" charset="0"/>
            </a:rPr>
            <a:t>TRUE</a:t>
          </a:r>
        </a:p>
        <a:p>
          <a:pPr marL="171450" lvl="1" indent="-171450" algn="l" defTabSz="711200">
            <a:lnSpc>
              <a:spcPct val="90000"/>
            </a:lnSpc>
            <a:spcBef>
              <a:spcPct val="0"/>
            </a:spcBef>
            <a:spcAft>
              <a:spcPct val="20000"/>
            </a:spcAft>
            <a:buChar char="•"/>
          </a:pPr>
          <a:r>
            <a:rPr lang="en-US" sz="1600" kern="1200" dirty="0">
              <a:solidFill>
                <a:schemeClr val="bg1"/>
              </a:solidFill>
              <a:latin typeface="Arial" panose="020B0604020202020204" pitchFamily="34" charset="0"/>
              <a:cs typeface="Arial" panose="020B0604020202020204" pitchFamily="34" charset="0"/>
            </a:rPr>
            <a:t>FALSE</a:t>
          </a:r>
        </a:p>
        <a:p>
          <a:pPr marL="171450" lvl="1" indent="-171450" algn="l" defTabSz="711200">
            <a:lnSpc>
              <a:spcPct val="90000"/>
            </a:lnSpc>
            <a:spcBef>
              <a:spcPct val="0"/>
            </a:spcBef>
            <a:spcAft>
              <a:spcPct val="20000"/>
            </a:spcAft>
            <a:buChar char="•"/>
          </a:pPr>
          <a:endParaRPr lang="en-US" sz="1600" kern="1200" dirty="0">
            <a:latin typeface="+mn-lt"/>
            <a:cs typeface="Arial" panose="020B0604020202020204" pitchFamily="34" charset="0"/>
          </a:endParaRPr>
        </a:p>
      </dsp:txBody>
      <dsp:txXfrm>
        <a:off x="0" y="1458412"/>
        <a:ext cx="8333885" cy="10764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527387"/>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Arial" panose="020B0604020202020204" pitchFamily="34" charset="0"/>
              <a:cs typeface="Arial" panose="020B0604020202020204" pitchFamily="34" charset="0"/>
            </a:rPr>
            <a:t>Answer: TRUE</a:t>
          </a:r>
          <a:endParaRPr lang="en-US" sz="1600" b="1" kern="1200" dirty="0">
            <a:latin typeface="Arial" panose="020B0604020202020204" pitchFamily="34" charset="0"/>
            <a:cs typeface="Arial" panose="020B0604020202020204" pitchFamily="34" charset="0"/>
          </a:endParaRPr>
        </a:p>
      </dsp:txBody>
      <dsp:txXfrm>
        <a:off x="36447" y="563834"/>
        <a:ext cx="8260991" cy="67373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386873"/>
          <a:ext cx="8333885" cy="87660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Child Accounts can be configured to show out of territory but related accounts in </a:t>
          </a:r>
          <a:r>
            <a:rPr lang="en-US" sz="1800" kern="1200" dirty="0" err="1">
              <a:solidFill>
                <a:schemeClr val="bg1"/>
              </a:solidFill>
              <a:latin typeface="Arial" panose="020B0604020202020204" pitchFamily="34" charset="0"/>
              <a:cs typeface="Arial" panose="020B0604020202020204" pitchFamily="34" charset="0"/>
            </a:rPr>
            <a:t>iRep</a:t>
          </a:r>
          <a:r>
            <a:rPr lang="en-US" sz="1800" kern="1200" dirty="0">
              <a:solidFill>
                <a:schemeClr val="bg1"/>
              </a:solidFill>
              <a:latin typeface="Arial" panose="020B0604020202020204" pitchFamily="34" charset="0"/>
              <a:cs typeface="Arial" panose="020B0604020202020204" pitchFamily="34" charset="0"/>
            </a:rPr>
            <a:t>?</a:t>
          </a:r>
        </a:p>
      </dsp:txBody>
      <dsp:txXfrm>
        <a:off x="42792" y="429665"/>
        <a:ext cx="8248301" cy="791023"/>
      </dsp:txXfrm>
    </dsp:sp>
    <dsp:sp modelId="{0EBE7C70-51AD-4402-A9D8-36889ADBC56A}">
      <dsp:nvSpPr>
        <dsp:cNvPr id="0" name=""/>
        <dsp:cNvSpPr/>
      </dsp:nvSpPr>
      <dsp:spPr>
        <a:xfrm>
          <a:off x="0" y="1534620"/>
          <a:ext cx="833388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kern="1200" dirty="0">
              <a:solidFill>
                <a:schemeClr val="bg1"/>
              </a:solidFill>
              <a:latin typeface="Arial" panose="020B0604020202020204" pitchFamily="34" charset="0"/>
              <a:cs typeface="Arial" panose="020B0604020202020204" pitchFamily="34" charset="0"/>
            </a:rPr>
            <a:t>TRUE</a:t>
          </a:r>
        </a:p>
        <a:p>
          <a:pPr marL="171450" lvl="1" indent="-171450" algn="l" defTabSz="711200">
            <a:lnSpc>
              <a:spcPct val="90000"/>
            </a:lnSpc>
            <a:spcBef>
              <a:spcPct val="0"/>
            </a:spcBef>
            <a:spcAft>
              <a:spcPct val="20000"/>
            </a:spcAft>
            <a:buChar char="•"/>
          </a:pPr>
          <a:r>
            <a:rPr lang="en-US" sz="1600" kern="1200" dirty="0">
              <a:solidFill>
                <a:schemeClr val="bg1"/>
              </a:solidFill>
              <a:latin typeface="Arial" panose="020B0604020202020204" pitchFamily="34" charset="0"/>
              <a:cs typeface="Arial" panose="020B0604020202020204" pitchFamily="34" charset="0"/>
            </a:rPr>
            <a:t>FALSE</a:t>
          </a:r>
        </a:p>
        <a:p>
          <a:pPr marL="171450" lvl="1" indent="-171450" algn="l" defTabSz="711200">
            <a:lnSpc>
              <a:spcPct val="90000"/>
            </a:lnSpc>
            <a:spcBef>
              <a:spcPct val="0"/>
            </a:spcBef>
            <a:spcAft>
              <a:spcPct val="20000"/>
            </a:spcAft>
            <a:buChar char="•"/>
          </a:pPr>
          <a:endParaRPr lang="en-US" sz="1600" kern="1200" dirty="0">
            <a:latin typeface="+mn-lt"/>
            <a:cs typeface="Arial" panose="020B0604020202020204" pitchFamily="34" charset="0"/>
          </a:endParaRPr>
        </a:p>
      </dsp:txBody>
      <dsp:txXfrm>
        <a:off x="0" y="1534620"/>
        <a:ext cx="8333885" cy="10764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42245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Arial" panose="020B0604020202020204" pitchFamily="34" charset="0"/>
              <a:cs typeface="Arial" panose="020B0604020202020204" pitchFamily="34" charset="0"/>
            </a:rPr>
            <a:t>Answer: TRUE</a:t>
          </a:r>
          <a:endParaRPr lang="en-US" sz="1600" b="1" kern="1200" dirty="0">
            <a:latin typeface="Arial" panose="020B0604020202020204" pitchFamily="34" charset="0"/>
            <a:cs typeface="Arial" panose="020B0604020202020204" pitchFamily="34" charset="0"/>
          </a:endParaRPr>
        </a:p>
      </dsp:txBody>
      <dsp:txXfrm>
        <a:off x="36447" y="458897"/>
        <a:ext cx="8260991" cy="67373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03A1FB-12CB-49E6-809F-DA2D2089BF59}" type="datetimeFigureOut">
              <a:rPr lang="en-US" smtClean="0"/>
              <a:pPr/>
              <a:t>7/27/2025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A8B6E77-EC63-4CD7-8F8A-914122582C5F}" type="slidenum">
              <a:rPr lang="en-US" smtClean="0"/>
              <a:pPr/>
              <a:t>‹#›</a:t>
            </a:fld>
            <a:endParaRPr lang="en-US"/>
          </a:p>
        </p:txBody>
      </p:sp>
    </p:spTree>
    <p:extLst>
      <p:ext uri="{BB962C8B-B14F-4D97-AF65-F5344CB8AC3E}">
        <p14:creationId xmlns:p14="http://schemas.microsoft.com/office/powerpoint/2010/main" val="2059277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8.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12.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2.xml"/><Relationship Id="rId6" Type="http://schemas.openxmlformats.org/officeDocument/2006/relationships/image" Target="../media/image15.png"/><Relationship Id="rId5" Type="http://schemas.openxmlformats.org/officeDocument/2006/relationships/image" Target="../media/image12.svg"/><Relationship Id="rId4"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15.png"/><Relationship Id="rId5" Type="http://schemas.openxmlformats.org/officeDocument/2006/relationships/image" Target="../media/image12.svg"/><Relationship Id="rId4" Type="http://schemas.openxmlformats.org/officeDocument/2006/relationships/image" Target="../media/image11.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7.png"/><Relationship Id="rId1" Type="http://schemas.openxmlformats.org/officeDocument/2006/relationships/slideMaster" Target="../slideMasters/slideMaster3.xml"/><Relationship Id="rId5" Type="http://schemas.openxmlformats.org/officeDocument/2006/relationships/image" Target="../media/image9.png"/><Relationship Id="rId4" Type="http://schemas.openxmlformats.org/officeDocument/2006/relationships/image" Target="../media/image8.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8" name="Rectangle 7"/>
          <p:cNvSpPr/>
          <p:nvPr userDrawn="1"/>
        </p:nvSpPr>
        <p:spPr>
          <a:xfrm>
            <a:off x="0" y="5334000"/>
            <a:ext cx="95504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9" name="Rectangle 8"/>
          <p:cNvSpPr/>
          <p:nvPr userDrawn="1"/>
        </p:nvSpPr>
        <p:spPr>
          <a:xfrm>
            <a:off x="-3507" y="6172200"/>
            <a:ext cx="5286707" cy="397014"/>
          </a:xfrm>
          <a:prstGeom prst="rect">
            <a:avLst/>
          </a:prstGeom>
          <a:solidFill>
            <a:schemeClr val="bg1">
              <a:lumMod val="65000"/>
              <a:alpha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10" name="TextBox 9"/>
          <p:cNvSpPr txBox="1"/>
          <p:nvPr userDrawn="1"/>
        </p:nvSpPr>
        <p:spPr>
          <a:xfrm>
            <a:off x="929693" y="6186041"/>
            <a:ext cx="2860720"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b="1" dirty="0">
                <a:solidFill>
                  <a:schemeClr val="bg1"/>
                </a:solidFill>
                <a:latin typeface="Arial" panose="020B0604020202020204" pitchFamily="34" charset="0"/>
                <a:cs typeface="Arial" panose="020B0604020202020204" pitchFamily="34" charset="0"/>
              </a:rPr>
              <a:t>LEVEL - PRACTITIONER</a:t>
            </a:r>
          </a:p>
        </p:txBody>
      </p:sp>
    </p:spTree>
    <p:extLst>
      <p:ext uri="{BB962C8B-B14F-4D97-AF65-F5344CB8AC3E}">
        <p14:creationId xmlns:p14="http://schemas.microsoft.com/office/powerpoint/2010/main" val="50746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1282522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0" y="0"/>
            <a:ext cx="9143995" cy="493486"/>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 Cognizant 2015</a:t>
            </a:r>
          </a:p>
        </p:txBody>
      </p:sp>
      <p:sp>
        <p:nvSpPr>
          <p:cNvPr id="7" name="Slide Number Placeholder 6"/>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3648786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 Cognizant 2015</a:t>
            </a:r>
          </a:p>
        </p:txBody>
      </p:sp>
      <p:sp>
        <p:nvSpPr>
          <p:cNvPr id="9" name="Slide Number Placeholder 8"/>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714955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 Cognizant 2015</a:t>
            </a:r>
          </a:p>
        </p:txBody>
      </p:sp>
      <p:sp>
        <p:nvSpPr>
          <p:cNvPr id="5" name="Slide Number Placeholder 4"/>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4143701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 Cognizant 2015</a:t>
            </a:r>
          </a:p>
        </p:txBody>
      </p:sp>
      <p:sp>
        <p:nvSpPr>
          <p:cNvPr id="4" name="Slide Number Placeholder 3"/>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3641373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1835905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cSld name="Course_Completion_Page">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9" name="Rectangle 8"/>
          <p:cNvSpPr/>
          <p:nvPr userDrawn="1"/>
        </p:nvSpPr>
        <p:spPr>
          <a:xfrm>
            <a:off x="5283200" y="4437966"/>
            <a:ext cx="6908795" cy="1353234"/>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Tree>
    <p:extLst>
      <p:ext uri="{BB962C8B-B14F-4D97-AF65-F5344CB8AC3E}">
        <p14:creationId xmlns:p14="http://schemas.microsoft.com/office/powerpoint/2010/main" val="1642832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Section Separator">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10" name="Rectangle 9"/>
          <p:cNvSpPr/>
          <p:nvPr userDrawn="1"/>
        </p:nvSpPr>
        <p:spPr>
          <a:xfrm>
            <a:off x="0" y="5334000"/>
            <a:ext cx="93472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4" name="Footer Placeholder 4"/>
          <p:cNvSpPr>
            <a:spLocks noGrp="1"/>
          </p:cNvSpPr>
          <p:nvPr>
            <p:ph type="ftr" sz="quarter" idx="11"/>
          </p:nvPr>
        </p:nvSpPr>
        <p:spPr>
          <a:xfrm>
            <a:off x="9676" y="6553200"/>
            <a:ext cx="1828800" cy="228600"/>
          </a:xfrm>
        </p:spPr>
        <p:txBody>
          <a:bodyPr/>
          <a:lstStyle/>
          <a:p>
            <a:r>
              <a:rPr lang="en-US" dirty="0"/>
              <a:t>© Cognizant 2015</a:t>
            </a:r>
          </a:p>
        </p:txBody>
      </p:sp>
    </p:spTree>
    <p:extLst>
      <p:ext uri="{BB962C8B-B14F-4D97-AF65-F5344CB8AC3E}">
        <p14:creationId xmlns:p14="http://schemas.microsoft.com/office/powerpoint/2010/main" val="824976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8" name="Title 1"/>
          <p:cNvSpPr>
            <a:spLocks noGrp="1"/>
          </p:cNvSpPr>
          <p:nvPr>
            <p:ph type="title"/>
          </p:nvPr>
        </p:nvSpPr>
        <p:spPr>
          <a:xfrm>
            <a:off x="431800" y="87765"/>
            <a:ext cx="11252200" cy="668338"/>
          </a:xfrm>
        </p:spPr>
        <p:txBody>
          <a:bodyPr/>
          <a:lstStyle>
            <a:lvl1pPr>
              <a:defRPr sz="2400"/>
            </a:lvl1pPr>
          </a:lstStyle>
          <a:p>
            <a:r>
              <a:rPr lang="en-US"/>
              <a:t>Click to edit Master title style</a:t>
            </a:r>
            <a:endParaRPr lang="en-US" dirty="0"/>
          </a:p>
        </p:txBody>
      </p:sp>
      <p:sp>
        <p:nvSpPr>
          <p:cNvPr id="12" name="Content Placeholder 11"/>
          <p:cNvSpPr>
            <a:spLocks noGrp="1"/>
          </p:cNvSpPr>
          <p:nvPr>
            <p:ph sz="quarter" idx="11"/>
          </p:nvPr>
        </p:nvSpPr>
        <p:spPr>
          <a:xfrm>
            <a:off x="406400" y="971080"/>
            <a:ext cx="11277600" cy="5124920"/>
          </a:xfrm>
        </p:spPr>
        <p:txBody>
          <a:bodyPr>
            <a:normAutofit/>
          </a:bodyPr>
          <a:lstStyle>
            <a:lvl1pPr>
              <a:buFont typeface="Wingdings" pitchFamily="2" charset="2"/>
              <a:buChar char="§"/>
              <a:defRPr sz="2000"/>
            </a:lvl1pPr>
            <a:lvl2pPr>
              <a:buClr>
                <a:srgbClr val="FFC000"/>
              </a:buClr>
              <a:buFont typeface="Verdana" pitchFamily="34" charset="0"/>
              <a:buChar char="»"/>
              <a:defRPr sz="1800"/>
            </a:lvl2pPr>
            <a:lvl3pPr>
              <a:buClr>
                <a:srgbClr val="7030A0"/>
              </a:buClr>
              <a:buFont typeface="Arial" pitchFamily="34" charset="0"/>
              <a:buChar cha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p:txBody>
      </p:sp>
      <p:sp>
        <p:nvSpPr>
          <p:cNvPr id="9" name="Rectangle 42"/>
          <p:cNvSpPr>
            <a:spLocks noGrp="1" noChangeArrowheads="1"/>
          </p:cNvSpPr>
          <p:nvPr>
            <p:ph type="sldNum" sz="quarter" idx="10"/>
          </p:nvPr>
        </p:nvSpPr>
        <p:spPr>
          <a:xfrm>
            <a:off x="101599" y="6324600"/>
            <a:ext cx="924940" cy="457200"/>
          </a:xfrm>
          <a:prstGeom prst="rect">
            <a:avLst/>
          </a:prstGeom>
        </p:spPr>
        <p:txBody>
          <a:bodyPr/>
          <a:lstStyle>
            <a:lvl1pPr>
              <a:defRPr sz="1200" smtClean="0">
                <a:solidFill>
                  <a:srgbClr val="6DB23F"/>
                </a:solidFill>
              </a:defRPr>
            </a:lvl1pPr>
          </a:lstStyle>
          <a:p>
            <a:fld id="{B6F15528-21DE-4FAA-801E-634DDDAF4B2B}"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501216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17" t="117"/>
          <a:stretch/>
        </p:blipFill>
        <p:spPr>
          <a:xfrm>
            <a:off x="0" y="-1"/>
            <a:ext cx="12192000" cy="6858002"/>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4"/>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263640"/>
            <a:ext cx="1198179" cy="365125"/>
          </a:xfrm>
          <a:prstGeom prst="rect">
            <a:avLst/>
          </a:prstGeom>
        </p:spPr>
        <p:txBody>
          <a:bodyPr/>
          <a:lstStyle>
            <a:lvl1pPr>
              <a:defRPr>
                <a:solidFill>
                  <a:schemeClr val="bg2"/>
                </a:solidFill>
              </a:defRPr>
            </a:lvl1pPr>
          </a:lstStyle>
          <a:p>
            <a:r>
              <a:rPr lang="en-US" dirty="0"/>
              <a:t>© 2023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userDrawn="1"/>
        </p:nvSpPr>
        <p:spPr>
          <a:xfrm>
            <a:off x="-1367942" y="168250"/>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8" y="381865"/>
            <a:ext cx="2067983" cy="620394"/>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90599" y="1643357"/>
            <a:ext cx="3289301" cy="374731"/>
          </a:xfrm>
          <a:prstGeom prst="rect">
            <a:avLst/>
          </a:prstGeom>
        </p:spPr>
      </p:pic>
    </p:spTree>
    <p:extLst>
      <p:ext uri="{BB962C8B-B14F-4D97-AF65-F5344CB8AC3E}">
        <p14:creationId xmlns:p14="http://schemas.microsoft.com/office/powerpoint/2010/main" val="2871592216"/>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053" t="22108" r="6545" b="-1"/>
          <a:stretch/>
        </p:blipFill>
        <p:spPr>
          <a:xfrm>
            <a:off x="11575" y="0"/>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7" name="Picture 5">
            <a:extLst>
              <a:ext uri="{FF2B5EF4-FFF2-40B4-BE49-F238E27FC236}">
                <a16:creationId xmlns:a16="http://schemas.microsoft.com/office/drawing/2014/main" id="{79CCFE82-B8A6-BC48-80D3-A5EA4ECAAEEA}"/>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177071374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2"/>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2"/>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799818550"/>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1903671"/>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2"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74755" y="1611578"/>
            <a:ext cx="4060795" cy="462621"/>
          </a:xfrm>
          <a:prstGeom prst="rect">
            <a:avLst/>
          </a:prstGeom>
        </p:spPr>
      </p:pic>
    </p:spTree>
    <p:extLst>
      <p:ext uri="{BB962C8B-B14F-4D97-AF65-F5344CB8AC3E}">
        <p14:creationId xmlns:p14="http://schemas.microsoft.com/office/powerpoint/2010/main" val="66059095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5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8">
            <a:extLst>
              <a:ext uri="{FF2B5EF4-FFF2-40B4-BE49-F238E27FC236}">
                <a16:creationId xmlns:a16="http://schemas.microsoft.com/office/drawing/2014/main" id="{BEC0577B-E1A3-BB47-B7CB-EBF6A2B0F9A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126029316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2" name="Title Placeholder 1"/>
          <p:cNvSpPr>
            <a:spLocks noGrp="1"/>
          </p:cNvSpPr>
          <p:nvPr>
            <p:ph type="title"/>
          </p:nvPr>
        </p:nvSpPr>
        <p:spPr>
          <a:xfrm>
            <a:off x="3048000" y="1"/>
            <a:ext cx="9143995" cy="478971"/>
          </a:xfrm>
          <a:prstGeom prst="rect">
            <a:avLst/>
          </a:prstGeom>
        </p:spPr>
        <p:txBody>
          <a:bodyPr vert="horz" lIns="91440" tIns="45720" rIns="91440" bIns="45720" rtlCol="0" anchor="ctr">
            <a:noAutofit/>
          </a:bodyPr>
          <a:lstStyle/>
          <a:p>
            <a:pPr lvl="0"/>
            <a:r>
              <a:rPr lang="en-US" dirty="0"/>
              <a:t>Click to edit Master title style</a:t>
            </a:r>
          </a:p>
        </p:txBody>
      </p:sp>
      <p:sp>
        <p:nvSpPr>
          <p:cNvPr id="3" name="Text Placeholder 2"/>
          <p:cNvSpPr>
            <a:spLocks noGrp="1"/>
          </p:cNvSpPr>
          <p:nvPr>
            <p:ph type="body" idx="1"/>
          </p:nvPr>
        </p:nvSpPr>
        <p:spPr>
          <a:xfrm>
            <a:off x="609600" y="1143001"/>
            <a:ext cx="10972800"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9676" y="6553200"/>
            <a:ext cx="1828800" cy="228600"/>
          </a:xfrm>
          <a:prstGeom prst="rect">
            <a:avLst/>
          </a:prstGeom>
        </p:spPr>
        <p:txBody>
          <a:bodyPr vert="horz" lIns="91440" tIns="45720" rIns="91440" bIns="45720" rtlCol="0" anchor="ctr"/>
          <a:lstStyle>
            <a:lvl1pPr algn="l">
              <a:defRPr lang="en-US" sz="1200" b="1" kern="1200" dirty="0" smtClean="0">
                <a:solidFill>
                  <a:schemeClr val="bg1">
                    <a:lumMod val="50000"/>
                  </a:schemeClr>
                </a:solidFill>
                <a:latin typeface="Arial Narrow" pitchFamily="34" charset="0"/>
                <a:ea typeface="+mn-ea"/>
                <a:cs typeface="+mn-cs"/>
              </a:defRPr>
            </a:lvl1pPr>
          </a:lstStyle>
          <a:p>
            <a:r>
              <a:rPr lang="en-US"/>
              <a:t>© Cognizant 2015</a:t>
            </a:r>
          </a:p>
        </p:txBody>
      </p:sp>
      <p:sp>
        <p:nvSpPr>
          <p:cNvPr id="6" name="Slide Number Placeholder 5"/>
          <p:cNvSpPr>
            <a:spLocks noGrp="1"/>
          </p:cNvSpPr>
          <p:nvPr>
            <p:ph type="sldNum" sz="quarter" idx="4"/>
          </p:nvPr>
        </p:nvSpPr>
        <p:spPr>
          <a:xfrm>
            <a:off x="11480800" y="6629401"/>
            <a:ext cx="711195" cy="228597"/>
          </a:xfrm>
          <a:prstGeom prst="rect">
            <a:avLst/>
          </a:prstGeom>
        </p:spPr>
        <p:txBody>
          <a:bodyPr vert="horz" lIns="91440" tIns="45720" rIns="91440" bIns="45720" rtlCol="0" anchor="ctr"/>
          <a:lstStyle>
            <a:lvl1pPr>
              <a:defRPr lang="en-US" sz="1200" smtClean="0">
                <a:solidFill>
                  <a:schemeClr val="bg1"/>
                </a:solidFill>
              </a:defRPr>
            </a:lvl1pPr>
          </a:lstStyle>
          <a:p>
            <a:pPr algn="r"/>
            <a:fld id="{E7AF38FF-B38D-4060-8B8D-2D16AAFBAAC1}" type="slidenum">
              <a:rPr lang="en-US" smtClean="0"/>
              <a:pPr algn="r"/>
              <a:t>‹#›</a:t>
            </a:fld>
            <a:endParaRPr lang="en-US"/>
          </a:p>
        </p:txBody>
      </p:sp>
    </p:spTree>
    <p:extLst>
      <p:ext uri="{BB962C8B-B14F-4D97-AF65-F5344CB8AC3E}">
        <p14:creationId xmlns:p14="http://schemas.microsoft.com/office/powerpoint/2010/main" val="44035867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8" r:id="rId3"/>
    <p:sldLayoutId id="2147483679" r:id="rId4"/>
    <p:sldLayoutId id="2147483680" r:id="rId5"/>
    <p:sldLayoutId id="2147483681" r:id="rId6"/>
    <p:sldLayoutId id="2147483684" r:id="rId7"/>
    <p:sldLayoutId id="2147483691" r:id="rId8"/>
    <p:sldLayoutId id="2147483692" r:id="rId9"/>
    <p:sldLayoutId id="2147483693" r:id="rId10"/>
    <p:sldLayoutId id="2147483694" r:id="rId11"/>
    <p:sldLayoutId id="2147483695" r:id="rId12"/>
  </p:sldLayoutIdLst>
  <p:hf hdr="0" dt="0"/>
  <p:txStyles>
    <p:titleStyle>
      <a:lvl1pPr algn="l" defTabSz="914400" rtl="0" eaLnBrk="1" latinLnBrk="0" hangingPunct="1">
        <a:spcBef>
          <a:spcPct val="0"/>
        </a:spcBef>
        <a:buNone/>
        <a:defRPr lang="en-US" sz="3000" b="0" kern="1200" dirty="0" smtClean="0">
          <a:solidFill>
            <a:schemeClr val="bg1"/>
          </a:solidFill>
          <a:latin typeface="Arial Rounded MT Bold" pitchFamily="34" charset="0"/>
          <a:ea typeface="+mn-ea"/>
          <a:cs typeface="+mn-cs"/>
        </a:defRPr>
      </a:lvl1pPr>
    </p:titleStyle>
    <p:body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201" y="557785"/>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201"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7" y="6325194"/>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201"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Tree>
    <p:extLst>
      <p:ext uri="{BB962C8B-B14F-4D97-AF65-F5344CB8AC3E}">
        <p14:creationId xmlns:p14="http://schemas.microsoft.com/office/powerpoint/2010/main" val="3433887231"/>
      </p:ext>
    </p:extLst>
  </p:cSld>
  <p:clrMap bg1="lt1" tx1="dk1" bg2="lt2" tx2="dk2" accent1="accent1" accent2="accent2" accent3="accent3" accent4="accent4" accent5="accent5" accent6="accent6" hlink="hlink" folHlink="folHlink"/>
  <p:sldLayoutIdLst>
    <p:sldLayoutId id="2147483826" r:id="rId1"/>
  </p:sldLayoutIdLst>
  <p:hf hdr="0" dt="0"/>
  <p:txStyles>
    <p:titleStyle>
      <a:lvl1pPr algn="l" defTabSz="914377"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377"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24" indent="-230182" algn="l" defTabSz="914377"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66" indent="-230182" algn="l" defTabSz="914377"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160"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199" y="557784"/>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199"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6" y="6325193"/>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199"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Tree>
    <p:extLst>
      <p:ext uri="{BB962C8B-B14F-4D97-AF65-F5344CB8AC3E}">
        <p14:creationId xmlns:p14="http://schemas.microsoft.com/office/powerpoint/2010/main" val="216168790"/>
      </p:ext>
    </p:extLst>
  </p:cSld>
  <p:clrMap bg1="lt1" tx1="dk1" bg2="lt2" tx2="dk2" accent1="accent1" accent2="accent2" accent3="accent3" accent4="accent4" accent5="accent5" accent6="accent6" hlink="hlink" folHlink="folHlink"/>
  <p:sldLayoutIdLst>
    <p:sldLayoutId id="2147483773" r:id="rId1"/>
    <p:sldLayoutId id="2147483817" r:id="rId2"/>
  </p:sldLayoutIdLst>
  <p:hf hdr="0" dt="0"/>
  <p:txStyles>
    <p:title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userDrawn="1">
          <p15:clr>
            <a:srgbClr val="F26B43"/>
          </p15:clr>
        </p15:guide>
        <p15:guide id="2" pos="285" userDrawn="1">
          <p15:clr>
            <a:srgbClr val="F26B43"/>
          </p15:clr>
        </p15:guide>
        <p15:guide id="3" orient="horz" pos="3943">
          <p15:clr>
            <a:srgbClr val="F26B43"/>
          </p15:clr>
        </p15:guide>
        <p15:guide id="4" orient="horz" pos="288" userDrawn="1">
          <p15:clr>
            <a:srgbClr val="F26B43"/>
          </p15:clr>
        </p15:guide>
        <p15:guide id="5" orient="horz" pos="41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6.png"/><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slideLayout" Target="../slideLayouts/slideLayout1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31.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13.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32.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2" Type="http://schemas.openxmlformats.org/officeDocument/2006/relationships/diagramData" Target="../diagrams/data5.xml"/><Relationship Id="rId1" Type="http://schemas.openxmlformats.org/officeDocument/2006/relationships/slideLayout" Target="../slideLayouts/slideLayout13.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33.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hyperlink" Target="https://crmhelp.veeva.com/doc/Content/Home.htm" TargetMode="Externa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1042415" y="2105094"/>
            <a:ext cx="6245891" cy="1828469"/>
          </a:xfrm>
        </p:spPr>
        <p:txBody>
          <a:bodyPr/>
          <a:lstStyle/>
          <a:p>
            <a:r>
              <a:rPr lang="en-US" sz="3600" b="1" dirty="0">
                <a:solidFill>
                  <a:srgbClr val="00718F"/>
                </a:solidFill>
                <a:latin typeface="Arial" panose="020B0604020202020204" pitchFamily="34" charset="0"/>
                <a:cs typeface="Arial" panose="020B0604020202020204" pitchFamily="34" charset="0"/>
              </a:rPr>
              <a:t>Sphere of influence, Affiliation, Account Hierarchy</a:t>
            </a: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p:txBody>
          <a:bodyPr/>
          <a:lstStyle/>
          <a:p>
            <a:r>
              <a:rPr lang="en-US" dirty="0"/>
              <a:t>LEVEL - PRACTITIONER</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endParaRPr lang="en-US" dirty="0"/>
          </a:p>
        </p:txBody>
      </p:sp>
    </p:spTree>
    <p:extLst>
      <p:ext uri="{BB962C8B-B14F-4D97-AF65-F5344CB8AC3E}">
        <p14:creationId xmlns:p14="http://schemas.microsoft.com/office/powerpoint/2010/main" val="2682367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DEDC92C-7922-82C6-77D1-59F70EAD78EC}"/>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8714963-1343-34A4-84EC-4E3AF3C83B13}"/>
              </a:ext>
            </a:extLst>
          </p:cNvPr>
          <p:cNvSpPr>
            <a:spLocks noGrp="1"/>
          </p:cNvSpPr>
          <p:nvPr>
            <p:ph type="sldNum" sz="quarter" idx="12"/>
          </p:nvPr>
        </p:nvSpPr>
        <p:spPr/>
        <p:txBody>
          <a:bodyPr/>
          <a:lstStyle/>
          <a:p>
            <a:fld id="{C53E075B-3175-45CF-B3C7-FEDF3F5961E3}" type="slidenum">
              <a:rPr lang="en-US" smtClean="0"/>
              <a:pPr/>
              <a:t>2</a:t>
            </a:fld>
            <a:endParaRPr lang="en-US" dirty="0"/>
          </a:p>
        </p:txBody>
      </p:sp>
      <p:sp>
        <p:nvSpPr>
          <p:cNvPr id="3" name="Title 2">
            <a:extLst>
              <a:ext uri="{FF2B5EF4-FFF2-40B4-BE49-F238E27FC236}">
                <a16:creationId xmlns:a16="http://schemas.microsoft.com/office/drawing/2014/main" id="{EB180212-F254-22F6-2D3F-295274B55698}"/>
              </a:ext>
            </a:extLst>
          </p:cNvPr>
          <p:cNvSpPr>
            <a:spLocks noGrp="1"/>
          </p:cNvSpPr>
          <p:nvPr>
            <p:ph type="title" idx="4294967295"/>
          </p:nvPr>
        </p:nvSpPr>
        <p:spPr>
          <a:xfrm>
            <a:off x="457198" y="827801"/>
            <a:ext cx="10807700" cy="307975"/>
          </a:xfrm>
        </p:spPr>
        <p:txBody>
          <a:bodyPr/>
          <a:lstStyle/>
          <a:p>
            <a:r>
              <a:rPr lang="en-US" sz="2400" dirty="0">
                <a:solidFill>
                  <a:schemeClr val="tx2">
                    <a:lumMod val="50000"/>
                  </a:schemeClr>
                </a:solidFill>
              </a:rPr>
              <a:t>About the Author</a:t>
            </a:r>
          </a:p>
        </p:txBody>
      </p:sp>
      <p:graphicFrame>
        <p:nvGraphicFramePr>
          <p:cNvPr id="7" name="Table 7">
            <a:extLst>
              <a:ext uri="{FF2B5EF4-FFF2-40B4-BE49-F238E27FC236}">
                <a16:creationId xmlns:a16="http://schemas.microsoft.com/office/drawing/2014/main" id="{8BB9C977-D092-225C-1B5D-24298FA3D4CF}"/>
              </a:ext>
            </a:extLst>
          </p:cNvPr>
          <p:cNvGraphicFramePr>
            <a:graphicFrameLocks noGrp="1"/>
          </p:cNvGraphicFramePr>
          <p:nvPr>
            <p:extLst>
              <p:ext uri="{D42A27DB-BD31-4B8C-83A1-F6EECF244321}">
                <p14:modId xmlns:p14="http://schemas.microsoft.com/office/powerpoint/2010/main" val="941077378"/>
              </p:ext>
            </p:extLst>
          </p:nvPr>
        </p:nvGraphicFramePr>
        <p:xfrm>
          <a:off x="457198" y="2005884"/>
          <a:ext cx="9283961" cy="2141256"/>
        </p:xfrm>
        <a:graphic>
          <a:graphicData uri="http://schemas.openxmlformats.org/drawingml/2006/table">
            <a:tbl>
              <a:tblPr firstRow="1" bandRow="1">
                <a:tableStyleId>{5C22544A-7EE6-4342-B048-85BDC9FD1C3A}</a:tableStyleId>
              </a:tblPr>
              <a:tblGrid>
                <a:gridCol w="2644851">
                  <a:extLst>
                    <a:ext uri="{9D8B030D-6E8A-4147-A177-3AD203B41FA5}">
                      <a16:colId xmlns:a16="http://schemas.microsoft.com/office/drawing/2014/main" val="4154468561"/>
                    </a:ext>
                  </a:extLst>
                </a:gridCol>
                <a:gridCol w="6639110">
                  <a:extLst>
                    <a:ext uri="{9D8B030D-6E8A-4147-A177-3AD203B41FA5}">
                      <a16:colId xmlns:a16="http://schemas.microsoft.com/office/drawing/2014/main" val="38167267"/>
                    </a:ext>
                  </a:extLst>
                </a:gridCol>
              </a:tblGrid>
              <a:tr h="422991">
                <a:tc>
                  <a:txBody>
                    <a:bodyPr/>
                    <a:lstStyle/>
                    <a:p>
                      <a:pPr algn="ctr"/>
                      <a:r>
                        <a:rPr lang="en-IN" dirty="0"/>
                        <a:t>Created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Arpita Bhattacharya, Saibal Roy, Supriyo Saha</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66774224"/>
                  </a:ext>
                </a:extLst>
              </a:tr>
              <a:tr h="458632">
                <a:tc>
                  <a:txBody>
                    <a:bodyPr/>
                    <a:lstStyle/>
                    <a:p>
                      <a:pPr algn="ctr"/>
                      <a:r>
                        <a:rPr lang="en-IN" sz="1800" b="1" kern="1200" dirty="0">
                          <a:solidFill>
                            <a:schemeClr val="lt1"/>
                          </a:solidFill>
                          <a:latin typeface="+mn-lt"/>
                          <a:ea typeface="+mn-ea"/>
                          <a:cs typeface="+mn-cs"/>
                        </a:rPr>
                        <a:t>Credential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Associate – Projects; Sr. Consultant CRM – EAS Salesforce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66306729"/>
                  </a:ext>
                </a:extLst>
              </a:tr>
              <a:tr h="430548">
                <a:tc>
                  <a:txBody>
                    <a:bodyPr/>
                    <a:lstStyle/>
                    <a:p>
                      <a:pPr algn="ctr"/>
                      <a:r>
                        <a:rPr lang="en-IN" sz="1800" b="1" kern="1200" dirty="0">
                          <a:solidFill>
                            <a:schemeClr val="lt1"/>
                          </a:solidFill>
                          <a:latin typeface="+mn-lt"/>
                          <a:ea typeface="+mn-ea"/>
                          <a:cs typeface="+mn-cs"/>
                        </a:rPr>
                        <a:t>Version and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V1: 22-Jan-2018, V1.1: August-2023: Updated with Lightning UI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3725294"/>
                  </a:ext>
                </a:extLst>
              </a:tr>
              <a:tr h="430548">
                <a:tc>
                  <a:txBody>
                    <a:bodyPr/>
                    <a:lstStyle/>
                    <a:p>
                      <a:pPr algn="ctr"/>
                      <a:r>
                        <a:rPr lang="en-US" sz="1800" b="1" kern="1200" dirty="0">
                          <a:solidFill>
                            <a:schemeClr val="lt1"/>
                          </a:solidFill>
                          <a:latin typeface="+mn-lt"/>
                          <a:ea typeface="+mn-ea"/>
                          <a:cs typeface="+mn-cs"/>
                        </a:rPr>
                        <a:t>Modified By:</a:t>
                      </a:r>
                      <a:endParaRPr lang="en-IN" sz="18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Abhijan Majumdar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79958"/>
                  </a:ext>
                </a:extLst>
              </a:tr>
            </a:tbl>
          </a:graphicData>
        </a:graphic>
      </p:graphicFrame>
    </p:spTree>
    <p:extLst>
      <p:ext uri="{BB962C8B-B14F-4D97-AF65-F5344CB8AC3E}">
        <p14:creationId xmlns:p14="http://schemas.microsoft.com/office/powerpoint/2010/main" val="2309930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3</a:t>
            </a:fld>
            <a:endParaRPr lang="en-US" dirty="0"/>
          </a:p>
        </p:txBody>
      </p:sp>
      <p:sp>
        <p:nvSpPr>
          <p:cNvPr id="2" name="Title 1"/>
          <p:cNvSpPr>
            <a:spLocks noGrp="1"/>
          </p:cNvSpPr>
          <p:nvPr>
            <p:ph type="title" idx="4294967295"/>
          </p:nvPr>
        </p:nvSpPr>
        <p:spPr>
          <a:xfrm>
            <a:off x="2514600" y="191135"/>
            <a:ext cx="9144000" cy="479425"/>
          </a:xfrm>
        </p:spPr>
        <p:txBody>
          <a:bodyPr/>
          <a:lstStyle/>
          <a:p>
            <a:r>
              <a:rPr lang="en-US" sz="2400" dirty="0">
                <a:solidFill>
                  <a:schemeClr val="tx2">
                    <a:lumMod val="50000"/>
                  </a:schemeClr>
                </a:solidFill>
              </a:rPr>
              <a:t>Recap</a:t>
            </a:r>
            <a:r>
              <a:rPr lang="en-US" sz="3200" dirty="0">
                <a:solidFill>
                  <a:schemeClr val="tx2">
                    <a:lumMod val="50000"/>
                  </a:schemeClr>
                </a:solidFill>
              </a:rPr>
              <a:t> </a:t>
            </a:r>
            <a:r>
              <a:rPr lang="en-US" dirty="0">
                <a:solidFill>
                  <a:schemeClr val="tx2">
                    <a:lumMod val="50000"/>
                  </a:schemeClr>
                </a:solidFill>
              </a:rPr>
              <a:t>...  </a:t>
            </a:r>
          </a:p>
        </p:txBody>
      </p:sp>
      <p:sp>
        <p:nvSpPr>
          <p:cNvPr id="3" name="Content Placeholder 2"/>
          <p:cNvSpPr>
            <a:spLocks noGrp="1"/>
          </p:cNvSpPr>
          <p:nvPr>
            <p:ph idx="4294967295"/>
          </p:nvPr>
        </p:nvSpPr>
        <p:spPr>
          <a:xfrm>
            <a:off x="304800" y="1005839"/>
            <a:ext cx="10566400" cy="5257800"/>
          </a:xfrm>
        </p:spPr>
        <p:txBody>
          <a:bodyPr/>
          <a:lstStyle/>
          <a:p>
            <a:pPr marL="0" indent="0">
              <a:buNone/>
            </a:pPr>
            <a:r>
              <a:rPr lang="en-US" sz="1800" dirty="0"/>
              <a:t>In the previous Module – </a:t>
            </a:r>
            <a:r>
              <a:rPr lang="en-US" sz="1800" i="1" dirty="0"/>
              <a:t>Account Object Configurations, </a:t>
            </a:r>
            <a:r>
              <a:rPr lang="en-US" sz="1800" dirty="0"/>
              <a:t>you learnt to </a:t>
            </a:r>
            <a:r>
              <a:rPr lang="en-US" sz="1800" dirty="0">
                <a:solidFill>
                  <a:schemeClr val="tx1"/>
                </a:solidFill>
              </a:rPr>
              <a:t>...</a:t>
            </a:r>
          </a:p>
          <a:p>
            <a:pPr marL="0" indent="0">
              <a:buNone/>
            </a:pPr>
            <a:endParaRPr lang="en-US" sz="1800" dirty="0">
              <a:solidFill>
                <a:schemeClr val="tx1"/>
              </a:solidFill>
            </a:endParaRPr>
          </a:p>
          <a:p>
            <a:pPr lvl="1">
              <a:buFont typeface="Arial" panose="020B0604020202020204" pitchFamily="34" charset="0"/>
              <a:buChar char="•"/>
            </a:pPr>
            <a:r>
              <a:rPr lang="en-US" dirty="0"/>
              <a:t>Define VEEVA Account record types</a:t>
            </a:r>
          </a:p>
          <a:p>
            <a:pPr lvl="1">
              <a:buFont typeface="Arial" panose="020B0604020202020204" pitchFamily="34" charset="0"/>
              <a:buChar char="•"/>
            </a:pPr>
            <a:r>
              <a:rPr lang="en-US" dirty="0"/>
              <a:t>Define custom Accounts fields</a:t>
            </a:r>
          </a:p>
          <a:p>
            <a:pPr lvl="1">
              <a:buFont typeface="Arial" panose="020B0604020202020204" pitchFamily="34" charset="0"/>
              <a:buChar char="•"/>
            </a:pPr>
            <a:r>
              <a:rPr lang="en-US" dirty="0"/>
              <a:t>Create custom page layout and record types</a:t>
            </a:r>
          </a:p>
          <a:p>
            <a:pPr lvl="1">
              <a:buFont typeface="Arial" panose="020B0604020202020204" pitchFamily="34" charset="0"/>
              <a:buChar char="•"/>
            </a:pPr>
            <a:r>
              <a:rPr lang="en-US" dirty="0"/>
              <a:t>Create a custom Account button</a:t>
            </a:r>
          </a:p>
          <a:p>
            <a:pPr lvl="1">
              <a:buFont typeface="Arial" panose="020B0604020202020204" pitchFamily="34" charset="0"/>
              <a:buChar char="•"/>
            </a:pPr>
            <a:r>
              <a:rPr lang="en-US" dirty="0"/>
              <a:t>Display the View User Territory custom link </a:t>
            </a:r>
          </a:p>
          <a:p>
            <a:pPr marL="457200" lvl="1" indent="0">
              <a:buNone/>
            </a:pPr>
            <a:endParaRPr lang="en-US" b="1" dirty="0"/>
          </a:p>
          <a:p>
            <a:pPr marL="457200" lvl="1" indent="0">
              <a:buNone/>
            </a:pPr>
            <a:r>
              <a:rPr lang="en-US" b="1" dirty="0"/>
              <a:t>And now ... </a:t>
            </a:r>
          </a:p>
          <a:p>
            <a:pPr marL="0" indent="0">
              <a:buNone/>
            </a:pPr>
            <a:endParaRPr lang="en-US" dirty="0">
              <a:solidFill>
                <a:schemeClr val="tx1"/>
              </a:solidFill>
            </a:endParaRPr>
          </a:p>
        </p:txBody>
      </p:sp>
    </p:spTree>
    <p:extLst>
      <p:ext uri="{BB962C8B-B14F-4D97-AF65-F5344CB8AC3E}">
        <p14:creationId xmlns:p14="http://schemas.microsoft.com/office/powerpoint/2010/main" val="179362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4</a:t>
            </a:fld>
            <a:endParaRPr lang="en-US" dirty="0"/>
          </a:p>
        </p:txBody>
      </p:sp>
      <p:sp>
        <p:nvSpPr>
          <p:cNvPr id="3" name="Title 2"/>
          <p:cNvSpPr>
            <a:spLocks noGrp="1"/>
          </p:cNvSpPr>
          <p:nvPr>
            <p:ph type="title" idx="4294967295"/>
          </p:nvPr>
        </p:nvSpPr>
        <p:spPr>
          <a:xfrm>
            <a:off x="2133600" y="269240"/>
            <a:ext cx="9144000" cy="479425"/>
          </a:xfrm>
        </p:spPr>
        <p:txBody>
          <a:bodyPr/>
          <a:lstStyle/>
          <a:p>
            <a:r>
              <a:rPr lang="en-US" sz="2400" dirty="0">
                <a:solidFill>
                  <a:schemeClr val="tx2">
                    <a:lumMod val="50000"/>
                  </a:schemeClr>
                </a:solidFill>
              </a:rPr>
              <a:t>Do You Know </a:t>
            </a:r>
          </a:p>
        </p:txBody>
      </p:sp>
      <p:sp>
        <p:nvSpPr>
          <p:cNvPr id="11" name="Content Placeholder 7"/>
          <p:cNvSpPr txBox="1">
            <a:spLocks/>
          </p:cNvSpPr>
          <p:nvPr/>
        </p:nvSpPr>
        <p:spPr>
          <a:xfrm>
            <a:off x="838200" y="1219200"/>
            <a:ext cx="6248400" cy="4114800"/>
          </a:xfrm>
          <a:prstGeom prst="rect">
            <a:avLst/>
          </a:prstGeom>
        </p:spPr>
        <p:txBody>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US" dirty="0"/>
          </a:p>
        </p:txBody>
      </p:sp>
      <p:pic>
        <p:nvPicPr>
          <p:cNvPr id="12" name="Picture 2" descr="D:\Images\Images\Overview\shutterstock_72689296.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73163" y="1050924"/>
            <a:ext cx="3109384" cy="466407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066800" y="1295400"/>
            <a:ext cx="6019800" cy="2031325"/>
          </a:xfrm>
          <a:prstGeom prst="rect">
            <a:avLst/>
          </a:prstGeom>
        </p:spPr>
        <p:txBody>
          <a:bodyPr wrap="square">
            <a:spAutoFit/>
          </a:bodyPr>
          <a:lstStyle/>
          <a:p>
            <a:pPr marL="342900" marR="0" lvl="0" indent="-342900">
              <a:spcBef>
                <a:spcPts val="0"/>
              </a:spcBef>
              <a:spcAft>
                <a:spcPts val="0"/>
              </a:spcAft>
              <a:buFont typeface="Arial" panose="020B0604020202020204" pitchFamily="34" charset="0"/>
              <a:buChar char="•"/>
              <a:tabLst>
                <a:tab pos="457200" algn="l"/>
              </a:tabLst>
            </a:pPr>
            <a:r>
              <a:rPr lang="en-US" dirty="0">
                <a:solidFill>
                  <a:schemeClr val="tx1">
                    <a:lumMod val="75000"/>
                    <a:lumOff val="25000"/>
                  </a:schemeClr>
                </a:solidFill>
                <a:latin typeface="Arial" pitchFamily="34" charset="0"/>
                <a:ea typeface="Arial Unicode MS" pitchFamily="34" charset="-128"/>
                <a:cs typeface="Arial" pitchFamily="34" charset="0"/>
              </a:rPr>
              <a:t>The Sphere of Influence is a custom S-control called </a:t>
            </a:r>
            <a:r>
              <a:rPr lang="en-US" dirty="0" err="1">
                <a:solidFill>
                  <a:schemeClr val="tx1">
                    <a:lumMod val="75000"/>
                    <a:lumOff val="25000"/>
                  </a:schemeClr>
                </a:solidFill>
                <a:latin typeface="Arial" pitchFamily="34" charset="0"/>
                <a:ea typeface="Arial Unicode MS" pitchFamily="34" charset="-128"/>
                <a:cs typeface="Arial" pitchFamily="34" charset="0"/>
              </a:rPr>
              <a:t>SphereofInfluence</a:t>
            </a:r>
            <a:endParaRPr lang="en-US" dirty="0">
              <a:solidFill>
                <a:schemeClr val="tx1">
                  <a:lumMod val="75000"/>
                  <a:lumOff val="25000"/>
                </a:schemeClr>
              </a:solidFill>
              <a:latin typeface="Arial" pitchFamily="34" charset="0"/>
              <a:ea typeface="Arial Unicode MS" pitchFamily="34" charset="-128"/>
              <a:cs typeface="Arial" pitchFamily="34" charset="0"/>
            </a:endParaRPr>
          </a:p>
          <a:p>
            <a:pPr marL="342900" marR="0" lvl="0" indent="-342900">
              <a:spcBef>
                <a:spcPts val="0"/>
              </a:spcBef>
              <a:spcAft>
                <a:spcPts val="0"/>
              </a:spcAft>
              <a:buFont typeface="Arial" panose="020B0604020202020204" pitchFamily="34" charset="0"/>
              <a:buChar char="•"/>
              <a:tabLst>
                <a:tab pos="457200" algn="l"/>
              </a:tabLst>
            </a:pPr>
            <a:r>
              <a:rPr lang="en-US" dirty="0">
                <a:solidFill>
                  <a:schemeClr val="tx1">
                    <a:lumMod val="75000"/>
                    <a:lumOff val="25000"/>
                  </a:schemeClr>
                </a:solidFill>
                <a:latin typeface="Arial" pitchFamily="34" charset="0"/>
                <a:ea typeface="Arial Unicode MS" pitchFamily="34" charset="-128"/>
                <a:cs typeface="Arial" pitchFamily="34" charset="0"/>
              </a:rPr>
              <a:t>The Influence association for Sphere of Influence can be disabled(Disabling Influence Direction)by disabling the FLS by profile</a:t>
            </a:r>
          </a:p>
          <a:p>
            <a:pPr marL="342900" marR="0" lvl="0" indent="-342900">
              <a:spcBef>
                <a:spcPts val="0"/>
              </a:spcBef>
              <a:spcAft>
                <a:spcPts val="0"/>
              </a:spcAft>
              <a:buFont typeface="Arial" panose="020B0604020202020204" pitchFamily="34" charset="0"/>
              <a:buChar char="•"/>
              <a:tabLst>
                <a:tab pos="457200" algn="l"/>
              </a:tabLst>
            </a:pPr>
            <a:r>
              <a:rPr lang="en-US" dirty="0">
                <a:solidFill>
                  <a:schemeClr val="tx1">
                    <a:lumMod val="75000"/>
                    <a:lumOff val="25000"/>
                  </a:schemeClr>
                </a:solidFill>
                <a:latin typeface="Arial" pitchFamily="34" charset="0"/>
                <a:ea typeface="Arial Unicode MS" pitchFamily="34" charset="-128"/>
                <a:cs typeface="Arial" pitchFamily="34" charset="0"/>
              </a:rPr>
              <a:t>When Influence is disabled , a black line displays between the accounts, but an arrow will not display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5</a:t>
            </a:fld>
            <a:endParaRPr lang="en-US" dirty="0"/>
          </a:p>
        </p:txBody>
      </p:sp>
      <p:sp>
        <p:nvSpPr>
          <p:cNvPr id="3" name="Title 2"/>
          <p:cNvSpPr>
            <a:spLocks noGrp="1"/>
          </p:cNvSpPr>
          <p:nvPr>
            <p:ph type="title" idx="4294967295"/>
          </p:nvPr>
        </p:nvSpPr>
        <p:spPr>
          <a:xfrm>
            <a:off x="2743200" y="191917"/>
            <a:ext cx="9144000" cy="479425"/>
          </a:xfrm>
        </p:spPr>
        <p:txBody>
          <a:bodyPr/>
          <a:lstStyle/>
          <a:p>
            <a:r>
              <a:rPr lang="en-US" sz="2400" dirty="0">
                <a:solidFill>
                  <a:schemeClr val="tx2">
                    <a:lumMod val="50000"/>
                  </a:schemeClr>
                </a:solidFill>
              </a:rPr>
              <a:t>Objectives</a:t>
            </a:r>
          </a:p>
        </p:txBody>
      </p:sp>
      <p:sp>
        <p:nvSpPr>
          <p:cNvPr id="2" name="Content Placeholder 1"/>
          <p:cNvSpPr>
            <a:spLocks noGrp="1"/>
          </p:cNvSpPr>
          <p:nvPr>
            <p:ph idx="4294967295"/>
          </p:nvPr>
        </p:nvSpPr>
        <p:spPr>
          <a:xfrm>
            <a:off x="304800" y="1219688"/>
            <a:ext cx="7637463" cy="4946650"/>
          </a:xfrm>
        </p:spPr>
        <p:txBody>
          <a:bodyPr/>
          <a:lstStyle/>
          <a:p>
            <a:r>
              <a:rPr dirty="0"/>
              <a:t>After completing this chapter, you will learn to:</a:t>
            </a:r>
          </a:p>
          <a:p>
            <a:pPr marL="0" indent="0">
              <a:buNone/>
            </a:pPr>
            <a:endParaRPr dirty="0"/>
          </a:p>
          <a:p>
            <a:pPr lvl="1"/>
            <a:r>
              <a:rPr lang="en-US" dirty="0"/>
              <a:t>Define the s-Control: ‘Sphere of Influence’, which represents the Account affiliations in a pictorial format &amp; Configure the Affiliations</a:t>
            </a:r>
          </a:p>
          <a:p>
            <a:pPr marL="457200" lvl="1" indent="0">
              <a:buNone/>
            </a:pPr>
            <a:r>
              <a:rPr lang="en-US" dirty="0"/>
              <a:t> </a:t>
            </a:r>
            <a:endParaRPr dirty="0"/>
          </a:p>
          <a:p>
            <a:pPr lvl="1"/>
            <a:r>
              <a:rPr lang="en-US" dirty="0"/>
              <a:t>Define the Parent Child Relationship through Account Hierarchy &amp;  </a:t>
            </a:r>
          </a:p>
          <a:p>
            <a:pPr marL="457200" lvl="1" indent="0">
              <a:buNone/>
            </a:pPr>
            <a:r>
              <a:rPr lang="en-US" dirty="0"/>
              <a:t>     Configure an Account Hierarchy</a:t>
            </a:r>
          </a:p>
        </p:txBody>
      </p:sp>
      <p:pic>
        <p:nvPicPr>
          <p:cNvPr id="4098" name="Picture 2" descr="D:\Images\Images\Objective\shutterstock_67901683.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475785" y="2044281"/>
            <a:ext cx="2748038" cy="412205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6</a:t>
            </a:fld>
            <a:endParaRPr lang="en-US" dirty="0"/>
          </a:p>
        </p:txBody>
      </p:sp>
      <p:sp>
        <p:nvSpPr>
          <p:cNvPr id="3" name="Title 2"/>
          <p:cNvSpPr>
            <a:spLocks noGrp="1"/>
          </p:cNvSpPr>
          <p:nvPr>
            <p:ph type="title" idx="4294967295"/>
          </p:nvPr>
        </p:nvSpPr>
        <p:spPr>
          <a:xfrm>
            <a:off x="3073400" y="137865"/>
            <a:ext cx="9144000" cy="479425"/>
          </a:xfrm>
        </p:spPr>
        <p:txBody>
          <a:bodyPr/>
          <a:lstStyle/>
          <a:p>
            <a:r>
              <a:rPr lang="en-US" sz="2400" dirty="0">
                <a:solidFill>
                  <a:schemeClr val="tx2">
                    <a:lumMod val="50000"/>
                  </a:schemeClr>
                </a:solidFill>
              </a:rPr>
              <a:t>Overview</a:t>
            </a:r>
          </a:p>
        </p:txBody>
      </p:sp>
      <p:sp>
        <p:nvSpPr>
          <p:cNvPr id="2" name="Content Placeholder 1"/>
          <p:cNvSpPr>
            <a:spLocks noGrp="1"/>
          </p:cNvSpPr>
          <p:nvPr>
            <p:ph idx="4294967295"/>
          </p:nvPr>
        </p:nvSpPr>
        <p:spPr>
          <a:xfrm>
            <a:off x="0" y="817563"/>
            <a:ext cx="9650413" cy="5049837"/>
          </a:xfrm>
        </p:spPr>
        <p:txBody>
          <a:bodyPr/>
          <a:lstStyle/>
          <a:p>
            <a:pPr lvl="1">
              <a:buFont typeface="Arial" panose="020B0604020202020204" pitchFamily="34" charset="0"/>
              <a:buChar char="•"/>
            </a:pPr>
            <a:endParaRPr lang="en-US" dirty="0"/>
          </a:p>
          <a:p>
            <a:pPr lvl="1">
              <a:buFont typeface="Arial" panose="020B0604020202020204" pitchFamily="34" charset="0"/>
              <a:buChar char="•"/>
            </a:pPr>
            <a:r>
              <a:rPr lang="en-US" dirty="0"/>
              <a:t>VEEVA CRM allows tracking Parent-Child relationships through Account Hierarchy</a:t>
            </a:r>
            <a:r>
              <a:rPr lang="en-US" sz="1800" b="1" dirty="0"/>
              <a:t>  </a:t>
            </a:r>
          </a:p>
          <a:p>
            <a:pPr marL="0" indent="0">
              <a:buNone/>
            </a:pPr>
            <a:endParaRPr lang="en-US" b="1" dirty="0"/>
          </a:p>
          <a:p>
            <a:pPr lvl="1">
              <a:buFont typeface="Arial" panose="020B0604020202020204" pitchFamily="34" charset="0"/>
              <a:buChar char="•"/>
            </a:pPr>
            <a:r>
              <a:rPr lang="en-US" dirty="0"/>
              <a:t>The Sphere of Influence displays all account Affiliations in an intuitive, graphical format and can be placed on any Account or Contact page and displays all the relationships the current account has with other accounts (both HCP and HCO) and contacts</a:t>
            </a:r>
          </a:p>
          <a:p>
            <a:pPr lvl="1">
              <a:buFont typeface="Arial" panose="020B0604020202020204" pitchFamily="34" charset="0"/>
              <a:buChar char="•"/>
            </a:pPr>
            <a:r>
              <a:rPr lang="en-US" dirty="0"/>
              <a:t>Visibility to accounts and contacts in the Sphere of Influence is controlled by the territory hierarchy</a:t>
            </a:r>
          </a:p>
          <a:p>
            <a:pPr lvl="1">
              <a:buFont typeface="Arial" panose="020B0604020202020204" pitchFamily="34" charset="0"/>
              <a:buChar char="•"/>
            </a:pPr>
            <a:endParaRPr lang="en-US" dirty="0"/>
          </a:p>
          <a:p>
            <a:pPr lvl="1">
              <a:buFont typeface="Arial" panose="020B0604020202020204" pitchFamily="34" charset="0"/>
              <a:buChar char="•"/>
            </a:pPr>
            <a:r>
              <a:rPr lang="en-US" dirty="0"/>
              <a:t>When deleting an affiliation record, the system </a:t>
            </a:r>
          </a:p>
          <a:p>
            <a:pPr marL="457200" lvl="1" indent="0">
              <a:buNone/>
            </a:pPr>
            <a:r>
              <a:rPr lang="en-US" dirty="0"/>
              <a:t>     deletes the inverse affiliation as well</a:t>
            </a:r>
          </a:p>
          <a:p>
            <a:pPr lvl="1">
              <a:buFont typeface="Arial" panose="020B0604020202020204" pitchFamily="34" charset="0"/>
              <a:buChar char="•"/>
            </a:pPr>
            <a:endParaRPr lang="en-US" dirty="0"/>
          </a:p>
          <a:p>
            <a:pPr lvl="1">
              <a:buFont typeface="Arial" panose="020B0604020202020204" pitchFamily="34" charset="0"/>
              <a:buChar char="•"/>
            </a:pPr>
            <a:endParaRPr lang="en-US" dirty="0"/>
          </a:p>
          <a:p>
            <a:endParaRPr lang="en-US" dirty="0"/>
          </a:p>
        </p:txBody>
      </p:sp>
      <p:sp>
        <p:nvSpPr>
          <p:cNvPr id="6" name="Rectangle 5"/>
          <p:cNvSpPr/>
          <p:nvPr/>
        </p:nvSpPr>
        <p:spPr>
          <a:xfrm>
            <a:off x="8035834" y="3746932"/>
            <a:ext cx="3515169" cy="2628472"/>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2" descr="D:\Images\Images\Question\shutterstock_157594730.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2572" b="14047"/>
          <a:stretch/>
        </p:blipFill>
        <p:spPr bwMode="auto">
          <a:xfrm>
            <a:off x="8104777" y="3810000"/>
            <a:ext cx="3376023" cy="24973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CC29-FAF3-AF59-152C-764D64B43CB6}"/>
              </a:ext>
            </a:extLst>
          </p:cNvPr>
          <p:cNvSpPr>
            <a:spLocks noGrp="1"/>
          </p:cNvSpPr>
          <p:nvPr>
            <p:ph type="ctrTitle"/>
          </p:nvPr>
        </p:nvSpPr>
        <p:spPr>
          <a:xfrm>
            <a:off x="1042394" y="2362200"/>
            <a:ext cx="4013200" cy="1828469"/>
          </a:xfrm>
        </p:spPr>
        <p:txBody>
          <a:bodyPr/>
          <a:lstStyle/>
          <a:p>
            <a:r>
              <a:rPr lang="en-US" dirty="0">
                <a:solidFill>
                  <a:srgbClr val="00718F"/>
                </a:solidFill>
                <a:latin typeface="Arial" panose="020B0604020202020204" pitchFamily="34" charset="0"/>
                <a:cs typeface="Arial" panose="020B0604020202020204" pitchFamily="34" charset="0"/>
              </a:rPr>
              <a:t>Sphere of Influence &amp; Affiliation</a:t>
            </a:r>
          </a:p>
        </p:txBody>
      </p:sp>
      <p:sp>
        <p:nvSpPr>
          <p:cNvPr id="4" name="Footer Placeholder 3"/>
          <p:cNvSpPr>
            <a:spLocks noGrp="1"/>
          </p:cNvSpPr>
          <p:nvPr>
            <p:ph type="ftr" sz="quarter" idx="11"/>
          </p:nvPr>
        </p:nvSpPr>
        <p:spPr/>
        <p:txBody>
          <a:bodyPr/>
          <a:lstStyle/>
          <a:p>
            <a:r>
              <a:rPr lang="en-US" dirty="0"/>
              <a:t>© Cognizant 2023</a:t>
            </a:r>
          </a:p>
        </p:txBody>
      </p:sp>
      <p:sp>
        <p:nvSpPr>
          <p:cNvPr id="7" name="Text Placeholder 6">
            <a:extLst>
              <a:ext uri="{FF2B5EF4-FFF2-40B4-BE49-F238E27FC236}">
                <a16:creationId xmlns:a16="http://schemas.microsoft.com/office/drawing/2014/main" id="{B4D4F8B7-32AA-078A-D404-69EBD29681F5}"/>
              </a:ext>
            </a:extLst>
          </p:cNvPr>
          <p:cNvSpPr>
            <a:spLocks noGrp="1"/>
          </p:cNvSpPr>
          <p:nvPr>
            <p:ph type="body" idx="12"/>
          </p:nvPr>
        </p:nvSpPr>
        <p:spPr/>
        <p:txBody>
          <a:bodyPr/>
          <a:lstStyle/>
          <a:p>
            <a:endParaRPr lang="en-US" dirty="0"/>
          </a:p>
        </p:txBody>
      </p:sp>
      <p:sp>
        <p:nvSpPr>
          <p:cNvPr id="5" name="Slide Number Placeholder 4"/>
          <p:cNvSpPr>
            <a:spLocks noGrp="1"/>
          </p:cNvSpPr>
          <p:nvPr>
            <p:ph type="sldNum" sz="quarter" idx="4294967295"/>
          </p:nvPr>
        </p:nvSpPr>
        <p:spPr>
          <a:xfrm>
            <a:off x="11658600" y="6629400"/>
            <a:ext cx="533400" cy="228600"/>
          </a:xfrm>
        </p:spPr>
        <p:txBody>
          <a:bodyPr/>
          <a:lstStyle/>
          <a:p>
            <a:fld id="{E7AF38FF-B38D-4060-8B8D-2D16AAFBAAC1}" type="slidenum">
              <a:rPr lang="en-US" smtClean="0"/>
              <a:pPr/>
              <a:t>7</a:t>
            </a:fld>
            <a:endParaRPr lang="en-US"/>
          </a:p>
        </p:txBody>
      </p:sp>
    </p:spTree>
    <p:extLst>
      <p:ext uri="{BB962C8B-B14F-4D97-AF65-F5344CB8AC3E}">
        <p14:creationId xmlns:p14="http://schemas.microsoft.com/office/powerpoint/2010/main" val="838981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8</a:t>
            </a:fld>
            <a:endParaRPr lang="en-US" dirty="0"/>
          </a:p>
        </p:txBody>
      </p:sp>
      <p:sp>
        <p:nvSpPr>
          <p:cNvPr id="3" name="Title 2"/>
          <p:cNvSpPr>
            <a:spLocks noGrp="1"/>
          </p:cNvSpPr>
          <p:nvPr>
            <p:ph type="title" idx="4294967295"/>
          </p:nvPr>
        </p:nvSpPr>
        <p:spPr>
          <a:xfrm>
            <a:off x="2819400" y="228600"/>
            <a:ext cx="9144000" cy="479425"/>
          </a:xfrm>
        </p:spPr>
        <p:txBody>
          <a:bodyPr/>
          <a:lstStyle/>
          <a:p>
            <a:r>
              <a:rPr lang="en-US" sz="2400" dirty="0">
                <a:solidFill>
                  <a:schemeClr val="tx2">
                    <a:lumMod val="50000"/>
                  </a:schemeClr>
                </a:solidFill>
              </a:rPr>
              <a:t>Affiliations - Overview</a:t>
            </a:r>
          </a:p>
        </p:txBody>
      </p:sp>
      <p:sp>
        <p:nvSpPr>
          <p:cNvPr id="2" name="Content Placeholder 1"/>
          <p:cNvSpPr>
            <a:spLocks noGrp="1"/>
          </p:cNvSpPr>
          <p:nvPr>
            <p:ph idx="4294967295"/>
          </p:nvPr>
        </p:nvSpPr>
        <p:spPr>
          <a:xfrm>
            <a:off x="76200" y="1142999"/>
            <a:ext cx="10439400" cy="5105400"/>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b="1" dirty="0"/>
              <a:t>Account Affiliation</a:t>
            </a:r>
          </a:p>
          <a:p>
            <a:pPr>
              <a:defRPr/>
            </a:pPr>
            <a:endParaRPr lang="en-US" sz="1800" dirty="0"/>
          </a:p>
          <a:p>
            <a:pPr lvl="1">
              <a:buFont typeface="Arial" panose="020B0604020202020204" pitchFamily="34" charset="0"/>
              <a:buChar char="−"/>
              <a:defRPr/>
            </a:pPr>
            <a:r>
              <a:rPr lang="en-US" dirty="0"/>
              <a:t>VEEVA CRM allows Orgs to track non-formal affiliation within any types of Accounts through Account </a:t>
            </a:r>
          </a:p>
          <a:p>
            <a:pPr lvl="1">
              <a:buFont typeface="Arial" panose="020B0604020202020204" pitchFamily="34" charset="0"/>
              <a:buChar char="−"/>
              <a:defRPr/>
            </a:pPr>
            <a:endParaRPr lang="en-US" dirty="0"/>
          </a:p>
          <a:p>
            <a:pPr lvl="1">
              <a:buFont typeface="Arial" panose="020B0604020202020204" pitchFamily="34" charset="0"/>
              <a:buChar char="−"/>
              <a:defRPr/>
            </a:pPr>
            <a:r>
              <a:rPr lang="en-US" dirty="0"/>
              <a:t>VEEVA CRM uses </a:t>
            </a:r>
            <a:r>
              <a:rPr lang="en-US" b="1" dirty="0" err="1"/>
              <a:t>Affiliation_vod</a:t>
            </a:r>
            <a:r>
              <a:rPr lang="en-US" b="1" dirty="0"/>
              <a:t> object </a:t>
            </a:r>
            <a:r>
              <a:rPr lang="en-US" dirty="0"/>
              <a:t>to store affiliation information between </a:t>
            </a:r>
            <a:r>
              <a:rPr lang="en-US" b="1" dirty="0"/>
              <a:t>person accounts</a:t>
            </a:r>
            <a:r>
              <a:rPr lang="en-US" dirty="0"/>
              <a:t>, </a:t>
            </a:r>
            <a:r>
              <a:rPr lang="en-US" b="1" dirty="0"/>
              <a:t>business accounts</a:t>
            </a:r>
            <a:r>
              <a:rPr lang="en-US" dirty="0"/>
              <a:t>, and </a:t>
            </a:r>
            <a:r>
              <a:rPr lang="en-US" b="1" dirty="0"/>
              <a:t>contacts</a:t>
            </a:r>
            <a:endParaRPr lang="en-US" dirty="0"/>
          </a:p>
          <a:p>
            <a:pPr lvl="1">
              <a:buFont typeface="Arial" panose="020B0604020202020204" pitchFamily="34" charset="0"/>
              <a:buChar char="−"/>
              <a:defRPr/>
            </a:pPr>
            <a:endParaRPr lang="en-US" dirty="0"/>
          </a:p>
          <a:p>
            <a:pPr lvl="1">
              <a:buFont typeface="Arial" panose="020B0604020202020204" pitchFamily="34" charset="0"/>
              <a:buChar char="−"/>
              <a:defRPr/>
            </a:pPr>
            <a:r>
              <a:rPr lang="en-US" dirty="0"/>
              <a:t>When an affiliation (A-&gt;B) is inserted, the opposite affiliation (B-&gt;A) is </a:t>
            </a:r>
            <a:r>
              <a:rPr lang="en-US" b="1" dirty="0"/>
              <a:t>automatically created via a trigger</a:t>
            </a:r>
            <a:r>
              <a:rPr lang="en-US" dirty="0"/>
              <a:t>. This comes as a standard VEEVA functionality</a:t>
            </a:r>
          </a:p>
          <a:p>
            <a:pPr lvl="1">
              <a:buFont typeface="Arial" panose="020B0604020202020204" pitchFamily="34" charset="0"/>
              <a:buChar char="−"/>
              <a:defRPr/>
            </a:pPr>
            <a:endParaRPr lang="en-US" dirty="0"/>
          </a:p>
          <a:p>
            <a:pPr lvl="1">
              <a:buFont typeface="Arial" panose="020B0604020202020204" pitchFamily="34" charset="0"/>
              <a:buChar char="−"/>
              <a:defRPr/>
            </a:pPr>
            <a:r>
              <a:rPr lang="en-US" dirty="0"/>
              <a:t>Account Affiliations is thus quite different from Parent Child relationships between Accounts </a:t>
            </a:r>
          </a:p>
          <a:p>
            <a:pPr lvl="1">
              <a:buFont typeface="Arial" panose="020B0604020202020204" pitchFamily="34" charset="0"/>
              <a:buChar char="−"/>
              <a:defRPr/>
            </a:pPr>
            <a:endParaRPr lang="en-US" dirty="0"/>
          </a:p>
          <a:p>
            <a:pPr lvl="1">
              <a:buFont typeface="Arial" panose="020B0604020202020204" pitchFamily="34" charset="0"/>
              <a:buChar char="−"/>
              <a:defRPr/>
            </a:pPr>
            <a:r>
              <a:rPr lang="en-US" dirty="0"/>
              <a:t>Account Affiliations are depicted in pictorial form on Account card via the s-control: </a:t>
            </a:r>
            <a:r>
              <a:rPr lang="en-US" b="1" dirty="0"/>
              <a:t>Sphere of Influence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9</a:t>
            </a:fld>
            <a:endParaRPr lang="en-US" dirty="0"/>
          </a:p>
        </p:txBody>
      </p:sp>
      <p:sp>
        <p:nvSpPr>
          <p:cNvPr id="3" name="Title 2"/>
          <p:cNvSpPr>
            <a:spLocks noGrp="1"/>
          </p:cNvSpPr>
          <p:nvPr>
            <p:ph type="title" idx="4294967295"/>
          </p:nvPr>
        </p:nvSpPr>
        <p:spPr>
          <a:xfrm>
            <a:off x="2667000" y="221895"/>
            <a:ext cx="9144000" cy="479425"/>
          </a:xfrm>
        </p:spPr>
        <p:txBody>
          <a:bodyPr/>
          <a:lstStyle/>
          <a:p>
            <a:r>
              <a:rPr lang="en-US" sz="2400" dirty="0">
                <a:solidFill>
                  <a:schemeClr val="tx2">
                    <a:lumMod val="50000"/>
                  </a:schemeClr>
                </a:solidFill>
              </a:rPr>
              <a:t>Sphere of Influence.. 1</a:t>
            </a:r>
          </a:p>
        </p:txBody>
      </p:sp>
      <p:sp>
        <p:nvSpPr>
          <p:cNvPr id="2" name="Content Placeholder 1"/>
          <p:cNvSpPr>
            <a:spLocks noGrp="1"/>
          </p:cNvSpPr>
          <p:nvPr>
            <p:ph idx="4294967295"/>
          </p:nvPr>
        </p:nvSpPr>
        <p:spPr>
          <a:xfrm>
            <a:off x="427385" y="1081662"/>
            <a:ext cx="5638800" cy="5207000"/>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b="1" dirty="0"/>
              <a:t>Sphere of Influence</a:t>
            </a:r>
          </a:p>
          <a:p>
            <a:pPr>
              <a:defRPr/>
            </a:pPr>
            <a:endParaRPr lang="en-US" sz="1800" dirty="0"/>
          </a:p>
          <a:p>
            <a:pPr lvl="1">
              <a:buFont typeface="Arial" panose="020B0604020202020204" pitchFamily="34" charset="0"/>
              <a:buChar char="−"/>
              <a:defRPr/>
            </a:pPr>
            <a:r>
              <a:rPr lang="en-US" dirty="0"/>
              <a:t>Displays all the relationships the center account has with other accounts (of any type) and contacts</a:t>
            </a:r>
          </a:p>
          <a:p>
            <a:pPr lvl="1">
              <a:buFont typeface="Arial" panose="020B0604020202020204" pitchFamily="34" charset="0"/>
              <a:buChar char="−"/>
              <a:defRPr/>
            </a:pPr>
            <a:endParaRPr lang="en-US" dirty="0"/>
          </a:p>
          <a:p>
            <a:pPr lvl="1">
              <a:buFont typeface="Arial" panose="020B0604020202020204" pitchFamily="34" charset="0"/>
              <a:buChar char="−"/>
              <a:defRPr/>
            </a:pPr>
            <a:r>
              <a:rPr lang="en-US" dirty="0"/>
              <a:t>Drives the</a:t>
            </a:r>
            <a:r>
              <a:rPr lang="en-US" b="1" dirty="0"/>
              <a:t> list of potential attendees when recording group calls </a:t>
            </a:r>
          </a:p>
          <a:p>
            <a:pPr lvl="1">
              <a:buFont typeface="Arial" panose="020B0604020202020204" pitchFamily="34" charset="0"/>
              <a:buChar char="−"/>
              <a:defRPr/>
            </a:pPr>
            <a:endParaRPr lang="en-US" dirty="0"/>
          </a:p>
          <a:p>
            <a:pPr lvl="1">
              <a:buFont typeface="Arial" panose="020B0604020202020204" pitchFamily="34" charset="0"/>
              <a:buChar char="−"/>
              <a:defRPr/>
            </a:pPr>
            <a:r>
              <a:rPr lang="en-US" dirty="0"/>
              <a:t>A VEEVA S-Control that can be placed on any Account or Contact page </a:t>
            </a:r>
          </a:p>
          <a:p>
            <a:pPr lvl="1">
              <a:buFont typeface="Arial" panose="020B0604020202020204" pitchFamily="34" charset="0"/>
              <a:buChar char="−"/>
              <a:defRPr/>
            </a:pPr>
            <a:endParaRPr lang="en-US" dirty="0"/>
          </a:p>
          <a:p>
            <a:pPr lvl="1">
              <a:buFont typeface="Arial" panose="020B0604020202020204" pitchFamily="34" charset="0"/>
              <a:buChar char="−"/>
              <a:defRPr/>
            </a:pPr>
            <a:r>
              <a:rPr lang="en-US" dirty="0"/>
              <a:t>Click the        to add an Account to the Sphere of Influence</a:t>
            </a:r>
          </a:p>
          <a:p>
            <a:pPr lvl="1">
              <a:buFont typeface="Arial" panose="020B0604020202020204" pitchFamily="34" charset="0"/>
              <a:buChar char="−"/>
              <a:defRPr/>
            </a:pPr>
            <a:endParaRPr lang="en-US" sz="1600" dirty="0"/>
          </a:p>
          <a:p>
            <a:pPr>
              <a:buFont typeface="Wingdings" panose="05000000000000000000" pitchFamily="2" charset="2"/>
              <a:buChar char="q"/>
              <a:defRPr/>
            </a:pPr>
            <a:endParaRPr lang="en-US" sz="1800" dirty="0"/>
          </a:p>
          <a:p>
            <a:pPr marL="0" indent="0">
              <a:buNone/>
              <a:defRPr/>
            </a:pPr>
            <a:endParaRPr lang="en-US" sz="1800" dirty="0"/>
          </a:p>
        </p:txBody>
      </p:sp>
      <p:sp>
        <p:nvSpPr>
          <p:cNvPr id="6" name="Content Placeholder 1"/>
          <p:cNvSpPr txBox="1">
            <a:spLocks/>
          </p:cNvSpPr>
          <p:nvPr/>
        </p:nvSpPr>
        <p:spPr>
          <a:xfrm>
            <a:off x="6019800" y="980719"/>
            <a:ext cx="3962400" cy="529270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endParaRPr lang="en-US" sz="1800" dirty="0"/>
          </a:p>
          <a:p>
            <a:pPr marL="0" indent="0">
              <a:buNone/>
              <a:defRPr/>
            </a:pPr>
            <a:endParaRPr lang="en-US" sz="1800" dirty="0"/>
          </a:p>
        </p:txBody>
      </p:sp>
      <p:pic>
        <p:nvPicPr>
          <p:cNvPr id="7" name="Picture 6"/>
          <p:cNvPicPr>
            <a:picLocks noChangeAspect="1"/>
          </p:cNvPicPr>
          <p:nvPr/>
        </p:nvPicPr>
        <p:blipFill>
          <a:blip r:embed="rId2"/>
          <a:stretch>
            <a:fillRect/>
          </a:stretch>
        </p:blipFill>
        <p:spPr>
          <a:xfrm>
            <a:off x="6713869" y="1526931"/>
            <a:ext cx="4294069" cy="3641324"/>
          </a:xfrm>
          <a:prstGeom prst="rect">
            <a:avLst/>
          </a:prstGeom>
        </p:spPr>
      </p:pic>
      <p:pic>
        <p:nvPicPr>
          <p:cNvPr id="8" name="Picture 7"/>
          <p:cNvPicPr>
            <a:picLocks noChangeAspect="1"/>
          </p:cNvPicPr>
          <p:nvPr/>
        </p:nvPicPr>
        <p:blipFill>
          <a:blip r:embed="rId3"/>
          <a:stretch>
            <a:fillRect/>
          </a:stretch>
        </p:blipFill>
        <p:spPr>
          <a:xfrm>
            <a:off x="2667000" y="4863455"/>
            <a:ext cx="304800" cy="304800"/>
          </a:xfrm>
          <a:prstGeom prst="rect">
            <a:avLst/>
          </a:prstGeom>
        </p:spPr>
      </p:pic>
    </p:spTree>
    <p:extLst>
      <p:ext uri="{BB962C8B-B14F-4D97-AF65-F5344CB8AC3E}">
        <p14:creationId xmlns:p14="http://schemas.microsoft.com/office/powerpoint/2010/main" val="4145003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10</a:t>
            </a:fld>
            <a:endParaRPr lang="en-US" dirty="0"/>
          </a:p>
        </p:txBody>
      </p:sp>
      <p:sp>
        <p:nvSpPr>
          <p:cNvPr id="3" name="Title 2"/>
          <p:cNvSpPr>
            <a:spLocks noGrp="1"/>
          </p:cNvSpPr>
          <p:nvPr>
            <p:ph type="title" idx="4294967295"/>
          </p:nvPr>
        </p:nvSpPr>
        <p:spPr>
          <a:xfrm>
            <a:off x="2819400" y="202247"/>
            <a:ext cx="9144000" cy="479425"/>
          </a:xfrm>
        </p:spPr>
        <p:txBody>
          <a:bodyPr/>
          <a:lstStyle/>
          <a:p>
            <a:r>
              <a:rPr lang="en-US" sz="2400" dirty="0">
                <a:solidFill>
                  <a:schemeClr val="tx2">
                    <a:lumMod val="50000"/>
                  </a:schemeClr>
                </a:solidFill>
              </a:rPr>
              <a:t>Sphere of Influence.. 2</a:t>
            </a:r>
          </a:p>
        </p:txBody>
      </p:sp>
      <p:sp>
        <p:nvSpPr>
          <p:cNvPr id="2" name="Content Placeholder 1"/>
          <p:cNvSpPr>
            <a:spLocks noGrp="1"/>
          </p:cNvSpPr>
          <p:nvPr>
            <p:ph idx="4294967295"/>
          </p:nvPr>
        </p:nvSpPr>
        <p:spPr>
          <a:xfrm>
            <a:off x="457199" y="1143000"/>
            <a:ext cx="9188450" cy="4419600"/>
          </a:xfrm>
          <a:noFill/>
          <a:ln w="9525">
            <a:noFill/>
            <a:miter lim="800000"/>
            <a:headEnd/>
            <a:tailEnd/>
          </a:ln>
        </p:spPr>
        <p:txBody>
          <a:bodyPr vert="horz" wrap="square" lIns="91440" tIns="45720" rIns="91440" bIns="45720" numCol="1" anchor="t" anchorCtr="0" compatLnSpc="1">
            <a:prstTxWarp prst="textNoShape">
              <a:avLst/>
            </a:prstTxWarp>
          </a:bodyPr>
          <a:lstStyle/>
          <a:p>
            <a:pPr>
              <a:defRPr/>
            </a:pPr>
            <a:r>
              <a:rPr lang="en-US" b="1" dirty="0"/>
              <a:t>Sphere of Influence</a:t>
            </a:r>
          </a:p>
          <a:p>
            <a:pPr lvl="1">
              <a:buFont typeface="Arial" panose="020B0604020202020204" pitchFamily="34" charset="0"/>
              <a:buChar char="−"/>
              <a:defRPr/>
            </a:pPr>
            <a:r>
              <a:rPr lang="en-US" dirty="0"/>
              <a:t>Search for the Account</a:t>
            </a:r>
          </a:p>
          <a:p>
            <a:pPr lvl="2">
              <a:buFont typeface="Wingdings" panose="05000000000000000000" pitchFamily="2" charset="2"/>
              <a:buChar char="§"/>
              <a:defRPr/>
            </a:pPr>
            <a:r>
              <a:rPr lang="en-US" b="1" dirty="0"/>
              <a:t>Data access controlled by territory hierarchy </a:t>
            </a:r>
            <a:endParaRPr lang="en-US" dirty="0"/>
          </a:p>
          <a:p>
            <a:pPr lvl="1">
              <a:buFont typeface="Arial" panose="020B0604020202020204" pitchFamily="34" charset="0"/>
              <a:buChar char="−"/>
              <a:defRPr/>
            </a:pPr>
            <a:r>
              <a:rPr lang="en-US" dirty="0"/>
              <a:t>Detail page of accounts outside the user’s territory is </a:t>
            </a:r>
            <a:r>
              <a:rPr lang="en-US" b="1" dirty="0"/>
              <a:t>not visible</a:t>
            </a:r>
          </a:p>
          <a:p>
            <a:pPr>
              <a:buFont typeface="Wingdings" panose="05000000000000000000" pitchFamily="2" charset="2"/>
              <a:buChar char="q"/>
              <a:defRPr/>
            </a:pPr>
            <a:endParaRPr lang="en-US" sz="1800" b="1" dirty="0"/>
          </a:p>
          <a:p>
            <a:pPr>
              <a:buFont typeface="Wingdings" panose="05000000000000000000" pitchFamily="2" charset="2"/>
              <a:buChar char="q"/>
              <a:defRPr/>
            </a:pPr>
            <a:endParaRPr lang="en-US" sz="1800" b="1" dirty="0"/>
          </a:p>
          <a:p>
            <a:pPr marL="0" indent="0" algn="ctr">
              <a:buNone/>
              <a:defRPr/>
            </a:pPr>
            <a:endParaRPr lang="en-US" sz="1800" b="1" dirty="0"/>
          </a:p>
          <a:p>
            <a:pPr>
              <a:defRPr/>
            </a:pPr>
            <a:endParaRPr lang="en-US" sz="1800" dirty="0"/>
          </a:p>
        </p:txBody>
      </p:sp>
      <p:pic>
        <p:nvPicPr>
          <p:cNvPr id="9" name="Picture 8"/>
          <p:cNvPicPr>
            <a:picLocks noChangeAspect="1"/>
          </p:cNvPicPr>
          <p:nvPr/>
        </p:nvPicPr>
        <p:blipFill rotWithShape="1">
          <a:blip r:embed="rId2"/>
          <a:srcRect t="4712" r="1112" b="5605"/>
          <a:stretch/>
        </p:blipFill>
        <p:spPr>
          <a:xfrm>
            <a:off x="2438400" y="2743200"/>
            <a:ext cx="6781800" cy="3657600"/>
          </a:xfrm>
          <a:prstGeom prst="rect">
            <a:avLst/>
          </a:prstGeom>
        </p:spPr>
      </p:pic>
    </p:spTree>
    <p:extLst>
      <p:ext uri="{BB962C8B-B14F-4D97-AF65-F5344CB8AC3E}">
        <p14:creationId xmlns:p14="http://schemas.microsoft.com/office/powerpoint/2010/main" val="1997510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11</a:t>
            </a:fld>
            <a:endParaRPr lang="en-US" dirty="0"/>
          </a:p>
        </p:txBody>
      </p:sp>
      <p:sp>
        <p:nvSpPr>
          <p:cNvPr id="3" name="Title 2"/>
          <p:cNvSpPr>
            <a:spLocks noGrp="1"/>
          </p:cNvSpPr>
          <p:nvPr>
            <p:ph type="title" idx="4294967295"/>
          </p:nvPr>
        </p:nvSpPr>
        <p:spPr>
          <a:xfrm>
            <a:off x="2667000" y="228600"/>
            <a:ext cx="9144000" cy="479425"/>
          </a:xfrm>
        </p:spPr>
        <p:txBody>
          <a:bodyPr/>
          <a:lstStyle/>
          <a:p>
            <a:r>
              <a:rPr lang="en-US" sz="2400" dirty="0">
                <a:solidFill>
                  <a:schemeClr val="tx2">
                    <a:lumMod val="50000"/>
                  </a:schemeClr>
                </a:solidFill>
              </a:rPr>
              <a:t>Affiliation Configuration.. 1</a:t>
            </a:r>
          </a:p>
        </p:txBody>
      </p:sp>
      <p:sp>
        <p:nvSpPr>
          <p:cNvPr id="2" name="Content Placeholder 1"/>
          <p:cNvSpPr>
            <a:spLocks noGrp="1"/>
          </p:cNvSpPr>
          <p:nvPr>
            <p:ph idx="4294967295"/>
          </p:nvPr>
        </p:nvSpPr>
        <p:spPr>
          <a:xfrm>
            <a:off x="304800" y="1052830"/>
            <a:ext cx="10363200" cy="4032250"/>
          </a:xfrm>
          <a:noFill/>
          <a:ln w="9525">
            <a:noFill/>
            <a:miter lim="800000"/>
            <a:headEnd/>
            <a:tailEnd/>
          </a:ln>
        </p:spPr>
        <p:txBody>
          <a:bodyPr vert="horz" wrap="square" lIns="91440" tIns="45720" rIns="91440" bIns="45720" numCol="1" anchor="t" anchorCtr="0" compatLnSpc="1">
            <a:prstTxWarp prst="textNoShape">
              <a:avLst/>
            </a:prstTxWarp>
          </a:bodyPr>
          <a:lstStyle/>
          <a:p>
            <a:pPr marL="285750" lvl="1">
              <a:buFont typeface="Arial" panose="020B0604020202020204" pitchFamily="34" charset="0"/>
              <a:buChar char="•"/>
            </a:pPr>
            <a:r>
              <a:rPr lang="en-US" sz="2000" b="1" dirty="0"/>
              <a:t>Affiliation object stores Sphere of Influence data:</a:t>
            </a:r>
          </a:p>
          <a:p>
            <a:pPr lvl="1">
              <a:buFont typeface="Wingdings" panose="05000000000000000000" pitchFamily="2" charset="2"/>
              <a:buChar char="q"/>
            </a:pPr>
            <a:endParaRPr lang="en-US" sz="1400" dirty="0"/>
          </a:p>
          <a:p>
            <a:pPr lvl="1">
              <a:buFont typeface="Arial" panose="020B0604020202020204" pitchFamily="34" charset="0"/>
              <a:buChar char="−"/>
            </a:pPr>
            <a:r>
              <a:rPr lang="en-US" b="1" dirty="0"/>
              <a:t>Role</a:t>
            </a:r>
            <a:r>
              <a:rPr lang="en-US" dirty="0"/>
              <a:t> picklist: values can be modified</a:t>
            </a:r>
          </a:p>
          <a:p>
            <a:pPr lvl="1">
              <a:buFont typeface="Arial" panose="020B0604020202020204" pitchFamily="34" charset="0"/>
              <a:buChar char="−"/>
            </a:pPr>
            <a:r>
              <a:rPr lang="en-US" b="1" dirty="0"/>
              <a:t>Comments</a:t>
            </a:r>
            <a:r>
              <a:rPr lang="en-US" dirty="0"/>
              <a:t>: Text field</a:t>
            </a:r>
          </a:p>
          <a:p>
            <a:pPr lvl="1">
              <a:buFont typeface="Arial" panose="020B0604020202020204" pitchFamily="34" charset="0"/>
              <a:buChar char="−"/>
            </a:pPr>
            <a:r>
              <a:rPr lang="en-US" b="1" dirty="0"/>
              <a:t>Influence</a:t>
            </a:r>
            <a:r>
              <a:rPr lang="en-US" dirty="0"/>
              <a:t> picklist: values must only be modified via Translation Workbench</a:t>
            </a:r>
          </a:p>
          <a:p>
            <a:pPr lvl="2">
              <a:buFont typeface="Wingdings" panose="05000000000000000000" pitchFamily="2" charset="2"/>
              <a:buChar char="§"/>
            </a:pPr>
            <a:r>
              <a:rPr lang="en-US" b="1" dirty="0"/>
              <a:t>Do not change </a:t>
            </a:r>
            <a:r>
              <a:rPr lang="en-US" dirty="0"/>
              <a:t>picklist values in the field definition</a:t>
            </a:r>
          </a:p>
          <a:p>
            <a:pPr lvl="2">
              <a:buFont typeface="Wingdings" panose="05000000000000000000" pitchFamily="2" charset="2"/>
              <a:buChar char="§"/>
            </a:pPr>
            <a:r>
              <a:rPr lang="en-US" dirty="0"/>
              <a:t>Metadata is referenced by code to display the arrows properly</a:t>
            </a:r>
          </a:p>
          <a:p>
            <a:pPr lvl="1">
              <a:buFont typeface="Arial" panose="020B0604020202020204" pitchFamily="34" charset="0"/>
              <a:buChar char="−"/>
            </a:pPr>
            <a:r>
              <a:rPr lang="en-US" b="1" dirty="0"/>
              <a:t>From Account / To Account:</a:t>
            </a:r>
            <a:r>
              <a:rPr lang="en-US" dirty="0"/>
              <a:t> fields used to build the affiliation between Accounts</a:t>
            </a:r>
          </a:p>
          <a:p>
            <a:pPr lvl="1">
              <a:buFont typeface="Wingdings" panose="05000000000000000000" pitchFamily="2" charset="2"/>
              <a:buChar char="q"/>
            </a:pPr>
            <a:endParaRPr lang="en-US" b="1" dirty="0"/>
          </a:p>
          <a:p>
            <a:pPr>
              <a:buFont typeface="Wingdings" panose="05000000000000000000" pitchFamily="2" charset="2"/>
              <a:buChar char="q"/>
              <a:defRPr/>
            </a:pPr>
            <a:endParaRPr lang="en-US" sz="1800" b="1" dirty="0"/>
          </a:p>
          <a:p>
            <a:pPr>
              <a:defRPr/>
            </a:pPr>
            <a:endParaRPr lang="en-US" sz="1800" dirty="0"/>
          </a:p>
        </p:txBody>
      </p:sp>
      <p:pic>
        <p:nvPicPr>
          <p:cNvPr id="8" name="Picture 7"/>
          <p:cNvPicPr>
            <a:picLocks noChangeAspect="1"/>
          </p:cNvPicPr>
          <p:nvPr/>
        </p:nvPicPr>
        <p:blipFill rotWithShape="1">
          <a:blip r:embed="rId2"/>
          <a:srcRect l="9299" t="3833" r="2864" b="23353"/>
          <a:stretch/>
        </p:blipFill>
        <p:spPr>
          <a:xfrm>
            <a:off x="4343400" y="3724422"/>
            <a:ext cx="4724400" cy="2761956"/>
          </a:xfrm>
          <a:prstGeom prst="rect">
            <a:avLst/>
          </a:prstGeom>
        </p:spPr>
      </p:pic>
    </p:spTree>
    <p:extLst>
      <p:ext uri="{BB962C8B-B14F-4D97-AF65-F5344CB8AC3E}">
        <p14:creationId xmlns:p14="http://schemas.microsoft.com/office/powerpoint/2010/main" val="720853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12</a:t>
            </a:fld>
            <a:endParaRPr lang="en-US" dirty="0"/>
          </a:p>
        </p:txBody>
      </p:sp>
      <p:sp>
        <p:nvSpPr>
          <p:cNvPr id="3" name="Title 2"/>
          <p:cNvSpPr>
            <a:spLocks noGrp="1"/>
          </p:cNvSpPr>
          <p:nvPr>
            <p:ph type="title" idx="4294967295"/>
          </p:nvPr>
        </p:nvSpPr>
        <p:spPr>
          <a:xfrm>
            <a:off x="2743200" y="217487"/>
            <a:ext cx="9144000" cy="479425"/>
          </a:xfrm>
        </p:spPr>
        <p:txBody>
          <a:bodyPr/>
          <a:lstStyle/>
          <a:p>
            <a:r>
              <a:rPr lang="en-US" sz="2400" dirty="0">
                <a:solidFill>
                  <a:schemeClr val="tx2">
                    <a:lumMod val="50000"/>
                  </a:schemeClr>
                </a:solidFill>
              </a:rPr>
              <a:t>Affiliation Configuration.. 2</a:t>
            </a:r>
          </a:p>
        </p:txBody>
      </p:sp>
      <p:sp>
        <p:nvSpPr>
          <p:cNvPr id="2" name="Content Placeholder 1"/>
          <p:cNvSpPr>
            <a:spLocks noGrp="1"/>
          </p:cNvSpPr>
          <p:nvPr>
            <p:ph idx="4294967295"/>
          </p:nvPr>
        </p:nvSpPr>
        <p:spPr>
          <a:xfrm>
            <a:off x="633247" y="990600"/>
            <a:ext cx="10896600" cy="5410200"/>
          </a:xfrm>
          <a:noFill/>
          <a:ln w="9525">
            <a:noFill/>
            <a:miter lim="800000"/>
            <a:headEnd/>
            <a:tailEnd/>
          </a:ln>
        </p:spPr>
        <p:txBody>
          <a:bodyPr vert="horz" wrap="square" lIns="91440" tIns="45720" rIns="91440" bIns="45720" numCol="1" anchor="t" anchorCtr="0" compatLnSpc="1">
            <a:prstTxWarp prst="textNoShape">
              <a:avLst/>
            </a:prstTxWarp>
          </a:bodyPr>
          <a:lstStyle/>
          <a:p>
            <a:pPr marL="285750" lvl="1">
              <a:buFont typeface="Arial" panose="020B0604020202020204" pitchFamily="34" charset="0"/>
              <a:buChar char="•"/>
            </a:pPr>
            <a:r>
              <a:rPr lang="en-US" b="1" dirty="0"/>
              <a:t>Use Field-Level Security to hide fields such as Comments and Influence</a:t>
            </a:r>
          </a:p>
          <a:p>
            <a:pPr lvl="1">
              <a:buFont typeface="Arial" panose="020B0604020202020204" pitchFamily="34" charset="0"/>
              <a:buChar char="−"/>
            </a:pPr>
            <a:r>
              <a:rPr lang="en-US" sz="1600" b="1" dirty="0"/>
              <a:t>Do not hide </a:t>
            </a:r>
            <a:r>
              <a:rPr lang="en-US" sz="1600" dirty="0"/>
              <a:t>the Roles field (or you will break the S-control)</a:t>
            </a:r>
          </a:p>
          <a:p>
            <a:pPr marL="742950" lvl="2" indent="-285750"/>
            <a:endParaRPr lang="en-US" sz="1400" dirty="0"/>
          </a:p>
          <a:p>
            <a:pPr marL="285750" lvl="1">
              <a:buFont typeface="Arial" panose="020B0604020202020204" pitchFamily="34" charset="0"/>
              <a:buChar char="•"/>
            </a:pPr>
            <a:r>
              <a:rPr lang="en-US" b="1" dirty="0"/>
              <a:t>Rename section header on the Account page layouts if the Influence field is hidden </a:t>
            </a:r>
          </a:p>
          <a:p>
            <a:pPr marL="285750" lvl="1">
              <a:buFont typeface="Arial" panose="020B0604020202020204" pitchFamily="34" charset="0"/>
              <a:buChar char="•"/>
            </a:pPr>
            <a:endParaRPr lang="en-US" sz="1400" b="1" dirty="0"/>
          </a:p>
          <a:p>
            <a:pPr marL="285750" lvl="1">
              <a:buFont typeface="Arial" panose="020B0604020202020204" pitchFamily="34" charset="0"/>
              <a:buChar char="•"/>
            </a:pPr>
            <a:r>
              <a:rPr lang="en-US" b="1" dirty="0"/>
              <a:t>A trigger prevents duplicate affiliation records for the same Account and Role</a:t>
            </a:r>
          </a:p>
          <a:p>
            <a:pPr marL="0" lvl="1" indent="0">
              <a:buNone/>
            </a:pPr>
            <a:r>
              <a:rPr lang="en-US" b="1" dirty="0"/>
              <a:t>	</a:t>
            </a:r>
          </a:p>
          <a:p>
            <a:pPr lvl="1">
              <a:buFont typeface="Wingdings" panose="05000000000000000000" pitchFamily="2" charset="2"/>
              <a:buChar char="q"/>
            </a:pPr>
            <a:endParaRPr lang="en-US" b="1" dirty="0"/>
          </a:p>
          <a:p>
            <a:pPr>
              <a:buFont typeface="Wingdings" panose="05000000000000000000" pitchFamily="2" charset="2"/>
              <a:buChar char="q"/>
              <a:defRPr/>
            </a:pPr>
            <a:endParaRPr lang="en-US" sz="1800" b="1" dirty="0"/>
          </a:p>
          <a:p>
            <a:pPr marL="0" indent="0">
              <a:lnSpc>
                <a:spcPct val="200000"/>
              </a:lnSpc>
              <a:buNone/>
              <a:defRPr/>
            </a:pPr>
            <a:endParaRPr lang="en-US" sz="1800" b="1" dirty="0"/>
          </a:p>
          <a:p>
            <a:pPr marL="742950" lvl="2" indent="-285750"/>
            <a:r>
              <a:rPr lang="en-US" sz="1800" b="1" dirty="0"/>
              <a:t>Note: </a:t>
            </a:r>
          </a:p>
          <a:p>
            <a:pPr marL="971550" lvl="3" indent="-285750">
              <a:buFont typeface="Arial" panose="020B0604020202020204" pitchFamily="34" charset="0"/>
              <a:buChar char="−"/>
            </a:pPr>
            <a:r>
              <a:rPr lang="en-US" sz="1600" dirty="0"/>
              <a:t>All fields for Affiliations have significant value and require special care</a:t>
            </a:r>
          </a:p>
          <a:p>
            <a:pPr marL="971550" lvl="3" indent="-285750">
              <a:buFont typeface="Arial" panose="020B0604020202020204" pitchFamily="34" charset="0"/>
              <a:buChar char="−"/>
            </a:pPr>
            <a:r>
              <a:rPr lang="en-US" sz="1600" dirty="0"/>
              <a:t>Do not add, modify, or delete any fields in this object</a:t>
            </a:r>
          </a:p>
          <a:p>
            <a:pPr>
              <a:defRPr/>
            </a:pPr>
            <a:endParaRPr lang="en-US" sz="1800" dirty="0"/>
          </a:p>
        </p:txBody>
      </p:sp>
      <p:pic>
        <p:nvPicPr>
          <p:cNvPr id="8" name="Picture 7">
            <a:extLst>
              <a:ext uri="{FF2B5EF4-FFF2-40B4-BE49-F238E27FC236}">
                <a16:creationId xmlns:a16="http://schemas.microsoft.com/office/drawing/2014/main" id="{691D0326-3FBF-6719-D5F9-746EF86FAD0C}"/>
              </a:ext>
            </a:extLst>
          </p:cNvPr>
          <p:cNvPicPr>
            <a:picLocks noChangeAspect="1"/>
          </p:cNvPicPr>
          <p:nvPr/>
        </p:nvPicPr>
        <p:blipFill>
          <a:blip r:embed="rId2"/>
          <a:stretch>
            <a:fillRect/>
          </a:stretch>
        </p:blipFill>
        <p:spPr>
          <a:xfrm>
            <a:off x="3962400" y="3200370"/>
            <a:ext cx="4026107" cy="1143059"/>
          </a:xfrm>
          <a:prstGeom prst="rect">
            <a:avLst/>
          </a:prstGeom>
        </p:spPr>
      </p:pic>
    </p:spTree>
    <p:extLst>
      <p:ext uri="{BB962C8B-B14F-4D97-AF65-F5344CB8AC3E}">
        <p14:creationId xmlns:p14="http://schemas.microsoft.com/office/powerpoint/2010/main" val="1295099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13</a:t>
            </a:fld>
            <a:endParaRPr lang="en-US" dirty="0"/>
          </a:p>
        </p:txBody>
      </p:sp>
      <p:sp>
        <p:nvSpPr>
          <p:cNvPr id="3" name="Title 2"/>
          <p:cNvSpPr>
            <a:spLocks noGrp="1"/>
          </p:cNvSpPr>
          <p:nvPr>
            <p:ph type="title" idx="4294967295"/>
          </p:nvPr>
        </p:nvSpPr>
        <p:spPr>
          <a:xfrm>
            <a:off x="819456" y="201937"/>
            <a:ext cx="8546626" cy="385445"/>
          </a:xfrm>
        </p:spPr>
        <p:txBody>
          <a:bodyPr/>
          <a:lstStyle/>
          <a:p>
            <a:r>
              <a:rPr lang="en-US" sz="2400" dirty="0">
                <a:solidFill>
                  <a:schemeClr val="tx2">
                    <a:lumMod val="50000"/>
                  </a:schemeClr>
                </a:solidFill>
              </a:rPr>
              <a:t>Sphere of Influence: Additional Features – CRM (</a:t>
            </a:r>
            <a:r>
              <a:rPr lang="en-US" sz="2400" dirty="0" err="1">
                <a:solidFill>
                  <a:schemeClr val="tx2">
                    <a:lumMod val="50000"/>
                  </a:schemeClr>
                </a:solidFill>
              </a:rPr>
              <a:t>iRep</a:t>
            </a:r>
            <a:r>
              <a:rPr lang="en-US" sz="2400" dirty="0">
                <a:solidFill>
                  <a:schemeClr val="tx2">
                    <a:lumMod val="50000"/>
                  </a:schemeClr>
                </a:solidFill>
              </a:rPr>
              <a:t>)</a:t>
            </a: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9456" y="952039"/>
            <a:ext cx="10566400" cy="5309832"/>
          </a:xfrm>
          <a:prstGeom prst="rect">
            <a:avLst/>
          </a:prstGeom>
        </p:spPr>
      </p:pic>
      <p:sp>
        <p:nvSpPr>
          <p:cNvPr id="8" name="Rectangle 7"/>
          <p:cNvSpPr/>
          <p:nvPr/>
        </p:nvSpPr>
        <p:spPr>
          <a:xfrm>
            <a:off x="8662348" y="3617117"/>
            <a:ext cx="2057400" cy="601142"/>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Account Identifier (if any) will be shown below the account name</a:t>
            </a:r>
          </a:p>
        </p:txBody>
      </p:sp>
      <p:sp>
        <p:nvSpPr>
          <p:cNvPr id="9" name="Rectangle 8"/>
          <p:cNvSpPr/>
          <p:nvPr/>
        </p:nvSpPr>
        <p:spPr>
          <a:xfrm>
            <a:off x="8662348" y="4504257"/>
            <a:ext cx="2424752" cy="601142"/>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Affiliation Count badge gets</a:t>
            </a:r>
          </a:p>
          <a:p>
            <a:pPr algn="ctr"/>
            <a:r>
              <a:rPr lang="en-US" sz="1200" b="1" dirty="0">
                <a:solidFill>
                  <a:schemeClr val="tx1"/>
                </a:solidFill>
                <a:latin typeface="Arial" panose="020B0604020202020204" pitchFamily="34" charset="0"/>
                <a:cs typeface="Arial" panose="020B0604020202020204" pitchFamily="34" charset="0"/>
              </a:rPr>
              <a:t>populated after clicking the</a:t>
            </a:r>
          </a:p>
          <a:p>
            <a:pPr algn="ctr"/>
            <a:r>
              <a:rPr lang="en-US" sz="1200" b="1" dirty="0">
                <a:solidFill>
                  <a:schemeClr val="tx1"/>
                </a:solidFill>
                <a:latin typeface="Arial" panose="020B0604020202020204" pitchFamily="34" charset="0"/>
                <a:cs typeface="Arial" panose="020B0604020202020204" pitchFamily="34" charset="0"/>
              </a:rPr>
              <a:t>account name hyperlink</a:t>
            </a:r>
          </a:p>
        </p:txBody>
      </p:sp>
      <p:sp>
        <p:nvSpPr>
          <p:cNvPr id="10" name="Rectangle 9"/>
          <p:cNvSpPr/>
          <p:nvPr/>
        </p:nvSpPr>
        <p:spPr>
          <a:xfrm>
            <a:off x="1752066" y="3729573"/>
            <a:ext cx="2424752" cy="601142"/>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Relationship strength has 3</a:t>
            </a:r>
          </a:p>
          <a:p>
            <a:pPr algn="ctr"/>
            <a:r>
              <a:rPr lang="en-US" sz="1200" b="1" dirty="0">
                <a:solidFill>
                  <a:schemeClr val="tx1"/>
                </a:solidFill>
                <a:latin typeface="Arial" panose="020B0604020202020204" pitchFamily="34" charset="0"/>
                <a:cs typeface="Arial" panose="020B0604020202020204" pitchFamily="34" charset="0"/>
              </a:rPr>
              <a:t>different line thicknesses</a:t>
            </a:r>
          </a:p>
          <a:p>
            <a:pPr algn="ctr"/>
            <a:r>
              <a:rPr lang="en-US" sz="1200" b="1" dirty="0">
                <a:solidFill>
                  <a:schemeClr val="tx1"/>
                </a:solidFill>
                <a:latin typeface="Arial" panose="020B0604020202020204" pitchFamily="34" charset="0"/>
                <a:cs typeface="Arial" panose="020B0604020202020204" pitchFamily="34" charset="0"/>
              </a:rPr>
              <a:t>(Weak, Med, Strong)</a:t>
            </a:r>
          </a:p>
        </p:txBody>
      </p:sp>
      <p:cxnSp>
        <p:nvCxnSpPr>
          <p:cNvPr id="11" name="Straight Arrow Connector 10"/>
          <p:cNvCxnSpPr>
            <a:stCxn id="9" idx="1"/>
          </p:cNvCxnSpPr>
          <p:nvPr/>
        </p:nvCxnSpPr>
        <p:spPr>
          <a:xfrm flipH="1">
            <a:off x="7924800" y="4804829"/>
            <a:ext cx="737548" cy="300571"/>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flipV="1">
            <a:off x="9601200" y="3236116"/>
            <a:ext cx="4857" cy="370839"/>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V="1">
            <a:off x="3925219" y="3421535"/>
            <a:ext cx="548082" cy="308038"/>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4038600" y="4337326"/>
            <a:ext cx="869402" cy="371690"/>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59658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14</a:t>
            </a:fld>
            <a:endParaRPr lang="en-US" dirty="0"/>
          </a:p>
        </p:txBody>
      </p:sp>
      <p:sp>
        <p:nvSpPr>
          <p:cNvPr id="3" name="Title 2"/>
          <p:cNvSpPr>
            <a:spLocks noGrp="1"/>
          </p:cNvSpPr>
          <p:nvPr>
            <p:ph type="title" idx="4294967295"/>
          </p:nvPr>
        </p:nvSpPr>
        <p:spPr>
          <a:xfrm>
            <a:off x="876300" y="274299"/>
            <a:ext cx="8305800" cy="304800"/>
          </a:xfrm>
        </p:spPr>
        <p:txBody>
          <a:bodyPr/>
          <a:lstStyle/>
          <a:p>
            <a:r>
              <a:rPr lang="en-US" sz="2400" dirty="0">
                <a:solidFill>
                  <a:schemeClr val="tx2">
                    <a:lumMod val="50000"/>
                  </a:schemeClr>
                </a:solidFill>
              </a:rPr>
              <a:t>Sphere of Influence: Additional Features – CRM (</a:t>
            </a:r>
            <a:r>
              <a:rPr lang="en-US" sz="2400" dirty="0" err="1">
                <a:solidFill>
                  <a:schemeClr val="tx2">
                    <a:lumMod val="50000"/>
                  </a:schemeClr>
                </a:solidFill>
              </a:rPr>
              <a:t>iRep</a:t>
            </a:r>
            <a:r>
              <a:rPr lang="en-US" sz="2400" dirty="0">
                <a:solidFill>
                  <a:schemeClr val="tx2">
                    <a:lumMod val="50000"/>
                  </a:schemeClr>
                </a:solidFill>
              </a:rPr>
              <a:t>)</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3400" y="1016717"/>
            <a:ext cx="6781800" cy="5086350"/>
          </a:xfrm>
          <a:prstGeom prst="rect">
            <a:avLst/>
          </a:prstGeom>
        </p:spPr>
      </p:pic>
      <p:pic>
        <p:nvPicPr>
          <p:cNvPr id="7" name="Picture 6"/>
          <p:cNvPicPr>
            <a:picLocks noChangeAspect="1"/>
          </p:cNvPicPr>
          <p:nvPr/>
        </p:nvPicPr>
        <p:blipFill rotWithShape="1">
          <a:blip r:embed="rId3" cstate="print">
            <a:extLst>
              <a:ext uri="{28A0092B-C50C-407E-A947-70E740481C1C}">
                <a14:useLocalDpi xmlns:a14="http://schemas.microsoft.com/office/drawing/2010/main" val="0"/>
              </a:ext>
            </a:extLst>
          </a:blip>
          <a:srcRect l="30000" t="2221" r="30833" b="12223"/>
          <a:stretch/>
        </p:blipFill>
        <p:spPr>
          <a:xfrm>
            <a:off x="7924800" y="1235792"/>
            <a:ext cx="2837213" cy="4648200"/>
          </a:xfrm>
          <a:prstGeom prst="rect">
            <a:avLst/>
          </a:prstGeom>
          <a:ln>
            <a:solidFill>
              <a:schemeClr val="accent6">
                <a:lumMod val="50000"/>
              </a:schemeClr>
            </a:solidFill>
          </a:ln>
        </p:spPr>
      </p:pic>
      <p:sp>
        <p:nvSpPr>
          <p:cNvPr id="13" name="Rectangle 12"/>
          <p:cNvSpPr/>
          <p:nvPr/>
        </p:nvSpPr>
        <p:spPr>
          <a:xfrm>
            <a:off x="2743200" y="3733800"/>
            <a:ext cx="2286000" cy="228600"/>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7" name="Rectangle 16"/>
          <p:cNvSpPr/>
          <p:nvPr/>
        </p:nvSpPr>
        <p:spPr>
          <a:xfrm>
            <a:off x="2743200" y="3445592"/>
            <a:ext cx="2286000" cy="228600"/>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5" name="Straight Arrow Connector 14"/>
          <p:cNvCxnSpPr>
            <a:stCxn id="13" idx="3"/>
            <a:endCxn id="7" idx="1"/>
          </p:cNvCxnSpPr>
          <p:nvPr/>
        </p:nvCxnSpPr>
        <p:spPr>
          <a:xfrm flipV="1">
            <a:off x="5029200" y="3559892"/>
            <a:ext cx="2895600" cy="288208"/>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8" name="Rectangle 17"/>
          <p:cNvSpPr/>
          <p:nvPr/>
        </p:nvSpPr>
        <p:spPr>
          <a:xfrm>
            <a:off x="5562600" y="3962400"/>
            <a:ext cx="2057400" cy="762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Arial" panose="020B0604020202020204" pitchFamily="34" charset="0"/>
                <a:cs typeface="Arial" panose="020B0604020202020204" pitchFamily="34" charset="0"/>
              </a:rPr>
              <a:t>Tap on ‘Role’ to see options configured options</a:t>
            </a:r>
          </a:p>
        </p:txBody>
      </p:sp>
      <p:sp>
        <p:nvSpPr>
          <p:cNvPr id="21" name="Rectangle 20"/>
          <p:cNvSpPr/>
          <p:nvPr/>
        </p:nvSpPr>
        <p:spPr>
          <a:xfrm>
            <a:off x="6324600" y="1235792"/>
            <a:ext cx="381000" cy="288208"/>
          </a:xfrm>
          <a:prstGeom prst="rect">
            <a:avLst/>
          </a:prstGeom>
          <a:no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5448300" y="1677342"/>
            <a:ext cx="2057400" cy="762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latin typeface="Arial" panose="020B0604020202020204" pitchFamily="34" charset="0"/>
                <a:cs typeface="Arial" panose="020B0604020202020204" pitchFamily="34" charset="0"/>
              </a:rPr>
              <a:t>Tap on ‘+’ to create new affiliation</a:t>
            </a:r>
          </a:p>
        </p:txBody>
      </p:sp>
    </p:spTree>
    <p:extLst>
      <p:ext uri="{BB962C8B-B14F-4D97-AF65-F5344CB8AC3E}">
        <p14:creationId xmlns:p14="http://schemas.microsoft.com/office/powerpoint/2010/main" val="11665859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15</a:t>
            </a:fld>
            <a:endParaRPr lang="en-US" dirty="0"/>
          </a:p>
        </p:txBody>
      </p:sp>
      <p:sp>
        <p:nvSpPr>
          <p:cNvPr id="3" name="Title 2"/>
          <p:cNvSpPr>
            <a:spLocks noGrp="1"/>
          </p:cNvSpPr>
          <p:nvPr>
            <p:ph type="title" idx="4294967295"/>
          </p:nvPr>
        </p:nvSpPr>
        <p:spPr>
          <a:xfrm>
            <a:off x="1752600" y="262255"/>
            <a:ext cx="6858000" cy="479425"/>
          </a:xfrm>
        </p:spPr>
        <p:txBody>
          <a:bodyPr/>
          <a:lstStyle/>
          <a:p>
            <a:r>
              <a:rPr lang="en-US" sz="2400" dirty="0">
                <a:solidFill>
                  <a:schemeClr val="tx2">
                    <a:lumMod val="50000"/>
                  </a:schemeClr>
                </a:solidFill>
              </a:rPr>
              <a:t>Sphere of Influence: Additional Features</a:t>
            </a:r>
          </a:p>
        </p:txBody>
      </p:sp>
      <p:sp>
        <p:nvSpPr>
          <p:cNvPr id="2" name="Content Placeholder 1"/>
          <p:cNvSpPr>
            <a:spLocks noGrp="1"/>
          </p:cNvSpPr>
          <p:nvPr>
            <p:ph idx="4294967295"/>
          </p:nvPr>
        </p:nvSpPr>
        <p:spPr>
          <a:xfrm>
            <a:off x="647700" y="1295400"/>
            <a:ext cx="10896600" cy="4800600"/>
          </a:xfrm>
          <a:noFill/>
          <a:ln w="9525">
            <a:noFill/>
            <a:miter lim="800000"/>
            <a:headEnd/>
            <a:tailEnd/>
          </a:ln>
        </p:spPr>
        <p:txBody>
          <a:bodyPr vert="horz" wrap="square" lIns="91440" tIns="45720" rIns="91440" bIns="45720" numCol="1" anchor="t" anchorCtr="0" compatLnSpc="1">
            <a:prstTxWarp prst="textNoShape">
              <a:avLst/>
            </a:prstTxWarp>
          </a:bodyPr>
          <a:lstStyle/>
          <a:p>
            <a:r>
              <a:rPr lang="en-US" b="1" dirty="0"/>
              <a:t>The following features are available offline on CRM (</a:t>
            </a:r>
            <a:r>
              <a:rPr lang="en-US" b="1" dirty="0" err="1"/>
              <a:t>iRep</a:t>
            </a:r>
            <a:r>
              <a:rPr lang="en-US" b="1" dirty="0"/>
              <a:t>) only</a:t>
            </a:r>
          </a:p>
          <a:p>
            <a:pPr marL="285750" indent="-285750">
              <a:buFont typeface="Wingdings" panose="05000000000000000000" pitchFamily="2" charset="2"/>
              <a:buChar char="v"/>
            </a:pPr>
            <a:endParaRPr lang="en-US" sz="1800" b="1" dirty="0"/>
          </a:p>
          <a:p>
            <a:pPr lvl="1">
              <a:buFont typeface="Arial" panose="020B0604020202020204" pitchFamily="34" charset="0"/>
              <a:buChar char="−"/>
            </a:pPr>
            <a:r>
              <a:rPr lang="en-US" dirty="0"/>
              <a:t>Enable features to enhance the Sphere of Influence UI</a:t>
            </a:r>
          </a:p>
          <a:p>
            <a:pPr lvl="1">
              <a:buFont typeface="Wingdings" panose="05000000000000000000" pitchFamily="2" charset="2"/>
              <a:buChar char="q"/>
            </a:pPr>
            <a:endParaRPr lang="en-US" dirty="0"/>
          </a:p>
          <a:p>
            <a:pPr marL="1317625" lvl="1">
              <a:buFont typeface="Wingdings" panose="05000000000000000000" pitchFamily="2" charset="2"/>
              <a:buChar char="§"/>
            </a:pPr>
            <a:r>
              <a:rPr lang="en-US" sz="1600" b="1" dirty="0"/>
              <a:t>Relationship strength </a:t>
            </a:r>
            <a:r>
              <a:rPr lang="en-US" sz="1600" dirty="0"/>
              <a:t>can be viewed and defined by the thickness of the line between accounts</a:t>
            </a:r>
          </a:p>
          <a:p>
            <a:pPr marL="1317625" lvl="1">
              <a:buFont typeface="Wingdings" panose="05000000000000000000" pitchFamily="2" charset="2"/>
              <a:buChar char="§"/>
            </a:pPr>
            <a:r>
              <a:rPr lang="en-US" sz="1600" dirty="0"/>
              <a:t>Grant FLS access to the </a:t>
            </a:r>
            <a:r>
              <a:rPr lang="en-US" sz="1600" b="1" dirty="0" err="1"/>
              <a:t>Relationship_Strength_vod</a:t>
            </a:r>
            <a:r>
              <a:rPr lang="en-US" sz="1600" dirty="0"/>
              <a:t> field</a:t>
            </a:r>
          </a:p>
          <a:p>
            <a:pPr marL="1312863" lvl="1" indent="-280988">
              <a:buFont typeface="Wingdings" panose="05000000000000000000" pitchFamily="2" charset="2"/>
              <a:buChar char="ü"/>
            </a:pPr>
            <a:endParaRPr lang="en-US" sz="1600" dirty="0"/>
          </a:p>
          <a:p>
            <a:pPr lvl="1">
              <a:buFont typeface="Arial" panose="020B0604020202020204" pitchFamily="34" charset="0"/>
              <a:buChar char="−"/>
            </a:pPr>
            <a:r>
              <a:rPr lang="en-US" b="1" dirty="0"/>
              <a:t>Affiliation count </a:t>
            </a:r>
            <a:r>
              <a:rPr lang="en-US" dirty="0"/>
              <a:t>badge shows the number of affiliations the ‘To Account’ has, to quickly identify the most connected people</a:t>
            </a:r>
          </a:p>
          <a:p>
            <a:pPr lvl="1">
              <a:buFont typeface="Wingdings" panose="05000000000000000000" pitchFamily="2" charset="2"/>
              <a:buChar char="q"/>
            </a:pPr>
            <a:endParaRPr lang="en-US" sz="1600" dirty="0"/>
          </a:p>
          <a:p>
            <a:pPr marL="1317625" lvl="1">
              <a:buFont typeface="Wingdings" panose="05000000000000000000" pitchFamily="2" charset="2"/>
              <a:buChar char="§"/>
            </a:pPr>
            <a:r>
              <a:rPr lang="en-US" sz="1600" dirty="0"/>
              <a:t>Grant FLS access to the </a:t>
            </a:r>
            <a:r>
              <a:rPr lang="en-US" sz="1600" b="1" dirty="0" err="1"/>
              <a:t>To_Account_Affiliation_Count_vod</a:t>
            </a:r>
            <a:r>
              <a:rPr lang="en-US" sz="1600" b="1" dirty="0"/>
              <a:t> </a:t>
            </a:r>
            <a:r>
              <a:rPr lang="en-US" sz="1600" dirty="0"/>
              <a:t>field</a:t>
            </a:r>
          </a:p>
          <a:p>
            <a:pPr marL="1312863" lvl="1" indent="-280988">
              <a:buFont typeface="Wingdings" panose="05000000000000000000" pitchFamily="2" charset="2"/>
              <a:buChar char="ü"/>
            </a:pPr>
            <a:endParaRPr lang="en-US" sz="1600" dirty="0"/>
          </a:p>
          <a:p>
            <a:pPr lvl="1">
              <a:buFont typeface="Arial" panose="020B0604020202020204" pitchFamily="34" charset="0"/>
              <a:buChar char="−"/>
            </a:pPr>
            <a:r>
              <a:rPr lang="en-US" dirty="0"/>
              <a:t>Account identifier can be displayed if using it on the Account object</a:t>
            </a:r>
          </a:p>
          <a:p>
            <a:pPr lvl="1">
              <a:buFont typeface="Wingdings" panose="05000000000000000000" pitchFamily="2" charset="2"/>
              <a:buChar char="q"/>
            </a:pPr>
            <a:endParaRPr lang="en-US" sz="1600" dirty="0"/>
          </a:p>
          <a:p>
            <a:pPr marL="1317625" lvl="1">
              <a:buFont typeface="Wingdings" panose="05000000000000000000" pitchFamily="2" charset="2"/>
              <a:buChar char="§"/>
            </a:pPr>
            <a:r>
              <a:rPr lang="en-US" sz="1600" dirty="0"/>
              <a:t>Grant FLS access to the </a:t>
            </a:r>
            <a:r>
              <a:rPr lang="en-US" sz="1600" b="1" dirty="0" err="1"/>
              <a:t>To_Account_Identifier_vod</a:t>
            </a:r>
            <a:endParaRPr lang="en-US" sz="1600" dirty="0"/>
          </a:p>
          <a:p>
            <a:pPr>
              <a:defRPr/>
            </a:pPr>
            <a:endParaRPr lang="en-US" sz="1800" dirty="0"/>
          </a:p>
        </p:txBody>
      </p:sp>
    </p:spTree>
    <p:extLst>
      <p:ext uri="{BB962C8B-B14F-4D97-AF65-F5344CB8AC3E}">
        <p14:creationId xmlns:p14="http://schemas.microsoft.com/office/powerpoint/2010/main" val="40909313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16</a:t>
            </a:fld>
            <a:endParaRPr lang="en-US" dirty="0"/>
          </a:p>
        </p:txBody>
      </p:sp>
      <p:sp>
        <p:nvSpPr>
          <p:cNvPr id="2" name="Content Placeholder 1"/>
          <p:cNvSpPr>
            <a:spLocks noGrp="1"/>
          </p:cNvSpPr>
          <p:nvPr>
            <p:ph idx="4294967295"/>
          </p:nvPr>
        </p:nvSpPr>
        <p:spPr>
          <a:xfrm>
            <a:off x="457199" y="914399"/>
            <a:ext cx="9448800" cy="5183188"/>
          </a:xfrm>
          <a:noFill/>
          <a:ln w="9525">
            <a:noFill/>
            <a:miter lim="800000"/>
            <a:headEnd/>
            <a:tailEnd/>
          </a:ln>
        </p:spPr>
        <p:txBody>
          <a:bodyPr vert="horz" wrap="square" lIns="91440" tIns="45720" rIns="91440" bIns="45720" numCol="1" anchor="t" anchorCtr="0" compatLnSpc="1">
            <a:prstTxWarp prst="textNoShape">
              <a:avLst/>
            </a:prstTxWarp>
          </a:bodyPr>
          <a:lstStyle/>
          <a:p>
            <a:endParaRPr lang="en-US" sz="1800" b="1" dirty="0"/>
          </a:p>
          <a:p>
            <a:r>
              <a:rPr lang="en-US" b="1" dirty="0"/>
              <a:t>The following features are available offline on CRM (</a:t>
            </a:r>
            <a:r>
              <a:rPr lang="en-US" b="1" dirty="0" err="1"/>
              <a:t>iRep</a:t>
            </a:r>
            <a:r>
              <a:rPr lang="en-US" b="1" dirty="0"/>
              <a:t>) only</a:t>
            </a:r>
          </a:p>
          <a:p>
            <a:pPr marL="285750" indent="-285750">
              <a:buFont typeface="Wingdings" panose="05000000000000000000" pitchFamily="2" charset="2"/>
              <a:buChar char="v"/>
            </a:pPr>
            <a:endParaRPr lang="en-US" sz="1400" b="1" dirty="0"/>
          </a:p>
          <a:p>
            <a:pPr marL="0" indent="0">
              <a:buNone/>
              <a:defRPr/>
            </a:pPr>
            <a:endParaRPr lang="en-US" sz="1800" dirty="0"/>
          </a:p>
          <a:p>
            <a:pPr lvl="1">
              <a:buFont typeface="Arial" panose="020B0604020202020204" pitchFamily="34" charset="0"/>
              <a:buChar char="−"/>
              <a:defRPr/>
            </a:pPr>
            <a:r>
              <a:rPr lang="en-US" dirty="0"/>
              <a:t>The Sphere of Influence window displays </a:t>
            </a:r>
            <a:r>
              <a:rPr lang="en-US" b="1" dirty="0"/>
              <a:t>up to 12 affiliations </a:t>
            </a:r>
            <a:r>
              <a:rPr lang="en-US" dirty="0"/>
              <a:t>at once</a:t>
            </a:r>
          </a:p>
          <a:p>
            <a:pPr lvl="2">
              <a:buFont typeface="Wingdings" panose="05000000000000000000" pitchFamily="2" charset="2"/>
              <a:buChar char="§"/>
              <a:defRPr/>
            </a:pPr>
            <a:r>
              <a:rPr lang="en-US" dirty="0"/>
              <a:t>If there are more than 12 affiliations, then </a:t>
            </a:r>
            <a:r>
              <a:rPr lang="en-US" b="1" dirty="0"/>
              <a:t>pagination controls display in the lower right corner of the window</a:t>
            </a:r>
          </a:p>
          <a:p>
            <a:pPr lvl="1">
              <a:buFont typeface="Arial" panose="020B0604020202020204" pitchFamily="34" charset="0"/>
              <a:buChar char="−"/>
              <a:defRPr/>
            </a:pPr>
            <a:endParaRPr lang="en-US" dirty="0"/>
          </a:p>
          <a:p>
            <a:pPr lvl="1">
              <a:buFont typeface="Arial" panose="020B0604020202020204" pitchFamily="34" charset="0"/>
              <a:buChar char="−"/>
              <a:defRPr/>
            </a:pPr>
            <a:r>
              <a:rPr lang="en-US" dirty="0"/>
              <a:t>The user can also filter the affiliations based on Role, Account Type, and Influence</a:t>
            </a:r>
          </a:p>
          <a:p>
            <a:pPr lvl="1">
              <a:buFont typeface="Arial" panose="020B0604020202020204" pitchFamily="34" charset="0"/>
              <a:buChar char="−"/>
              <a:defRPr/>
            </a:pPr>
            <a:endParaRPr lang="en-US" dirty="0"/>
          </a:p>
          <a:p>
            <a:pPr lvl="1">
              <a:buFont typeface="Arial" panose="020B0604020202020204" pitchFamily="34" charset="0"/>
              <a:buChar char="−"/>
              <a:defRPr/>
            </a:pPr>
            <a:r>
              <a:rPr lang="en-US" dirty="0"/>
              <a:t>CRM for iPad offers the ability to do more robust filtering with custom fields and the Relationship strength, Account Identifier, and Therapeutic Area</a:t>
            </a:r>
          </a:p>
          <a:p>
            <a:pPr lvl="1">
              <a:buFont typeface="Arial" panose="020B0604020202020204" pitchFamily="34" charset="0"/>
              <a:buChar char="−"/>
              <a:defRPr/>
            </a:pPr>
            <a:endParaRPr lang="en-US" dirty="0"/>
          </a:p>
          <a:p>
            <a:pPr lvl="1">
              <a:buFont typeface="Arial" panose="020B0604020202020204" pitchFamily="34" charset="0"/>
              <a:buChar char="−"/>
              <a:defRPr/>
            </a:pPr>
            <a:r>
              <a:rPr lang="en-US" dirty="0"/>
              <a:t>Filtering on the Therapeutic Area is a ‘like’ clause, where the value chosen is a match among all values</a:t>
            </a:r>
            <a:endParaRPr lang="en-US" b="1" dirty="0"/>
          </a:p>
        </p:txBody>
      </p:sp>
      <p:sp>
        <p:nvSpPr>
          <p:cNvPr id="7" name="Title 2"/>
          <p:cNvSpPr>
            <a:spLocks noGrp="1"/>
          </p:cNvSpPr>
          <p:nvPr>
            <p:ph type="title" idx="4294967295"/>
          </p:nvPr>
        </p:nvSpPr>
        <p:spPr>
          <a:xfrm>
            <a:off x="1641505" y="268923"/>
            <a:ext cx="6858000" cy="479425"/>
          </a:xfrm>
        </p:spPr>
        <p:txBody>
          <a:bodyPr/>
          <a:lstStyle/>
          <a:p>
            <a:r>
              <a:rPr lang="en-US" sz="2400" dirty="0">
                <a:solidFill>
                  <a:schemeClr val="tx2">
                    <a:lumMod val="50000"/>
                  </a:schemeClr>
                </a:solidFill>
              </a:rPr>
              <a:t>Sphere of Influence: Additional Features</a:t>
            </a:r>
          </a:p>
        </p:txBody>
      </p:sp>
    </p:spTree>
    <p:extLst>
      <p:ext uri="{BB962C8B-B14F-4D97-AF65-F5344CB8AC3E}">
        <p14:creationId xmlns:p14="http://schemas.microsoft.com/office/powerpoint/2010/main" val="28701367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17</a:t>
            </a:fld>
            <a:endParaRPr lang="en-US"/>
          </a:p>
        </p:txBody>
      </p:sp>
      <p:sp>
        <p:nvSpPr>
          <p:cNvPr id="2" name="Title 1"/>
          <p:cNvSpPr>
            <a:spLocks noGrp="1"/>
          </p:cNvSpPr>
          <p:nvPr>
            <p:ph type="title" idx="4294967295"/>
          </p:nvPr>
        </p:nvSpPr>
        <p:spPr>
          <a:xfrm>
            <a:off x="1981200" y="239395"/>
            <a:ext cx="9144000" cy="479425"/>
          </a:xfrm>
        </p:spPr>
        <p:txBody>
          <a:bodyPr/>
          <a:lstStyle/>
          <a:p>
            <a:r>
              <a:rPr lang="en-US" sz="2400" dirty="0">
                <a:solidFill>
                  <a:schemeClr val="tx2">
                    <a:lumMod val="50000"/>
                  </a:schemeClr>
                </a:solidFill>
              </a:rPr>
              <a:t>Affiliation – Out of Territory 1</a:t>
            </a:r>
          </a:p>
        </p:txBody>
      </p:sp>
      <p:sp>
        <p:nvSpPr>
          <p:cNvPr id="3" name="Content Placeholder 2"/>
          <p:cNvSpPr>
            <a:spLocks noGrp="1"/>
          </p:cNvSpPr>
          <p:nvPr>
            <p:ph idx="4294967295"/>
          </p:nvPr>
        </p:nvSpPr>
        <p:spPr>
          <a:xfrm>
            <a:off x="-152401" y="1701800"/>
            <a:ext cx="10972800" cy="4983163"/>
          </a:xfrm>
        </p:spPr>
        <p:txBody>
          <a:bodyPr/>
          <a:lstStyle/>
          <a:p>
            <a:r>
              <a:rPr lang="en-US" sz="1800" dirty="0"/>
              <a:t>The following features are available offline on CRM (</a:t>
            </a:r>
            <a:r>
              <a:rPr lang="en-US" sz="1800" dirty="0" err="1"/>
              <a:t>iRep</a:t>
            </a:r>
            <a:r>
              <a:rPr lang="en-US" sz="1800" dirty="0"/>
              <a:t>) only</a:t>
            </a:r>
          </a:p>
          <a:p>
            <a:pPr lvl="1">
              <a:buFont typeface="Arial" panose="020B0604020202020204" pitchFamily="34" charset="0"/>
              <a:buChar char="−"/>
            </a:pPr>
            <a:r>
              <a:rPr lang="en-US" dirty="0"/>
              <a:t>Allow users to view out-of-territory affiliated accounts as long as one of the accounts within the Sphere of influence is in their territory</a:t>
            </a:r>
          </a:p>
          <a:p>
            <a:pPr marL="1487488" indent="-279400">
              <a:buFont typeface="Wingdings" panose="05000000000000000000" pitchFamily="2" charset="2"/>
              <a:buChar char="§"/>
            </a:pPr>
            <a:r>
              <a:rPr lang="en-US" sz="1600" dirty="0"/>
              <a:t>For example, Dr. Keller, who is in Jane’s territory, is affiliated with Dr. </a:t>
            </a:r>
            <a:r>
              <a:rPr lang="en-US" sz="1600" dirty="0" err="1"/>
              <a:t>Kunis</a:t>
            </a:r>
            <a:r>
              <a:rPr lang="en-US" sz="1600" dirty="0"/>
              <a:t>, Jane will be able see this relationship even if Dr. </a:t>
            </a:r>
            <a:r>
              <a:rPr lang="en-US" sz="1600" dirty="0" err="1"/>
              <a:t>Kunis</a:t>
            </a:r>
            <a:r>
              <a:rPr lang="en-US" sz="1600" dirty="0"/>
              <a:t> is not in her territory</a:t>
            </a:r>
          </a:p>
          <a:p>
            <a:pPr lvl="1">
              <a:buFont typeface="Wingdings" panose="05000000000000000000" pitchFamily="2" charset="2"/>
              <a:buChar char="q"/>
            </a:pPr>
            <a:endParaRPr lang="en-US" dirty="0"/>
          </a:p>
          <a:p>
            <a:pPr lvl="1">
              <a:buFont typeface="Arial" panose="020B0604020202020204" pitchFamily="34" charset="0"/>
              <a:buChar char="−"/>
            </a:pPr>
            <a:r>
              <a:rPr lang="en-US" dirty="0"/>
              <a:t>Grant user profiles FLS to the following fields</a:t>
            </a:r>
          </a:p>
          <a:p>
            <a:pPr marL="1487488" indent="-279400">
              <a:buFont typeface="Wingdings" panose="05000000000000000000" pitchFamily="2" charset="2"/>
              <a:buChar char="§"/>
            </a:pPr>
            <a:r>
              <a:rPr lang="en-US" sz="1600" dirty="0" err="1"/>
              <a:t>To_Account_Name_vod</a:t>
            </a:r>
            <a:r>
              <a:rPr lang="en-US" sz="1600" dirty="0"/>
              <a:t> (</a:t>
            </a:r>
            <a:r>
              <a:rPr lang="en-US" sz="1600" dirty="0" err="1"/>
              <a:t>Affiliation_vod</a:t>
            </a:r>
            <a:r>
              <a:rPr lang="en-US" sz="1600" dirty="0"/>
              <a:t> object)</a:t>
            </a:r>
          </a:p>
          <a:p>
            <a:pPr marL="1487488" indent="-279400">
              <a:buFont typeface="Wingdings" panose="05000000000000000000" pitchFamily="2" charset="2"/>
              <a:buChar char="§"/>
            </a:pPr>
            <a:r>
              <a:rPr lang="en-US" sz="1600" dirty="0" err="1"/>
              <a:t>To_Account_Record_Type_vod</a:t>
            </a:r>
            <a:r>
              <a:rPr lang="en-US" sz="1600" dirty="0"/>
              <a:t> (</a:t>
            </a:r>
            <a:r>
              <a:rPr lang="en-US" sz="1600" dirty="0" err="1"/>
              <a:t>Affiliation_vod</a:t>
            </a:r>
            <a:r>
              <a:rPr lang="en-US" sz="1600" dirty="0"/>
              <a:t> object)</a:t>
            </a:r>
          </a:p>
          <a:p>
            <a:pPr marL="1487488" indent="-279400">
              <a:buFont typeface="Wingdings" panose="05000000000000000000" pitchFamily="2" charset="2"/>
              <a:buChar char="§"/>
            </a:pPr>
            <a:r>
              <a:rPr lang="en-US" sz="1600" dirty="0" err="1"/>
              <a:t>Account_identifier_vod</a:t>
            </a:r>
            <a:r>
              <a:rPr lang="en-US" sz="1600" dirty="0"/>
              <a:t> (Account object, for inside territory)</a:t>
            </a:r>
          </a:p>
          <a:p>
            <a:pPr marL="1487488" indent="-279400">
              <a:buFont typeface="Wingdings" panose="05000000000000000000" pitchFamily="2" charset="2"/>
              <a:buChar char="§"/>
            </a:pPr>
            <a:r>
              <a:rPr lang="en-US" sz="1600" dirty="0" err="1"/>
              <a:t>To_Account_Identifier_vod</a:t>
            </a:r>
            <a:r>
              <a:rPr lang="en-US" sz="1600" dirty="0"/>
              <a:t> (</a:t>
            </a:r>
            <a:r>
              <a:rPr lang="en-US" sz="1600" dirty="0" err="1"/>
              <a:t>Affiliation_vod</a:t>
            </a:r>
            <a:r>
              <a:rPr lang="en-US" sz="1600" dirty="0"/>
              <a:t> object, for outside territory)</a:t>
            </a:r>
          </a:p>
          <a:p>
            <a:pPr marL="1487488" indent="-279400">
              <a:buFont typeface="Wingdings" panose="05000000000000000000" pitchFamily="2" charset="2"/>
              <a:buChar char="§"/>
            </a:pPr>
            <a:endParaRPr lang="en-US" sz="1600" dirty="0"/>
          </a:p>
          <a:p>
            <a:pPr marL="750888" lvl="1">
              <a:buFont typeface="Arial" panose="020B0604020202020204" pitchFamily="34" charset="0"/>
              <a:buChar char="−"/>
            </a:pPr>
            <a:r>
              <a:rPr lang="en-US" dirty="0"/>
              <a:t>Territory View Toggle is available on CRM for iPad. This toggle is set with the VEEVA Messages Labels</a:t>
            </a:r>
          </a:p>
          <a:p>
            <a:pPr marL="1487488" lvl="2" indent="-279400">
              <a:buFont typeface="Wingdings" panose="05000000000000000000" pitchFamily="2" charset="2"/>
              <a:buChar char="§"/>
            </a:pPr>
            <a:r>
              <a:rPr lang="en-US" dirty="0"/>
              <a:t>TERRITORY_VIEW_INSIDE_TERRITORY</a:t>
            </a:r>
          </a:p>
          <a:p>
            <a:pPr marL="1487488" lvl="2" indent="-279400">
              <a:buFont typeface="Wingdings" panose="05000000000000000000" pitchFamily="2" charset="2"/>
              <a:buChar char="§"/>
            </a:pPr>
            <a:r>
              <a:rPr lang="en-US" dirty="0"/>
              <a:t>TERRITORY_VIEW_OUTSIDE_TERRITORY</a:t>
            </a:r>
          </a:p>
          <a:p>
            <a:pPr marL="0" indent="0">
              <a:buNone/>
            </a:pPr>
            <a:endParaRPr lang="en-US" dirty="0"/>
          </a:p>
        </p:txBody>
      </p:sp>
    </p:spTree>
    <p:extLst>
      <p:ext uri="{BB962C8B-B14F-4D97-AF65-F5344CB8AC3E}">
        <p14:creationId xmlns:p14="http://schemas.microsoft.com/office/powerpoint/2010/main" val="1796769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18</a:t>
            </a:fld>
            <a:endParaRPr lang="en-US"/>
          </a:p>
        </p:txBody>
      </p:sp>
      <p:sp>
        <p:nvSpPr>
          <p:cNvPr id="2" name="Title 1"/>
          <p:cNvSpPr>
            <a:spLocks noGrp="1"/>
          </p:cNvSpPr>
          <p:nvPr>
            <p:ph type="title" idx="4294967295"/>
          </p:nvPr>
        </p:nvSpPr>
        <p:spPr>
          <a:xfrm>
            <a:off x="2205036" y="131256"/>
            <a:ext cx="9144000" cy="479425"/>
          </a:xfrm>
        </p:spPr>
        <p:txBody>
          <a:bodyPr/>
          <a:lstStyle/>
          <a:p>
            <a:r>
              <a:rPr lang="en-US" sz="2400" dirty="0">
                <a:solidFill>
                  <a:schemeClr val="tx2">
                    <a:lumMod val="50000"/>
                  </a:schemeClr>
                </a:solidFill>
              </a:rPr>
              <a:t>Affiliation – Out of Territory 2</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0600" y="863459"/>
            <a:ext cx="9982200" cy="5372100"/>
          </a:xfrm>
          <a:prstGeom prst="rect">
            <a:avLst/>
          </a:prstGeom>
        </p:spPr>
      </p:pic>
      <p:pic>
        <p:nvPicPr>
          <p:cNvPr id="9" name="Picture 8"/>
          <p:cNvPicPr>
            <a:picLocks noChangeAspect="1"/>
          </p:cNvPicPr>
          <p:nvPr/>
        </p:nvPicPr>
        <p:blipFill>
          <a:blip r:embed="rId3"/>
          <a:stretch>
            <a:fillRect/>
          </a:stretch>
        </p:blipFill>
        <p:spPr>
          <a:xfrm>
            <a:off x="7531100" y="2971800"/>
            <a:ext cx="393700" cy="381000"/>
          </a:xfrm>
          <a:prstGeom prst="rect">
            <a:avLst/>
          </a:prstGeom>
        </p:spPr>
      </p:pic>
      <p:pic>
        <p:nvPicPr>
          <p:cNvPr id="10" name="Picture 9"/>
          <p:cNvPicPr>
            <a:picLocks noChangeAspect="1"/>
          </p:cNvPicPr>
          <p:nvPr/>
        </p:nvPicPr>
        <p:blipFill>
          <a:blip r:embed="rId4"/>
          <a:stretch>
            <a:fillRect/>
          </a:stretch>
        </p:blipFill>
        <p:spPr>
          <a:xfrm>
            <a:off x="2743201" y="5534930"/>
            <a:ext cx="1600200" cy="675229"/>
          </a:xfrm>
          <a:prstGeom prst="rect">
            <a:avLst/>
          </a:prstGeom>
        </p:spPr>
      </p:pic>
      <p:sp>
        <p:nvSpPr>
          <p:cNvPr id="11" name="Rectangle 10"/>
          <p:cNvSpPr/>
          <p:nvPr/>
        </p:nvSpPr>
        <p:spPr>
          <a:xfrm>
            <a:off x="2089886" y="4411991"/>
            <a:ext cx="2424752" cy="601142"/>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User can toggle to show the inside and outside territory accounts</a:t>
            </a:r>
          </a:p>
        </p:txBody>
      </p:sp>
      <p:cxnSp>
        <p:nvCxnSpPr>
          <p:cNvPr id="12" name="Straight Arrow Connector 11"/>
          <p:cNvCxnSpPr/>
          <p:nvPr/>
        </p:nvCxnSpPr>
        <p:spPr>
          <a:xfrm flipH="1">
            <a:off x="3048001" y="5082224"/>
            <a:ext cx="229097" cy="556577"/>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5354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CC29-FAF3-AF59-152C-764D64B43CB6}"/>
              </a:ext>
            </a:extLst>
          </p:cNvPr>
          <p:cNvSpPr>
            <a:spLocks noGrp="1"/>
          </p:cNvSpPr>
          <p:nvPr>
            <p:ph type="ctrTitle"/>
          </p:nvPr>
        </p:nvSpPr>
        <p:spPr>
          <a:xfrm>
            <a:off x="1042394" y="2362200"/>
            <a:ext cx="4013200" cy="1828469"/>
          </a:xfrm>
        </p:spPr>
        <p:txBody>
          <a:bodyPr/>
          <a:lstStyle/>
          <a:p>
            <a:r>
              <a:rPr lang="en-US" dirty="0">
                <a:solidFill>
                  <a:srgbClr val="00718F"/>
                </a:solidFill>
                <a:latin typeface="Arial" panose="020B0604020202020204" pitchFamily="34" charset="0"/>
                <a:cs typeface="Arial" panose="020B0604020202020204" pitchFamily="34" charset="0"/>
              </a:rPr>
              <a:t>Account Hierarchy</a:t>
            </a:r>
          </a:p>
        </p:txBody>
      </p:sp>
      <p:sp>
        <p:nvSpPr>
          <p:cNvPr id="4" name="Footer Placeholder 3"/>
          <p:cNvSpPr>
            <a:spLocks noGrp="1"/>
          </p:cNvSpPr>
          <p:nvPr>
            <p:ph type="ftr" sz="quarter" idx="11"/>
          </p:nvPr>
        </p:nvSpPr>
        <p:spPr/>
        <p:txBody>
          <a:bodyPr/>
          <a:lstStyle/>
          <a:p>
            <a:r>
              <a:rPr lang="en-US" dirty="0"/>
              <a:t>© Cognizant 2023</a:t>
            </a:r>
          </a:p>
        </p:txBody>
      </p:sp>
      <p:sp>
        <p:nvSpPr>
          <p:cNvPr id="7" name="Text Placeholder 6">
            <a:extLst>
              <a:ext uri="{FF2B5EF4-FFF2-40B4-BE49-F238E27FC236}">
                <a16:creationId xmlns:a16="http://schemas.microsoft.com/office/drawing/2014/main" id="{B4D4F8B7-32AA-078A-D404-69EBD29681F5}"/>
              </a:ext>
            </a:extLst>
          </p:cNvPr>
          <p:cNvSpPr>
            <a:spLocks noGrp="1"/>
          </p:cNvSpPr>
          <p:nvPr>
            <p:ph type="body" idx="12"/>
          </p:nvPr>
        </p:nvSpPr>
        <p:spPr/>
        <p:txBody>
          <a:bodyPr/>
          <a:lstStyle/>
          <a:p>
            <a:endParaRPr lang="en-US" dirty="0"/>
          </a:p>
        </p:txBody>
      </p:sp>
      <p:sp>
        <p:nvSpPr>
          <p:cNvPr id="5" name="Slide Number Placeholder 4"/>
          <p:cNvSpPr>
            <a:spLocks noGrp="1"/>
          </p:cNvSpPr>
          <p:nvPr>
            <p:ph type="sldNum" sz="quarter" idx="4294967295"/>
          </p:nvPr>
        </p:nvSpPr>
        <p:spPr>
          <a:xfrm>
            <a:off x="11658600" y="6629400"/>
            <a:ext cx="533400" cy="228600"/>
          </a:xfrm>
        </p:spPr>
        <p:txBody>
          <a:bodyPr/>
          <a:lstStyle/>
          <a:p>
            <a:fld id="{E7AF38FF-B38D-4060-8B8D-2D16AAFBAAC1}" type="slidenum">
              <a:rPr lang="en-US" smtClean="0"/>
              <a:pPr/>
              <a:t>19</a:t>
            </a:fld>
            <a:endParaRPr lang="en-US"/>
          </a:p>
        </p:txBody>
      </p:sp>
    </p:spTree>
    <p:extLst>
      <p:ext uri="{BB962C8B-B14F-4D97-AF65-F5344CB8AC3E}">
        <p14:creationId xmlns:p14="http://schemas.microsoft.com/office/powerpoint/2010/main" val="13564060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20</a:t>
            </a:fld>
            <a:endParaRPr lang="en-US" dirty="0"/>
          </a:p>
        </p:txBody>
      </p:sp>
      <p:sp>
        <p:nvSpPr>
          <p:cNvPr id="3" name="Title 2"/>
          <p:cNvSpPr>
            <a:spLocks noGrp="1"/>
          </p:cNvSpPr>
          <p:nvPr>
            <p:ph type="title" idx="4294967295"/>
          </p:nvPr>
        </p:nvSpPr>
        <p:spPr>
          <a:xfrm>
            <a:off x="1143000" y="282893"/>
            <a:ext cx="9144000" cy="479425"/>
          </a:xfrm>
        </p:spPr>
        <p:txBody>
          <a:bodyPr/>
          <a:lstStyle/>
          <a:p>
            <a:r>
              <a:rPr lang="en-US" sz="2400" dirty="0">
                <a:solidFill>
                  <a:schemeClr val="tx2">
                    <a:lumMod val="50000"/>
                  </a:schemeClr>
                </a:solidFill>
              </a:rPr>
              <a:t>Account Hierarchy - Overview</a:t>
            </a:r>
          </a:p>
        </p:txBody>
      </p:sp>
      <p:sp>
        <p:nvSpPr>
          <p:cNvPr id="2" name="Content Placeholder 1"/>
          <p:cNvSpPr>
            <a:spLocks noGrp="1"/>
          </p:cNvSpPr>
          <p:nvPr>
            <p:ph idx="4294967295"/>
          </p:nvPr>
        </p:nvSpPr>
        <p:spPr>
          <a:xfrm>
            <a:off x="0" y="952500"/>
            <a:ext cx="10020300" cy="5715000"/>
          </a:xfrm>
        </p:spPr>
        <p:txBody>
          <a:bodyPr/>
          <a:lstStyle/>
          <a:p>
            <a:pPr lvl="1">
              <a:buFont typeface="Arial" panose="020B0604020202020204" pitchFamily="34" charset="0"/>
              <a:buChar char="•"/>
            </a:pPr>
            <a:endParaRPr lang="en-US" dirty="0"/>
          </a:p>
          <a:p>
            <a:pPr lvl="1">
              <a:buFont typeface="Arial" panose="020B0604020202020204" pitchFamily="34" charset="0"/>
              <a:buChar char="•"/>
            </a:pPr>
            <a:r>
              <a:rPr lang="en-US" dirty="0"/>
              <a:t>Account Hierarchy- Person Accounts can be optionally configured to display in color based on gender </a:t>
            </a:r>
          </a:p>
          <a:p>
            <a:pPr lvl="1">
              <a:buFont typeface="Arial" panose="020B0604020202020204" pitchFamily="34" charset="0"/>
              <a:buChar char="•"/>
            </a:pPr>
            <a:r>
              <a:rPr lang="en-US" dirty="0"/>
              <a:t>Account Hierarchy- It is expected that customers will load data in both the </a:t>
            </a:r>
            <a:r>
              <a:rPr lang="en-US" dirty="0" err="1"/>
              <a:t>Child_Account_vod</a:t>
            </a:r>
            <a:r>
              <a:rPr lang="en-US" dirty="0"/>
              <a:t> objects and the value for the </a:t>
            </a:r>
            <a:r>
              <a:rPr lang="en-US" dirty="0" err="1"/>
              <a:t>Primary_Account_vod</a:t>
            </a:r>
            <a:r>
              <a:rPr lang="en-US" dirty="0"/>
              <a:t> field on the Account object</a:t>
            </a:r>
          </a:p>
          <a:p>
            <a:pPr lvl="1">
              <a:buFont typeface="Arial" panose="020B0604020202020204" pitchFamily="34" charset="0"/>
              <a:buChar char="•"/>
            </a:pPr>
            <a:r>
              <a:rPr lang="en-US" dirty="0"/>
              <a:t>Account Hierarchy and Sphere of influence visibility for Accounts outside the users Territory is only supported for offline devices</a:t>
            </a:r>
          </a:p>
          <a:p>
            <a:pPr lvl="1">
              <a:buFont typeface="Arial" panose="020B0604020202020204" pitchFamily="34" charset="0"/>
              <a:buChar char="•"/>
            </a:pPr>
            <a:endParaRPr lang="en-US" dirty="0"/>
          </a:p>
          <a:p>
            <a:pPr lvl="1">
              <a:buFont typeface="Arial" panose="020B0604020202020204" pitchFamily="34" charset="0"/>
              <a:buChar char="•"/>
            </a:pPr>
            <a:endParaRPr lang="en-US" dirty="0"/>
          </a:p>
          <a:p>
            <a:endParaRPr lang="en-US" dirty="0"/>
          </a:p>
        </p:txBody>
      </p:sp>
      <p:sp>
        <p:nvSpPr>
          <p:cNvPr id="6" name="Rectangle 5"/>
          <p:cNvSpPr/>
          <p:nvPr/>
        </p:nvSpPr>
        <p:spPr>
          <a:xfrm>
            <a:off x="7551057" y="3594532"/>
            <a:ext cx="3515169" cy="2628472"/>
          </a:xfrm>
          <a:prstGeom prst="rect">
            <a:avLst/>
          </a:prstGeom>
          <a:solidFill>
            <a:srgbClr val="81D8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2" descr="D:\Images\Images\Question\shutterstock_157594730.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2572" b="14047"/>
          <a:stretch/>
        </p:blipFill>
        <p:spPr bwMode="auto">
          <a:xfrm>
            <a:off x="7620000" y="3657600"/>
            <a:ext cx="3376023" cy="2497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37029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21</a:t>
            </a:fld>
            <a:endParaRPr lang="en-US"/>
          </a:p>
        </p:txBody>
      </p:sp>
      <p:sp>
        <p:nvSpPr>
          <p:cNvPr id="2" name="Title 1"/>
          <p:cNvSpPr>
            <a:spLocks noGrp="1"/>
          </p:cNvSpPr>
          <p:nvPr>
            <p:ph type="title" idx="4294967295"/>
          </p:nvPr>
        </p:nvSpPr>
        <p:spPr>
          <a:xfrm>
            <a:off x="1905000" y="232092"/>
            <a:ext cx="9144000" cy="479425"/>
          </a:xfrm>
        </p:spPr>
        <p:txBody>
          <a:bodyPr/>
          <a:lstStyle/>
          <a:p>
            <a:r>
              <a:rPr lang="en-US" sz="2400" dirty="0">
                <a:solidFill>
                  <a:schemeClr val="tx2">
                    <a:lumMod val="50000"/>
                  </a:schemeClr>
                </a:solidFill>
              </a:rPr>
              <a:t>Account Hierarchy</a:t>
            </a:r>
          </a:p>
        </p:txBody>
      </p:sp>
      <p:sp>
        <p:nvSpPr>
          <p:cNvPr id="6" name="Content Placeholder 5"/>
          <p:cNvSpPr>
            <a:spLocks noGrp="1"/>
          </p:cNvSpPr>
          <p:nvPr>
            <p:ph idx="4294967295"/>
          </p:nvPr>
        </p:nvSpPr>
        <p:spPr>
          <a:xfrm>
            <a:off x="609600" y="1143323"/>
            <a:ext cx="10744200" cy="4983163"/>
          </a:xfrm>
        </p:spPr>
        <p:txBody>
          <a:bodyPr/>
          <a:lstStyle/>
          <a:p>
            <a:pPr marL="0" indent="0">
              <a:buNone/>
            </a:pPr>
            <a:r>
              <a:rPr lang="en-US" dirty="0"/>
              <a:t> Account Hierarchy vs. Sphere of Influence</a:t>
            </a:r>
          </a:p>
          <a:p>
            <a:pPr marL="0" indent="0">
              <a:buNone/>
            </a:pPr>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1799343637"/>
              </p:ext>
            </p:extLst>
          </p:nvPr>
        </p:nvGraphicFramePr>
        <p:xfrm>
          <a:off x="533400" y="1759478"/>
          <a:ext cx="10287000" cy="2673378"/>
        </p:xfrm>
        <a:graphic>
          <a:graphicData uri="http://schemas.openxmlformats.org/drawingml/2006/table">
            <a:tbl>
              <a:tblPr firstRow="1" bandRow="1">
                <a:tableStyleId>{5C22544A-7EE6-4342-B048-85BDC9FD1C3A}</a:tableStyleId>
              </a:tblPr>
              <a:tblGrid>
                <a:gridCol w="5005101">
                  <a:extLst>
                    <a:ext uri="{9D8B030D-6E8A-4147-A177-3AD203B41FA5}">
                      <a16:colId xmlns:a16="http://schemas.microsoft.com/office/drawing/2014/main" val="20000"/>
                    </a:ext>
                  </a:extLst>
                </a:gridCol>
                <a:gridCol w="5281899">
                  <a:extLst>
                    <a:ext uri="{9D8B030D-6E8A-4147-A177-3AD203B41FA5}">
                      <a16:colId xmlns:a16="http://schemas.microsoft.com/office/drawing/2014/main" val="20001"/>
                    </a:ext>
                  </a:extLst>
                </a:gridCol>
              </a:tblGrid>
              <a:tr h="368742">
                <a:tc>
                  <a:txBody>
                    <a:bodyPr/>
                    <a:lstStyle/>
                    <a:p>
                      <a:pPr algn="ctr"/>
                      <a:r>
                        <a:rPr lang="en-US" sz="1800" dirty="0"/>
                        <a:t>Account Hierarchy</a:t>
                      </a:r>
                    </a:p>
                  </a:txBody>
                  <a:tcPr/>
                </a:tc>
                <a:tc>
                  <a:txBody>
                    <a:bodyPr/>
                    <a:lstStyle/>
                    <a:p>
                      <a:pPr algn="ctr"/>
                      <a:r>
                        <a:rPr lang="en-US" sz="1800" b="1" i="0" u="none" strike="noStrike" kern="1200" baseline="0" dirty="0">
                          <a:solidFill>
                            <a:schemeClr val="lt1"/>
                          </a:solidFill>
                          <a:latin typeface="+mn-lt"/>
                          <a:ea typeface="+mn-ea"/>
                          <a:cs typeface="+mn-cs"/>
                        </a:rPr>
                        <a:t>Sphere of Influence / Affiliations</a:t>
                      </a:r>
                      <a:endParaRPr lang="en-US" sz="1800" dirty="0"/>
                    </a:p>
                  </a:txBody>
                  <a:tcPr/>
                </a:tc>
                <a:extLst>
                  <a:ext uri="{0D108BD9-81ED-4DB2-BD59-A6C34878D82A}">
                    <a16:rowId xmlns:a16="http://schemas.microsoft.com/office/drawing/2014/main" val="10000"/>
                  </a:ext>
                </a:extLst>
              </a:tr>
              <a:tr h="645298">
                <a:tc>
                  <a:txBody>
                    <a:bodyPr/>
                    <a:lstStyle/>
                    <a:p>
                      <a:r>
                        <a:rPr lang="en-US" sz="1800" dirty="0">
                          <a:latin typeface="Arial" panose="020B0604020202020204" pitchFamily="34" charset="0"/>
                          <a:cs typeface="Arial" panose="020B0604020202020204" pitchFamily="34" charset="0"/>
                        </a:rPr>
                        <a:t>Displays a hierarchy of parent</a:t>
                      </a:r>
                    </a:p>
                    <a:p>
                      <a:r>
                        <a:rPr lang="en-US" sz="1800" dirty="0">
                          <a:latin typeface="Arial" panose="020B0604020202020204" pitchFamily="34" charset="0"/>
                          <a:cs typeface="Arial" panose="020B0604020202020204" pitchFamily="34" charset="0"/>
                        </a:rPr>
                        <a:t>accounts and child accounts</a:t>
                      </a:r>
                    </a:p>
                  </a:txBody>
                  <a:tcPr/>
                </a:tc>
                <a:tc>
                  <a:txBody>
                    <a:bodyPr/>
                    <a:lstStyle/>
                    <a:p>
                      <a:pPr marL="0" algn="l" defTabSz="914400" rtl="0" eaLnBrk="1" latinLnBrk="0" hangingPunct="1"/>
                      <a:r>
                        <a:rPr lang="en-US" sz="1800" kern="1200" dirty="0">
                          <a:solidFill>
                            <a:schemeClr val="dk1"/>
                          </a:solidFill>
                          <a:latin typeface="Arial" panose="020B0604020202020204" pitchFamily="34" charset="0"/>
                          <a:ea typeface="+mn-ea"/>
                          <a:cs typeface="Arial" panose="020B0604020202020204" pitchFamily="34" charset="0"/>
                        </a:rPr>
                        <a:t>  Displays affiliations between accounts</a:t>
                      </a:r>
                    </a:p>
                  </a:txBody>
                  <a:tcPr/>
                </a:tc>
                <a:extLst>
                  <a:ext uri="{0D108BD9-81ED-4DB2-BD59-A6C34878D82A}">
                    <a16:rowId xmlns:a16="http://schemas.microsoft.com/office/drawing/2014/main" val="10001"/>
                  </a:ext>
                </a:extLst>
              </a:tr>
              <a:tr h="645298">
                <a:tc>
                  <a:txBody>
                    <a:bodyPr/>
                    <a:lstStyle/>
                    <a:p>
                      <a:r>
                        <a:rPr lang="en-US" sz="1800" b="0" i="0" u="none" strike="noStrike" kern="1200" baseline="0" dirty="0">
                          <a:solidFill>
                            <a:schemeClr val="dk1"/>
                          </a:solidFill>
                          <a:latin typeface="Arial" panose="020B0604020202020204" pitchFamily="34" charset="0"/>
                          <a:ea typeface="+mn-ea"/>
                          <a:cs typeface="Arial" panose="020B0604020202020204" pitchFamily="34" charset="0"/>
                        </a:rPr>
                        <a:t>A structural relationship or physical</a:t>
                      </a:r>
                    </a:p>
                    <a:p>
                      <a:r>
                        <a:rPr lang="en-US" sz="1800" b="0" i="0" u="none" strike="noStrike" kern="1200" baseline="0" dirty="0">
                          <a:solidFill>
                            <a:schemeClr val="dk1"/>
                          </a:solidFill>
                          <a:latin typeface="Arial" panose="020B0604020202020204" pitchFamily="34" charset="0"/>
                          <a:ea typeface="+mn-ea"/>
                          <a:cs typeface="Arial" panose="020B0604020202020204" pitchFamily="34" charset="0"/>
                        </a:rPr>
                        <a:t>layout of accounts</a:t>
                      </a:r>
                      <a:endParaRPr lang="en-US" sz="1800" dirty="0">
                        <a:latin typeface="Arial" panose="020B0604020202020204" pitchFamily="34" charset="0"/>
                        <a:cs typeface="Arial" panose="020B0604020202020204" pitchFamily="34" charset="0"/>
                      </a:endParaRPr>
                    </a:p>
                  </a:txBody>
                  <a:tcPr/>
                </a:tc>
                <a:tc>
                  <a:txBody>
                    <a:bodyPr/>
                    <a:lstStyle/>
                    <a:p>
                      <a:r>
                        <a:rPr lang="en-US" sz="1800" b="0" i="0" u="none" strike="noStrike" kern="1200" baseline="0" dirty="0">
                          <a:solidFill>
                            <a:schemeClr val="dk1"/>
                          </a:solidFill>
                          <a:latin typeface="Arial" panose="020B0604020202020204" pitchFamily="34" charset="0"/>
                          <a:ea typeface="+mn-ea"/>
                          <a:cs typeface="Arial" panose="020B0604020202020204" pitchFamily="34" charset="0"/>
                        </a:rPr>
                        <a:t>  An informal relationship to convey</a:t>
                      </a:r>
                    </a:p>
                    <a:p>
                      <a:r>
                        <a:rPr lang="en-US" sz="1800" b="0" i="0" u="none" strike="noStrike" kern="1200" baseline="0" dirty="0">
                          <a:solidFill>
                            <a:schemeClr val="dk1"/>
                          </a:solidFill>
                          <a:latin typeface="Arial" panose="020B0604020202020204" pitchFamily="34" charset="0"/>
                          <a:ea typeface="+mn-ea"/>
                          <a:cs typeface="Arial" panose="020B0604020202020204" pitchFamily="34" charset="0"/>
                        </a:rPr>
                        <a:t>  influence between doctors</a:t>
                      </a:r>
                      <a:endParaRPr lang="en-US"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2"/>
                  </a:ext>
                </a:extLst>
              </a:tr>
              <a:tr h="645298">
                <a:tc>
                  <a:txBody>
                    <a:bodyPr/>
                    <a:lstStyle/>
                    <a:p>
                      <a:r>
                        <a:rPr lang="en-US" sz="1800" b="0" i="0" u="none" strike="noStrike" kern="1200" baseline="0" dirty="0">
                          <a:solidFill>
                            <a:schemeClr val="dk1"/>
                          </a:solidFill>
                          <a:latin typeface="Arial" panose="020B0604020202020204" pitchFamily="34" charset="0"/>
                          <a:ea typeface="+mn-ea"/>
                          <a:cs typeface="Arial" panose="020B0604020202020204" pitchFamily="34" charset="0"/>
                        </a:rPr>
                        <a:t>Example: Hospital, departments and</a:t>
                      </a:r>
                    </a:p>
                    <a:p>
                      <a:r>
                        <a:rPr lang="en-US" sz="1800" b="0" i="0" u="none" strike="noStrike" kern="1200" baseline="0" dirty="0">
                          <a:solidFill>
                            <a:schemeClr val="dk1"/>
                          </a:solidFill>
                          <a:latin typeface="Arial" panose="020B0604020202020204" pitchFamily="34" charset="0"/>
                          <a:ea typeface="+mn-ea"/>
                          <a:cs typeface="Arial" panose="020B0604020202020204" pitchFamily="34" charset="0"/>
                        </a:rPr>
                        <a:t>the doctors in them</a:t>
                      </a:r>
                      <a:endParaRPr lang="en-US" sz="1800" dirty="0">
                        <a:latin typeface="Arial" panose="020B0604020202020204" pitchFamily="34" charset="0"/>
                        <a:cs typeface="Arial" panose="020B0604020202020204" pitchFamily="34" charset="0"/>
                      </a:endParaRPr>
                    </a:p>
                  </a:txBody>
                  <a:tcPr/>
                </a:tc>
                <a:tc>
                  <a:txBody>
                    <a:bodyPr/>
                    <a:lstStyle/>
                    <a:p>
                      <a:r>
                        <a:rPr lang="en-US" sz="1800" dirty="0">
                          <a:latin typeface="Arial" panose="020B0604020202020204" pitchFamily="34" charset="0"/>
                          <a:cs typeface="Arial" panose="020B0604020202020204" pitchFamily="34" charset="0"/>
                        </a:rPr>
                        <a:t>  Example: High </a:t>
                      </a:r>
                      <a:r>
                        <a:rPr lang="en-US" sz="1800" b="0" i="0" u="none" strike="noStrike" kern="1200" baseline="0" dirty="0">
                          <a:solidFill>
                            <a:schemeClr val="dk1"/>
                          </a:solidFill>
                          <a:latin typeface="Arial" panose="020B0604020202020204" pitchFamily="34" charset="0"/>
                          <a:ea typeface="+mn-ea"/>
                          <a:cs typeface="Arial" panose="020B0604020202020204" pitchFamily="34" charset="0"/>
                        </a:rPr>
                        <a:t>influence physician and</a:t>
                      </a:r>
                    </a:p>
                    <a:p>
                      <a:r>
                        <a:rPr lang="en-US" sz="1800" b="0" i="0" u="none" strike="noStrike" kern="1200" baseline="0" dirty="0">
                          <a:solidFill>
                            <a:schemeClr val="dk1"/>
                          </a:solidFill>
                          <a:latin typeface="Arial" panose="020B0604020202020204" pitchFamily="34" charset="0"/>
                          <a:ea typeface="+mn-ea"/>
                          <a:cs typeface="Arial" panose="020B0604020202020204" pitchFamily="34" charset="0"/>
                        </a:rPr>
                        <a:t>  his network </a:t>
                      </a:r>
                      <a:endParaRPr lang="en-US"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3"/>
                  </a:ext>
                </a:extLst>
              </a:tr>
              <a:tr h="368742">
                <a:tc>
                  <a:txBody>
                    <a:bodyPr/>
                    <a:lstStyle/>
                    <a:p>
                      <a:r>
                        <a:rPr lang="en-US" sz="1800" dirty="0">
                          <a:latin typeface="Arial" panose="020B0604020202020204" pitchFamily="34" charset="0"/>
                          <a:cs typeface="Arial" panose="020B0604020202020204" pitchFamily="34" charset="0"/>
                        </a:rPr>
                        <a:t>Cannot Designate roles and influence</a:t>
                      </a:r>
                    </a:p>
                  </a:txBody>
                  <a:tcPr/>
                </a:tc>
                <a:tc>
                  <a:txBody>
                    <a:bodyPr/>
                    <a:lstStyle/>
                    <a:p>
                      <a:r>
                        <a:rPr lang="en-US" sz="1800" dirty="0">
                          <a:latin typeface="Arial" panose="020B0604020202020204" pitchFamily="34" charset="0"/>
                          <a:cs typeface="Arial" panose="020B0604020202020204" pitchFamily="34" charset="0"/>
                        </a:rPr>
                        <a:t>  Can </a:t>
                      </a:r>
                      <a:r>
                        <a:rPr lang="en-US" sz="1800" b="0" i="0" u="none" strike="noStrike" kern="1200" baseline="0" dirty="0">
                          <a:solidFill>
                            <a:schemeClr val="dk1"/>
                          </a:solidFill>
                          <a:latin typeface="Arial" panose="020B0604020202020204" pitchFamily="34" charset="0"/>
                          <a:ea typeface="+mn-ea"/>
                          <a:cs typeface="Arial" panose="020B0604020202020204" pitchFamily="34" charset="0"/>
                        </a:rPr>
                        <a:t>designate roles and influence</a:t>
                      </a:r>
                      <a:endParaRPr lang="en-US" sz="1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4"/>
                  </a:ext>
                </a:extLst>
              </a:tr>
            </a:tbl>
          </a:graphicData>
        </a:graphic>
      </p:graphicFrame>
      <p:sp>
        <p:nvSpPr>
          <p:cNvPr id="11" name="Rectangle 10"/>
          <p:cNvSpPr/>
          <p:nvPr/>
        </p:nvSpPr>
        <p:spPr>
          <a:xfrm rot="1850537">
            <a:off x="6003629" y="3244334"/>
            <a:ext cx="184731" cy="369332"/>
          </a:xfrm>
          <a:prstGeom prst="rect">
            <a:avLst/>
          </a:prstGeom>
        </p:spPr>
        <p:txBody>
          <a:bodyPr wrap="none">
            <a:spAutoFit/>
          </a:bodyPr>
          <a:lstStyle/>
          <a:p>
            <a:endParaRPr lang="en-US" dirty="0"/>
          </a:p>
        </p:txBody>
      </p:sp>
      <p:pic>
        <p:nvPicPr>
          <p:cNvPr id="12" name="Picture 11"/>
          <p:cNvPicPr>
            <a:picLocks noChangeAspect="1"/>
          </p:cNvPicPr>
          <p:nvPr/>
        </p:nvPicPr>
        <p:blipFill>
          <a:blip r:embed="rId2"/>
          <a:stretch>
            <a:fillRect/>
          </a:stretch>
        </p:blipFill>
        <p:spPr>
          <a:xfrm>
            <a:off x="6705600" y="4572000"/>
            <a:ext cx="3733800" cy="1981200"/>
          </a:xfrm>
          <a:prstGeom prst="rect">
            <a:avLst/>
          </a:prstGeom>
        </p:spPr>
      </p:pic>
      <p:pic>
        <p:nvPicPr>
          <p:cNvPr id="3" name="Picture 2"/>
          <p:cNvPicPr>
            <a:picLocks noChangeAspect="1"/>
          </p:cNvPicPr>
          <p:nvPr/>
        </p:nvPicPr>
        <p:blipFill>
          <a:blip r:embed="rId3"/>
          <a:stretch>
            <a:fillRect/>
          </a:stretch>
        </p:blipFill>
        <p:spPr>
          <a:xfrm>
            <a:off x="609600" y="4724400"/>
            <a:ext cx="5949216" cy="1401763"/>
          </a:xfrm>
          <a:prstGeom prst="rect">
            <a:avLst/>
          </a:prstGeom>
        </p:spPr>
      </p:pic>
    </p:spTree>
    <p:extLst>
      <p:ext uri="{BB962C8B-B14F-4D97-AF65-F5344CB8AC3E}">
        <p14:creationId xmlns:p14="http://schemas.microsoft.com/office/powerpoint/2010/main" val="42580063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22</a:t>
            </a:fld>
            <a:endParaRPr lang="en-US"/>
          </a:p>
        </p:txBody>
      </p:sp>
      <p:sp>
        <p:nvSpPr>
          <p:cNvPr id="2" name="Title 1"/>
          <p:cNvSpPr>
            <a:spLocks noGrp="1"/>
          </p:cNvSpPr>
          <p:nvPr>
            <p:ph type="title" idx="4294967295"/>
          </p:nvPr>
        </p:nvSpPr>
        <p:spPr>
          <a:xfrm>
            <a:off x="1524000" y="252412"/>
            <a:ext cx="9144000" cy="479425"/>
          </a:xfrm>
        </p:spPr>
        <p:txBody>
          <a:bodyPr/>
          <a:lstStyle/>
          <a:p>
            <a:r>
              <a:rPr lang="en-US" sz="2400" dirty="0">
                <a:solidFill>
                  <a:schemeClr val="tx2">
                    <a:lumMod val="50000"/>
                  </a:schemeClr>
                </a:solidFill>
              </a:rPr>
              <a:t>Account Hierarchy Configuration 1</a:t>
            </a:r>
          </a:p>
        </p:txBody>
      </p:sp>
      <p:sp>
        <p:nvSpPr>
          <p:cNvPr id="3" name="Content Placeholder 2"/>
          <p:cNvSpPr>
            <a:spLocks noGrp="1"/>
          </p:cNvSpPr>
          <p:nvPr>
            <p:ph idx="4294967295"/>
          </p:nvPr>
        </p:nvSpPr>
        <p:spPr>
          <a:xfrm>
            <a:off x="0" y="1143000"/>
            <a:ext cx="10972800" cy="4983163"/>
          </a:xfrm>
        </p:spPr>
        <p:txBody>
          <a:bodyPr/>
          <a:lstStyle/>
          <a:p>
            <a:pPr lvl="1">
              <a:buFont typeface="Arial" panose="020B0604020202020204" pitchFamily="34" charset="0"/>
              <a:buChar char="•"/>
            </a:pPr>
            <a:r>
              <a:rPr lang="en-US" b="1" dirty="0"/>
              <a:t>Users click on the View Hierarchy button on an Account record to access its Hierarchy </a:t>
            </a:r>
          </a:p>
          <a:p>
            <a:pPr lvl="1"/>
            <a:endParaRPr lang="en-US" b="1" dirty="0"/>
          </a:p>
          <a:p>
            <a:pPr lvl="2">
              <a:buFont typeface="Arial" panose="020B0604020202020204" pitchFamily="34" charset="0"/>
              <a:buChar char="−"/>
            </a:pPr>
            <a:r>
              <a:rPr lang="en-US" sz="1800" dirty="0"/>
              <a:t>Must add </a:t>
            </a:r>
            <a:r>
              <a:rPr lang="en-US" sz="1800" b="1" dirty="0"/>
              <a:t>View Hierarchy button </a:t>
            </a:r>
            <a:r>
              <a:rPr lang="en-US" sz="1800" dirty="0"/>
              <a:t>to Account page layouts</a:t>
            </a:r>
            <a:endParaRPr lang="en-US" sz="1800" b="1" dirty="0"/>
          </a:p>
          <a:p>
            <a:pPr marL="914400" lvl="2" indent="0">
              <a:buNone/>
            </a:pPr>
            <a:endParaRPr lang="en-US" sz="1800" b="1" dirty="0"/>
          </a:p>
          <a:p>
            <a:pPr lvl="1">
              <a:buFont typeface="Arial" panose="020B0604020202020204" pitchFamily="34" charset="0"/>
              <a:buChar char="•"/>
            </a:pPr>
            <a:r>
              <a:rPr lang="en-US" b="1" dirty="0"/>
              <a:t>Profiles need CRUD permissions for </a:t>
            </a:r>
            <a:r>
              <a:rPr lang="en-US" b="1" dirty="0" err="1"/>
              <a:t>Child_Account_vod</a:t>
            </a:r>
            <a:r>
              <a:rPr lang="en-US" b="1" dirty="0"/>
              <a:t> object</a:t>
            </a:r>
          </a:p>
          <a:p>
            <a:pPr marL="738188" lvl="1" indent="-280988">
              <a:buFont typeface="Wingdings" panose="05000000000000000000" pitchFamily="2" charset="2"/>
              <a:buChar char="q"/>
            </a:pPr>
            <a:endParaRPr lang="en-US" b="1" dirty="0"/>
          </a:p>
          <a:p>
            <a:pPr lvl="2">
              <a:buFont typeface="Arial" panose="020B0604020202020204" pitchFamily="34" charset="0"/>
              <a:buChar char="−"/>
            </a:pPr>
            <a:r>
              <a:rPr lang="en-US" sz="1800" dirty="0"/>
              <a:t>If users are not managing hierarchies, their profiles only need Read access</a:t>
            </a:r>
            <a:endParaRPr lang="en-US" sz="1800" b="1" dirty="0"/>
          </a:p>
          <a:p>
            <a:pPr marL="0" indent="0">
              <a:buNone/>
            </a:pPr>
            <a:endParaRPr lang="en-US" sz="1800" dirty="0"/>
          </a:p>
        </p:txBody>
      </p:sp>
    </p:spTree>
    <p:extLst>
      <p:ext uri="{BB962C8B-B14F-4D97-AF65-F5344CB8AC3E}">
        <p14:creationId xmlns:p14="http://schemas.microsoft.com/office/powerpoint/2010/main" val="3300053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DA65FDE-7CA2-EC1B-3A0D-6144029326A7}"/>
              </a:ext>
            </a:extLst>
          </p:cNvPr>
          <p:cNvPicPr>
            <a:picLocks noChangeAspect="1"/>
          </p:cNvPicPr>
          <p:nvPr/>
        </p:nvPicPr>
        <p:blipFill>
          <a:blip r:embed="rId2"/>
          <a:stretch>
            <a:fillRect/>
          </a:stretch>
        </p:blipFill>
        <p:spPr>
          <a:xfrm>
            <a:off x="525108" y="1588584"/>
            <a:ext cx="10515600" cy="3783516"/>
          </a:xfrm>
          <a:prstGeom prst="rect">
            <a:avLst/>
          </a:prstGeom>
        </p:spPr>
      </p:pic>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23</a:t>
            </a:fld>
            <a:endParaRPr lang="en-US"/>
          </a:p>
        </p:txBody>
      </p:sp>
      <p:sp>
        <p:nvSpPr>
          <p:cNvPr id="2" name="Title 1"/>
          <p:cNvSpPr>
            <a:spLocks noGrp="1"/>
          </p:cNvSpPr>
          <p:nvPr>
            <p:ph type="title" idx="4294967295"/>
          </p:nvPr>
        </p:nvSpPr>
        <p:spPr>
          <a:xfrm>
            <a:off x="1676400" y="263077"/>
            <a:ext cx="9144000" cy="479425"/>
          </a:xfrm>
        </p:spPr>
        <p:txBody>
          <a:bodyPr/>
          <a:lstStyle/>
          <a:p>
            <a:r>
              <a:rPr lang="en-US" sz="2400" dirty="0">
                <a:solidFill>
                  <a:schemeClr val="tx2">
                    <a:lumMod val="50000"/>
                  </a:schemeClr>
                </a:solidFill>
              </a:rPr>
              <a:t>Account Hierarchy Configuration 2</a:t>
            </a:r>
          </a:p>
        </p:txBody>
      </p:sp>
      <p:sp>
        <p:nvSpPr>
          <p:cNvPr id="3" name="Content Placeholder 2"/>
          <p:cNvSpPr>
            <a:spLocks noGrp="1"/>
          </p:cNvSpPr>
          <p:nvPr>
            <p:ph idx="4294967295"/>
          </p:nvPr>
        </p:nvSpPr>
        <p:spPr>
          <a:xfrm>
            <a:off x="587527" y="1135616"/>
            <a:ext cx="10515600" cy="4983163"/>
          </a:xfrm>
        </p:spPr>
        <p:txBody>
          <a:bodyPr/>
          <a:lstStyle/>
          <a:p>
            <a:pPr marL="342900" lvl="1" indent="-342900">
              <a:buFont typeface="Arial" pitchFamily="34" charset="0"/>
              <a:buChar char="•"/>
            </a:pPr>
            <a:r>
              <a:rPr lang="en-US" b="1" dirty="0"/>
              <a:t>Users need to view and manage Account Hierarchy from the Professional page layout </a:t>
            </a:r>
          </a:p>
          <a:p>
            <a:endParaRPr lang="en-US" dirty="0"/>
          </a:p>
        </p:txBody>
      </p:sp>
      <p:pic>
        <p:nvPicPr>
          <p:cNvPr id="8" name="Picture 7"/>
          <p:cNvPicPr>
            <a:picLocks noChangeAspect="1"/>
          </p:cNvPicPr>
          <p:nvPr/>
        </p:nvPicPr>
        <p:blipFill>
          <a:blip r:embed="rId3"/>
          <a:stretch>
            <a:fillRect/>
          </a:stretch>
        </p:blipFill>
        <p:spPr>
          <a:xfrm>
            <a:off x="1042416" y="4233069"/>
            <a:ext cx="8213017" cy="1935163"/>
          </a:xfrm>
          <a:prstGeom prst="rect">
            <a:avLst/>
          </a:prstGeom>
          <a:ln>
            <a:solidFill>
              <a:schemeClr val="accent6">
                <a:lumMod val="75000"/>
              </a:schemeClr>
            </a:solidFill>
          </a:ln>
        </p:spPr>
      </p:pic>
      <p:cxnSp>
        <p:nvCxnSpPr>
          <p:cNvPr id="10" name="Straight Arrow Connector 9"/>
          <p:cNvCxnSpPr/>
          <p:nvPr/>
        </p:nvCxnSpPr>
        <p:spPr>
          <a:xfrm flipH="1">
            <a:off x="8746352" y="4088844"/>
            <a:ext cx="1143000" cy="914400"/>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59472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24</a:t>
            </a:fld>
            <a:endParaRPr lang="en-US"/>
          </a:p>
        </p:txBody>
      </p:sp>
      <p:sp>
        <p:nvSpPr>
          <p:cNvPr id="2" name="Title 1"/>
          <p:cNvSpPr>
            <a:spLocks noGrp="1"/>
          </p:cNvSpPr>
          <p:nvPr>
            <p:ph type="title" idx="4294967295"/>
          </p:nvPr>
        </p:nvSpPr>
        <p:spPr>
          <a:xfrm>
            <a:off x="1524000" y="263843"/>
            <a:ext cx="9144000" cy="479425"/>
          </a:xfrm>
        </p:spPr>
        <p:txBody>
          <a:bodyPr/>
          <a:lstStyle/>
          <a:p>
            <a:r>
              <a:rPr lang="en-US" sz="2400" dirty="0">
                <a:solidFill>
                  <a:schemeClr val="tx2">
                    <a:lumMod val="50000"/>
                  </a:schemeClr>
                </a:solidFill>
              </a:rPr>
              <a:t>Account Hierarchy – Configuration 3</a:t>
            </a:r>
          </a:p>
        </p:txBody>
      </p:sp>
      <p:sp>
        <p:nvSpPr>
          <p:cNvPr id="3" name="Content Placeholder 2"/>
          <p:cNvSpPr>
            <a:spLocks noGrp="1"/>
          </p:cNvSpPr>
          <p:nvPr>
            <p:ph idx="4294967295"/>
          </p:nvPr>
        </p:nvSpPr>
        <p:spPr>
          <a:xfrm>
            <a:off x="228600" y="1103153"/>
            <a:ext cx="11353800" cy="4800600"/>
          </a:xfrm>
        </p:spPr>
        <p:txBody>
          <a:bodyPr/>
          <a:lstStyle/>
          <a:p>
            <a:pPr lvl="1">
              <a:buFont typeface="Arial" panose="020B0604020202020204" pitchFamily="34" charset="0"/>
              <a:buChar char="•"/>
            </a:pPr>
            <a:r>
              <a:rPr lang="en-US" sz="2000" dirty="0"/>
              <a:t>To configure the Accounts Professional page layout:</a:t>
            </a:r>
          </a:p>
          <a:p>
            <a:pPr lvl="2">
              <a:buFont typeface="Arial" panose="020B0604020202020204" pitchFamily="34" charset="0"/>
              <a:buChar char="−"/>
            </a:pPr>
            <a:r>
              <a:rPr lang="en-US" sz="1800" b="1" dirty="0"/>
              <a:t>Setup &gt; Customize &gt; Accounts &gt; Person Accounts &gt; Page Layouts</a:t>
            </a:r>
          </a:p>
          <a:p>
            <a:pPr marL="1200150" lvl="2" indent="-285750">
              <a:buFont typeface="Wingdings" panose="05000000000000000000" pitchFamily="2" charset="2"/>
              <a:buChar char="Ø"/>
            </a:pPr>
            <a:endParaRPr lang="en-US" sz="1800" b="1" dirty="0"/>
          </a:p>
          <a:p>
            <a:pPr lvl="1">
              <a:buFont typeface="Arial" panose="020B0604020202020204" pitchFamily="34" charset="0"/>
              <a:buChar char="•"/>
            </a:pPr>
            <a:r>
              <a:rPr lang="en-US" sz="2000" dirty="0"/>
              <a:t>Edit the Professional page layout:</a:t>
            </a:r>
          </a:p>
          <a:p>
            <a:pPr marL="1493838">
              <a:buFont typeface="Arial" panose="020B0604020202020204" pitchFamily="34" charset="0"/>
              <a:buChar char="−"/>
            </a:pPr>
            <a:r>
              <a:rPr lang="en-US" sz="1800" dirty="0"/>
              <a:t>Add the </a:t>
            </a:r>
            <a:r>
              <a:rPr lang="en-US" sz="1800" b="1" dirty="0"/>
              <a:t>View Hierarchy </a:t>
            </a:r>
            <a:r>
              <a:rPr lang="en-US" sz="1800" dirty="0"/>
              <a:t>button to the page layout</a:t>
            </a:r>
          </a:p>
          <a:p>
            <a:pPr marL="1493838">
              <a:buFont typeface="Arial" panose="020B0604020202020204" pitchFamily="34" charset="0"/>
              <a:buChar char="−"/>
            </a:pPr>
            <a:r>
              <a:rPr lang="en-US" sz="1800" dirty="0"/>
              <a:t>Add the </a:t>
            </a:r>
            <a:r>
              <a:rPr lang="en-US" sz="1800" b="1" dirty="0"/>
              <a:t>Primary Parent</a:t>
            </a:r>
            <a:r>
              <a:rPr lang="en-US" sz="1800" dirty="0"/>
              <a:t> field to the page layout</a:t>
            </a:r>
          </a:p>
          <a:p>
            <a:pPr marL="1951038" lvl="1">
              <a:buFont typeface="Wingdings" panose="05000000000000000000" pitchFamily="2" charset="2"/>
              <a:buChar char="§"/>
            </a:pPr>
            <a:r>
              <a:rPr lang="en-US" dirty="0"/>
              <a:t>Modify its property and make it read-only</a:t>
            </a:r>
          </a:p>
          <a:p>
            <a:pPr marL="1493838" lvl="1">
              <a:buFont typeface="Arial" panose="020B0604020202020204" pitchFamily="34" charset="0"/>
              <a:buChar char="−"/>
            </a:pPr>
            <a:r>
              <a:rPr lang="en-US" dirty="0"/>
              <a:t>Add the </a:t>
            </a:r>
            <a:r>
              <a:rPr lang="en-US" b="1" dirty="0"/>
              <a:t>Member Of </a:t>
            </a:r>
            <a:r>
              <a:rPr lang="en-US" dirty="0"/>
              <a:t>related list to the page layout and:</a:t>
            </a:r>
          </a:p>
          <a:p>
            <a:pPr marL="1893888" lvl="2" indent="-285750">
              <a:buFont typeface="Wingdings" panose="05000000000000000000" pitchFamily="2" charset="2"/>
              <a:buChar char="§"/>
            </a:pPr>
            <a:r>
              <a:rPr lang="en-US" sz="1800" b="1" dirty="0"/>
              <a:t>Remove</a:t>
            </a:r>
            <a:r>
              <a:rPr lang="en-US" sz="1800" dirty="0"/>
              <a:t> the Name field from the Select Fields list</a:t>
            </a:r>
          </a:p>
          <a:p>
            <a:pPr marL="1893888" lvl="2" indent="-285750">
              <a:buFont typeface="Wingdings" panose="05000000000000000000" pitchFamily="2" charset="2"/>
              <a:buChar char="§"/>
            </a:pPr>
            <a:r>
              <a:rPr lang="en-US" sz="1800" b="1" dirty="0"/>
              <a:t>Add</a:t>
            </a:r>
            <a:r>
              <a:rPr lang="en-US" sz="1800" dirty="0"/>
              <a:t> the Parent Account Field to the Select Fields list</a:t>
            </a:r>
          </a:p>
          <a:p>
            <a:pPr marL="1893888" lvl="2" indent="-285750">
              <a:buFont typeface="Wingdings" panose="05000000000000000000" pitchFamily="2" charset="2"/>
              <a:buChar char="§"/>
            </a:pPr>
            <a:r>
              <a:rPr lang="en-US" sz="1800" b="1" dirty="0"/>
              <a:t>Deselect</a:t>
            </a:r>
            <a:r>
              <a:rPr lang="en-US" sz="1800" dirty="0"/>
              <a:t> the standard New button</a:t>
            </a:r>
          </a:p>
          <a:p>
            <a:pPr marL="1893888" lvl="2" indent="-285750">
              <a:buFont typeface="Wingdings" panose="05000000000000000000" pitchFamily="2" charset="2"/>
              <a:buChar char="§"/>
            </a:pPr>
            <a:r>
              <a:rPr lang="en-US" sz="1800" b="1" dirty="0"/>
              <a:t>Add</a:t>
            </a:r>
            <a:r>
              <a:rPr lang="en-US" sz="1800" dirty="0"/>
              <a:t> the New Parent button to the Selected Button list</a:t>
            </a:r>
          </a:p>
          <a:p>
            <a:pPr marL="2351088" lvl="3" indent="-285750">
              <a:buFont typeface="Wingdings" panose="05000000000000000000" pitchFamily="2" charset="2"/>
              <a:buChar char="ü"/>
            </a:pPr>
            <a:endParaRPr lang="en-US" sz="1800" dirty="0"/>
          </a:p>
          <a:p>
            <a:pPr lvl="1">
              <a:buFont typeface="Arial" panose="020B0604020202020204" pitchFamily="34" charset="0"/>
              <a:buChar char="•"/>
            </a:pPr>
            <a:r>
              <a:rPr lang="en-US" sz="2000" dirty="0"/>
              <a:t>Enable Read/Edit permission on the Child Account object for user profiles</a:t>
            </a:r>
          </a:p>
          <a:p>
            <a:pPr marL="0" indent="0">
              <a:buNone/>
            </a:pPr>
            <a:endParaRPr lang="en-US" dirty="0"/>
          </a:p>
        </p:txBody>
      </p:sp>
    </p:spTree>
    <p:extLst>
      <p:ext uri="{BB962C8B-B14F-4D97-AF65-F5344CB8AC3E}">
        <p14:creationId xmlns:p14="http://schemas.microsoft.com/office/powerpoint/2010/main" val="30715573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25</a:t>
            </a:fld>
            <a:endParaRPr lang="en-US"/>
          </a:p>
        </p:txBody>
      </p:sp>
      <p:sp>
        <p:nvSpPr>
          <p:cNvPr id="2" name="Title 1"/>
          <p:cNvSpPr>
            <a:spLocks noGrp="1"/>
          </p:cNvSpPr>
          <p:nvPr>
            <p:ph type="title" idx="4294967295"/>
          </p:nvPr>
        </p:nvSpPr>
        <p:spPr>
          <a:xfrm>
            <a:off x="1828800" y="219075"/>
            <a:ext cx="9144000" cy="479425"/>
          </a:xfrm>
        </p:spPr>
        <p:txBody>
          <a:bodyPr/>
          <a:lstStyle/>
          <a:p>
            <a:r>
              <a:rPr lang="en-US" sz="2400" dirty="0">
                <a:solidFill>
                  <a:schemeClr val="tx2">
                    <a:lumMod val="50000"/>
                  </a:schemeClr>
                </a:solidFill>
              </a:rPr>
              <a:t>Account Hierarchy Related List</a:t>
            </a:r>
          </a:p>
        </p:txBody>
      </p:sp>
      <p:sp>
        <p:nvSpPr>
          <p:cNvPr id="8" name="Content Placeholder 7"/>
          <p:cNvSpPr txBox="1">
            <a:spLocks noGrp="1"/>
          </p:cNvSpPr>
          <p:nvPr>
            <p:ph idx="4294967295"/>
          </p:nvPr>
        </p:nvSpPr>
        <p:spPr>
          <a:xfrm>
            <a:off x="0" y="1143000"/>
            <a:ext cx="9982200" cy="1704975"/>
          </a:xfrm>
          <a:prstGeom prst="rect">
            <a:avLst/>
          </a:prstGeom>
          <a:noFill/>
        </p:spPr>
        <p:txBody>
          <a:bodyPr wrap="square" rtlCol="0">
            <a:spAutoFit/>
          </a:bodyPr>
          <a:lstStyle/>
          <a:p>
            <a:pPr lvl="1">
              <a:buFont typeface="Arial" panose="020B0604020202020204" pitchFamily="34" charset="0"/>
              <a:buChar char="•"/>
            </a:pPr>
            <a:r>
              <a:rPr lang="en-US" sz="2000" b="1" dirty="0">
                <a:latin typeface="Arial" panose="020B0604020202020204" pitchFamily="34" charset="0"/>
                <a:cs typeface="Arial" panose="020B0604020202020204" pitchFamily="34" charset="0"/>
              </a:rPr>
              <a:t>Users can build account hierarchy from the ‘Member Of’ or ‘Members related list’</a:t>
            </a:r>
          </a:p>
          <a:p>
            <a:pPr lvl="1">
              <a:buFont typeface="Wingdings" panose="05000000000000000000" pitchFamily="2" charset="2"/>
              <a:buChar char="q"/>
            </a:pPr>
            <a:endParaRPr lang="en-US" b="1" dirty="0">
              <a:latin typeface="Arial" panose="020B0604020202020204" pitchFamily="34" charset="0"/>
              <a:cs typeface="Arial" panose="020B0604020202020204" pitchFamily="34" charset="0"/>
            </a:endParaRPr>
          </a:p>
          <a:p>
            <a:pPr lvl="2">
              <a:buFont typeface="Arial" panose="020B0604020202020204" pitchFamily="34" charset="0"/>
              <a:buChar char="−"/>
            </a:pPr>
            <a:r>
              <a:rPr lang="en-US" sz="1800" dirty="0"/>
              <a:t>Click the </a:t>
            </a:r>
            <a:r>
              <a:rPr lang="en-US" sz="1800" b="1" dirty="0"/>
              <a:t>New Parent </a:t>
            </a:r>
            <a:r>
              <a:rPr lang="en-US" sz="1800" dirty="0"/>
              <a:t>button</a:t>
            </a:r>
          </a:p>
          <a:p>
            <a:pPr lvl="2">
              <a:buFont typeface="Arial" panose="020B0604020202020204" pitchFamily="34" charset="0"/>
              <a:buChar char="−"/>
            </a:pPr>
            <a:r>
              <a:rPr lang="en-US" sz="1800" dirty="0"/>
              <a:t>Select the </a:t>
            </a:r>
            <a:r>
              <a:rPr lang="en-US" sz="1800" b="1" dirty="0"/>
              <a:t>Parent Account </a:t>
            </a:r>
            <a:r>
              <a:rPr lang="en-US" sz="1800" dirty="0"/>
              <a:t>to create the hierarchy relationship</a:t>
            </a:r>
          </a:p>
        </p:txBody>
      </p:sp>
      <p:pic>
        <p:nvPicPr>
          <p:cNvPr id="14" name="Picture 13">
            <a:extLst>
              <a:ext uri="{FF2B5EF4-FFF2-40B4-BE49-F238E27FC236}">
                <a16:creationId xmlns:a16="http://schemas.microsoft.com/office/drawing/2014/main" id="{79A68ADB-A4B2-8E87-06BA-BBA77D631607}"/>
              </a:ext>
            </a:extLst>
          </p:cNvPr>
          <p:cNvPicPr>
            <a:picLocks noChangeAspect="1"/>
          </p:cNvPicPr>
          <p:nvPr/>
        </p:nvPicPr>
        <p:blipFill>
          <a:blip r:embed="rId2"/>
          <a:stretch>
            <a:fillRect/>
          </a:stretch>
        </p:blipFill>
        <p:spPr>
          <a:xfrm>
            <a:off x="990599" y="2994763"/>
            <a:ext cx="10210801" cy="1505027"/>
          </a:xfrm>
          <a:prstGeom prst="rect">
            <a:avLst/>
          </a:prstGeom>
        </p:spPr>
      </p:pic>
      <p:pic>
        <p:nvPicPr>
          <p:cNvPr id="16" name="Picture 15">
            <a:extLst>
              <a:ext uri="{FF2B5EF4-FFF2-40B4-BE49-F238E27FC236}">
                <a16:creationId xmlns:a16="http://schemas.microsoft.com/office/drawing/2014/main" id="{7CA69F36-FCCE-6EC4-9D93-7A257CC2FE5A}"/>
              </a:ext>
            </a:extLst>
          </p:cNvPr>
          <p:cNvPicPr>
            <a:picLocks noChangeAspect="1"/>
          </p:cNvPicPr>
          <p:nvPr/>
        </p:nvPicPr>
        <p:blipFill>
          <a:blip r:embed="rId3"/>
          <a:stretch>
            <a:fillRect/>
          </a:stretch>
        </p:blipFill>
        <p:spPr>
          <a:xfrm>
            <a:off x="1707717" y="4495800"/>
            <a:ext cx="8426883" cy="1604190"/>
          </a:xfrm>
          <a:prstGeom prst="rect">
            <a:avLst/>
          </a:prstGeom>
        </p:spPr>
      </p:pic>
    </p:spTree>
    <p:extLst>
      <p:ext uri="{BB962C8B-B14F-4D97-AF65-F5344CB8AC3E}">
        <p14:creationId xmlns:p14="http://schemas.microsoft.com/office/powerpoint/2010/main" val="6941569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7399" y="1523999"/>
            <a:ext cx="5427172" cy="4070379"/>
          </a:xfrm>
          <a:prstGeom prst="rect">
            <a:avLst/>
          </a:prstGeom>
          <a:ln>
            <a:solidFill>
              <a:schemeClr val="accent6">
                <a:lumMod val="50000"/>
              </a:schemeClr>
            </a:solidFill>
          </a:ln>
        </p:spPr>
      </p:pic>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40694" y="1586381"/>
            <a:ext cx="5142864" cy="3857148"/>
          </a:xfrm>
          <a:prstGeom prst="rect">
            <a:avLst/>
          </a:prstGeom>
          <a:ln>
            <a:solidFill>
              <a:schemeClr val="accent6">
                <a:lumMod val="50000"/>
              </a:schemeClr>
            </a:solidFill>
          </a:ln>
        </p:spPr>
      </p:pic>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26</a:t>
            </a:fld>
            <a:endParaRPr lang="en-US"/>
          </a:p>
        </p:txBody>
      </p:sp>
      <p:sp>
        <p:nvSpPr>
          <p:cNvPr id="2" name="Title 1"/>
          <p:cNvSpPr>
            <a:spLocks noGrp="1"/>
          </p:cNvSpPr>
          <p:nvPr>
            <p:ph type="title" idx="4294967295"/>
          </p:nvPr>
        </p:nvSpPr>
        <p:spPr>
          <a:xfrm>
            <a:off x="1069261" y="265430"/>
            <a:ext cx="7652092" cy="457200"/>
          </a:xfrm>
        </p:spPr>
        <p:txBody>
          <a:bodyPr anchor="t"/>
          <a:lstStyle/>
          <a:p>
            <a:r>
              <a:rPr lang="en-US" sz="2400" dirty="0">
                <a:solidFill>
                  <a:schemeClr val="tx2">
                    <a:lumMod val="50000"/>
                  </a:schemeClr>
                </a:solidFill>
              </a:rPr>
              <a:t>Account Hierarchy: Out of Territory – CRM (</a:t>
            </a:r>
            <a:r>
              <a:rPr lang="en-US" sz="2400" dirty="0" err="1">
                <a:solidFill>
                  <a:schemeClr val="tx2">
                    <a:lumMod val="50000"/>
                  </a:schemeClr>
                </a:solidFill>
              </a:rPr>
              <a:t>iRep</a:t>
            </a:r>
            <a:r>
              <a:rPr lang="en-US" sz="2400" dirty="0">
                <a:solidFill>
                  <a:schemeClr val="tx2">
                    <a:lumMod val="50000"/>
                  </a:schemeClr>
                </a:solidFill>
              </a:rPr>
              <a:t>)</a:t>
            </a:r>
          </a:p>
        </p:txBody>
      </p:sp>
      <p:sp>
        <p:nvSpPr>
          <p:cNvPr id="7" name="Rectangle 6"/>
          <p:cNvSpPr/>
          <p:nvPr/>
        </p:nvSpPr>
        <p:spPr>
          <a:xfrm>
            <a:off x="1011382" y="4072928"/>
            <a:ext cx="2057400" cy="601142"/>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User can identify which customers are out of territory by the color</a:t>
            </a:r>
          </a:p>
        </p:txBody>
      </p:sp>
      <p:sp>
        <p:nvSpPr>
          <p:cNvPr id="8" name="Rectangle 7"/>
          <p:cNvSpPr/>
          <p:nvPr/>
        </p:nvSpPr>
        <p:spPr>
          <a:xfrm>
            <a:off x="3158211" y="5848144"/>
            <a:ext cx="2197292" cy="601142"/>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User can toggle between Inside and Outside territory</a:t>
            </a:r>
          </a:p>
        </p:txBody>
      </p:sp>
      <p:sp>
        <p:nvSpPr>
          <p:cNvPr id="9" name="Right Arrow 8"/>
          <p:cNvSpPr/>
          <p:nvPr/>
        </p:nvSpPr>
        <p:spPr>
          <a:xfrm rot="18638639">
            <a:off x="5217116" y="5675366"/>
            <a:ext cx="1117276" cy="260771"/>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rot="13891449">
            <a:off x="626479" y="3832896"/>
            <a:ext cx="440387" cy="218650"/>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rot="12681486">
            <a:off x="1447555" y="5729073"/>
            <a:ext cx="1727644" cy="238143"/>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p:cNvSpPr/>
          <p:nvPr/>
        </p:nvSpPr>
        <p:spPr>
          <a:xfrm rot="16200000">
            <a:off x="2242074" y="3804463"/>
            <a:ext cx="375176" cy="169881"/>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397399" y="3200399"/>
            <a:ext cx="400585" cy="501417"/>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6" name="Rectangle 15"/>
          <p:cNvSpPr/>
          <p:nvPr/>
        </p:nvSpPr>
        <p:spPr>
          <a:xfrm>
            <a:off x="2242734" y="3196515"/>
            <a:ext cx="400585" cy="501417"/>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7" name="Rectangle 16"/>
          <p:cNvSpPr/>
          <p:nvPr/>
        </p:nvSpPr>
        <p:spPr>
          <a:xfrm>
            <a:off x="446087" y="5087975"/>
            <a:ext cx="1065682" cy="501417"/>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8" name="Rectangle 17"/>
          <p:cNvSpPr/>
          <p:nvPr/>
        </p:nvSpPr>
        <p:spPr>
          <a:xfrm>
            <a:off x="6091338" y="4911508"/>
            <a:ext cx="1223862" cy="501417"/>
          </a:xfrm>
          <a:prstGeom prst="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9" name="Rectangle 18"/>
          <p:cNvSpPr/>
          <p:nvPr/>
        </p:nvSpPr>
        <p:spPr>
          <a:xfrm>
            <a:off x="3733800" y="4072928"/>
            <a:ext cx="1905000" cy="8385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b="1" dirty="0">
                <a:latin typeface="Arial" panose="020B0604020202020204" pitchFamily="34" charset="0"/>
                <a:cs typeface="Arial" panose="020B0604020202020204" pitchFamily="34" charset="0"/>
              </a:rPr>
              <a:t>Both inside and outside territory accounts</a:t>
            </a:r>
            <a:endParaRPr lang="en-US" b="1" dirty="0">
              <a:latin typeface="Arial" panose="020B0604020202020204" pitchFamily="34" charset="0"/>
              <a:cs typeface="Arial" panose="020B0604020202020204" pitchFamily="34" charset="0"/>
            </a:endParaRPr>
          </a:p>
        </p:txBody>
      </p:sp>
      <p:sp>
        <p:nvSpPr>
          <p:cNvPr id="20" name="Rectangle 19"/>
          <p:cNvSpPr/>
          <p:nvPr/>
        </p:nvSpPr>
        <p:spPr>
          <a:xfrm>
            <a:off x="8947492" y="3930658"/>
            <a:ext cx="1905000" cy="8385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b="1" dirty="0">
                <a:latin typeface="Arial" panose="020B0604020202020204" pitchFamily="34" charset="0"/>
                <a:cs typeface="Arial" panose="020B0604020202020204" pitchFamily="34" charset="0"/>
              </a:rPr>
              <a:t>Only inside territory accounts</a:t>
            </a:r>
            <a:endParaRPr 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54083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27</a:t>
            </a:fld>
            <a:endParaRPr lang="en-US"/>
          </a:p>
        </p:txBody>
      </p:sp>
      <p:sp>
        <p:nvSpPr>
          <p:cNvPr id="2" name="Title 1"/>
          <p:cNvSpPr>
            <a:spLocks noGrp="1"/>
          </p:cNvSpPr>
          <p:nvPr>
            <p:ph type="title" idx="4294967295"/>
          </p:nvPr>
        </p:nvSpPr>
        <p:spPr>
          <a:xfrm>
            <a:off x="2057400" y="304800"/>
            <a:ext cx="9144000" cy="479425"/>
          </a:xfrm>
        </p:spPr>
        <p:txBody>
          <a:bodyPr/>
          <a:lstStyle/>
          <a:p>
            <a:r>
              <a:rPr lang="en-US" sz="2400" dirty="0">
                <a:solidFill>
                  <a:schemeClr val="tx2">
                    <a:lumMod val="50000"/>
                  </a:schemeClr>
                </a:solidFill>
              </a:rPr>
              <a:t>Child Accounts - Configuration</a:t>
            </a:r>
          </a:p>
        </p:txBody>
      </p:sp>
      <p:sp>
        <p:nvSpPr>
          <p:cNvPr id="3" name="Content Placeholder 2"/>
          <p:cNvSpPr>
            <a:spLocks noGrp="1"/>
          </p:cNvSpPr>
          <p:nvPr>
            <p:ph idx="4294967295"/>
          </p:nvPr>
        </p:nvSpPr>
        <p:spPr>
          <a:xfrm>
            <a:off x="457199" y="1143000"/>
            <a:ext cx="10972800" cy="4983162"/>
          </a:xfrm>
        </p:spPr>
        <p:txBody>
          <a:bodyPr/>
          <a:lstStyle/>
          <a:p>
            <a:r>
              <a:rPr lang="en-US" b="1" dirty="0"/>
              <a:t>To enable Child Accounts:</a:t>
            </a:r>
          </a:p>
          <a:p>
            <a:pPr lvl="1">
              <a:buFont typeface="Arial" panose="020B0604020202020204" pitchFamily="34" charset="0"/>
              <a:buChar char="−"/>
            </a:pPr>
            <a:r>
              <a:rPr lang="en-US" dirty="0"/>
              <a:t>Enable the </a:t>
            </a:r>
            <a:r>
              <a:rPr lang="en-US" b="1" dirty="0"/>
              <a:t>Enable Child Account </a:t>
            </a:r>
            <a:r>
              <a:rPr lang="en-US" dirty="0"/>
              <a:t>VEEVA Setting</a:t>
            </a:r>
          </a:p>
          <a:p>
            <a:pPr lvl="1">
              <a:buFont typeface="Arial" panose="020B0604020202020204" pitchFamily="34" charset="0"/>
              <a:buChar char="−"/>
            </a:pPr>
            <a:r>
              <a:rPr lang="en-US" dirty="0"/>
              <a:t>Override the View button on the </a:t>
            </a:r>
            <a:r>
              <a:rPr lang="en-US" dirty="0" err="1"/>
              <a:t>Child_Account_vod</a:t>
            </a:r>
            <a:r>
              <a:rPr lang="en-US" dirty="0"/>
              <a:t> object with the </a:t>
            </a:r>
            <a:r>
              <a:rPr lang="en-US" b="1" dirty="0"/>
              <a:t>View_Child_Account2_vod</a:t>
            </a:r>
            <a:r>
              <a:rPr lang="en-US" dirty="0"/>
              <a:t> </a:t>
            </a:r>
            <a:r>
              <a:rPr lang="en-US" dirty="0" err="1"/>
              <a:t>VisualForce</a:t>
            </a:r>
            <a:r>
              <a:rPr lang="en-US" dirty="0"/>
              <a:t> page</a:t>
            </a:r>
          </a:p>
          <a:p>
            <a:pPr lvl="1">
              <a:buFont typeface="Arial" panose="020B0604020202020204" pitchFamily="34" charset="0"/>
              <a:buChar char="−"/>
            </a:pPr>
            <a:r>
              <a:rPr lang="en-US" dirty="0"/>
              <a:t>Grant Admin users FLS edit to the </a:t>
            </a:r>
            <a:r>
              <a:rPr lang="en-US" b="1" dirty="0" err="1"/>
              <a:t>Source_vod</a:t>
            </a:r>
            <a:r>
              <a:rPr lang="en-US" dirty="0"/>
              <a:t> field on the </a:t>
            </a:r>
            <a:r>
              <a:rPr lang="en-US" dirty="0" err="1"/>
              <a:t>View_vod</a:t>
            </a:r>
            <a:r>
              <a:rPr lang="en-US" dirty="0"/>
              <a:t> object</a:t>
            </a:r>
          </a:p>
          <a:p>
            <a:pPr lvl="1">
              <a:buFont typeface="Arial" panose="020B0604020202020204" pitchFamily="34" charset="0"/>
              <a:buChar char="−"/>
            </a:pPr>
            <a:r>
              <a:rPr lang="en-US" dirty="0"/>
              <a:t>Grant user profiles </a:t>
            </a:r>
            <a:r>
              <a:rPr lang="en-US" b="1" dirty="0"/>
              <a:t>at least Read permission </a:t>
            </a:r>
            <a:r>
              <a:rPr lang="en-US" dirty="0"/>
              <a:t>to the </a:t>
            </a:r>
            <a:r>
              <a:rPr lang="en-US" dirty="0" err="1"/>
              <a:t>Child_Account_vod</a:t>
            </a:r>
            <a:r>
              <a:rPr lang="en-US" dirty="0"/>
              <a:t> object</a:t>
            </a:r>
          </a:p>
          <a:p>
            <a:r>
              <a:rPr lang="en-US" b="1" dirty="0"/>
              <a:t>If Territories are being used:</a:t>
            </a:r>
          </a:p>
          <a:p>
            <a:pPr lvl="1">
              <a:buFont typeface="Arial" panose="020B0604020202020204" pitchFamily="34" charset="0"/>
              <a:buChar char="−"/>
            </a:pPr>
            <a:r>
              <a:rPr lang="en-US" dirty="0"/>
              <a:t>Grant Admin Users </a:t>
            </a:r>
            <a:r>
              <a:rPr lang="en-US" b="1" dirty="0"/>
              <a:t>Read permission </a:t>
            </a:r>
            <a:r>
              <a:rPr lang="en-US" dirty="0"/>
              <a:t>to the </a:t>
            </a:r>
            <a:r>
              <a:rPr lang="en-US" b="1" dirty="0" err="1"/>
              <a:t>ChildAccount_TSF_vod</a:t>
            </a:r>
            <a:r>
              <a:rPr lang="en-US" dirty="0"/>
              <a:t> object</a:t>
            </a:r>
          </a:p>
          <a:p>
            <a:pPr lvl="1">
              <a:buFont typeface="Arial" panose="020B0604020202020204" pitchFamily="34" charset="0"/>
              <a:buChar char="−"/>
            </a:pPr>
            <a:r>
              <a:rPr lang="en-US" dirty="0"/>
              <a:t>Grant all users </a:t>
            </a:r>
            <a:r>
              <a:rPr lang="en-US" b="1" dirty="0"/>
              <a:t>FLS edit </a:t>
            </a:r>
            <a:r>
              <a:rPr lang="en-US" dirty="0"/>
              <a:t>to the relevant fields on the </a:t>
            </a:r>
            <a:r>
              <a:rPr lang="en-US" b="1" dirty="0" err="1"/>
              <a:t>ChildAccount_TSF_vod</a:t>
            </a:r>
            <a:r>
              <a:rPr lang="en-US" b="1" dirty="0"/>
              <a:t> </a:t>
            </a:r>
            <a:r>
              <a:rPr lang="en-US" dirty="0"/>
              <a:t>object </a:t>
            </a:r>
          </a:p>
          <a:p>
            <a:pPr lvl="1">
              <a:buFont typeface="Arial" panose="020B0604020202020204" pitchFamily="34" charset="0"/>
              <a:buChar char="−"/>
            </a:pPr>
            <a:r>
              <a:rPr lang="en-US" dirty="0"/>
              <a:t>Place the </a:t>
            </a:r>
            <a:r>
              <a:rPr lang="en-US" dirty="0" err="1"/>
              <a:t>zvod_ChildAccount_TSF_vod</a:t>
            </a:r>
            <a:r>
              <a:rPr lang="en-US" dirty="0"/>
              <a:t> </a:t>
            </a:r>
            <a:r>
              <a:rPr lang="en-US" b="1" dirty="0"/>
              <a:t>marker field </a:t>
            </a:r>
            <a:r>
              <a:rPr lang="en-US" dirty="0"/>
              <a:t>(on the </a:t>
            </a:r>
            <a:r>
              <a:rPr lang="en-US" dirty="0" err="1"/>
              <a:t>Child_Account_vod</a:t>
            </a:r>
            <a:r>
              <a:rPr lang="en-US" dirty="0"/>
              <a:t> object) on the appropriate page layout in a single column in its own section </a:t>
            </a:r>
          </a:p>
          <a:p>
            <a:pPr marL="0" indent="0">
              <a:buNone/>
            </a:pPr>
            <a:endParaRPr lang="en-US" dirty="0"/>
          </a:p>
        </p:txBody>
      </p:sp>
    </p:spTree>
    <p:extLst>
      <p:ext uri="{BB962C8B-B14F-4D97-AF65-F5344CB8AC3E}">
        <p14:creationId xmlns:p14="http://schemas.microsoft.com/office/powerpoint/2010/main" val="33213245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28</a:t>
            </a:fld>
            <a:endParaRPr lang="en-US"/>
          </a:p>
        </p:txBody>
      </p:sp>
      <p:sp>
        <p:nvSpPr>
          <p:cNvPr id="2" name="Title 1"/>
          <p:cNvSpPr>
            <a:spLocks noGrp="1"/>
          </p:cNvSpPr>
          <p:nvPr>
            <p:ph type="title" idx="4294967295"/>
          </p:nvPr>
        </p:nvSpPr>
        <p:spPr>
          <a:xfrm>
            <a:off x="1235456" y="-4445"/>
            <a:ext cx="7796784" cy="838200"/>
          </a:xfrm>
        </p:spPr>
        <p:txBody>
          <a:bodyPr/>
          <a:lstStyle/>
          <a:p>
            <a:r>
              <a:rPr lang="en-US" sz="2400" dirty="0">
                <a:solidFill>
                  <a:schemeClr val="tx2">
                    <a:lumMod val="50000"/>
                  </a:schemeClr>
                </a:solidFill>
              </a:rPr>
              <a:t>Out of Territory - Affiliation &amp; Child Account  (</a:t>
            </a:r>
            <a:r>
              <a:rPr lang="en-US" sz="2400" dirty="0" err="1">
                <a:solidFill>
                  <a:schemeClr val="tx2">
                    <a:lumMod val="50000"/>
                  </a:schemeClr>
                </a:solidFill>
              </a:rPr>
              <a:t>iRep</a:t>
            </a:r>
            <a:r>
              <a:rPr lang="en-US" sz="2400" dirty="0">
                <a:solidFill>
                  <a:schemeClr val="tx2">
                    <a:lumMod val="50000"/>
                  </a:schemeClr>
                </a:solidFill>
              </a:rPr>
              <a:t>)</a:t>
            </a:r>
          </a:p>
        </p:txBody>
      </p:sp>
      <p:sp>
        <p:nvSpPr>
          <p:cNvPr id="3" name="Content Placeholder 2"/>
          <p:cNvSpPr>
            <a:spLocks noGrp="1"/>
          </p:cNvSpPr>
          <p:nvPr>
            <p:ph idx="4294967295"/>
          </p:nvPr>
        </p:nvSpPr>
        <p:spPr>
          <a:xfrm>
            <a:off x="609600" y="1166018"/>
            <a:ext cx="10972800" cy="4983162"/>
          </a:xfrm>
        </p:spPr>
        <p:txBody>
          <a:bodyPr/>
          <a:lstStyle/>
          <a:p>
            <a:r>
              <a:rPr lang="en-US" b="1" dirty="0"/>
              <a:t>The following features are available offline on CRM (</a:t>
            </a:r>
            <a:r>
              <a:rPr lang="en-US" b="1" dirty="0" err="1"/>
              <a:t>iRep</a:t>
            </a:r>
            <a:r>
              <a:rPr lang="en-US" b="1" dirty="0"/>
              <a:t>) only</a:t>
            </a:r>
          </a:p>
          <a:p>
            <a:pPr lvl="1">
              <a:buFont typeface="Arial" panose="020B0604020202020204" pitchFamily="34" charset="0"/>
              <a:buChar char="−"/>
            </a:pPr>
            <a:r>
              <a:rPr lang="en-US" dirty="0"/>
              <a:t>Allow users to view </a:t>
            </a:r>
            <a:r>
              <a:rPr lang="en-US" b="1" u="sng" dirty="0">
                <a:solidFill>
                  <a:schemeClr val="tx2"/>
                </a:solidFill>
              </a:rPr>
              <a:t>out-of-territory</a:t>
            </a:r>
            <a:r>
              <a:rPr lang="en-US" dirty="0"/>
              <a:t> accounts in the Account Hierarchy</a:t>
            </a:r>
          </a:p>
          <a:p>
            <a:pPr lvl="1">
              <a:buFont typeface="Wingdings" panose="05000000000000000000" pitchFamily="2" charset="2"/>
              <a:buChar char="q"/>
            </a:pPr>
            <a:endParaRPr lang="en-US" dirty="0"/>
          </a:p>
          <a:p>
            <a:pPr lvl="1">
              <a:buFont typeface="Arial" panose="020B0604020202020204" pitchFamily="34" charset="0"/>
              <a:buChar char="−"/>
            </a:pPr>
            <a:r>
              <a:rPr lang="en-US" dirty="0"/>
              <a:t>Grant user profiles </a:t>
            </a:r>
            <a:r>
              <a:rPr lang="en-US" b="1" dirty="0"/>
              <a:t>FLS</a:t>
            </a:r>
            <a:r>
              <a:rPr lang="en-US" dirty="0"/>
              <a:t> to the following fields in the </a:t>
            </a:r>
            <a:r>
              <a:rPr lang="en-US" b="1" dirty="0" err="1"/>
              <a:t>Child_Account_vod</a:t>
            </a:r>
            <a:endParaRPr lang="en-US" dirty="0"/>
          </a:p>
          <a:p>
            <a:pPr marL="1487488" indent="-279400">
              <a:buFont typeface="Wingdings" panose="05000000000000000000" pitchFamily="2" charset="2"/>
              <a:buChar char="§"/>
            </a:pPr>
            <a:r>
              <a:rPr lang="en-US" sz="1600" b="1" dirty="0" err="1"/>
              <a:t>Parent_Name_vod</a:t>
            </a:r>
            <a:endParaRPr lang="en-US" sz="1600" b="1" dirty="0"/>
          </a:p>
          <a:p>
            <a:pPr marL="1487488" indent="-279400">
              <a:buFont typeface="Wingdings" panose="05000000000000000000" pitchFamily="2" charset="2"/>
              <a:buChar char="§"/>
            </a:pPr>
            <a:r>
              <a:rPr lang="en-US" sz="1600" b="1" dirty="0" err="1"/>
              <a:t>Child_Name_vod</a:t>
            </a:r>
            <a:endParaRPr lang="en-US" sz="1600" b="1" dirty="0"/>
          </a:p>
          <a:p>
            <a:pPr marL="1487488" indent="-279400">
              <a:buFont typeface="Wingdings" panose="05000000000000000000" pitchFamily="2" charset="2"/>
              <a:buChar char="§"/>
            </a:pPr>
            <a:endParaRPr lang="en-US" sz="1600" dirty="0"/>
          </a:p>
          <a:p>
            <a:r>
              <a:rPr lang="en-US" b="1" dirty="0"/>
              <a:t>The following features are available offline on CRM (</a:t>
            </a:r>
            <a:r>
              <a:rPr lang="en-US" b="1" dirty="0" err="1"/>
              <a:t>iRep</a:t>
            </a:r>
            <a:r>
              <a:rPr lang="en-US" b="1" dirty="0"/>
              <a:t>) only</a:t>
            </a:r>
          </a:p>
          <a:p>
            <a:pPr lvl="1">
              <a:buFont typeface="Arial" panose="020B0604020202020204" pitchFamily="34" charset="0"/>
              <a:buChar char="−"/>
            </a:pPr>
            <a:r>
              <a:rPr lang="en-US" dirty="0"/>
              <a:t>Allow users to view count of </a:t>
            </a:r>
            <a:r>
              <a:rPr lang="en-US" b="1" u="sng" dirty="0">
                <a:solidFill>
                  <a:schemeClr val="tx2"/>
                </a:solidFill>
              </a:rPr>
              <a:t>Account’s children</a:t>
            </a:r>
            <a:r>
              <a:rPr lang="en-US" b="1" dirty="0">
                <a:solidFill>
                  <a:schemeClr val="tx2"/>
                </a:solidFill>
              </a:rPr>
              <a:t> </a:t>
            </a:r>
            <a:r>
              <a:rPr lang="en-US" dirty="0"/>
              <a:t>in the UI</a:t>
            </a:r>
          </a:p>
          <a:p>
            <a:pPr lvl="2">
              <a:buFont typeface="Wingdings" panose="05000000000000000000" pitchFamily="2" charset="2"/>
              <a:buChar char="§"/>
            </a:pPr>
            <a:r>
              <a:rPr lang="en-US" dirty="0"/>
              <a:t>Identify largest accounts in the territory</a:t>
            </a:r>
          </a:p>
          <a:p>
            <a:pPr lvl="1">
              <a:buFont typeface="Wingdings" panose="05000000000000000000" pitchFamily="2" charset="2"/>
              <a:buChar char="q"/>
            </a:pPr>
            <a:endParaRPr lang="en-US" dirty="0"/>
          </a:p>
          <a:p>
            <a:pPr lvl="1">
              <a:buFont typeface="Arial" panose="020B0604020202020204" pitchFamily="34" charset="0"/>
              <a:buChar char="−"/>
            </a:pPr>
            <a:r>
              <a:rPr lang="en-US" dirty="0"/>
              <a:t>Grant user profiles </a:t>
            </a:r>
            <a:r>
              <a:rPr lang="en-US" b="1" dirty="0"/>
              <a:t>FLS</a:t>
            </a:r>
            <a:r>
              <a:rPr lang="en-US" dirty="0"/>
              <a:t> to the following fields in the </a:t>
            </a:r>
            <a:r>
              <a:rPr lang="en-US" b="1" dirty="0" err="1"/>
              <a:t>Child_Account_vod</a:t>
            </a:r>
            <a:endParaRPr lang="en-US" dirty="0"/>
          </a:p>
          <a:p>
            <a:pPr lvl="2">
              <a:buFont typeface="Wingdings" panose="05000000000000000000" pitchFamily="2" charset="2"/>
              <a:buChar char="§"/>
            </a:pPr>
            <a:r>
              <a:rPr lang="en-US" b="1" dirty="0" err="1"/>
              <a:t>Parent_Affiliation_Count_vod</a:t>
            </a:r>
            <a:r>
              <a:rPr lang="en-US" dirty="0"/>
              <a:t> </a:t>
            </a:r>
          </a:p>
          <a:p>
            <a:pPr lvl="2">
              <a:buFont typeface="Wingdings" panose="05000000000000000000" pitchFamily="2" charset="2"/>
              <a:buChar char="§"/>
            </a:pPr>
            <a:r>
              <a:rPr lang="en-US" b="1" dirty="0" err="1"/>
              <a:t>Child_Affiliation_Count</a:t>
            </a:r>
            <a:endParaRPr lang="en-US" b="1" dirty="0"/>
          </a:p>
          <a:p>
            <a:pPr marL="0" indent="0">
              <a:buNone/>
            </a:pPr>
            <a:endParaRPr lang="en-US" dirty="0"/>
          </a:p>
        </p:txBody>
      </p:sp>
    </p:spTree>
    <p:extLst>
      <p:ext uri="{BB962C8B-B14F-4D97-AF65-F5344CB8AC3E}">
        <p14:creationId xmlns:p14="http://schemas.microsoft.com/office/powerpoint/2010/main" val="36560007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29</a:t>
            </a:fld>
            <a:endParaRPr lang="en-US" dirty="0"/>
          </a:p>
        </p:txBody>
      </p:sp>
      <p:sp>
        <p:nvSpPr>
          <p:cNvPr id="2" name="Title 1"/>
          <p:cNvSpPr>
            <a:spLocks noGrp="1"/>
          </p:cNvSpPr>
          <p:nvPr>
            <p:ph type="title" idx="4294967295"/>
          </p:nvPr>
        </p:nvSpPr>
        <p:spPr>
          <a:xfrm>
            <a:off x="1276801" y="136981"/>
            <a:ext cx="6858000" cy="762001"/>
          </a:xfrm>
        </p:spPr>
        <p:txBody>
          <a:bodyPr/>
          <a:lstStyle/>
          <a:p>
            <a:r>
              <a:rPr lang="en-US" sz="2400" dirty="0">
                <a:solidFill>
                  <a:schemeClr val="tx2">
                    <a:lumMod val="50000"/>
                  </a:schemeClr>
                </a:solidFill>
              </a:rPr>
              <a:t>Account Hierarchy: Child Count – CRM (</a:t>
            </a:r>
            <a:r>
              <a:rPr lang="en-US" sz="2400" dirty="0" err="1">
                <a:solidFill>
                  <a:schemeClr val="tx2">
                    <a:lumMod val="50000"/>
                  </a:schemeClr>
                </a:solidFill>
              </a:rPr>
              <a:t>iRep</a:t>
            </a:r>
            <a:r>
              <a:rPr lang="en-US" sz="2400" dirty="0">
                <a:solidFill>
                  <a:schemeClr val="tx2">
                    <a:lumMod val="50000"/>
                  </a:schemeClr>
                </a:solidFill>
              </a:rPr>
              <a:t>)</a:t>
            </a:r>
          </a:p>
        </p:txBody>
      </p:sp>
      <p:pic>
        <p:nvPicPr>
          <p:cNvPr id="6" name="Picture 5"/>
          <p:cNvPicPr>
            <a:picLocks noChangeAspect="1"/>
          </p:cNvPicPr>
          <p:nvPr/>
        </p:nvPicPr>
        <p:blipFill rotWithShape="1">
          <a:blip r:embed="rId2"/>
          <a:srcRect r="2517" b="3001"/>
          <a:stretch/>
        </p:blipFill>
        <p:spPr>
          <a:xfrm>
            <a:off x="1219200" y="1295400"/>
            <a:ext cx="5867399" cy="4406040"/>
          </a:xfrm>
          <a:prstGeom prst="rect">
            <a:avLst/>
          </a:prstGeom>
        </p:spPr>
      </p:pic>
      <p:pic>
        <p:nvPicPr>
          <p:cNvPr id="7" name="Picture 6"/>
          <p:cNvPicPr>
            <a:picLocks noChangeAspect="1"/>
          </p:cNvPicPr>
          <p:nvPr/>
        </p:nvPicPr>
        <p:blipFill rotWithShape="1">
          <a:blip r:embed="rId3"/>
          <a:srcRect r="4897" b="5566"/>
          <a:stretch/>
        </p:blipFill>
        <p:spPr>
          <a:xfrm>
            <a:off x="4076697" y="3891534"/>
            <a:ext cx="4953000" cy="2246503"/>
          </a:xfrm>
          <a:prstGeom prst="rect">
            <a:avLst/>
          </a:prstGeom>
        </p:spPr>
      </p:pic>
      <p:pic>
        <p:nvPicPr>
          <p:cNvPr id="8" name="Picture 7"/>
          <p:cNvPicPr>
            <a:picLocks noChangeAspect="1"/>
          </p:cNvPicPr>
          <p:nvPr/>
        </p:nvPicPr>
        <p:blipFill>
          <a:blip r:embed="rId4"/>
          <a:stretch>
            <a:fillRect/>
          </a:stretch>
        </p:blipFill>
        <p:spPr>
          <a:xfrm>
            <a:off x="1295399" y="3200400"/>
            <a:ext cx="1828800" cy="398618"/>
          </a:xfrm>
          <a:prstGeom prst="rect">
            <a:avLst/>
          </a:prstGeom>
        </p:spPr>
      </p:pic>
      <p:sp>
        <p:nvSpPr>
          <p:cNvPr id="9" name="Rectangle 8"/>
          <p:cNvSpPr/>
          <p:nvPr/>
        </p:nvSpPr>
        <p:spPr>
          <a:xfrm>
            <a:off x="1531257" y="4193734"/>
            <a:ext cx="1966415" cy="601142"/>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Badge will appear if there are child accounts</a:t>
            </a:r>
          </a:p>
        </p:txBody>
      </p:sp>
      <p:pic>
        <p:nvPicPr>
          <p:cNvPr id="10" name="Picture 9"/>
          <p:cNvPicPr>
            <a:picLocks noChangeAspect="1"/>
          </p:cNvPicPr>
          <p:nvPr/>
        </p:nvPicPr>
        <p:blipFill>
          <a:blip r:embed="rId5"/>
          <a:stretch>
            <a:fillRect/>
          </a:stretch>
        </p:blipFill>
        <p:spPr>
          <a:xfrm>
            <a:off x="1261561" y="5072790"/>
            <a:ext cx="2038350" cy="628650"/>
          </a:xfrm>
          <a:prstGeom prst="rect">
            <a:avLst/>
          </a:prstGeom>
        </p:spPr>
      </p:pic>
      <p:sp>
        <p:nvSpPr>
          <p:cNvPr id="11" name="Rectangle 10"/>
          <p:cNvSpPr/>
          <p:nvPr/>
        </p:nvSpPr>
        <p:spPr>
          <a:xfrm>
            <a:off x="6103391" y="3733800"/>
            <a:ext cx="2659609" cy="601142"/>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Count includes accounts from</a:t>
            </a:r>
          </a:p>
          <a:p>
            <a:pPr algn="ctr"/>
            <a:r>
              <a:rPr lang="en-US" sz="1200" b="1" dirty="0">
                <a:solidFill>
                  <a:schemeClr val="tx1"/>
                </a:solidFill>
                <a:latin typeface="Arial" panose="020B0604020202020204" pitchFamily="34" charset="0"/>
                <a:cs typeface="Arial" panose="020B0604020202020204" pitchFamily="34" charset="0"/>
              </a:rPr>
              <a:t>inside and outside territory if</a:t>
            </a:r>
          </a:p>
          <a:p>
            <a:pPr algn="ctr"/>
            <a:r>
              <a:rPr lang="en-US" sz="1200" b="1" dirty="0">
                <a:solidFill>
                  <a:schemeClr val="tx1"/>
                </a:solidFill>
                <a:latin typeface="Arial" panose="020B0604020202020204" pitchFamily="34" charset="0"/>
                <a:cs typeface="Arial" panose="020B0604020202020204" pitchFamily="34" charset="0"/>
              </a:rPr>
              <a:t>configured to show</a:t>
            </a:r>
          </a:p>
        </p:txBody>
      </p:sp>
      <p:pic>
        <p:nvPicPr>
          <p:cNvPr id="12" name="Picture 11"/>
          <p:cNvPicPr>
            <a:picLocks noChangeAspect="1"/>
          </p:cNvPicPr>
          <p:nvPr/>
        </p:nvPicPr>
        <p:blipFill>
          <a:blip r:embed="rId6"/>
          <a:stretch>
            <a:fillRect/>
          </a:stretch>
        </p:blipFill>
        <p:spPr>
          <a:xfrm>
            <a:off x="4152898" y="4341905"/>
            <a:ext cx="1562101" cy="352023"/>
          </a:xfrm>
          <a:prstGeom prst="rect">
            <a:avLst/>
          </a:prstGeom>
        </p:spPr>
      </p:pic>
      <p:sp>
        <p:nvSpPr>
          <p:cNvPr id="13" name="Right Arrow 12"/>
          <p:cNvSpPr/>
          <p:nvPr/>
        </p:nvSpPr>
        <p:spPr>
          <a:xfrm rot="8300683">
            <a:off x="5694507" y="4297590"/>
            <a:ext cx="390287" cy="204434"/>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p:cNvSpPr/>
          <p:nvPr/>
        </p:nvSpPr>
        <p:spPr>
          <a:xfrm rot="16200000">
            <a:off x="1309701" y="3689517"/>
            <a:ext cx="664456" cy="221345"/>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16551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8" name="Slide Number Placeholder 4"/>
          <p:cNvSpPr>
            <a:spLocks noGrp="1"/>
          </p:cNvSpPr>
          <p:nvPr>
            <p:ph type="sldNum" sz="quarter" idx="12"/>
          </p:nvPr>
        </p:nvSpPr>
        <p:spPr>
          <a:prstGeom prst="rect">
            <a:avLst/>
          </a:prstGeom>
        </p:spPr>
        <p:txBody>
          <a:bodyPr/>
          <a:lstStyle/>
          <a:p>
            <a:r>
              <a:rPr lang="en-US" dirty="0"/>
              <a:t>30</a:t>
            </a:r>
            <a:endParaRPr lang="en-US" sz="1200" dirty="0">
              <a:solidFill>
                <a:schemeClr val="bg1"/>
              </a:solidFill>
            </a:endParaRPr>
          </a:p>
          <a:p>
            <a:endParaRPr lang="en-US" sz="1200" dirty="0">
              <a:solidFill>
                <a:schemeClr val="bg1"/>
              </a:solidFill>
            </a:endParaRPr>
          </a:p>
        </p:txBody>
      </p:sp>
      <p:sp>
        <p:nvSpPr>
          <p:cNvPr id="2" name="Title 1"/>
          <p:cNvSpPr>
            <a:spLocks noGrp="1"/>
          </p:cNvSpPr>
          <p:nvPr>
            <p:ph type="ctrTitle"/>
          </p:nvPr>
        </p:nvSpPr>
        <p:spPr>
          <a:xfrm>
            <a:off x="829618" y="508415"/>
            <a:ext cx="9381744" cy="492443"/>
          </a:xfrm>
        </p:spPr>
        <p:txBody>
          <a:bodyPr/>
          <a:lstStyle/>
          <a:p>
            <a:r>
              <a:rPr lang="en-US" sz="3200" dirty="0"/>
              <a:t>Check Your Understanding 1</a:t>
            </a:r>
          </a:p>
        </p:txBody>
      </p:sp>
      <p:graphicFrame>
        <p:nvGraphicFramePr>
          <p:cNvPr id="23" name="Diagram 22"/>
          <p:cNvGraphicFramePr/>
          <p:nvPr>
            <p:extLst>
              <p:ext uri="{D42A27DB-BD31-4B8C-83A1-F6EECF244321}">
                <p14:modId xmlns:p14="http://schemas.microsoft.com/office/powerpoint/2010/main" val="858138201"/>
              </p:ext>
            </p:extLst>
          </p:nvPr>
        </p:nvGraphicFramePr>
        <p:xfrm>
          <a:off x="809298" y="1256242"/>
          <a:ext cx="8333885" cy="27267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Footer Placeholder 3"/>
          <p:cNvSpPr txBox="1">
            <a:spLocks/>
          </p:cNvSpPr>
          <p:nvPr/>
        </p:nvSpPr>
        <p:spPr>
          <a:xfrm>
            <a:off x="0" y="6553200"/>
            <a:ext cx="1828800" cy="30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b="1" dirty="0">
                <a:latin typeface="Arial Narrow" panose="020B0606020202030204" pitchFamily="34" charset="0"/>
              </a:rPr>
              <a:t>© </a:t>
            </a:r>
            <a:r>
              <a:rPr lang="en-US" sz="1200" b="1" dirty="0">
                <a:solidFill>
                  <a:schemeClr val="bg1">
                    <a:lumMod val="50000"/>
                  </a:schemeClr>
                </a:solidFill>
                <a:latin typeface="Arial Narrow" pitchFamily="34" charset="0"/>
                <a:ea typeface="+mn-ea"/>
                <a:cs typeface="+mn-cs"/>
              </a:rPr>
              <a:t>Cognizant</a:t>
            </a:r>
            <a:r>
              <a:rPr lang="en-US" sz="1200" b="1" dirty="0">
                <a:latin typeface="Arial Narrow" panose="020B0606020202030204" pitchFamily="34" charset="0"/>
              </a:rPr>
              <a:t> </a:t>
            </a:r>
            <a:r>
              <a:rPr lang="en-US" sz="1200" b="1" dirty="0">
                <a:solidFill>
                  <a:schemeClr val="bg1">
                    <a:lumMod val="50000"/>
                  </a:schemeClr>
                </a:solidFill>
                <a:latin typeface="Arial Narrow" pitchFamily="34" charset="0"/>
                <a:ea typeface="+mn-ea"/>
                <a:cs typeface="+mn-cs"/>
              </a:rPr>
              <a:t>2023</a:t>
            </a:r>
          </a:p>
        </p:txBody>
      </p:sp>
      <p:graphicFrame>
        <p:nvGraphicFramePr>
          <p:cNvPr id="6" name="Diagram 5"/>
          <p:cNvGraphicFramePr/>
          <p:nvPr>
            <p:extLst>
              <p:ext uri="{D42A27DB-BD31-4B8C-83A1-F6EECF244321}">
                <p14:modId xmlns:p14="http://schemas.microsoft.com/office/powerpoint/2010/main" val="2780462037"/>
              </p:ext>
            </p:extLst>
          </p:nvPr>
        </p:nvGraphicFramePr>
        <p:xfrm>
          <a:off x="809298" y="3571061"/>
          <a:ext cx="8333885" cy="272675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430997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6" grpId="0">
        <p:bldAsOne/>
      </p:bldGraphic>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7" name="Slide Number Placeholder 4"/>
          <p:cNvSpPr>
            <a:spLocks noGrp="1"/>
          </p:cNvSpPr>
          <p:nvPr>
            <p:ph type="sldNum" sz="quarter" idx="12"/>
          </p:nvPr>
        </p:nvSpPr>
        <p:spPr>
          <a:prstGeom prst="rect">
            <a:avLst/>
          </a:prstGeom>
        </p:spPr>
        <p:txBody>
          <a:bodyPr/>
          <a:lstStyle/>
          <a:p>
            <a:r>
              <a:rPr lang="en-US" dirty="0"/>
              <a:t>31</a:t>
            </a:r>
            <a:endParaRPr lang="en-US" sz="1200" dirty="0">
              <a:solidFill>
                <a:schemeClr val="bg1"/>
              </a:solidFill>
            </a:endParaRPr>
          </a:p>
          <a:p>
            <a:endParaRPr lang="en-US" sz="1200" dirty="0">
              <a:solidFill>
                <a:schemeClr val="bg1"/>
              </a:solidFill>
            </a:endParaRPr>
          </a:p>
        </p:txBody>
      </p:sp>
      <p:sp>
        <p:nvSpPr>
          <p:cNvPr id="2" name="Title 1"/>
          <p:cNvSpPr>
            <a:spLocks noGrp="1"/>
          </p:cNvSpPr>
          <p:nvPr>
            <p:ph type="ctrTitle"/>
          </p:nvPr>
        </p:nvSpPr>
        <p:spPr>
          <a:xfrm>
            <a:off x="809298" y="541862"/>
            <a:ext cx="9381744" cy="492443"/>
          </a:xfrm>
        </p:spPr>
        <p:txBody>
          <a:bodyPr/>
          <a:lstStyle/>
          <a:p>
            <a:r>
              <a:rPr lang="en-US" sz="3200" dirty="0"/>
              <a:t>Check Your Understanding 2</a:t>
            </a:r>
          </a:p>
        </p:txBody>
      </p:sp>
      <p:graphicFrame>
        <p:nvGraphicFramePr>
          <p:cNvPr id="23" name="Diagram 22"/>
          <p:cNvGraphicFramePr/>
          <p:nvPr>
            <p:extLst>
              <p:ext uri="{D42A27DB-BD31-4B8C-83A1-F6EECF244321}">
                <p14:modId xmlns:p14="http://schemas.microsoft.com/office/powerpoint/2010/main" val="4149538729"/>
              </p:ext>
            </p:extLst>
          </p:nvPr>
        </p:nvGraphicFramePr>
        <p:xfrm>
          <a:off x="914400" y="1262206"/>
          <a:ext cx="8333885" cy="27267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3"/>
          <p:cNvSpPr txBox="1">
            <a:spLocks/>
          </p:cNvSpPr>
          <p:nvPr/>
        </p:nvSpPr>
        <p:spPr>
          <a:xfrm>
            <a:off x="0" y="6553200"/>
            <a:ext cx="1828800" cy="30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b="1" dirty="0">
                <a:latin typeface="Arial Narrow" panose="020B0606020202030204" pitchFamily="34" charset="0"/>
              </a:rPr>
              <a:t>© </a:t>
            </a:r>
            <a:r>
              <a:rPr lang="en-US" sz="1200" b="1" dirty="0">
                <a:solidFill>
                  <a:schemeClr val="bg1">
                    <a:lumMod val="50000"/>
                  </a:schemeClr>
                </a:solidFill>
                <a:latin typeface="Arial Narrow" pitchFamily="34" charset="0"/>
                <a:ea typeface="+mn-ea"/>
                <a:cs typeface="+mn-cs"/>
              </a:rPr>
              <a:t>Cognizant</a:t>
            </a:r>
            <a:r>
              <a:rPr lang="en-US" sz="1200" b="1" dirty="0">
                <a:latin typeface="Arial Narrow" panose="020B0606020202030204" pitchFamily="34" charset="0"/>
              </a:rPr>
              <a:t> </a:t>
            </a:r>
            <a:r>
              <a:rPr lang="en-US" sz="1200" b="1" dirty="0">
                <a:solidFill>
                  <a:schemeClr val="bg1">
                    <a:lumMod val="50000"/>
                  </a:schemeClr>
                </a:solidFill>
                <a:latin typeface="Arial Narrow" pitchFamily="34" charset="0"/>
                <a:ea typeface="+mn-ea"/>
                <a:cs typeface="+mn-cs"/>
              </a:rPr>
              <a:t>2023</a:t>
            </a:r>
          </a:p>
        </p:txBody>
      </p:sp>
      <p:graphicFrame>
        <p:nvGraphicFramePr>
          <p:cNvPr id="6" name="Diagram 5"/>
          <p:cNvGraphicFramePr/>
          <p:nvPr>
            <p:extLst>
              <p:ext uri="{D42A27DB-BD31-4B8C-83A1-F6EECF244321}">
                <p14:modId xmlns:p14="http://schemas.microsoft.com/office/powerpoint/2010/main" val="1919858536"/>
              </p:ext>
            </p:extLst>
          </p:nvPr>
        </p:nvGraphicFramePr>
        <p:xfrm>
          <a:off x="914399" y="3352800"/>
          <a:ext cx="8333885" cy="272675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67459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6" grpId="0">
        <p:bldAsOne/>
      </p:bldGraphic>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6" name="Slide Number Placeholder 4"/>
          <p:cNvSpPr>
            <a:spLocks noGrp="1"/>
          </p:cNvSpPr>
          <p:nvPr>
            <p:ph type="sldNum" sz="quarter" idx="12"/>
          </p:nvPr>
        </p:nvSpPr>
        <p:spPr>
          <a:prstGeom prst="rect">
            <a:avLst/>
          </a:prstGeom>
        </p:spPr>
        <p:txBody>
          <a:bodyPr/>
          <a:lstStyle/>
          <a:p>
            <a:r>
              <a:rPr lang="en-US" dirty="0"/>
              <a:t>32</a:t>
            </a:r>
            <a:endParaRPr lang="en-US" sz="1200" dirty="0">
              <a:solidFill>
                <a:schemeClr val="bg1"/>
              </a:solidFill>
            </a:endParaRPr>
          </a:p>
          <a:p>
            <a:endParaRPr lang="en-US" sz="1200" dirty="0">
              <a:solidFill>
                <a:schemeClr val="bg1"/>
              </a:solidFill>
            </a:endParaRPr>
          </a:p>
        </p:txBody>
      </p:sp>
      <p:sp>
        <p:nvSpPr>
          <p:cNvPr id="2" name="Title 1"/>
          <p:cNvSpPr>
            <a:spLocks noGrp="1"/>
          </p:cNvSpPr>
          <p:nvPr>
            <p:ph type="ctrTitle"/>
          </p:nvPr>
        </p:nvSpPr>
        <p:spPr>
          <a:xfrm>
            <a:off x="839778" y="451834"/>
            <a:ext cx="9381744" cy="492443"/>
          </a:xfrm>
        </p:spPr>
        <p:txBody>
          <a:bodyPr/>
          <a:lstStyle/>
          <a:p>
            <a:r>
              <a:rPr lang="en-US" sz="3200" dirty="0"/>
              <a:t>Check Your Understanding 3</a:t>
            </a:r>
          </a:p>
        </p:txBody>
      </p:sp>
      <p:graphicFrame>
        <p:nvGraphicFramePr>
          <p:cNvPr id="23" name="Diagram 22"/>
          <p:cNvGraphicFramePr/>
          <p:nvPr>
            <p:extLst>
              <p:ext uri="{D42A27DB-BD31-4B8C-83A1-F6EECF244321}">
                <p14:modId xmlns:p14="http://schemas.microsoft.com/office/powerpoint/2010/main" val="1617689533"/>
              </p:ext>
            </p:extLst>
          </p:nvPr>
        </p:nvGraphicFramePr>
        <p:xfrm>
          <a:off x="814378" y="1143000"/>
          <a:ext cx="8333885" cy="27267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3"/>
          <p:cNvSpPr txBox="1">
            <a:spLocks/>
          </p:cNvSpPr>
          <p:nvPr/>
        </p:nvSpPr>
        <p:spPr>
          <a:xfrm>
            <a:off x="0" y="6553200"/>
            <a:ext cx="1828800" cy="30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defTabSz="914400" rtl="0" eaLnBrk="1" latinLnBrk="0" hangingPunct="1">
              <a:spcBef>
                <a:spcPct val="20000"/>
              </a:spcBef>
              <a:buFont typeface="Wingdings" pitchFamily="2" charset="2"/>
              <a:buChar char="§"/>
              <a:defRPr lang="en-US" sz="2000" kern="120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Clr>
                <a:srgbClr val="FFC000"/>
              </a:buClr>
              <a:buFont typeface="Verdana"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Clr>
                <a:srgbClr val="7030A0"/>
              </a:buClr>
              <a:buFont typeface="Arial" pitchFamily="34" charset="0"/>
              <a:buChar char="•"/>
              <a:defRPr lang="en-US" sz="1800" kern="120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600" kern="120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200" b="1" dirty="0">
                <a:latin typeface="Arial Narrow" panose="020B0606020202030204" pitchFamily="34" charset="0"/>
              </a:rPr>
              <a:t>© </a:t>
            </a:r>
            <a:r>
              <a:rPr lang="en-US" sz="1200" b="1" dirty="0">
                <a:solidFill>
                  <a:schemeClr val="bg1">
                    <a:lumMod val="50000"/>
                  </a:schemeClr>
                </a:solidFill>
                <a:latin typeface="Arial Narrow" pitchFamily="34" charset="0"/>
                <a:ea typeface="+mn-ea"/>
                <a:cs typeface="+mn-cs"/>
              </a:rPr>
              <a:t>Cognizant</a:t>
            </a:r>
            <a:r>
              <a:rPr lang="en-US" sz="1200" b="1" dirty="0">
                <a:latin typeface="Arial Narrow" panose="020B0606020202030204" pitchFamily="34" charset="0"/>
              </a:rPr>
              <a:t> </a:t>
            </a:r>
            <a:r>
              <a:rPr lang="en-US" sz="1200" b="1" dirty="0">
                <a:solidFill>
                  <a:schemeClr val="bg1">
                    <a:lumMod val="50000"/>
                  </a:schemeClr>
                </a:solidFill>
                <a:latin typeface="Arial Narrow" pitchFamily="34" charset="0"/>
                <a:ea typeface="+mn-ea"/>
                <a:cs typeface="+mn-cs"/>
              </a:rPr>
              <a:t>2023</a:t>
            </a:r>
          </a:p>
        </p:txBody>
      </p:sp>
      <p:graphicFrame>
        <p:nvGraphicFramePr>
          <p:cNvPr id="7" name="Diagram 6"/>
          <p:cNvGraphicFramePr/>
          <p:nvPr>
            <p:extLst>
              <p:ext uri="{D42A27DB-BD31-4B8C-83A1-F6EECF244321}">
                <p14:modId xmlns:p14="http://schemas.microsoft.com/office/powerpoint/2010/main" val="957000964"/>
              </p:ext>
            </p:extLst>
          </p:nvPr>
        </p:nvGraphicFramePr>
        <p:xfrm>
          <a:off x="799138" y="3429000"/>
          <a:ext cx="8333885" cy="272675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229218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3" grpId="0">
        <p:bldAsOne/>
      </p:bldGraphic>
      <p:bldGraphic spid="7" grpId="0">
        <p:bldAsOne/>
      </p:bldGraphic>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 Cognizant 2023</a:t>
            </a:r>
          </a:p>
        </p:txBody>
      </p:sp>
      <p:sp>
        <p:nvSpPr>
          <p:cNvPr id="5" name="Slide Number Placeholder 4"/>
          <p:cNvSpPr>
            <a:spLocks noGrp="1"/>
          </p:cNvSpPr>
          <p:nvPr>
            <p:ph type="sldNum" sz="quarter" idx="12"/>
          </p:nvPr>
        </p:nvSpPr>
        <p:spPr/>
        <p:txBody>
          <a:bodyPr/>
          <a:lstStyle/>
          <a:p>
            <a:fld id="{E7AF38FF-B38D-4060-8B8D-2D16AAFBAAC1}" type="slidenum">
              <a:rPr lang="en-US" smtClean="0"/>
              <a:pPr/>
              <a:t>33</a:t>
            </a:fld>
            <a:endParaRPr lang="en-US"/>
          </a:p>
        </p:txBody>
      </p:sp>
      <p:sp>
        <p:nvSpPr>
          <p:cNvPr id="2" name="Title 1"/>
          <p:cNvSpPr>
            <a:spLocks noGrp="1"/>
          </p:cNvSpPr>
          <p:nvPr>
            <p:ph type="title" idx="4294967295"/>
          </p:nvPr>
        </p:nvSpPr>
        <p:spPr>
          <a:xfrm>
            <a:off x="1808480" y="362505"/>
            <a:ext cx="9144000" cy="369332"/>
          </a:xfrm>
        </p:spPr>
        <p:txBody>
          <a:bodyPr/>
          <a:lstStyle/>
          <a:p>
            <a:r>
              <a:rPr lang="en-US" dirty="0"/>
              <a:t>Summary</a:t>
            </a:r>
          </a:p>
        </p:txBody>
      </p:sp>
      <p:sp>
        <p:nvSpPr>
          <p:cNvPr id="3" name="Content Placeholder 2"/>
          <p:cNvSpPr>
            <a:spLocks noGrp="1"/>
          </p:cNvSpPr>
          <p:nvPr>
            <p:ph idx="4294967295"/>
          </p:nvPr>
        </p:nvSpPr>
        <p:spPr>
          <a:xfrm>
            <a:off x="152400" y="1208087"/>
            <a:ext cx="10972800" cy="4983163"/>
          </a:xfrm>
        </p:spPr>
        <p:txBody>
          <a:bodyPr/>
          <a:lstStyle/>
          <a:p>
            <a:r>
              <a:rPr lang="en-US" dirty="0"/>
              <a:t>In this module you have learnt to:</a:t>
            </a:r>
          </a:p>
          <a:p>
            <a:endParaRPr lang="en-US" dirty="0"/>
          </a:p>
          <a:p>
            <a:pPr lvl="1"/>
            <a:r>
              <a:rPr lang="en-US" dirty="0"/>
              <a:t>Define the s-Control: ‘Sphere of Influence’, which represents the Account affiliations in a pictorial format  &amp; Configure the Affiliations</a:t>
            </a:r>
          </a:p>
          <a:p>
            <a:pPr marL="457200" lvl="1" indent="0">
              <a:buNone/>
            </a:pPr>
            <a:r>
              <a:rPr lang="en-US" dirty="0"/>
              <a:t> </a:t>
            </a:r>
          </a:p>
          <a:p>
            <a:pPr lvl="1"/>
            <a:r>
              <a:rPr lang="en-US" dirty="0"/>
              <a:t>Define the Parent Child Relationship through Account Hierarchy &amp;  </a:t>
            </a:r>
          </a:p>
          <a:p>
            <a:pPr marL="457200" lvl="1" indent="0">
              <a:buNone/>
            </a:pPr>
            <a:r>
              <a:rPr lang="en-US" dirty="0"/>
              <a:t>     Configure an Account Hierarchy</a:t>
            </a:r>
          </a:p>
          <a:p>
            <a:pPr lvl="1"/>
            <a:endParaRPr lang="en-US" dirty="0"/>
          </a:p>
          <a:p>
            <a:pPr marL="0" indent="0">
              <a:buNone/>
            </a:pPr>
            <a:endParaRPr lang="en-US" dirty="0"/>
          </a:p>
          <a:p>
            <a:pPr marL="0" indent="0">
              <a:buNone/>
            </a:pPr>
            <a:endParaRPr lang="en-US" dirty="0"/>
          </a:p>
        </p:txBody>
      </p:sp>
      <p:pic>
        <p:nvPicPr>
          <p:cNvPr id="7" name="Picture 2" descr="D:\Images\Images\Summary_02.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67400" y="3276600"/>
            <a:ext cx="4397374" cy="2914650"/>
          </a:xfrm>
          <a:prstGeom prst="rect">
            <a:avLst/>
          </a:prstGeom>
          <a:ln w="57150">
            <a:solidFill>
              <a:srgbClr val="007286"/>
            </a:solidFill>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52929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dirty="0"/>
              <a:t>© Cognizant 2023</a:t>
            </a:r>
          </a:p>
        </p:txBody>
      </p:sp>
      <p:sp>
        <p:nvSpPr>
          <p:cNvPr id="4" name="Slide Number Placeholder 3"/>
          <p:cNvSpPr>
            <a:spLocks noGrp="1"/>
          </p:cNvSpPr>
          <p:nvPr>
            <p:ph type="sldNum" sz="quarter" idx="12"/>
          </p:nvPr>
        </p:nvSpPr>
        <p:spPr/>
        <p:txBody>
          <a:bodyPr/>
          <a:lstStyle/>
          <a:p>
            <a:fld id="{47ED8886-DB3B-44F4-9A80-E6A224679F20}" type="slidenum">
              <a:rPr lang="en-US" smtClean="0"/>
              <a:pPr/>
              <a:t>34</a:t>
            </a:fld>
            <a:endParaRPr lang="en-US" dirty="0"/>
          </a:p>
        </p:txBody>
      </p:sp>
      <p:sp>
        <p:nvSpPr>
          <p:cNvPr id="3" name="Title 2"/>
          <p:cNvSpPr>
            <a:spLocks noGrp="1"/>
          </p:cNvSpPr>
          <p:nvPr>
            <p:ph type="title" idx="4294967295"/>
          </p:nvPr>
        </p:nvSpPr>
        <p:spPr>
          <a:xfrm>
            <a:off x="2133600" y="335877"/>
            <a:ext cx="9144000" cy="369332"/>
          </a:xfrm>
        </p:spPr>
        <p:txBody>
          <a:bodyPr/>
          <a:lstStyle/>
          <a:p>
            <a:r>
              <a:rPr lang="en-US" dirty="0"/>
              <a:t>Source</a:t>
            </a:r>
          </a:p>
        </p:txBody>
      </p:sp>
      <p:sp>
        <p:nvSpPr>
          <p:cNvPr id="2" name="Content Placeholder 1"/>
          <p:cNvSpPr>
            <a:spLocks noGrp="1"/>
          </p:cNvSpPr>
          <p:nvPr>
            <p:ph idx="4294967295"/>
          </p:nvPr>
        </p:nvSpPr>
        <p:spPr>
          <a:xfrm>
            <a:off x="1143000" y="1169628"/>
            <a:ext cx="5421313" cy="4983163"/>
          </a:xfrm>
        </p:spPr>
        <p:txBody>
          <a:bodyPr/>
          <a:lstStyle/>
          <a:p>
            <a:pPr>
              <a:defRPr/>
            </a:pPr>
            <a:r>
              <a:rPr lang="en-US" dirty="0">
                <a:hlinkClick r:id="rId2"/>
              </a:rPr>
              <a:t>https://crmhelp.veeva.com/doc/Content/Home.htm</a:t>
            </a:r>
            <a:endParaRPr lang="en-US" dirty="0"/>
          </a:p>
          <a:p>
            <a:pPr>
              <a:defRPr/>
            </a:pPr>
            <a:endParaRPr lang="en-US" dirty="0"/>
          </a:p>
        </p:txBody>
      </p:sp>
      <p:sp>
        <p:nvSpPr>
          <p:cNvPr id="7" name="Text Box 4"/>
          <p:cNvSpPr txBox="1">
            <a:spLocks noChangeArrowheads="1"/>
          </p:cNvSpPr>
          <p:nvPr/>
        </p:nvSpPr>
        <p:spPr bwMode="auto">
          <a:xfrm>
            <a:off x="1042416" y="4977341"/>
            <a:ext cx="8458200" cy="83099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spAutoFit/>
          </a:bodyPr>
          <a:lstStyle>
            <a:defPPr>
              <a:defRPr lang="en-US"/>
            </a:defPPr>
            <a:lvl1pPr eaLnBrk="0" hangingPunct="0">
              <a:defRPr sz="1200" b="1">
                <a:solidFill>
                  <a:schemeClr val="tx2">
                    <a:lumMod val="50000"/>
                  </a:schemeClr>
                </a:solidFill>
                <a:latin typeface="Arial Unicode MS" pitchFamily="34" charset="-128"/>
                <a:ea typeface="Arial Unicode MS" pitchFamily="34" charset="-128"/>
                <a:cs typeface="Arial Unicode MS" pitchFamily="34" charset="-128"/>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Disclaimer: </a:t>
            </a:r>
            <a:r>
              <a:rPr lang="en-US" b="0" dirty="0"/>
              <a:t>Parts of the content of this course is based on the materials available from the Web sites and books listed above. The materials that can be accessed from linked sites are not maintained by Cognizant Academy and we are not responsible for the contents thereof. All trademarks, service marks, and trade names in this course are the marks of the respective owner(s).</a:t>
            </a:r>
          </a:p>
        </p:txBody>
      </p:sp>
      <p:pic>
        <p:nvPicPr>
          <p:cNvPr id="1026" name="Picture 2" descr="D:\Images\Images\source\shutterstock_4246789.jpg"/>
          <p:cNvPicPr>
            <a:picLocks noChangeAspect="1" noChangeArrowheads="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34943" y="1509486"/>
            <a:ext cx="3048000" cy="304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19997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r>
              <a:rPr lang="en-US" dirty="0"/>
              <a:t>35</a:t>
            </a:r>
          </a:p>
        </p:txBody>
      </p:sp>
      <p:sp>
        <p:nvSpPr>
          <p:cNvPr id="3" name="Content Placeholder 2"/>
          <p:cNvSpPr>
            <a:spLocks noGrp="1"/>
          </p:cNvSpPr>
          <p:nvPr>
            <p:ph sz="quarter" idx="4294967295"/>
          </p:nvPr>
        </p:nvSpPr>
        <p:spPr>
          <a:xfrm>
            <a:off x="381000" y="1219200"/>
            <a:ext cx="10515600" cy="4267200"/>
          </a:xfrm>
        </p:spPr>
        <p:txBody>
          <a:bodyPr>
            <a:normAutofit/>
          </a:bodyPr>
          <a:lstStyle/>
          <a:p>
            <a:pPr marL="0" indent="0">
              <a:buNone/>
            </a:pPr>
            <a:r>
              <a:rPr lang="en-US" dirty="0"/>
              <a:t>In the upcoming module </a:t>
            </a:r>
            <a:r>
              <a:rPr lang="en-US" dirty="0">
                <a:solidFill>
                  <a:schemeClr val="tx1"/>
                </a:solidFill>
              </a:rPr>
              <a:t>– </a:t>
            </a:r>
            <a:r>
              <a:rPr lang="en-US" i="1" dirty="0"/>
              <a:t>Address, TSF and Account Merge, </a:t>
            </a:r>
            <a:r>
              <a:rPr lang="en-US" dirty="0"/>
              <a:t>you will learn to</a:t>
            </a:r>
            <a:r>
              <a:rPr lang="en-US" dirty="0">
                <a:solidFill>
                  <a:schemeClr val="tx1"/>
                </a:solidFill>
              </a:rPr>
              <a:t>, </a:t>
            </a:r>
          </a:p>
          <a:p>
            <a:pPr marL="0" indent="0">
              <a:buNone/>
            </a:pPr>
            <a:endParaRPr lang="en-US" dirty="0">
              <a:solidFill>
                <a:schemeClr val="tx1"/>
              </a:solidFill>
            </a:endParaRPr>
          </a:p>
          <a:p>
            <a:pPr lvl="1">
              <a:buClrTx/>
              <a:buFont typeface="Arial" panose="020B0604020202020204" pitchFamily="34" charset="0"/>
              <a:buChar char="•"/>
            </a:pPr>
            <a:r>
              <a:rPr lang="en-US" altLang="ja-JP" dirty="0"/>
              <a:t>Define &amp; describe VEEVA Address, its specific fields &amp; type </a:t>
            </a:r>
          </a:p>
          <a:p>
            <a:pPr lvl="1">
              <a:buClrTx/>
              <a:buFont typeface="Arial" panose="020B0604020202020204" pitchFamily="34" charset="0"/>
              <a:buChar char="•"/>
            </a:pPr>
            <a:r>
              <a:rPr lang="en-US" altLang="ja-JP" dirty="0"/>
              <a:t>Identify the objects used to hold a new Address, Territory Specific Fields(TSF) </a:t>
            </a:r>
          </a:p>
          <a:p>
            <a:pPr lvl="1">
              <a:buClrTx/>
              <a:buFont typeface="Arial" panose="020B0604020202020204" pitchFamily="34" charset="0"/>
              <a:buChar char="•"/>
            </a:pPr>
            <a:r>
              <a:rPr lang="en-US" altLang="ja-JP" dirty="0"/>
              <a:t>VEEVA managed attributes for TSF and TSF configuration </a:t>
            </a:r>
            <a:endParaRPr lang="en-US" dirty="0"/>
          </a:p>
          <a:p>
            <a:pPr lvl="1">
              <a:buClrTx/>
              <a:buFont typeface="Arial" panose="020B0604020202020204" pitchFamily="34" charset="0"/>
              <a:buChar char="•"/>
            </a:pPr>
            <a:r>
              <a:rPr lang="en-US" altLang="ja-JP" dirty="0"/>
              <a:t>Describe the account merge functionality used to merge two or more duplicate accounts</a:t>
            </a:r>
            <a:endParaRPr lang="en-US" dirty="0"/>
          </a:p>
        </p:txBody>
      </p:sp>
      <p:sp>
        <p:nvSpPr>
          <p:cNvPr id="5" name="Title 2"/>
          <p:cNvSpPr>
            <a:spLocks noGrp="1"/>
          </p:cNvSpPr>
          <p:nvPr>
            <p:ph type="title" idx="4294967295"/>
          </p:nvPr>
        </p:nvSpPr>
        <p:spPr>
          <a:xfrm>
            <a:off x="1828800" y="257295"/>
            <a:ext cx="9144000" cy="369332"/>
          </a:xfrm>
        </p:spPr>
        <p:txBody>
          <a:bodyPr/>
          <a:lstStyle/>
          <a:p>
            <a:r>
              <a:rPr lang="en-US" dirty="0"/>
              <a:t>Coming Next..</a:t>
            </a:r>
          </a:p>
        </p:txBody>
      </p:sp>
      <p:sp>
        <p:nvSpPr>
          <p:cNvPr id="6" name="Slide Number Placeholder 3"/>
          <p:cNvSpPr txBox="1">
            <a:spLocks/>
          </p:cNvSpPr>
          <p:nvPr/>
        </p:nvSpPr>
        <p:spPr>
          <a:xfrm>
            <a:off x="11887200" y="6591300"/>
            <a:ext cx="762000" cy="3810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bg1"/>
                </a:solidFill>
              </a:rPr>
              <a:t>35</a:t>
            </a:r>
          </a:p>
        </p:txBody>
      </p:sp>
      <p:sp>
        <p:nvSpPr>
          <p:cNvPr id="2" name="Footer Placeholder 4">
            <a:extLst>
              <a:ext uri="{FF2B5EF4-FFF2-40B4-BE49-F238E27FC236}">
                <a16:creationId xmlns:a16="http://schemas.microsoft.com/office/drawing/2014/main" id="{D08BFC6C-6ECE-0DB0-A314-20EC502067D3}"/>
              </a:ext>
            </a:extLst>
          </p:cNvPr>
          <p:cNvSpPr>
            <a:spLocks noGrp="1"/>
          </p:cNvSpPr>
          <p:nvPr>
            <p:ph type="ftr" sz="quarter" idx="11"/>
          </p:nvPr>
        </p:nvSpPr>
        <p:spPr>
          <a:xfrm>
            <a:off x="1042416" y="6263640"/>
            <a:ext cx="1198179" cy="365125"/>
          </a:xfrm>
        </p:spPr>
        <p:txBody>
          <a:bodyPr/>
          <a:lstStyle/>
          <a:p>
            <a:r>
              <a:rPr lang="en-US" dirty="0"/>
              <a:t>© Cognizant 2023</a:t>
            </a:r>
          </a:p>
        </p:txBody>
      </p:sp>
    </p:spTree>
    <p:extLst>
      <p:ext uri="{BB962C8B-B14F-4D97-AF65-F5344CB8AC3E}">
        <p14:creationId xmlns:p14="http://schemas.microsoft.com/office/powerpoint/2010/main" val="17656320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2000" y="3733800"/>
            <a:ext cx="5250543" cy="13353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65088" lvl="1"/>
            <a:r>
              <a:rPr lang="en-US" sz="2400" dirty="0">
                <a:solidFill>
                  <a:schemeClr val="tx1">
                    <a:lumMod val="75000"/>
                    <a:lumOff val="25000"/>
                  </a:schemeClr>
                </a:solidFill>
                <a:latin typeface="Arial Rounded MT Bold" pitchFamily="34" charset="0"/>
              </a:rPr>
              <a:t>You have successfully completed</a:t>
            </a:r>
          </a:p>
          <a:p>
            <a:pPr marL="65088" lvl="1"/>
            <a:r>
              <a:rPr lang="en-US" sz="2800" b="1" dirty="0">
                <a:solidFill>
                  <a:srgbClr val="00718F"/>
                </a:solidFill>
                <a:latin typeface="Arial" panose="020B0604020202020204" pitchFamily="34" charset="0"/>
                <a:cs typeface="Arial" panose="020B0604020202020204" pitchFamily="34" charset="0"/>
              </a:rPr>
              <a:t>Sphere of influence, Affiliation, Account Hierarchy</a:t>
            </a:r>
          </a:p>
        </p:txBody>
      </p:sp>
      <p:sp>
        <p:nvSpPr>
          <p:cNvPr id="5" name="Title 3">
            <a:extLst>
              <a:ext uri="{FF2B5EF4-FFF2-40B4-BE49-F238E27FC236}">
                <a16:creationId xmlns:a16="http://schemas.microsoft.com/office/drawing/2014/main" id="{94EA25DC-23F3-BFB5-BF58-EDBF9749F224}"/>
              </a:ext>
            </a:extLst>
          </p:cNvPr>
          <p:cNvSpPr>
            <a:spLocks noGrp="1"/>
          </p:cNvSpPr>
          <p:nvPr>
            <p:ph type="ctrTitle"/>
          </p:nvPr>
        </p:nvSpPr>
        <p:spPr>
          <a:xfrm>
            <a:off x="1042416" y="2365335"/>
            <a:ext cx="6053327" cy="923330"/>
          </a:xfrm>
        </p:spPr>
        <p:txBody>
          <a:bodyPr/>
          <a:lstStyle/>
          <a:p>
            <a:r>
              <a:rPr lang="en-US" dirty="0"/>
              <a:t>Thank you</a:t>
            </a:r>
          </a:p>
        </p:txBody>
      </p:sp>
    </p:spTree>
    <p:extLst>
      <p:ext uri="{BB962C8B-B14F-4D97-AF65-F5344CB8AC3E}">
        <p14:creationId xmlns:p14="http://schemas.microsoft.com/office/powerpoint/2010/main" val="2921011842"/>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2">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Theme2" id="{56B626CA-8A14-4156-BF93-D68E07C61167}" vid="{0431F8BC-A74B-4BAE-BB49-089E99ED09FD}"/>
    </a:ext>
  </a:extLst>
</a:theme>
</file>

<file path=ppt/theme/theme3.xml><?xml version="1.0" encoding="utf-8"?>
<a:theme xmlns:a="http://schemas.openxmlformats.org/drawingml/2006/main" name="Office Theme">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729107_CorporateTemplate_ppt_031122" id="{E81ECB99-F2DE-FC44-B993-E5A209E9C071}" vid="{E056BC50-BFCB-5444-AECA-4841FEB0A9A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C933FEF0C0674A996127B68FDC3420" ma:contentTypeVersion="6" ma:contentTypeDescription="Create a new document." ma:contentTypeScope="" ma:versionID="467fd860e439affda554b0e8fd635450">
  <xsd:schema xmlns:xsd="http://www.w3.org/2001/XMLSchema" xmlns:xs="http://www.w3.org/2001/XMLSchema" xmlns:p="http://schemas.microsoft.com/office/2006/metadata/properties" xmlns:ns2="fc8212d3-0522-415d-bf05-8cb4ef112812" xmlns:ns3="c87adb7a-312c-4840-9f22-562d3543171d" targetNamespace="http://schemas.microsoft.com/office/2006/metadata/properties" ma:root="true" ma:fieldsID="97a4d66715efea2c754f88516e87045d" ns2:_="" ns3:_="">
    <xsd:import namespace="fc8212d3-0522-415d-bf05-8cb4ef112812"/>
    <xsd:import namespace="c87adb7a-312c-4840-9f22-562d3543171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8212d3-0522-415d-bf05-8cb4ef1128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87adb7a-312c-4840-9f22-562d3543171d"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2D0B75C-6C88-4B09-ABA3-6271557DBB8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c8212d3-0522-415d-bf05-8cb4ef112812"/>
    <ds:schemaRef ds:uri="c87adb7a-312c-4840-9f22-562d3543171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78FCE96-C8A4-4E92-8467-18B7198B1C7C}">
  <ds:schemaRefs>
    <ds:schemaRef ds:uri="http://schemas.microsoft.com/office/2006/metadata/properties"/>
  </ds:schemaRefs>
</ds:datastoreItem>
</file>

<file path=customXml/itemProps3.xml><?xml version="1.0" encoding="utf-8"?>
<ds:datastoreItem xmlns:ds="http://schemas.openxmlformats.org/officeDocument/2006/customXml" ds:itemID="{8AAEEA49-3EED-4488-A043-7D1DC7843D7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Theme_3</Template>
  <TotalTime>2858</TotalTime>
  <Words>2268</Words>
  <Application>Microsoft Office PowerPoint</Application>
  <PresentationFormat>Widescreen</PresentationFormat>
  <Paragraphs>349</Paragraphs>
  <Slides>36</Slides>
  <Notes>0</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36</vt:i4>
      </vt:variant>
    </vt:vector>
  </HeadingPairs>
  <TitlesOfParts>
    <vt:vector size="46" baseType="lpstr">
      <vt:lpstr>Arial</vt:lpstr>
      <vt:lpstr>Arial Narrow</vt:lpstr>
      <vt:lpstr>Arial Rounded MT Bold</vt:lpstr>
      <vt:lpstr>Calibri</vt:lpstr>
      <vt:lpstr>Cambria</vt:lpstr>
      <vt:lpstr>Verdana</vt:lpstr>
      <vt:lpstr>Wingdings</vt:lpstr>
      <vt:lpstr>Custom Design</vt:lpstr>
      <vt:lpstr>Theme2</vt:lpstr>
      <vt:lpstr>Office Theme</vt:lpstr>
      <vt:lpstr>Sphere of influence, Affiliation, Account Hierarchy</vt:lpstr>
      <vt:lpstr>About the Author</vt:lpstr>
      <vt:lpstr>Recap ...  </vt:lpstr>
      <vt:lpstr>Do You Know </vt:lpstr>
      <vt:lpstr>Objectives</vt:lpstr>
      <vt:lpstr>Overview</vt:lpstr>
      <vt:lpstr>Sphere of Influence &amp; Affiliation</vt:lpstr>
      <vt:lpstr>Affiliations - Overview</vt:lpstr>
      <vt:lpstr>Sphere of Influence.. 1</vt:lpstr>
      <vt:lpstr>Sphere of Influence.. 2</vt:lpstr>
      <vt:lpstr>Affiliation Configuration.. 1</vt:lpstr>
      <vt:lpstr>Affiliation Configuration.. 2</vt:lpstr>
      <vt:lpstr>Sphere of Influence: Additional Features – CRM (iRep)</vt:lpstr>
      <vt:lpstr>Sphere of Influence: Additional Features – CRM (iRep)</vt:lpstr>
      <vt:lpstr>Sphere of Influence: Additional Features</vt:lpstr>
      <vt:lpstr>Sphere of Influence: Additional Features</vt:lpstr>
      <vt:lpstr>Affiliation – Out of Territory 1</vt:lpstr>
      <vt:lpstr>Affiliation – Out of Territory 2</vt:lpstr>
      <vt:lpstr>Account Hierarchy</vt:lpstr>
      <vt:lpstr>Account Hierarchy - Overview</vt:lpstr>
      <vt:lpstr>Account Hierarchy</vt:lpstr>
      <vt:lpstr>Account Hierarchy Configuration 1</vt:lpstr>
      <vt:lpstr>Account Hierarchy Configuration 2</vt:lpstr>
      <vt:lpstr>Account Hierarchy – Configuration 3</vt:lpstr>
      <vt:lpstr>Account Hierarchy Related List</vt:lpstr>
      <vt:lpstr>Account Hierarchy: Out of Territory – CRM (iRep)</vt:lpstr>
      <vt:lpstr>Child Accounts - Configuration</vt:lpstr>
      <vt:lpstr>Out of Territory - Affiliation &amp; Child Account  (iRep)</vt:lpstr>
      <vt:lpstr>Account Hierarchy: Child Count – CRM (iRep)</vt:lpstr>
      <vt:lpstr>Check Your Understanding 1</vt:lpstr>
      <vt:lpstr>Check Your Understanding 2</vt:lpstr>
      <vt:lpstr>Check Your Understanding 3</vt:lpstr>
      <vt:lpstr>Summary</vt:lpstr>
      <vt:lpstr>Source</vt:lpstr>
      <vt:lpstr>Coming Next..</vt:lpstr>
      <vt:lpstr>Thank you</vt:lpstr>
    </vt:vector>
  </TitlesOfParts>
  <Company>CTS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Content_Development_Template_Practitioner</dc:title>
  <dc:creator>AssetDevelopmentTeam@cognizant.com</dc:creator>
  <cp:lastModifiedBy>Singh, Navneet (Contractor)</cp:lastModifiedBy>
  <cp:revision>240</cp:revision>
  <dcterms:created xsi:type="dcterms:W3CDTF">2011-06-15T11:24:59Z</dcterms:created>
  <dcterms:modified xsi:type="dcterms:W3CDTF">2025-07-26T21:21:45Z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0x0101008CC933FEF0C0674A996127B68FDC3420</vt:lpwstr>
  </property>
  <property fmtid="{D5CDD505-2E9C-101B-9397-08002B2CF9AE}" pid="3" name="_dlc_DocIdItemGuid">
    <vt:lpwstr>1c19f327-3998-48ba-bd4d-be7aee79e354</vt:lpwstr>
  </property>
</Properties>
</file>