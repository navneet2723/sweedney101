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4"/>
    <p:sldMasterId id="2147483694" r:id="rId5"/>
    <p:sldMasterId id="2147483731" r:id="rId6"/>
  </p:sldMasterIdLst>
  <p:notesMasterIdLst>
    <p:notesMasterId r:id="rId53"/>
  </p:notesMasterIdLst>
  <p:sldIdLst>
    <p:sldId id="257" r:id="rId7"/>
    <p:sldId id="723" r:id="rId8"/>
    <p:sldId id="263" r:id="rId9"/>
    <p:sldId id="327" r:id="rId10"/>
    <p:sldId id="258" r:id="rId11"/>
    <p:sldId id="264" r:id="rId12"/>
    <p:sldId id="308" r:id="rId13"/>
    <p:sldId id="286" r:id="rId14"/>
    <p:sldId id="309" r:id="rId15"/>
    <p:sldId id="272" r:id="rId16"/>
    <p:sldId id="287" r:id="rId17"/>
    <p:sldId id="310" r:id="rId18"/>
    <p:sldId id="311" r:id="rId19"/>
    <p:sldId id="288" r:id="rId20"/>
    <p:sldId id="317" r:id="rId21"/>
    <p:sldId id="290" r:id="rId22"/>
    <p:sldId id="291" r:id="rId23"/>
    <p:sldId id="318" r:id="rId24"/>
    <p:sldId id="292" r:id="rId25"/>
    <p:sldId id="319" r:id="rId26"/>
    <p:sldId id="330" r:id="rId27"/>
    <p:sldId id="331" r:id="rId28"/>
    <p:sldId id="339" r:id="rId29"/>
    <p:sldId id="332" r:id="rId30"/>
    <p:sldId id="294" r:id="rId31"/>
    <p:sldId id="295" r:id="rId32"/>
    <p:sldId id="296" r:id="rId33"/>
    <p:sldId id="320" r:id="rId34"/>
    <p:sldId id="333" r:id="rId35"/>
    <p:sldId id="328" r:id="rId36"/>
    <p:sldId id="297" r:id="rId37"/>
    <p:sldId id="321" r:id="rId38"/>
    <p:sldId id="298" r:id="rId39"/>
    <p:sldId id="299" r:id="rId40"/>
    <p:sldId id="300" r:id="rId41"/>
    <p:sldId id="312" r:id="rId42"/>
    <p:sldId id="301" r:id="rId43"/>
    <p:sldId id="334" r:id="rId44"/>
    <p:sldId id="335" r:id="rId45"/>
    <p:sldId id="336" r:id="rId46"/>
    <p:sldId id="337" r:id="rId47"/>
    <p:sldId id="338" r:id="rId48"/>
    <p:sldId id="307" r:id="rId49"/>
    <p:sldId id="313" r:id="rId50"/>
    <p:sldId id="322" r:id="rId51"/>
    <p:sldId id="314"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EF030"/>
    <a:srgbClr val="A8EE9C"/>
    <a:srgbClr val="276C1E"/>
    <a:srgbClr val="692D56"/>
    <a:srgbClr val="A44687"/>
    <a:srgbClr val="682252"/>
    <a:srgbClr val="933F79"/>
    <a:srgbClr val="008080"/>
    <a:srgbClr val="5E204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4D77BD-13DD-491B-949B-3AA16D44BAD4}" v="4" dt="2023-08-14T07:18:39.03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96" autoAdjust="0"/>
    <p:restoredTop sz="94301" autoAdjust="0"/>
  </p:normalViewPr>
  <p:slideViewPr>
    <p:cSldViewPr>
      <p:cViewPr varScale="1">
        <p:scale>
          <a:sx n="74" d="100"/>
          <a:sy n="74" d="100"/>
        </p:scale>
        <p:origin x="936" y="72"/>
      </p:cViewPr>
      <p:guideLst>
        <p:guide orient="horz" pos="2160"/>
        <p:guide pos="3840"/>
      </p:guideLst>
    </p:cSldViewPr>
  </p:slideViewPr>
  <p:outlineViewPr>
    <p:cViewPr>
      <p:scale>
        <a:sx n="33" d="100"/>
        <a:sy n="33" d="100"/>
      </p:scale>
      <p:origin x="0" y="-5934"/>
    </p:cViewPr>
  </p:outlineViewPr>
  <p:notesTextViewPr>
    <p:cViewPr>
      <p:scale>
        <a:sx n="100" d="100"/>
        <a:sy n="100" d="100"/>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slide" Target="slides/slide44.xml"/><Relationship Id="rId55" Type="http://schemas.openxmlformats.org/officeDocument/2006/relationships/viewProps" Target="viewProp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notesMaster" Target="notesMasters/notesMaster1.xml"/><Relationship Id="rId58" Type="http://schemas.microsoft.com/office/2015/10/relationships/revisionInfo" Target="revisionInfo.xml"/><Relationship Id="rId5" Type="http://schemas.openxmlformats.org/officeDocument/2006/relationships/slideMaster" Target="slideMasters/slideMaster2.xml"/><Relationship Id="rId19"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theme" Target="theme/theme1.xml"/><Relationship Id="rId8" Type="http://schemas.openxmlformats.org/officeDocument/2006/relationships/slide" Target="slides/slide2.xml"/><Relationship Id="rId51" Type="http://schemas.openxmlformats.org/officeDocument/2006/relationships/slide" Target="slides/slide45.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tableStyles" Target="tableStyles.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4DF2913-F046-4716-9792-AC90DC53383E}" type="doc">
      <dgm:prSet loTypeId="urn:microsoft.com/office/officeart/2005/8/layout/process3" loCatId="process" qsTypeId="urn:microsoft.com/office/officeart/2005/8/quickstyle/simple5" qsCatId="simple" csTypeId="urn:microsoft.com/office/officeart/2005/8/colors/accent1_2" csCatId="accent1" phldr="1"/>
      <dgm:spPr/>
      <dgm:t>
        <a:bodyPr/>
        <a:lstStyle/>
        <a:p>
          <a:endParaRPr lang="en-US"/>
        </a:p>
      </dgm:t>
    </dgm:pt>
    <dgm:pt modelId="{B84C8FFD-27EF-470D-884F-68B2713C27EB}">
      <dgm:prSet phldrT="[Text]" custT="1"/>
      <dgm:spPr/>
      <dgm:t>
        <a:bodyPr/>
        <a:lstStyle/>
        <a:p>
          <a:r>
            <a:rPr lang="en-US" sz="1400" dirty="0">
              <a:latin typeface="Arial" panose="020B0604020202020204" pitchFamily="34" charset="0"/>
              <a:cs typeface="Arial" panose="020B0604020202020204" pitchFamily="34" charset="0"/>
            </a:rPr>
            <a:t>Creating a Medical Inquiry</a:t>
          </a:r>
        </a:p>
      </dgm:t>
    </dgm:pt>
    <dgm:pt modelId="{8359289E-3F46-42D1-AD11-70D4CAEB27B4}" type="parTrans" cxnId="{1C025C79-D059-49CB-8842-737E9BF5728D}">
      <dgm:prSet/>
      <dgm:spPr/>
      <dgm:t>
        <a:bodyPr/>
        <a:lstStyle/>
        <a:p>
          <a:endParaRPr lang="en-US">
            <a:latin typeface="Arial" panose="020B0604020202020204" pitchFamily="34" charset="0"/>
            <a:cs typeface="Arial" panose="020B0604020202020204" pitchFamily="34" charset="0"/>
          </a:endParaRPr>
        </a:p>
      </dgm:t>
    </dgm:pt>
    <dgm:pt modelId="{49FC240E-9A2C-4999-AE26-3C5D5D8752DD}" type="sibTrans" cxnId="{1C025C79-D059-49CB-8842-737E9BF5728D}">
      <dgm:prSet/>
      <dgm:spPr/>
      <dgm:t>
        <a:bodyPr/>
        <a:lstStyle/>
        <a:p>
          <a:endParaRPr lang="en-US">
            <a:latin typeface="Arial" panose="020B0604020202020204" pitchFamily="34" charset="0"/>
            <a:cs typeface="Arial" panose="020B0604020202020204" pitchFamily="34" charset="0"/>
          </a:endParaRPr>
        </a:p>
      </dgm:t>
    </dgm:pt>
    <dgm:pt modelId="{D3CA40ED-C26E-4FF4-B7A2-18DA8D342348}">
      <dgm:prSet phldrT="[Text]" custT="1"/>
      <dgm:spPr/>
      <dgm:t>
        <a:bodyPr/>
        <a:lstStyle/>
        <a:p>
          <a:r>
            <a:rPr lang="en-US" sz="1200" dirty="0">
              <a:latin typeface="Arial" panose="020B0604020202020204" pitchFamily="34" charset="0"/>
              <a:cs typeface="Arial" panose="020B0604020202020204" pitchFamily="34" charset="0"/>
            </a:rPr>
            <a:t>Medical Inquiries can be created from the Medical Inquiry related list on </a:t>
          </a:r>
          <a:r>
            <a:rPr lang="en-US" sz="1200" b="0" i="0" dirty="0">
              <a:latin typeface="Arial" panose="020B0604020202020204" pitchFamily="34" charset="0"/>
              <a:cs typeface="Arial" panose="020B0604020202020204" pitchFamily="34" charset="0"/>
            </a:rPr>
            <a:t>Account Detail page </a:t>
          </a:r>
          <a:r>
            <a:rPr lang="en-US" sz="1200" dirty="0">
              <a:latin typeface="Arial" panose="020B0604020202020204" pitchFamily="34" charset="0"/>
              <a:cs typeface="Arial" panose="020B0604020202020204" pitchFamily="34" charset="0"/>
            </a:rPr>
            <a:t>or directly from a Call Report.</a:t>
          </a:r>
        </a:p>
      </dgm:t>
    </dgm:pt>
    <dgm:pt modelId="{A5BAC144-BFB9-449F-BC14-B047C51FC0B7}" type="parTrans" cxnId="{E9BF6A7C-DC68-4F36-9E7E-FB3A56E37B37}">
      <dgm:prSet/>
      <dgm:spPr/>
      <dgm:t>
        <a:bodyPr/>
        <a:lstStyle/>
        <a:p>
          <a:endParaRPr lang="en-US">
            <a:latin typeface="Arial" panose="020B0604020202020204" pitchFamily="34" charset="0"/>
            <a:cs typeface="Arial" panose="020B0604020202020204" pitchFamily="34" charset="0"/>
          </a:endParaRPr>
        </a:p>
      </dgm:t>
    </dgm:pt>
    <dgm:pt modelId="{FD87DDE5-358A-44B0-AC73-DBBF77A96990}" type="sibTrans" cxnId="{E9BF6A7C-DC68-4F36-9E7E-FB3A56E37B37}">
      <dgm:prSet/>
      <dgm:spPr/>
      <dgm:t>
        <a:bodyPr/>
        <a:lstStyle/>
        <a:p>
          <a:endParaRPr lang="en-US">
            <a:latin typeface="Arial" panose="020B0604020202020204" pitchFamily="34" charset="0"/>
            <a:cs typeface="Arial" panose="020B0604020202020204" pitchFamily="34" charset="0"/>
          </a:endParaRPr>
        </a:p>
      </dgm:t>
    </dgm:pt>
    <dgm:pt modelId="{82003B7D-D073-4C6F-9B22-9B64CBABA64A}">
      <dgm:prSet phldrT="[Text]" custT="1"/>
      <dgm:spPr/>
      <dgm:t>
        <a:bodyPr/>
        <a:lstStyle/>
        <a:p>
          <a:r>
            <a:rPr lang="en-US" sz="1400" dirty="0">
              <a:latin typeface="Arial" panose="020B0604020202020204" pitchFamily="34" charset="0"/>
              <a:cs typeface="Arial" panose="020B0604020202020204" pitchFamily="34" charset="0"/>
            </a:rPr>
            <a:t>Processing Submitted Inquiries</a:t>
          </a:r>
        </a:p>
      </dgm:t>
    </dgm:pt>
    <dgm:pt modelId="{C61598D3-C0DA-49AE-B23E-72FE376A2ACB}" type="parTrans" cxnId="{CC67A2C1-60F9-4ECB-B1B3-ABBE13D2D10E}">
      <dgm:prSet/>
      <dgm:spPr/>
      <dgm:t>
        <a:bodyPr/>
        <a:lstStyle/>
        <a:p>
          <a:endParaRPr lang="en-US">
            <a:latin typeface="Arial" panose="020B0604020202020204" pitchFamily="34" charset="0"/>
            <a:cs typeface="Arial" panose="020B0604020202020204" pitchFamily="34" charset="0"/>
          </a:endParaRPr>
        </a:p>
      </dgm:t>
    </dgm:pt>
    <dgm:pt modelId="{7C0DE272-956C-460A-8B98-D79E415B7CC9}" type="sibTrans" cxnId="{CC67A2C1-60F9-4ECB-B1B3-ABBE13D2D10E}">
      <dgm:prSet/>
      <dgm:spPr/>
      <dgm:t>
        <a:bodyPr/>
        <a:lstStyle/>
        <a:p>
          <a:endParaRPr lang="en-US">
            <a:latin typeface="Arial" panose="020B0604020202020204" pitchFamily="34" charset="0"/>
            <a:cs typeface="Arial" panose="020B0604020202020204" pitchFamily="34" charset="0"/>
          </a:endParaRPr>
        </a:p>
      </dgm:t>
    </dgm:pt>
    <dgm:pt modelId="{319C96A6-4919-4885-A1EC-DF9DFB339821}">
      <dgm:prSet phldrT="[Text]" custT="1"/>
      <dgm:spPr/>
      <dgm:t>
        <a:bodyPr/>
        <a:lstStyle/>
        <a:p>
          <a:r>
            <a:rPr lang="en-US" sz="1400" dirty="0">
              <a:latin typeface="Arial" panose="020B0604020202020204" pitchFamily="34" charset="0"/>
              <a:cs typeface="Arial" panose="020B0604020202020204" pitchFamily="34" charset="0"/>
            </a:rPr>
            <a:t>Signature Audit</a:t>
          </a:r>
        </a:p>
      </dgm:t>
    </dgm:pt>
    <dgm:pt modelId="{CE908B1B-BC52-4A03-B167-E78DC801D148}" type="parTrans" cxnId="{6E7DD06C-D7AB-457B-97F7-8F682263ABD9}">
      <dgm:prSet/>
      <dgm:spPr/>
      <dgm:t>
        <a:bodyPr/>
        <a:lstStyle/>
        <a:p>
          <a:endParaRPr lang="en-US">
            <a:latin typeface="Arial" panose="020B0604020202020204" pitchFamily="34" charset="0"/>
            <a:cs typeface="Arial" panose="020B0604020202020204" pitchFamily="34" charset="0"/>
          </a:endParaRPr>
        </a:p>
      </dgm:t>
    </dgm:pt>
    <dgm:pt modelId="{BF439D56-E2FE-493D-A8A1-6B9C4DF5DBDD}" type="sibTrans" cxnId="{6E7DD06C-D7AB-457B-97F7-8F682263ABD9}">
      <dgm:prSet/>
      <dgm:spPr/>
      <dgm:t>
        <a:bodyPr/>
        <a:lstStyle/>
        <a:p>
          <a:endParaRPr lang="en-US">
            <a:latin typeface="Arial" panose="020B0604020202020204" pitchFamily="34" charset="0"/>
            <a:cs typeface="Arial" panose="020B0604020202020204" pitchFamily="34" charset="0"/>
          </a:endParaRPr>
        </a:p>
      </dgm:t>
    </dgm:pt>
    <dgm:pt modelId="{7ED318D9-5BBD-4EA7-89AD-33773FDB6DDE}">
      <dgm:prSet phldrT="[Text]" custT="1"/>
      <dgm:spPr/>
      <dgm:t>
        <a:bodyPr/>
        <a:lstStyle/>
        <a:p>
          <a:pPr rtl="0"/>
          <a:r>
            <a:rPr lang="en-US" sz="1200" dirty="0">
              <a:latin typeface="Arial"/>
              <a:cs typeface="Arial"/>
            </a:rPr>
            <a:t>After signatures are captured offline and synced, they can be audited online. </a:t>
          </a:r>
        </a:p>
      </dgm:t>
    </dgm:pt>
    <dgm:pt modelId="{C42DDFC2-AC11-4BE6-92D0-04D20D544A21}" type="parTrans" cxnId="{9D2810BB-8583-4B9A-A993-B7AFB3DE7A20}">
      <dgm:prSet/>
      <dgm:spPr/>
      <dgm:t>
        <a:bodyPr/>
        <a:lstStyle/>
        <a:p>
          <a:endParaRPr lang="en-US">
            <a:latin typeface="Arial" panose="020B0604020202020204" pitchFamily="34" charset="0"/>
            <a:cs typeface="Arial" panose="020B0604020202020204" pitchFamily="34" charset="0"/>
          </a:endParaRPr>
        </a:p>
      </dgm:t>
    </dgm:pt>
    <dgm:pt modelId="{12006B2D-160D-4BA7-9F96-650D2F330B03}" type="sibTrans" cxnId="{9D2810BB-8583-4B9A-A993-B7AFB3DE7A20}">
      <dgm:prSet/>
      <dgm:spPr/>
      <dgm:t>
        <a:bodyPr/>
        <a:lstStyle/>
        <a:p>
          <a:endParaRPr lang="en-US">
            <a:latin typeface="Arial" panose="020B0604020202020204" pitchFamily="34" charset="0"/>
            <a:cs typeface="Arial" panose="020B0604020202020204" pitchFamily="34" charset="0"/>
          </a:endParaRPr>
        </a:p>
      </dgm:t>
    </dgm:pt>
    <dgm:pt modelId="{87E3F9CB-E598-4864-8A06-A80C3A9FB46A}">
      <dgm:prSet custT="1"/>
      <dgm:spPr/>
      <dgm:t>
        <a:bodyPr/>
        <a:lstStyle/>
        <a:p>
          <a:r>
            <a:rPr lang="en-US" sz="1400" dirty="0">
              <a:latin typeface="Arial" panose="020B0604020202020204" pitchFamily="34" charset="0"/>
              <a:cs typeface="Arial" panose="020B0604020202020204" pitchFamily="34" charset="0"/>
            </a:rPr>
            <a:t>Capturing a Signature</a:t>
          </a:r>
        </a:p>
      </dgm:t>
    </dgm:pt>
    <dgm:pt modelId="{EC633E7C-3AF6-4008-A7D0-515322B7C419}" type="parTrans" cxnId="{4F526F5F-C66D-43D9-8F5B-12314F68C919}">
      <dgm:prSet/>
      <dgm:spPr/>
      <dgm:t>
        <a:bodyPr/>
        <a:lstStyle/>
        <a:p>
          <a:endParaRPr lang="en-US">
            <a:latin typeface="Arial" panose="020B0604020202020204" pitchFamily="34" charset="0"/>
            <a:cs typeface="Arial" panose="020B0604020202020204" pitchFamily="34" charset="0"/>
          </a:endParaRPr>
        </a:p>
      </dgm:t>
    </dgm:pt>
    <dgm:pt modelId="{5EBBBE14-CFE5-45B4-B15B-A3477D1CD98D}" type="sibTrans" cxnId="{4F526F5F-C66D-43D9-8F5B-12314F68C919}">
      <dgm:prSet/>
      <dgm:spPr/>
      <dgm:t>
        <a:bodyPr/>
        <a:lstStyle/>
        <a:p>
          <a:endParaRPr lang="en-US">
            <a:latin typeface="Arial" panose="020B0604020202020204" pitchFamily="34" charset="0"/>
            <a:cs typeface="Arial" panose="020B0604020202020204" pitchFamily="34" charset="0"/>
          </a:endParaRPr>
        </a:p>
      </dgm:t>
    </dgm:pt>
    <dgm:pt modelId="{962ED7C0-B866-4575-9E24-F2B6A24D65A2}">
      <dgm:prSet custT="1"/>
      <dgm:spPr/>
      <dgm:t>
        <a:bodyPr/>
        <a:lstStyle/>
        <a:p>
          <a:r>
            <a:rPr lang="en-US" sz="1400" dirty="0">
              <a:latin typeface="Arial" panose="020B0604020202020204" pitchFamily="34" charset="0"/>
              <a:cs typeface="Arial" panose="020B0604020202020204" pitchFamily="34" charset="0"/>
            </a:rPr>
            <a:t>Submitting an Inquiry</a:t>
          </a:r>
        </a:p>
      </dgm:t>
    </dgm:pt>
    <dgm:pt modelId="{5987A52E-045F-4076-9A5C-D31D2CD21AAB}" type="parTrans" cxnId="{0182E336-3D25-46DF-9A08-A798243FBEF0}">
      <dgm:prSet/>
      <dgm:spPr/>
      <dgm:t>
        <a:bodyPr/>
        <a:lstStyle/>
        <a:p>
          <a:endParaRPr lang="en-US">
            <a:latin typeface="Arial" panose="020B0604020202020204" pitchFamily="34" charset="0"/>
            <a:cs typeface="Arial" panose="020B0604020202020204" pitchFamily="34" charset="0"/>
          </a:endParaRPr>
        </a:p>
      </dgm:t>
    </dgm:pt>
    <dgm:pt modelId="{F9D77C5A-98D8-43C7-A19C-81D1B99FF48A}" type="sibTrans" cxnId="{0182E336-3D25-46DF-9A08-A798243FBEF0}">
      <dgm:prSet/>
      <dgm:spPr/>
      <dgm:t>
        <a:bodyPr/>
        <a:lstStyle/>
        <a:p>
          <a:endParaRPr lang="en-US">
            <a:latin typeface="Arial" panose="020B0604020202020204" pitchFamily="34" charset="0"/>
            <a:cs typeface="Arial" panose="020B0604020202020204" pitchFamily="34" charset="0"/>
          </a:endParaRPr>
        </a:p>
      </dgm:t>
    </dgm:pt>
    <dgm:pt modelId="{FD183A67-5957-44F4-8C01-939E6B01E032}">
      <dgm:prSet custT="1"/>
      <dgm:spPr/>
      <dgm:t>
        <a:bodyPr/>
        <a:lstStyle/>
        <a:p>
          <a:r>
            <a:rPr lang="en-US" sz="1200" dirty="0">
              <a:latin typeface="Arial" panose="020B0604020202020204" pitchFamily="34" charset="0"/>
              <a:cs typeface="Arial" panose="020B0604020202020204" pitchFamily="34" charset="0"/>
            </a:rPr>
            <a:t>After recording the inquiry details, users can capture a signature from the HCP.</a:t>
          </a:r>
        </a:p>
      </dgm:t>
    </dgm:pt>
    <dgm:pt modelId="{8A6BE701-E982-4207-A35A-2C4CB2CFB5F9}" type="parTrans" cxnId="{5E1EDFBB-2784-4900-B8FD-400E03BBA6A9}">
      <dgm:prSet/>
      <dgm:spPr/>
      <dgm:t>
        <a:bodyPr/>
        <a:lstStyle/>
        <a:p>
          <a:endParaRPr lang="en-US">
            <a:latin typeface="Arial" panose="020B0604020202020204" pitchFamily="34" charset="0"/>
            <a:cs typeface="Arial" panose="020B0604020202020204" pitchFamily="34" charset="0"/>
          </a:endParaRPr>
        </a:p>
      </dgm:t>
    </dgm:pt>
    <dgm:pt modelId="{90917372-80E8-40B9-B1D3-E44E9B75A423}" type="sibTrans" cxnId="{5E1EDFBB-2784-4900-B8FD-400E03BBA6A9}">
      <dgm:prSet/>
      <dgm:spPr/>
      <dgm:t>
        <a:bodyPr/>
        <a:lstStyle/>
        <a:p>
          <a:endParaRPr lang="en-US">
            <a:latin typeface="Arial" panose="020B0604020202020204" pitchFamily="34" charset="0"/>
            <a:cs typeface="Arial" panose="020B0604020202020204" pitchFamily="34" charset="0"/>
          </a:endParaRPr>
        </a:p>
      </dgm:t>
    </dgm:pt>
    <dgm:pt modelId="{75661D69-5F6F-4F2C-BBEF-F8205CA09FA1}">
      <dgm:prSet custT="1"/>
      <dgm:spPr/>
      <dgm:t>
        <a:bodyPr/>
        <a:lstStyle/>
        <a:p>
          <a:r>
            <a:rPr lang="en-US" sz="1200" dirty="0">
              <a:latin typeface="Arial" panose="020B0604020202020204" pitchFamily="34" charset="0"/>
              <a:cs typeface="Arial" panose="020B0604020202020204" pitchFamily="34" charset="0"/>
            </a:rPr>
            <a:t>All offline platforms support Signatures and can be used by selecting Sign button.</a:t>
          </a:r>
        </a:p>
      </dgm:t>
    </dgm:pt>
    <dgm:pt modelId="{2B990802-0A18-48B2-AB07-14B507695496}" type="parTrans" cxnId="{34973F35-A8A1-484A-9521-FDBD36BD3145}">
      <dgm:prSet/>
      <dgm:spPr/>
      <dgm:t>
        <a:bodyPr/>
        <a:lstStyle/>
        <a:p>
          <a:endParaRPr lang="en-US">
            <a:latin typeface="Arial" panose="020B0604020202020204" pitchFamily="34" charset="0"/>
            <a:cs typeface="Arial" panose="020B0604020202020204" pitchFamily="34" charset="0"/>
          </a:endParaRPr>
        </a:p>
      </dgm:t>
    </dgm:pt>
    <dgm:pt modelId="{853C4F38-93F9-42E6-ADD3-7BC703F34786}" type="sibTrans" cxnId="{34973F35-A8A1-484A-9521-FDBD36BD3145}">
      <dgm:prSet/>
      <dgm:spPr/>
      <dgm:t>
        <a:bodyPr/>
        <a:lstStyle/>
        <a:p>
          <a:endParaRPr lang="en-US">
            <a:latin typeface="Arial" panose="020B0604020202020204" pitchFamily="34" charset="0"/>
            <a:cs typeface="Arial" panose="020B0604020202020204" pitchFamily="34" charset="0"/>
          </a:endParaRPr>
        </a:p>
      </dgm:t>
    </dgm:pt>
    <dgm:pt modelId="{9946AF91-60F8-4106-8954-DEE0F55A7195}">
      <dgm:prSet custT="1"/>
      <dgm:spPr/>
      <dgm:t>
        <a:bodyPr/>
        <a:lstStyle/>
        <a:p>
          <a:r>
            <a:rPr lang="en-US" sz="1200" dirty="0">
              <a:latin typeface="Arial" panose="020B0604020202020204" pitchFamily="34" charset="0"/>
              <a:cs typeface="Arial" panose="020B0604020202020204" pitchFamily="34" charset="0"/>
            </a:rPr>
            <a:t>When the user selects Submit, the </a:t>
          </a:r>
          <a:r>
            <a:rPr lang="en-US" sz="1200" dirty="0" err="1">
              <a:latin typeface="Arial" panose="020B0604020202020204" pitchFamily="34" charset="0"/>
              <a:cs typeface="Arial" panose="020B0604020202020204" pitchFamily="34" charset="0"/>
            </a:rPr>
            <a:t>Status_vod</a:t>
          </a:r>
          <a:r>
            <a:rPr lang="en-US" sz="1200" dirty="0">
              <a:latin typeface="Arial" panose="020B0604020202020204" pitchFamily="34" charset="0"/>
              <a:cs typeface="Arial" panose="020B0604020202020204" pitchFamily="34" charset="0"/>
            </a:rPr>
            <a:t> value changes to </a:t>
          </a:r>
          <a:r>
            <a:rPr lang="en-US" sz="1200" dirty="0" err="1">
              <a:latin typeface="Arial" panose="020B0604020202020204" pitchFamily="34" charset="0"/>
              <a:cs typeface="Arial" panose="020B0604020202020204" pitchFamily="34" charset="0"/>
            </a:rPr>
            <a:t>Submitted_vod</a:t>
          </a:r>
          <a:r>
            <a:rPr lang="en-US" sz="1200" dirty="0">
              <a:latin typeface="Arial" panose="020B0604020202020204" pitchFamily="34" charset="0"/>
              <a:cs typeface="Arial" panose="020B0604020202020204" pitchFamily="34" charset="0"/>
            </a:rPr>
            <a:t>, and the </a:t>
          </a:r>
          <a:r>
            <a:rPr lang="en-US" sz="1200" dirty="0" err="1">
              <a:latin typeface="Arial" panose="020B0604020202020204" pitchFamily="34" charset="0"/>
              <a:cs typeface="Arial" panose="020B0604020202020204" pitchFamily="34" charset="0"/>
            </a:rPr>
            <a:t>Lock_vod</a:t>
          </a:r>
          <a:r>
            <a:rPr lang="en-US" sz="1200" dirty="0">
              <a:latin typeface="Arial" panose="020B0604020202020204" pitchFamily="34" charset="0"/>
              <a:cs typeface="Arial" panose="020B0604020202020204" pitchFamily="34" charset="0"/>
            </a:rPr>
            <a:t> check box is selected and the end user can’t edit any data.</a:t>
          </a:r>
        </a:p>
      </dgm:t>
    </dgm:pt>
    <dgm:pt modelId="{02D50029-2949-4D6D-8AD8-D445D4AF67EE}" type="parTrans" cxnId="{1604449E-E296-4BA3-89F7-E8B982BB4524}">
      <dgm:prSet/>
      <dgm:spPr/>
      <dgm:t>
        <a:bodyPr/>
        <a:lstStyle/>
        <a:p>
          <a:endParaRPr lang="en-US">
            <a:latin typeface="Arial" panose="020B0604020202020204" pitchFamily="34" charset="0"/>
            <a:cs typeface="Arial" panose="020B0604020202020204" pitchFamily="34" charset="0"/>
          </a:endParaRPr>
        </a:p>
      </dgm:t>
    </dgm:pt>
    <dgm:pt modelId="{8B7198AB-9287-4354-A698-F5AE48CB0CF8}" type="sibTrans" cxnId="{1604449E-E296-4BA3-89F7-E8B982BB4524}">
      <dgm:prSet/>
      <dgm:spPr/>
      <dgm:t>
        <a:bodyPr/>
        <a:lstStyle/>
        <a:p>
          <a:endParaRPr lang="en-US">
            <a:latin typeface="Arial" panose="020B0604020202020204" pitchFamily="34" charset="0"/>
            <a:cs typeface="Arial" panose="020B0604020202020204" pitchFamily="34" charset="0"/>
          </a:endParaRPr>
        </a:p>
      </dgm:t>
    </dgm:pt>
    <dgm:pt modelId="{7E862B56-E497-407E-B52A-12A28069CA78}">
      <dgm:prSet phldrT="[Text]" custT="1"/>
      <dgm:spPr/>
      <dgm:t>
        <a:bodyPr/>
        <a:lstStyle/>
        <a:p>
          <a:r>
            <a:rPr lang="en-US" sz="1200" dirty="0">
              <a:latin typeface="Arial" panose="020B0604020202020204" pitchFamily="34" charset="0"/>
              <a:cs typeface="Arial" panose="020B0604020202020204" pitchFamily="34" charset="0"/>
            </a:rPr>
            <a:t>Call record must be saved and required fields must be filled before the inquiry screen displays.</a:t>
          </a:r>
        </a:p>
      </dgm:t>
    </dgm:pt>
    <dgm:pt modelId="{532B15A8-249C-42F1-B627-AAFF353B4A8A}" type="sibTrans" cxnId="{1EA8E0BB-B4E2-42DD-86BC-E58D4BCB9F6E}">
      <dgm:prSet/>
      <dgm:spPr/>
      <dgm:t>
        <a:bodyPr/>
        <a:lstStyle/>
        <a:p>
          <a:endParaRPr lang="en-US">
            <a:latin typeface="Arial" panose="020B0604020202020204" pitchFamily="34" charset="0"/>
            <a:cs typeface="Arial" panose="020B0604020202020204" pitchFamily="34" charset="0"/>
          </a:endParaRPr>
        </a:p>
      </dgm:t>
    </dgm:pt>
    <dgm:pt modelId="{C9C9A257-FCCE-45FD-95DF-B8BC98212FE9}" type="parTrans" cxnId="{1EA8E0BB-B4E2-42DD-86BC-E58D4BCB9F6E}">
      <dgm:prSet/>
      <dgm:spPr/>
      <dgm:t>
        <a:bodyPr/>
        <a:lstStyle/>
        <a:p>
          <a:endParaRPr lang="en-US">
            <a:latin typeface="Arial" panose="020B0604020202020204" pitchFamily="34" charset="0"/>
            <a:cs typeface="Arial" panose="020B0604020202020204" pitchFamily="34" charset="0"/>
          </a:endParaRPr>
        </a:p>
      </dgm:t>
    </dgm:pt>
    <dgm:pt modelId="{A5DE30B0-83FF-47AA-98B4-093EB3A5FF47}">
      <dgm:prSet phldrT="[Text]" custT="1"/>
      <dgm:spPr/>
      <dgm:t>
        <a:bodyPr/>
        <a:lstStyle/>
        <a:p>
          <a:r>
            <a:rPr lang="en-US" sz="1200" dirty="0">
              <a:latin typeface="Arial" panose="020B0604020202020204" pitchFamily="34" charset="0"/>
              <a:cs typeface="Arial" panose="020B0604020202020204" pitchFamily="34" charset="0"/>
            </a:rPr>
            <a:t>Newly inquiry has a lookup to call and if call is deleted, inquiry record remains.</a:t>
          </a:r>
        </a:p>
      </dgm:t>
    </dgm:pt>
    <dgm:pt modelId="{EB8C22D4-A51F-446A-8C46-84E0D02219D6}" type="parTrans" cxnId="{2EA4B20E-3AE5-4B51-9070-23A8B2F38F8D}">
      <dgm:prSet/>
      <dgm:spPr/>
      <dgm:t>
        <a:bodyPr/>
        <a:lstStyle/>
        <a:p>
          <a:endParaRPr lang="en-US">
            <a:latin typeface="Arial" panose="020B0604020202020204" pitchFamily="34" charset="0"/>
            <a:cs typeface="Arial" panose="020B0604020202020204" pitchFamily="34" charset="0"/>
          </a:endParaRPr>
        </a:p>
      </dgm:t>
    </dgm:pt>
    <dgm:pt modelId="{650761E5-24AF-49BA-9BCF-8407B6EE8C10}" type="sibTrans" cxnId="{2EA4B20E-3AE5-4B51-9070-23A8B2F38F8D}">
      <dgm:prSet/>
      <dgm:spPr/>
      <dgm:t>
        <a:bodyPr/>
        <a:lstStyle/>
        <a:p>
          <a:endParaRPr lang="en-US">
            <a:latin typeface="Arial" panose="020B0604020202020204" pitchFamily="34" charset="0"/>
            <a:cs typeface="Arial" panose="020B0604020202020204" pitchFamily="34" charset="0"/>
          </a:endParaRPr>
        </a:p>
      </dgm:t>
    </dgm:pt>
    <dgm:pt modelId="{7995E491-2EE0-42C3-AA83-41EC7E8046EF}">
      <dgm:prSet phldrT="[Text]" custT="1"/>
      <dgm:spPr/>
      <dgm:t>
        <a:bodyPr/>
        <a:lstStyle/>
        <a:p>
          <a:r>
            <a:rPr lang="en-US" sz="1200" dirty="0">
              <a:latin typeface="Arial" panose="020B0604020202020204" pitchFamily="34" charset="0"/>
              <a:cs typeface="Arial" panose="020B0604020202020204" pitchFamily="34" charset="0"/>
            </a:rPr>
            <a:t>If a user attempts to modify a submitted inquiry, an error message displays indicating the record is locked.</a:t>
          </a:r>
        </a:p>
      </dgm:t>
    </dgm:pt>
    <dgm:pt modelId="{2A67DB00-FF2D-4D70-BC1C-7B3E26D0F1CC}" type="parTrans" cxnId="{660FACF2-67AA-4D65-B46D-5801AD80919D}">
      <dgm:prSet/>
      <dgm:spPr/>
      <dgm:t>
        <a:bodyPr/>
        <a:lstStyle/>
        <a:p>
          <a:endParaRPr lang="en-US">
            <a:latin typeface="Arial" panose="020B0604020202020204" pitchFamily="34" charset="0"/>
            <a:cs typeface="Arial" panose="020B0604020202020204" pitchFamily="34" charset="0"/>
          </a:endParaRPr>
        </a:p>
      </dgm:t>
    </dgm:pt>
    <dgm:pt modelId="{A792F383-A8F9-486D-B877-A75DE244BDDB}" type="sibTrans" cxnId="{660FACF2-67AA-4D65-B46D-5801AD80919D}">
      <dgm:prSet/>
      <dgm:spPr/>
      <dgm:t>
        <a:bodyPr/>
        <a:lstStyle/>
        <a:p>
          <a:endParaRPr lang="en-US">
            <a:latin typeface="Arial" panose="020B0604020202020204" pitchFamily="34" charset="0"/>
            <a:cs typeface="Arial" panose="020B0604020202020204" pitchFamily="34" charset="0"/>
          </a:endParaRPr>
        </a:p>
      </dgm:t>
    </dgm:pt>
    <dgm:pt modelId="{9528F8CB-0051-4291-A5A7-27822107FEFE}">
      <dgm:prSet phldrT="[Text]" custT="1"/>
      <dgm:spPr/>
      <dgm:t>
        <a:bodyPr/>
        <a:lstStyle/>
        <a:p>
          <a:r>
            <a:rPr lang="en-US" sz="1200" b="0" i="0" dirty="0">
              <a:latin typeface="Arial" panose="020B0604020202020204" pitchFamily="34" charset="0"/>
              <a:cs typeface="Arial" panose="020B0604020202020204" pitchFamily="34" charset="0"/>
            </a:rPr>
            <a:t>Replying to inquiries and tracking progress is handled by external systems.</a:t>
          </a:r>
          <a:endParaRPr lang="en-US" sz="1200" dirty="0">
            <a:latin typeface="Arial" panose="020B0604020202020204" pitchFamily="34" charset="0"/>
            <a:cs typeface="Arial" panose="020B0604020202020204" pitchFamily="34" charset="0"/>
          </a:endParaRPr>
        </a:p>
      </dgm:t>
    </dgm:pt>
    <dgm:pt modelId="{6051BA67-A427-4954-A620-7A6C3CBD7D29}" type="parTrans" cxnId="{6DA8AF58-43E4-479E-81C5-196D2FA2F157}">
      <dgm:prSet/>
      <dgm:spPr/>
      <dgm:t>
        <a:bodyPr/>
        <a:lstStyle/>
        <a:p>
          <a:endParaRPr lang="en-US">
            <a:latin typeface="Arial" panose="020B0604020202020204" pitchFamily="34" charset="0"/>
            <a:cs typeface="Arial" panose="020B0604020202020204" pitchFamily="34" charset="0"/>
          </a:endParaRPr>
        </a:p>
      </dgm:t>
    </dgm:pt>
    <dgm:pt modelId="{128EFB86-482C-430B-A938-BDFD299FAC98}" type="sibTrans" cxnId="{6DA8AF58-43E4-479E-81C5-196D2FA2F157}">
      <dgm:prSet/>
      <dgm:spPr/>
      <dgm:t>
        <a:bodyPr/>
        <a:lstStyle/>
        <a:p>
          <a:endParaRPr lang="en-US">
            <a:latin typeface="Arial" panose="020B0604020202020204" pitchFamily="34" charset="0"/>
            <a:cs typeface="Arial" panose="020B0604020202020204" pitchFamily="34" charset="0"/>
          </a:endParaRPr>
        </a:p>
      </dgm:t>
    </dgm:pt>
    <dgm:pt modelId="{660A9AB8-DD7F-4092-B1D8-AC57B809E033}">
      <dgm:prSet phldrT="[Text]" custT="1"/>
      <dgm:spPr/>
      <dgm:t>
        <a:bodyPr/>
        <a:lstStyle/>
        <a:p>
          <a:endParaRPr lang="en-US" sz="1200" dirty="0">
            <a:latin typeface="Arial" panose="020B0604020202020204" pitchFamily="34" charset="0"/>
            <a:cs typeface="Arial" panose="020B0604020202020204" pitchFamily="34" charset="0"/>
          </a:endParaRPr>
        </a:p>
      </dgm:t>
    </dgm:pt>
    <dgm:pt modelId="{43CA4677-9424-4F6A-B6E3-8125EBA30ADB}" type="parTrans" cxnId="{A91CCDB4-9621-444D-B608-D7A7B17320C4}">
      <dgm:prSet/>
      <dgm:spPr/>
      <dgm:t>
        <a:bodyPr/>
        <a:lstStyle/>
        <a:p>
          <a:endParaRPr lang="en-US"/>
        </a:p>
      </dgm:t>
    </dgm:pt>
    <dgm:pt modelId="{13482C2B-2E4D-4DDD-9231-29B693419E2B}" type="sibTrans" cxnId="{A91CCDB4-9621-444D-B608-D7A7B17320C4}">
      <dgm:prSet/>
      <dgm:spPr/>
      <dgm:t>
        <a:bodyPr/>
        <a:lstStyle/>
        <a:p>
          <a:endParaRPr lang="en-US"/>
        </a:p>
      </dgm:t>
    </dgm:pt>
    <dgm:pt modelId="{268B2EDF-0507-42E7-832B-D7BBDBB57B14}">
      <dgm:prSet phldrT="[Text]" custT="1"/>
      <dgm:spPr/>
      <dgm:t>
        <a:bodyPr/>
        <a:lstStyle/>
        <a:p>
          <a:endParaRPr lang="en-US" sz="1200" dirty="0">
            <a:latin typeface="Arial" panose="020B0604020202020204" pitchFamily="34" charset="0"/>
            <a:cs typeface="Arial" panose="020B0604020202020204" pitchFamily="34" charset="0"/>
          </a:endParaRPr>
        </a:p>
      </dgm:t>
    </dgm:pt>
    <dgm:pt modelId="{E911571D-33CF-46B1-B7A2-3F6538750B9B}" type="parTrans" cxnId="{E321DA00-0A7C-4424-BB5C-08BB18F7549F}">
      <dgm:prSet/>
      <dgm:spPr/>
      <dgm:t>
        <a:bodyPr/>
        <a:lstStyle/>
        <a:p>
          <a:endParaRPr lang="en-US"/>
        </a:p>
      </dgm:t>
    </dgm:pt>
    <dgm:pt modelId="{21CD6E8D-C23F-4A95-A099-3F58A7BB302D}" type="sibTrans" cxnId="{E321DA00-0A7C-4424-BB5C-08BB18F7549F}">
      <dgm:prSet/>
      <dgm:spPr/>
      <dgm:t>
        <a:bodyPr/>
        <a:lstStyle/>
        <a:p>
          <a:endParaRPr lang="en-US"/>
        </a:p>
      </dgm:t>
    </dgm:pt>
    <dgm:pt modelId="{D8713492-2C42-46A0-ACA7-EF8B5DD3FB9D}">
      <dgm:prSet custT="1"/>
      <dgm:spPr/>
      <dgm:t>
        <a:bodyPr/>
        <a:lstStyle/>
        <a:p>
          <a:endParaRPr lang="en-US" sz="1200" dirty="0">
            <a:latin typeface="Arial" panose="020B0604020202020204" pitchFamily="34" charset="0"/>
            <a:cs typeface="Arial" panose="020B0604020202020204" pitchFamily="34" charset="0"/>
          </a:endParaRPr>
        </a:p>
      </dgm:t>
    </dgm:pt>
    <dgm:pt modelId="{6828FD55-1466-472B-B5E7-2B81B478D490}" type="parTrans" cxnId="{A1BCE0C0-1DF8-40BC-B733-F5C4B5B4B80A}">
      <dgm:prSet/>
      <dgm:spPr/>
      <dgm:t>
        <a:bodyPr/>
        <a:lstStyle/>
        <a:p>
          <a:endParaRPr lang="en-US"/>
        </a:p>
      </dgm:t>
    </dgm:pt>
    <dgm:pt modelId="{DEDB5279-A35E-4AC5-86F6-E96629080F46}" type="sibTrans" cxnId="{A1BCE0C0-1DF8-40BC-B733-F5C4B5B4B80A}">
      <dgm:prSet/>
      <dgm:spPr/>
      <dgm:t>
        <a:bodyPr/>
        <a:lstStyle/>
        <a:p>
          <a:endParaRPr lang="en-US"/>
        </a:p>
      </dgm:t>
    </dgm:pt>
    <dgm:pt modelId="{D2DBB104-9461-4756-BFAA-E549264216D5}">
      <dgm:prSet phldrT="[Text]" custT="1"/>
      <dgm:spPr/>
      <dgm:t>
        <a:bodyPr/>
        <a:lstStyle/>
        <a:p>
          <a:endParaRPr lang="en-US" sz="1200" dirty="0">
            <a:latin typeface="Arial" panose="020B0604020202020204" pitchFamily="34" charset="0"/>
            <a:cs typeface="Arial" panose="020B0604020202020204" pitchFamily="34" charset="0"/>
          </a:endParaRPr>
        </a:p>
      </dgm:t>
    </dgm:pt>
    <dgm:pt modelId="{804685A1-94C7-43CC-B18F-41703D083976}" type="parTrans" cxnId="{20ADA44E-FE20-41BF-99C1-442F0B96D1F2}">
      <dgm:prSet/>
      <dgm:spPr/>
      <dgm:t>
        <a:bodyPr/>
        <a:lstStyle/>
        <a:p>
          <a:endParaRPr lang="en-US"/>
        </a:p>
      </dgm:t>
    </dgm:pt>
    <dgm:pt modelId="{25F89F78-6F0B-4261-9691-2AA772C26B4F}" type="sibTrans" cxnId="{20ADA44E-FE20-41BF-99C1-442F0B96D1F2}">
      <dgm:prSet/>
      <dgm:spPr/>
      <dgm:t>
        <a:bodyPr/>
        <a:lstStyle/>
        <a:p>
          <a:endParaRPr lang="en-US"/>
        </a:p>
      </dgm:t>
    </dgm:pt>
    <dgm:pt modelId="{FB4A7686-4039-4CD3-93EF-EA209212AF10}">
      <dgm:prSet phldrT="[Text]" custT="1"/>
      <dgm:spPr/>
      <dgm:t>
        <a:bodyPr/>
        <a:lstStyle/>
        <a:p>
          <a:r>
            <a:rPr lang="en-US" sz="1200" dirty="0">
              <a:latin typeface="Arial" panose="020B0604020202020204" pitchFamily="34" charset="0"/>
              <a:cs typeface="Arial" panose="020B0604020202020204" pitchFamily="34" charset="0"/>
            </a:rPr>
            <a:t>Users can also view signatures by selecting the View Medical Inquiries Signatures button on the Rep Roster page.</a:t>
          </a:r>
        </a:p>
      </dgm:t>
    </dgm:pt>
    <dgm:pt modelId="{FE2D9121-D385-4CC5-8C02-6857A68D5747}" type="parTrans" cxnId="{69DCA0AA-F502-49A7-9742-5AA33E4BA38D}">
      <dgm:prSet/>
      <dgm:spPr/>
      <dgm:t>
        <a:bodyPr/>
        <a:lstStyle/>
        <a:p>
          <a:endParaRPr lang="en-US"/>
        </a:p>
      </dgm:t>
    </dgm:pt>
    <dgm:pt modelId="{7E4B4934-E0B2-4AC5-A6BD-EE32D930F7EB}" type="sibTrans" cxnId="{69DCA0AA-F502-49A7-9742-5AA33E4BA38D}">
      <dgm:prSet/>
      <dgm:spPr/>
      <dgm:t>
        <a:bodyPr/>
        <a:lstStyle/>
        <a:p>
          <a:endParaRPr lang="en-US"/>
        </a:p>
      </dgm:t>
    </dgm:pt>
    <dgm:pt modelId="{64D00AF7-9A8B-40B6-A2FF-5D3E6371AB30}">
      <dgm:prSet phldrT="[Text]" custT="1"/>
      <dgm:spPr/>
      <dgm:t>
        <a:bodyPr/>
        <a:lstStyle/>
        <a:p>
          <a:endParaRPr lang="en-US" sz="1200" dirty="0">
            <a:latin typeface="Arial" panose="020B0604020202020204" pitchFamily="34" charset="0"/>
            <a:cs typeface="Arial" panose="020B0604020202020204" pitchFamily="34" charset="0"/>
          </a:endParaRPr>
        </a:p>
      </dgm:t>
    </dgm:pt>
    <dgm:pt modelId="{D0087022-C990-4B45-8F84-13F941A08CF8}" type="parTrans" cxnId="{35840A55-E2E4-4157-B530-9D84F9B6786C}">
      <dgm:prSet/>
      <dgm:spPr/>
      <dgm:t>
        <a:bodyPr/>
        <a:lstStyle/>
        <a:p>
          <a:endParaRPr lang="en-US"/>
        </a:p>
      </dgm:t>
    </dgm:pt>
    <dgm:pt modelId="{1B12A41C-3F98-4EEA-913B-BC24CDAA329B}" type="sibTrans" cxnId="{35840A55-E2E4-4157-B530-9D84F9B6786C}">
      <dgm:prSet/>
      <dgm:spPr/>
      <dgm:t>
        <a:bodyPr/>
        <a:lstStyle/>
        <a:p>
          <a:endParaRPr lang="en-US"/>
        </a:p>
      </dgm:t>
    </dgm:pt>
    <dgm:pt modelId="{4D447F64-C038-4A01-A180-E1152E6C28A1}" type="pres">
      <dgm:prSet presAssocID="{24DF2913-F046-4716-9792-AC90DC53383E}" presName="linearFlow" presStyleCnt="0">
        <dgm:presLayoutVars>
          <dgm:dir/>
          <dgm:animLvl val="lvl"/>
          <dgm:resizeHandles val="exact"/>
        </dgm:presLayoutVars>
      </dgm:prSet>
      <dgm:spPr/>
    </dgm:pt>
    <dgm:pt modelId="{5EE71071-52F1-4070-8A0A-413551F4754D}" type="pres">
      <dgm:prSet presAssocID="{B84C8FFD-27EF-470D-884F-68B2713C27EB}" presName="composite" presStyleCnt="0"/>
      <dgm:spPr/>
    </dgm:pt>
    <dgm:pt modelId="{D4F6F4EB-196C-4604-95E8-BD2C70C9C4A5}" type="pres">
      <dgm:prSet presAssocID="{B84C8FFD-27EF-470D-884F-68B2713C27EB}" presName="parTx" presStyleLbl="node1" presStyleIdx="0" presStyleCnt="5">
        <dgm:presLayoutVars>
          <dgm:chMax val="0"/>
          <dgm:chPref val="0"/>
          <dgm:bulletEnabled val="1"/>
        </dgm:presLayoutVars>
      </dgm:prSet>
      <dgm:spPr/>
    </dgm:pt>
    <dgm:pt modelId="{C51F1C98-9BCE-46E7-9643-A12C41D92C03}" type="pres">
      <dgm:prSet presAssocID="{B84C8FFD-27EF-470D-884F-68B2713C27EB}" presName="parSh" presStyleLbl="node1" presStyleIdx="0" presStyleCnt="5" custLinFactNeighborX="66987" custLinFactNeighborY="1703"/>
      <dgm:spPr/>
    </dgm:pt>
    <dgm:pt modelId="{DDADA101-B016-4CAC-8257-DC68B2031D24}" type="pres">
      <dgm:prSet presAssocID="{B84C8FFD-27EF-470D-884F-68B2713C27EB}" presName="desTx" presStyleLbl="fgAcc1" presStyleIdx="0" presStyleCnt="5" custScaleX="94277" custScaleY="128653" custLinFactNeighborX="46121" custLinFactNeighborY="12691">
        <dgm:presLayoutVars>
          <dgm:bulletEnabled val="1"/>
        </dgm:presLayoutVars>
      </dgm:prSet>
      <dgm:spPr/>
    </dgm:pt>
    <dgm:pt modelId="{1FD0C527-1051-420F-821D-C063274AFA7D}" type="pres">
      <dgm:prSet presAssocID="{49FC240E-9A2C-4999-AE26-3C5D5D8752DD}" presName="sibTrans" presStyleLbl="sibTrans2D1" presStyleIdx="0" presStyleCnt="4" custScaleX="281059" custLinFactNeighborX="-55452"/>
      <dgm:spPr/>
    </dgm:pt>
    <dgm:pt modelId="{EA0FFD4C-55A7-4E15-B9E0-91A7C486BCAC}" type="pres">
      <dgm:prSet presAssocID="{49FC240E-9A2C-4999-AE26-3C5D5D8752DD}" presName="connTx" presStyleLbl="sibTrans2D1" presStyleIdx="0" presStyleCnt="4"/>
      <dgm:spPr/>
    </dgm:pt>
    <dgm:pt modelId="{510F04D7-6E0E-44C6-952F-F331894AFB6D}" type="pres">
      <dgm:prSet presAssocID="{87E3F9CB-E598-4864-8A06-A80C3A9FB46A}" presName="composite" presStyleCnt="0"/>
      <dgm:spPr/>
    </dgm:pt>
    <dgm:pt modelId="{0BFCAB46-28C3-4465-965A-F1EAE405C844}" type="pres">
      <dgm:prSet presAssocID="{87E3F9CB-E598-4864-8A06-A80C3A9FB46A}" presName="parTx" presStyleLbl="node1" presStyleIdx="0" presStyleCnt="5">
        <dgm:presLayoutVars>
          <dgm:chMax val="0"/>
          <dgm:chPref val="0"/>
          <dgm:bulletEnabled val="1"/>
        </dgm:presLayoutVars>
      </dgm:prSet>
      <dgm:spPr/>
    </dgm:pt>
    <dgm:pt modelId="{CD76E996-BBC0-4569-9D94-8CEF3AFC37F0}" type="pres">
      <dgm:prSet presAssocID="{87E3F9CB-E598-4864-8A06-A80C3A9FB46A}" presName="parSh" presStyleLbl="node1" presStyleIdx="1" presStyleCnt="5" custLinFactNeighborX="23983"/>
      <dgm:spPr/>
    </dgm:pt>
    <dgm:pt modelId="{EA9BC848-49DF-4220-91F7-A7C92F9A34EA}" type="pres">
      <dgm:prSet presAssocID="{87E3F9CB-E598-4864-8A06-A80C3A9FB46A}" presName="desTx" presStyleLbl="fgAcc1" presStyleIdx="1" presStyleCnt="5" custScaleX="80710" custScaleY="128653" custLinFactNeighborX="9291" custLinFactNeighborY="17333">
        <dgm:presLayoutVars>
          <dgm:bulletEnabled val="1"/>
        </dgm:presLayoutVars>
      </dgm:prSet>
      <dgm:spPr/>
    </dgm:pt>
    <dgm:pt modelId="{FF337447-E612-45A0-A0AD-0E9AE7472F27}" type="pres">
      <dgm:prSet presAssocID="{5EBBBE14-CFE5-45B4-B15B-A3477D1CD98D}" presName="sibTrans" presStyleLbl="sibTrans2D1" presStyleIdx="1" presStyleCnt="4" custScaleX="262295" custLinFactNeighborX="-52944"/>
      <dgm:spPr/>
    </dgm:pt>
    <dgm:pt modelId="{F316E585-A89C-4260-9E70-7CA29EBCBAF7}" type="pres">
      <dgm:prSet presAssocID="{5EBBBE14-CFE5-45B4-B15B-A3477D1CD98D}" presName="connTx" presStyleLbl="sibTrans2D1" presStyleIdx="1" presStyleCnt="4"/>
      <dgm:spPr/>
    </dgm:pt>
    <dgm:pt modelId="{5C961D43-F188-4873-BA7F-014768F00993}" type="pres">
      <dgm:prSet presAssocID="{962ED7C0-B866-4575-9E24-F2B6A24D65A2}" presName="composite" presStyleCnt="0"/>
      <dgm:spPr/>
    </dgm:pt>
    <dgm:pt modelId="{70C21525-A7B7-45C4-90EE-5D4EBB0F4A79}" type="pres">
      <dgm:prSet presAssocID="{962ED7C0-B866-4575-9E24-F2B6A24D65A2}" presName="parTx" presStyleLbl="node1" presStyleIdx="1" presStyleCnt="5">
        <dgm:presLayoutVars>
          <dgm:chMax val="0"/>
          <dgm:chPref val="0"/>
          <dgm:bulletEnabled val="1"/>
        </dgm:presLayoutVars>
      </dgm:prSet>
      <dgm:spPr/>
    </dgm:pt>
    <dgm:pt modelId="{57551987-4E56-44CF-9DDC-9C7847D5AEEE}" type="pres">
      <dgm:prSet presAssocID="{962ED7C0-B866-4575-9E24-F2B6A24D65A2}" presName="parSh" presStyleLbl="node1" presStyleIdx="2" presStyleCnt="5" custLinFactNeighborX="-18186"/>
      <dgm:spPr/>
    </dgm:pt>
    <dgm:pt modelId="{2458126F-5E05-4BA1-8858-898CFD7F907F}" type="pres">
      <dgm:prSet presAssocID="{962ED7C0-B866-4575-9E24-F2B6A24D65A2}" presName="desTx" presStyleLbl="fgAcc1" presStyleIdx="2" presStyleCnt="5" custScaleX="80710" custScaleY="128653" custLinFactNeighborX="-32051" custLinFactNeighborY="17333">
        <dgm:presLayoutVars>
          <dgm:bulletEnabled val="1"/>
        </dgm:presLayoutVars>
      </dgm:prSet>
      <dgm:spPr/>
    </dgm:pt>
    <dgm:pt modelId="{E4E0705E-55E1-4F71-9C83-CD2586395FC3}" type="pres">
      <dgm:prSet presAssocID="{F9D77C5A-98D8-43C7-A19C-81D1B99FF48A}" presName="sibTrans" presStyleLbl="sibTrans2D1" presStyleIdx="2" presStyleCnt="4" custScaleX="262000" custLinFactNeighborX="-42250"/>
      <dgm:spPr/>
    </dgm:pt>
    <dgm:pt modelId="{5382044D-6042-49F3-887A-EB5FD55CFA3E}" type="pres">
      <dgm:prSet presAssocID="{F9D77C5A-98D8-43C7-A19C-81D1B99FF48A}" presName="connTx" presStyleLbl="sibTrans2D1" presStyleIdx="2" presStyleCnt="4"/>
      <dgm:spPr/>
    </dgm:pt>
    <dgm:pt modelId="{14F47BA4-7603-447D-9397-194ADFC510EF}" type="pres">
      <dgm:prSet presAssocID="{82003B7D-D073-4C6F-9B22-9B64CBABA64A}" presName="composite" presStyleCnt="0"/>
      <dgm:spPr/>
    </dgm:pt>
    <dgm:pt modelId="{FA932C54-0CF3-499E-A5C9-82B14E1FD5F3}" type="pres">
      <dgm:prSet presAssocID="{82003B7D-D073-4C6F-9B22-9B64CBABA64A}" presName="parTx" presStyleLbl="node1" presStyleIdx="2" presStyleCnt="5">
        <dgm:presLayoutVars>
          <dgm:chMax val="0"/>
          <dgm:chPref val="0"/>
          <dgm:bulletEnabled val="1"/>
        </dgm:presLayoutVars>
      </dgm:prSet>
      <dgm:spPr/>
    </dgm:pt>
    <dgm:pt modelId="{C5CCC285-984C-43CE-B3B8-5B1D3552ECAB}" type="pres">
      <dgm:prSet presAssocID="{82003B7D-D073-4C6F-9B22-9B64CBABA64A}" presName="parSh" presStyleLbl="node1" presStyleIdx="3" presStyleCnt="5" custLinFactNeighborX="-59536"/>
      <dgm:spPr/>
    </dgm:pt>
    <dgm:pt modelId="{767E8E4E-D0AA-4E5C-A5FD-4C8F40218536}" type="pres">
      <dgm:prSet presAssocID="{82003B7D-D073-4C6F-9B22-9B64CBABA64A}" presName="desTx" presStyleLbl="fgAcc1" presStyleIdx="3" presStyleCnt="5" custScaleX="80710" custScaleY="128653" custLinFactNeighborX="-74228" custLinFactNeighborY="17333">
        <dgm:presLayoutVars>
          <dgm:bulletEnabled val="1"/>
        </dgm:presLayoutVars>
      </dgm:prSet>
      <dgm:spPr/>
    </dgm:pt>
    <dgm:pt modelId="{64EBDCE1-1BAE-4336-9B14-65C5C830D487}" type="pres">
      <dgm:prSet presAssocID="{7C0DE272-956C-460A-8B98-D79E415B7CC9}" presName="sibTrans" presStyleLbl="sibTrans2D1" presStyleIdx="3" presStyleCnt="4" custScaleX="251737" custLinFactNeighborX="-27726"/>
      <dgm:spPr/>
    </dgm:pt>
    <dgm:pt modelId="{9F72185F-F373-4B48-915C-06B66C143532}" type="pres">
      <dgm:prSet presAssocID="{7C0DE272-956C-460A-8B98-D79E415B7CC9}" presName="connTx" presStyleLbl="sibTrans2D1" presStyleIdx="3" presStyleCnt="4"/>
      <dgm:spPr/>
    </dgm:pt>
    <dgm:pt modelId="{13E2DE50-3EDD-4FB4-9CA2-768F38CB6C10}" type="pres">
      <dgm:prSet presAssocID="{319C96A6-4919-4885-A1EC-DF9DFB339821}" presName="composite" presStyleCnt="0"/>
      <dgm:spPr/>
    </dgm:pt>
    <dgm:pt modelId="{DA0BC919-1865-4F4F-A8AA-9E379D4B1FBB}" type="pres">
      <dgm:prSet presAssocID="{319C96A6-4919-4885-A1EC-DF9DFB339821}" presName="parTx" presStyleLbl="node1" presStyleIdx="3" presStyleCnt="5">
        <dgm:presLayoutVars>
          <dgm:chMax val="0"/>
          <dgm:chPref val="0"/>
          <dgm:bulletEnabled val="1"/>
        </dgm:presLayoutVars>
      </dgm:prSet>
      <dgm:spPr/>
    </dgm:pt>
    <dgm:pt modelId="{DB5C1A33-CC7C-4EBB-BFAF-E619B7DB7DA4}" type="pres">
      <dgm:prSet presAssocID="{319C96A6-4919-4885-A1EC-DF9DFB339821}" presName="parSh" presStyleLbl="node1" presStyleIdx="4" presStyleCnt="5" custLinFactX="-2540" custLinFactNeighborX="-100000"/>
      <dgm:spPr/>
    </dgm:pt>
    <dgm:pt modelId="{39CE89CF-C5FC-49B3-B79C-D6FF16AD5FEF}" type="pres">
      <dgm:prSet presAssocID="{319C96A6-4919-4885-A1EC-DF9DFB339821}" presName="desTx" presStyleLbl="fgAcc1" presStyleIdx="4" presStyleCnt="5" custScaleX="80710" custScaleY="128653" custLinFactX="-17232" custLinFactNeighborX="-100000" custLinFactNeighborY="17333">
        <dgm:presLayoutVars>
          <dgm:bulletEnabled val="1"/>
        </dgm:presLayoutVars>
      </dgm:prSet>
      <dgm:spPr/>
    </dgm:pt>
  </dgm:ptLst>
  <dgm:cxnLst>
    <dgm:cxn modelId="{E321DA00-0A7C-4424-BB5C-08BB18F7549F}" srcId="{B84C8FFD-27EF-470D-884F-68B2713C27EB}" destId="{268B2EDF-0507-42E7-832B-D7BBDBB57B14}" srcOrd="3" destOrd="0" parTransId="{E911571D-33CF-46B1-B7A2-3F6538750B9B}" sibTransId="{21CD6E8D-C23F-4A95-A099-3F58A7BB302D}"/>
    <dgm:cxn modelId="{AB87E206-878E-4545-ADCD-A2ADE7E6B046}" type="presOf" srcId="{7E862B56-E497-407E-B52A-12A28069CA78}" destId="{DDADA101-B016-4CAC-8257-DC68B2031D24}" srcOrd="0" destOrd="2" presId="urn:microsoft.com/office/officeart/2005/8/layout/process3"/>
    <dgm:cxn modelId="{2EA4B20E-3AE5-4B51-9070-23A8B2F38F8D}" srcId="{B84C8FFD-27EF-470D-884F-68B2713C27EB}" destId="{A5DE30B0-83FF-47AA-98B4-093EB3A5FF47}" srcOrd="4" destOrd="0" parTransId="{EB8C22D4-A51F-446A-8C46-84E0D02219D6}" sibTransId="{650761E5-24AF-49BA-9BCF-8407B6EE8C10}"/>
    <dgm:cxn modelId="{1640A810-4A6F-4751-8467-AE3441D77C81}" type="presOf" srcId="{FB4A7686-4039-4CD3-93EF-EA209212AF10}" destId="{39CE89CF-C5FC-49B3-B79C-D6FF16AD5FEF}" srcOrd="0" destOrd="2" presId="urn:microsoft.com/office/officeart/2005/8/layout/process3"/>
    <dgm:cxn modelId="{92445627-D241-416C-BB34-0E27B12C90DE}" type="presOf" srcId="{9528F8CB-0051-4291-A5A7-27822107FEFE}" destId="{767E8E4E-D0AA-4E5C-A5FD-4C8F40218536}" srcOrd="0" destOrd="0" presId="urn:microsoft.com/office/officeart/2005/8/layout/process3"/>
    <dgm:cxn modelId="{D1B0EF27-5F98-4F2C-B2BD-C9DAF42B121A}" type="presOf" srcId="{7ED318D9-5BBD-4EA7-89AD-33773FDB6DDE}" destId="{39CE89CF-C5FC-49B3-B79C-D6FF16AD5FEF}" srcOrd="0" destOrd="0" presId="urn:microsoft.com/office/officeart/2005/8/layout/process3"/>
    <dgm:cxn modelId="{8F5E0D2B-8D79-4D25-BA53-61C523349886}" type="presOf" srcId="{268B2EDF-0507-42E7-832B-D7BBDBB57B14}" destId="{DDADA101-B016-4CAC-8257-DC68B2031D24}" srcOrd="0" destOrd="3" presId="urn:microsoft.com/office/officeart/2005/8/layout/process3"/>
    <dgm:cxn modelId="{3B608B2C-DA8F-4D5E-8F22-124618C51309}" type="presOf" srcId="{7C0DE272-956C-460A-8B98-D79E415B7CC9}" destId="{9F72185F-F373-4B48-915C-06B66C143532}" srcOrd="1" destOrd="0" presId="urn:microsoft.com/office/officeart/2005/8/layout/process3"/>
    <dgm:cxn modelId="{CE4FFE2E-E2FB-4FA2-92E0-0FA9A56695FF}" type="presOf" srcId="{B84C8FFD-27EF-470D-884F-68B2713C27EB}" destId="{D4F6F4EB-196C-4604-95E8-BD2C70C9C4A5}" srcOrd="0" destOrd="0" presId="urn:microsoft.com/office/officeart/2005/8/layout/process3"/>
    <dgm:cxn modelId="{90342730-1517-45C3-AE0A-58EADDFB9577}" type="presOf" srcId="{49FC240E-9A2C-4999-AE26-3C5D5D8752DD}" destId="{1FD0C527-1051-420F-821D-C063274AFA7D}" srcOrd="0" destOrd="0" presId="urn:microsoft.com/office/officeart/2005/8/layout/process3"/>
    <dgm:cxn modelId="{34973F35-A8A1-484A-9521-FDBD36BD3145}" srcId="{87E3F9CB-E598-4864-8A06-A80C3A9FB46A}" destId="{75661D69-5F6F-4F2C-BBEF-F8205CA09FA1}" srcOrd="2" destOrd="0" parTransId="{2B990802-0A18-48B2-AB07-14B507695496}" sibTransId="{853C4F38-93F9-42E6-ADD3-7BC703F34786}"/>
    <dgm:cxn modelId="{0182E336-3D25-46DF-9A08-A798243FBEF0}" srcId="{24DF2913-F046-4716-9792-AC90DC53383E}" destId="{962ED7C0-B866-4575-9E24-F2B6A24D65A2}" srcOrd="2" destOrd="0" parTransId="{5987A52E-045F-4076-9A5C-D31D2CD21AAB}" sibTransId="{F9D77C5A-98D8-43C7-A19C-81D1B99FF48A}"/>
    <dgm:cxn modelId="{2AE4975B-70DF-4E1C-AF22-4EAC995DB608}" type="presOf" srcId="{7C0DE272-956C-460A-8B98-D79E415B7CC9}" destId="{64EBDCE1-1BAE-4336-9B14-65C5C830D487}" srcOrd="0" destOrd="0" presId="urn:microsoft.com/office/officeart/2005/8/layout/process3"/>
    <dgm:cxn modelId="{4F526F5F-C66D-43D9-8F5B-12314F68C919}" srcId="{24DF2913-F046-4716-9792-AC90DC53383E}" destId="{87E3F9CB-E598-4864-8A06-A80C3A9FB46A}" srcOrd="1" destOrd="0" parTransId="{EC633E7C-3AF6-4008-A7D0-515322B7C419}" sibTransId="{5EBBBE14-CFE5-45B4-B15B-A3477D1CD98D}"/>
    <dgm:cxn modelId="{046E2F64-2090-4B7C-A883-46575659128E}" type="presOf" srcId="{D8713492-2C42-46A0-ACA7-EF8B5DD3FB9D}" destId="{EA9BC848-49DF-4220-91F7-A7C92F9A34EA}" srcOrd="0" destOrd="1" presId="urn:microsoft.com/office/officeart/2005/8/layout/process3"/>
    <dgm:cxn modelId="{44D86044-10B0-4DD7-B6B8-30895A9EC9D6}" type="presOf" srcId="{64D00AF7-9A8B-40B6-A2FF-5D3E6371AB30}" destId="{39CE89CF-C5FC-49B3-B79C-D6FF16AD5FEF}" srcOrd="0" destOrd="1" presId="urn:microsoft.com/office/officeart/2005/8/layout/process3"/>
    <dgm:cxn modelId="{48058A46-FE1B-407B-9403-DCE0D5509D3E}" type="presOf" srcId="{F9D77C5A-98D8-43C7-A19C-81D1B99FF48A}" destId="{5382044D-6042-49F3-887A-EB5FD55CFA3E}" srcOrd="1" destOrd="0" presId="urn:microsoft.com/office/officeart/2005/8/layout/process3"/>
    <dgm:cxn modelId="{48E6EA47-A78D-4754-ABBE-56AAAF7EB5D3}" type="presOf" srcId="{D2DBB104-9461-4756-BFAA-E549264216D5}" destId="{767E8E4E-D0AA-4E5C-A5FD-4C8F40218536}" srcOrd="0" destOrd="1" presId="urn:microsoft.com/office/officeart/2005/8/layout/process3"/>
    <dgm:cxn modelId="{6E7DD06C-D7AB-457B-97F7-8F682263ABD9}" srcId="{24DF2913-F046-4716-9792-AC90DC53383E}" destId="{319C96A6-4919-4885-A1EC-DF9DFB339821}" srcOrd="4" destOrd="0" parTransId="{CE908B1B-BC52-4A03-B167-E78DC801D148}" sibTransId="{BF439D56-E2FE-493D-A8A1-6B9C4DF5DBDD}"/>
    <dgm:cxn modelId="{20ADA44E-FE20-41BF-99C1-442F0B96D1F2}" srcId="{82003B7D-D073-4C6F-9B22-9B64CBABA64A}" destId="{D2DBB104-9461-4756-BFAA-E549264216D5}" srcOrd="1" destOrd="0" parTransId="{804685A1-94C7-43CC-B18F-41703D083976}" sibTransId="{25F89F78-6F0B-4261-9691-2AA772C26B4F}"/>
    <dgm:cxn modelId="{35840A55-E2E4-4157-B530-9D84F9B6786C}" srcId="{319C96A6-4919-4885-A1EC-DF9DFB339821}" destId="{64D00AF7-9A8B-40B6-A2FF-5D3E6371AB30}" srcOrd="1" destOrd="0" parTransId="{D0087022-C990-4B45-8F84-13F941A08CF8}" sibTransId="{1B12A41C-3F98-4EEA-913B-BC24CDAA329B}"/>
    <dgm:cxn modelId="{1624FA77-0337-4F2C-BD49-6DBB9B4A19C1}" type="presOf" srcId="{A5DE30B0-83FF-47AA-98B4-093EB3A5FF47}" destId="{DDADA101-B016-4CAC-8257-DC68B2031D24}" srcOrd="0" destOrd="4" presId="urn:microsoft.com/office/officeart/2005/8/layout/process3"/>
    <dgm:cxn modelId="{6DA8AF58-43E4-479E-81C5-196D2FA2F157}" srcId="{82003B7D-D073-4C6F-9B22-9B64CBABA64A}" destId="{9528F8CB-0051-4291-A5A7-27822107FEFE}" srcOrd="0" destOrd="0" parTransId="{6051BA67-A427-4954-A620-7A6C3CBD7D29}" sibTransId="{128EFB86-482C-430B-A938-BDFD299FAC98}"/>
    <dgm:cxn modelId="{1C025C79-D059-49CB-8842-737E9BF5728D}" srcId="{24DF2913-F046-4716-9792-AC90DC53383E}" destId="{B84C8FFD-27EF-470D-884F-68B2713C27EB}" srcOrd="0" destOrd="0" parTransId="{8359289E-3F46-42D1-AD11-70D4CAEB27B4}" sibTransId="{49FC240E-9A2C-4999-AE26-3C5D5D8752DD}"/>
    <dgm:cxn modelId="{E9BF6A7C-DC68-4F36-9E7E-FB3A56E37B37}" srcId="{B84C8FFD-27EF-470D-884F-68B2713C27EB}" destId="{D3CA40ED-C26E-4FF4-B7A2-18DA8D342348}" srcOrd="0" destOrd="0" parTransId="{A5BAC144-BFB9-449F-BC14-B047C51FC0B7}" sibTransId="{FD87DDE5-358A-44B0-AC73-DBBF77A96990}"/>
    <dgm:cxn modelId="{2298618A-17C9-41F1-9A7E-9D47F32A51EF}" type="presOf" srcId="{5EBBBE14-CFE5-45B4-B15B-A3477D1CD98D}" destId="{F316E585-A89C-4260-9E70-7CA29EBCBAF7}" srcOrd="1" destOrd="0" presId="urn:microsoft.com/office/officeart/2005/8/layout/process3"/>
    <dgm:cxn modelId="{A961F08F-AFDC-45EF-A5A3-51215F3647D6}" type="presOf" srcId="{D3CA40ED-C26E-4FF4-B7A2-18DA8D342348}" destId="{DDADA101-B016-4CAC-8257-DC68B2031D24}" srcOrd="0" destOrd="0" presId="urn:microsoft.com/office/officeart/2005/8/layout/process3"/>
    <dgm:cxn modelId="{6D71FD92-03A7-4496-ABC8-F4CB31A34531}" type="presOf" srcId="{962ED7C0-B866-4575-9E24-F2B6A24D65A2}" destId="{57551987-4E56-44CF-9DDC-9C7847D5AEEE}" srcOrd="1" destOrd="0" presId="urn:microsoft.com/office/officeart/2005/8/layout/process3"/>
    <dgm:cxn modelId="{1604449E-E296-4BA3-89F7-E8B982BB4524}" srcId="{962ED7C0-B866-4575-9E24-F2B6A24D65A2}" destId="{9946AF91-60F8-4106-8954-DEE0F55A7195}" srcOrd="0" destOrd="0" parTransId="{02D50029-2949-4D6D-8AD8-D445D4AF67EE}" sibTransId="{8B7198AB-9287-4354-A698-F5AE48CB0CF8}"/>
    <dgm:cxn modelId="{10F849A0-BF32-4818-A2B5-180D7C0A99B8}" type="presOf" srcId="{24DF2913-F046-4716-9792-AC90DC53383E}" destId="{4D447F64-C038-4A01-A180-E1152E6C28A1}" srcOrd="0" destOrd="0" presId="urn:microsoft.com/office/officeart/2005/8/layout/process3"/>
    <dgm:cxn modelId="{69DCA0AA-F502-49A7-9742-5AA33E4BA38D}" srcId="{319C96A6-4919-4885-A1EC-DF9DFB339821}" destId="{FB4A7686-4039-4CD3-93EF-EA209212AF10}" srcOrd="2" destOrd="0" parTransId="{FE2D9121-D385-4CC5-8C02-6857A68D5747}" sibTransId="{7E4B4934-E0B2-4AC5-A6BD-EE32D930F7EB}"/>
    <dgm:cxn modelId="{95900BAD-EAE1-4DF2-967C-5B487426035B}" type="presOf" srcId="{B84C8FFD-27EF-470D-884F-68B2713C27EB}" destId="{C51F1C98-9BCE-46E7-9643-A12C41D92C03}" srcOrd="1" destOrd="0" presId="urn:microsoft.com/office/officeart/2005/8/layout/process3"/>
    <dgm:cxn modelId="{2D51E6B0-CCAA-46A4-8AD4-4E144C27B9AA}" type="presOf" srcId="{660A9AB8-DD7F-4092-B1D8-AC57B809E033}" destId="{DDADA101-B016-4CAC-8257-DC68B2031D24}" srcOrd="0" destOrd="1" presId="urn:microsoft.com/office/officeart/2005/8/layout/process3"/>
    <dgm:cxn modelId="{C8CFFCB2-DACB-4B05-BD8B-B243D5665482}" type="presOf" srcId="{82003B7D-D073-4C6F-9B22-9B64CBABA64A}" destId="{C5CCC285-984C-43CE-B3B8-5B1D3552ECAB}" srcOrd="1" destOrd="0" presId="urn:microsoft.com/office/officeart/2005/8/layout/process3"/>
    <dgm:cxn modelId="{A91CCDB4-9621-444D-B608-D7A7B17320C4}" srcId="{B84C8FFD-27EF-470D-884F-68B2713C27EB}" destId="{660A9AB8-DD7F-4092-B1D8-AC57B809E033}" srcOrd="1" destOrd="0" parTransId="{43CA4677-9424-4F6A-B6E3-8125EBA30ADB}" sibTransId="{13482C2B-2E4D-4DDD-9231-29B693419E2B}"/>
    <dgm:cxn modelId="{EC5C9BB5-8378-45EB-919B-713D38EB997F}" type="presOf" srcId="{49FC240E-9A2C-4999-AE26-3C5D5D8752DD}" destId="{EA0FFD4C-55A7-4E15-B9E0-91A7C486BCAC}" srcOrd="1" destOrd="0" presId="urn:microsoft.com/office/officeart/2005/8/layout/process3"/>
    <dgm:cxn modelId="{9D2810BB-8583-4B9A-A993-B7AFB3DE7A20}" srcId="{319C96A6-4919-4885-A1EC-DF9DFB339821}" destId="{7ED318D9-5BBD-4EA7-89AD-33773FDB6DDE}" srcOrd="0" destOrd="0" parTransId="{C42DDFC2-AC11-4BE6-92D0-04D20D544A21}" sibTransId="{12006B2D-160D-4BA7-9F96-650D2F330B03}"/>
    <dgm:cxn modelId="{5E1EDFBB-2784-4900-B8FD-400E03BBA6A9}" srcId="{87E3F9CB-E598-4864-8A06-A80C3A9FB46A}" destId="{FD183A67-5957-44F4-8C01-939E6B01E032}" srcOrd="0" destOrd="0" parTransId="{8A6BE701-E982-4207-A35A-2C4CB2CFB5F9}" sibTransId="{90917372-80E8-40B9-B1D3-E44E9B75A423}"/>
    <dgm:cxn modelId="{1EA8E0BB-B4E2-42DD-86BC-E58D4BCB9F6E}" srcId="{B84C8FFD-27EF-470D-884F-68B2713C27EB}" destId="{7E862B56-E497-407E-B52A-12A28069CA78}" srcOrd="2" destOrd="0" parTransId="{C9C9A257-FCCE-45FD-95DF-B8BC98212FE9}" sibTransId="{532B15A8-249C-42F1-B627-AAFF353B4A8A}"/>
    <dgm:cxn modelId="{97B4F1BC-74DD-47A1-997C-BCA1EC44E880}" type="presOf" srcId="{5EBBBE14-CFE5-45B4-B15B-A3477D1CD98D}" destId="{FF337447-E612-45A0-A0AD-0E9AE7472F27}" srcOrd="0" destOrd="0" presId="urn:microsoft.com/office/officeart/2005/8/layout/process3"/>
    <dgm:cxn modelId="{75E2E3BE-D7E2-40D7-ADC4-1CB363D3C79E}" type="presOf" srcId="{87E3F9CB-E598-4864-8A06-A80C3A9FB46A}" destId="{0BFCAB46-28C3-4465-965A-F1EAE405C844}" srcOrd="0" destOrd="0" presId="urn:microsoft.com/office/officeart/2005/8/layout/process3"/>
    <dgm:cxn modelId="{A1BCE0C0-1DF8-40BC-B733-F5C4B5B4B80A}" srcId="{87E3F9CB-E598-4864-8A06-A80C3A9FB46A}" destId="{D8713492-2C42-46A0-ACA7-EF8B5DD3FB9D}" srcOrd="1" destOrd="0" parTransId="{6828FD55-1466-472B-B5E7-2B81B478D490}" sibTransId="{DEDB5279-A35E-4AC5-86F6-E96629080F46}"/>
    <dgm:cxn modelId="{CC67A2C1-60F9-4ECB-B1B3-ABBE13D2D10E}" srcId="{24DF2913-F046-4716-9792-AC90DC53383E}" destId="{82003B7D-D073-4C6F-9B22-9B64CBABA64A}" srcOrd="3" destOrd="0" parTransId="{C61598D3-C0DA-49AE-B23E-72FE376A2ACB}" sibTransId="{7C0DE272-956C-460A-8B98-D79E415B7CC9}"/>
    <dgm:cxn modelId="{B7BA7BC9-0FEC-4909-AA52-64D45A307ED5}" type="presOf" srcId="{75661D69-5F6F-4F2C-BBEF-F8205CA09FA1}" destId="{EA9BC848-49DF-4220-91F7-A7C92F9A34EA}" srcOrd="0" destOrd="2" presId="urn:microsoft.com/office/officeart/2005/8/layout/process3"/>
    <dgm:cxn modelId="{BBA3ADCD-8438-4D63-885D-A532AC621B22}" type="presOf" srcId="{319C96A6-4919-4885-A1EC-DF9DFB339821}" destId="{DA0BC919-1865-4F4F-A8AA-9E379D4B1FBB}" srcOrd="0" destOrd="0" presId="urn:microsoft.com/office/officeart/2005/8/layout/process3"/>
    <dgm:cxn modelId="{9F2BBCD3-D7A5-40D7-A2B7-3857484EB331}" type="presOf" srcId="{962ED7C0-B866-4575-9E24-F2B6A24D65A2}" destId="{70C21525-A7B7-45C4-90EE-5D4EBB0F4A79}" srcOrd="0" destOrd="0" presId="urn:microsoft.com/office/officeart/2005/8/layout/process3"/>
    <dgm:cxn modelId="{60C5E1D4-3218-4079-9AF8-4E9992A3E966}" type="presOf" srcId="{82003B7D-D073-4C6F-9B22-9B64CBABA64A}" destId="{FA932C54-0CF3-499E-A5C9-82B14E1FD5F3}" srcOrd="0" destOrd="0" presId="urn:microsoft.com/office/officeart/2005/8/layout/process3"/>
    <dgm:cxn modelId="{1DD7DFDA-37BA-4AE5-9A08-5AE00B105222}" type="presOf" srcId="{7995E491-2EE0-42C3-AA83-41EC7E8046EF}" destId="{767E8E4E-D0AA-4E5C-A5FD-4C8F40218536}" srcOrd="0" destOrd="2" presId="urn:microsoft.com/office/officeart/2005/8/layout/process3"/>
    <dgm:cxn modelId="{FDCE5FDC-046D-42A9-B26A-FA5291D51B45}" type="presOf" srcId="{319C96A6-4919-4885-A1EC-DF9DFB339821}" destId="{DB5C1A33-CC7C-4EBB-BFAF-E619B7DB7DA4}" srcOrd="1" destOrd="0" presId="urn:microsoft.com/office/officeart/2005/8/layout/process3"/>
    <dgm:cxn modelId="{9AFE5FE3-8C47-4E76-8A82-85B33E025CBD}" type="presOf" srcId="{9946AF91-60F8-4106-8954-DEE0F55A7195}" destId="{2458126F-5E05-4BA1-8858-898CFD7F907F}" srcOrd="0" destOrd="0" presId="urn:microsoft.com/office/officeart/2005/8/layout/process3"/>
    <dgm:cxn modelId="{725941E7-90B4-4829-B15E-1E279BD88462}" type="presOf" srcId="{F9D77C5A-98D8-43C7-A19C-81D1B99FF48A}" destId="{E4E0705E-55E1-4F71-9C83-CD2586395FC3}" srcOrd="0" destOrd="0" presId="urn:microsoft.com/office/officeart/2005/8/layout/process3"/>
    <dgm:cxn modelId="{C70D89F1-7D18-4B5F-B4D2-A7BB41327841}" type="presOf" srcId="{FD183A67-5957-44F4-8C01-939E6B01E032}" destId="{EA9BC848-49DF-4220-91F7-A7C92F9A34EA}" srcOrd="0" destOrd="0" presId="urn:microsoft.com/office/officeart/2005/8/layout/process3"/>
    <dgm:cxn modelId="{660FACF2-67AA-4D65-B46D-5801AD80919D}" srcId="{82003B7D-D073-4C6F-9B22-9B64CBABA64A}" destId="{7995E491-2EE0-42C3-AA83-41EC7E8046EF}" srcOrd="2" destOrd="0" parTransId="{2A67DB00-FF2D-4D70-BC1C-7B3E26D0F1CC}" sibTransId="{A792F383-A8F9-486D-B877-A75DE244BDDB}"/>
    <dgm:cxn modelId="{A40C09FA-9A35-432D-AF0E-50C291B2E2C9}" type="presOf" srcId="{87E3F9CB-E598-4864-8A06-A80C3A9FB46A}" destId="{CD76E996-BBC0-4569-9D94-8CEF3AFC37F0}" srcOrd="1" destOrd="0" presId="urn:microsoft.com/office/officeart/2005/8/layout/process3"/>
    <dgm:cxn modelId="{6A2A3958-0250-4A1E-8B3C-55A69B65FF71}" type="presParOf" srcId="{4D447F64-C038-4A01-A180-E1152E6C28A1}" destId="{5EE71071-52F1-4070-8A0A-413551F4754D}" srcOrd="0" destOrd="0" presId="urn:microsoft.com/office/officeart/2005/8/layout/process3"/>
    <dgm:cxn modelId="{FE2F6D54-B582-4B54-A373-D2CF2BCC360D}" type="presParOf" srcId="{5EE71071-52F1-4070-8A0A-413551F4754D}" destId="{D4F6F4EB-196C-4604-95E8-BD2C70C9C4A5}" srcOrd="0" destOrd="0" presId="urn:microsoft.com/office/officeart/2005/8/layout/process3"/>
    <dgm:cxn modelId="{173188A2-FC73-4B2B-8948-03579575E76B}" type="presParOf" srcId="{5EE71071-52F1-4070-8A0A-413551F4754D}" destId="{C51F1C98-9BCE-46E7-9643-A12C41D92C03}" srcOrd="1" destOrd="0" presId="urn:microsoft.com/office/officeart/2005/8/layout/process3"/>
    <dgm:cxn modelId="{EB986CB5-7519-46B6-BD0A-16CD4BD56F73}" type="presParOf" srcId="{5EE71071-52F1-4070-8A0A-413551F4754D}" destId="{DDADA101-B016-4CAC-8257-DC68B2031D24}" srcOrd="2" destOrd="0" presId="urn:microsoft.com/office/officeart/2005/8/layout/process3"/>
    <dgm:cxn modelId="{8DBDEED3-CF80-46B0-9283-715BDE1F8998}" type="presParOf" srcId="{4D447F64-C038-4A01-A180-E1152E6C28A1}" destId="{1FD0C527-1051-420F-821D-C063274AFA7D}" srcOrd="1" destOrd="0" presId="urn:microsoft.com/office/officeart/2005/8/layout/process3"/>
    <dgm:cxn modelId="{CBE498C9-8EB0-49D3-B04E-8B1DBF53AE66}" type="presParOf" srcId="{1FD0C527-1051-420F-821D-C063274AFA7D}" destId="{EA0FFD4C-55A7-4E15-B9E0-91A7C486BCAC}" srcOrd="0" destOrd="0" presId="urn:microsoft.com/office/officeart/2005/8/layout/process3"/>
    <dgm:cxn modelId="{4F4A9B37-784F-4BDB-9C1C-4D35E8AA5124}" type="presParOf" srcId="{4D447F64-C038-4A01-A180-E1152E6C28A1}" destId="{510F04D7-6E0E-44C6-952F-F331894AFB6D}" srcOrd="2" destOrd="0" presId="urn:microsoft.com/office/officeart/2005/8/layout/process3"/>
    <dgm:cxn modelId="{DB0730F5-7547-4D6B-B943-21D4D94ADE58}" type="presParOf" srcId="{510F04D7-6E0E-44C6-952F-F331894AFB6D}" destId="{0BFCAB46-28C3-4465-965A-F1EAE405C844}" srcOrd="0" destOrd="0" presId="urn:microsoft.com/office/officeart/2005/8/layout/process3"/>
    <dgm:cxn modelId="{FB101727-AAAF-4120-8F91-4D9A87FDF26E}" type="presParOf" srcId="{510F04D7-6E0E-44C6-952F-F331894AFB6D}" destId="{CD76E996-BBC0-4569-9D94-8CEF3AFC37F0}" srcOrd="1" destOrd="0" presId="urn:microsoft.com/office/officeart/2005/8/layout/process3"/>
    <dgm:cxn modelId="{9124B3E8-0CCC-4881-B5EA-838660513C53}" type="presParOf" srcId="{510F04D7-6E0E-44C6-952F-F331894AFB6D}" destId="{EA9BC848-49DF-4220-91F7-A7C92F9A34EA}" srcOrd="2" destOrd="0" presId="urn:microsoft.com/office/officeart/2005/8/layout/process3"/>
    <dgm:cxn modelId="{5392BDA1-1575-48BC-8CDC-CBA68641CD83}" type="presParOf" srcId="{4D447F64-C038-4A01-A180-E1152E6C28A1}" destId="{FF337447-E612-45A0-A0AD-0E9AE7472F27}" srcOrd="3" destOrd="0" presId="urn:microsoft.com/office/officeart/2005/8/layout/process3"/>
    <dgm:cxn modelId="{7AF61595-3A65-41EB-A555-87765074975E}" type="presParOf" srcId="{FF337447-E612-45A0-A0AD-0E9AE7472F27}" destId="{F316E585-A89C-4260-9E70-7CA29EBCBAF7}" srcOrd="0" destOrd="0" presId="urn:microsoft.com/office/officeart/2005/8/layout/process3"/>
    <dgm:cxn modelId="{AAD5B43A-DE2B-4F56-B18A-4B939E88056A}" type="presParOf" srcId="{4D447F64-C038-4A01-A180-E1152E6C28A1}" destId="{5C961D43-F188-4873-BA7F-014768F00993}" srcOrd="4" destOrd="0" presId="urn:microsoft.com/office/officeart/2005/8/layout/process3"/>
    <dgm:cxn modelId="{6E93F69F-6E10-42E7-AF17-3016139E79B2}" type="presParOf" srcId="{5C961D43-F188-4873-BA7F-014768F00993}" destId="{70C21525-A7B7-45C4-90EE-5D4EBB0F4A79}" srcOrd="0" destOrd="0" presId="urn:microsoft.com/office/officeart/2005/8/layout/process3"/>
    <dgm:cxn modelId="{5800BAC0-CE22-48BA-A1C3-9775A5270CED}" type="presParOf" srcId="{5C961D43-F188-4873-BA7F-014768F00993}" destId="{57551987-4E56-44CF-9DDC-9C7847D5AEEE}" srcOrd="1" destOrd="0" presId="urn:microsoft.com/office/officeart/2005/8/layout/process3"/>
    <dgm:cxn modelId="{A4307B82-1FE9-421E-8206-00E853F934F7}" type="presParOf" srcId="{5C961D43-F188-4873-BA7F-014768F00993}" destId="{2458126F-5E05-4BA1-8858-898CFD7F907F}" srcOrd="2" destOrd="0" presId="urn:microsoft.com/office/officeart/2005/8/layout/process3"/>
    <dgm:cxn modelId="{2D2B4242-3172-407A-BC3B-B81D8016EB66}" type="presParOf" srcId="{4D447F64-C038-4A01-A180-E1152E6C28A1}" destId="{E4E0705E-55E1-4F71-9C83-CD2586395FC3}" srcOrd="5" destOrd="0" presId="urn:microsoft.com/office/officeart/2005/8/layout/process3"/>
    <dgm:cxn modelId="{5E4F0B01-EC37-4843-815F-F93AB6918CD7}" type="presParOf" srcId="{E4E0705E-55E1-4F71-9C83-CD2586395FC3}" destId="{5382044D-6042-49F3-887A-EB5FD55CFA3E}" srcOrd="0" destOrd="0" presId="urn:microsoft.com/office/officeart/2005/8/layout/process3"/>
    <dgm:cxn modelId="{E329B8FC-AB2B-4621-85FC-B651FE7B260B}" type="presParOf" srcId="{4D447F64-C038-4A01-A180-E1152E6C28A1}" destId="{14F47BA4-7603-447D-9397-194ADFC510EF}" srcOrd="6" destOrd="0" presId="urn:microsoft.com/office/officeart/2005/8/layout/process3"/>
    <dgm:cxn modelId="{73D44F5C-4A39-46CA-8D08-B1B857CA1B0A}" type="presParOf" srcId="{14F47BA4-7603-447D-9397-194ADFC510EF}" destId="{FA932C54-0CF3-499E-A5C9-82B14E1FD5F3}" srcOrd="0" destOrd="0" presId="urn:microsoft.com/office/officeart/2005/8/layout/process3"/>
    <dgm:cxn modelId="{628AA219-6A20-47F5-A5DD-1F87C5C4F462}" type="presParOf" srcId="{14F47BA4-7603-447D-9397-194ADFC510EF}" destId="{C5CCC285-984C-43CE-B3B8-5B1D3552ECAB}" srcOrd="1" destOrd="0" presId="urn:microsoft.com/office/officeart/2005/8/layout/process3"/>
    <dgm:cxn modelId="{B73CE8AB-1211-4283-846F-3641A1557636}" type="presParOf" srcId="{14F47BA4-7603-447D-9397-194ADFC510EF}" destId="{767E8E4E-D0AA-4E5C-A5FD-4C8F40218536}" srcOrd="2" destOrd="0" presId="urn:microsoft.com/office/officeart/2005/8/layout/process3"/>
    <dgm:cxn modelId="{18E52EBE-947A-40F6-9D92-4A5DD47EA858}" type="presParOf" srcId="{4D447F64-C038-4A01-A180-E1152E6C28A1}" destId="{64EBDCE1-1BAE-4336-9B14-65C5C830D487}" srcOrd="7" destOrd="0" presId="urn:microsoft.com/office/officeart/2005/8/layout/process3"/>
    <dgm:cxn modelId="{5B666366-9CEB-44F7-B963-5B7B822DF68F}" type="presParOf" srcId="{64EBDCE1-1BAE-4336-9B14-65C5C830D487}" destId="{9F72185F-F373-4B48-915C-06B66C143532}" srcOrd="0" destOrd="0" presId="urn:microsoft.com/office/officeart/2005/8/layout/process3"/>
    <dgm:cxn modelId="{99FF0B18-B76D-482B-94E4-7CD97E7BE6C4}" type="presParOf" srcId="{4D447F64-C038-4A01-A180-E1152E6C28A1}" destId="{13E2DE50-3EDD-4FB4-9CA2-768F38CB6C10}" srcOrd="8" destOrd="0" presId="urn:microsoft.com/office/officeart/2005/8/layout/process3"/>
    <dgm:cxn modelId="{37246578-B15F-465D-A3D7-7C2C39EE22D6}" type="presParOf" srcId="{13E2DE50-3EDD-4FB4-9CA2-768F38CB6C10}" destId="{DA0BC919-1865-4F4F-A8AA-9E379D4B1FBB}" srcOrd="0" destOrd="0" presId="urn:microsoft.com/office/officeart/2005/8/layout/process3"/>
    <dgm:cxn modelId="{F01E0E5E-4FBF-46A2-9AAE-148D3FADA8D3}" type="presParOf" srcId="{13E2DE50-3EDD-4FB4-9CA2-768F38CB6C10}" destId="{DB5C1A33-CC7C-4EBB-BFAF-E619B7DB7DA4}" srcOrd="1" destOrd="0" presId="urn:microsoft.com/office/officeart/2005/8/layout/process3"/>
    <dgm:cxn modelId="{C81658E7-3215-484D-82F6-0F37B3AF1BE2}" type="presParOf" srcId="{13E2DE50-3EDD-4FB4-9CA2-768F38CB6C10}" destId="{39CE89CF-C5FC-49B3-B79C-D6FF16AD5FEF}" srcOrd="2" destOrd="0" presId="urn:microsoft.com/office/officeart/2005/8/layout/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b="0" i="0" dirty="0">
              <a:solidFill>
                <a:schemeClr val="bg1"/>
              </a:solidFill>
              <a:latin typeface="Arial" panose="020B0604020202020204" pitchFamily="34" charset="0"/>
              <a:cs typeface="Arial" panose="020B0604020202020204" pitchFamily="34" charset="0"/>
            </a:rPr>
            <a:t>1. </a:t>
          </a:r>
          <a:r>
            <a:rPr lang="en-US" sz="1800" b="0" dirty="0">
              <a:latin typeface="Arial" panose="020B0604020202020204" pitchFamily="34" charset="0"/>
              <a:cs typeface="Arial" panose="020B0604020202020204" pitchFamily="34" charset="0"/>
            </a:rPr>
            <a:t>Arrange the following steps in Medical Inquiry Life Cycle:</a:t>
          </a:r>
        </a:p>
        <a:p>
          <a:r>
            <a:rPr lang="en-US" sz="1800" b="0" dirty="0">
              <a:latin typeface="Arial" panose="020B0604020202020204" pitchFamily="34" charset="0"/>
              <a:cs typeface="Arial" panose="020B0604020202020204" pitchFamily="34" charset="0"/>
            </a:rPr>
            <a:t>I. Capturing a Signature</a:t>
          </a:r>
        </a:p>
        <a:p>
          <a:r>
            <a:rPr lang="en-US" sz="1800" b="0" dirty="0">
              <a:latin typeface="Arial" panose="020B0604020202020204" pitchFamily="34" charset="0"/>
              <a:cs typeface="Arial" panose="020B0604020202020204" pitchFamily="34" charset="0"/>
            </a:rPr>
            <a:t>II. Submitting an Inquiry</a:t>
          </a:r>
        </a:p>
        <a:p>
          <a:r>
            <a:rPr lang="en-US" sz="1800" b="0" dirty="0">
              <a:latin typeface="Arial" panose="020B0604020202020204" pitchFamily="34" charset="0"/>
              <a:cs typeface="Arial" panose="020B0604020202020204" pitchFamily="34" charset="0"/>
            </a:rPr>
            <a:t>III. Creating a Medical Inquiry</a:t>
          </a:r>
        </a:p>
        <a:p>
          <a:r>
            <a:rPr lang="en-US" sz="1800" b="0" dirty="0">
              <a:latin typeface="Arial" panose="020B0604020202020204" pitchFamily="34" charset="0"/>
              <a:cs typeface="Arial" panose="020B0604020202020204" pitchFamily="34" charset="0"/>
            </a:rPr>
            <a:t>IV. Processing Submitted Inquiries</a:t>
          </a:r>
          <a:endParaRPr lang="en-US" sz="1800" dirty="0">
            <a:solidFill>
              <a:schemeClr val="bg1"/>
            </a:solidFill>
            <a:latin typeface="Arial" panose="020B0604020202020204" pitchFamily="34" charset="0"/>
            <a:cs typeface="Arial" panose="020B0604020202020204" pitchFamily="34" charset="0"/>
          </a:endParaRP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US" sz="1800">
              <a:solidFill>
                <a:schemeClr val="tx1"/>
              </a:solidFill>
              <a:latin typeface="Arial" panose="020B0604020202020204" pitchFamily="34" charset="0"/>
              <a:cs typeface="Arial" panose="020B0604020202020204" pitchFamily="34" charset="0"/>
            </a:rPr>
            <a:t>I </a:t>
          </a:r>
          <a:r>
            <a:rPr lang="en-US" sz="1800">
              <a:solidFill>
                <a:schemeClr val="tx1"/>
              </a:solidFill>
              <a:latin typeface="Arial" panose="020B0604020202020204" pitchFamily="34" charset="0"/>
              <a:cs typeface="Arial" panose="020B0604020202020204" pitchFamily="34" charset="0"/>
              <a:sym typeface="Wingdings" panose="05000000000000000000" pitchFamily="2" charset="2"/>
            </a:rPr>
            <a:t> II  III  IV</a:t>
          </a:r>
          <a:endParaRPr lang="en-US" sz="1800" dirty="0">
            <a:latin typeface="Arial" panose="020B0604020202020204" pitchFamily="34" charset="0"/>
            <a:cs typeface="Arial" panose="020B0604020202020204" pitchFamily="34" charset="0"/>
          </a:endParaRP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7587426D-080A-4C54-8A6E-78F29FEC6A2B}">
      <dgm:prSet custT="1"/>
      <dgm:spPr/>
      <dgm:t>
        <a:bodyPr/>
        <a:lstStyle/>
        <a:p>
          <a:r>
            <a:rPr lang="en-US" sz="1800">
              <a:solidFill>
                <a:schemeClr val="tx1"/>
              </a:solidFill>
              <a:latin typeface="Arial" panose="020B0604020202020204" pitchFamily="34" charset="0"/>
              <a:cs typeface="Arial" panose="020B0604020202020204" pitchFamily="34" charset="0"/>
            </a:rPr>
            <a:t>I </a:t>
          </a:r>
          <a:r>
            <a:rPr lang="en-US" sz="1800">
              <a:solidFill>
                <a:schemeClr val="tx1"/>
              </a:solidFill>
              <a:latin typeface="Arial" panose="020B0604020202020204" pitchFamily="34" charset="0"/>
              <a:cs typeface="Arial" panose="020B0604020202020204" pitchFamily="34" charset="0"/>
              <a:sym typeface="Wingdings" panose="05000000000000000000" pitchFamily="2" charset="2"/>
            </a:rPr>
            <a:t> III  II  IV</a:t>
          </a:r>
          <a:endParaRPr lang="en-US" sz="1800" dirty="0">
            <a:solidFill>
              <a:schemeClr val="tx1"/>
            </a:solidFill>
            <a:latin typeface="Arial" panose="020B0604020202020204" pitchFamily="34" charset="0"/>
            <a:cs typeface="Arial" panose="020B0604020202020204" pitchFamily="34" charset="0"/>
          </a:endParaRPr>
        </a:p>
      </dgm:t>
    </dgm:pt>
    <dgm:pt modelId="{5CA3D334-3DD5-4E70-9D5E-A561176B27E2}" type="parTrans" cxnId="{747A5971-68A1-4F30-B6E0-D4B5A18DCFC1}">
      <dgm:prSet/>
      <dgm:spPr/>
      <dgm:t>
        <a:bodyPr/>
        <a:lstStyle/>
        <a:p>
          <a:endParaRPr lang="en-US"/>
        </a:p>
      </dgm:t>
    </dgm:pt>
    <dgm:pt modelId="{CE5591D3-DCC6-4515-BCAE-80C733A016C2}" type="sibTrans" cxnId="{747A5971-68A1-4F30-B6E0-D4B5A18DCFC1}">
      <dgm:prSet/>
      <dgm:spPr/>
      <dgm:t>
        <a:bodyPr/>
        <a:lstStyle/>
        <a:p>
          <a:endParaRPr lang="en-US"/>
        </a:p>
      </dgm:t>
    </dgm:pt>
    <dgm:pt modelId="{ED732CBE-C8CA-4B50-AE44-F49C78C33E7B}">
      <dgm:prSet custT="1"/>
      <dgm:spPr/>
      <dgm:t>
        <a:bodyPr/>
        <a:lstStyle/>
        <a:p>
          <a:r>
            <a:rPr lang="en-US" sz="1800" dirty="0">
              <a:solidFill>
                <a:schemeClr val="tx1"/>
              </a:solidFill>
              <a:latin typeface="Arial" panose="020B0604020202020204" pitchFamily="34" charset="0"/>
              <a:cs typeface="Arial" panose="020B0604020202020204" pitchFamily="34" charset="0"/>
            </a:rPr>
            <a:t>II </a:t>
          </a:r>
          <a:r>
            <a:rPr lang="en-US" sz="1800" dirty="0">
              <a:solidFill>
                <a:schemeClr val="tx1"/>
              </a:solidFill>
              <a:latin typeface="Arial" panose="020B0604020202020204" pitchFamily="34" charset="0"/>
              <a:cs typeface="Arial" panose="020B0604020202020204" pitchFamily="34" charset="0"/>
              <a:sym typeface="Wingdings" panose="05000000000000000000" pitchFamily="2" charset="2"/>
            </a:rPr>
            <a:t> IV  I  III</a:t>
          </a:r>
          <a:endParaRPr lang="en-US" sz="1800" dirty="0">
            <a:solidFill>
              <a:schemeClr val="tx1"/>
            </a:solidFill>
            <a:latin typeface="Arial" panose="020B0604020202020204" pitchFamily="34" charset="0"/>
            <a:cs typeface="Arial" panose="020B0604020202020204" pitchFamily="34" charset="0"/>
          </a:endParaRPr>
        </a:p>
      </dgm:t>
    </dgm:pt>
    <dgm:pt modelId="{37675133-E867-423E-8EA6-9B6ADEDCC965}" type="parTrans" cxnId="{037C8965-84B7-46F4-9731-F54E3D2B918A}">
      <dgm:prSet/>
      <dgm:spPr/>
      <dgm:t>
        <a:bodyPr/>
        <a:lstStyle/>
        <a:p>
          <a:endParaRPr lang="en-US"/>
        </a:p>
      </dgm:t>
    </dgm:pt>
    <dgm:pt modelId="{94AE6162-B03F-4D5C-83D2-11E8D9B0D7E7}" type="sibTrans" cxnId="{037C8965-84B7-46F4-9731-F54E3D2B918A}">
      <dgm:prSet/>
      <dgm:spPr/>
      <dgm:t>
        <a:bodyPr/>
        <a:lstStyle/>
        <a:p>
          <a:endParaRPr lang="en-US"/>
        </a:p>
      </dgm:t>
    </dgm:pt>
    <dgm:pt modelId="{E9CD72E8-F13E-4B6E-BE26-34C5C26377EE}">
      <dgm:prSet custT="1"/>
      <dgm:spPr/>
      <dgm:t>
        <a:bodyPr/>
        <a:lstStyle/>
        <a:p>
          <a:r>
            <a:rPr lang="en-US" sz="1800" dirty="0">
              <a:solidFill>
                <a:schemeClr val="tx1"/>
              </a:solidFill>
              <a:latin typeface="Arial" panose="020B0604020202020204" pitchFamily="34" charset="0"/>
              <a:cs typeface="Arial" panose="020B0604020202020204" pitchFamily="34" charset="0"/>
            </a:rPr>
            <a:t>III </a:t>
          </a:r>
          <a:r>
            <a:rPr lang="en-US" sz="1800" dirty="0">
              <a:solidFill>
                <a:schemeClr val="tx1"/>
              </a:solidFill>
              <a:latin typeface="Arial" panose="020B0604020202020204" pitchFamily="34" charset="0"/>
              <a:cs typeface="Arial" panose="020B0604020202020204" pitchFamily="34" charset="0"/>
              <a:sym typeface="Wingdings" panose="05000000000000000000" pitchFamily="2" charset="2"/>
            </a:rPr>
            <a:t> I  II  IV</a:t>
          </a:r>
          <a:endParaRPr lang="en-US" sz="1800" dirty="0">
            <a:solidFill>
              <a:schemeClr val="tx1"/>
            </a:solidFill>
            <a:latin typeface="Arial" panose="020B0604020202020204" pitchFamily="34" charset="0"/>
            <a:cs typeface="Arial" panose="020B0604020202020204" pitchFamily="34" charset="0"/>
          </a:endParaRPr>
        </a:p>
      </dgm:t>
    </dgm:pt>
    <dgm:pt modelId="{92320723-6CD9-4E6B-AC5E-31103DB31EDD}" type="parTrans" cxnId="{7D9842D5-8645-4891-A36B-0BBCF9687A5E}">
      <dgm:prSet/>
      <dgm:spPr/>
      <dgm:t>
        <a:bodyPr/>
        <a:lstStyle/>
        <a:p>
          <a:endParaRPr lang="en-US"/>
        </a:p>
      </dgm:t>
    </dgm:pt>
    <dgm:pt modelId="{CA4FB37D-FA6C-4DE5-8E2B-6CC70CF5A718}" type="sibTrans" cxnId="{7D9842D5-8645-4891-A36B-0BBCF9687A5E}">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108280" custLinFactNeighborY="-13352">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Y="10893">
        <dgm:presLayoutVars>
          <dgm:bulletEnabled val="1"/>
        </dgm:presLayoutVars>
      </dgm:prSet>
      <dgm:spPr/>
    </dgm:pt>
  </dgm:ptLst>
  <dgm:cxnLst>
    <dgm:cxn modelId="{71561A0C-0551-424E-AB38-CAC827960C4B}" type="presOf" srcId="{ED732CBE-C8CA-4B50-AE44-F49C78C33E7B}" destId="{0EBE7C70-51AD-4402-A9D8-36889ADBC56A}" srcOrd="0" destOrd="2" presId="urn:microsoft.com/office/officeart/2005/8/layout/vList2"/>
    <dgm:cxn modelId="{037C8965-84B7-46F4-9731-F54E3D2B918A}" srcId="{2C8EA471-3542-4573-A8BF-295862507B6E}" destId="{ED732CBE-C8CA-4B50-AE44-F49C78C33E7B}" srcOrd="2" destOrd="0" parTransId="{37675133-E867-423E-8EA6-9B6ADEDCC965}" sibTransId="{94AE6162-B03F-4D5C-83D2-11E8D9B0D7E7}"/>
    <dgm:cxn modelId="{747A5971-68A1-4F30-B6E0-D4B5A18DCFC1}" srcId="{2C8EA471-3542-4573-A8BF-295862507B6E}" destId="{7587426D-080A-4C54-8A6E-78F29FEC6A2B}" srcOrd="1" destOrd="0" parTransId="{5CA3D334-3DD5-4E70-9D5E-A561176B27E2}" sibTransId="{CE5591D3-DCC6-4515-BCAE-80C733A016C2}"/>
    <dgm:cxn modelId="{CCA74459-6512-437F-BDA4-3AFA498FF682}" type="presOf" srcId="{7587426D-080A-4C54-8A6E-78F29FEC6A2B}" destId="{0EBE7C70-51AD-4402-A9D8-36889ADBC56A}" srcOrd="0" destOrd="1" presId="urn:microsoft.com/office/officeart/2005/8/layout/vList2"/>
    <dgm:cxn modelId="{1524638D-6358-4EBC-99B6-14796BAFA37A}" type="presOf" srcId="{2C8EA471-3542-4573-A8BF-295862507B6E}" destId="{B6F44C7D-37FA-4A88-A65B-56F3574B16C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C6D4E1AB-A9D3-40CF-A9F8-D980396230CD}" type="presOf" srcId="{E9CD72E8-F13E-4B6E-BE26-34C5C26377EE}" destId="{0EBE7C70-51AD-4402-A9D8-36889ADBC56A}" srcOrd="0" destOrd="3" presId="urn:microsoft.com/office/officeart/2005/8/layout/vList2"/>
    <dgm:cxn modelId="{30E816B2-03CA-497E-B4B6-B7CDF7FB1F79}" srcId="{2C8EA471-3542-4573-A8BF-295862507B6E}" destId="{D073AE1F-622F-41F3-83F6-04C7A451C39E}" srcOrd="0" destOrd="0" parTransId="{307B74E0-6CC8-4E12-943C-8D699B7CEE93}" sibTransId="{2575A064-0E92-424D-B276-19510188817A}"/>
    <dgm:cxn modelId="{42C701BD-9304-43B0-BEE0-4718A400C443}" type="presOf" srcId="{D073AE1F-622F-41F3-83F6-04C7A451C39E}" destId="{0EBE7C70-51AD-4402-A9D8-36889ADBC56A}" srcOrd="0" destOrd="0" presId="urn:microsoft.com/office/officeart/2005/8/layout/vList2"/>
    <dgm:cxn modelId="{7D9842D5-8645-4891-A36B-0BBCF9687A5E}" srcId="{2C8EA471-3542-4573-A8BF-295862507B6E}" destId="{E9CD72E8-F13E-4B6E-BE26-34C5C26377EE}" srcOrd="3" destOrd="0" parTransId="{92320723-6CD9-4E6B-AC5E-31103DB31EDD}" sibTransId="{CA4FB37D-FA6C-4DE5-8E2B-6CC70CF5A718}"/>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800" dirty="0">
              <a:latin typeface="Arial" panose="020B0604020202020204" pitchFamily="34" charset="0"/>
              <a:cs typeface="Arial" panose="020B0604020202020204" pitchFamily="34" charset="0"/>
            </a:rPr>
            <a:t>Answer: III </a:t>
          </a:r>
          <a:r>
            <a:rPr lang="en-US" sz="1800" dirty="0">
              <a:latin typeface="Arial" panose="020B0604020202020204" pitchFamily="34" charset="0"/>
              <a:cs typeface="Arial" panose="020B0604020202020204" pitchFamily="34" charset="0"/>
              <a:sym typeface="Wingdings" panose="05000000000000000000" pitchFamily="2" charset="2"/>
            </a:rPr>
            <a:t> I  II  IV</a:t>
          </a:r>
          <a:endParaRPr lang="en-US" sz="1800" b="1" dirty="0">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NeighborX="-2404" custLinFactNeighborY="-38958">
        <dgm:presLayoutVars>
          <dgm:chMax val="0"/>
          <dgm:bulletEnabled val="1"/>
        </dgm:presLayoutVars>
      </dgm:prSet>
      <dgm:spPr/>
    </dgm:pt>
  </dgm:ptLst>
  <dgm:cxnLst>
    <dgm:cxn modelId="{8F70983E-6BB0-4242-A3A9-F587D35DBD3F}" type="presOf" srcId="{15BDAB5A-7A6C-4B36-8402-059C7375B2B7}" destId="{ECFE2E18-2A2C-47CF-9012-1B73D49004F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A207B2DE-D32F-463D-A7C7-B63C64DC9236}"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b="0" dirty="0">
              <a:latin typeface="Arial" panose="020B0604020202020204" pitchFamily="34" charset="0"/>
              <a:cs typeface="Arial" panose="020B0604020202020204" pitchFamily="34" charset="0"/>
            </a:rPr>
            <a:t>2. Which VEEVA Setting is used to configure the Disclaimer Text?</a:t>
          </a:r>
          <a:endParaRPr lang="en-US" sz="1800" dirty="0">
            <a:solidFill>
              <a:schemeClr val="bg1"/>
            </a:solidFill>
            <a:latin typeface="Arial" panose="020B0604020202020204" pitchFamily="34" charset="0"/>
            <a:cs typeface="Arial" panose="020B0604020202020204" pitchFamily="34" charset="0"/>
          </a:endParaRP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US" sz="1800">
              <a:solidFill>
                <a:schemeClr val="tx1"/>
              </a:solidFill>
              <a:latin typeface="Arial" panose="020B0604020202020204" pitchFamily="34" charset="0"/>
              <a:cs typeface="Arial" panose="020B0604020202020204" pitchFamily="34" charset="0"/>
            </a:rPr>
            <a:t>DISCLAIMER_TEXT_vod</a:t>
          </a:r>
          <a:endParaRPr lang="en-US" sz="1800" dirty="0">
            <a:latin typeface="Arial" panose="020B0604020202020204" pitchFamily="34" charset="0"/>
            <a:cs typeface="Arial" panose="020B0604020202020204" pitchFamily="34" charset="0"/>
          </a:endParaRP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59C550C0-4407-4ADC-9FB8-2548276354C8}">
      <dgm:prSet custT="1"/>
      <dgm:spPr/>
      <dgm:t>
        <a:bodyPr/>
        <a:lstStyle/>
        <a:p>
          <a:r>
            <a:rPr lang="en-US" sz="1800">
              <a:solidFill>
                <a:schemeClr val="tx1"/>
              </a:solidFill>
              <a:latin typeface="Arial" panose="020B0604020202020204" pitchFamily="34" charset="0"/>
              <a:cs typeface="Arial" panose="020B0604020202020204" pitchFamily="34" charset="0"/>
            </a:rPr>
            <a:t>DISCLAIMER_MI_vod</a:t>
          </a:r>
          <a:endParaRPr lang="en-US" sz="1800" dirty="0">
            <a:solidFill>
              <a:schemeClr val="tx1"/>
            </a:solidFill>
            <a:latin typeface="Arial" panose="020B0604020202020204" pitchFamily="34" charset="0"/>
            <a:cs typeface="Arial" panose="020B0604020202020204" pitchFamily="34" charset="0"/>
          </a:endParaRPr>
        </a:p>
      </dgm:t>
    </dgm:pt>
    <dgm:pt modelId="{2D8C7D76-92D4-4E38-ADC6-7F7FEB244752}" type="parTrans" cxnId="{9AA9CB3C-3F91-472E-AE33-79D59E7352DE}">
      <dgm:prSet/>
      <dgm:spPr/>
      <dgm:t>
        <a:bodyPr/>
        <a:lstStyle/>
        <a:p>
          <a:endParaRPr lang="en-US"/>
        </a:p>
      </dgm:t>
    </dgm:pt>
    <dgm:pt modelId="{03FBF15E-71DD-4C84-9C9E-E2103270A9EE}" type="sibTrans" cxnId="{9AA9CB3C-3F91-472E-AE33-79D59E7352DE}">
      <dgm:prSet/>
      <dgm:spPr/>
      <dgm:t>
        <a:bodyPr/>
        <a:lstStyle/>
        <a:p>
          <a:endParaRPr lang="en-US"/>
        </a:p>
      </dgm:t>
    </dgm:pt>
    <dgm:pt modelId="{E1955600-5E21-4BA6-9CE1-3B6258313738}">
      <dgm:prSet custT="1"/>
      <dgm:spPr/>
      <dgm:t>
        <a:bodyPr/>
        <a:lstStyle/>
        <a:p>
          <a:r>
            <a:rPr lang="en-US" sz="1800">
              <a:solidFill>
                <a:schemeClr val="tx1"/>
              </a:solidFill>
              <a:latin typeface="Arial" panose="020B0604020202020204" pitchFamily="34" charset="0"/>
              <a:cs typeface="Arial" panose="020B0604020202020204" pitchFamily="34" charset="0"/>
            </a:rPr>
            <a:t>Disable_MI_Sign_Button_vod</a:t>
          </a:r>
          <a:endParaRPr lang="en-US" sz="1800" dirty="0">
            <a:solidFill>
              <a:schemeClr val="tx1"/>
            </a:solidFill>
            <a:latin typeface="Arial" panose="020B0604020202020204" pitchFamily="34" charset="0"/>
            <a:cs typeface="Arial" panose="020B0604020202020204" pitchFamily="34" charset="0"/>
          </a:endParaRPr>
        </a:p>
      </dgm:t>
    </dgm:pt>
    <dgm:pt modelId="{6F803D86-1848-4A0E-B627-458F9A019775}" type="parTrans" cxnId="{EBC60B66-4432-4B60-8816-B419D4B62D71}">
      <dgm:prSet/>
      <dgm:spPr/>
      <dgm:t>
        <a:bodyPr/>
        <a:lstStyle/>
        <a:p>
          <a:endParaRPr lang="en-US"/>
        </a:p>
      </dgm:t>
    </dgm:pt>
    <dgm:pt modelId="{F4067FB5-694C-48CC-9B48-08D6F1905BE8}" type="sibTrans" cxnId="{EBC60B66-4432-4B60-8816-B419D4B62D71}">
      <dgm:prSet/>
      <dgm:spPr/>
      <dgm:t>
        <a:bodyPr/>
        <a:lstStyle/>
        <a:p>
          <a:endParaRPr lang="en-US"/>
        </a:p>
      </dgm:t>
    </dgm:pt>
    <dgm:pt modelId="{C7E3B470-1A99-4D05-9BA3-631B27B572B1}">
      <dgm:prSet custT="1"/>
      <dgm:spPr/>
      <dgm:t>
        <a:bodyPr/>
        <a:lstStyle/>
        <a:p>
          <a:r>
            <a:rPr lang="en-US" sz="1800" dirty="0">
              <a:solidFill>
                <a:schemeClr val="tx1"/>
              </a:solidFill>
              <a:latin typeface="Arial" panose="020B0604020202020204" pitchFamily="34" charset="0"/>
              <a:cs typeface="Arial" panose="020B0604020202020204" pitchFamily="34" charset="0"/>
            </a:rPr>
            <a:t>None of the above</a:t>
          </a:r>
        </a:p>
      </dgm:t>
    </dgm:pt>
    <dgm:pt modelId="{0F6A4AE5-B2EF-44E7-8C8B-39228E9D5B49}" type="parTrans" cxnId="{F6331B3E-640B-4477-8FB7-3C65F781BAF5}">
      <dgm:prSet/>
      <dgm:spPr/>
      <dgm:t>
        <a:bodyPr/>
        <a:lstStyle/>
        <a:p>
          <a:endParaRPr lang="en-US"/>
        </a:p>
      </dgm:t>
    </dgm:pt>
    <dgm:pt modelId="{BF285C35-3D97-4086-9BC5-2B1D7ADFACE1}" type="sibTrans" cxnId="{F6331B3E-640B-4477-8FB7-3C65F781BAF5}">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80260" custLinFactNeighborY="-13352">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Y="10893">
        <dgm:presLayoutVars>
          <dgm:bulletEnabled val="1"/>
        </dgm:presLayoutVars>
      </dgm:prSet>
      <dgm:spPr/>
    </dgm:pt>
  </dgm:ptLst>
  <dgm:cxnLst>
    <dgm:cxn modelId="{B8A4AF0F-ABCE-45D8-8867-17257C0EF909}" type="presOf" srcId="{59C550C0-4407-4ADC-9FB8-2548276354C8}" destId="{0EBE7C70-51AD-4402-A9D8-36889ADBC56A}" srcOrd="0" destOrd="1" presId="urn:microsoft.com/office/officeart/2005/8/layout/vList2"/>
    <dgm:cxn modelId="{14DC7B38-4853-4B5B-BCB4-B776AE783A4F}" type="presOf" srcId="{C7E3B470-1A99-4D05-9BA3-631B27B572B1}" destId="{0EBE7C70-51AD-4402-A9D8-36889ADBC56A}" srcOrd="0" destOrd="3" presId="urn:microsoft.com/office/officeart/2005/8/layout/vList2"/>
    <dgm:cxn modelId="{9AA9CB3C-3F91-472E-AE33-79D59E7352DE}" srcId="{2C8EA471-3542-4573-A8BF-295862507B6E}" destId="{59C550C0-4407-4ADC-9FB8-2548276354C8}" srcOrd="1" destOrd="0" parTransId="{2D8C7D76-92D4-4E38-ADC6-7F7FEB244752}" sibTransId="{03FBF15E-71DD-4C84-9C9E-E2103270A9EE}"/>
    <dgm:cxn modelId="{F6331B3E-640B-4477-8FB7-3C65F781BAF5}" srcId="{2C8EA471-3542-4573-A8BF-295862507B6E}" destId="{C7E3B470-1A99-4D05-9BA3-631B27B572B1}" srcOrd="3" destOrd="0" parTransId="{0F6A4AE5-B2EF-44E7-8C8B-39228E9D5B49}" sibTransId="{BF285C35-3D97-4086-9BC5-2B1D7ADFACE1}"/>
    <dgm:cxn modelId="{EBC60B66-4432-4B60-8816-B419D4B62D71}" srcId="{2C8EA471-3542-4573-A8BF-295862507B6E}" destId="{E1955600-5E21-4BA6-9CE1-3B6258313738}" srcOrd="2" destOrd="0" parTransId="{6F803D86-1848-4A0E-B627-458F9A019775}" sibTransId="{F4067FB5-694C-48CC-9B48-08D6F1905BE8}"/>
    <dgm:cxn modelId="{1524638D-6358-4EBC-99B6-14796BAFA37A}" type="presOf" srcId="{2C8EA471-3542-4573-A8BF-295862507B6E}" destId="{B6F44C7D-37FA-4A88-A65B-56F3574B16C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42C701BD-9304-43B0-BEE0-4718A400C443}" type="presOf" srcId="{D073AE1F-622F-41F3-83F6-04C7A451C39E}" destId="{0EBE7C70-51AD-4402-A9D8-36889ADBC56A}" srcOrd="0" destOrd="0" presId="urn:microsoft.com/office/officeart/2005/8/layout/vList2"/>
    <dgm:cxn modelId="{CD6123EA-1132-4B57-9D10-DFB193C71FCF}" type="presOf" srcId="{E1955600-5E21-4BA6-9CE1-3B6258313738}" destId="{0EBE7C70-51AD-4402-A9D8-36889ADBC56A}" srcOrd="0" destOrd="2" presId="urn:microsoft.com/office/officeart/2005/8/layout/vList2"/>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800" dirty="0">
              <a:latin typeface="Arial" panose="020B0604020202020204" pitchFamily="34" charset="0"/>
              <a:cs typeface="Arial" panose="020B0604020202020204" pitchFamily="34" charset="0"/>
            </a:rPr>
            <a:t>Answer: </a:t>
          </a:r>
          <a:r>
            <a:rPr lang="en-US" sz="1800" dirty="0" err="1">
              <a:latin typeface="Arial" panose="020B0604020202020204" pitchFamily="34" charset="0"/>
              <a:cs typeface="Arial" panose="020B0604020202020204" pitchFamily="34" charset="0"/>
            </a:rPr>
            <a:t>DISCLAIMER_MI_vod</a:t>
          </a:r>
          <a:endParaRPr lang="en-US" sz="1800" b="1" dirty="0">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NeighborX="-2404" custLinFactNeighborY="-38958">
        <dgm:presLayoutVars>
          <dgm:chMax val="0"/>
          <dgm:bulletEnabled val="1"/>
        </dgm:presLayoutVars>
      </dgm:prSet>
      <dgm:spPr/>
    </dgm:pt>
  </dgm:ptLst>
  <dgm:cxnLst>
    <dgm:cxn modelId="{8F70983E-6BB0-4242-A3A9-F587D35DBD3F}" type="presOf" srcId="{15BDAB5A-7A6C-4B36-8402-059C7375B2B7}" destId="{ECFE2E18-2A2C-47CF-9012-1B73D49004F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A207B2DE-D32F-463D-A7C7-B63C64DC9236}"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b="0" dirty="0">
              <a:latin typeface="Arial" panose="020B0604020202020204" pitchFamily="34" charset="0"/>
              <a:cs typeface="Arial" panose="020B0604020202020204" pitchFamily="34" charset="0"/>
            </a:rPr>
            <a:t>3. VEEVA CRM allows users to create, edit, and view medical inquiry attachments from the Medical Inquiry screen. </a:t>
          </a:r>
        </a:p>
        <a:p>
          <a:r>
            <a:rPr lang="en-US" sz="1800" b="0" dirty="0">
              <a:latin typeface="Arial" panose="020B0604020202020204" pitchFamily="34" charset="0"/>
              <a:cs typeface="Arial" panose="020B0604020202020204" pitchFamily="34" charset="0"/>
            </a:rPr>
            <a:t>State True or False</a:t>
          </a:r>
          <a:endParaRPr lang="en-US" sz="1800" dirty="0">
            <a:solidFill>
              <a:schemeClr val="bg1"/>
            </a:solidFill>
            <a:latin typeface="Arial" panose="020B0604020202020204" pitchFamily="34" charset="0"/>
            <a:cs typeface="Arial" panose="020B0604020202020204" pitchFamily="34" charset="0"/>
          </a:endParaRP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US" sz="1800" dirty="0">
              <a:solidFill>
                <a:schemeClr val="tx1"/>
              </a:solidFill>
              <a:latin typeface="Arial" panose="020B0604020202020204" pitchFamily="34" charset="0"/>
              <a:cs typeface="Arial" panose="020B0604020202020204" pitchFamily="34" charset="0"/>
            </a:rPr>
            <a:t>True</a:t>
          </a:r>
          <a:endParaRPr lang="en-US" sz="1800" dirty="0">
            <a:latin typeface="Arial" panose="020B0604020202020204" pitchFamily="34" charset="0"/>
            <a:cs typeface="Arial" panose="020B0604020202020204" pitchFamily="34" charset="0"/>
          </a:endParaRP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DCFA5D1D-FD89-4FC3-8528-A2E414B62B54}">
      <dgm:prSet custT="1"/>
      <dgm:spPr/>
      <dgm:t>
        <a:bodyPr/>
        <a:lstStyle/>
        <a:p>
          <a:r>
            <a:rPr lang="en-US" sz="1800" dirty="0">
              <a:solidFill>
                <a:schemeClr val="tx1"/>
              </a:solidFill>
              <a:latin typeface="Arial" panose="020B0604020202020204" pitchFamily="34" charset="0"/>
              <a:cs typeface="Arial" panose="020B0604020202020204" pitchFamily="34" charset="0"/>
            </a:rPr>
            <a:t>False</a:t>
          </a:r>
        </a:p>
      </dgm:t>
    </dgm:pt>
    <dgm:pt modelId="{488F8CCF-821B-45BE-B70F-E3A425D02681}" type="parTrans" cxnId="{A1B12F85-B5CE-47F4-9C62-557637DDB7F3}">
      <dgm:prSet/>
      <dgm:spPr/>
      <dgm:t>
        <a:bodyPr/>
        <a:lstStyle/>
        <a:p>
          <a:endParaRPr lang="en-US"/>
        </a:p>
      </dgm:t>
    </dgm:pt>
    <dgm:pt modelId="{E45D3454-A171-4EB0-B9AD-827210C92FCE}" type="sibTrans" cxnId="{A1B12F85-B5CE-47F4-9C62-557637DDB7F3}">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96274" custLinFactNeighborY="-13352">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Y="10893">
        <dgm:presLayoutVars>
          <dgm:bulletEnabled val="1"/>
        </dgm:presLayoutVars>
      </dgm:prSet>
      <dgm:spPr/>
    </dgm:pt>
  </dgm:ptLst>
  <dgm:cxnLst>
    <dgm:cxn modelId="{F0F5C36B-2A85-4097-B8CE-EFB3DF6A23DE}" type="presOf" srcId="{DCFA5D1D-FD89-4FC3-8528-A2E414B62B54}" destId="{0EBE7C70-51AD-4402-A9D8-36889ADBC56A}" srcOrd="0" destOrd="1" presId="urn:microsoft.com/office/officeart/2005/8/layout/vList2"/>
    <dgm:cxn modelId="{A1B12F85-B5CE-47F4-9C62-557637DDB7F3}" srcId="{2C8EA471-3542-4573-A8BF-295862507B6E}" destId="{DCFA5D1D-FD89-4FC3-8528-A2E414B62B54}" srcOrd="1" destOrd="0" parTransId="{488F8CCF-821B-45BE-B70F-E3A425D02681}" sibTransId="{E45D3454-A171-4EB0-B9AD-827210C92FCE}"/>
    <dgm:cxn modelId="{1524638D-6358-4EBC-99B6-14796BAFA37A}" type="presOf" srcId="{2C8EA471-3542-4573-A8BF-295862507B6E}" destId="{B6F44C7D-37FA-4A88-A65B-56F3574B16C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42C701BD-9304-43B0-BEE0-4718A400C443}" type="presOf" srcId="{D073AE1F-622F-41F3-83F6-04C7A451C39E}" destId="{0EBE7C70-51AD-4402-A9D8-36889ADBC56A}" srcOrd="0" destOrd="0" presId="urn:microsoft.com/office/officeart/2005/8/layout/vList2"/>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800" dirty="0">
              <a:latin typeface="Arial" panose="020B0604020202020204" pitchFamily="34" charset="0"/>
              <a:cs typeface="Arial" panose="020B0604020202020204" pitchFamily="34" charset="0"/>
            </a:rPr>
            <a:t>Answer: True</a:t>
          </a:r>
          <a:endParaRPr lang="en-US" sz="1800" b="1" dirty="0">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NeighborX="-2404" custLinFactNeighborY="-38958">
        <dgm:presLayoutVars>
          <dgm:chMax val="0"/>
          <dgm:bulletEnabled val="1"/>
        </dgm:presLayoutVars>
      </dgm:prSet>
      <dgm:spPr/>
    </dgm:pt>
  </dgm:ptLst>
  <dgm:cxnLst>
    <dgm:cxn modelId="{8F70983E-6BB0-4242-A3A9-F587D35DBD3F}" type="presOf" srcId="{15BDAB5A-7A6C-4B36-8402-059C7375B2B7}" destId="{ECFE2E18-2A2C-47CF-9012-1B73D49004F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A207B2DE-D32F-463D-A7C7-B63C64DC9236}"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b="0" dirty="0">
              <a:latin typeface="Arial" panose="020B0604020202020204" pitchFamily="34" charset="0"/>
              <a:cs typeface="Arial" panose="020B0604020202020204" pitchFamily="34" charset="0"/>
            </a:rPr>
            <a:t>4. Which section signal is used to enable configuring Medical Inquiries for multiple products?</a:t>
          </a:r>
          <a:endParaRPr lang="en-US" sz="1800" dirty="0">
            <a:solidFill>
              <a:schemeClr val="bg1"/>
            </a:solidFill>
            <a:latin typeface="Arial" panose="020B0604020202020204" pitchFamily="34" charset="0"/>
            <a:cs typeface="Arial" panose="020B0604020202020204" pitchFamily="34" charset="0"/>
          </a:endParaRP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US" sz="1800" dirty="0">
              <a:solidFill>
                <a:schemeClr val="tx1"/>
              </a:solidFill>
              <a:latin typeface="Arial" panose="020B0604020202020204" pitchFamily="34" charset="0"/>
              <a:cs typeface="Arial" panose="020B0604020202020204" pitchFamily="34" charset="0"/>
            </a:rPr>
            <a:t>-</a:t>
          </a:r>
          <a:r>
            <a:rPr lang="en-US" sz="1800" dirty="0" err="1">
              <a:solidFill>
                <a:schemeClr val="tx1"/>
              </a:solidFill>
              <a:latin typeface="Arial" panose="020B0604020202020204" pitchFamily="34" charset="0"/>
              <a:cs typeface="Arial" panose="020B0604020202020204" pitchFamily="34" charset="0"/>
            </a:rPr>
            <a:t>mpi</a:t>
          </a:r>
          <a:endParaRPr lang="en-US" sz="1800" dirty="0">
            <a:latin typeface="Arial" panose="020B0604020202020204" pitchFamily="34" charset="0"/>
            <a:cs typeface="Arial" panose="020B0604020202020204" pitchFamily="34" charset="0"/>
          </a:endParaRP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4B81BFBC-1106-407C-9254-5C767A5F0500}">
      <dgm:prSet custT="1"/>
      <dgm:spPr/>
      <dgm:t>
        <a:bodyPr/>
        <a:lstStyle/>
        <a:p>
          <a:r>
            <a:rPr lang="en-US" sz="1800">
              <a:solidFill>
                <a:schemeClr val="tx1"/>
              </a:solidFill>
              <a:latin typeface="Arial" panose="020B0604020202020204" pitchFamily="34" charset="0"/>
              <a:cs typeface="Arial" panose="020B0604020202020204" pitchFamily="34" charset="0"/>
            </a:rPr>
            <a:t>-anp</a:t>
          </a:r>
          <a:endParaRPr lang="en-US" sz="1800" dirty="0">
            <a:solidFill>
              <a:schemeClr val="tx1"/>
            </a:solidFill>
            <a:latin typeface="Arial" panose="020B0604020202020204" pitchFamily="34" charset="0"/>
            <a:cs typeface="Arial" panose="020B0604020202020204" pitchFamily="34" charset="0"/>
          </a:endParaRPr>
        </a:p>
      </dgm:t>
    </dgm:pt>
    <dgm:pt modelId="{F9CE5F87-8DD3-4037-B741-2D06D5C6023C}" type="parTrans" cxnId="{993CE4DD-2F7B-4291-B093-37EF36830FCE}">
      <dgm:prSet/>
      <dgm:spPr/>
      <dgm:t>
        <a:bodyPr/>
        <a:lstStyle/>
        <a:p>
          <a:endParaRPr lang="en-US"/>
        </a:p>
      </dgm:t>
    </dgm:pt>
    <dgm:pt modelId="{37B9639A-51EC-42AC-AD3E-3A1B8D21D14B}" type="sibTrans" cxnId="{993CE4DD-2F7B-4291-B093-37EF36830FCE}">
      <dgm:prSet/>
      <dgm:spPr/>
      <dgm:t>
        <a:bodyPr/>
        <a:lstStyle/>
        <a:p>
          <a:endParaRPr lang="en-US"/>
        </a:p>
      </dgm:t>
    </dgm:pt>
    <dgm:pt modelId="{72B5CA37-F6A0-4013-9C5A-7AE38FB49F73}">
      <dgm:prSet custT="1"/>
      <dgm:spPr/>
      <dgm:t>
        <a:bodyPr/>
        <a:lstStyle/>
        <a:p>
          <a:r>
            <a:rPr lang="en-US" sz="1800">
              <a:solidFill>
                <a:schemeClr val="tx1"/>
              </a:solidFill>
              <a:latin typeface="Arial" panose="020B0604020202020204" pitchFamily="34" charset="0"/>
              <a:cs typeface="Arial" panose="020B0604020202020204" pitchFamily="34" charset="0"/>
            </a:rPr>
            <a:t>-mpr</a:t>
          </a:r>
          <a:endParaRPr lang="en-US" sz="1800" dirty="0">
            <a:solidFill>
              <a:schemeClr val="tx1"/>
            </a:solidFill>
            <a:latin typeface="Arial" panose="020B0604020202020204" pitchFamily="34" charset="0"/>
            <a:cs typeface="Arial" panose="020B0604020202020204" pitchFamily="34" charset="0"/>
          </a:endParaRPr>
        </a:p>
      </dgm:t>
    </dgm:pt>
    <dgm:pt modelId="{19B19306-8802-4F0D-9922-CBABDB5430FD}" type="parTrans" cxnId="{15382282-C11C-49EE-8AE4-8FE4462EEA86}">
      <dgm:prSet/>
      <dgm:spPr/>
      <dgm:t>
        <a:bodyPr/>
        <a:lstStyle/>
        <a:p>
          <a:endParaRPr lang="en-US"/>
        </a:p>
      </dgm:t>
    </dgm:pt>
    <dgm:pt modelId="{B49AD030-F89F-4E27-9B13-B1B789C4BBF9}" type="sibTrans" cxnId="{15382282-C11C-49EE-8AE4-8FE4462EEA86}">
      <dgm:prSet/>
      <dgm:spPr/>
      <dgm:t>
        <a:bodyPr/>
        <a:lstStyle/>
        <a:p>
          <a:endParaRPr lang="en-US"/>
        </a:p>
      </dgm:t>
    </dgm:pt>
    <dgm:pt modelId="{408396D7-C39A-48C3-B9A7-9BE0F2BAFA09}">
      <dgm:prSet custT="1"/>
      <dgm:spPr/>
      <dgm:t>
        <a:bodyPr/>
        <a:lstStyle/>
        <a:p>
          <a:r>
            <a:rPr lang="en-US" sz="1800" dirty="0">
              <a:solidFill>
                <a:schemeClr val="tx1"/>
              </a:solidFill>
              <a:latin typeface="Arial" panose="020B0604020202020204" pitchFamily="34" charset="0"/>
              <a:cs typeface="Arial" panose="020B0604020202020204" pitchFamily="34" charset="0"/>
            </a:rPr>
            <a:t>-</a:t>
          </a:r>
          <a:r>
            <a:rPr lang="en-US" sz="1800" dirty="0" err="1">
              <a:solidFill>
                <a:schemeClr val="tx1"/>
              </a:solidFill>
              <a:latin typeface="Arial" panose="020B0604020202020204" pitchFamily="34" charset="0"/>
              <a:cs typeface="Arial" panose="020B0604020202020204" pitchFamily="34" charset="0"/>
            </a:rPr>
            <a:t>eom</a:t>
          </a:r>
          <a:endParaRPr lang="en-US" sz="1800" dirty="0">
            <a:solidFill>
              <a:schemeClr val="tx1"/>
            </a:solidFill>
            <a:latin typeface="Arial" panose="020B0604020202020204" pitchFamily="34" charset="0"/>
            <a:cs typeface="Arial" panose="020B0604020202020204" pitchFamily="34" charset="0"/>
          </a:endParaRPr>
        </a:p>
      </dgm:t>
    </dgm:pt>
    <dgm:pt modelId="{1096D4C9-C1B6-42C1-AE92-69EC587009D2}" type="parTrans" cxnId="{D008EFE1-B528-4C50-ACF4-8809739D001C}">
      <dgm:prSet/>
      <dgm:spPr/>
      <dgm:t>
        <a:bodyPr/>
        <a:lstStyle/>
        <a:p>
          <a:endParaRPr lang="en-US"/>
        </a:p>
      </dgm:t>
    </dgm:pt>
    <dgm:pt modelId="{6294310C-ED36-4BB4-BEBB-C73C967982AE}" type="sibTrans" cxnId="{D008EFE1-B528-4C50-ACF4-8809739D001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96274" custLinFactNeighborY="-32155">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Y="-20926">
        <dgm:presLayoutVars>
          <dgm:bulletEnabled val="1"/>
        </dgm:presLayoutVars>
      </dgm:prSet>
      <dgm:spPr/>
    </dgm:pt>
  </dgm:ptLst>
  <dgm:cxnLst>
    <dgm:cxn modelId="{9A5ED44E-E103-45F7-8E43-47E72CD56508}" type="presOf" srcId="{4B81BFBC-1106-407C-9254-5C767A5F0500}" destId="{0EBE7C70-51AD-4402-A9D8-36889ADBC56A}" srcOrd="0" destOrd="1" presId="urn:microsoft.com/office/officeart/2005/8/layout/vList2"/>
    <dgm:cxn modelId="{F5CF5074-87FE-40F4-B051-AB45CED012A8}" type="presOf" srcId="{408396D7-C39A-48C3-B9A7-9BE0F2BAFA09}" destId="{0EBE7C70-51AD-4402-A9D8-36889ADBC56A}" srcOrd="0" destOrd="3" presId="urn:microsoft.com/office/officeart/2005/8/layout/vList2"/>
    <dgm:cxn modelId="{15382282-C11C-49EE-8AE4-8FE4462EEA86}" srcId="{2C8EA471-3542-4573-A8BF-295862507B6E}" destId="{72B5CA37-F6A0-4013-9C5A-7AE38FB49F73}" srcOrd="2" destOrd="0" parTransId="{19B19306-8802-4F0D-9922-CBABDB5430FD}" sibTransId="{B49AD030-F89F-4E27-9B13-B1B789C4BBF9}"/>
    <dgm:cxn modelId="{D4F81E89-CDE8-4150-AA93-C63FDF43429B}" type="presOf" srcId="{72B5CA37-F6A0-4013-9C5A-7AE38FB49F73}" destId="{0EBE7C70-51AD-4402-A9D8-36889ADBC56A}" srcOrd="0" destOrd="2" presId="urn:microsoft.com/office/officeart/2005/8/layout/vList2"/>
    <dgm:cxn modelId="{1524638D-6358-4EBC-99B6-14796BAFA37A}" type="presOf" srcId="{2C8EA471-3542-4573-A8BF-295862507B6E}" destId="{B6F44C7D-37FA-4A88-A65B-56F3574B16C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42C701BD-9304-43B0-BEE0-4718A400C443}" type="presOf" srcId="{D073AE1F-622F-41F3-83F6-04C7A451C39E}" destId="{0EBE7C70-51AD-4402-A9D8-36889ADBC56A}" srcOrd="0" destOrd="0" presId="urn:microsoft.com/office/officeart/2005/8/layout/vList2"/>
    <dgm:cxn modelId="{993CE4DD-2F7B-4291-B093-37EF36830FCE}" srcId="{2C8EA471-3542-4573-A8BF-295862507B6E}" destId="{4B81BFBC-1106-407C-9254-5C767A5F0500}" srcOrd="1" destOrd="0" parTransId="{F9CE5F87-8DD3-4037-B741-2D06D5C6023C}" sibTransId="{37B9639A-51EC-42AC-AD3E-3A1B8D21D14B}"/>
    <dgm:cxn modelId="{D008EFE1-B528-4C50-ACF4-8809739D001C}" srcId="{2C8EA471-3542-4573-A8BF-295862507B6E}" destId="{408396D7-C39A-48C3-B9A7-9BE0F2BAFA09}" srcOrd="3" destOrd="0" parTransId="{1096D4C9-C1B6-42C1-AE92-69EC587009D2}" sibTransId="{6294310C-ED36-4BB4-BEBB-C73C967982AE}"/>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800" dirty="0">
              <a:latin typeface="Arial" panose="020B0604020202020204" pitchFamily="34" charset="0"/>
              <a:cs typeface="Arial" panose="020B0604020202020204" pitchFamily="34" charset="0"/>
            </a:rPr>
            <a:t>Answer: -</a:t>
          </a:r>
          <a:r>
            <a:rPr lang="en-US" sz="1800" dirty="0" err="1">
              <a:latin typeface="Arial" panose="020B0604020202020204" pitchFamily="34" charset="0"/>
              <a:cs typeface="Arial" panose="020B0604020202020204" pitchFamily="34" charset="0"/>
            </a:rPr>
            <a:t>mpi</a:t>
          </a:r>
          <a:endParaRPr lang="en-US" sz="1800" b="1" dirty="0">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NeighborX="-2404" custLinFactNeighborY="-38958">
        <dgm:presLayoutVars>
          <dgm:chMax val="0"/>
          <dgm:bulletEnabled val="1"/>
        </dgm:presLayoutVars>
      </dgm:prSet>
      <dgm:spPr/>
    </dgm:pt>
  </dgm:ptLst>
  <dgm:cxnLst>
    <dgm:cxn modelId="{8F70983E-6BB0-4242-A3A9-F587D35DBD3F}" type="presOf" srcId="{15BDAB5A-7A6C-4B36-8402-059C7375B2B7}" destId="{ECFE2E18-2A2C-47CF-9012-1B73D49004F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A207B2DE-D32F-463D-A7C7-B63C64DC9236}"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b="0" dirty="0">
              <a:latin typeface="Arial" panose="020B0604020202020204" pitchFamily="34" charset="0"/>
              <a:cs typeface="Arial" panose="020B0604020202020204" pitchFamily="34" charset="0"/>
            </a:rPr>
            <a:t>5. </a:t>
          </a:r>
          <a:r>
            <a:rPr lang="en-US" sz="1800" b="0" i="0" dirty="0">
              <a:latin typeface="Arial" panose="020B0604020202020204" pitchFamily="34" charset="0"/>
              <a:cs typeface="Arial" panose="020B0604020202020204" pitchFamily="34" charset="0"/>
            </a:rPr>
            <a:t>An HTML template for the PDF can be defined by editing the _____ VEEVA Message in the </a:t>
          </a:r>
          <a:r>
            <a:rPr lang="en-US" sz="1800" b="0" i="0" dirty="0" err="1">
              <a:latin typeface="Arial" panose="020B0604020202020204" pitchFamily="34" charset="0"/>
              <a:cs typeface="Arial" panose="020B0604020202020204" pitchFamily="34" charset="0"/>
            </a:rPr>
            <a:t>Medical_Inquiry</a:t>
          </a:r>
          <a:r>
            <a:rPr lang="en-US" sz="1800" b="0" i="0" dirty="0">
              <a:latin typeface="Arial" panose="020B0604020202020204" pitchFamily="34" charset="0"/>
              <a:cs typeface="Arial" panose="020B0604020202020204" pitchFamily="34" charset="0"/>
            </a:rPr>
            <a:t> category.</a:t>
          </a:r>
          <a:endParaRPr lang="en-US" sz="1800" dirty="0">
            <a:solidFill>
              <a:schemeClr val="bg1"/>
            </a:solidFill>
            <a:latin typeface="Arial" panose="020B0604020202020204" pitchFamily="34" charset="0"/>
            <a:cs typeface="Arial" panose="020B0604020202020204" pitchFamily="34" charset="0"/>
          </a:endParaRP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US" sz="1800" dirty="0">
              <a:solidFill>
                <a:schemeClr val="tx1"/>
              </a:solidFill>
              <a:latin typeface="Arial" panose="020B0604020202020204" pitchFamily="34" charset="0"/>
              <a:cs typeface="Arial" panose="020B0604020202020204" pitchFamily="34" charset="0"/>
            </a:rPr>
            <a:t>INQUIRY_RECORD</a:t>
          </a:r>
          <a:endParaRPr lang="en-US" sz="1800" dirty="0">
            <a:latin typeface="Arial" panose="020B0604020202020204" pitchFamily="34" charset="0"/>
            <a:cs typeface="Arial" panose="020B0604020202020204" pitchFamily="34" charset="0"/>
          </a:endParaRP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D4584213-9D0C-4B31-9659-837457915D0D}">
      <dgm:prSet custT="1"/>
      <dgm:spPr/>
      <dgm:t>
        <a:bodyPr/>
        <a:lstStyle/>
        <a:p>
          <a:r>
            <a:rPr lang="en-US" sz="1800">
              <a:solidFill>
                <a:schemeClr val="tx1"/>
              </a:solidFill>
              <a:latin typeface="Arial" panose="020B0604020202020204" pitchFamily="34" charset="0"/>
              <a:cs typeface="Arial" panose="020B0604020202020204" pitchFamily="34" charset="0"/>
            </a:rPr>
            <a:t>RECEIPT_RECORD </a:t>
          </a:r>
          <a:endParaRPr lang="en-US" sz="1800" dirty="0">
            <a:solidFill>
              <a:schemeClr val="tx1"/>
            </a:solidFill>
            <a:latin typeface="Arial" panose="020B0604020202020204" pitchFamily="34" charset="0"/>
            <a:cs typeface="Arial" panose="020B0604020202020204" pitchFamily="34" charset="0"/>
          </a:endParaRPr>
        </a:p>
      </dgm:t>
    </dgm:pt>
    <dgm:pt modelId="{BC3BB933-277B-4E0B-956E-0D48B4268C3B}" type="parTrans" cxnId="{D8BFA975-01F0-4B63-BBB8-1843E9103F02}">
      <dgm:prSet/>
      <dgm:spPr/>
      <dgm:t>
        <a:bodyPr/>
        <a:lstStyle/>
        <a:p>
          <a:endParaRPr lang="en-US"/>
        </a:p>
      </dgm:t>
    </dgm:pt>
    <dgm:pt modelId="{7D0401D0-6B84-4FEB-8507-7E56A5160D06}" type="sibTrans" cxnId="{D8BFA975-01F0-4B63-BBB8-1843E9103F02}">
      <dgm:prSet/>
      <dgm:spPr/>
      <dgm:t>
        <a:bodyPr/>
        <a:lstStyle/>
        <a:p>
          <a:endParaRPr lang="en-US"/>
        </a:p>
      </dgm:t>
    </dgm:pt>
    <dgm:pt modelId="{DFEF48CD-F3D5-42F0-BAF2-4272F78E2A11}">
      <dgm:prSet custT="1"/>
      <dgm:spPr/>
      <dgm:t>
        <a:bodyPr/>
        <a:lstStyle/>
        <a:p>
          <a:r>
            <a:rPr lang="en-US" sz="1800">
              <a:solidFill>
                <a:schemeClr val="tx1"/>
              </a:solidFill>
              <a:latin typeface="Arial" panose="020B0604020202020204" pitchFamily="34" charset="0"/>
              <a:cs typeface="Arial" panose="020B0604020202020204" pitchFamily="34" charset="0"/>
            </a:rPr>
            <a:t>INQUIRY_TEMPLATE </a:t>
          </a:r>
          <a:endParaRPr lang="en-US" sz="1800" dirty="0">
            <a:solidFill>
              <a:schemeClr val="tx1"/>
            </a:solidFill>
            <a:latin typeface="Arial" panose="020B0604020202020204" pitchFamily="34" charset="0"/>
            <a:cs typeface="Arial" panose="020B0604020202020204" pitchFamily="34" charset="0"/>
          </a:endParaRPr>
        </a:p>
      </dgm:t>
    </dgm:pt>
    <dgm:pt modelId="{5AAB76EF-2F84-4B2E-B6FB-154590033A4A}" type="parTrans" cxnId="{19E39C43-89FB-4510-9800-09B100FAEFB9}">
      <dgm:prSet/>
      <dgm:spPr/>
      <dgm:t>
        <a:bodyPr/>
        <a:lstStyle/>
        <a:p>
          <a:endParaRPr lang="en-US"/>
        </a:p>
      </dgm:t>
    </dgm:pt>
    <dgm:pt modelId="{3E67EE53-DD09-44B0-A5FC-C62E043BD13A}" type="sibTrans" cxnId="{19E39C43-89FB-4510-9800-09B100FAEFB9}">
      <dgm:prSet/>
      <dgm:spPr/>
      <dgm:t>
        <a:bodyPr/>
        <a:lstStyle/>
        <a:p>
          <a:endParaRPr lang="en-US"/>
        </a:p>
      </dgm:t>
    </dgm:pt>
    <dgm:pt modelId="{17D2B79C-1EA6-44E3-A858-7B7A72D2D0F6}">
      <dgm:prSet custT="1"/>
      <dgm:spPr/>
      <dgm:t>
        <a:bodyPr/>
        <a:lstStyle/>
        <a:p>
          <a:r>
            <a:rPr lang="en-US" sz="1800" dirty="0">
              <a:solidFill>
                <a:schemeClr val="tx1"/>
              </a:solidFill>
              <a:latin typeface="Arial" panose="020B0604020202020204" pitchFamily="34" charset="0"/>
              <a:cs typeface="Arial" panose="020B0604020202020204" pitchFamily="34" charset="0"/>
            </a:rPr>
            <a:t>RECEIPT_TEMPLATE </a:t>
          </a:r>
        </a:p>
      </dgm:t>
    </dgm:pt>
    <dgm:pt modelId="{0954E177-50A4-4CCF-ABBD-EA852A0B823F}" type="parTrans" cxnId="{DB537B4D-2468-4556-BCD5-982CEDB16CAD}">
      <dgm:prSet/>
      <dgm:spPr/>
      <dgm:t>
        <a:bodyPr/>
        <a:lstStyle/>
        <a:p>
          <a:endParaRPr lang="en-US"/>
        </a:p>
      </dgm:t>
    </dgm:pt>
    <dgm:pt modelId="{AE5B7F78-3536-4A95-8CFB-B0AF0030842B}" type="sibTrans" cxnId="{DB537B4D-2468-4556-BCD5-982CEDB16CAD}">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96274" custLinFactNeighborY="-32155">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Y="-20926">
        <dgm:presLayoutVars>
          <dgm:bulletEnabled val="1"/>
        </dgm:presLayoutVars>
      </dgm:prSet>
      <dgm:spPr/>
    </dgm:pt>
  </dgm:ptLst>
  <dgm:cxnLst>
    <dgm:cxn modelId="{EC320A5F-8174-480F-8729-E0EFC71181D5}" type="presOf" srcId="{DFEF48CD-F3D5-42F0-BAF2-4272F78E2A11}" destId="{0EBE7C70-51AD-4402-A9D8-36889ADBC56A}" srcOrd="0" destOrd="2" presId="urn:microsoft.com/office/officeart/2005/8/layout/vList2"/>
    <dgm:cxn modelId="{19E39C43-89FB-4510-9800-09B100FAEFB9}" srcId="{2C8EA471-3542-4573-A8BF-295862507B6E}" destId="{DFEF48CD-F3D5-42F0-BAF2-4272F78E2A11}" srcOrd="2" destOrd="0" parTransId="{5AAB76EF-2F84-4B2E-B6FB-154590033A4A}" sibTransId="{3E67EE53-DD09-44B0-A5FC-C62E043BD13A}"/>
    <dgm:cxn modelId="{DB537B4D-2468-4556-BCD5-982CEDB16CAD}" srcId="{2C8EA471-3542-4573-A8BF-295862507B6E}" destId="{17D2B79C-1EA6-44E3-A858-7B7A72D2D0F6}" srcOrd="3" destOrd="0" parTransId="{0954E177-50A4-4CCF-ABBD-EA852A0B823F}" sibTransId="{AE5B7F78-3536-4A95-8CFB-B0AF0030842B}"/>
    <dgm:cxn modelId="{D8BFA975-01F0-4B63-BBB8-1843E9103F02}" srcId="{2C8EA471-3542-4573-A8BF-295862507B6E}" destId="{D4584213-9D0C-4B31-9659-837457915D0D}" srcOrd="1" destOrd="0" parTransId="{BC3BB933-277B-4E0B-956E-0D48B4268C3B}" sibTransId="{7D0401D0-6B84-4FEB-8507-7E56A5160D06}"/>
    <dgm:cxn modelId="{1524638D-6358-4EBC-99B6-14796BAFA37A}" type="presOf" srcId="{2C8EA471-3542-4573-A8BF-295862507B6E}" destId="{B6F44C7D-37FA-4A88-A65B-56F3574B16C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42C701BD-9304-43B0-BEE0-4718A400C443}" type="presOf" srcId="{D073AE1F-622F-41F3-83F6-04C7A451C39E}" destId="{0EBE7C70-51AD-4402-A9D8-36889ADBC56A}" srcOrd="0" destOrd="0" presId="urn:microsoft.com/office/officeart/2005/8/layout/vList2"/>
    <dgm:cxn modelId="{052543E1-F502-4E28-9601-F0317FD59DAB}" type="presOf" srcId="{17D2B79C-1EA6-44E3-A858-7B7A72D2D0F6}" destId="{0EBE7C70-51AD-4402-A9D8-36889ADBC56A}" srcOrd="0" destOrd="3" presId="urn:microsoft.com/office/officeart/2005/8/layout/vList2"/>
    <dgm:cxn modelId="{1A9DC2F0-64FF-4EE8-BA8E-F2F0E5192BAC}" type="presOf" srcId="{D4584213-9D0C-4B31-9659-837457915D0D}" destId="{0EBE7C70-51AD-4402-A9D8-36889ADBC56A}" srcOrd="0" destOrd="1" presId="urn:microsoft.com/office/officeart/2005/8/layout/vList2"/>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800" dirty="0">
              <a:latin typeface="Arial" panose="020B0604020202020204" pitchFamily="34" charset="0"/>
              <a:cs typeface="Arial" panose="020B0604020202020204" pitchFamily="34" charset="0"/>
            </a:rPr>
            <a:t>Answer: RECEIPT_TEMPLATE</a:t>
          </a:r>
          <a:endParaRPr lang="en-US" sz="1800" b="1" dirty="0">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NeighborX="-2404" custLinFactNeighborY="-38958">
        <dgm:presLayoutVars>
          <dgm:chMax val="0"/>
          <dgm:bulletEnabled val="1"/>
        </dgm:presLayoutVars>
      </dgm:prSet>
      <dgm:spPr/>
    </dgm:pt>
  </dgm:ptLst>
  <dgm:cxnLst>
    <dgm:cxn modelId="{8F70983E-6BB0-4242-A3A9-F587D35DBD3F}" type="presOf" srcId="{15BDAB5A-7A6C-4B36-8402-059C7375B2B7}" destId="{ECFE2E18-2A2C-47CF-9012-1B73D49004F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A207B2DE-D32F-463D-A7C7-B63C64DC9236}"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1F1C98-9BCE-46E7-9643-A12C41D92C03}">
      <dsp:nvSpPr>
        <dsp:cNvPr id="0" name=""/>
        <dsp:cNvSpPr/>
      </dsp:nvSpPr>
      <dsp:spPr>
        <a:xfrm>
          <a:off x="1237893" y="482019"/>
          <a:ext cx="1835029" cy="2764800"/>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9568" tIns="99568" rIns="99568" bIns="53340" numCol="1" spcCol="1270" anchor="t" anchorCtr="0">
          <a:noAutofit/>
        </a:bodyPr>
        <a:lstStyle/>
        <a:p>
          <a:pPr marL="0" lvl="0" indent="0" algn="l" defTabSz="622300">
            <a:lnSpc>
              <a:spcPct val="90000"/>
            </a:lnSpc>
            <a:spcBef>
              <a:spcPct val="0"/>
            </a:spcBef>
            <a:spcAft>
              <a:spcPct val="35000"/>
            </a:spcAft>
            <a:buNone/>
          </a:pPr>
          <a:r>
            <a:rPr lang="en-US" sz="1400" kern="1200" dirty="0">
              <a:latin typeface="Arial" panose="020B0604020202020204" pitchFamily="34" charset="0"/>
              <a:cs typeface="Arial" panose="020B0604020202020204" pitchFamily="34" charset="0"/>
            </a:rPr>
            <a:t>Creating a Medical Inquiry</a:t>
          </a:r>
        </a:p>
      </dsp:txBody>
      <dsp:txXfrm>
        <a:off x="1237893" y="482019"/>
        <a:ext cx="1835029" cy="734011"/>
      </dsp:txXfrm>
    </dsp:sp>
    <dsp:sp modelId="{DDADA101-B016-4CAC-8257-DC68B2031D24}">
      <dsp:nvSpPr>
        <dsp:cNvPr id="0" name=""/>
        <dsp:cNvSpPr/>
      </dsp:nvSpPr>
      <dsp:spPr>
        <a:xfrm>
          <a:off x="1283355" y="1075749"/>
          <a:ext cx="1730010" cy="4742664"/>
        </a:xfrm>
        <a:prstGeom prst="roundRect">
          <a:avLst>
            <a:gd name="adj" fmla="val 10000"/>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85344" tIns="85344" rIns="85344" bIns="85344" numCol="1" spcCol="1270" anchor="t" anchorCtr="0">
          <a:noAutofit/>
        </a:bodyPr>
        <a:lstStyle/>
        <a:p>
          <a:pPr marL="114300" lvl="1" indent="-114300" algn="l" defTabSz="533400">
            <a:lnSpc>
              <a:spcPct val="90000"/>
            </a:lnSpc>
            <a:spcBef>
              <a:spcPct val="0"/>
            </a:spcBef>
            <a:spcAft>
              <a:spcPct val="15000"/>
            </a:spcAft>
            <a:buChar char="•"/>
          </a:pPr>
          <a:r>
            <a:rPr lang="en-US" sz="1200" kern="1200" dirty="0">
              <a:latin typeface="Arial" panose="020B0604020202020204" pitchFamily="34" charset="0"/>
              <a:cs typeface="Arial" panose="020B0604020202020204" pitchFamily="34" charset="0"/>
            </a:rPr>
            <a:t>Medical Inquiries can be created from the Medical Inquiry related list on </a:t>
          </a:r>
          <a:r>
            <a:rPr lang="en-US" sz="1200" b="0" i="0" kern="1200" dirty="0">
              <a:latin typeface="Arial" panose="020B0604020202020204" pitchFamily="34" charset="0"/>
              <a:cs typeface="Arial" panose="020B0604020202020204" pitchFamily="34" charset="0"/>
            </a:rPr>
            <a:t>Account Detail page </a:t>
          </a:r>
          <a:r>
            <a:rPr lang="en-US" sz="1200" kern="1200" dirty="0">
              <a:latin typeface="Arial" panose="020B0604020202020204" pitchFamily="34" charset="0"/>
              <a:cs typeface="Arial" panose="020B0604020202020204" pitchFamily="34" charset="0"/>
            </a:rPr>
            <a:t>or directly from a Call Report.</a:t>
          </a:r>
        </a:p>
        <a:p>
          <a:pPr marL="114300" lvl="1" indent="-114300" algn="l" defTabSz="533400">
            <a:lnSpc>
              <a:spcPct val="90000"/>
            </a:lnSpc>
            <a:spcBef>
              <a:spcPct val="0"/>
            </a:spcBef>
            <a:spcAft>
              <a:spcPct val="15000"/>
            </a:spcAft>
            <a:buChar char="•"/>
          </a:pPr>
          <a:endParaRPr lang="en-US" sz="1200" kern="1200" dirty="0">
            <a:latin typeface="Arial" panose="020B0604020202020204" pitchFamily="34" charset="0"/>
            <a:cs typeface="Arial" panose="020B0604020202020204" pitchFamily="34" charset="0"/>
          </a:endParaRPr>
        </a:p>
        <a:p>
          <a:pPr marL="114300" lvl="1" indent="-114300" algn="l" defTabSz="533400">
            <a:lnSpc>
              <a:spcPct val="90000"/>
            </a:lnSpc>
            <a:spcBef>
              <a:spcPct val="0"/>
            </a:spcBef>
            <a:spcAft>
              <a:spcPct val="15000"/>
            </a:spcAft>
            <a:buChar char="•"/>
          </a:pPr>
          <a:r>
            <a:rPr lang="en-US" sz="1200" kern="1200" dirty="0">
              <a:latin typeface="Arial" panose="020B0604020202020204" pitchFamily="34" charset="0"/>
              <a:cs typeface="Arial" panose="020B0604020202020204" pitchFamily="34" charset="0"/>
            </a:rPr>
            <a:t>Call record must be saved and required fields must be filled before the inquiry screen displays.</a:t>
          </a:r>
        </a:p>
        <a:p>
          <a:pPr marL="114300" lvl="1" indent="-114300" algn="l" defTabSz="533400">
            <a:lnSpc>
              <a:spcPct val="90000"/>
            </a:lnSpc>
            <a:spcBef>
              <a:spcPct val="0"/>
            </a:spcBef>
            <a:spcAft>
              <a:spcPct val="15000"/>
            </a:spcAft>
            <a:buChar char="•"/>
          </a:pPr>
          <a:endParaRPr lang="en-US" sz="1200" kern="1200" dirty="0">
            <a:latin typeface="Arial" panose="020B0604020202020204" pitchFamily="34" charset="0"/>
            <a:cs typeface="Arial" panose="020B0604020202020204" pitchFamily="34" charset="0"/>
          </a:endParaRPr>
        </a:p>
        <a:p>
          <a:pPr marL="114300" lvl="1" indent="-114300" algn="l" defTabSz="533400">
            <a:lnSpc>
              <a:spcPct val="90000"/>
            </a:lnSpc>
            <a:spcBef>
              <a:spcPct val="0"/>
            </a:spcBef>
            <a:spcAft>
              <a:spcPct val="15000"/>
            </a:spcAft>
            <a:buChar char="•"/>
          </a:pPr>
          <a:r>
            <a:rPr lang="en-US" sz="1200" kern="1200" dirty="0">
              <a:latin typeface="Arial" panose="020B0604020202020204" pitchFamily="34" charset="0"/>
              <a:cs typeface="Arial" panose="020B0604020202020204" pitchFamily="34" charset="0"/>
            </a:rPr>
            <a:t>Newly inquiry has a lookup to call and if call is deleted, inquiry record remains.</a:t>
          </a:r>
        </a:p>
      </dsp:txBody>
      <dsp:txXfrm>
        <a:off x="1334025" y="1126419"/>
        <a:ext cx="1628670" cy="4641324"/>
      </dsp:txXfrm>
    </dsp:sp>
    <dsp:sp modelId="{1FD0C527-1051-420F-821D-C063274AFA7D}">
      <dsp:nvSpPr>
        <dsp:cNvPr id="0" name=""/>
        <dsp:cNvSpPr/>
      </dsp:nvSpPr>
      <dsp:spPr>
        <a:xfrm rot="21523158">
          <a:off x="2930882" y="596957"/>
          <a:ext cx="403919" cy="456869"/>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latin typeface="Arial" panose="020B0604020202020204" pitchFamily="34" charset="0"/>
            <a:cs typeface="Arial" panose="020B0604020202020204" pitchFamily="34" charset="0"/>
          </a:endParaRPr>
        </a:p>
      </dsp:txBody>
      <dsp:txXfrm>
        <a:off x="2930897" y="689685"/>
        <a:ext cx="282743" cy="274121"/>
      </dsp:txXfrm>
    </dsp:sp>
    <dsp:sp modelId="{CD76E996-BBC0-4569-9D94-8CEF3AFC37F0}">
      <dsp:nvSpPr>
        <dsp:cNvPr id="0" name=""/>
        <dsp:cNvSpPr/>
      </dsp:nvSpPr>
      <dsp:spPr>
        <a:xfrm>
          <a:off x="3344013" y="434935"/>
          <a:ext cx="1835029" cy="2764800"/>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9568" tIns="99568" rIns="99568" bIns="53340" numCol="1" spcCol="1270" anchor="t" anchorCtr="0">
          <a:noAutofit/>
        </a:bodyPr>
        <a:lstStyle/>
        <a:p>
          <a:pPr marL="0" lvl="0" indent="0" algn="l" defTabSz="622300">
            <a:lnSpc>
              <a:spcPct val="90000"/>
            </a:lnSpc>
            <a:spcBef>
              <a:spcPct val="0"/>
            </a:spcBef>
            <a:spcAft>
              <a:spcPct val="35000"/>
            </a:spcAft>
            <a:buNone/>
          </a:pPr>
          <a:r>
            <a:rPr lang="en-US" sz="1400" kern="1200" dirty="0">
              <a:latin typeface="Arial" panose="020B0604020202020204" pitchFamily="34" charset="0"/>
              <a:cs typeface="Arial" panose="020B0604020202020204" pitchFamily="34" charset="0"/>
            </a:rPr>
            <a:t>Capturing a Signature</a:t>
          </a:r>
        </a:p>
      </dsp:txBody>
      <dsp:txXfrm>
        <a:off x="3344013" y="434935"/>
        <a:ext cx="1835029" cy="734011"/>
      </dsp:txXfrm>
    </dsp:sp>
    <dsp:sp modelId="{EA9BC848-49DF-4220-91F7-A7C92F9A34EA}">
      <dsp:nvSpPr>
        <dsp:cNvPr id="0" name=""/>
        <dsp:cNvSpPr/>
      </dsp:nvSpPr>
      <dsp:spPr>
        <a:xfrm>
          <a:off x="3627248" y="1075749"/>
          <a:ext cx="1481052" cy="4742664"/>
        </a:xfrm>
        <a:prstGeom prst="roundRect">
          <a:avLst>
            <a:gd name="adj" fmla="val 10000"/>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85344" tIns="85344" rIns="85344" bIns="85344" numCol="1" spcCol="1270" anchor="t" anchorCtr="0">
          <a:noAutofit/>
        </a:bodyPr>
        <a:lstStyle/>
        <a:p>
          <a:pPr marL="114300" lvl="1" indent="-114300" algn="l" defTabSz="533400">
            <a:lnSpc>
              <a:spcPct val="90000"/>
            </a:lnSpc>
            <a:spcBef>
              <a:spcPct val="0"/>
            </a:spcBef>
            <a:spcAft>
              <a:spcPct val="15000"/>
            </a:spcAft>
            <a:buChar char="•"/>
          </a:pPr>
          <a:r>
            <a:rPr lang="en-US" sz="1200" kern="1200" dirty="0">
              <a:latin typeface="Arial" panose="020B0604020202020204" pitchFamily="34" charset="0"/>
              <a:cs typeface="Arial" panose="020B0604020202020204" pitchFamily="34" charset="0"/>
            </a:rPr>
            <a:t>After recording the inquiry details, users can capture a signature from the HCP.</a:t>
          </a:r>
        </a:p>
        <a:p>
          <a:pPr marL="114300" lvl="1" indent="-114300" algn="l" defTabSz="533400">
            <a:lnSpc>
              <a:spcPct val="90000"/>
            </a:lnSpc>
            <a:spcBef>
              <a:spcPct val="0"/>
            </a:spcBef>
            <a:spcAft>
              <a:spcPct val="15000"/>
            </a:spcAft>
            <a:buChar char="•"/>
          </a:pPr>
          <a:endParaRPr lang="en-US" sz="1200" kern="1200" dirty="0">
            <a:latin typeface="Arial" panose="020B0604020202020204" pitchFamily="34" charset="0"/>
            <a:cs typeface="Arial" panose="020B0604020202020204" pitchFamily="34" charset="0"/>
          </a:endParaRPr>
        </a:p>
        <a:p>
          <a:pPr marL="114300" lvl="1" indent="-114300" algn="l" defTabSz="533400">
            <a:lnSpc>
              <a:spcPct val="90000"/>
            </a:lnSpc>
            <a:spcBef>
              <a:spcPct val="0"/>
            </a:spcBef>
            <a:spcAft>
              <a:spcPct val="15000"/>
            </a:spcAft>
            <a:buChar char="•"/>
          </a:pPr>
          <a:r>
            <a:rPr lang="en-US" sz="1200" kern="1200" dirty="0">
              <a:latin typeface="Arial" panose="020B0604020202020204" pitchFamily="34" charset="0"/>
              <a:cs typeface="Arial" panose="020B0604020202020204" pitchFamily="34" charset="0"/>
            </a:rPr>
            <a:t>All offline platforms support Signatures and can be used by selecting Sign button.</a:t>
          </a:r>
        </a:p>
      </dsp:txBody>
      <dsp:txXfrm>
        <a:off x="3670627" y="1119128"/>
        <a:ext cx="1394294" cy="4655906"/>
      </dsp:txXfrm>
    </dsp:sp>
    <dsp:sp modelId="{FF337447-E612-45A0-A0AD-0E9AE7472F27}">
      <dsp:nvSpPr>
        <dsp:cNvPr id="0" name=""/>
        <dsp:cNvSpPr/>
      </dsp:nvSpPr>
      <dsp:spPr>
        <a:xfrm>
          <a:off x="5104442" y="573506"/>
          <a:ext cx="225113" cy="456869"/>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latin typeface="Arial" panose="020B0604020202020204" pitchFamily="34" charset="0"/>
            <a:cs typeface="Arial" panose="020B0604020202020204" pitchFamily="34" charset="0"/>
          </a:endParaRPr>
        </a:p>
      </dsp:txBody>
      <dsp:txXfrm>
        <a:off x="5104442" y="664880"/>
        <a:ext cx="157579" cy="274121"/>
      </dsp:txXfrm>
    </dsp:sp>
    <dsp:sp modelId="{57551987-4E56-44CF-9DDC-9C7847D5AEEE}">
      <dsp:nvSpPr>
        <dsp:cNvPr id="0" name=""/>
        <dsp:cNvSpPr/>
      </dsp:nvSpPr>
      <dsp:spPr>
        <a:xfrm>
          <a:off x="5340975" y="434935"/>
          <a:ext cx="1835029" cy="2764800"/>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9568" tIns="99568" rIns="99568" bIns="53340" numCol="1" spcCol="1270" anchor="t" anchorCtr="0">
          <a:noAutofit/>
        </a:bodyPr>
        <a:lstStyle/>
        <a:p>
          <a:pPr marL="0" lvl="0" indent="0" algn="l" defTabSz="622300">
            <a:lnSpc>
              <a:spcPct val="90000"/>
            </a:lnSpc>
            <a:spcBef>
              <a:spcPct val="0"/>
            </a:spcBef>
            <a:spcAft>
              <a:spcPct val="35000"/>
            </a:spcAft>
            <a:buNone/>
          </a:pPr>
          <a:r>
            <a:rPr lang="en-US" sz="1400" kern="1200" dirty="0">
              <a:latin typeface="Arial" panose="020B0604020202020204" pitchFamily="34" charset="0"/>
              <a:cs typeface="Arial" panose="020B0604020202020204" pitchFamily="34" charset="0"/>
            </a:rPr>
            <a:t>Submitting an Inquiry</a:t>
          </a:r>
        </a:p>
      </dsp:txBody>
      <dsp:txXfrm>
        <a:off x="5340975" y="434935"/>
        <a:ext cx="1835029" cy="734011"/>
      </dsp:txXfrm>
    </dsp:sp>
    <dsp:sp modelId="{2458126F-5E05-4BA1-8858-898CFD7F907F}">
      <dsp:nvSpPr>
        <dsp:cNvPr id="0" name=""/>
        <dsp:cNvSpPr/>
      </dsp:nvSpPr>
      <dsp:spPr>
        <a:xfrm>
          <a:off x="5639387" y="1075749"/>
          <a:ext cx="1481052" cy="4742664"/>
        </a:xfrm>
        <a:prstGeom prst="roundRect">
          <a:avLst>
            <a:gd name="adj" fmla="val 10000"/>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85344" tIns="85344" rIns="85344" bIns="85344" numCol="1" spcCol="1270" anchor="t" anchorCtr="0">
          <a:noAutofit/>
        </a:bodyPr>
        <a:lstStyle/>
        <a:p>
          <a:pPr marL="114300" lvl="1" indent="-114300" algn="l" defTabSz="533400">
            <a:lnSpc>
              <a:spcPct val="90000"/>
            </a:lnSpc>
            <a:spcBef>
              <a:spcPct val="0"/>
            </a:spcBef>
            <a:spcAft>
              <a:spcPct val="15000"/>
            </a:spcAft>
            <a:buChar char="•"/>
          </a:pPr>
          <a:r>
            <a:rPr lang="en-US" sz="1200" kern="1200" dirty="0">
              <a:latin typeface="Arial" panose="020B0604020202020204" pitchFamily="34" charset="0"/>
              <a:cs typeface="Arial" panose="020B0604020202020204" pitchFamily="34" charset="0"/>
            </a:rPr>
            <a:t>When the user selects Submit, the </a:t>
          </a:r>
          <a:r>
            <a:rPr lang="en-US" sz="1200" kern="1200" dirty="0" err="1">
              <a:latin typeface="Arial" panose="020B0604020202020204" pitchFamily="34" charset="0"/>
              <a:cs typeface="Arial" panose="020B0604020202020204" pitchFamily="34" charset="0"/>
            </a:rPr>
            <a:t>Status_vod</a:t>
          </a:r>
          <a:r>
            <a:rPr lang="en-US" sz="1200" kern="1200" dirty="0">
              <a:latin typeface="Arial" panose="020B0604020202020204" pitchFamily="34" charset="0"/>
              <a:cs typeface="Arial" panose="020B0604020202020204" pitchFamily="34" charset="0"/>
            </a:rPr>
            <a:t> value changes to </a:t>
          </a:r>
          <a:r>
            <a:rPr lang="en-US" sz="1200" kern="1200" dirty="0" err="1">
              <a:latin typeface="Arial" panose="020B0604020202020204" pitchFamily="34" charset="0"/>
              <a:cs typeface="Arial" panose="020B0604020202020204" pitchFamily="34" charset="0"/>
            </a:rPr>
            <a:t>Submitted_vod</a:t>
          </a:r>
          <a:r>
            <a:rPr lang="en-US" sz="1200" kern="1200" dirty="0">
              <a:latin typeface="Arial" panose="020B0604020202020204" pitchFamily="34" charset="0"/>
              <a:cs typeface="Arial" panose="020B0604020202020204" pitchFamily="34" charset="0"/>
            </a:rPr>
            <a:t>, and the </a:t>
          </a:r>
          <a:r>
            <a:rPr lang="en-US" sz="1200" kern="1200" dirty="0" err="1">
              <a:latin typeface="Arial" panose="020B0604020202020204" pitchFamily="34" charset="0"/>
              <a:cs typeface="Arial" panose="020B0604020202020204" pitchFamily="34" charset="0"/>
            </a:rPr>
            <a:t>Lock_vod</a:t>
          </a:r>
          <a:r>
            <a:rPr lang="en-US" sz="1200" kern="1200" dirty="0">
              <a:latin typeface="Arial" panose="020B0604020202020204" pitchFamily="34" charset="0"/>
              <a:cs typeface="Arial" panose="020B0604020202020204" pitchFamily="34" charset="0"/>
            </a:rPr>
            <a:t> check box is selected and the end user can’t edit any data.</a:t>
          </a:r>
        </a:p>
      </dsp:txBody>
      <dsp:txXfrm>
        <a:off x="5682766" y="1119128"/>
        <a:ext cx="1394294" cy="4655906"/>
      </dsp:txXfrm>
    </dsp:sp>
    <dsp:sp modelId="{E4E0705E-55E1-4F71-9C83-CD2586395FC3}">
      <dsp:nvSpPr>
        <dsp:cNvPr id="0" name=""/>
        <dsp:cNvSpPr/>
      </dsp:nvSpPr>
      <dsp:spPr>
        <a:xfrm>
          <a:off x="7104649" y="573506"/>
          <a:ext cx="245729" cy="456869"/>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latin typeface="Arial" panose="020B0604020202020204" pitchFamily="34" charset="0"/>
            <a:cs typeface="Arial" panose="020B0604020202020204" pitchFamily="34" charset="0"/>
          </a:endParaRPr>
        </a:p>
      </dsp:txBody>
      <dsp:txXfrm>
        <a:off x="7104649" y="664880"/>
        <a:ext cx="172010" cy="274121"/>
      </dsp:txXfrm>
    </dsp:sp>
    <dsp:sp modelId="{C5CCC285-984C-43CE-B3B8-5B1D3552ECAB}">
      <dsp:nvSpPr>
        <dsp:cNvPr id="0" name=""/>
        <dsp:cNvSpPr/>
      </dsp:nvSpPr>
      <dsp:spPr>
        <a:xfrm>
          <a:off x="7352967" y="434935"/>
          <a:ext cx="1835029" cy="2764800"/>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9568" tIns="99568" rIns="99568" bIns="53340" numCol="1" spcCol="1270" anchor="t" anchorCtr="0">
          <a:noAutofit/>
        </a:bodyPr>
        <a:lstStyle/>
        <a:p>
          <a:pPr marL="0" lvl="0" indent="0" algn="l" defTabSz="622300">
            <a:lnSpc>
              <a:spcPct val="90000"/>
            </a:lnSpc>
            <a:spcBef>
              <a:spcPct val="0"/>
            </a:spcBef>
            <a:spcAft>
              <a:spcPct val="35000"/>
            </a:spcAft>
            <a:buNone/>
          </a:pPr>
          <a:r>
            <a:rPr lang="en-US" sz="1400" kern="1200" dirty="0">
              <a:latin typeface="Arial" panose="020B0604020202020204" pitchFamily="34" charset="0"/>
              <a:cs typeface="Arial" panose="020B0604020202020204" pitchFamily="34" charset="0"/>
            </a:rPr>
            <a:t>Processing Submitted Inquiries</a:t>
          </a:r>
        </a:p>
      </dsp:txBody>
      <dsp:txXfrm>
        <a:off x="7352967" y="434935"/>
        <a:ext cx="1835029" cy="734011"/>
      </dsp:txXfrm>
    </dsp:sp>
    <dsp:sp modelId="{767E8E4E-D0AA-4E5C-A5FD-4C8F40218536}">
      <dsp:nvSpPr>
        <dsp:cNvPr id="0" name=""/>
        <dsp:cNvSpPr/>
      </dsp:nvSpPr>
      <dsp:spPr>
        <a:xfrm>
          <a:off x="7636203" y="1075749"/>
          <a:ext cx="1481052" cy="4742664"/>
        </a:xfrm>
        <a:prstGeom prst="roundRect">
          <a:avLst>
            <a:gd name="adj" fmla="val 10000"/>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85344" tIns="85344" rIns="85344" bIns="85344" numCol="1" spcCol="1270" anchor="t" anchorCtr="0">
          <a:noAutofit/>
        </a:bodyPr>
        <a:lstStyle/>
        <a:p>
          <a:pPr marL="114300" lvl="1" indent="-114300" algn="l" defTabSz="533400">
            <a:lnSpc>
              <a:spcPct val="90000"/>
            </a:lnSpc>
            <a:spcBef>
              <a:spcPct val="0"/>
            </a:spcBef>
            <a:spcAft>
              <a:spcPct val="15000"/>
            </a:spcAft>
            <a:buChar char="•"/>
          </a:pPr>
          <a:r>
            <a:rPr lang="en-US" sz="1200" b="0" i="0" kern="1200" dirty="0">
              <a:latin typeface="Arial" panose="020B0604020202020204" pitchFamily="34" charset="0"/>
              <a:cs typeface="Arial" panose="020B0604020202020204" pitchFamily="34" charset="0"/>
            </a:rPr>
            <a:t>Replying to inquiries and tracking progress is handled by external systems.</a:t>
          </a:r>
          <a:endParaRPr lang="en-US" sz="1200" kern="1200" dirty="0">
            <a:latin typeface="Arial" panose="020B0604020202020204" pitchFamily="34" charset="0"/>
            <a:cs typeface="Arial" panose="020B0604020202020204" pitchFamily="34" charset="0"/>
          </a:endParaRPr>
        </a:p>
        <a:p>
          <a:pPr marL="114300" lvl="1" indent="-114300" algn="l" defTabSz="533400">
            <a:lnSpc>
              <a:spcPct val="90000"/>
            </a:lnSpc>
            <a:spcBef>
              <a:spcPct val="0"/>
            </a:spcBef>
            <a:spcAft>
              <a:spcPct val="15000"/>
            </a:spcAft>
            <a:buChar char="•"/>
          </a:pPr>
          <a:endParaRPr lang="en-US" sz="1200" kern="1200" dirty="0">
            <a:latin typeface="Arial" panose="020B0604020202020204" pitchFamily="34" charset="0"/>
            <a:cs typeface="Arial" panose="020B0604020202020204" pitchFamily="34" charset="0"/>
          </a:endParaRPr>
        </a:p>
        <a:p>
          <a:pPr marL="114300" lvl="1" indent="-114300" algn="l" defTabSz="533400">
            <a:lnSpc>
              <a:spcPct val="90000"/>
            </a:lnSpc>
            <a:spcBef>
              <a:spcPct val="0"/>
            </a:spcBef>
            <a:spcAft>
              <a:spcPct val="15000"/>
            </a:spcAft>
            <a:buChar char="•"/>
          </a:pPr>
          <a:r>
            <a:rPr lang="en-US" sz="1200" kern="1200" dirty="0">
              <a:latin typeface="Arial" panose="020B0604020202020204" pitchFamily="34" charset="0"/>
              <a:cs typeface="Arial" panose="020B0604020202020204" pitchFamily="34" charset="0"/>
            </a:rPr>
            <a:t>If a user attempts to modify a submitted inquiry, an error message displays indicating the record is locked.</a:t>
          </a:r>
        </a:p>
      </dsp:txBody>
      <dsp:txXfrm>
        <a:off x="7679582" y="1119128"/>
        <a:ext cx="1394294" cy="4655906"/>
      </dsp:txXfrm>
    </dsp:sp>
    <dsp:sp modelId="{64EBDCE1-1BAE-4336-9B14-65C5C830D487}">
      <dsp:nvSpPr>
        <dsp:cNvPr id="0" name=""/>
        <dsp:cNvSpPr/>
      </dsp:nvSpPr>
      <dsp:spPr>
        <a:xfrm>
          <a:off x="9144153" y="573506"/>
          <a:ext cx="195608" cy="456869"/>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latin typeface="Arial" panose="020B0604020202020204" pitchFamily="34" charset="0"/>
            <a:cs typeface="Arial" panose="020B0604020202020204" pitchFamily="34" charset="0"/>
          </a:endParaRPr>
        </a:p>
      </dsp:txBody>
      <dsp:txXfrm>
        <a:off x="9144153" y="664880"/>
        <a:ext cx="136926" cy="274121"/>
      </dsp:txXfrm>
    </dsp:sp>
    <dsp:sp modelId="{DB5C1A33-CC7C-4EBB-BFAF-E619B7DB7DA4}">
      <dsp:nvSpPr>
        <dsp:cNvPr id="0" name=""/>
        <dsp:cNvSpPr/>
      </dsp:nvSpPr>
      <dsp:spPr>
        <a:xfrm>
          <a:off x="9334607" y="434935"/>
          <a:ext cx="1835029" cy="2764800"/>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9568" tIns="99568" rIns="99568" bIns="53340" numCol="1" spcCol="1270" anchor="t" anchorCtr="0">
          <a:noAutofit/>
        </a:bodyPr>
        <a:lstStyle/>
        <a:p>
          <a:pPr marL="0" lvl="0" indent="0" algn="l" defTabSz="622300">
            <a:lnSpc>
              <a:spcPct val="90000"/>
            </a:lnSpc>
            <a:spcBef>
              <a:spcPct val="0"/>
            </a:spcBef>
            <a:spcAft>
              <a:spcPct val="35000"/>
            </a:spcAft>
            <a:buNone/>
          </a:pPr>
          <a:r>
            <a:rPr lang="en-US" sz="1400" kern="1200" dirty="0">
              <a:latin typeface="Arial" panose="020B0604020202020204" pitchFamily="34" charset="0"/>
              <a:cs typeface="Arial" panose="020B0604020202020204" pitchFamily="34" charset="0"/>
            </a:rPr>
            <a:t>Signature Audit</a:t>
          </a:r>
        </a:p>
      </dsp:txBody>
      <dsp:txXfrm>
        <a:off x="9334607" y="434935"/>
        <a:ext cx="1835029" cy="734011"/>
      </dsp:txXfrm>
    </dsp:sp>
    <dsp:sp modelId="{39CE89CF-C5FC-49B3-B79C-D6FF16AD5FEF}">
      <dsp:nvSpPr>
        <dsp:cNvPr id="0" name=""/>
        <dsp:cNvSpPr/>
      </dsp:nvSpPr>
      <dsp:spPr>
        <a:xfrm>
          <a:off x="9617843" y="1075749"/>
          <a:ext cx="1481052" cy="4742664"/>
        </a:xfrm>
        <a:prstGeom prst="roundRect">
          <a:avLst>
            <a:gd name="adj" fmla="val 10000"/>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85344" tIns="85344" rIns="85344" bIns="85344" numCol="1" spcCol="1270" anchor="t" anchorCtr="0">
          <a:noAutofit/>
        </a:bodyPr>
        <a:lstStyle/>
        <a:p>
          <a:pPr marL="114300" lvl="1" indent="-114300" algn="l" defTabSz="533400" rtl="0">
            <a:lnSpc>
              <a:spcPct val="90000"/>
            </a:lnSpc>
            <a:spcBef>
              <a:spcPct val="0"/>
            </a:spcBef>
            <a:spcAft>
              <a:spcPct val="15000"/>
            </a:spcAft>
            <a:buChar char="•"/>
          </a:pPr>
          <a:r>
            <a:rPr lang="en-US" sz="1200" kern="1200" dirty="0">
              <a:latin typeface="Arial"/>
              <a:cs typeface="Arial"/>
            </a:rPr>
            <a:t>After signatures are captured offline and synced, they can be audited online. </a:t>
          </a:r>
        </a:p>
        <a:p>
          <a:pPr marL="114300" lvl="1" indent="-114300" algn="l" defTabSz="533400">
            <a:lnSpc>
              <a:spcPct val="90000"/>
            </a:lnSpc>
            <a:spcBef>
              <a:spcPct val="0"/>
            </a:spcBef>
            <a:spcAft>
              <a:spcPct val="15000"/>
            </a:spcAft>
            <a:buChar char="•"/>
          </a:pPr>
          <a:endParaRPr lang="en-US" sz="1200" kern="1200" dirty="0">
            <a:latin typeface="Arial" panose="020B0604020202020204" pitchFamily="34" charset="0"/>
            <a:cs typeface="Arial" panose="020B0604020202020204" pitchFamily="34" charset="0"/>
          </a:endParaRPr>
        </a:p>
        <a:p>
          <a:pPr marL="114300" lvl="1" indent="-114300" algn="l" defTabSz="533400">
            <a:lnSpc>
              <a:spcPct val="90000"/>
            </a:lnSpc>
            <a:spcBef>
              <a:spcPct val="0"/>
            </a:spcBef>
            <a:spcAft>
              <a:spcPct val="15000"/>
            </a:spcAft>
            <a:buChar char="•"/>
          </a:pPr>
          <a:r>
            <a:rPr lang="en-US" sz="1200" kern="1200" dirty="0">
              <a:latin typeface="Arial" panose="020B0604020202020204" pitchFamily="34" charset="0"/>
              <a:cs typeface="Arial" panose="020B0604020202020204" pitchFamily="34" charset="0"/>
            </a:rPr>
            <a:t>Users can also view signatures by selecting the View Medical Inquiries Signatures button on the Rep Roster page.</a:t>
          </a:r>
        </a:p>
      </dsp:txBody>
      <dsp:txXfrm>
        <a:off x="9661222" y="1119128"/>
        <a:ext cx="1394294" cy="465590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177062"/>
          <a:ext cx="10058399" cy="2058673"/>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0" i="0" kern="1200" dirty="0">
              <a:solidFill>
                <a:schemeClr val="bg1"/>
              </a:solidFill>
              <a:latin typeface="Arial" panose="020B0604020202020204" pitchFamily="34" charset="0"/>
              <a:cs typeface="Arial" panose="020B0604020202020204" pitchFamily="34" charset="0"/>
            </a:rPr>
            <a:t>1. </a:t>
          </a:r>
          <a:r>
            <a:rPr lang="en-US" sz="1800" b="0" kern="1200" dirty="0">
              <a:latin typeface="Arial" panose="020B0604020202020204" pitchFamily="34" charset="0"/>
              <a:cs typeface="Arial" panose="020B0604020202020204" pitchFamily="34" charset="0"/>
            </a:rPr>
            <a:t>Arrange the following steps in Medical Inquiry Life Cycle:</a:t>
          </a:r>
        </a:p>
        <a:p>
          <a:pPr marL="0" lvl="0" indent="0" algn="l" defTabSz="800100">
            <a:lnSpc>
              <a:spcPct val="90000"/>
            </a:lnSpc>
            <a:spcBef>
              <a:spcPct val="0"/>
            </a:spcBef>
            <a:spcAft>
              <a:spcPct val="35000"/>
            </a:spcAft>
            <a:buNone/>
          </a:pPr>
          <a:r>
            <a:rPr lang="en-US" sz="1800" b="0" kern="1200" dirty="0">
              <a:latin typeface="Arial" panose="020B0604020202020204" pitchFamily="34" charset="0"/>
              <a:cs typeface="Arial" panose="020B0604020202020204" pitchFamily="34" charset="0"/>
            </a:rPr>
            <a:t>I. Capturing a Signature</a:t>
          </a:r>
        </a:p>
        <a:p>
          <a:pPr marL="0" lvl="0" indent="0" algn="l" defTabSz="800100">
            <a:lnSpc>
              <a:spcPct val="90000"/>
            </a:lnSpc>
            <a:spcBef>
              <a:spcPct val="0"/>
            </a:spcBef>
            <a:spcAft>
              <a:spcPct val="35000"/>
            </a:spcAft>
            <a:buNone/>
          </a:pPr>
          <a:r>
            <a:rPr lang="en-US" sz="1800" b="0" kern="1200" dirty="0">
              <a:latin typeface="Arial" panose="020B0604020202020204" pitchFamily="34" charset="0"/>
              <a:cs typeface="Arial" panose="020B0604020202020204" pitchFamily="34" charset="0"/>
            </a:rPr>
            <a:t>II. Submitting an Inquiry</a:t>
          </a:r>
        </a:p>
        <a:p>
          <a:pPr marL="0" lvl="0" indent="0" algn="l" defTabSz="800100">
            <a:lnSpc>
              <a:spcPct val="90000"/>
            </a:lnSpc>
            <a:spcBef>
              <a:spcPct val="0"/>
            </a:spcBef>
            <a:spcAft>
              <a:spcPct val="35000"/>
            </a:spcAft>
            <a:buNone/>
          </a:pPr>
          <a:r>
            <a:rPr lang="en-US" sz="1800" b="0" kern="1200" dirty="0">
              <a:latin typeface="Arial" panose="020B0604020202020204" pitchFamily="34" charset="0"/>
              <a:cs typeface="Arial" panose="020B0604020202020204" pitchFamily="34" charset="0"/>
            </a:rPr>
            <a:t>III. Creating a Medical Inquiry</a:t>
          </a:r>
        </a:p>
        <a:p>
          <a:pPr marL="0" lvl="0" indent="0" algn="l" defTabSz="800100">
            <a:lnSpc>
              <a:spcPct val="90000"/>
            </a:lnSpc>
            <a:spcBef>
              <a:spcPct val="0"/>
            </a:spcBef>
            <a:spcAft>
              <a:spcPct val="35000"/>
            </a:spcAft>
            <a:buNone/>
          </a:pPr>
          <a:r>
            <a:rPr lang="en-US" sz="1800" b="0" kern="1200" dirty="0">
              <a:latin typeface="Arial" panose="020B0604020202020204" pitchFamily="34" charset="0"/>
              <a:cs typeface="Arial" panose="020B0604020202020204" pitchFamily="34" charset="0"/>
            </a:rPr>
            <a:t>IV. Processing Submitted Inquiries</a:t>
          </a:r>
          <a:endParaRPr lang="en-US" sz="1800" kern="1200" dirty="0">
            <a:solidFill>
              <a:schemeClr val="bg1"/>
            </a:solidFill>
            <a:latin typeface="Arial" panose="020B0604020202020204" pitchFamily="34" charset="0"/>
            <a:cs typeface="Arial" panose="020B0604020202020204" pitchFamily="34" charset="0"/>
          </a:endParaRPr>
        </a:p>
      </dsp:txBody>
      <dsp:txXfrm>
        <a:off x="100496" y="277558"/>
        <a:ext cx="9857407" cy="1857681"/>
      </dsp:txXfrm>
    </dsp:sp>
    <dsp:sp modelId="{0EBE7C70-51AD-4402-A9D8-36889ADBC56A}">
      <dsp:nvSpPr>
        <dsp:cNvPr id="0" name=""/>
        <dsp:cNvSpPr/>
      </dsp:nvSpPr>
      <dsp:spPr>
        <a:xfrm>
          <a:off x="0" y="2600033"/>
          <a:ext cx="10058399" cy="11773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9354"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kern="1200">
              <a:solidFill>
                <a:schemeClr val="tx1"/>
              </a:solidFill>
              <a:latin typeface="Arial" panose="020B0604020202020204" pitchFamily="34" charset="0"/>
              <a:cs typeface="Arial" panose="020B0604020202020204" pitchFamily="34" charset="0"/>
            </a:rPr>
            <a:t>I </a:t>
          </a:r>
          <a:r>
            <a:rPr lang="en-US" sz="1800" kern="1200">
              <a:solidFill>
                <a:schemeClr val="tx1"/>
              </a:solidFill>
              <a:latin typeface="Arial" panose="020B0604020202020204" pitchFamily="34" charset="0"/>
              <a:cs typeface="Arial" panose="020B0604020202020204" pitchFamily="34" charset="0"/>
              <a:sym typeface="Wingdings" panose="05000000000000000000" pitchFamily="2" charset="2"/>
            </a:rPr>
            <a:t> II  III  IV</a:t>
          </a:r>
          <a:endParaRPr lang="en-US" sz="1800" kern="1200" dirty="0">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r>
            <a:rPr lang="en-US" sz="1800" kern="1200">
              <a:solidFill>
                <a:schemeClr val="tx1"/>
              </a:solidFill>
              <a:latin typeface="Arial" panose="020B0604020202020204" pitchFamily="34" charset="0"/>
              <a:cs typeface="Arial" panose="020B0604020202020204" pitchFamily="34" charset="0"/>
            </a:rPr>
            <a:t>I </a:t>
          </a:r>
          <a:r>
            <a:rPr lang="en-US" sz="1800" kern="1200">
              <a:solidFill>
                <a:schemeClr val="tx1"/>
              </a:solidFill>
              <a:latin typeface="Arial" panose="020B0604020202020204" pitchFamily="34" charset="0"/>
              <a:cs typeface="Arial" panose="020B0604020202020204" pitchFamily="34" charset="0"/>
              <a:sym typeface="Wingdings" panose="05000000000000000000" pitchFamily="2" charset="2"/>
            </a:rPr>
            <a:t> III  II  IV</a:t>
          </a:r>
          <a:endParaRPr lang="en-US" sz="1800" kern="1200" dirty="0">
            <a:solidFill>
              <a:schemeClr val="tx1"/>
            </a:solidFill>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r>
            <a:rPr lang="en-US" sz="1800" kern="1200" dirty="0">
              <a:solidFill>
                <a:schemeClr val="tx1"/>
              </a:solidFill>
              <a:latin typeface="Arial" panose="020B0604020202020204" pitchFamily="34" charset="0"/>
              <a:cs typeface="Arial" panose="020B0604020202020204" pitchFamily="34" charset="0"/>
            </a:rPr>
            <a:t>II </a:t>
          </a:r>
          <a:r>
            <a:rPr lang="en-US" sz="1800" kern="1200" dirty="0">
              <a:solidFill>
                <a:schemeClr val="tx1"/>
              </a:solidFill>
              <a:latin typeface="Arial" panose="020B0604020202020204" pitchFamily="34" charset="0"/>
              <a:cs typeface="Arial" panose="020B0604020202020204" pitchFamily="34" charset="0"/>
              <a:sym typeface="Wingdings" panose="05000000000000000000" pitchFamily="2" charset="2"/>
            </a:rPr>
            <a:t> IV  I  III</a:t>
          </a:r>
          <a:endParaRPr lang="en-US" sz="1800" kern="1200" dirty="0">
            <a:solidFill>
              <a:schemeClr val="tx1"/>
            </a:solidFill>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r>
            <a:rPr lang="en-US" sz="1800" kern="1200" dirty="0">
              <a:solidFill>
                <a:schemeClr val="tx1"/>
              </a:solidFill>
              <a:latin typeface="Arial" panose="020B0604020202020204" pitchFamily="34" charset="0"/>
              <a:cs typeface="Arial" panose="020B0604020202020204" pitchFamily="34" charset="0"/>
            </a:rPr>
            <a:t>III </a:t>
          </a:r>
          <a:r>
            <a:rPr lang="en-US" sz="1800" kern="1200" dirty="0">
              <a:solidFill>
                <a:schemeClr val="tx1"/>
              </a:solidFill>
              <a:latin typeface="Arial" panose="020B0604020202020204" pitchFamily="34" charset="0"/>
              <a:cs typeface="Arial" panose="020B0604020202020204" pitchFamily="34" charset="0"/>
              <a:sym typeface="Wingdings" panose="05000000000000000000" pitchFamily="2" charset="2"/>
            </a:rPr>
            <a:t> I  II  IV</a:t>
          </a:r>
          <a:endParaRPr lang="en-US" sz="1800" kern="1200" dirty="0">
            <a:solidFill>
              <a:schemeClr val="tx1"/>
            </a:solidFill>
            <a:latin typeface="Arial" panose="020B0604020202020204" pitchFamily="34" charset="0"/>
            <a:cs typeface="Arial" panose="020B0604020202020204" pitchFamily="34" charset="0"/>
          </a:endParaRPr>
        </a:p>
      </dsp:txBody>
      <dsp:txXfrm>
        <a:off x="0" y="2600033"/>
        <a:ext cx="10058399" cy="117731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0"/>
          <a:ext cx="10058399" cy="7466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Answer: III </a:t>
          </a:r>
          <a:r>
            <a:rPr lang="en-US" sz="1800" kern="1200" dirty="0">
              <a:latin typeface="Arial" panose="020B0604020202020204" pitchFamily="34" charset="0"/>
              <a:cs typeface="Arial" panose="020B0604020202020204" pitchFamily="34" charset="0"/>
              <a:sym typeface="Wingdings" panose="05000000000000000000" pitchFamily="2" charset="2"/>
            </a:rPr>
            <a:t> I  II  IV</a:t>
          </a:r>
          <a:endParaRPr lang="en-US" sz="1800" b="1" kern="1200" dirty="0">
            <a:latin typeface="Arial" panose="020B0604020202020204" pitchFamily="34" charset="0"/>
            <a:cs typeface="Arial" panose="020B0604020202020204" pitchFamily="34" charset="0"/>
          </a:endParaRPr>
        </a:p>
      </dsp:txBody>
      <dsp:txXfrm>
        <a:off x="36447" y="36447"/>
        <a:ext cx="9985505" cy="67373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718097"/>
          <a:ext cx="10058399" cy="976603"/>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0" kern="1200" dirty="0">
              <a:latin typeface="Arial" panose="020B0604020202020204" pitchFamily="34" charset="0"/>
              <a:cs typeface="Arial" panose="020B0604020202020204" pitchFamily="34" charset="0"/>
            </a:rPr>
            <a:t>2. Which VEEVA Setting is used to configure the Disclaimer Text?</a:t>
          </a:r>
          <a:endParaRPr lang="en-US" sz="1800" kern="1200" dirty="0">
            <a:solidFill>
              <a:schemeClr val="bg1"/>
            </a:solidFill>
            <a:latin typeface="Arial" panose="020B0604020202020204" pitchFamily="34" charset="0"/>
            <a:cs typeface="Arial" panose="020B0604020202020204" pitchFamily="34" charset="0"/>
          </a:endParaRPr>
        </a:p>
      </dsp:txBody>
      <dsp:txXfrm>
        <a:off x="47674" y="765771"/>
        <a:ext cx="9963051" cy="881255"/>
      </dsp:txXfrm>
    </dsp:sp>
    <dsp:sp modelId="{0EBE7C70-51AD-4402-A9D8-36889ADBC56A}">
      <dsp:nvSpPr>
        <dsp:cNvPr id="0" name=""/>
        <dsp:cNvSpPr/>
      </dsp:nvSpPr>
      <dsp:spPr>
        <a:xfrm>
          <a:off x="0" y="1984441"/>
          <a:ext cx="10058399" cy="11773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9354"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kern="1200">
              <a:solidFill>
                <a:schemeClr val="tx1"/>
              </a:solidFill>
              <a:latin typeface="Arial" panose="020B0604020202020204" pitchFamily="34" charset="0"/>
              <a:cs typeface="Arial" panose="020B0604020202020204" pitchFamily="34" charset="0"/>
            </a:rPr>
            <a:t>DISCLAIMER_TEXT_vod</a:t>
          </a:r>
          <a:endParaRPr lang="en-US" sz="1800" kern="1200" dirty="0">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r>
            <a:rPr lang="en-US" sz="1800" kern="1200">
              <a:solidFill>
                <a:schemeClr val="tx1"/>
              </a:solidFill>
              <a:latin typeface="Arial" panose="020B0604020202020204" pitchFamily="34" charset="0"/>
              <a:cs typeface="Arial" panose="020B0604020202020204" pitchFamily="34" charset="0"/>
            </a:rPr>
            <a:t>DISCLAIMER_MI_vod</a:t>
          </a:r>
          <a:endParaRPr lang="en-US" sz="1800" kern="1200" dirty="0">
            <a:solidFill>
              <a:schemeClr val="tx1"/>
            </a:solidFill>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r>
            <a:rPr lang="en-US" sz="1800" kern="1200">
              <a:solidFill>
                <a:schemeClr val="tx1"/>
              </a:solidFill>
              <a:latin typeface="Arial" panose="020B0604020202020204" pitchFamily="34" charset="0"/>
              <a:cs typeface="Arial" panose="020B0604020202020204" pitchFamily="34" charset="0"/>
            </a:rPr>
            <a:t>Disable_MI_Sign_Button_vod</a:t>
          </a:r>
          <a:endParaRPr lang="en-US" sz="1800" kern="1200" dirty="0">
            <a:solidFill>
              <a:schemeClr val="tx1"/>
            </a:solidFill>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r>
            <a:rPr lang="en-US" sz="1800" kern="1200" dirty="0">
              <a:solidFill>
                <a:schemeClr val="tx1"/>
              </a:solidFill>
              <a:latin typeface="Arial" panose="020B0604020202020204" pitchFamily="34" charset="0"/>
              <a:cs typeface="Arial" panose="020B0604020202020204" pitchFamily="34" charset="0"/>
            </a:rPr>
            <a:t>None of the above</a:t>
          </a:r>
        </a:p>
      </dsp:txBody>
      <dsp:txXfrm>
        <a:off x="0" y="1984441"/>
        <a:ext cx="10058399" cy="117731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0"/>
          <a:ext cx="10058399" cy="7466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Answer: </a:t>
          </a:r>
          <a:r>
            <a:rPr lang="en-US" sz="1800" kern="1200" dirty="0" err="1">
              <a:latin typeface="Arial" panose="020B0604020202020204" pitchFamily="34" charset="0"/>
              <a:cs typeface="Arial" panose="020B0604020202020204" pitchFamily="34" charset="0"/>
            </a:rPr>
            <a:t>DISCLAIMER_MI_vod</a:t>
          </a:r>
          <a:endParaRPr lang="en-US" sz="1800" b="1" kern="1200" dirty="0">
            <a:latin typeface="Arial" panose="020B0604020202020204" pitchFamily="34" charset="0"/>
            <a:cs typeface="Arial" panose="020B0604020202020204" pitchFamily="34" charset="0"/>
          </a:endParaRPr>
        </a:p>
      </dsp:txBody>
      <dsp:txXfrm>
        <a:off x="36447" y="36447"/>
        <a:ext cx="9985505" cy="67373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684598"/>
          <a:ext cx="10058399" cy="1171462"/>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0" kern="1200" dirty="0">
              <a:latin typeface="Arial" panose="020B0604020202020204" pitchFamily="34" charset="0"/>
              <a:cs typeface="Arial" panose="020B0604020202020204" pitchFamily="34" charset="0"/>
            </a:rPr>
            <a:t>3. VEEVA CRM allows users to create, edit, and view medical inquiry attachments from the Medical Inquiry screen. </a:t>
          </a:r>
        </a:p>
        <a:p>
          <a:pPr marL="0" lvl="0" indent="0" algn="l" defTabSz="800100">
            <a:lnSpc>
              <a:spcPct val="90000"/>
            </a:lnSpc>
            <a:spcBef>
              <a:spcPct val="0"/>
            </a:spcBef>
            <a:spcAft>
              <a:spcPct val="35000"/>
            </a:spcAft>
            <a:buNone/>
          </a:pPr>
          <a:r>
            <a:rPr lang="en-US" sz="1800" b="0" kern="1200" dirty="0">
              <a:latin typeface="Arial" panose="020B0604020202020204" pitchFamily="34" charset="0"/>
              <a:cs typeface="Arial" panose="020B0604020202020204" pitchFamily="34" charset="0"/>
            </a:rPr>
            <a:t>State True or False</a:t>
          </a:r>
          <a:endParaRPr lang="en-US" sz="1800" kern="1200" dirty="0">
            <a:solidFill>
              <a:schemeClr val="bg1"/>
            </a:solidFill>
            <a:latin typeface="Arial" panose="020B0604020202020204" pitchFamily="34" charset="0"/>
            <a:cs typeface="Arial" panose="020B0604020202020204" pitchFamily="34" charset="0"/>
          </a:endParaRPr>
        </a:p>
      </dsp:txBody>
      <dsp:txXfrm>
        <a:off x="57186" y="741784"/>
        <a:ext cx="9944027" cy="1057090"/>
      </dsp:txXfrm>
    </dsp:sp>
    <dsp:sp modelId="{0EBE7C70-51AD-4402-A9D8-36889ADBC56A}">
      <dsp:nvSpPr>
        <dsp:cNvPr id="0" name=""/>
        <dsp:cNvSpPr/>
      </dsp:nvSpPr>
      <dsp:spPr>
        <a:xfrm>
          <a:off x="0" y="2132327"/>
          <a:ext cx="10058399" cy="107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9354"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kern="1200" dirty="0">
              <a:solidFill>
                <a:schemeClr val="tx1"/>
              </a:solidFill>
              <a:latin typeface="Arial" panose="020B0604020202020204" pitchFamily="34" charset="0"/>
              <a:cs typeface="Arial" panose="020B0604020202020204" pitchFamily="34" charset="0"/>
            </a:rPr>
            <a:t>True</a:t>
          </a:r>
          <a:endParaRPr lang="en-US" sz="1800" kern="1200" dirty="0">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r>
            <a:rPr lang="en-US" sz="1800" kern="1200" dirty="0">
              <a:solidFill>
                <a:schemeClr val="tx1"/>
              </a:solidFill>
              <a:latin typeface="Arial" panose="020B0604020202020204" pitchFamily="34" charset="0"/>
              <a:cs typeface="Arial" panose="020B0604020202020204" pitchFamily="34" charset="0"/>
            </a:rPr>
            <a:t>False</a:t>
          </a:r>
        </a:p>
      </dsp:txBody>
      <dsp:txXfrm>
        <a:off x="0" y="2132327"/>
        <a:ext cx="10058399" cy="107640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0"/>
          <a:ext cx="10058399" cy="7466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Answer: True</a:t>
          </a:r>
          <a:endParaRPr lang="en-US" sz="1800" b="1" kern="1200" dirty="0">
            <a:latin typeface="Arial" panose="020B0604020202020204" pitchFamily="34" charset="0"/>
            <a:cs typeface="Arial" panose="020B0604020202020204" pitchFamily="34" charset="0"/>
          </a:endParaRPr>
        </a:p>
      </dsp:txBody>
      <dsp:txXfrm>
        <a:off x="36447" y="36447"/>
        <a:ext cx="9985505" cy="67373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399297"/>
          <a:ext cx="10058399" cy="1171462"/>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0" kern="1200" dirty="0">
              <a:latin typeface="Arial" panose="020B0604020202020204" pitchFamily="34" charset="0"/>
              <a:cs typeface="Arial" panose="020B0604020202020204" pitchFamily="34" charset="0"/>
            </a:rPr>
            <a:t>4. Which section signal is used to enable configuring Medical Inquiries for multiple products?</a:t>
          </a:r>
          <a:endParaRPr lang="en-US" sz="1800" kern="1200" dirty="0">
            <a:solidFill>
              <a:schemeClr val="bg1"/>
            </a:solidFill>
            <a:latin typeface="Arial" panose="020B0604020202020204" pitchFamily="34" charset="0"/>
            <a:cs typeface="Arial" panose="020B0604020202020204" pitchFamily="34" charset="0"/>
          </a:endParaRPr>
        </a:p>
      </dsp:txBody>
      <dsp:txXfrm>
        <a:off x="57186" y="456483"/>
        <a:ext cx="9944027" cy="1057090"/>
      </dsp:txXfrm>
    </dsp:sp>
    <dsp:sp modelId="{0EBE7C70-51AD-4402-A9D8-36889ADBC56A}">
      <dsp:nvSpPr>
        <dsp:cNvPr id="0" name=""/>
        <dsp:cNvSpPr/>
      </dsp:nvSpPr>
      <dsp:spPr>
        <a:xfrm>
          <a:off x="0" y="1694697"/>
          <a:ext cx="10058399" cy="11773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9354"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kern="1200" dirty="0">
              <a:solidFill>
                <a:schemeClr val="tx1"/>
              </a:solidFill>
              <a:latin typeface="Arial" panose="020B0604020202020204" pitchFamily="34" charset="0"/>
              <a:cs typeface="Arial" panose="020B0604020202020204" pitchFamily="34" charset="0"/>
            </a:rPr>
            <a:t>-</a:t>
          </a:r>
          <a:r>
            <a:rPr lang="en-US" sz="1800" kern="1200" dirty="0" err="1">
              <a:solidFill>
                <a:schemeClr val="tx1"/>
              </a:solidFill>
              <a:latin typeface="Arial" panose="020B0604020202020204" pitchFamily="34" charset="0"/>
              <a:cs typeface="Arial" panose="020B0604020202020204" pitchFamily="34" charset="0"/>
            </a:rPr>
            <a:t>mpi</a:t>
          </a:r>
          <a:endParaRPr lang="en-US" sz="1800" kern="1200" dirty="0">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r>
            <a:rPr lang="en-US" sz="1800" kern="1200">
              <a:solidFill>
                <a:schemeClr val="tx1"/>
              </a:solidFill>
              <a:latin typeface="Arial" panose="020B0604020202020204" pitchFamily="34" charset="0"/>
              <a:cs typeface="Arial" panose="020B0604020202020204" pitchFamily="34" charset="0"/>
            </a:rPr>
            <a:t>-anp</a:t>
          </a:r>
          <a:endParaRPr lang="en-US" sz="1800" kern="1200" dirty="0">
            <a:solidFill>
              <a:schemeClr val="tx1"/>
            </a:solidFill>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r>
            <a:rPr lang="en-US" sz="1800" kern="1200">
              <a:solidFill>
                <a:schemeClr val="tx1"/>
              </a:solidFill>
              <a:latin typeface="Arial" panose="020B0604020202020204" pitchFamily="34" charset="0"/>
              <a:cs typeface="Arial" panose="020B0604020202020204" pitchFamily="34" charset="0"/>
            </a:rPr>
            <a:t>-mpr</a:t>
          </a:r>
          <a:endParaRPr lang="en-US" sz="1800" kern="1200" dirty="0">
            <a:solidFill>
              <a:schemeClr val="tx1"/>
            </a:solidFill>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r>
            <a:rPr lang="en-US" sz="1800" kern="1200" dirty="0">
              <a:solidFill>
                <a:schemeClr val="tx1"/>
              </a:solidFill>
              <a:latin typeface="Arial" panose="020B0604020202020204" pitchFamily="34" charset="0"/>
              <a:cs typeface="Arial" panose="020B0604020202020204" pitchFamily="34" charset="0"/>
            </a:rPr>
            <a:t>-</a:t>
          </a:r>
          <a:r>
            <a:rPr lang="en-US" sz="1800" kern="1200" dirty="0" err="1">
              <a:solidFill>
                <a:schemeClr val="tx1"/>
              </a:solidFill>
              <a:latin typeface="Arial" panose="020B0604020202020204" pitchFamily="34" charset="0"/>
              <a:cs typeface="Arial" panose="020B0604020202020204" pitchFamily="34" charset="0"/>
            </a:rPr>
            <a:t>eom</a:t>
          </a:r>
          <a:endParaRPr lang="en-US" sz="1800" kern="1200" dirty="0">
            <a:solidFill>
              <a:schemeClr val="tx1"/>
            </a:solidFill>
            <a:latin typeface="Arial" panose="020B0604020202020204" pitchFamily="34" charset="0"/>
            <a:cs typeface="Arial" panose="020B0604020202020204" pitchFamily="34" charset="0"/>
          </a:endParaRPr>
        </a:p>
      </dsp:txBody>
      <dsp:txXfrm>
        <a:off x="0" y="1694697"/>
        <a:ext cx="10058399" cy="1177312"/>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0"/>
          <a:ext cx="10058399" cy="7466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Answer: -</a:t>
          </a:r>
          <a:r>
            <a:rPr lang="en-US" sz="1800" kern="1200" dirty="0" err="1">
              <a:latin typeface="Arial" panose="020B0604020202020204" pitchFamily="34" charset="0"/>
              <a:cs typeface="Arial" panose="020B0604020202020204" pitchFamily="34" charset="0"/>
            </a:rPr>
            <a:t>mpi</a:t>
          </a:r>
          <a:endParaRPr lang="en-US" sz="1800" b="1" kern="1200" dirty="0">
            <a:latin typeface="Arial" panose="020B0604020202020204" pitchFamily="34" charset="0"/>
            <a:cs typeface="Arial" panose="020B0604020202020204" pitchFamily="34" charset="0"/>
          </a:endParaRPr>
        </a:p>
      </dsp:txBody>
      <dsp:txXfrm>
        <a:off x="36447" y="36447"/>
        <a:ext cx="9985505" cy="673734"/>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399297"/>
          <a:ext cx="10058399" cy="1171462"/>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0" kern="1200" dirty="0">
              <a:latin typeface="Arial" panose="020B0604020202020204" pitchFamily="34" charset="0"/>
              <a:cs typeface="Arial" panose="020B0604020202020204" pitchFamily="34" charset="0"/>
            </a:rPr>
            <a:t>5. </a:t>
          </a:r>
          <a:r>
            <a:rPr lang="en-US" sz="1800" b="0" i="0" kern="1200" dirty="0">
              <a:latin typeface="Arial" panose="020B0604020202020204" pitchFamily="34" charset="0"/>
              <a:cs typeface="Arial" panose="020B0604020202020204" pitchFamily="34" charset="0"/>
            </a:rPr>
            <a:t>An HTML template for the PDF can be defined by editing the _____ VEEVA Message in the </a:t>
          </a:r>
          <a:r>
            <a:rPr lang="en-US" sz="1800" b="0" i="0" kern="1200" dirty="0" err="1">
              <a:latin typeface="Arial" panose="020B0604020202020204" pitchFamily="34" charset="0"/>
              <a:cs typeface="Arial" panose="020B0604020202020204" pitchFamily="34" charset="0"/>
            </a:rPr>
            <a:t>Medical_Inquiry</a:t>
          </a:r>
          <a:r>
            <a:rPr lang="en-US" sz="1800" b="0" i="0" kern="1200" dirty="0">
              <a:latin typeface="Arial" panose="020B0604020202020204" pitchFamily="34" charset="0"/>
              <a:cs typeface="Arial" panose="020B0604020202020204" pitchFamily="34" charset="0"/>
            </a:rPr>
            <a:t> category.</a:t>
          </a:r>
          <a:endParaRPr lang="en-US" sz="1800" kern="1200" dirty="0">
            <a:solidFill>
              <a:schemeClr val="bg1"/>
            </a:solidFill>
            <a:latin typeface="Arial" panose="020B0604020202020204" pitchFamily="34" charset="0"/>
            <a:cs typeface="Arial" panose="020B0604020202020204" pitchFamily="34" charset="0"/>
          </a:endParaRPr>
        </a:p>
      </dsp:txBody>
      <dsp:txXfrm>
        <a:off x="57186" y="456483"/>
        <a:ext cx="9944027" cy="1057090"/>
      </dsp:txXfrm>
    </dsp:sp>
    <dsp:sp modelId="{0EBE7C70-51AD-4402-A9D8-36889ADBC56A}">
      <dsp:nvSpPr>
        <dsp:cNvPr id="0" name=""/>
        <dsp:cNvSpPr/>
      </dsp:nvSpPr>
      <dsp:spPr>
        <a:xfrm>
          <a:off x="0" y="1694697"/>
          <a:ext cx="10058399" cy="11773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9354"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kern="1200" dirty="0">
              <a:solidFill>
                <a:schemeClr val="tx1"/>
              </a:solidFill>
              <a:latin typeface="Arial" panose="020B0604020202020204" pitchFamily="34" charset="0"/>
              <a:cs typeface="Arial" panose="020B0604020202020204" pitchFamily="34" charset="0"/>
            </a:rPr>
            <a:t>INQUIRY_RECORD</a:t>
          </a:r>
          <a:endParaRPr lang="en-US" sz="1800" kern="1200" dirty="0">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r>
            <a:rPr lang="en-US" sz="1800" kern="1200">
              <a:solidFill>
                <a:schemeClr val="tx1"/>
              </a:solidFill>
              <a:latin typeface="Arial" panose="020B0604020202020204" pitchFamily="34" charset="0"/>
              <a:cs typeface="Arial" panose="020B0604020202020204" pitchFamily="34" charset="0"/>
            </a:rPr>
            <a:t>RECEIPT_RECORD </a:t>
          </a:r>
          <a:endParaRPr lang="en-US" sz="1800" kern="1200" dirty="0">
            <a:solidFill>
              <a:schemeClr val="tx1"/>
            </a:solidFill>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r>
            <a:rPr lang="en-US" sz="1800" kern="1200">
              <a:solidFill>
                <a:schemeClr val="tx1"/>
              </a:solidFill>
              <a:latin typeface="Arial" panose="020B0604020202020204" pitchFamily="34" charset="0"/>
              <a:cs typeface="Arial" panose="020B0604020202020204" pitchFamily="34" charset="0"/>
            </a:rPr>
            <a:t>INQUIRY_TEMPLATE </a:t>
          </a:r>
          <a:endParaRPr lang="en-US" sz="1800" kern="1200" dirty="0">
            <a:solidFill>
              <a:schemeClr val="tx1"/>
            </a:solidFill>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r>
            <a:rPr lang="en-US" sz="1800" kern="1200" dirty="0">
              <a:solidFill>
                <a:schemeClr val="tx1"/>
              </a:solidFill>
              <a:latin typeface="Arial" panose="020B0604020202020204" pitchFamily="34" charset="0"/>
              <a:cs typeface="Arial" panose="020B0604020202020204" pitchFamily="34" charset="0"/>
            </a:rPr>
            <a:t>RECEIPT_TEMPLATE </a:t>
          </a:r>
        </a:p>
      </dsp:txBody>
      <dsp:txXfrm>
        <a:off x="0" y="1694697"/>
        <a:ext cx="10058399" cy="1177312"/>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0"/>
          <a:ext cx="10058399" cy="7466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Answer: RECEIPT_TEMPLATE</a:t>
          </a:r>
          <a:endParaRPr lang="en-US" sz="1800" b="1" kern="1200" dirty="0">
            <a:latin typeface="Arial" panose="020B0604020202020204" pitchFamily="34" charset="0"/>
            <a:cs typeface="Arial" panose="020B0604020202020204" pitchFamily="34" charset="0"/>
          </a:endParaRPr>
        </a:p>
      </dsp:txBody>
      <dsp:txXfrm>
        <a:off x="36447" y="36447"/>
        <a:ext cx="9985505" cy="673734"/>
      </dsp:txXfrm>
    </dsp:sp>
  </dsp:spTree>
</dsp:drawing>
</file>

<file path=ppt/diagrams/layout1.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E03A1FB-12CB-49E6-809F-DA2D2089BF59}" type="datetimeFigureOut">
              <a:rPr lang="en-US" smtClean="0"/>
              <a:pPr/>
              <a:t>8/14/2023</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A8B6E77-EC63-4CD7-8F8A-914122582C5F}" type="slidenum">
              <a:rPr lang="en-US" smtClean="0"/>
              <a:pPr/>
              <a:t>‹#›</a:t>
            </a:fld>
            <a:endParaRPr lang="en-US"/>
          </a:p>
        </p:txBody>
      </p:sp>
    </p:spTree>
    <p:extLst>
      <p:ext uri="{BB962C8B-B14F-4D97-AF65-F5344CB8AC3E}">
        <p14:creationId xmlns:p14="http://schemas.microsoft.com/office/powerpoint/2010/main" val="20592775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 Id="rId5" Type="http://schemas.openxmlformats.org/officeDocument/2006/relationships/image" Target="../media/image10.png"/><Relationship Id="rId4" Type="http://schemas.openxmlformats.org/officeDocument/2006/relationships/image" Target="../media/image9.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2.xml"/><Relationship Id="rId5" Type="http://schemas.openxmlformats.org/officeDocument/2006/relationships/image" Target="../media/image14.png"/><Relationship Id="rId4" Type="http://schemas.openxmlformats.org/officeDocument/2006/relationships/image" Target="../media/image13.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Master" Target="../slideMasters/slideMaster2.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1.png"/><Relationship Id="rId1" Type="http://schemas.openxmlformats.org/officeDocument/2006/relationships/slideMaster" Target="../slideMasters/slideMaster2.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2.jpg"/><Relationship Id="rId1" Type="http://schemas.openxmlformats.org/officeDocument/2006/relationships/slideMaster" Target="../slideMasters/slideMaster2.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3.jpg"/><Relationship Id="rId1" Type="http://schemas.openxmlformats.org/officeDocument/2006/relationships/slideMaster" Target="../slideMasters/slideMaster2.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5.svg"/><Relationship Id="rId7" Type="http://schemas.openxmlformats.org/officeDocument/2006/relationships/image" Target="../media/image10.png"/><Relationship Id="rId2" Type="http://schemas.openxmlformats.org/officeDocument/2006/relationships/image" Target="../media/image24.png"/><Relationship Id="rId1" Type="http://schemas.openxmlformats.org/officeDocument/2006/relationships/slideMaster" Target="../slideMasters/slideMaster2.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20.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7.svg"/><Relationship Id="rId7" Type="http://schemas.openxmlformats.org/officeDocument/2006/relationships/image" Target="../media/image10.png"/><Relationship Id="rId2" Type="http://schemas.openxmlformats.org/officeDocument/2006/relationships/image" Target="../media/image26.png"/><Relationship Id="rId1" Type="http://schemas.openxmlformats.org/officeDocument/2006/relationships/slideMaster" Target="../slideMasters/slideMaster2.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20.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9.svg"/><Relationship Id="rId7" Type="http://schemas.openxmlformats.org/officeDocument/2006/relationships/image" Target="../media/image14.png"/><Relationship Id="rId2" Type="http://schemas.openxmlformats.org/officeDocument/2006/relationships/image" Target="../media/image28.png"/><Relationship Id="rId1" Type="http://schemas.openxmlformats.org/officeDocument/2006/relationships/slideMaster" Target="../slideMasters/slideMaster2.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20.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0.png"/><Relationship Id="rId1" Type="http://schemas.openxmlformats.org/officeDocument/2006/relationships/slideMaster" Target="../slideMasters/slideMaster2.xml"/><Relationship Id="rId5" Type="http://schemas.openxmlformats.org/officeDocument/2006/relationships/image" Target="../media/image10.png"/><Relationship Id="rId4" Type="http://schemas.openxmlformats.org/officeDocument/2006/relationships/image" Target="../media/image9.sv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1.png"/><Relationship Id="rId1" Type="http://schemas.openxmlformats.org/officeDocument/2006/relationships/slideMaster" Target="../slideMasters/slideMaster2.xml"/><Relationship Id="rId5" Type="http://schemas.openxmlformats.org/officeDocument/2006/relationships/image" Target="../media/image10.png"/><Relationship Id="rId4" Type="http://schemas.openxmlformats.org/officeDocument/2006/relationships/image" Target="../media/image9.sv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2.png"/><Relationship Id="rId1" Type="http://schemas.openxmlformats.org/officeDocument/2006/relationships/slideMaster" Target="../slideMasters/slideMaster2.xml"/><Relationship Id="rId5" Type="http://schemas.openxmlformats.org/officeDocument/2006/relationships/image" Target="../media/image10.png"/><Relationship Id="rId4" Type="http://schemas.openxmlformats.org/officeDocument/2006/relationships/image" Target="../media/image13.sv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0.png"/><Relationship Id="rId1" Type="http://schemas.openxmlformats.org/officeDocument/2006/relationships/slideMaster" Target="../slideMasters/slideMaster2.xml"/><Relationship Id="rId5" Type="http://schemas.openxmlformats.org/officeDocument/2006/relationships/image" Target="../media/image10.png"/><Relationship Id="rId4" Type="http://schemas.openxmlformats.org/officeDocument/2006/relationships/image" Target="../media/image9.sv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jpe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jpe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9.jpe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4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2191995" cy="6858000"/>
          </a:xfrm>
          <a:prstGeom prst="rect">
            <a:avLst/>
          </a:prstGeom>
        </p:spPr>
      </p:pic>
      <p:sp>
        <p:nvSpPr>
          <p:cNvPr id="8" name="Rectangle 7"/>
          <p:cNvSpPr/>
          <p:nvPr userDrawn="1"/>
        </p:nvSpPr>
        <p:spPr>
          <a:xfrm>
            <a:off x="0" y="5334000"/>
            <a:ext cx="9550400" cy="773668"/>
          </a:xfrm>
          <a:prstGeom prst="rect">
            <a:avLst/>
          </a:prstGeom>
          <a:solidFill>
            <a:srgbClr val="81D84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p>
        </p:txBody>
      </p:sp>
      <p:sp>
        <p:nvSpPr>
          <p:cNvPr id="9" name="Rectangle 8"/>
          <p:cNvSpPr/>
          <p:nvPr userDrawn="1"/>
        </p:nvSpPr>
        <p:spPr>
          <a:xfrm>
            <a:off x="-3507" y="6172200"/>
            <a:ext cx="5286707" cy="397014"/>
          </a:xfrm>
          <a:prstGeom prst="rect">
            <a:avLst/>
          </a:prstGeom>
          <a:solidFill>
            <a:schemeClr val="bg1">
              <a:lumMod val="65000"/>
              <a:alpha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p>
        </p:txBody>
      </p:sp>
      <p:sp>
        <p:nvSpPr>
          <p:cNvPr id="10" name="TextBox 9"/>
          <p:cNvSpPr txBox="1"/>
          <p:nvPr userDrawn="1"/>
        </p:nvSpPr>
        <p:spPr>
          <a:xfrm>
            <a:off x="929693" y="6186041"/>
            <a:ext cx="2860720"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800" b="1" dirty="0">
                <a:solidFill>
                  <a:schemeClr val="bg1"/>
                </a:solidFill>
                <a:latin typeface="Arial" panose="020B0604020202020204" pitchFamily="34" charset="0"/>
                <a:cs typeface="Arial" panose="020B0604020202020204" pitchFamily="34" charset="0"/>
              </a:rPr>
              <a:t>LEVEL - PRACTITIONER</a:t>
            </a:r>
          </a:p>
        </p:txBody>
      </p:sp>
    </p:spTree>
    <p:extLst>
      <p:ext uri="{BB962C8B-B14F-4D97-AF65-F5344CB8AC3E}">
        <p14:creationId xmlns:p14="http://schemas.microsoft.com/office/powerpoint/2010/main" val="507466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 Cognizant 2015</a:t>
            </a:r>
          </a:p>
        </p:txBody>
      </p:sp>
      <p:sp>
        <p:nvSpPr>
          <p:cNvPr id="6" name="Slide Number Placeholder 5"/>
          <p:cNvSpPr>
            <a:spLocks noGrp="1"/>
          </p:cNvSpPr>
          <p:nvPr>
            <p:ph type="sldNum" sz="quarter" idx="12"/>
          </p:nvPr>
        </p:nvSpPr>
        <p:spPr/>
        <p:txBody>
          <a:bodyPr/>
          <a:lstStyle>
            <a:lvl1pPr algn="r">
              <a:defRPr/>
            </a:lvl1pPr>
          </a:lstStyle>
          <a:p>
            <a:fld id="{E7AF38FF-B38D-4060-8B8D-2D16AAFBAAC1}" type="slidenum">
              <a:rPr lang="en-US" smtClean="0"/>
              <a:pPr/>
              <a:t>‹#›</a:t>
            </a:fld>
            <a:endParaRPr lang="en-US"/>
          </a:p>
        </p:txBody>
      </p:sp>
    </p:spTree>
    <p:extLst>
      <p:ext uri="{BB962C8B-B14F-4D97-AF65-F5344CB8AC3E}">
        <p14:creationId xmlns:p14="http://schemas.microsoft.com/office/powerpoint/2010/main" val="12825223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1" y="0"/>
            <a:ext cx="9143995" cy="493486"/>
          </a:xfrm>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a:noFill/>
          <a:ln w="9525">
            <a:noFill/>
            <a:miter lim="800000"/>
            <a:headEnd/>
            <a:tailEnd/>
          </a:ln>
        </p:spPr>
        <p:txBody>
          <a:bodyPr vert="horz" wrap="square" lIns="91440" tIns="45720" rIns="91440" bIns="45720" numCol="1" anchor="t" anchorCtr="0" compatLnSpc="1">
            <a:prstTxWarp prst="textNoShape">
              <a:avLst/>
            </a:prstTxWarp>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a:noFill/>
          <a:ln w="9525">
            <a:noFill/>
            <a:miter lim="800000"/>
            <a:headEnd/>
            <a:tailEnd/>
          </a:ln>
        </p:spPr>
        <p:txBody>
          <a:bodyPr vert="horz" wrap="square" lIns="91440" tIns="45720" rIns="91440" bIns="45720" numCol="1" anchor="t" anchorCtr="0" compatLnSpc="1">
            <a:prstTxWarp prst="textNoShape">
              <a:avLst/>
            </a:prstTxWarp>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r>
              <a:rPr lang="en-US" dirty="0"/>
              <a:t>© Cognizant 2015</a:t>
            </a:r>
          </a:p>
        </p:txBody>
      </p:sp>
      <p:sp>
        <p:nvSpPr>
          <p:cNvPr id="7" name="Slide Number Placeholder 6"/>
          <p:cNvSpPr>
            <a:spLocks noGrp="1"/>
          </p:cNvSpPr>
          <p:nvPr>
            <p:ph type="sldNum" sz="quarter" idx="12"/>
          </p:nvPr>
        </p:nvSpPr>
        <p:spPr/>
        <p:txBody>
          <a:bodyPr/>
          <a:lstStyle>
            <a:lvl1pPr algn="r">
              <a:defRPr/>
            </a:lvl1pPr>
          </a:lstStyle>
          <a:p>
            <a:fld id="{E7AF38FF-B38D-4060-8B8D-2D16AAFBAAC1}" type="slidenum">
              <a:rPr lang="en-US" smtClean="0"/>
              <a:pPr/>
              <a:t>‹#›</a:t>
            </a:fld>
            <a:endParaRPr lang="en-US"/>
          </a:p>
        </p:txBody>
      </p:sp>
    </p:spTree>
    <p:extLst>
      <p:ext uri="{BB962C8B-B14F-4D97-AF65-F5344CB8AC3E}">
        <p14:creationId xmlns:p14="http://schemas.microsoft.com/office/powerpoint/2010/main" val="36487865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a:noFill/>
          <a:ln w="9525">
            <a:noFill/>
            <a:miter lim="800000"/>
            <a:headEnd/>
            <a:tailEnd/>
          </a:ln>
        </p:spPr>
        <p:txBody>
          <a:bodyPr vert="horz" wrap="square" lIns="91440" tIns="45720" rIns="91440" bIns="45720" numCol="1" anchor="t" anchorCtr="0" compatLnSpc="1">
            <a:prstTxWarp prst="textNoShape">
              <a:avLst/>
            </a:prstTxWarp>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a:noFill/>
          <a:ln w="9525">
            <a:noFill/>
            <a:miter lim="800000"/>
            <a:headEnd/>
            <a:tailEnd/>
          </a:ln>
        </p:spPr>
        <p:txBody>
          <a:bodyPr vert="horz" wrap="square" lIns="91440" tIns="45720" rIns="91440" bIns="45720" numCol="1" anchor="t" anchorCtr="0" compatLnSpc="1">
            <a:prstTxWarp prst="textNoShape">
              <a:avLst/>
            </a:prstTxWarp>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dirty="0"/>
              <a:t>© Cognizant 2015</a:t>
            </a:r>
          </a:p>
        </p:txBody>
      </p:sp>
      <p:sp>
        <p:nvSpPr>
          <p:cNvPr id="9" name="Slide Number Placeholder 8"/>
          <p:cNvSpPr>
            <a:spLocks noGrp="1"/>
          </p:cNvSpPr>
          <p:nvPr>
            <p:ph type="sldNum" sz="quarter" idx="12"/>
          </p:nvPr>
        </p:nvSpPr>
        <p:spPr/>
        <p:txBody>
          <a:bodyPr/>
          <a:lstStyle>
            <a:lvl1pPr algn="r">
              <a:defRPr/>
            </a:lvl1pPr>
          </a:lstStyle>
          <a:p>
            <a:fld id="{E7AF38FF-B38D-4060-8B8D-2D16AAFBAAC1}" type="slidenum">
              <a:rPr lang="en-US" smtClean="0"/>
              <a:pPr/>
              <a:t>‹#›</a:t>
            </a:fld>
            <a:endParaRPr lang="en-US"/>
          </a:p>
        </p:txBody>
      </p:sp>
    </p:spTree>
    <p:extLst>
      <p:ext uri="{BB962C8B-B14F-4D97-AF65-F5344CB8AC3E}">
        <p14:creationId xmlns:p14="http://schemas.microsoft.com/office/powerpoint/2010/main" val="7149552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r>
              <a:rPr lang="en-US" dirty="0"/>
              <a:t>© Cognizant 2015</a:t>
            </a:r>
          </a:p>
        </p:txBody>
      </p:sp>
      <p:sp>
        <p:nvSpPr>
          <p:cNvPr id="5" name="Slide Number Placeholder 4"/>
          <p:cNvSpPr>
            <a:spLocks noGrp="1"/>
          </p:cNvSpPr>
          <p:nvPr>
            <p:ph type="sldNum" sz="quarter" idx="12"/>
          </p:nvPr>
        </p:nvSpPr>
        <p:spPr/>
        <p:txBody>
          <a:bodyPr/>
          <a:lstStyle>
            <a:lvl1pPr algn="r">
              <a:defRPr/>
            </a:lvl1pPr>
          </a:lstStyle>
          <a:p>
            <a:fld id="{E7AF38FF-B38D-4060-8B8D-2D16AAFBAAC1}" type="slidenum">
              <a:rPr lang="en-US" smtClean="0"/>
              <a:pPr/>
              <a:t>‹#›</a:t>
            </a:fld>
            <a:endParaRPr lang="en-US"/>
          </a:p>
        </p:txBody>
      </p:sp>
    </p:spTree>
    <p:extLst>
      <p:ext uri="{BB962C8B-B14F-4D97-AF65-F5344CB8AC3E}">
        <p14:creationId xmlns:p14="http://schemas.microsoft.com/office/powerpoint/2010/main" val="41437014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 Cognizant 2015</a:t>
            </a:r>
          </a:p>
        </p:txBody>
      </p:sp>
      <p:sp>
        <p:nvSpPr>
          <p:cNvPr id="4" name="Slide Number Placeholder 3"/>
          <p:cNvSpPr>
            <a:spLocks noGrp="1"/>
          </p:cNvSpPr>
          <p:nvPr>
            <p:ph type="sldNum" sz="quarter" idx="12"/>
          </p:nvPr>
        </p:nvSpPr>
        <p:spPr/>
        <p:txBody>
          <a:bodyPr/>
          <a:lstStyle>
            <a:lvl1pPr algn="r">
              <a:defRPr/>
            </a:lvl1pPr>
          </a:lstStyle>
          <a:p>
            <a:fld id="{E7AF38FF-B38D-4060-8B8D-2D16AAFBAAC1}" type="slidenum">
              <a:rPr lang="en-US" smtClean="0"/>
              <a:pPr/>
              <a:t>‹#›</a:t>
            </a:fld>
            <a:endParaRPr lang="en-US"/>
          </a:p>
        </p:txBody>
      </p:sp>
    </p:spTree>
    <p:extLst>
      <p:ext uri="{BB962C8B-B14F-4D97-AF65-F5344CB8AC3E}">
        <p14:creationId xmlns:p14="http://schemas.microsoft.com/office/powerpoint/2010/main" val="36413732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 Cognizant 2015</a:t>
            </a:r>
          </a:p>
        </p:txBody>
      </p:sp>
      <p:sp>
        <p:nvSpPr>
          <p:cNvPr id="6" name="Slide Number Placeholder 5"/>
          <p:cNvSpPr>
            <a:spLocks noGrp="1"/>
          </p:cNvSpPr>
          <p:nvPr>
            <p:ph type="sldNum" sz="quarter" idx="12"/>
          </p:nvPr>
        </p:nvSpPr>
        <p:spPr/>
        <p:txBody>
          <a:bodyPr/>
          <a:lstStyle>
            <a:lvl1pPr algn="r">
              <a:defRPr/>
            </a:lvl1pPr>
          </a:lstStyle>
          <a:p>
            <a:fld id="{E7AF38FF-B38D-4060-8B8D-2D16AAFBAAC1}" type="slidenum">
              <a:rPr lang="en-US" smtClean="0"/>
              <a:pPr/>
              <a:t>‹#›</a:t>
            </a:fld>
            <a:endParaRPr lang="en-US"/>
          </a:p>
        </p:txBody>
      </p:sp>
    </p:spTree>
    <p:extLst>
      <p:ext uri="{BB962C8B-B14F-4D97-AF65-F5344CB8AC3E}">
        <p14:creationId xmlns:p14="http://schemas.microsoft.com/office/powerpoint/2010/main" val="18359050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About_the_Author">
    <p:bg>
      <p:bgPr>
        <a:blipFill dpi="0" rotWithShape="0">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Rectangle 9"/>
          <p:cNvSpPr/>
          <p:nvPr userDrawn="1"/>
        </p:nvSpPr>
        <p:spPr>
          <a:xfrm>
            <a:off x="3048000" y="0"/>
            <a:ext cx="8128000" cy="571500"/>
          </a:xfrm>
          <a:prstGeom prst="rect">
            <a:avLst/>
          </a:prstGeom>
        </p:spPr>
        <p:txBody>
          <a:bodyPr vert="horz" lIns="91440" tIns="45720" rIns="91440" bIns="45720" rtlCol="0" anchor="ctr">
            <a:noAutofit/>
          </a:bodyPr>
          <a:lstStyle/>
          <a:p>
            <a:pPr lvl="0">
              <a:spcBef>
                <a:spcPct val="0"/>
              </a:spcBef>
              <a:buNone/>
            </a:pPr>
            <a:r>
              <a:rPr lang="en-US" sz="3200" b="0" dirty="0">
                <a:solidFill>
                  <a:schemeClr val="bg1"/>
                </a:solidFill>
                <a:latin typeface="Arial Rounded MT Bold" pitchFamily="34" charset="0"/>
              </a:rPr>
              <a:t>About the Author</a:t>
            </a:r>
          </a:p>
        </p:txBody>
      </p:sp>
      <p:graphicFrame>
        <p:nvGraphicFramePr>
          <p:cNvPr id="12" name="Group 81"/>
          <p:cNvGraphicFramePr>
            <a:graphicFrameLocks noGrp="1"/>
          </p:cNvGraphicFramePr>
          <p:nvPr userDrawn="1">
            <p:extLst>
              <p:ext uri="{D42A27DB-BD31-4B8C-83A1-F6EECF244321}">
                <p14:modId xmlns:p14="http://schemas.microsoft.com/office/powerpoint/2010/main" val="1548546278"/>
              </p:ext>
            </p:extLst>
          </p:nvPr>
        </p:nvGraphicFramePr>
        <p:xfrm>
          <a:off x="711200" y="2286000"/>
          <a:ext cx="10871200" cy="1828800"/>
        </p:xfrm>
        <a:graphic>
          <a:graphicData uri="http://schemas.openxmlformats.org/drawingml/2006/table">
            <a:tbl>
              <a:tblPr/>
              <a:tblGrid>
                <a:gridCol w="26416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609600">
                <a:tc>
                  <a:txBody>
                    <a:bodyPr/>
                    <a:lstStyle/>
                    <a:p>
                      <a:pPr marL="0" marR="0" lvl="0" indent="0" algn="l" defTabSz="914400" rtl="0" eaLnBrk="1" fontAlgn="base" latinLnBrk="0" hangingPunct="1">
                        <a:lnSpc>
                          <a:spcPct val="100000"/>
                        </a:lnSpc>
                        <a:spcBef>
                          <a:spcPct val="20000"/>
                        </a:spcBef>
                        <a:spcAft>
                          <a:spcPct val="0"/>
                        </a:spcAft>
                        <a:buClrTx/>
                        <a:buSzPct val="95000"/>
                        <a:buFont typeface="Wingdings" pitchFamily="2" charset="2"/>
                        <a:buNone/>
                        <a:tabLst/>
                      </a:pPr>
                      <a:r>
                        <a:rPr kumimoji="0" lang="en-US" sz="1400" b="1" i="0" u="none" strike="noStrike" cap="none" normalizeH="0" baseline="0" dirty="0">
                          <a:ln>
                            <a:noFill/>
                          </a:ln>
                          <a:solidFill>
                            <a:schemeClr val="bg1"/>
                          </a:solidFill>
                          <a:effectLst/>
                          <a:latin typeface="Arial Unicode MS" pitchFamily="34" charset="-128"/>
                          <a:ea typeface="Arial Unicode MS" pitchFamily="34" charset="-128"/>
                          <a:cs typeface="Arial Unicode MS" pitchFamily="34" charset="-128"/>
                        </a:rPr>
                        <a:t>Created By:</a:t>
                      </a:r>
                    </a:p>
                  </a:txBody>
                  <a:tcPr marL="121920" marR="121920" anchor="ctr" horzOverflow="overflow">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a:noFill/>
                    </a:lnTlToBr>
                    <a:lnBlToTr>
                      <a:noFill/>
                    </a:lnBlToTr>
                    <a:solidFill>
                      <a:schemeClr val="accent3">
                        <a:lumMod val="5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Pct val="9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L="121920" marR="121920" horzOverflow="overflow">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09600">
                <a:tc>
                  <a:txBody>
                    <a:bodyPr/>
                    <a:lstStyle/>
                    <a:p>
                      <a:pPr marL="0" marR="0" lvl="0" indent="0" algn="l" defTabSz="914400" rtl="0" eaLnBrk="1" fontAlgn="base" latinLnBrk="0" hangingPunct="1">
                        <a:lnSpc>
                          <a:spcPct val="100000"/>
                        </a:lnSpc>
                        <a:spcBef>
                          <a:spcPct val="20000"/>
                        </a:spcBef>
                        <a:spcAft>
                          <a:spcPct val="0"/>
                        </a:spcAft>
                        <a:buClrTx/>
                        <a:buSzPct val="95000"/>
                        <a:buFont typeface="Wingdings" pitchFamily="2" charset="2"/>
                        <a:buNone/>
                        <a:tabLst/>
                      </a:pPr>
                      <a:r>
                        <a:rPr kumimoji="0" lang="en-US" sz="1400" b="1" i="0" u="none" strike="noStrike" cap="none" normalizeH="0" baseline="0" dirty="0">
                          <a:ln>
                            <a:noFill/>
                          </a:ln>
                          <a:solidFill>
                            <a:schemeClr val="bg1"/>
                          </a:solidFill>
                          <a:effectLst/>
                          <a:latin typeface="Arial Unicode MS" pitchFamily="34" charset="-128"/>
                          <a:ea typeface="Arial Unicode MS" pitchFamily="34" charset="-128"/>
                          <a:cs typeface="Arial Unicode MS" pitchFamily="34" charset="-128"/>
                        </a:rPr>
                        <a:t>Credential Information:</a:t>
                      </a:r>
                    </a:p>
                  </a:txBody>
                  <a:tcPr marL="121920" marR="121920" anchor="ctr" horzOverflow="overflow">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a:noFill/>
                    </a:lnTlToBr>
                    <a:lnBlToTr>
                      <a:noFill/>
                    </a:lnBlToTr>
                    <a:solidFill>
                      <a:schemeClr val="accent3">
                        <a:lumMod val="5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Pct val="95000"/>
                        <a:buFont typeface="Wingdings" pitchFamily="2" charset="2"/>
                        <a:buNone/>
                        <a:tabLst/>
                      </a:pPr>
                      <a:r>
                        <a:rPr kumimoji="0" lang="en-US" sz="1600" b="0" i="0" u="none" strike="noStrike" cap="none" normalizeH="0" baseline="0" dirty="0">
                          <a:ln>
                            <a:noFill/>
                          </a:ln>
                          <a:solidFill>
                            <a:schemeClr val="tx1"/>
                          </a:solidFill>
                          <a:effectLst/>
                          <a:latin typeface="+mn-lt"/>
                        </a:rPr>
                        <a:t> </a:t>
                      </a:r>
                    </a:p>
                  </a:txBody>
                  <a:tcPr marL="121920" marR="121920" horzOverflow="overflow">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09600">
                <a:tc>
                  <a:txBody>
                    <a:bodyPr/>
                    <a:lstStyle/>
                    <a:p>
                      <a:pPr marL="0" marR="0" lvl="0" indent="0" algn="l" defTabSz="914400" rtl="0" eaLnBrk="1" fontAlgn="base" latinLnBrk="0" hangingPunct="1">
                        <a:lnSpc>
                          <a:spcPct val="100000"/>
                        </a:lnSpc>
                        <a:spcBef>
                          <a:spcPct val="20000"/>
                        </a:spcBef>
                        <a:spcAft>
                          <a:spcPct val="0"/>
                        </a:spcAft>
                        <a:buClrTx/>
                        <a:buSzPct val="95000"/>
                        <a:buFont typeface="Wingdings" pitchFamily="2" charset="2"/>
                        <a:buNone/>
                        <a:tabLst/>
                      </a:pPr>
                      <a:r>
                        <a:rPr kumimoji="0" lang="en-US" sz="1400" b="1" i="0" u="none" strike="noStrike" cap="none" normalizeH="0" baseline="0" dirty="0">
                          <a:ln>
                            <a:noFill/>
                          </a:ln>
                          <a:solidFill>
                            <a:schemeClr val="bg1"/>
                          </a:solidFill>
                          <a:effectLst/>
                          <a:latin typeface="Arial Unicode MS" pitchFamily="34" charset="-128"/>
                          <a:ea typeface="Arial Unicode MS" pitchFamily="34" charset="-128"/>
                          <a:cs typeface="Arial Unicode MS" pitchFamily="34" charset="-128"/>
                        </a:rPr>
                        <a:t>Version and Date:</a:t>
                      </a:r>
                    </a:p>
                  </a:txBody>
                  <a:tcPr marL="121920" marR="121920" anchor="ctr" horzOverflow="overflow">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a:noFill/>
                    </a:lnTlToBr>
                    <a:lnBlToTr>
                      <a:noFill/>
                    </a:lnBlToTr>
                    <a:solidFill>
                      <a:schemeClr val="accent3">
                        <a:lumMod val="5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Pct val="9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L="121920" marR="121920" horzOverflow="overflow">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4" name="Rectangle 13"/>
          <p:cNvSpPr/>
          <p:nvPr userDrawn="1"/>
        </p:nvSpPr>
        <p:spPr>
          <a:xfrm>
            <a:off x="2901059" y="4648203"/>
            <a:ext cx="6389891" cy="584775"/>
          </a:xfrm>
          <a:prstGeom prst="rect">
            <a:avLst/>
          </a:prstGeom>
        </p:spPr>
        <p:txBody>
          <a:bodyPr wrap="none">
            <a:spAutoFit/>
          </a:bodyPr>
          <a:lstStyle/>
          <a:p>
            <a:pPr algn="ctr">
              <a:defRPr/>
            </a:pPr>
            <a:r>
              <a:rPr lang="en-US" sz="3200" b="1" kern="10" dirty="0">
                <a:ln w="3175">
                  <a:solidFill>
                    <a:srgbClr val="92D050"/>
                  </a:solidFill>
                  <a:round/>
                  <a:headEnd/>
                  <a:tailEnd/>
                </a:ln>
                <a:solidFill>
                  <a:schemeClr val="accent3">
                    <a:lumMod val="50000"/>
                  </a:schemeClr>
                </a:solidFill>
                <a:effectLst>
                  <a:glow rad="63500">
                    <a:schemeClr val="accent3">
                      <a:lumMod val="50000"/>
                      <a:alpha val="40000"/>
                    </a:schemeClr>
                  </a:glow>
                  <a:outerShdw blurRad="50800" dist="38100" dir="2700000" algn="tl" rotWithShape="0">
                    <a:prstClr val="black">
                      <a:alpha val="40000"/>
                    </a:prstClr>
                  </a:outerShdw>
                </a:effectLst>
                <a:latin typeface="Arial Narrow" pitchFamily="34" charset="0"/>
              </a:rPr>
              <a:t>Cognizant Certified Official Curriculum</a:t>
            </a:r>
          </a:p>
        </p:txBody>
      </p:sp>
      <p:sp>
        <p:nvSpPr>
          <p:cNvPr id="16" name="Slide Number Placeholder 5"/>
          <p:cNvSpPr txBox="1">
            <a:spLocks/>
          </p:cNvSpPr>
          <p:nvPr userDrawn="1"/>
        </p:nvSpPr>
        <p:spPr>
          <a:xfrm>
            <a:off x="11480801" y="6629403"/>
            <a:ext cx="711195" cy="228597"/>
          </a:xfrm>
          <a:prstGeom prst="rect">
            <a:avLst/>
          </a:prstGeom>
        </p:spPr>
        <p:txBody>
          <a:bodyPr vert="horz" lIns="91440" tIns="45720" rIns="91440" bIns="45720" rtlCol="0" anchor="ctr"/>
          <a:lstStyle>
            <a:defPPr>
              <a:defRPr lang="en-US"/>
            </a:defPPr>
            <a:lvl1pPr marL="0" algn="r" defTabSz="914400" rtl="0" eaLnBrk="1" latinLnBrk="0" hangingPunct="1">
              <a:defRPr lang="en-US" sz="1200" kern="1200" smtClean="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7AF38FF-B38D-4060-8B8D-2D16AAFBAAC1}" type="slidenum">
              <a:rPr lang="en-US" sz="1200" smtClean="0"/>
              <a:pPr/>
              <a:t>‹#›</a:t>
            </a:fld>
            <a:endParaRPr lang="en-US" sz="1200"/>
          </a:p>
        </p:txBody>
      </p:sp>
      <p:sp>
        <p:nvSpPr>
          <p:cNvPr id="17" name="Footer Placeholder 4"/>
          <p:cNvSpPr>
            <a:spLocks noGrp="1"/>
          </p:cNvSpPr>
          <p:nvPr>
            <p:ph type="ftr" sz="quarter" idx="11"/>
          </p:nvPr>
        </p:nvSpPr>
        <p:spPr>
          <a:xfrm>
            <a:off x="9676" y="6553200"/>
            <a:ext cx="1828800" cy="228600"/>
          </a:xfrm>
        </p:spPr>
        <p:txBody>
          <a:bodyPr/>
          <a:lstStyle/>
          <a:p>
            <a:r>
              <a:rPr lang="en-US" dirty="0"/>
              <a:t>© Cognizant 2015</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cSld name="Section Separator">
    <p:bg>
      <p:bgPr>
        <a:blipFill dpi="0" rotWithShape="0">
          <a:blip r:embed="rId2" cstate="print">
            <a:lum/>
          </a:blip>
          <a:srcRect/>
          <a:stretch>
            <a:fillRect/>
          </a:stretch>
        </a:blip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 y="0"/>
            <a:ext cx="12191995" cy="6858000"/>
          </a:xfrm>
          <a:prstGeom prst="rect">
            <a:avLst/>
          </a:prstGeom>
        </p:spPr>
      </p:pic>
      <p:sp>
        <p:nvSpPr>
          <p:cNvPr id="10" name="Rectangle 9"/>
          <p:cNvSpPr/>
          <p:nvPr userDrawn="1"/>
        </p:nvSpPr>
        <p:spPr>
          <a:xfrm>
            <a:off x="0" y="5334000"/>
            <a:ext cx="9347200" cy="773668"/>
          </a:xfrm>
          <a:prstGeom prst="rect">
            <a:avLst/>
          </a:prstGeom>
          <a:solidFill>
            <a:srgbClr val="81D84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p>
        </p:txBody>
      </p:sp>
      <p:sp>
        <p:nvSpPr>
          <p:cNvPr id="4" name="Footer Placeholder 4"/>
          <p:cNvSpPr>
            <a:spLocks noGrp="1"/>
          </p:cNvSpPr>
          <p:nvPr>
            <p:ph type="ftr" sz="quarter" idx="11"/>
          </p:nvPr>
        </p:nvSpPr>
        <p:spPr>
          <a:xfrm>
            <a:off x="9676" y="6553200"/>
            <a:ext cx="1828800" cy="228600"/>
          </a:xfrm>
        </p:spPr>
        <p:txBody>
          <a:bodyPr/>
          <a:lstStyle/>
          <a:p>
            <a:r>
              <a:rPr lang="en-US" dirty="0"/>
              <a:t>© Cognizant 2015</a:t>
            </a:r>
          </a:p>
        </p:txBody>
      </p:sp>
    </p:spTree>
    <p:extLst>
      <p:ext uri="{BB962C8B-B14F-4D97-AF65-F5344CB8AC3E}">
        <p14:creationId xmlns:p14="http://schemas.microsoft.com/office/powerpoint/2010/main" val="2917831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cSld name="Course_Completion_Page">
    <p:bg>
      <p:bgPr>
        <a:blipFill dpi="0" rotWithShape="0">
          <a:blip r:embed="rId2" cstate="print">
            <a:lum/>
          </a:blip>
          <a:srcRect/>
          <a:stretch>
            <a:fillRect/>
          </a:stretch>
        </a:blipFill>
        <a:effectLst/>
      </p:bgPr>
    </p:bg>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 y="0"/>
            <a:ext cx="12191995" cy="6858000"/>
          </a:xfrm>
          <a:prstGeom prst="rect">
            <a:avLst/>
          </a:prstGeom>
        </p:spPr>
      </p:pic>
      <p:sp>
        <p:nvSpPr>
          <p:cNvPr id="9" name="Rectangle 8"/>
          <p:cNvSpPr/>
          <p:nvPr userDrawn="1"/>
        </p:nvSpPr>
        <p:spPr>
          <a:xfrm>
            <a:off x="5283201" y="4437966"/>
            <a:ext cx="6908795" cy="1353234"/>
          </a:xfrm>
          <a:prstGeom prst="rect">
            <a:avLst/>
          </a:prstGeom>
          <a:solidFill>
            <a:srgbClr val="81D8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p>
        </p:txBody>
      </p:sp>
    </p:spTree>
    <p:extLst>
      <p:ext uri="{BB962C8B-B14F-4D97-AF65-F5344CB8AC3E}">
        <p14:creationId xmlns:p14="http://schemas.microsoft.com/office/powerpoint/2010/main" val="16162789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8" name="Title 1"/>
          <p:cNvSpPr>
            <a:spLocks noGrp="1"/>
          </p:cNvSpPr>
          <p:nvPr>
            <p:ph type="title"/>
          </p:nvPr>
        </p:nvSpPr>
        <p:spPr>
          <a:xfrm>
            <a:off x="431800" y="87765"/>
            <a:ext cx="11252200" cy="668338"/>
          </a:xfrm>
        </p:spPr>
        <p:txBody>
          <a:bodyPr/>
          <a:lstStyle>
            <a:lvl1pPr>
              <a:defRPr sz="2400"/>
            </a:lvl1pPr>
          </a:lstStyle>
          <a:p>
            <a:r>
              <a:rPr lang="en-US"/>
              <a:t>Click to edit Master title style</a:t>
            </a:r>
            <a:endParaRPr lang="en-US" dirty="0"/>
          </a:p>
        </p:txBody>
      </p:sp>
      <p:sp>
        <p:nvSpPr>
          <p:cNvPr id="12" name="Content Placeholder 11"/>
          <p:cNvSpPr>
            <a:spLocks noGrp="1"/>
          </p:cNvSpPr>
          <p:nvPr>
            <p:ph sz="quarter" idx="11"/>
          </p:nvPr>
        </p:nvSpPr>
        <p:spPr>
          <a:xfrm>
            <a:off x="406400" y="971080"/>
            <a:ext cx="11277600" cy="5124920"/>
          </a:xfrm>
        </p:spPr>
        <p:txBody>
          <a:bodyPr>
            <a:normAutofit/>
          </a:bodyPr>
          <a:lstStyle>
            <a:lvl1pPr>
              <a:buFont typeface="Wingdings" pitchFamily="2" charset="2"/>
              <a:buChar char="§"/>
              <a:defRPr sz="2000"/>
            </a:lvl1pPr>
            <a:lvl2pPr>
              <a:buClr>
                <a:srgbClr val="FFC000"/>
              </a:buClr>
              <a:buFont typeface="Verdana" pitchFamily="34" charset="0"/>
              <a:buChar char="»"/>
              <a:defRPr sz="1800"/>
            </a:lvl2pPr>
            <a:lvl3pPr>
              <a:buClr>
                <a:srgbClr val="7030A0"/>
              </a:buClr>
              <a:buFont typeface="Arial" pitchFamily="34" charset="0"/>
              <a:buChar cha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p:txBody>
      </p:sp>
      <p:sp>
        <p:nvSpPr>
          <p:cNvPr id="9" name="Rectangle 42"/>
          <p:cNvSpPr>
            <a:spLocks noGrp="1" noChangeArrowheads="1"/>
          </p:cNvSpPr>
          <p:nvPr>
            <p:ph type="sldNum" sz="quarter" idx="10"/>
          </p:nvPr>
        </p:nvSpPr>
        <p:spPr>
          <a:xfrm>
            <a:off x="101599" y="6324600"/>
            <a:ext cx="924940" cy="457200"/>
          </a:xfrm>
          <a:prstGeom prst="rect">
            <a:avLst/>
          </a:prstGeom>
        </p:spPr>
        <p:txBody>
          <a:bodyPr/>
          <a:lstStyle>
            <a:lvl1pPr>
              <a:defRPr sz="1200" smtClean="0">
                <a:solidFill>
                  <a:srgbClr val="6DB23F"/>
                </a:solidFill>
              </a:defRPr>
            </a:lvl1pPr>
          </a:lstStyle>
          <a:p>
            <a:fld id="{B6F15528-21DE-4FAA-801E-634DDDAF4B2B}" type="slidenum">
              <a:rPr lang="en-US" smtClean="0">
                <a:solidFill>
                  <a:prstClr val="white"/>
                </a:solidFill>
              </a:rPr>
              <a:pPr/>
              <a:t>‹#›</a:t>
            </a:fld>
            <a:endParaRPr lang="en-US" dirty="0">
              <a:solidFill>
                <a:prstClr val="white"/>
              </a:solidFill>
            </a:endParaRPr>
          </a:p>
        </p:txBody>
      </p:sp>
    </p:spTree>
    <p:extLst>
      <p:ext uri="{BB962C8B-B14F-4D97-AF65-F5344CB8AC3E}">
        <p14:creationId xmlns:p14="http://schemas.microsoft.com/office/powerpoint/2010/main" val="35740235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ver 1 - dark layout ">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C5D98D9-078E-1B4D-9B08-C13EF3A05D22}"/>
              </a:ext>
            </a:extLst>
          </p:cNvPr>
          <p:cNvPicPr>
            <a:picLocks noChangeAspect="1"/>
          </p:cNvPicPr>
          <p:nvPr/>
        </p:nvPicPr>
        <p:blipFill rotWithShape="1">
          <a:blip r:embed="rId2">
            <a:extLst>
              <a:ext uri="{28A0092B-C50C-407E-A947-70E740481C1C}">
                <a14:useLocalDpi xmlns:a14="http://schemas.microsoft.com/office/drawing/2010/main"/>
              </a:ext>
            </a:extLst>
          </a:blip>
          <a:srcRect l="117" t="117"/>
          <a:stretch/>
        </p:blipFill>
        <p:spPr>
          <a:xfrm>
            <a:off x="0" y="-2"/>
            <a:ext cx="12192000" cy="6858003"/>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6" y="2105095"/>
            <a:ext cx="4013200" cy="1828469"/>
          </a:xfrm>
        </p:spPr>
        <p:txBody>
          <a:bodyPr anchor="b">
            <a:noAutofit/>
          </a:bodyPr>
          <a:lstStyle>
            <a:lvl1pPr algn="l">
              <a:defRPr sz="3600" b="1">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0A7EFB4-CCA6-4E89-9EF6-9F4FE5D53A94}"/>
              </a:ext>
            </a:extLst>
          </p:cNvPr>
          <p:cNvSpPr>
            <a:spLocks noGrp="1"/>
          </p:cNvSpPr>
          <p:nvPr>
            <p:ph type="subTitle" idx="1"/>
          </p:nvPr>
        </p:nvSpPr>
        <p:spPr>
          <a:xfrm>
            <a:off x="1042990" y="4187952"/>
            <a:ext cx="4014215" cy="457200"/>
          </a:xfrm>
          <a:prstGeom prst="rect">
            <a:avLst/>
          </a:prstGeom>
        </p:spPr>
        <p:txBody>
          <a:bodyPr lIns="0" tIns="0" rIns="0" bIns="0">
            <a:noAutofit/>
          </a:bodyPr>
          <a:lstStyle>
            <a:lvl1pPr marL="0" indent="0" algn="l">
              <a:buNone/>
              <a:defRPr sz="2000">
                <a:solidFill>
                  <a:schemeClr val="bg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263640"/>
            <a:ext cx="1198179" cy="365125"/>
          </a:xfrm>
          <a:prstGeom prst="rect">
            <a:avLst/>
          </a:prstGeom>
        </p:spPr>
        <p:txBody>
          <a:bodyPr/>
          <a:lstStyle>
            <a:lvl1pPr>
              <a:defRPr>
                <a:solidFill>
                  <a:schemeClr val="bg2"/>
                </a:solidFill>
              </a:defRPr>
            </a:lvl1pPr>
          </a:lstStyle>
          <a:p>
            <a:r>
              <a:rPr lang="en-US"/>
              <a:t>© Cognizant 2015</a:t>
            </a:r>
          </a:p>
        </p:txBody>
      </p:sp>
      <p:sp>
        <p:nvSpPr>
          <p:cNvPr id="11" name="Text Placeholder 2">
            <a:extLst>
              <a:ext uri="{FF2B5EF4-FFF2-40B4-BE49-F238E27FC236}">
                <a16:creationId xmlns:a16="http://schemas.microsoft.com/office/drawing/2014/main" id="{0A57A3A6-0AF3-C54A-8CB5-7EF0565FF32C}"/>
              </a:ext>
            </a:extLst>
          </p:cNvPr>
          <p:cNvSpPr>
            <a:spLocks noGrp="1"/>
          </p:cNvSpPr>
          <p:nvPr>
            <p:ph type="body" idx="12" hasCustomPrompt="1"/>
          </p:nvPr>
        </p:nvSpPr>
        <p:spPr>
          <a:xfrm>
            <a:off x="1042416" y="5289746"/>
            <a:ext cx="4013179" cy="365125"/>
          </a:xfrm>
          <a:prstGeom prst="rect">
            <a:avLst/>
          </a:prstGeom>
        </p:spPr>
        <p:txBody>
          <a:bodyPr wrap="none"/>
          <a:lstStyle>
            <a:lvl1pPr marL="0" indent="0">
              <a:buNone/>
              <a:defRPr sz="1200">
                <a:solidFill>
                  <a:schemeClr val="bg2"/>
                </a:solidFill>
              </a:defRPr>
            </a:lvl1pPr>
            <a:lvl2pPr marL="457189" indent="0">
              <a:buNone/>
              <a:defRPr>
                <a:solidFill>
                  <a:schemeClr val="bg2"/>
                </a:solidFill>
              </a:defRPr>
            </a:lvl2pPr>
            <a:lvl3pPr marL="914377" indent="0">
              <a:buNone/>
              <a:defRPr>
                <a:solidFill>
                  <a:schemeClr val="bg2"/>
                </a:solidFill>
              </a:defRPr>
            </a:lvl3pPr>
            <a:lvl4pPr marL="1371566" indent="0">
              <a:buNone/>
              <a:defRPr>
                <a:solidFill>
                  <a:schemeClr val="bg2"/>
                </a:solidFill>
              </a:defRPr>
            </a:lvl4pPr>
            <a:lvl5pPr marL="1828754" indent="0">
              <a:buNone/>
              <a:defRPr>
                <a:solidFill>
                  <a:schemeClr val="bg2"/>
                </a:solidFill>
              </a:defRPr>
            </a:lvl5pPr>
          </a:lstStyle>
          <a:p>
            <a:pPr lvl="0"/>
            <a:r>
              <a:rPr lang="en-US" dirty="0"/>
              <a:t>Click to edit date</a:t>
            </a:r>
          </a:p>
        </p:txBody>
      </p:sp>
      <p:sp>
        <p:nvSpPr>
          <p:cNvPr id="4" name="TextBox 3">
            <a:extLst>
              <a:ext uri="{FF2B5EF4-FFF2-40B4-BE49-F238E27FC236}">
                <a16:creationId xmlns:a16="http://schemas.microsoft.com/office/drawing/2014/main" id="{B0514FB0-4CED-294C-94C0-7AE48992D94A}"/>
              </a:ext>
            </a:extLst>
          </p:cNvPr>
          <p:cNvSpPr txBox="1"/>
          <p:nvPr/>
        </p:nvSpPr>
        <p:spPr>
          <a:xfrm>
            <a:off x="-1367943" y="168249"/>
            <a:ext cx="0" cy="0"/>
          </a:xfrm>
          <a:prstGeom prst="rect">
            <a:avLst/>
          </a:prstGeom>
          <a:noFill/>
        </p:spPr>
        <p:txBody>
          <a:bodyPr wrap="none" lIns="0" tIns="0" rIns="0" bIns="0" rtlCol="0">
            <a:noAutofit/>
          </a:bodyPr>
          <a:lstStyle/>
          <a:p>
            <a:pPr algn="l"/>
            <a:endParaRPr lang="en-US" sz="1600" dirty="0">
              <a:solidFill>
                <a:schemeClr val="tx2"/>
              </a:solidFill>
            </a:endParaRPr>
          </a:p>
        </p:txBody>
      </p:sp>
      <p:pic>
        <p:nvPicPr>
          <p:cNvPr id="10" name="Logo">
            <a:extLst>
              <a:ext uri="{FF2B5EF4-FFF2-40B4-BE49-F238E27FC236}">
                <a16:creationId xmlns:a16="http://schemas.microsoft.com/office/drawing/2014/main" id="{500EB0FA-ED09-2D45-A504-B05B58FC395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67679" y="381865"/>
            <a:ext cx="2067983" cy="620395"/>
          </a:xfrm>
          <a:prstGeom prst="rect">
            <a:avLst/>
          </a:prstGeom>
        </p:spPr>
      </p:pic>
      <p:pic>
        <p:nvPicPr>
          <p:cNvPr id="12" name="Picture 11">
            <a:extLst>
              <a:ext uri="{FF2B5EF4-FFF2-40B4-BE49-F238E27FC236}">
                <a16:creationId xmlns:a16="http://schemas.microsoft.com/office/drawing/2014/main" id="{A212304C-66B1-1120-5DD4-A7021E51131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0600" y="1643357"/>
            <a:ext cx="3289301" cy="374731"/>
          </a:xfrm>
          <a:prstGeom prst="rect">
            <a:avLst/>
          </a:prstGeom>
        </p:spPr>
      </p:pic>
    </p:spTree>
    <p:extLst>
      <p:ext uri="{BB962C8B-B14F-4D97-AF65-F5344CB8AC3E}">
        <p14:creationId xmlns:p14="http://schemas.microsoft.com/office/powerpoint/2010/main" val="2306441411"/>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ver 1 - light layou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B08AA51-7693-0641-B1F2-2F6BF501AFBF}"/>
              </a:ext>
            </a:extLst>
          </p:cNvPr>
          <p:cNvPicPr>
            <a:picLocks noChangeAspect="1"/>
          </p:cNvPicPr>
          <p:nvPr/>
        </p:nvPicPr>
        <p:blipFill rotWithShape="1">
          <a:blip r:embed="rId2">
            <a:extLst>
              <a:ext uri="{28A0092B-C50C-407E-A947-70E740481C1C}">
                <a14:useLocalDpi xmlns:a14="http://schemas.microsoft.com/office/drawing/2010/main"/>
              </a:ext>
            </a:extLst>
          </a:blip>
          <a:srcRect l="403" t="430" r="804" b="462"/>
          <a:stretch/>
        </p:blipFill>
        <p:spPr>
          <a:xfrm>
            <a:off x="49619" y="0"/>
            <a:ext cx="12153015"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tx2"/>
                </a:solidFill>
              </a:defRPr>
            </a:lvl1pPr>
          </a:lstStyle>
          <a:p>
            <a:r>
              <a:rPr lang="en-US"/>
              <a:t>© Cognizant 2015</a:t>
            </a:r>
          </a:p>
        </p:txBody>
      </p:sp>
      <p:sp>
        <p:nvSpPr>
          <p:cNvPr id="9" name="Title 1">
            <a:extLst>
              <a:ext uri="{FF2B5EF4-FFF2-40B4-BE49-F238E27FC236}">
                <a16:creationId xmlns:a16="http://schemas.microsoft.com/office/drawing/2014/main" id="{EE78C046-F713-7644-890D-FEC8749EF7B5}"/>
              </a:ext>
            </a:extLst>
          </p:cNvPr>
          <p:cNvSpPr>
            <a:spLocks noGrp="1"/>
          </p:cNvSpPr>
          <p:nvPr>
            <p:ph type="ctrTitle"/>
          </p:nvPr>
        </p:nvSpPr>
        <p:spPr>
          <a:xfrm>
            <a:off x="1042416" y="2105095"/>
            <a:ext cx="4013200" cy="1828469"/>
          </a:xfrm>
        </p:spPr>
        <p:txBody>
          <a:bodyPr anchor="b">
            <a:noAutofit/>
          </a:bodyPr>
          <a:lstStyle>
            <a:lvl1pPr algn="l">
              <a:defRPr sz="3600" b="1">
                <a:solidFill>
                  <a:schemeClr val="tx2"/>
                </a:solidFill>
              </a:defRPr>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6CA51294-C033-514D-B2AD-53CAA2640123}"/>
              </a:ext>
            </a:extLst>
          </p:cNvPr>
          <p:cNvSpPr>
            <a:spLocks noGrp="1"/>
          </p:cNvSpPr>
          <p:nvPr>
            <p:ph type="subTitle" idx="1"/>
          </p:nvPr>
        </p:nvSpPr>
        <p:spPr>
          <a:xfrm>
            <a:off x="1042990" y="4187952"/>
            <a:ext cx="4014215" cy="457200"/>
          </a:xfrm>
          <a:prstGeom prst="rect">
            <a:avLst/>
          </a:prstGeom>
        </p:spPr>
        <p:txBody>
          <a:bodyPr lIns="0" tIns="0" rIns="0" bIns="0">
            <a:noAutofit/>
          </a:bodyPr>
          <a:lstStyle>
            <a:lvl1pPr marL="0" indent="0" algn="l">
              <a:buNone/>
              <a:defRPr sz="2000">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14" name="Text Placeholder 2">
            <a:extLst>
              <a:ext uri="{FF2B5EF4-FFF2-40B4-BE49-F238E27FC236}">
                <a16:creationId xmlns:a16="http://schemas.microsoft.com/office/drawing/2014/main" id="{6173B359-DEFF-8445-9CA5-5D8394261A1B}"/>
              </a:ext>
            </a:extLst>
          </p:cNvPr>
          <p:cNvSpPr>
            <a:spLocks noGrp="1"/>
          </p:cNvSpPr>
          <p:nvPr>
            <p:ph type="body" idx="12" hasCustomPrompt="1"/>
          </p:nvPr>
        </p:nvSpPr>
        <p:spPr>
          <a:xfrm>
            <a:off x="1042416" y="5289746"/>
            <a:ext cx="4013179" cy="365125"/>
          </a:xfrm>
          <a:prstGeom prst="rect">
            <a:avLst/>
          </a:prstGeom>
        </p:spPr>
        <p:txBody>
          <a:bodyPr wrap="none"/>
          <a:lstStyle>
            <a:lvl1pPr marL="0" indent="0">
              <a:buNone/>
              <a:defRPr sz="1200">
                <a:solidFill>
                  <a:schemeClr val="tx1"/>
                </a:solidFill>
              </a:defRPr>
            </a:lvl1pPr>
            <a:lvl2pPr marL="457189" indent="0">
              <a:buNone/>
              <a:defRPr>
                <a:solidFill>
                  <a:schemeClr val="bg2"/>
                </a:solidFill>
              </a:defRPr>
            </a:lvl2pPr>
            <a:lvl3pPr marL="914377" indent="0">
              <a:buNone/>
              <a:defRPr>
                <a:solidFill>
                  <a:schemeClr val="bg2"/>
                </a:solidFill>
              </a:defRPr>
            </a:lvl3pPr>
            <a:lvl4pPr marL="1371566" indent="0">
              <a:buNone/>
              <a:defRPr>
                <a:solidFill>
                  <a:schemeClr val="bg2"/>
                </a:solidFill>
              </a:defRPr>
            </a:lvl4pPr>
            <a:lvl5pPr marL="1828754" indent="0">
              <a:buNone/>
              <a:defRPr>
                <a:solidFill>
                  <a:schemeClr val="bg2"/>
                </a:solidFill>
              </a:defRPr>
            </a:lvl5pPr>
          </a:lstStyle>
          <a:p>
            <a:pPr lvl="0"/>
            <a:r>
              <a:rPr lang="en-US" dirty="0"/>
              <a:t>Click to edit date</a:t>
            </a:r>
          </a:p>
        </p:txBody>
      </p:sp>
      <p:pic>
        <p:nvPicPr>
          <p:cNvPr id="16" name="Logo">
            <a:extLst>
              <a:ext uri="{FF2B5EF4-FFF2-40B4-BE49-F238E27FC236}">
                <a16:creationId xmlns:a16="http://schemas.microsoft.com/office/drawing/2014/main" id="{172F6F4F-6078-614B-9D72-235A05BE54D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72759" y="381864"/>
            <a:ext cx="2067983" cy="620395"/>
          </a:xfrm>
          <a:prstGeom prst="rect">
            <a:avLst/>
          </a:prstGeom>
        </p:spPr>
      </p:pic>
      <p:pic>
        <p:nvPicPr>
          <p:cNvPr id="4" name="Picture 3">
            <a:extLst>
              <a:ext uri="{FF2B5EF4-FFF2-40B4-BE49-F238E27FC236}">
                <a16:creationId xmlns:a16="http://schemas.microsoft.com/office/drawing/2014/main" id="{6AB0FDE3-4AD5-06C5-0E7D-9DF7ECBFCD57}"/>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90600" y="1643358"/>
            <a:ext cx="2330451" cy="265495"/>
          </a:xfrm>
          <a:prstGeom prst="rect">
            <a:avLst/>
          </a:prstGeom>
        </p:spPr>
      </p:pic>
    </p:spTree>
    <p:extLst>
      <p:ext uri="{BB962C8B-B14F-4D97-AF65-F5344CB8AC3E}">
        <p14:creationId xmlns:p14="http://schemas.microsoft.com/office/powerpoint/2010/main" val="2789351852"/>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ver 2 - dark layout">
    <p:bg>
      <p:bgRef idx="1001">
        <a:schemeClr val="bg2"/>
      </p:bgRef>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BBF4556C-7350-8344-8FD3-376E341E16C7}"/>
              </a:ext>
            </a:extLst>
          </p:cNvPr>
          <p:cNvSpPr>
            <a:spLocks noGrp="1"/>
          </p:cNvSpPr>
          <p:nvPr>
            <p:ph type="ctrTitle"/>
          </p:nvPr>
        </p:nvSpPr>
        <p:spPr>
          <a:xfrm>
            <a:off x="1499616" y="2052084"/>
            <a:ext cx="8169317" cy="1579267"/>
          </a:xfrm>
        </p:spPr>
        <p:txBody>
          <a:bodyPr anchor="b">
            <a:noAutofit/>
          </a:bodyPr>
          <a:lstStyle>
            <a:lvl1pPr algn="l">
              <a:defRPr sz="3600" b="1">
                <a:solidFill>
                  <a:schemeClr val="accent6"/>
                </a:solidFill>
              </a:defRPr>
            </a:lvl1pPr>
          </a:lstStyle>
          <a:p>
            <a:r>
              <a:rPr lang="en-US"/>
              <a:t>Click to edit Master title style</a:t>
            </a:r>
            <a:endParaRPr lang="en-US" dirty="0"/>
          </a:p>
        </p:txBody>
      </p:sp>
      <p:sp>
        <p:nvSpPr>
          <p:cNvPr id="17" name="Subtitle 2">
            <a:extLst>
              <a:ext uri="{FF2B5EF4-FFF2-40B4-BE49-F238E27FC236}">
                <a16:creationId xmlns:a16="http://schemas.microsoft.com/office/drawing/2014/main" id="{57AC9073-4735-234C-8722-537F8383011D}"/>
              </a:ext>
            </a:extLst>
          </p:cNvPr>
          <p:cNvSpPr>
            <a:spLocks noGrp="1"/>
          </p:cNvSpPr>
          <p:nvPr>
            <p:ph type="subTitle" idx="1"/>
          </p:nvPr>
        </p:nvSpPr>
        <p:spPr>
          <a:xfrm>
            <a:off x="1500191" y="3885739"/>
            <a:ext cx="8171383" cy="457200"/>
          </a:xfrm>
          <a:prstGeom prst="rect">
            <a:avLst/>
          </a:prstGeom>
        </p:spPr>
        <p:txBody>
          <a:bodyPr lIns="0" tIns="0" rIns="0" bIns="0">
            <a:noAutofit/>
          </a:bodyPr>
          <a:lstStyle>
            <a:lvl1pPr marL="0" indent="0" algn="l">
              <a:buNone/>
              <a:defRPr sz="2000">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18" name="Text Placeholder 2">
            <a:extLst>
              <a:ext uri="{FF2B5EF4-FFF2-40B4-BE49-F238E27FC236}">
                <a16:creationId xmlns:a16="http://schemas.microsoft.com/office/drawing/2014/main" id="{FBEE8D4C-39E3-9745-8EF7-EE363873ECE4}"/>
              </a:ext>
            </a:extLst>
          </p:cNvPr>
          <p:cNvSpPr>
            <a:spLocks noGrp="1"/>
          </p:cNvSpPr>
          <p:nvPr>
            <p:ph type="body" idx="12" hasCustomPrompt="1"/>
          </p:nvPr>
        </p:nvSpPr>
        <p:spPr>
          <a:xfrm>
            <a:off x="1499617" y="4987532"/>
            <a:ext cx="4013179" cy="365125"/>
          </a:xfrm>
          <a:prstGeom prst="rect">
            <a:avLst/>
          </a:prstGeom>
        </p:spPr>
        <p:txBody>
          <a:bodyPr wrap="none"/>
          <a:lstStyle>
            <a:lvl1pPr marL="0" indent="0">
              <a:buNone/>
              <a:defRPr sz="1200">
                <a:solidFill>
                  <a:schemeClr val="tx1"/>
                </a:solidFill>
              </a:defRPr>
            </a:lvl1pPr>
            <a:lvl2pPr marL="457189" indent="0">
              <a:buNone/>
              <a:defRPr>
                <a:solidFill>
                  <a:schemeClr val="bg2"/>
                </a:solidFill>
              </a:defRPr>
            </a:lvl2pPr>
            <a:lvl3pPr marL="914377" indent="0">
              <a:buNone/>
              <a:defRPr>
                <a:solidFill>
                  <a:schemeClr val="bg2"/>
                </a:solidFill>
              </a:defRPr>
            </a:lvl3pPr>
            <a:lvl4pPr marL="1371566" indent="0">
              <a:buNone/>
              <a:defRPr>
                <a:solidFill>
                  <a:schemeClr val="bg2"/>
                </a:solidFill>
              </a:defRPr>
            </a:lvl4pPr>
            <a:lvl5pPr marL="1828754" indent="0">
              <a:buNone/>
              <a:defRPr>
                <a:solidFill>
                  <a:schemeClr val="bg2"/>
                </a:solidFill>
              </a:defRPr>
            </a:lvl5pPr>
          </a:lstStyle>
          <a:p>
            <a:pPr lvl="0"/>
            <a:r>
              <a:rPr lang="en-US" dirty="0"/>
              <a:t>Click to edit date</a:t>
            </a:r>
          </a:p>
        </p:txBody>
      </p:sp>
      <p:sp>
        <p:nvSpPr>
          <p:cNvPr id="21" name="Footer Placeholder 4">
            <a:extLst>
              <a:ext uri="{FF2B5EF4-FFF2-40B4-BE49-F238E27FC236}">
                <a16:creationId xmlns:a16="http://schemas.microsoft.com/office/drawing/2014/main" id="{4242CFFB-365C-1E4A-856E-A39BC59F67DA}"/>
              </a:ext>
            </a:extLst>
          </p:cNvPr>
          <p:cNvSpPr>
            <a:spLocks noGrp="1"/>
          </p:cNvSpPr>
          <p:nvPr>
            <p:ph type="ftr" sz="quarter" idx="11"/>
          </p:nvPr>
        </p:nvSpPr>
        <p:spPr>
          <a:xfrm>
            <a:off x="1499617" y="6325194"/>
            <a:ext cx="1198179" cy="303572"/>
          </a:xfrm>
          <a:prstGeom prst="rect">
            <a:avLst/>
          </a:prstGeom>
        </p:spPr>
        <p:txBody>
          <a:bodyPr/>
          <a:lstStyle/>
          <a:p>
            <a:r>
              <a:rPr lang="en-US"/>
              <a:t>© Cognizant 2015</a:t>
            </a:r>
          </a:p>
        </p:txBody>
      </p:sp>
      <p:pic>
        <p:nvPicPr>
          <p:cNvPr id="9" name="Logo">
            <a:extLst>
              <a:ext uri="{FF2B5EF4-FFF2-40B4-BE49-F238E27FC236}">
                <a16:creationId xmlns:a16="http://schemas.microsoft.com/office/drawing/2014/main" id="{9CD10274-ED9E-6941-BC52-E5F59595701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723899" y="989146"/>
            <a:ext cx="3228343" cy="566677"/>
          </a:xfrm>
          <a:prstGeom prst="rect">
            <a:avLst/>
          </a:prstGeom>
        </p:spPr>
      </p:pic>
      <p:pic>
        <p:nvPicPr>
          <p:cNvPr id="4" name="Picture 3">
            <a:extLst>
              <a:ext uri="{FF2B5EF4-FFF2-40B4-BE49-F238E27FC236}">
                <a16:creationId xmlns:a16="http://schemas.microsoft.com/office/drawing/2014/main" id="{121AF93B-9BFB-DBC8-B972-0D25E38EA4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79733" y="1061949"/>
            <a:ext cx="4555068" cy="518932"/>
          </a:xfrm>
          <a:prstGeom prst="rect">
            <a:avLst/>
          </a:prstGeom>
        </p:spPr>
      </p:pic>
    </p:spTree>
    <p:extLst>
      <p:ext uri="{BB962C8B-B14F-4D97-AF65-F5344CB8AC3E}">
        <p14:creationId xmlns:p14="http://schemas.microsoft.com/office/powerpoint/2010/main" val="1684219100"/>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ver 2 - light layout">
    <p:bg>
      <p:bgRef idx="1001">
        <a:schemeClr val="bg2"/>
      </p:bgRef>
    </p:bg>
    <p:spTree>
      <p:nvGrpSpPr>
        <p:cNvPr id="1" name=""/>
        <p:cNvGrpSpPr/>
        <p:nvPr/>
      </p:nvGrpSpPr>
      <p:grpSpPr>
        <a:xfrm>
          <a:off x="0" y="0"/>
          <a:ext cx="0" cy="0"/>
          <a:chOff x="0" y="0"/>
          <a:chExt cx="0" cy="0"/>
        </a:xfrm>
      </p:grpSpPr>
      <p:sp>
        <p:nvSpPr>
          <p:cNvPr id="21" name="Footer Placeholder 4">
            <a:extLst>
              <a:ext uri="{FF2B5EF4-FFF2-40B4-BE49-F238E27FC236}">
                <a16:creationId xmlns:a16="http://schemas.microsoft.com/office/drawing/2014/main" id="{4242CFFB-365C-1E4A-856E-A39BC59F67DA}"/>
              </a:ext>
            </a:extLst>
          </p:cNvPr>
          <p:cNvSpPr>
            <a:spLocks noGrp="1"/>
          </p:cNvSpPr>
          <p:nvPr>
            <p:ph type="ftr" sz="quarter" idx="11"/>
          </p:nvPr>
        </p:nvSpPr>
        <p:spPr>
          <a:xfrm>
            <a:off x="1499617" y="6325194"/>
            <a:ext cx="1198179" cy="303572"/>
          </a:xfrm>
          <a:prstGeom prst="rect">
            <a:avLst/>
          </a:prstGeom>
        </p:spPr>
        <p:txBody>
          <a:bodyPr/>
          <a:lstStyle/>
          <a:p>
            <a:r>
              <a:rPr lang="en-US"/>
              <a:t>© Cognizant 2015</a:t>
            </a:r>
          </a:p>
        </p:txBody>
      </p:sp>
      <p:pic>
        <p:nvPicPr>
          <p:cNvPr id="9" name="Logo">
            <a:extLst>
              <a:ext uri="{FF2B5EF4-FFF2-40B4-BE49-F238E27FC236}">
                <a16:creationId xmlns:a16="http://schemas.microsoft.com/office/drawing/2014/main" id="{9CD10274-ED9E-6941-BC52-E5F59595701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723900" y="989146"/>
            <a:ext cx="3228341" cy="566677"/>
          </a:xfrm>
          <a:prstGeom prst="rect">
            <a:avLst/>
          </a:prstGeom>
        </p:spPr>
      </p:pic>
      <p:sp>
        <p:nvSpPr>
          <p:cNvPr id="8" name="Title 1">
            <a:extLst>
              <a:ext uri="{FF2B5EF4-FFF2-40B4-BE49-F238E27FC236}">
                <a16:creationId xmlns:a16="http://schemas.microsoft.com/office/drawing/2014/main" id="{1DE8E3D3-C194-B841-B075-DAC84FCD3889}"/>
              </a:ext>
            </a:extLst>
          </p:cNvPr>
          <p:cNvSpPr>
            <a:spLocks noGrp="1"/>
          </p:cNvSpPr>
          <p:nvPr>
            <p:ph type="ctrTitle"/>
          </p:nvPr>
        </p:nvSpPr>
        <p:spPr>
          <a:xfrm>
            <a:off x="1499616" y="2052084"/>
            <a:ext cx="8169317" cy="1579267"/>
          </a:xfrm>
        </p:spPr>
        <p:txBody>
          <a:bodyPr anchor="b">
            <a:noAutofit/>
          </a:bodyPr>
          <a:lstStyle>
            <a:lvl1pPr algn="l">
              <a:defRPr sz="3600" b="1">
                <a:solidFill>
                  <a:schemeClr val="accent3"/>
                </a:solidFill>
              </a:defRPr>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BAFE488B-546A-F04A-B54A-A8A9E81A67A0}"/>
              </a:ext>
            </a:extLst>
          </p:cNvPr>
          <p:cNvSpPr>
            <a:spLocks noGrp="1"/>
          </p:cNvSpPr>
          <p:nvPr>
            <p:ph type="subTitle" idx="1"/>
          </p:nvPr>
        </p:nvSpPr>
        <p:spPr>
          <a:xfrm>
            <a:off x="1500191" y="3885739"/>
            <a:ext cx="8171383" cy="457200"/>
          </a:xfrm>
          <a:prstGeom prst="rect">
            <a:avLst/>
          </a:prstGeom>
        </p:spPr>
        <p:txBody>
          <a:bodyPr lIns="0" tIns="0" rIns="0" bIns="0">
            <a:noAutofit/>
          </a:bodyPr>
          <a:lstStyle>
            <a:lvl1pPr marL="0" indent="0" algn="l">
              <a:buNone/>
              <a:defRPr sz="2000">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12" name="Text Placeholder 2">
            <a:extLst>
              <a:ext uri="{FF2B5EF4-FFF2-40B4-BE49-F238E27FC236}">
                <a16:creationId xmlns:a16="http://schemas.microsoft.com/office/drawing/2014/main" id="{2D785364-026C-1848-826F-235C8A0AC5F5}"/>
              </a:ext>
            </a:extLst>
          </p:cNvPr>
          <p:cNvSpPr>
            <a:spLocks noGrp="1"/>
          </p:cNvSpPr>
          <p:nvPr>
            <p:ph type="body" idx="12" hasCustomPrompt="1"/>
          </p:nvPr>
        </p:nvSpPr>
        <p:spPr>
          <a:xfrm>
            <a:off x="1499617" y="4987532"/>
            <a:ext cx="4013179" cy="365125"/>
          </a:xfrm>
          <a:prstGeom prst="rect">
            <a:avLst/>
          </a:prstGeom>
        </p:spPr>
        <p:txBody>
          <a:bodyPr wrap="none"/>
          <a:lstStyle>
            <a:lvl1pPr marL="0" indent="0">
              <a:buNone/>
              <a:defRPr sz="1200">
                <a:solidFill>
                  <a:schemeClr val="tx1"/>
                </a:solidFill>
              </a:defRPr>
            </a:lvl1pPr>
            <a:lvl2pPr marL="457189" indent="0">
              <a:buNone/>
              <a:defRPr>
                <a:solidFill>
                  <a:schemeClr val="bg2"/>
                </a:solidFill>
              </a:defRPr>
            </a:lvl2pPr>
            <a:lvl3pPr marL="914377" indent="0">
              <a:buNone/>
              <a:defRPr>
                <a:solidFill>
                  <a:schemeClr val="bg2"/>
                </a:solidFill>
              </a:defRPr>
            </a:lvl3pPr>
            <a:lvl4pPr marL="1371566" indent="0">
              <a:buNone/>
              <a:defRPr>
                <a:solidFill>
                  <a:schemeClr val="bg2"/>
                </a:solidFill>
              </a:defRPr>
            </a:lvl4pPr>
            <a:lvl5pPr marL="1828754" indent="0">
              <a:buNone/>
              <a:defRPr>
                <a:solidFill>
                  <a:schemeClr val="bg2"/>
                </a:solidFill>
              </a:defRPr>
            </a:lvl5pPr>
          </a:lstStyle>
          <a:p>
            <a:pPr lvl="0"/>
            <a:r>
              <a:rPr lang="en-US" dirty="0"/>
              <a:t>Click to edit date</a:t>
            </a:r>
          </a:p>
        </p:txBody>
      </p:sp>
      <p:pic>
        <p:nvPicPr>
          <p:cNvPr id="2" name="Picture 1">
            <a:extLst>
              <a:ext uri="{FF2B5EF4-FFF2-40B4-BE49-F238E27FC236}">
                <a16:creationId xmlns:a16="http://schemas.microsoft.com/office/drawing/2014/main" id="{C6353134-6BF9-DFD5-70C5-164F849E31B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179733" y="1061949"/>
            <a:ext cx="4555068" cy="518931"/>
          </a:xfrm>
          <a:prstGeom prst="rect">
            <a:avLst/>
          </a:prstGeom>
        </p:spPr>
      </p:pic>
    </p:spTree>
    <p:extLst>
      <p:ext uri="{BB962C8B-B14F-4D97-AF65-F5344CB8AC3E}">
        <p14:creationId xmlns:p14="http://schemas.microsoft.com/office/powerpoint/2010/main" val="139718363"/>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BF505-C9D5-403B-9D3B-321A20493A1A}"/>
              </a:ext>
            </a:extLst>
          </p:cNvPr>
          <p:cNvSpPr>
            <a:spLocks noGrp="1"/>
          </p:cNvSpPr>
          <p:nvPr>
            <p:ph type="title" hasCustomPrompt="1"/>
          </p:nvPr>
        </p:nvSpPr>
        <p:spPr/>
        <p:txBody>
          <a:bodyPr/>
          <a:lstStyle>
            <a:lvl1pPr marL="0" indent="0">
              <a:buClr>
                <a:schemeClr val="accent3"/>
              </a:buClr>
              <a:buFont typeface="+mj-lt"/>
              <a:buNone/>
              <a:defRPr>
                <a:solidFill>
                  <a:schemeClr val="tx1"/>
                </a:solidFill>
              </a:defRPr>
            </a:lvl1pPr>
          </a:lstStyle>
          <a:p>
            <a:r>
              <a:rPr lang="en-US" dirty="0"/>
              <a:t>Click to edit TOC Master title style</a:t>
            </a:r>
          </a:p>
        </p:txBody>
      </p:sp>
      <p:sp>
        <p:nvSpPr>
          <p:cNvPr id="5" name="Footer Placeholder 4">
            <a:extLst>
              <a:ext uri="{FF2B5EF4-FFF2-40B4-BE49-F238E27FC236}">
                <a16:creationId xmlns:a16="http://schemas.microsoft.com/office/drawing/2014/main" id="{343522F2-32CA-4802-9320-A58D8A6DF4C2}"/>
              </a:ext>
            </a:extLst>
          </p:cNvPr>
          <p:cNvSpPr>
            <a:spLocks noGrp="1"/>
          </p:cNvSpPr>
          <p:nvPr>
            <p:ph type="ftr" sz="quarter" idx="11"/>
          </p:nvPr>
        </p:nvSpPr>
        <p:spPr>
          <a:xfrm>
            <a:off x="1042417" y="6325194"/>
            <a:ext cx="1198179" cy="303572"/>
          </a:xfrm>
          <a:prstGeom prst="rect">
            <a:avLst/>
          </a:prstGeom>
        </p:spPr>
        <p:txBody>
          <a:bodyPr/>
          <a:lstStyle>
            <a:lvl1pPr>
              <a:defRPr>
                <a:solidFill>
                  <a:schemeClr val="tx1"/>
                </a:solidFill>
              </a:defRPr>
            </a:lvl1pPr>
          </a:lstStyle>
          <a:p>
            <a:r>
              <a:rPr lang="en-US"/>
              <a:t>© Cognizant 2015</a:t>
            </a:r>
          </a:p>
        </p:txBody>
      </p:sp>
      <p:sp>
        <p:nvSpPr>
          <p:cNvPr id="6" name="Slide Number Placeholder 5">
            <a:extLst>
              <a:ext uri="{FF2B5EF4-FFF2-40B4-BE49-F238E27FC236}">
                <a16:creationId xmlns:a16="http://schemas.microsoft.com/office/drawing/2014/main" id="{F5B500E8-DB39-442F-AD4A-610EB529CDB1}"/>
              </a:ext>
            </a:extLst>
          </p:cNvPr>
          <p:cNvSpPr>
            <a:spLocks noGrp="1"/>
          </p:cNvSpPr>
          <p:nvPr>
            <p:ph type="sldNum" sz="quarter" idx="12"/>
          </p:nvPr>
        </p:nvSpPr>
        <p:spPr>
          <a:xfrm>
            <a:off x="457201" y="6325299"/>
            <a:ext cx="352097" cy="304100"/>
          </a:xfrm>
          <a:prstGeom prst="rect">
            <a:avLst/>
          </a:prstGeom>
        </p:spPr>
        <p:txBody>
          <a:bodyPr/>
          <a:lstStyle>
            <a:lvl1pPr>
              <a:defRPr>
                <a:solidFill>
                  <a:schemeClr val="tx1"/>
                </a:solidFill>
              </a:defRPr>
            </a:lvl1pPr>
          </a:lstStyle>
          <a:p>
            <a:pPr algn="r"/>
            <a:fld id="{E7AF38FF-B38D-4060-8B8D-2D16AAFBAAC1}" type="slidenum">
              <a:rPr lang="en-US" smtClean="0"/>
              <a:pPr algn="r"/>
              <a:t>‹#›</a:t>
            </a:fld>
            <a:endParaRPr lang="en-US"/>
          </a:p>
        </p:txBody>
      </p:sp>
      <p:sp>
        <p:nvSpPr>
          <p:cNvPr id="7" name="Content Placeholder 3">
            <a:extLst>
              <a:ext uri="{FF2B5EF4-FFF2-40B4-BE49-F238E27FC236}">
                <a16:creationId xmlns:a16="http://schemas.microsoft.com/office/drawing/2014/main" id="{81757621-CF57-B04A-880F-50800569DC7D}"/>
              </a:ext>
            </a:extLst>
          </p:cNvPr>
          <p:cNvSpPr>
            <a:spLocks noGrp="1"/>
          </p:cNvSpPr>
          <p:nvPr>
            <p:ph sz="half" idx="2"/>
          </p:nvPr>
        </p:nvSpPr>
        <p:spPr>
          <a:xfrm>
            <a:off x="457200" y="1700785"/>
            <a:ext cx="11368088" cy="3959081"/>
          </a:xfrm>
          <a:prstGeom prst="rect">
            <a:avLst/>
          </a:prstGeom>
        </p:spPr>
        <p:txBody>
          <a:bodyPr/>
          <a:lstStyle>
            <a:lvl1pPr marL="457189" indent="-457189">
              <a:lnSpc>
                <a:spcPct val="100000"/>
              </a:lnSpc>
              <a:buFont typeface="+mj-lt"/>
              <a:buAutoNum type="arabicPeriod"/>
              <a:tabLst/>
              <a:defRPr sz="1800">
                <a:solidFill>
                  <a:schemeClr val="tx1"/>
                </a:solidFill>
              </a:defRPr>
            </a:lvl1pPr>
            <a:lvl2pPr marL="690545" indent="-230182">
              <a:lnSpc>
                <a:spcPct val="100000"/>
              </a:lnSpc>
              <a:buFont typeface="Arial" panose="020B0604020202020204" pitchFamily="34" charset="0"/>
              <a:buChar char="•"/>
              <a:tabLst/>
              <a:defRPr sz="1800">
                <a:solidFill>
                  <a:schemeClr val="tx1"/>
                </a:solidFill>
              </a:defRPr>
            </a:lvl2pPr>
            <a:lvl3pPr marL="976289" indent="-230182">
              <a:lnSpc>
                <a:spcPct val="100000"/>
              </a:lnSpc>
              <a:buFont typeface="Cambria" panose="02040503050406030204" pitchFamily="18" charset="0"/>
              <a:buChar char="⎻"/>
              <a:tabLst/>
              <a:defRPr sz="1800">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pic>
        <p:nvPicPr>
          <p:cNvPr id="9" name="Picture 8">
            <a:extLst>
              <a:ext uri="{FF2B5EF4-FFF2-40B4-BE49-F238E27FC236}">
                <a16:creationId xmlns:a16="http://schemas.microsoft.com/office/drawing/2014/main" id="{2D4D26F9-1077-4443-A17C-B4C76A2FF60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3" name="Picture 2">
            <a:extLst>
              <a:ext uri="{FF2B5EF4-FFF2-40B4-BE49-F238E27FC236}">
                <a16:creationId xmlns:a16="http://schemas.microsoft.com/office/drawing/2014/main" id="{BC993F8F-318A-E49E-F121-8CA6DC99985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99300" y="291347"/>
            <a:ext cx="2152968" cy="245275"/>
          </a:xfrm>
          <a:prstGeom prst="rect">
            <a:avLst/>
          </a:prstGeom>
        </p:spPr>
      </p:pic>
    </p:spTree>
    <p:extLst>
      <p:ext uri="{BB962C8B-B14F-4D97-AF65-F5344CB8AC3E}">
        <p14:creationId xmlns:p14="http://schemas.microsoft.com/office/powerpoint/2010/main" val="1989258488"/>
      </p:ext>
    </p:extLst>
  </p:cSld>
  <p:clrMapOvr>
    <a:overrideClrMapping bg1="dk1" tx1="lt1" bg2="dk2" tx2="lt2" accent1="accent1" accent2="accent2" accent3="accent3" accent4="accent4" accent5="accent5" accent6="accent6" hlink="hlink" folHlink="folHlink"/>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losing">
    <p:bg>
      <p:bgRef idx="1001">
        <a:schemeClr val="bg2"/>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0EC9DA8-4888-CD46-8867-018922635CC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902201" y="-16933"/>
            <a:ext cx="7307799" cy="6874933"/>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8" y="1903672"/>
            <a:ext cx="6053327" cy="1846659"/>
          </a:xfrm>
        </p:spPr>
        <p:txBody>
          <a:bodyPr wrap="square" anchor="ctr" anchorCtr="0">
            <a:spAutoFit/>
          </a:bodyPr>
          <a:lstStyle>
            <a:lvl1pPr algn="l">
              <a:defRPr sz="6000" b="1">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tx1"/>
                </a:solidFill>
              </a:defRPr>
            </a:lvl1pPr>
          </a:lstStyle>
          <a:p>
            <a:r>
              <a:rPr lang="en-US"/>
              <a:t>© Cognizant 2015</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tx1"/>
                </a:solidFill>
              </a:defRPr>
            </a:lvl1pPr>
          </a:lstStyle>
          <a:p>
            <a:pPr algn="r"/>
            <a:fld id="{E7AF38FF-B38D-4060-8B8D-2D16AAFBAAC1}" type="slidenum">
              <a:rPr lang="en-US" smtClean="0"/>
              <a:pPr algn="r"/>
              <a:t>‹#›</a:t>
            </a:fld>
            <a:endParaRPr lang="en-US"/>
          </a:p>
        </p:txBody>
      </p:sp>
      <p:sp>
        <p:nvSpPr>
          <p:cNvPr id="14" name="Text Placeholder 12">
            <a:extLst>
              <a:ext uri="{FF2B5EF4-FFF2-40B4-BE49-F238E27FC236}">
                <a16:creationId xmlns:a16="http://schemas.microsoft.com/office/drawing/2014/main" id="{C7BDEB1A-BAD0-BF40-B60C-ADBD28409201}"/>
              </a:ext>
            </a:extLst>
          </p:cNvPr>
          <p:cNvSpPr>
            <a:spLocks noGrp="1"/>
          </p:cNvSpPr>
          <p:nvPr>
            <p:ph type="body" sz="quarter" idx="13"/>
          </p:nvPr>
        </p:nvSpPr>
        <p:spPr>
          <a:xfrm>
            <a:off x="1041400" y="3897548"/>
            <a:ext cx="6053323" cy="1295400"/>
          </a:xfrm>
          <a:prstGeom prst="rect">
            <a:avLst/>
          </a:prstGeom>
        </p:spPr>
        <p:txBody>
          <a:bodyPr/>
          <a:lstStyle/>
          <a:p>
            <a:pPr lvl="0"/>
            <a:r>
              <a:rPr lang="en-US"/>
              <a:t>Click to edit Master text styles</a:t>
            </a:r>
          </a:p>
        </p:txBody>
      </p:sp>
      <p:pic>
        <p:nvPicPr>
          <p:cNvPr id="11" name="Logo">
            <a:extLst>
              <a:ext uri="{FF2B5EF4-FFF2-40B4-BE49-F238E27FC236}">
                <a16:creationId xmlns:a16="http://schemas.microsoft.com/office/drawing/2014/main" id="{3255087C-F40D-2E4F-A55B-4F9057EEE57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72759" y="381864"/>
            <a:ext cx="2067983" cy="620395"/>
          </a:xfrm>
          <a:prstGeom prst="rect">
            <a:avLst/>
          </a:prstGeom>
        </p:spPr>
      </p:pic>
      <p:pic>
        <p:nvPicPr>
          <p:cNvPr id="4" name="Picture 3">
            <a:extLst>
              <a:ext uri="{FF2B5EF4-FFF2-40B4-BE49-F238E27FC236}">
                <a16:creationId xmlns:a16="http://schemas.microsoft.com/office/drawing/2014/main" id="{F8AB5934-A26E-90AB-75E0-11603F747A0F}"/>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74756" y="1611579"/>
            <a:ext cx="4060795" cy="462621"/>
          </a:xfrm>
          <a:prstGeom prst="rect">
            <a:avLst/>
          </a:prstGeom>
        </p:spPr>
      </p:pic>
    </p:spTree>
    <p:extLst>
      <p:ext uri="{BB962C8B-B14F-4D97-AF65-F5344CB8AC3E}">
        <p14:creationId xmlns:p14="http://schemas.microsoft.com/office/powerpoint/2010/main" val="1182367427"/>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Divider 1 - gradient 1">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p:nvPicPr>
        <p:blipFill rotWithShape="1">
          <a:blip r:embed="rId2" cstate="hqprint">
            <a:extLst>
              <a:ext uri="{28A0092B-C50C-407E-A947-70E740481C1C}">
                <a14:useLocalDpi xmlns:a14="http://schemas.microsoft.com/office/drawing/2010/main"/>
              </a:ext>
            </a:extLst>
          </a:blip>
          <a:srcRect l="337" t="337"/>
          <a:stretch/>
        </p:blipFill>
        <p:spPr>
          <a:xfrm>
            <a:off x="0" y="0"/>
            <a:ext cx="12192000" cy="6858000"/>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2"/>
                </a:solidFill>
              </a:defRPr>
            </a:lvl1pPr>
          </a:lstStyle>
          <a:p>
            <a:r>
              <a:rPr lang="en-US"/>
              <a:t>© Cognizant 2015</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2"/>
                </a:solidFill>
              </a:defRPr>
            </a:lvl1pPr>
          </a:lstStyle>
          <a:p>
            <a:pPr algn="r"/>
            <a:fld id="{E7AF38FF-B38D-4060-8B8D-2D16AAFBAAC1}" type="slidenum">
              <a:rPr lang="en-US" smtClean="0"/>
              <a:pPr algn="r"/>
              <a:t>‹#›</a:t>
            </a:fld>
            <a:endParaRPr lang="en-US"/>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3"/>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11" name="Picture 5">
            <a:extLst>
              <a:ext uri="{FF2B5EF4-FFF2-40B4-BE49-F238E27FC236}">
                <a16:creationId xmlns:a16="http://schemas.microsoft.com/office/drawing/2014/main" id="{59C228D1-6A04-314E-AC72-C1145412222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F3D822E1-FE5F-B452-5DAE-DC0F0E349D12}"/>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672321" y="299665"/>
            <a:ext cx="2079948" cy="236955"/>
          </a:xfrm>
          <a:prstGeom prst="rect">
            <a:avLst/>
          </a:prstGeom>
        </p:spPr>
      </p:pic>
    </p:spTree>
    <p:extLst>
      <p:ext uri="{BB962C8B-B14F-4D97-AF65-F5344CB8AC3E}">
        <p14:creationId xmlns:p14="http://schemas.microsoft.com/office/powerpoint/2010/main" val="1918759189"/>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ivider 1 - gradient 2">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1"/>
                </a:solidFill>
              </a:defRPr>
            </a:lvl1pPr>
          </a:lstStyle>
          <a:p>
            <a:r>
              <a:rPr lang="en-US"/>
              <a:t>© Cognizant 2015</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1"/>
                </a:solidFill>
              </a:defRPr>
            </a:lvl1pPr>
          </a:lstStyle>
          <a:p>
            <a:pPr algn="r"/>
            <a:fld id="{E7AF38FF-B38D-4060-8B8D-2D16AAFBAAC1}" type="slidenum">
              <a:rPr lang="en-US" smtClean="0"/>
              <a:pPr algn="r"/>
              <a:t>‹#›</a:t>
            </a:fld>
            <a:endParaRPr lang="en-US"/>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3"/>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9" name="Picture 5">
            <a:extLst>
              <a:ext uri="{FF2B5EF4-FFF2-40B4-BE49-F238E27FC236}">
                <a16:creationId xmlns:a16="http://schemas.microsoft.com/office/drawing/2014/main" id="{D0F15C86-2BE4-DF46-883D-1A499451924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06033A01-9A20-FA3A-65AD-A11091DC9A8F}"/>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672321" y="299665"/>
            <a:ext cx="2079948" cy="236955"/>
          </a:xfrm>
          <a:prstGeom prst="rect">
            <a:avLst/>
          </a:prstGeom>
        </p:spPr>
      </p:pic>
    </p:spTree>
    <p:extLst>
      <p:ext uri="{BB962C8B-B14F-4D97-AF65-F5344CB8AC3E}">
        <p14:creationId xmlns:p14="http://schemas.microsoft.com/office/powerpoint/2010/main" val="887789857"/>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Divider 1 - gradient 3">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 y="-5693"/>
            <a:ext cx="12202121" cy="6863693"/>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1"/>
                </a:solidFill>
              </a:defRPr>
            </a:lvl1pPr>
          </a:lstStyle>
          <a:p>
            <a:r>
              <a:rPr lang="en-US"/>
              <a:t>© Cognizant 2015</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1"/>
                </a:solidFill>
              </a:defRPr>
            </a:lvl1pPr>
          </a:lstStyle>
          <a:p>
            <a:pPr algn="r"/>
            <a:fld id="{E7AF38FF-B38D-4060-8B8D-2D16AAFBAAC1}" type="slidenum">
              <a:rPr lang="en-US" smtClean="0"/>
              <a:pPr algn="r"/>
              <a:t>‹#›</a:t>
            </a:fld>
            <a:endParaRPr lang="en-US"/>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3"/>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9" name="Picture 5">
            <a:extLst>
              <a:ext uri="{FF2B5EF4-FFF2-40B4-BE49-F238E27FC236}">
                <a16:creationId xmlns:a16="http://schemas.microsoft.com/office/drawing/2014/main" id="{62FFB9D1-0873-894C-8D31-DBAD9B4DD02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F95DA384-8066-CBB9-8393-7C5A5B46203A}"/>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672321" y="299665"/>
            <a:ext cx="2079948" cy="236955"/>
          </a:xfrm>
          <a:prstGeom prst="rect">
            <a:avLst/>
          </a:prstGeom>
        </p:spPr>
      </p:pic>
    </p:spTree>
    <p:extLst>
      <p:ext uri="{BB962C8B-B14F-4D97-AF65-F5344CB8AC3E}">
        <p14:creationId xmlns:p14="http://schemas.microsoft.com/office/powerpoint/2010/main" val="1455692242"/>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Divider 2 - gradient 1">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5010" t="10638" r="15648"/>
          <a:stretch/>
        </p:blipFill>
        <p:spPr>
          <a:xfrm>
            <a:off x="0" y="0"/>
            <a:ext cx="12192000" cy="6866021"/>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1"/>
                </a:solidFill>
              </a:defRPr>
            </a:lvl1pPr>
          </a:lstStyle>
          <a:p>
            <a:r>
              <a:rPr lang="en-US"/>
              <a:t>© Cognizant 2015</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1"/>
                </a:solidFill>
              </a:defRPr>
            </a:lvl1pPr>
          </a:lstStyle>
          <a:p>
            <a:pPr algn="r"/>
            <a:fld id="{E7AF38FF-B38D-4060-8B8D-2D16AAFBAAC1}" type="slidenum">
              <a:rPr lang="en-US" smtClean="0"/>
              <a:pPr algn="r"/>
              <a:t>‹#›</a:t>
            </a:fld>
            <a:endParaRPr lang="en-US"/>
          </a:p>
        </p:txBody>
      </p:sp>
      <p:sp>
        <p:nvSpPr>
          <p:cNvPr id="14" name="Title 1">
            <a:extLst>
              <a:ext uri="{FF2B5EF4-FFF2-40B4-BE49-F238E27FC236}">
                <a16:creationId xmlns:a16="http://schemas.microsoft.com/office/drawing/2014/main" id="{740E8CFD-9DDE-024A-8B25-06FBC426124E}"/>
              </a:ext>
            </a:extLst>
          </p:cNvPr>
          <p:cNvSpPr>
            <a:spLocks noGrp="1"/>
          </p:cNvSpPr>
          <p:nvPr>
            <p:ph type="ctrTitle" hasCustomPrompt="1"/>
          </p:nvPr>
        </p:nvSpPr>
        <p:spPr>
          <a:xfrm>
            <a:off x="1042417" y="1812210"/>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dirty="0"/>
              <a:t>Click to edit Master title style, copy can go here on a few lines</a:t>
            </a:r>
          </a:p>
        </p:txBody>
      </p:sp>
      <p:pic>
        <p:nvPicPr>
          <p:cNvPr id="10" name="Picture 8">
            <a:extLst>
              <a:ext uri="{FF2B5EF4-FFF2-40B4-BE49-F238E27FC236}">
                <a16:creationId xmlns:a16="http://schemas.microsoft.com/office/drawing/2014/main" id="{03B841D5-E729-0B48-838D-EA94F2CCBBD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82017727-041F-8041-F2AF-6D03315B2C5D}"/>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9599300" y="291345"/>
            <a:ext cx="2152968" cy="245275"/>
          </a:xfrm>
          <a:prstGeom prst="rect">
            <a:avLst/>
          </a:prstGeom>
        </p:spPr>
      </p:pic>
    </p:spTree>
    <p:extLst>
      <p:ext uri="{BB962C8B-B14F-4D97-AF65-F5344CB8AC3E}">
        <p14:creationId xmlns:p14="http://schemas.microsoft.com/office/powerpoint/2010/main" val="1124306495"/>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Divider 2 - gradient 2">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9098" r="11765" b="30863"/>
          <a:stretch/>
        </p:blipFill>
        <p:spPr>
          <a:xfrm>
            <a:off x="0" y="0"/>
            <a:ext cx="12192000" cy="6914147"/>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1"/>
                </a:solidFill>
              </a:defRPr>
            </a:lvl1pPr>
          </a:lstStyle>
          <a:p>
            <a:r>
              <a:rPr lang="en-US"/>
              <a:t>© Cognizant 2015</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1"/>
                </a:solidFill>
              </a:defRPr>
            </a:lvl1pPr>
          </a:lstStyle>
          <a:p>
            <a:pPr algn="r"/>
            <a:fld id="{E7AF38FF-B38D-4060-8B8D-2D16AAFBAAC1}" type="slidenum">
              <a:rPr lang="en-US" smtClean="0"/>
              <a:pPr algn="r"/>
              <a:t>‹#›</a:t>
            </a:fld>
            <a:endParaRPr lang="en-US"/>
          </a:p>
        </p:txBody>
      </p:sp>
      <p:sp>
        <p:nvSpPr>
          <p:cNvPr id="15" name="Title 1">
            <a:extLst>
              <a:ext uri="{FF2B5EF4-FFF2-40B4-BE49-F238E27FC236}">
                <a16:creationId xmlns:a16="http://schemas.microsoft.com/office/drawing/2014/main" id="{B6550D2D-C709-0F4A-847A-CB0BEE38C330}"/>
              </a:ext>
            </a:extLst>
          </p:cNvPr>
          <p:cNvSpPr>
            <a:spLocks noGrp="1"/>
          </p:cNvSpPr>
          <p:nvPr>
            <p:ph type="ctrTitle" hasCustomPrompt="1"/>
          </p:nvPr>
        </p:nvSpPr>
        <p:spPr>
          <a:xfrm>
            <a:off x="1042417" y="1812210"/>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dirty="0"/>
              <a:t>Click to edit Master title style, copy can go here on a few lines</a:t>
            </a:r>
          </a:p>
        </p:txBody>
      </p:sp>
      <p:pic>
        <p:nvPicPr>
          <p:cNvPr id="10" name="Picture 8">
            <a:extLst>
              <a:ext uri="{FF2B5EF4-FFF2-40B4-BE49-F238E27FC236}">
                <a16:creationId xmlns:a16="http://schemas.microsoft.com/office/drawing/2014/main" id="{B41B291C-6CE8-F14B-BD0E-B1C3E37430B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0B45C99C-BFD5-59DF-6BB7-382A55EA1BB9}"/>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9599300" y="291345"/>
            <a:ext cx="2152968" cy="245275"/>
          </a:xfrm>
          <a:prstGeom prst="rect">
            <a:avLst/>
          </a:prstGeom>
        </p:spPr>
      </p:pic>
    </p:spTree>
    <p:extLst>
      <p:ext uri="{BB962C8B-B14F-4D97-AF65-F5344CB8AC3E}">
        <p14:creationId xmlns:p14="http://schemas.microsoft.com/office/powerpoint/2010/main" val="3948889204"/>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Divider 2 - gradient 3">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7923" t="14335" r="14839" b="41847"/>
          <a:stretch/>
        </p:blipFill>
        <p:spPr>
          <a:xfrm>
            <a:off x="-1" y="-1"/>
            <a:ext cx="12215813" cy="6930191"/>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tx2"/>
                </a:solidFill>
              </a:defRPr>
            </a:lvl1pPr>
          </a:lstStyle>
          <a:p>
            <a:r>
              <a:rPr lang="en-US"/>
              <a:t>© Cognizant 2015</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tx2"/>
                </a:solidFill>
              </a:defRPr>
            </a:lvl1pPr>
          </a:lstStyle>
          <a:p>
            <a:pPr algn="r"/>
            <a:fld id="{E7AF38FF-B38D-4060-8B8D-2D16AAFBAAC1}" type="slidenum">
              <a:rPr lang="en-US" smtClean="0"/>
              <a:pPr algn="r"/>
              <a:t>‹#›</a:t>
            </a:fld>
            <a:endParaRPr lang="en-US"/>
          </a:p>
        </p:txBody>
      </p:sp>
      <p:sp>
        <p:nvSpPr>
          <p:cNvPr id="11" name="Title 1">
            <a:extLst>
              <a:ext uri="{FF2B5EF4-FFF2-40B4-BE49-F238E27FC236}">
                <a16:creationId xmlns:a16="http://schemas.microsoft.com/office/drawing/2014/main" id="{AFC705F0-5703-9D4B-88FE-DB399EC06DE1}"/>
              </a:ext>
            </a:extLst>
          </p:cNvPr>
          <p:cNvSpPr>
            <a:spLocks noGrp="1"/>
          </p:cNvSpPr>
          <p:nvPr>
            <p:ph type="ctrTitle" hasCustomPrompt="1"/>
          </p:nvPr>
        </p:nvSpPr>
        <p:spPr>
          <a:xfrm>
            <a:off x="1042417" y="1812210"/>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dirty="0"/>
              <a:t>Click to edit Master title style, copy can go here on a few lines</a:t>
            </a:r>
          </a:p>
        </p:txBody>
      </p:sp>
      <p:pic>
        <p:nvPicPr>
          <p:cNvPr id="9" name="Picture 5">
            <a:extLst>
              <a:ext uri="{FF2B5EF4-FFF2-40B4-BE49-F238E27FC236}">
                <a16:creationId xmlns:a16="http://schemas.microsoft.com/office/drawing/2014/main" id="{60840CD1-0279-BD46-8F25-1989D92D033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D54D227-27D9-8D0B-5823-2759C913F812}"/>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724914021"/>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riple divide - gradient 1">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7729644-34C5-1543-86E0-550EBEFDAD2B}"/>
              </a:ext>
            </a:extLst>
          </p:cNvPr>
          <p:cNvPicPr>
            <a:picLocks noChangeAspect="1"/>
          </p:cNvPicPr>
          <p:nvPr/>
        </p:nvPicPr>
        <p:blipFill rotWithShape="1">
          <a:blip r:embed="rId2">
            <a:extLst>
              <a:ext uri="{28A0092B-C50C-407E-A947-70E740481C1C}">
                <a14:useLocalDpi xmlns:a14="http://schemas.microsoft.com/office/drawing/2010/main" val="0"/>
              </a:ext>
            </a:extLst>
          </a:blip>
          <a:srcRect l="15012" t="20936" r="6388" b="390"/>
          <a:stretch/>
        </p:blipFill>
        <p:spPr>
          <a:xfrm>
            <a:off x="11577" y="0"/>
            <a:ext cx="12180425" cy="6858000"/>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Cognizant 2015</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pPr algn="r"/>
            <a:fld id="{E7AF38FF-B38D-4060-8B8D-2D16AAFBAAC1}" type="slidenum">
              <a:rPr lang="en-US" smtClean="0"/>
              <a:pPr algn="r"/>
              <a:t>‹#›</a:t>
            </a:fld>
            <a:endParaRPr lang="en-US"/>
          </a:p>
        </p:txBody>
      </p:sp>
      <p:pic>
        <p:nvPicPr>
          <p:cNvPr id="8" name="Picture 8">
            <a:extLst>
              <a:ext uri="{FF2B5EF4-FFF2-40B4-BE49-F238E27FC236}">
                <a16:creationId xmlns:a16="http://schemas.microsoft.com/office/drawing/2014/main" id="{E2C8F4C0-B128-9B4A-A493-3A158A484A8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F1C83AEF-A41E-F3A5-41A0-A34DD19D6D71}"/>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599300" y="291345"/>
            <a:ext cx="2152968" cy="245275"/>
          </a:xfrm>
          <a:prstGeom prst="rect">
            <a:avLst/>
          </a:prstGeom>
        </p:spPr>
      </p:pic>
    </p:spTree>
    <p:extLst>
      <p:ext uri="{BB962C8B-B14F-4D97-AF65-F5344CB8AC3E}">
        <p14:creationId xmlns:p14="http://schemas.microsoft.com/office/powerpoint/2010/main" val="1079884002"/>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riple divide - gradient 2">
    <p:bg>
      <p:bgRef idx="1001">
        <a:schemeClr val="bg2"/>
      </p:bgRef>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B358EE7-FC7D-E843-AF2C-8D996FE3471B}"/>
              </a:ext>
            </a:extLst>
          </p:cNvPr>
          <p:cNvPicPr>
            <a:picLocks noChangeAspect="1"/>
          </p:cNvPicPr>
          <p:nvPr/>
        </p:nvPicPr>
        <p:blipFill rotWithShape="1">
          <a:blip r:embed="rId2">
            <a:extLst>
              <a:ext uri="{28A0092B-C50C-407E-A947-70E740481C1C}">
                <a14:useLocalDpi xmlns:a14="http://schemas.microsoft.com/office/drawing/2010/main" val="0"/>
              </a:ext>
            </a:extLst>
          </a:blip>
          <a:srcRect l="14690" t="21108" r="6420"/>
          <a:stretch/>
        </p:blipFill>
        <p:spPr>
          <a:xfrm>
            <a:off x="0" y="0"/>
            <a:ext cx="12192000" cy="6858000"/>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Cognizant 2015</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pPr algn="r"/>
            <a:fld id="{E7AF38FF-B38D-4060-8B8D-2D16AAFBAAC1}" type="slidenum">
              <a:rPr lang="en-US" smtClean="0"/>
              <a:pPr algn="r"/>
              <a:t>‹#›</a:t>
            </a:fld>
            <a:endParaRPr lang="en-US"/>
          </a:p>
        </p:txBody>
      </p:sp>
      <p:pic>
        <p:nvPicPr>
          <p:cNvPr id="6" name="Picture 8">
            <a:extLst>
              <a:ext uri="{FF2B5EF4-FFF2-40B4-BE49-F238E27FC236}">
                <a16:creationId xmlns:a16="http://schemas.microsoft.com/office/drawing/2014/main" id="{BEC0577B-E1A3-BB47-B7CB-EBF6A2B0F9A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A8937E25-B6F8-1610-09E3-7DE75BDF045B}"/>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599300" y="291345"/>
            <a:ext cx="2152968" cy="245275"/>
          </a:xfrm>
          <a:prstGeom prst="rect">
            <a:avLst/>
          </a:prstGeom>
        </p:spPr>
      </p:pic>
    </p:spTree>
    <p:extLst>
      <p:ext uri="{BB962C8B-B14F-4D97-AF65-F5344CB8AC3E}">
        <p14:creationId xmlns:p14="http://schemas.microsoft.com/office/powerpoint/2010/main" val="3652196890"/>
      </p:ext>
    </p:extLst>
  </p:cSld>
  <p:clrMapOvr>
    <a:overrideClrMapping bg1="lt1" tx1="dk1" bg2="lt2" tx2="dk2" accent1="accent1" accent2="accent2" accent3="accent3" accent4="accent4" accent5="accent5" accent6="accent6" hlink="hlink" folHlink="folHlink"/>
  </p:clrMapOvr>
  <p:hf hd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riple divide - gradient 3">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FFA9B71-FDBF-F042-A42A-6CCE17940292}"/>
              </a:ext>
            </a:extLst>
          </p:cNvPr>
          <p:cNvPicPr>
            <a:picLocks noChangeAspect="1"/>
          </p:cNvPicPr>
          <p:nvPr/>
        </p:nvPicPr>
        <p:blipFill rotWithShape="1">
          <a:blip r:embed="rId2">
            <a:extLst>
              <a:ext uri="{28A0092B-C50C-407E-A947-70E740481C1C}">
                <a14:useLocalDpi xmlns:a14="http://schemas.microsoft.com/office/drawing/2010/main" val="0"/>
              </a:ext>
            </a:extLst>
          </a:blip>
          <a:srcRect l="16053" t="22108" r="6545" b="-1"/>
          <a:stretch/>
        </p:blipFill>
        <p:spPr>
          <a:xfrm>
            <a:off x="11575" y="1"/>
            <a:ext cx="12192000" cy="6872467"/>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Cognizant 2015</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pPr algn="r"/>
            <a:fld id="{E7AF38FF-B38D-4060-8B8D-2D16AAFBAAC1}" type="slidenum">
              <a:rPr lang="en-US" smtClean="0"/>
              <a:pPr algn="r"/>
              <a:t>‹#›</a:t>
            </a:fld>
            <a:endParaRPr lang="en-US"/>
          </a:p>
        </p:txBody>
      </p:sp>
      <p:pic>
        <p:nvPicPr>
          <p:cNvPr id="7" name="Picture 5">
            <a:extLst>
              <a:ext uri="{FF2B5EF4-FFF2-40B4-BE49-F238E27FC236}">
                <a16:creationId xmlns:a16="http://schemas.microsoft.com/office/drawing/2014/main" id="{79CCFE82-B8A6-BC48-80D3-A5EA4ECAAEE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CD0C7B6A-8FDF-17C6-8EC9-542EE49909D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599300" y="291345"/>
            <a:ext cx="2152968" cy="245275"/>
          </a:xfrm>
          <a:prstGeom prst="rect">
            <a:avLst/>
          </a:prstGeom>
        </p:spPr>
      </p:pic>
    </p:spTree>
    <p:extLst>
      <p:ext uri="{BB962C8B-B14F-4D97-AF65-F5344CB8AC3E}">
        <p14:creationId xmlns:p14="http://schemas.microsoft.com/office/powerpoint/2010/main" val="441153826"/>
      </p:ext>
    </p:extLst>
  </p:cSld>
  <p:clrMapOvr>
    <a:overrideClrMapping bg1="lt1" tx1="dk1" bg2="lt2" tx2="dk2" accent1="accent1" accent2="accent2" accent3="accent3" accent4="accent4" accent5="accent5" accent6="accent6" hlink="hlink" folHlink="folHlink"/>
  </p:clrMapOvr>
  <p:hf hd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Basic title and content - ligh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1"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Cognizant 2015</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pPr algn="r"/>
            <a:fld id="{E7AF38FF-B38D-4060-8B8D-2D16AAFBAAC1}" type="slidenum">
              <a:rPr lang="en-US" smtClean="0"/>
              <a:pPr algn="r"/>
              <a:t>‹#›</a:t>
            </a:fld>
            <a:endParaRPr lang="en-US"/>
          </a:p>
        </p:txBody>
      </p:sp>
      <p:pic>
        <p:nvPicPr>
          <p:cNvPr id="9" name="Picture 5">
            <a:extLst>
              <a:ext uri="{FF2B5EF4-FFF2-40B4-BE49-F238E27FC236}">
                <a16:creationId xmlns:a16="http://schemas.microsoft.com/office/drawing/2014/main" id="{45599541-E568-D346-8D2A-006A8CA8D6F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DE92A29E-8145-764B-AB9A-2902135D2835}"/>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2615165031"/>
      </p:ext>
    </p:extLst>
  </p:cSld>
  <p:clrMapOvr>
    <a:masterClrMapping/>
  </p:clrMapOvr>
  <p:hf hdr="0" dt="0"/>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Basic title and content - dark">
    <p:bg>
      <p:bgRef idx="1001">
        <a:schemeClr val="bg2"/>
      </p:bgRef>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1"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Cognizant 2015</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pPr algn="r"/>
            <a:fld id="{E7AF38FF-B38D-4060-8B8D-2D16AAFBAAC1}" type="slidenum">
              <a:rPr lang="en-US" smtClean="0"/>
              <a:pPr algn="r"/>
              <a:t>‹#›</a:t>
            </a:fld>
            <a:endParaRPr lang="en-US"/>
          </a:p>
        </p:txBody>
      </p:sp>
      <p:pic>
        <p:nvPicPr>
          <p:cNvPr id="8" name="Picture 8">
            <a:extLst>
              <a:ext uri="{FF2B5EF4-FFF2-40B4-BE49-F238E27FC236}">
                <a16:creationId xmlns:a16="http://schemas.microsoft.com/office/drawing/2014/main" id="{E2DC75C7-77A7-FD4D-BCC3-F341910731A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3" name="Picture 2">
            <a:extLst>
              <a:ext uri="{FF2B5EF4-FFF2-40B4-BE49-F238E27FC236}">
                <a16:creationId xmlns:a16="http://schemas.microsoft.com/office/drawing/2014/main" id="{94DA4B1F-E5E3-9D31-C3C9-A07A6E13BFAB}"/>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434810346"/>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Super head, sub head, footnote - ligh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1"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4" name="Text Placeholder 2">
            <a:extLst>
              <a:ext uri="{FF2B5EF4-FFF2-40B4-BE49-F238E27FC236}">
                <a16:creationId xmlns:a16="http://schemas.microsoft.com/office/drawing/2014/main" id="{CF304BD6-DACB-8C40-8FF9-7D9AD2276F41}"/>
              </a:ext>
            </a:extLst>
          </p:cNvPr>
          <p:cNvSpPr>
            <a:spLocks noGrp="1"/>
          </p:cNvSpPr>
          <p:nvPr>
            <p:ph type="body" idx="19" hasCustomPrompt="1"/>
          </p:nvPr>
        </p:nvSpPr>
        <p:spPr>
          <a:xfrm>
            <a:off x="457202" y="992029"/>
            <a:ext cx="10808207" cy="461068"/>
          </a:xfrm>
          <a:prstGeom prst="rect">
            <a:avLst/>
          </a:prstGeom>
        </p:spPr>
        <p:txBody>
          <a:bodyPr anchor="t" anchorCtr="0"/>
          <a:lstStyle>
            <a:lvl1pPr marL="0" indent="0">
              <a:lnSpc>
                <a:spcPct val="100000"/>
              </a:lnSpc>
              <a:buNone/>
              <a:defRPr sz="1800" b="0">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subhead</a:t>
            </a:r>
          </a:p>
        </p:txBody>
      </p:sp>
      <p:sp>
        <p:nvSpPr>
          <p:cNvPr id="9" name="Text Placeholder 3">
            <a:extLst>
              <a:ext uri="{FF2B5EF4-FFF2-40B4-BE49-F238E27FC236}">
                <a16:creationId xmlns:a16="http://schemas.microsoft.com/office/drawing/2014/main" id="{85BFD73C-FDB7-EA40-835B-AC533361A9D3}"/>
              </a:ext>
            </a:extLst>
          </p:cNvPr>
          <p:cNvSpPr>
            <a:spLocks noGrp="1"/>
          </p:cNvSpPr>
          <p:nvPr>
            <p:ph type="body" sz="quarter" idx="18"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Cognizant 2015</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pPr algn="r"/>
            <a:fld id="{E7AF38FF-B38D-4060-8B8D-2D16AAFBAAC1}" type="slidenum">
              <a:rPr lang="en-US" smtClean="0"/>
              <a:pPr algn="r"/>
              <a:t>‹#›</a:t>
            </a:fld>
            <a:endParaRPr lang="en-US"/>
          </a:p>
        </p:txBody>
      </p:sp>
      <p:sp>
        <p:nvSpPr>
          <p:cNvPr id="13" name="Text Placeholder 2">
            <a:extLst>
              <a:ext uri="{FF2B5EF4-FFF2-40B4-BE49-F238E27FC236}">
                <a16:creationId xmlns:a16="http://schemas.microsoft.com/office/drawing/2014/main" id="{0ADE5300-D6EE-B945-A3F3-F094244958A0}"/>
              </a:ext>
            </a:extLst>
          </p:cNvPr>
          <p:cNvSpPr>
            <a:spLocks noGrp="1"/>
          </p:cNvSpPr>
          <p:nvPr>
            <p:ph type="body" idx="20" hasCustomPrompt="1"/>
          </p:nvPr>
        </p:nvSpPr>
        <p:spPr>
          <a:xfrm>
            <a:off x="457200" y="310896"/>
            <a:ext cx="10820400" cy="228600"/>
          </a:xfrm>
          <a:prstGeom prst="rect">
            <a:avLst/>
          </a:prstGeom>
        </p:spPr>
        <p:txBody>
          <a:bodyPr anchor="t" anchorCtr="0"/>
          <a:lstStyle>
            <a:lvl1pPr marL="0" indent="0">
              <a:lnSpc>
                <a:spcPct val="100000"/>
              </a:lnSpc>
              <a:buNone/>
              <a:tabLst/>
              <a:defRPr sz="1051" b="0">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super head</a:t>
            </a:r>
          </a:p>
        </p:txBody>
      </p:sp>
      <p:pic>
        <p:nvPicPr>
          <p:cNvPr id="10" name="Picture 5">
            <a:extLst>
              <a:ext uri="{FF2B5EF4-FFF2-40B4-BE49-F238E27FC236}">
                <a16:creationId xmlns:a16="http://schemas.microsoft.com/office/drawing/2014/main" id="{683D89A3-7746-6A4C-A4B4-55083AFF42B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2B790A18-D092-4631-6908-E29DFC1A713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2056074797"/>
      </p:ext>
    </p:extLst>
  </p:cSld>
  <p:clrMapOvr>
    <a:masterClrMapping/>
  </p:clrMapOvr>
  <p:hf hdr="0" dt="0"/>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uper head, sub head, footnote - dark">
    <p:bg>
      <p:bgRef idx="1001">
        <a:schemeClr val="bg1"/>
      </p:bgRef>
    </p:bg>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85BFD73C-FDB7-EA40-835B-AC533361A9D3}"/>
              </a:ext>
            </a:extLst>
          </p:cNvPr>
          <p:cNvSpPr>
            <a:spLocks noGrp="1"/>
          </p:cNvSpPr>
          <p:nvPr>
            <p:ph type="body" sz="quarter" idx="18"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Cognizant 2015</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pPr algn="r"/>
            <a:fld id="{E7AF38FF-B38D-4060-8B8D-2D16AAFBAAC1}" type="slidenum">
              <a:rPr lang="en-US" smtClean="0"/>
              <a:pPr algn="r"/>
              <a:t>‹#›</a:t>
            </a:fld>
            <a:endParaRPr lang="en-US"/>
          </a:p>
        </p:txBody>
      </p:sp>
      <p:sp>
        <p:nvSpPr>
          <p:cNvPr id="16" name="Title 1">
            <a:extLst>
              <a:ext uri="{FF2B5EF4-FFF2-40B4-BE49-F238E27FC236}">
                <a16:creationId xmlns:a16="http://schemas.microsoft.com/office/drawing/2014/main" id="{A94C77B6-AAD6-F647-8C6E-86BBA9A120F1}"/>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4" name="Text Placeholder 2">
            <a:extLst>
              <a:ext uri="{FF2B5EF4-FFF2-40B4-BE49-F238E27FC236}">
                <a16:creationId xmlns:a16="http://schemas.microsoft.com/office/drawing/2014/main" id="{2956CCA1-9C74-CA46-A5B7-7587CB64531B}"/>
              </a:ext>
            </a:extLst>
          </p:cNvPr>
          <p:cNvSpPr>
            <a:spLocks noGrp="1"/>
          </p:cNvSpPr>
          <p:nvPr>
            <p:ph type="body" idx="19" hasCustomPrompt="1"/>
          </p:nvPr>
        </p:nvSpPr>
        <p:spPr>
          <a:xfrm>
            <a:off x="457202" y="992029"/>
            <a:ext cx="10808207" cy="461068"/>
          </a:xfrm>
          <a:prstGeom prst="rect">
            <a:avLst/>
          </a:prstGeom>
        </p:spPr>
        <p:txBody>
          <a:bodyPr anchor="t" anchorCtr="0"/>
          <a:lstStyle>
            <a:lvl1pPr marL="0" indent="0">
              <a:lnSpc>
                <a:spcPct val="100000"/>
              </a:lnSpc>
              <a:buNone/>
              <a:defRPr sz="1800" b="0">
                <a:solidFill>
                  <a:schemeClr val="accent4"/>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subhead</a:t>
            </a:r>
          </a:p>
        </p:txBody>
      </p:sp>
      <p:sp>
        <p:nvSpPr>
          <p:cNvPr id="15" name="Content Placeholder 4">
            <a:extLst>
              <a:ext uri="{FF2B5EF4-FFF2-40B4-BE49-F238E27FC236}">
                <a16:creationId xmlns:a16="http://schemas.microsoft.com/office/drawing/2014/main" id="{C2AE54E8-458B-5C4F-B54B-1C227C4EA635}"/>
              </a:ext>
            </a:extLst>
          </p:cNvPr>
          <p:cNvSpPr>
            <a:spLocks noGrp="1"/>
          </p:cNvSpPr>
          <p:nvPr>
            <p:ph sz="quarter" idx="21"/>
          </p:nvPr>
        </p:nvSpPr>
        <p:spPr>
          <a:xfrm>
            <a:off x="457201"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
            <a:extLst>
              <a:ext uri="{FF2B5EF4-FFF2-40B4-BE49-F238E27FC236}">
                <a16:creationId xmlns:a16="http://schemas.microsoft.com/office/drawing/2014/main" id="{826FEF70-CE92-7B4E-BF8A-A311E29D33D1}"/>
              </a:ext>
            </a:extLst>
          </p:cNvPr>
          <p:cNvSpPr>
            <a:spLocks noGrp="1"/>
          </p:cNvSpPr>
          <p:nvPr>
            <p:ph type="body" idx="20" hasCustomPrompt="1"/>
          </p:nvPr>
        </p:nvSpPr>
        <p:spPr>
          <a:xfrm>
            <a:off x="457200" y="310896"/>
            <a:ext cx="10820400" cy="228600"/>
          </a:xfrm>
          <a:prstGeom prst="rect">
            <a:avLst/>
          </a:prstGeom>
        </p:spPr>
        <p:txBody>
          <a:bodyPr anchor="t" anchorCtr="0"/>
          <a:lstStyle>
            <a:lvl1pPr marL="0" indent="0">
              <a:lnSpc>
                <a:spcPct val="100000"/>
              </a:lnSpc>
              <a:buNone/>
              <a:defRPr sz="1051" b="0">
                <a:solidFill>
                  <a:schemeClr val="accent4"/>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super head</a:t>
            </a:r>
          </a:p>
        </p:txBody>
      </p:sp>
      <p:pic>
        <p:nvPicPr>
          <p:cNvPr id="10" name="Picture 8">
            <a:extLst>
              <a:ext uri="{FF2B5EF4-FFF2-40B4-BE49-F238E27FC236}">
                <a16:creationId xmlns:a16="http://schemas.microsoft.com/office/drawing/2014/main" id="{E3B7DA40-15F3-AF49-ABF8-C4C1FBC131D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0A2B2312-B937-FFA8-EE1D-40CB7258FB3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727351557"/>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wo column - light">
    <p:spTree>
      <p:nvGrpSpPr>
        <p:cNvPr id="1" name=""/>
        <p:cNvGrpSpPr/>
        <p:nvPr/>
      </p:nvGrpSpPr>
      <p:grpSpPr>
        <a:xfrm>
          <a:off x="0" y="0"/>
          <a:ext cx="0" cy="0"/>
          <a:chOff x="0" y="0"/>
          <a:chExt cx="0" cy="0"/>
        </a:xfrm>
      </p:grpSpPr>
      <p:sp>
        <p:nvSpPr>
          <p:cNvPr id="16" name="Text Placeholder 3">
            <a:extLst>
              <a:ext uri="{FF2B5EF4-FFF2-40B4-BE49-F238E27FC236}">
                <a16:creationId xmlns:a16="http://schemas.microsoft.com/office/drawing/2014/main" id="{190BDC89-ADC1-D243-9AED-87C420EB13D4}"/>
              </a:ext>
            </a:extLst>
          </p:cNvPr>
          <p:cNvSpPr>
            <a:spLocks noGrp="1"/>
          </p:cNvSpPr>
          <p:nvPr>
            <p:ph type="body" sz="quarter" idx="19"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18" name="Footer Placeholder 4">
            <a:extLst>
              <a:ext uri="{FF2B5EF4-FFF2-40B4-BE49-F238E27FC236}">
                <a16:creationId xmlns:a16="http://schemas.microsoft.com/office/drawing/2014/main" id="{5C3714E0-F154-3C48-95D7-D6542B9043EF}"/>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Cognizant 2015</a:t>
            </a:r>
          </a:p>
        </p:txBody>
      </p:sp>
      <p:sp>
        <p:nvSpPr>
          <p:cNvPr id="19" name="Slide Number Placeholder 5">
            <a:extLst>
              <a:ext uri="{FF2B5EF4-FFF2-40B4-BE49-F238E27FC236}">
                <a16:creationId xmlns:a16="http://schemas.microsoft.com/office/drawing/2014/main" id="{7A55FE01-A547-E549-9FD2-968ECC91D033}"/>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pPr algn="r"/>
            <a:fld id="{E7AF38FF-B38D-4060-8B8D-2D16AAFBAAC1}" type="slidenum">
              <a:rPr lang="en-US" smtClean="0"/>
              <a:pPr algn="r"/>
              <a:t>‹#›</a:t>
            </a:fld>
            <a:endParaRPr lang="en-US"/>
          </a:p>
        </p:txBody>
      </p:sp>
      <p:sp>
        <p:nvSpPr>
          <p:cNvPr id="20" name="Title 1">
            <a:extLst>
              <a:ext uri="{FF2B5EF4-FFF2-40B4-BE49-F238E27FC236}">
                <a16:creationId xmlns:a16="http://schemas.microsoft.com/office/drawing/2014/main" id="{BE086D4D-AE0E-994F-85B0-5741E544EE6A}"/>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2" name="Text Placeholder 5">
            <a:extLst>
              <a:ext uri="{FF2B5EF4-FFF2-40B4-BE49-F238E27FC236}">
                <a16:creationId xmlns:a16="http://schemas.microsoft.com/office/drawing/2014/main" id="{2DF8DBFC-CC24-C840-A172-2ADB2181C537}"/>
              </a:ext>
            </a:extLst>
          </p:cNvPr>
          <p:cNvSpPr>
            <a:spLocks noGrp="1"/>
          </p:cNvSpPr>
          <p:nvPr>
            <p:ph type="body" sz="quarter" idx="32"/>
          </p:nvPr>
        </p:nvSpPr>
        <p:spPr>
          <a:xfrm>
            <a:off x="452439" y="1196977"/>
            <a:ext cx="5303520" cy="282575"/>
          </a:xfrm>
        </p:spPr>
        <p:txBody>
          <a:bodyPr/>
          <a:lstStyle>
            <a:lvl1pPr>
              <a:defRPr sz="1800">
                <a:solidFill>
                  <a:schemeClr val="accent3"/>
                </a:solidFill>
              </a:defRPr>
            </a:lvl1pPr>
          </a:lstStyle>
          <a:p>
            <a:pPr lvl="0"/>
            <a:r>
              <a:rPr lang="en-US"/>
              <a:t>Click to edit Master text styles</a:t>
            </a:r>
          </a:p>
        </p:txBody>
      </p:sp>
      <p:sp>
        <p:nvSpPr>
          <p:cNvPr id="13" name="Content Placeholder 7">
            <a:extLst>
              <a:ext uri="{FF2B5EF4-FFF2-40B4-BE49-F238E27FC236}">
                <a16:creationId xmlns:a16="http://schemas.microsoft.com/office/drawing/2014/main" id="{2BBEF564-80F0-B040-A31B-AA3B0FBC4213}"/>
              </a:ext>
            </a:extLst>
          </p:cNvPr>
          <p:cNvSpPr>
            <a:spLocks noGrp="1"/>
          </p:cNvSpPr>
          <p:nvPr>
            <p:ph sz="quarter" idx="35"/>
          </p:nvPr>
        </p:nvSpPr>
        <p:spPr>
          <a:xfrm>
            <a:off x="452439" y="1735923"/>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14" name="Text Placeholder 5">
            <a:extLst>
              <a:ext uri="{FF2B5EF4-FFF2-40B4-BE49-F238E27FC236}">
                <a16:creationId xmlns:a16="http://schemas.microsoft.com/office/drawing/2014/main" id="{232F8A43-7E6E-F046-A12E-FBBAC25FF2CC}"/>
              </a:ext>
            </a:extLst>
          </p:cNvPr>
          <p:cNvSpPr>
            <a:spLocks noGrp="1"/>
          </p:cNvSpPr>
          <p:nvPr>
            <p:ph type="body" sz="quarter" idx="36"/>
          </p:nvPr>
        </p:nvSpPr>
        <p:spPr>
          <a:xfrm>
            <a:off x="6320785" y="1196977"/>
            <a:ext cx="5303520" cy="282575"/>
          </a:xfrm>
        </p:spPr>
        <p:txBody>
          <a:bodyPr/>
          <a:lstStyle>
            <a:lvl1pPr>
              <a:defRPr sz="1800">
                <a:solidFill>
                  <a:schemeClr val="accent3"/>
                </a:solidFill>
              </a:defRPr>
            </a:lvl1pPr>
          </a:lstStyle>
          <a:p>
            <a:pPr lvl="0"/>
            <a:r>
              <a:rPr lang="en-US"/>
              <a:t>Click to edit Master text styles</a:t>
            </a:r>
          </a:p>
        </p:txBody>
      </p:sp>
      <p:sp>
        <p:nvSpPr>
          <p:cNvPr id="15" name="Content Placeholder 7">
            <a:extLst>
              <a:ext uri="{FF2B5EF4-FFF2-40B4-BE49-F238E27FC236}">
                <a16:creationId xmlns:a16="http://schemas.microsoft.com/office/drawing/2014/main" id="{6CA39281-9128-1E40-98C0-AFBF3E85E862}"/>
              </a:ext>
            </a:extLst>
          </p:cNvPr>
          <p:cNvSpPr>
            <a:spLocks noGrp="1"/>
          </p:cNvSpPr>
          <p:nvPr>
            <p:ph sz="quarter" idx="37"/>
          </p:nvPr>
        </p:nvSpPr>
        <p:spPr>
          <a:xfrm>
            <a:off x="6320785" y="1735923"/>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pic>
        <p:nvPicPr>
          <p:cNvPr id="17" name="Picture 5">
            <a:extLst>
              <a:ext uri="{FF2B5EF4-FFF2-40B4-BE49-F238E27FC236}">
                <a16:creationId xmlns:a16="http://schemas.microsoft.com/office/drawing/2014/main" id="{C7A3CB3C-2056-274C-89F4-0A44817545F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0624BF2-1391-627C-C6F6-CD47F64D946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2179018491"/>
      </p:ext>
    </p:extLst>
  </p:cSld>
  <p:clrMapOvr>
    <a:masterClrMapping/>
  </p:clrMapOvr>
  <p:hf hd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wo column - dark">
    <p:bg>
      <p:bgRef idx="1001">
        <a:schemeClr val="bg2"/>
      </p:bgRef>
    </p:bg>
    <p:spTree>
      <p:nvGrpSpPr>
        <p:cNvPr id="1" name=""/>
        <p:cNvGrpSpPr/>
        <p:nvPr/>
      </p:nvGrpSpPr>
      <p:grpSpPr>
        <a:xfrm>
          <a:off x="0" y="0"/>
          <a:ext cx="0" cy="0"/>
          <a:chOff x="0" y="0"/>
          <a:chExt cx="0" cy="0"/>
        </a:xfrm>
      </p:grpSpPr>
      <p:sp>
        <p:nvSpPr>
          <p:cNvPr id="16" name="Text Placeholder 3">
            <a:extLst>
              <a:ext uri="{FF2B5EF4-FFF2-40B4-BE49-F238E27FC236}">
                <a16:creationId xmlns:a16="http://schemas.microsoft.com/office/drawing/2014/main" id="{D9E70566-7047-D64B-9961-EFB6CDB88A3E}"/>
              </a:ext>
            </a:extLst>
          </p:cNvPr>
          <p:cNvSpPr>
            <a:spLocks noGrp="1"/>
          </p:cNvSpPr>
          <p:nvPr>
            <p:ph type="body" sz="quarter" idx="19"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7" name="Footer Placeholder 4">
            <a:extLst>
              <a:ext uri="{FF2B5EF4-FFF2-40B4-BE49-F238E27FC236}">
                <a16:creationId xmlns:a16="http://schemas.microsoft.com/office/drawing/2014/main" id="{3ADBAC61-71BD-0849-BABA-F53A3F1FDC69}"/>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a:t>© Cognizant 2015</a:t>
            </a:r>
          </a:p>
        </p:txBody>
      </p:sp>
      <p:sp>
        <p:nvSpPr>
          <p:cNvPr id="18" name="Slide Number Placeholder 5">
            <a:extLst>
              <a:ext uri="{FF2B5EF4-FFF2-40B4-BE49-F238E27FC236}">
                <a16:creationId xmlns:a16="http://schemas.microsoft.com/office/drawing/2014/main" id="{6A653587-D29A-1341-89BA-BB7AEE6A414D}"/>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2"/>
                </a:solidFill>
              </a:defRPr>
            </a:lvl1pPr>
          </a:lstStyle>
          <a:p>
            <a:pPr algn="r"/>
            <a:fld id="{E7AF38FF-B38D-4060-8B8D-2D16AAFBAAC1}" type="slidenum">
              <a:rPr lang="en-US" smtClean="0"/>
              <a:pPr algn="r"/>
              <a:t>‹#›</a:t>
            </a:fld>
            <a:endParaRPr lang="en-US"/>
          </a:p>
        </p:txBody>
      </p:sp>
      <p:sp>
        <p:nvSpPr>
          <p:cNvPr id="19" name="Text Placeholder 5">
            <a:extLst>
              <a:ext uri="{FF2B5EF4-FFF2-40B4-BE49-F238E27FC236}">
                <a16:creationId xmlns:a16="http://schemas.microsoft.com/office/drawing/2014/main" id="{A1F0EA97-1AA1-1341-80BB-592FE5E616D8}"/>
              </a:ext>
            </a:extLst>
          </p:cNvPr>
          <p:cNvSpPr>
            <a:spLocks noGrp="1"/>
          </p:cNvSpPr>
          <p:nvPr>
            <p:ph type="body" sz="quarter" idx="32"/>
          </p:nvPr>
        </p:nvSpPr>
        <p:spPr>
          <a:xfrm>
            <a:off x="452439" y="1196977"/>
            <a:ext cx="5303520" cy="282575"/>
          </a:xfrm>
        </p:spPr>
        <p:txBody>
          <a:bodyPr/>
          <a:lstStyle>
            <a:lvl1pPr>
              <a:defRPr sz="1800">
                <a:solidFill>
                  <a:schemeClr val="accent4"/>
                </a:solidFill>
              </a:defRPr>
            </a:lvl1pPr>
          </a:lstStyle>
          <a:p>
            <a:pPr lvl="0"/>
            <a:r>
              <a:rPr lang="en-US"/>
              <a:t>Click to edit Master text styles</a:t>
            </a:r>
          </a:p>
        </p:txBody>
      </p:sp>
      <p:sp>
        <p:nvSpPr>
          <p:cNvPr id="20" name="Content Placeholder 7">
            <a:extLst>
              <a:ext uri="{FF2B5EF4-FFF2-40B4-BE49-F238E27FC236}">
                <a16:creationId xmlns:a16="http://schemas.microsoft.com/office/drawing/2014/main" id="{A0C71924-9F4E-3D4E-B81F-F7A8CE935DA9}"/>
              </a:ext>
            </a:extLst>
          </p:cNvPr>
          <p:cNvSpPr>
            <a:spLocks noGrp="1"/>
          </p:cNvSpPr>
          <p:nvPr>
            <p:ph sz="quarter" idx="35"/>
          </p:nvPr>
        </p:nvSpPr>
        <p:spPr>
          <a:xfrm>
            <a:off x="452439" y="1735923"/>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21" name="Text Placeholder 5">
            <a:extLst>
              <a:ext uri="{FF2B5EF4-FFF2-40B4-BE49-F238E27FC236}">
                <a16:creationId xmlns:a16="http://schemas.microsoft.com/office/drawing/2014/main" id="{78D97226-1A88-034C-BCCD-7CA6ACB501D3}"/>
              </a:ext>
            </a:extLst>
          </p:cNvPr>
          <p:cNvSpPr>
            <a:spLocks noGrp="1"/>
          </p:cNvSpPr>
          <p:nvPr>
            <p:ph type="body" sz="quarter" idx="36"/>
          </p:nvPr>
        </p:nvSpPr>
        <p:spPr>
          <a:xfrm>
            <a:off x="6320785" y="1196977"/>
            <a:ext cx="5303520" cy="282575"/>
          </a:xfrm>
        </p:spPr>
        <p:txBody>
          <a:bodyPr/>
          <a:lstStyle>
            <a:lvl1pPr>
              <a:defRPr sz="1800">
                <a:solidFill>
                  <a:schemeClr val="accent4"/>
                </a:solidFill>
              </a:defRPr>
            </a:lvl1pPr>
          </a:lstStyle>
          <a:p>
            <a:pPr lvl="0"/>
            <a:r>
              <a:rPr lang="en-US"/>
              <a:t>Click to edit Master text styles</a:t>
            </a:r>
          </a:p>
        </p:txBody>
      </p:sp>
      <p:sp>
        <p:nvSpPr>
          <p:cNvPr id="22" name="Content Placeholder 7">
            <a:extLst>
              <a:ext uri="{FF2B5EF4-FFF2-40B4-BE49-F238E27FC236}">
                <a16:creationId xmlns:a16="http://schemas.microsoft.com/office/drawing/2014/main" id="{28753D18-DAA3-2541-B7C8-EAFA3C04B51F}"/>
              </a:ext>
            </a:extLst>
          </p:cNvPr>
          <p:cNvSpPr>
            <a:spLocks noGrp="1"/>
          </p:cNvSpPr>
          <p:nvPr>
            <p:ph sz="quarter" idx="37"/>
          </p:nvPr>
        </p:nvSpPr>
        <p:spPr>
          <a:xfrm>
            <a:off x="6320785" y="1735923"/>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23" name="Title 1">
            <a:extLst>
              <a:ext uri="{FF2B5EF4-FFF2-40B4-BE49-F238E27FC236}">
                <a16:creationId xmlns:a16="http://schemas.microsoft.com/office/drawing/2014/main" id="{E70B703B-567D-6247-BF28-0C6DF81B40D5}"/>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12" name="Picture 8">
            <a:extLst>
              <a:ext uri="{FF2B5EF4-FFF2-40B4-BE49-F238E27FC236}">
                <a16:creationId xmlns:a16="http://schemas.microsoft.com/office/drawing/2014/main" id="{60F2FF91-370F-4D44-9FCE-DB1EE37D91B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193C8674-C1AF-A1B3-6E27-58A5E03C1116}"/>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671779016"/>
      </p:ext>
    </p:extLst>
  </p:cSld>
  <p:clrMapOvr>
    <a:overrideClrMapping bg1="dk1" tx1="lt1" bg2="dk2" tx2="lt2" accent1="accent1" accent2="accent2" accent3="accent3" accent4="accent4" accent5="accent5" accent6="accent6" hlink="hlink" folHlink="folHlink"/>
  </p:clrMapOvr>
  <p:hf hd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hree column - light">
    <p:spTree>
      <p:nvGrpSpPr>
        <p:cNvPr id="1" name=""/>
        <p:cNvGrpSpPr/>
        <p:nvPr/>
      </p:nvGrpSpPr>
      <p:grpSpPr>
        <a:xfrm>
          <a:off x="0" y="0"/>
          <a:ext cx="0" cy="0"/>
          <a:chOff x="0" y="0"/>
          <a:chExt cx="0" cy="0"/>
        </a:xfrm>
      </p:grpSpPr>
      <p:sp>
        <p:nvSpPr>
          <p:cNvPr id="21" name="Text Placeholder 3">
            <a:extLst>
              <a:ext uri="{FF2B5EF4-FFF2-40B4-BE49-F238E27FC236}">
                <a16:creationId xmlns:a16="http://schemas.microsoft.com/office/drawing/2014/main" id="{139B634F-63D6-AE4A-BB13-52915F0F9798}"/>
              </a:ext>
            </a:extLst>
          </p:cNvPr>
          <p:cNvSpPr>
            <a:spLocks noGrp="1"/>
          </p:cNvSpPr>
          <p:nvPr>
            <p:ph type="body" sz="quarter" idx="28"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23" name="Footer Placeholder 4">
            <a:extLst>
              <a:ext uri="{FF2B5EF4-FFF2-40B4-BE49-F238E27FC236}">
                <a16:creationId xmlns:a16="http://schemas.microsoft.com/office/drawing/2014/main" id="{1087389A-339D-0442-91DB-A46772F46D9A}"/>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Cognizant 2015</a:t>
            </a:r>
          </a:p>
        </p:txBody>
      </p:sp>
      <p:sp>
        <p:nvSpPr>
          <p:cNvPr id="24" name="Slide Number Placeholder 5">
            <a:extLst>
              <a:ext uri="{FF2B5EF4-FFF2-40B4-BE49-F238E27FC236}">
                <a16:creationId xmlns:a16="http://schemas.microsoft.com/office/drawing/2014/main" id="{A6AC27B3-FDC8-3841-852E-B0B40C456D43}"/>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pPr algn="r"/>
            <a:fld id="{E7AF38FF-B38D-4060-8B8D-2D16AAFBAAC1}" type="slidenum">
              <a:rPr lang="en-US" smtClean="0"/>
              <a:pPr algn="r"/>
              <a:t>‹#›</a:t>
            </a:fld>
            <a:endParaRPr lang="en-US"/>
          </a:p>
        </p:txBody>
      </p:sp>
      <p:sp>
        <p:nvSpPr>
          <p:cNvPr id="6" name="Text Placeholder 5">
            <a:extLst>
              <a:ext uri="{FF2B5EF4-FFF2-40B4-BE49-F238E27FC236}">
                <a16:creationId xmlns:a16="http://schemas.microsoft.com/office/drawing/2014/main" id="{CBC21A71-6B64-1E44-BC9B-0AE8D397D7B8}"/>
              </a:ext>
            </a:extLst>
          </p:cNvPr>
          <p:cNvSpPr>
            <a:spLocks noGrp="1"/>
          </p:cNvSpPr>
          <p:nvPr>
            <p:ph type="body" sz="quarter" idx="32"/>
          </p:nvPr>
        </p:nvSpPr>
        <p:spPr>
          <a:xfrm>
            <a:off x="452439" y="1196977"/>
            <a:ext cx="3506787" cy="282575"/>
          </a:xfrm>
        </p:spPr>
        <p:txBody>
          <a:bodyPr/>
          <a:lstStyle>
            <a:lvl1pPr>
              <a:defRPr sz="1800">
                <a:solidFill>
                  <a:schemeClr val="accent3"/>
                </a:solidFill>
              </a:defRPr>
            </a:lvl1pPr>
          </a:lstStyle>
          <a:p>
            <a:pPr lvl="0"/>
            <a:r>
              <a:rPr lang="en-US"/>
              <a:t>Click to edit Master text styles</a:t>
            </a:r>
          </a:p>
        </p:txBody>
      </p:sp>
      <p:sp>
        <p:nvSpPr>
          <p:cNvPr id="36" name="Text Placeholder 5">
            <a:extLst>
              <a:ext uri="{FF2B5EF4-FFF2-40B4-BE49-F238E27FC236}">
                <a16:creationId xmlns:a16="http://schemas.microsoft.com/office/drawing/2014/main" id="{F53A67F1-7066-FB44-9D0C-6995B4DC5491}"/>
              </a:ext>
            </a:extLst>
          </p:cNvPr>
          <p:cNvSpPr>
            <a:spLocks noGrp="1"/>
          </p:cNvSpPr>
          <p:nvPr>
            <p:ph type="body" sz="quarter" idx="33"/>
          </p:nvPr>
        </p:nvSpPr>
        <p:spPr>
          <a:xfrm>
            <a:off x="4325192" y="1196977"/>
            <a:ext cx="3506787" cy="282575"/>
          </a:xfrm>
        </p:spPr>
        <p:txBody>
          <a:bodyPr/>
          <a:lstStyle>
            <a:lvl1pPr>
              <a:defRPr sz="1800">
                <a:solidFill>
                  <a:schemeClr val="accent3"/>
                </a:solidFill>
              </a:defRPr>
            </a:lvl1pPr>
          </a:lstStyle>
          <a:p>
            <a:pPr lvl="0"/>
            <a:r>
              <a:rPr lang="en-US"/>
              <a:t>Click to edit Master text styles</a:t>
            </a:r>
          </a:p>
        </p:txBody>
      </p:sp>
      <p:sp>
        <p:nvSpPr>
          <p:cNvPr id="37" name="Text Placeholder 5">
            <a:extLst>
              <a:ext uri="{FF2B5EF4-FFF2-40B4-BE49-F238E27FC236}">
                <a16:creationId xmlns:a16="http://schemas.microsoft.com/office/drawing/2014/main" id="{551ACA07-E593-DB4D-B910-4AD039617F37}"/>
              </a:ext>
            </a:extLst>
          </p:cNvPr>
          <p:cNvSpPr>
            <a:spLocks noGrp="1"/>
          </p:cNvSpPr>
          <p:nvPr>
            <p:ph type="body" sz="quarter" idx="34"/>
          </p:nvPr>
        </p:nvSpPr>
        <p:spPr>
          <a:xfrm>
            <a:off x="8184498" y="1196977"/>
            <a:ext cx="3566109" cy="282575"/>
          </a:xfrm>
        </p:spPr>
        <p:txBody>
          <a:bodyPr/>
          <a:lstStyle>
            <a:lvl1pPr>
              <a:defRPr sz="1800">
                <a:solidFill>
                  <a:schemeClr val="accent3"/>
                </a:solidFill>
              </a:defRPr>
            </a:lvl1pPr>
          </a:lstStyle>
          <a:p>
            <a:pPr lvl="0"/>
            <a:r>
              <a:rPr lang="en-US"/>
              <a:t>Click to edit Master text styles</a:t>
            </a:r>
          </a:p>
        </p:txBody>
      </p:sp>
      <p:sp>
        <p:nvSpPr>
          <p:cNvPr id="8" name="Content Placeholder 7">
            <a:extLst>
              <a:ext uri="{FF2B5EF4-FFF2-40B4-BE49-F238E27FC236}">
                <a16:creationId xmlns:a16="http://schemas.microsoft.com/office/drawing/2014/main" id="{A837D7C2-629F-0E44-9665-50F1EE79C694}"/>
              </a:ext>
            </a:extLst>
          </p:cNvPr>
          <p:cNvSpPr>
            <a:spLocks noGrp="1"/>
          </p:cNvSpPr>
          <p:nvPr>
            <p:ph sz="quarter" idx="35"/>
          </p:nvPr>
        </p:nvSpPr>
        <p:spPr>
          <a:xfrm>
            <a:off x="452439" y="1735923"/>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Content Placeholder 7">
            <a:extLst>
              <a:ext uri="{FF2B5EF4-FFF2-40B4-BE49-F238E27FC236}">
                <a16:creationId xmlns:a16="http://schemas.microsoft.com/office/drawing/2014/main" id="{940EB5D9-35CF-A044-BFE3-B5F4FDDFF640}"/>
              </a:ext>
            </a:extLst>
          </p:cNvPr>
          <p:cNvSpPr>
            <a:spLocks noGrp="1"/>
          </p:cNvSpPr>
          <p:nvPr>
            <p:ph sz="quarter" idx="36"/>
          </p:nvPr>
        </p:nvSpPr>
        <p:spPr>
          <a:xfrm>
            <a:off x="4302545" y="1735923"/>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9" name="Content Placeholder 7">
            <a:extLst>
              <a:ext uri="{FF2B5EF4-FFF2-40B4-BE49-F238E27FC236}">
                <a16:creationId xmlns:a16="http://schemas.microsoft.com/office/drawing/2014/main" id="{2C5AB9DA-D745-3E49-B64B-3EAB32EE883E}"/>
              </a:ext>
            </a:extLst>
          </p:cNvPr>
          <p:cNvSpPr>
            <a:spLocks noGrp="1"/>
          </p:cNvSpPr>
          <p:nvPr>
            <p:ph sz="quarter" idx="37"/>
          </p:nvPr>
        </p:nvSpPr>
        <p:spPr>
          <a:xfrm>
            <a:off x="8168692" y="1735923"/>
            <a:ext cx="3566109"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0" name="Title 1">
            <a:extLst>
              <a:ext uri="{FF2B5EF4-FFF2-40B4-BE49-F238E27FC236}">
                <a16:creationId xmlns:a16="http://schemas.microsoft.com/office/drawing/2014/main" id="{DBB70A90-9508-EE46-AB86-2AAE73E4B0EF}"/>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14" name="Picture 5">
            <a:extLst>
              <a:ext uri="{FF2B5EF4-FFF2-40B4-BE49-F238E27FC236}">
                <a16:creationId xmlns:a16="http://schemas.microsoft.com/office/drawing/2014/main" id="{B424675C-9C4A-C443-B600-7A7E44BAE4B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17FD6643-4875-0CEB-4F64-5CCD5379180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259309003"/>
      </p:ext>
    </p:extLst>
  </p:cSld>
  <p:clrMapOvr>
    <a:masterClrMapping/>
  </p:clrMapOvr>
  <p:hf hd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hree column - dark">
    <p:bg>
      <p:bgRef idx="1001">
        <a:schemeClr val="bg2"/>
      </p:bgRef>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8C9C8C99-BBA1-1042-9B2A-5F6540E4C26D}"/>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5" name="Text Placeholder 3">
            <a:extLst>
              <a:ext uri="{FF2B5EF4-FFF2-40B4-BE49-F238E27FC236}">
                <a16:creationId xmlns:a16="http://schemas.microsoft.com/office/drawing/2014/main" id="{DF026E43-B1CB-DF49-99F2-72C832AF0612}"/>
              </a:ext>
            </a:extLst>
          </p:cNvPr>
          <p:cNvSpPr>
            <a:spLocks noGrp="1"/>
          </p:cNvSpPr>
          <p:nvPr>
            <p:ph type="body" sz="quarter" idx="19"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6" name="Footer Placeholder 4">
            <a:extLst>
              <a:ext uri="{FF2B5EF4-FFF2-40B4-BE49-F238E27FC236}">
                <a16:creationId xmlns:a16="http://schemas.microsoft.com/office/drawing/2014/main" id="{A3D4CDA9-E747-F24B-BF43-E847D7B9F6A7}"/>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a:t>© Cognizant 2015</a:t>
            </a:r>
          </a:p>
        </p:txBody>
      </p:sp>
      <p:sp>
        <p:nvSpPr>
          <p:cNvPr id="17" name="Slide Number Placeholder 5">
            <a:extLst>
              <a:ext uri="{FF2B5EF4-FFF2-40B4-BE49-F238E27FC236}">
                <a16:creationId xmlns:a16="http://schemas.microsoft.com/office/drawing/2014/main" id="{435B7A51-6FA2-3D42-9456-A9A91A3A3E79}"/>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2"/>
                </a:solidFill>
              </a:defRPr>
            </a:lvl1pPr>
          </a:lstStyle>
          <a:p>
            <a:pPr algn="r"/>
            <a:fld id="{E7AF38FF-B38D-4060-8B8D-2D16AAFBAAC1}" type="slidenum">
              <a:rPr lang="en-US" smtClean="0"/>
              <a:pPr algn="r"/>
              <a:t>‹#›</a:t>
            </a:fld>
            <a:endParaRPr lang="en-US"/>
          </a:p>
        </p:txBody>
      </p:sp>
      <p:sp>
        <p:nvSpPr>
          <p:cNvPr id="18" name="Text Placeholder 5">
            <a:extLst>
              <a:ext uri="{FF2B5EF4-FFF2-40B4-BE49-F238E27FC236}">
                <a16:creationId xmlns:a16="http://schemas.microsoft.com/office/drawing/2014/main" id="{08451B1B-01C3-1449-813A-CD9FC6599AC8}"/>
              </a:ext>
            </a:extLst>
          </p:cNvPr>
          <p:cNvSpPr>
            <a:spLocks noGrp="1"/>
          </p:cNvSpPr>
          <p:nvPr>
            <p:ph type="body" sz="quarter" idx="32"/>
          </p:nvPr>
        </p:nvSpPr>
        <p:spPr>
          <a:xfrm>
            <a:off x="452439" y="1196977"/>
            <a:ext cx="3506787" cy="282575"/>
          </a:xfrm>
        </p:spPr>
        <p:txBody>
          <a:bodyPr/>
          <a:lstStyle>
            <a:lvl1pPr>
              <a:defRPr sz="1800">
                <a:solidFill>
                  <a:schemeClr val="accent4"/>
                </a:solidFill>
              </a:defRPr>
            </a:lvl1pPr>
          </a:lstStyle>
          <a:p>
            <a:pPr lvl="0"/>
            <a:r>
              <a:rPr lang="en-US"/>
              <a:t>Click to edit Master text styles</a:t>
            </a:r>
          </a:p>
        </p:txBody>
      </p:sp>
      <p:sp>
        <p:nvSpPr>
          <p:cNvPr id="19" name="Text Placeholder 5">
            <a:extLst>
              <a:ext uri="{FF2B5EF4-FFF2-40B4-BE49-F238E27FC236}">
                <a16:creationId xmlns:a16="http://schemas.microsoft.com/office/drawing/2014/main" id="{77C68B81-4AC9-1A44-9B77-E3191081ADE2}"/>
              </a:ext>
            </a:extLst>
          </p:cNvPr>
          <p:cNvSpPr>
            <a:spLocks noGrp="1"/>
          </p:cNvSpPr>
          <p:nvPr>
            <p:ph type="body" sz="quarter" idx="33"/>
          </p:nvPr>
        </p:nvSpPr>
        <p:spPr>
          <a:xfrm>
            <a:off x="4325192" y="1196977"/>
            <a:ext cx="3506787" cy="282575"/>
          </a:xfrm>
        </p:spPr>
        <p:txBody>
          <a:bodyPr/>
          <a:lstStyle>
            <a:lvl1pPr>
              <a:defRPr sz="1800">
                <a:solidFill>
                  <a:schemeClr val="accent4"/>
                </a:solidFill>
              </a:defRPr>
            </a:lvl1pPr>
          </a:lstStyle>
          <a:p>
            <a:pPr lvl="0"/>
            <a:r>
              <a:rPr lang="en-US"/>
              <a:t>Click to edit Master text styles</a:t>
            </a:r>
          </a:p>
        </p:txBody>
      </p:sp>
      <p:sp>
        <p:nvSpPr>
          <p:cNvPr id="20" name="Text Placeholder 5">
            <a:extLst>
              <a:ext uri="{FF2B5EF4-FFF2-40B4-BE49-F238E27FC236}">
                <a16:creationId xmlns:a16="http://schemas.microsoft.com/office/drawing/2014/main" id="{DA2E6C06-39E7-9843-AC0D-3B2D34AA58BD}"/>
              </a:ext>
            </a:extLst>
          </p:cNvPr>
          <p:cNvSpPr>
            <a:spLocks noGrp="1"/>
          </p:cNvSpPr>
          <p:nvPr>
            <p:ph type="body" sz="quarter" idx="34"/>
          </p:nvPr>
        </p:nvSpPr>
        <p:spPr>
          <a:xfrm>
            <a:off x="8184498" y="1196977"/>
            <a:ext cx="3566109" cy="282575"/>
          </a:xfrm>
        </p:spPr>
        <p:txBody>
          <a:bodyPr/>
          <a:lstStyle>
            <a:lvl1pPr>
              <a:defRPr sz="1800">
                <a:solidFill>
                  <a:schemeClr val="accent4"/>
                </a:solidFill>
              </a:defRPr>
            </a:lvl1pPr>
          </a:lstStyle>
          <a:p>
            <a:pPr lvl="0"/>
            <a:r>
              <a:rPr lang="en-US"/>
              <a:t>Click to edit Master text styles</a:t>
            </a:r>
          </a:p>
        </p:txBody>
      </p:sp>
      <p:sp>
        <p:nvSpPr>
          <p:cNvPr id="21" name="Content Placeholder 7">
            <a:extLst>
              <a:ext uri="{FF2B5EF4-FFF2-40B4-BE49-F238E27FC236}">
                <a16:creationId xmlns:a16="http://schemas.microsoft.com/office/drawing/2014/main" id="{E3693DC4-D7E6-E146-B22E-E0477DDAD5D1}"/>
              </a:ext>
            </a:extLst>
          </p:cNvPr>
          <p:cNvSpPr>
            <a:spLocks noGrp="1"/>
          </p:cNvSpPr>
          <p:nvPr>
            <p:ph sz="quarter" idx="35"/>
          </p:nvPr>
        </p:nvSpPr>
        <p:spPr>
          <a:xfrm>
            <a:off x="452439" y="1735923"/>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Content Placeholder 7">
            <a:extLst>
              <a:ext uri="{FF2B5EF4-FFF2-40B4-BE49-F238E27FC236}">
                <a16:creationId xmlns:a16="http://schemas.microsoft.com/office/drawing/2014/main" id="{20443FBB-19EB-814F-8FF6-FBBA502C9222}"/>
              </a:ext>
            </a:extLst>
          </p:cNvPr>
          <p:cNvSpPr>
            <a:spLocks noGrp="1"/>
          </p:cNvSpPr>
          <p:nvPr>
            <p:ph sz="quarter" idx="36"/>
          </p:nvPr>
        </p:nvSpPr>
        <p:spPr>
          <a:xfrm>
            <a:off x="4302545" y="1735923"/>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Content Placeholder 7">
            <a:extLst>
              <a:ext uri="{FF2B5EF4-FFF2-40B4-BE49-F238E27FC236}">
                <a16:creationId xmlns:a16="http://schemas.microsoft.com/office/drawing/2014/main" id="{1D3FBD86-7238-0F4B-B980-24CD51457C8C}"/>
              </a:ext>
            </a:extLst>
          </p:cNvPr>
          <p:cNvSpPr>
            <a:spLocks noGrp="1"/>
          </p:cNvSpPr>
          <p:nvPr>
            <p:ph sz="quarter" idx="37"/>
          </p:nvPr>
        </p:nvSpPr>
        <p:spPr>
          <a:xfrm>
            <a:off x="8168692" y="1735923"/>
            <a:ext cx="3566109"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4" name="Picture 8">
            <a:extLst>
              <a:ext uri="{FF2B5EF4-FFF2-40B4-BE49-F238E27FC236}">
                <a16:creationId xmlns:a16="http://schemas.microsoft.com/office/drawing/2014/main" id="{4F8179E2-C4FC-B141-B84B-E2906198405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0F28E9AF-345F-4ECD-43ED-788F2A5E540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3600653004"/>
      </p:ext>
    </p:extLst>
  </p:cSld>
  <p:clrMapOvr>
    <a:overrideClrMapping bg1="dk1" tx1="lt1" bg2="dk2" tx2="lt2" accent1="accent1" accent2="accent2" accent3="accent3" accent4="accent4" accent5="accent5" accent6="accent6" hlink="hlink" folHlink="folHlink"/>
  </p:clrMapOvr>
  <p:hf hd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mparison horizontal - light">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E62E9631-BF87-CC43-9BC1-A43B69D94A98}"/>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34" name="Text Placeholder 2">
            <a:extLst>
              <a:ext uri="{FF2B5EF4-FFF2-40B4-BE49-F238E27FC236}">
                <a16:creationId xmlns:a16="http://schemas.microsoft.com/office/drawing/2014/main" id="{6510728B-0127-8546-9FE8-8BCCB5AC1FE6}"/>
              </a:ext>
            </a:extLst>
          </p:cNvPr>
          <p:cNvSpPr>
            <a:spLocks noGrp="1"/>
          </p:cNvSpPr>
          <p:nvPr>
            <p:ph type="body" idx="1"/>
          </p:nvPr>
        </p:nvSpPr>
        <p:spPr>
          <a:xfrm>
            <a:off x="457202" y="1381601"/>
            <a:ext cx="2196623" cy="914400"/>
          </a:xfrm>
          <a:prstGeom prst="rect">
            <a:avLst/>
          </a:prstGeom>
        </p:spPr>
        <p:txBody>
          <a:bodyPr anchor="t" anchorCtr="0"/>
          <a:lstStyle>
            <a:lvl1pPr marL="0" indent="0">
              <a:lnSpc>
                <a:spcPct val="100000"/>
              </a:lnSpc>
              <a:buNone/>
              <a:defRPr sz="1800" b="0">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35" name="Content Placeholder 3">
            <a:extLst>
              <a:ext uri="{FF2B5EF4-FFF2-40B4-BE49-F238E27FC236}">
                <a16:creationId xmlns:a16="http://schemas.microsoft.com/office/drawing/2014/main" id="{366DF19B-DB23-C247-BFE2-C435F485744D}"/>
              </a:ext>
            </a:extLst>
          </p:cNvPr>
          <p:cNvSpPr>
            <a:spLocks noGrp="1"/>
          </p:cNvSpPr>
          <p:nvPr>
            <p:ph sz="half" idx="17"/>
          </p:nvPr>
        </p:nvSpPr>
        <p:spPr>
          <a:xfrm>
            <a:off x="3101007" y="1381601"/>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1" name="Text Placeholder 2">
            <a:extLst>
              <a:ext uri="{FF2B5EF4-FFF2-40B4-BE49-F238E27FC236}">
                <a16:creationId xmlns:a16="http://schemas.microsoft.com/office/drawing/2014/main" id="{ABA800D9-21A5-BC45-A7AD-D9E66E33A438}"/>
              </a:ext>
            </a:extLst>
          </p:cNvPr>
          <p:cNvSpPr>
            <a:spLocks noGrp="1"/>
          </p:cNvSpPr>
          <p:nvPr>
            <p:ph type="body" idx="18"/>
          </p:nvPr>
        </p:nvSpPr>
        <p:spPr>
          <a:xfrm>
            <a:off x="457202" y="2957417"/>
            <a:ext cx="2196623" cy="914400"/>
          </a:xfrm>
          <a:prstGeom prst="rect">
            <a:avLst/>
          </a:prstGeom>
        </p:spPr>
        <p:txBody>
          <a:bodyPr anchor="t" anchorCtr="0"/>
          <a:lstStyle>
            <a:lvl1pPr marL="0" indent="0">
              <a:lnSpc>
                <a:spcPct val="100000"/>
              </a:lnSpc>
              <a:buNone/>
              <a:defRPr sz="1800" b="0">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2" name="Content Placeholder 3">
            <a:extLst>
              <a:ext uri="{FF2B5EF4-FFF2-40B4-BE49-F238E27FC236}">
                <a16:creationId xmlns:a16="http://schemas.microsoft.com/office/drawing/2014/main" id="{A2E4FA9D-722A-1041-8940-4BAC99F095CE}"/>
              </a:ext>
            </a:extLst>
          </p:cNvPr>
          <p:cNvSpPr>
            <a:spLocks noGrp="1"/>
          </p:cNvSpPr>
          <p:nvPr>
            <p:ph sz="half" idx="19"/>
          </p:nvPr>
        </p:nvSpPr>
        <p:spPr>
          <a:xfrm>
            <a:off x="3101007" y="2957417"/>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3" name="Text Placeholder 2">
            <a:extLst>
              <a:ext uri="{FF2B5EF4-FFF2-40B4-BE49-F238E27FC236}">
                <a16:creationId xmlns:a16="http://schemas.microsoft.com/office/drawing/2014/main" id="{CAEAC40C-08DC-9E4B-BF9D-0537403A1709}"/>
              </a:ext>
            </a:extLst>
          </p:cNvPr>
          <p:cNvSpPr>
            <a:spLocks noGrp="1"/>
          </p:cNvSpPr>
          <p:nvPr>
            <p:ph type="body" idx="20"/>
          </p:nvPr>
        </p:nvSpPr>
        <p:spPr>
          <a:xfrm>
            <a:off x="457202" y="4557617"/>
            <a:ext cx="2196623" cy="914400"/>
          </a:xfrm>
          <a:prstGeom prst="rect">
            <a:avLst/>
          </a:prstGeom>
        </p:spPr>
        <p:txBody>
          <a:bodyPr anchor="t" anchorCtr="0"/>
          <a:lstStyle>
            <a:lvl1pPr marL="0" indent="0">
              <a:lnSpc>
                <a:spcPct val="100000"/>
              </a:lnSpc>
              <a:buNone/>
              <a:defRPr sz="1800" b="0">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4" name="Content Placeholder 3">
            <a:extLst>
              <a:ext uri="{FF2B5EF4-FFF2-40B4-BE49-F238E27FC236}">
                <a16:creationId xmlns:a16="http://schemas.microsoft.com/office/drawing/2014/main" id="{58042D4F-D138-E049-922E-AA8BC9030203}"/>
              </a:ext>
            </a:extLst>
          </p:cNvPr>
          <p:cNvSpPr>
            <a:spLocks noGrp="1"/>
          </p:cNvSpPr>
          <p:nvPr>
            <p:ph sz="half" idx="21"/>
          </p:nvPr>
        </p:nvSpPr>
        <p:spPr>
          <a:xfrm>
            <a:off x="3101007" y="4557617"/>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5" name="Text Placeholder 3">
            <a:extLst>
              <a:ext uri="{FF2B5EF4-FFF2-40B4-BE49-F238E27FC236}">
                <a16:creationId xmlns:a16="http://schemas.microsoft.com/office/drawing/2014/main" id="{8D370DCE-4758-DD4D-971B-63A5A524A1B6}"/>
              </a:ext>
            </a:extLst>
          </p:cNvPr>
          <p:cNvSpPr>
            <a:spLocks noGrp="1"/>
          </p:cNvSpPr>
          <p:nvPr>
            <p:ph type="body" sz="quarter" idx="28"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47" name="Footer Placeholder 4">
            <a:extLst>
              <a:ext uri="{FF2B5EF4-FFF2-40B4-BE49-F238E27FC236}">
                <a16:creationId xmlns:a16="http://schemas.microsoft.com/office/drawing/2014/main" id="{D3F4B7D8-7EA5-AC4B-9A01-F35CCDF0D6FE}"/>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Cognizant 2015</a:t>
            </a:r>
          </a:p>
        </p:txBody>
      </p:sp>
      <p:sp>
        <p:nvSpPr>
          <p:cNvPr id="48" name="Slide Number Placeholder 5">
            <a:extLst>
              <a:ext uri="{FF2B5EF4-FFF2-40B4-BE49-F238E27FC236}">
                <a16:creationId xmlns:a16="http://schemas.microsoft.com/office/drawing/2014/main" id="{D3586DF7-1DE2-054D-B3DF-425EEC22FACE}"/>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pPr algn="r"/>
            <a:fld id="{E7AF38FF-B38D-4060-8B8D-2D16AAFBAAC1}" type="slidenum">
              <a:rPr lang="en-US" smtClean="0"/>
              <a:pPr algn="r"/>
              <a:t>‹#›</a:t>
            </a:fld>
            <a:endParaRPr lang="en-US"/>
          </a:p>
        </p:txBody>
      </p:sp>
      <p:pic>
        <p:nvPicPr>
          <p:cNvPr id="14" name="Picture 5">
            <a:extLst>
              <a:ext uri="{FF2B5EF4-FFF2-40B4-BE49-F238E27FC236}">
                <a16:creationId xmlns:a16="http://schemas.microsoft.com/office/drawing/2014/main" id="{6ACFE70C-14DB-2649-88BF-B8FC4CBAD9D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7FE93ED9-18E2-2B49-8526-1C1145B04CF4}"/>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2207772385"/>
      </p:ext>
    </p:extLst>
  </p:cSld>
  <p:clrMapOvr>
    <a:masterClrMapping/>
  </p:clrMapOvr>
  <p:hf hdr="0" dt="0"/>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mparison horizontal - dark">
    <p:bg>
      <p:bgRef idx="1001">
        <a:schemeClr val="bg2"/>
      </p:bgRef>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C30FD1D1-61B6-484D-BDEA-1C4B45AEEF8E}"/>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25" name="Text Placeholder 3">
            <a:extLst>
              <a:ext uri="{FF2B5EF4-FFF2-40B4-BE49-F238E27FC236}">
                <a16:creationId xmlns:a16="http://schemas.microsoft.com/office/drawing/2014/main" id="{71FCEF03-8CFB-7645-A55F-F392AC6F66C0}"/>
              </a:ext>
            </a:extLst>
          </p:cNvPr>
          <p:cNvSpPr>
            <a:spLocks noGrp="1"/>
          </p:cNvSpPr>
          <p:nvPr>
            <p:ph type="body" sz="quarter" idx="24"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26" name="Footer Placeholder 4">
            <a:extLst>
              <a:ext uri="{FF2B5EF4-FFF2-40B4-BE49-F238E27FC236}">
                <a16:creationId xmlns:a16="http://schemas.microsoft.com/office/drawing/2014/main" id="{A1F8BCF2-BF1B-854A-89D2-2C92E8FBCA2A}"/>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a:t>© Cognizant 2015</a:t>
            </a:r>
          </a:p>
        </p:txBody>
      </p:sp>
      <p:sp>
        <p:nvSpPr>
          <p:cNvPr id="27" name="Slide Number Placeholder 5">
            <a:extLst>
              <a:ext uri="{FF2B5EF4-FFF2-40B4-BE49-F238E27FC236}">
                <a16:creationId xmlns:a16="http://schemas.microsoft.com/office/drawing/2014/main" id="{B8D26ED0-8F55-1442-8D3E-4920BCC74C37}"/>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2"/>
                </a:solidFill>
              </a:defRPr>
            </a:lvl1pPr>
          </a:lstStyle>
          <a:p>
            <a:pPr algn="r"/>
            <a:fld id="{E7AF38FF-B38D-4060-8B8D-2D16AAFBAAC1}" type="slidenum">
              <a:rPr lang="en-US" smtClean="0"/>
              <a:pPr algn="r"/>
              <a:t>‹#›</a:t>
            </a:fld>
            <a:endParaRPr lang="en-US"/>
          </a:p>
        </p:txBody>
      </p:sp>
      <p:sp>
        <p:nvSpPr>
          <p:cNvPr id="19" name="Text Placeholder 2">
            <a:extLst>
              <a:ext uri="{FF2B5EF4-FFF2-40B4-BE49-F238E27FC236}">
                <a16:creationId xmlns:a16="http://schemas.microsoft.com/office/drawing/2014/main" id="{9CE32534-4769-6740-A0A1-24F60121DFE7}"/>
              </a:ext>
            </a:extLst>
          </p:cNvPr>
          <p:cNvSpPr>
            <a:spLocks noGrp="1"/>
          </p:cNvSpPr>
          <p:nvPr>
            <p:ph type="body" idx="1"/>
          </p:nvPr>
        </p:nvSpPr>
        <p:spPr>
          <a:xfrm>
            <a:off x="457202" y="1381601"/>
            <a:ext cx="2196623" cy="914400"/>
          </a:xfrm>
          <a:prstGeom prst="rect">
            <a:avLst/>
          </a:prstGeom>
        </p:spPr>
        <p:txBody>
          <a:bodyPr anchor="t" anchorCtr="0"/>
          <a:lstStyle>
            <a:lvl1pPr marL="0" indent="0">
              <a:lnSpc>
                <a:spcPct val="100000"/>
              </a:lnSpc>
              <a:buNone/>
              <a:defRPr sz="1800" b="0">
                <a:solidFill>
                  <a:schemeClr val="accent4"/>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20" name="Content Placeholder 3">
            <a:extLst>
              <a:ext uri="{FF2B5EF4-FFF2-40B4-BE49-F238E27FC236}">
                <a16:creationId xmlns:a16="http://schemas.microsoft.com/office/drawing/2014/main" id="{5EC9B563-BC82-D345-855D-303DB81C452D}"/>
              </a:ext>
            </a:extLst>
          </p:cNvPr>
          <p:cNvSpPr>
            <a:spLocks noGrp="1"/>
          </p:cNvSpPr>
          <p:nvPr>
            <p:ph sz="half" idx="17"/>
          </p:nvPr>
        </p:nvSpPr>
        <p:spPr>
          <a:xfrm>
            <a:off x="3101007" y="1381601"/>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21" name="Text Placeholder 2">
            <a:extLst>
              <a:ext uri="{FF2B5EF4-FFF2-40B4-BE49-F238E27FC236}">
                <a16:creationId xmlns:a16="http://schemas.microsoft.com/office/drawing/2014/main" id="{9C3F4A9E-6552-FD43-A475-F309413F5205}"/>
              </a:ext>
            </a:extLst>
          </p:cNvPr>
          <p:cNvSpPr>
            <a:spLocks noGrp="1"/>
          </p:cNvSpPr>
          <p:nvPr>
            <p:ph type="body" idx="18"/>
          </p:nvPr>
        </p:nvSpPr>
        <p:spPr>
          <a:xfrm>
            <a:off x="457202" y="2957417"/>
            <a:ext cx="2196623" cy="914400"/>
          </a:xfrm>
          <a:prstGeom prst="rect">
            <a:avLst/>
          </a:prstGeom>
        </p:spPr>
        <p:txBody>
          <a:bodyPr anchor="t" anchorCtr="0"/>
          <a:lstStyle>
            <a:lvl1pPr marL="0" indent="0">
              <a:lnSpc>
                <a:spcPct val="100000"/>
              </a:lnSpc>
              <a:buNone/>
              <a:defRPr sz="1800" b="0">
                <a:solidFill>
                  <a:schemeClr val="accent4"/>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23" name="Content Placeholder 3">
            <a:extLst>
              <a:ext uri="{FF2B5EF4-FFF2-40B4-BE49-F238E27FC236}">
                <a16:creationId xmlns:a16="http://schemas.microsoft.com/office/drawing/2014/main" id="{E5699CB9-E06F-8F4B-9BDB-99688549D726}"/>
              </a:ext>
            </a:extLst>
          </p:cNvPr>
          <p:cNvSpPr>
            <a:spLocks noGrp="1"/>
          </p:cNvSpPr>
          <p:nvPr>
            <p:ph sz="half" idx="19"/>
          </p:nvPr>
        </p:nvSpPr>
        <p:spPr>
          <a:xfrm>
            <a:off x="3101007" y="2957417"/>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28" name="Text Placeholder 2">
            <a:extLst>
              <a:ext uri="{FF2B5EF4-FFF2-40B4-BE49-F238E27FC236}">
                <a16:creationId xmlns:a16="http://schemas.microsoft.com/office/drawing/2014/main" id="{F39ED9F7-3C7E-6C4E-B855-3C91A0A05AD7}"/>
              </a:ext>
            </a:extLst>
          </p:cNvPr>
          <p:cNvSpPr>
            <a:spLocks noGrp="1"/>
          </p:cNvSpPr>
          <p:nvPr>
            <p:ph type="body" idx="20"/>
          </p:nvPr>
        </p:nvSpPr>
        <p:spPr>
          <a:xfrm>
            <a:off x="457202" y="4557617"/>
            <a:ext cx="2196623" cy="914400"/>
          </a:xfrm>
          <a:prstGeom prst="rect">
            <a:avLst/>
          </a:prstGeom>
        </p:spPr>
        <p:txBody>
          <a:bodyPr anchor="t" anchorCtr="0"/>
          <a:lstStyle>
            <a:lvl1pPr marL="0" indent="0">
              <a:lnSpc>
                <a:spcPct val="100000"/>
              </a:lnSpc>
              <a:buNone/>
              <a:defRPr sz="1800" b="0">
                <a:solidFill>
                  <a:schemeClr val="accent4"/>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29" name="Content Placeholder 3">
            <a:extLst>
              <a:ext uri="{FF2B5EF4-FFF2-40B4-BE49-F238E27FC236}">
                <a16:creationId xmlns:a16="http://schemas.microsoft.com/office/drawing/2014/main" id="{7AD49848-4987-4A46-9B3B-747BF471E19D}"/>
              </a:ext>
            </a:extLst>
          </p:cNvPr>
          <p:cNvSpPr>
            <a:spLocks noGrp="1"/>
          </p:cNvSpPr>
          <p:nvPr>
            <p:ph sz="half" idx="21"/>
          </p:nvPr>
        </p:nvSpPr>
        <p:spPr>
          <a:xfrm>
            <a:off x="3101007" y="4557617"/>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pic>
        <p:nvPicPr>
          <p:cNvPr id="14" name="Picture 8">
            <a:extLst>
              <a:ext uri="{FF2B5EF4-FFF2-40B4-BE49-F238E27FC236}">
                <a16:creationId xmlns:a16="http://schemas.microsoft.com/office/drawing/2014/main" id="{43360CE3-24A2-4642-BE25-83CDF691686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1C3FC64B-2A4E-8A47-001C-16CD186FA07B}"/>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1437328054"/>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Quote">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2"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tx1"/>
                </a:solidFill>
              </a:defRPr>
            </a:lvl1pPr>
          </a:lstStyle>
          <a:p>
            <a:r>
              <a:rPr lang="en-US"/>
              <a:t>© Cognizant 2015</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tx1"/>
                </a:solidFill>
              </a:defRPr>
            </a:lvl1pPr>
          </a:lstStyle>
          <a:p>
            <a:pPr algn="r"/>
            <a:fld id="{E7AF38FF-B38D-4060-8B8D-2D16AAFBAAC1}" type="slidenum">
              <a:rPr lang="en-US" smtClean="0"/>
              <a:pPr algn="r"/>
              <a:t>‹#›</a:t>
            </a:fld>
            <a:endParaRPr lang="en-US"/>
          </a:p>
        </p:txBody>
      </p:sp>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p:nvPr>
        </p:nvSpPr>
        <p:spPr>
          <a:xfrm>
            <a:off x="1042418" y="4201641"/>
            <a:ext cx="8567351" cy="1487587"/>
          </a:xfrm>
          <a:prstGeom prst="rect">
            <a:avLst/>
          </a:prstGeom>
        </p:spPr>
        <p:txBody>
          <a:bodyPr/>
          <a:lstStyle>
            <a:lvl1pPr marL="0" indent="0">
              <a:buNone/>
              <a:defRPr>
                <a:solidFill>
                  <a:schemeClr val="accent4"/>
                </a:solidFill>
              </a:defRPr>
            </a:lvl1pPr>
            <a:lvl2pPr marL="457189" indent="0">
              <a:buNone/>
              <a:defRPr>
                <a:solidFill>
                  <a:schemeClr val="accent5"/>
                </a:solidFill>
              </a:defRPr>
            </a:lvl2pPr>
            <a:lvl3pPr marL="914377" indent="0">
              <a:buNone/>
              <a:defRPr>
                <a:solidFill>
                  <a:schemeClr val="accent3"/>
                </a:solidFill>
              </a:defRPr>
            </a:lvl3pPr>
            <a:lvl4pPr marL="1371566" indent="0">
              <a:buNone/>
              <a:defRPr>
                <a:solidFill>
                  <a:schemeClr val="accent3"/>
                </a:solidFill>
              </a:defRPr>
            </a:lvl4pPr>
            <a:lvl5pPr marL="1828754" indent="0">
              <a:buNone/>
              <a:defRPr>
                <a:solidFill>
                  <a:schemeClr val="accent3"/>
                </a:solidFill>
              </a:defRPr>
            </a:lvl5pPr>
          </a:lstStyle>
          <a:p>
            <a:pPr lvl="0"/>
            <a:r>
              <a:rPr lang="en-US"/>
              <a:t>Click to edit Master text styles</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42416" y="2023872"/>
            <a:ext cx="8575589" cy="1231107"/>
          </a:xfrm>
        </p:spPr>
        <p:txBody>
          <a:bodyPr anchor="t" anchorCtr="0"/>
          <a:lstStyle>
            <a:lvl1pPr algn="l" rtl="0" eaLnBrk="1" latinLnBrk="0" hangingPunct="1">
              <a:defRPr lang="en-US" sz="4000" smtClean="0">
                <a:effectLst/>
              </a:defRPr>
            </a:lvl1pPr>
          </a:lstStyle>
          <a:p>
            <a:pPr rtl="0" eaLnBrk="1" latinLnBrk="0" hangingPunct="1"/>
            <a:r>
              <a:rPr lang="en-US" dirty="0"/>
              <a:t>Click to edit Master title style</a:t>
            </a:r>
            <a:br>
              <a:rPr lang="en-US" dirty="0"/>
            </a:br>
            <a:endParaRPr lang="en-US" dirty="0"/>
          </a:p>
        </p:txBody>
      </p:sp>
      <p:pic>
        <p:nvPicPr>
          <p:cNvPr id="10" name="Picture 8">
            <a:extLst>
              <a:ext uri="{FF2B5EF4-FFF2-40B4-BE49-F238E27FC236}">
                <a16:creationId xmlns:a16="http://schemas.microsoft.com/office/drawing/2014/main" id="{F403757B-3C0A-0849-B674-7D15D576B3A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5494AF2A-660C-A4FE-6E22-260BF9FBAF1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3892621477"/>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only - light">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Cognizant 2015</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pPr algn="r"/>
            <a:fld id="{E7AF38FF-B38D-4060-8B8D-2D16AAFBAAC1}" type="slidenum">
              <a:rPr lang="en-US" smtClean="0"/>
              <a:pPr algn="r"/>
              <a:t>‹#›</a:t>
            </a:fld>
            <a:endParaRPr lang="en-US"/>
          </a:p>
        </p:txBody>
      </p:sp>
      <p:sp>
        <p:nvSpPr>
          <p:cNvPr id="6" name="Title 1">
            <a:extLst>
              <a:ext uri="{FF2B5EF4-FFF2-40B4-BE49-F238E27FC236}">
                <a16:creationId xmlns:a16="http://schemas.microsoft.com/office/drawing/2014/main" id="{BB521616-1FF6-5A4F-BBD4-A816DFE1A1DD}"/>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8" name="Picture 5">
            <a:extLst>
              <a:ext uri="{FF2B5EF4-FFF2-40B4-BE49-F238E27FC236}">
                <a16:creationId xmlns:a16="http://schemas.microsoft.com/office/drawing/2014/main" id="{304C88D0-29FE-C440-9C89-488968EEA18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D49D8A8-BD5D-7D07-52A0-C698DA6C65A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1673432722"/>
      </p:ext>
    </p:extLst>
  </p:cSld>
  <p:clrMapOvr>
    <a:overrideClrMapping bg1="lt1" tx1="dk1" bg2="lt2" tx2="dk2" accent1="accent1" accent2="accent2" accent3="accent3" accent4="accent4" accent5="accent5" accent6="accent6" hlink="hlink" folHlink="folHlink"/>
  </p:clrMapOvr>
  <p:hf hd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itle only - dark">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Cognizant 2015</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pPr algn="r"/>
            <a:fld id="{E7AF38FF-B38D-4060-8B8D-2D16AAFBAAC1}" type="slidenum">
              <a:rPr lang="en-US" smtClean="0"/>
              <a:pPr algn="r"/>
              <a:t>‹#›</a:t>
            </a:fld>
            <a:endParaRPr lang="en-US"/>
          </a:p>
        </p:txBody>
      </p:sp>
      <p:sp>
        <p:nvSpPr>
          <p:cNvPr id="6" name="Title 1">
            <a:extLst>
              <a:ext uri="{FF2B5EF4-FFF2-40B4-BE49-F238E27FC236}">
                <a16:creationId xmlns:a16="http://schemas.microsoft.com/office/drawing/2014/main" id="{BB521616-1FF6-5A4F-BBD4-A816DFE1A1DD}"/>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8" name="Picture 8">
            <a:extLst>
              <a:ext uri="{FF2B5EF4-FFF2-40B4-BE49-F238E27FC236}">
                <a16:creationId xmlns:a16="http://schemas.microsoft.com/office/drawing/2014/main" id="{F353D65A-B34C-B04E-8C59-65EFBD26341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B88EDC15-D3AA-788C-27F9-E85E437D87C9}"/>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124873860"/>
      </p:ext>
    </p:extLst>
  </p:cSld>
  <p:clrMapOvr>
    <a:overrideClrMapping bg1="dk1" tx1="lt1" bg2="dk2" tx2="lt2" accent1="accent1" accent2="accent2" accent3="accent3" accent4="accent4" accent5="accent5" accent6="accent6" hlink="hlink" folHlink="folHlink"/>
  </p:clrMapOvr>
  <p:hf hd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Blank - light">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Cognizant 2015</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pPr algn="r"/>
            <a:fld id="{E7AF38FF-B38D-4060-8B8D-2D16AAFBAAC1}" type="slidenum">
              <a:rPr lang="en-US" smtClean="0"/>
              <a:pPr algn="r"/>
              <a:t>‹#›</a:t>
            </a:fld>
            <a:endParaRPr lang="en-US"/>
          </a:p>
        </p:txBody>
      </p:sp>
      <p:pic>
        <p:nvPicPr>
          <p:cNvPr id="6" name="Picture 5">
            <a:extLst>
              <a:ext uri="{FF2B5EF4-FFF2-40B4-BE49-F238E27FC236}">
                <a16:creationId xmlns:a16="http://schemas.microsoft.com/office/drawing/2014/main" id="{9A8872FF-F4A9-EC4C-AFA7-65B0DF88167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7E30922-58AB-E547-4F7C-AC025171D88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1726044129"/>
      </p:ext>
    </p:extLst>
  </p:cSld>
  <p:clrMapOvr>
    <a:overrideClrMapping bg1="lt1" tx1="dk1" bg2="lt2" tx2="dk2" accent1="accent1" accent2="accent2" accent3="accent3" accent4="accent4" accent5="accent5" accent6="accent6" hlink="hlink" folHlink="folHlink"/>
  </p:clrMapOvr>
  <p:hf hdr="0" dt="0"/>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cSld name="White Cover Slide, Graphic">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4BA977D-F01B-45A3-A788-241A0D7E09A5}"/>
              </a:ext>
            </a:extLst>
          </p:cNvPr>
          <p:cNvPicPr>
            <a:picLocks noChangeAspect="1"/>
          </p:cNvPicPr>
          <p:nvPr/>
        </p:nvPicPr>
        <p:blipFill>
          <a:blip r:embed="rId2"/>
          <a:stretch>
            <a:fillRect/>
          </a:stretch>
        </p:blipFill>
        <p:spPr>
          <a:xfrm>
            <a:off x="0" y="5935981"/>
            <a:ext cx="12192000" cy="922020"/>
          </a:xfrm>
          <a:prstGeom prst="rect">
            <a:avLst/>
          </a:prstGeom>
        </p:spPr>
      </p:pic>
      <p:sp>
        <p:nvSpPr>
          <p:cNvPr id="2" name="Title 1">
            <a:extLst>
              <a:ext uri="{FF2B5EF4-FFF2-40B4-BE49-F238E27FC236}">
                <a16:creationId xmlns:a16="http://schemas.microsoft.com/office/drawing/2014/main" id="{9E61C033-5F13-4DFF-B15B-CE7C811FF242}"/>
              </a:ext>
            </a:extLst>
          </p:cNvPr>
          <p:cNvSpPr>
            <a:spLocks noGrp="1"/>
          </p:cNvSpPr>
          <p:nvPr>
            <p:ph type="ctrTitle" hasCustomPrompt="1"/>
          </p:nvPr>
        </p:nvSpPr>
        <p:spPr bwMode="black">
          <a:xfrm>
            <a:off x="609600" y="2099452"/>
            <a:ext cx="6705600" cy="1559529"/>
          </a:xfrm>
        </p:spPr>
        <p:txBody>
          <a:bodyPr anchor="b">
            <a:spAutoFit/>
          </a:bodyPr>
          <a:lstStyle>
            <a:lvl1pPr algn="l">
              <a:defRPr sz="5067">
                <a:solidFill>
                  <a:schemeClr val="tx1"/>
                </a:solidFill>
              </a:defRPr>
            </a:lvl1pPr>
          </a:lstStyle>
          <a:p>
            <a:pPr lvl="0"/>
            <a:r>
              <a:rPr lang="en-US"/>
              <a:t>Presentation Title Goes Here</a:t>
            </a:r>
          </a:p>
        </p:txBody>
      </p:sp>
      <p:sp>
        <p:nvSpPr>
          <p:cNvPr id="3" name="Subtitle 2">
            <a:extLst>
              <a:ext uri="{FF2B5EF4-FFF2-40B4-BE49-F238E27FC236}">
                <a16:creationId xmlns:a16="http://schemas.microsoft.com/office/drawing/2014/main" id="{86915D2C-FBBF-4872-8B9B-3345FADF0AAF}"/>
              </a:ext>
            </a:extLst>
          </p:cNvPr>
          <p:cNvSpPr>
            <a:spLocks noGrp="1"/>
          </p:cNvSpPr>
          <p:nvPr>
            <p:ph type="subTitle" idx="1" hasCustomPrompt="1"/>
          </p:nvPr>
        </p:nvSpPr>
        <p:spPr bwMode="black">
          <a:xfrm>
            <a:off x="609600" y="4157473"/>
            <a:ext cx="6705600" cy="679673"/>
          </a:xfrm>
        </p:spPr>
        <p:txBody>
          <a:bodyPr>
            <a:spAutoFit/>
          </a:bodyPr>
          <a:lstStyle>
            <a:lvl1pPr marL="0" marR="0" indent="0" algn="l" defTabSz="1219170" rtl="0" eaLnBrk="1" fontAlgn="auto" latinLnBrk="0" hangingPunct="1">
              <a:lnSpc>
                <a:spcPct val="100000"/>
              </a:lnSpc>
              <a:spcBef>
                <a:spcPts val="800"/>
              </a:spcBef>
              <a:spcAft>
                <a:spcPts val="0"/>
              </a:spcAft>
              <a:buClrTx/>
              <a:buSzTx/>
              <a:buFont typeface="Arial" panose="020B0604020202020204" pitchFamily="34" charset="0"/>
              <a:buNone/>
              <a:tabLst/>
              <a:defRPr sz="2400">
                <a:solidFill>
                  <a:schemeClr val="tx1"/>
                </a:solidFill>
              </a:defRPr>
            </a:lvl1pPr>
            <a:lvl2pPr marL="0" indent="0" algn="l">
              <a:buClrTx/>
              <a:buFont typeface="Arial" panose="020B0604020202020204" pitchFamily="34" charset="0"/>
              <a:buNone/>
              <a:tabLst/>
              <a:defRPr sz="1600">
                <a:solidFill>
                  <a:schemeClr val="tx1"/>
                </a:solidFill>
              </a:defRPr>
            </a:lvl2pPr>
            <a:lvl3pPr marL="304792" indent="-304792" algn="l">
              <a:spcBef>
                <a:spcPts val="800"/>
              </a:spcBef>
              <a:buClrTx/>
              <a:buSzPct val="125000"/>
              <a:buFont typeface="Arial" panose="020B0604020202020204" pitchFamily="34" charset="0"/>
              <a:buChar char="•"/>
              <a:defRPr sz="1600">
                <a:solidFill>
                  <a:schemeClr val="tx1"/>
                </a:solidFill>
              </a:defRPr>
            </a:lvl3pPr>
            <a:lvl4pPr marL="304792" indent="-304792" algn="l">
              <a:spcBef>
                <a:spcPts val="800"/>
              </a:spcBef>
              <a:buClrTx/>
              <a:buSzPct val="125000"/>
              <a:buFont typeface="Arial" panose="020B0604020202020204" pitchFamily="34" charset="0"/>
              <a:buChar char="•"/>
              <a:defRPr sz="1600">
                <a:solidFill>
                  <a:schemeClr val="tx1"/>
                </a:solidFill>
              </a:defRPr>
            </a:lvl4pPr>
            <a:lvl5pPr marL="304792" indent="-304792" algn="l">
              <a:spcBef>
                <a:spcPts val="800"/>
              </a:spcBef>
              <a:buClrTx/>
              <a:buSzPct val="125000"/>
              <a:buFont typeface="Arial" panose="020B0604020202020204" pitchFamily="34" charset="0"/>
              <a:buChar char="•"/>
              <a:defRPr sz="1600">
                <a:solidFill>
                  <a:schemeClr val="tx1"/>
                </a:solidFill>
              </a:defRPr>
            </a:lvl5pPr>
            <a:lvl6pPr marL="304792" indent="-304792" algn="l">
              <a:spcBef>
                <a:spcPts val="800"/>
              </a:spcBef>
              <a:buClrTx/>
              <a:buSzPct val="125000"/>
              <a:buFont typeface="Arial" panose="020B0604020202020204" pitchFamily="34" charset="0"/>
              <a:buChar char="•"/>
              <a:defRPr sz="1600">
                <a:solidFill>
                  <a:schemeClr val="tx1"/>
                </a:solidFill>
              </a:defRPr>
            </a:lvl6pPr>
            <a:lvl7pPr marL="304792" indent="-304792" algn="l">
              <a:spcBef>
                <a:spcPts val="800"/>
              </a:spcBef>
              <a:buClrTx/>
              <a:buSzPct val="125000"/>
              <a:buFont typeface="Arial" panose="020B0604020202020204" pitchFamily="34" charset="0"/>
              <a:buChar char="•"/>
              <a:defRPr sz="1600">
                <a:solidFill>
                  <a:schemeClr val="tx1"/>
                </a:solidFill>
              </a:defRPr>
            </a:lvl7pPr>
            <a:lvl8pPr marL="304792" indent="-304792" algn="l">
              <a:spcBef>
                <a:spcPts val="800"/>
              </a:spcBef>
              <a:buClrTx/>
              <a:buSzPct val="125000"/>
              <a:buFont typeface="Arial" panose="020B0604020202020204" pitchFamily="34" charset="0"/>
              <a:buChar char="•"/>
              <a:defRPr sz="1600">
                <a:solidFill>
                  <a:schemeClr val="tx1"/>
                </a:solidFill>
              </a:defRPr>
            </a:lvl8pPr>
            <a:lvl9pPr marL="304792" indent="-304792" algn="l">
              <a:spcBef>
                <a:spcPts val="800"/>
              </a:spcBef>
              <a:buClrTx/>
              <a:buSzPct val="125000"/>
              <a:buFont typeface="Arial" panose="020B0604020202020204" pitchFamily="34" charset="0"/>
              <a:buChar char="•"/>
              <a:defRPr sz="1600">
                <a:solidFill>
                  <a:schemeClr val="tx1"/>
                </a:solidFill>
              </a:defRPr>
            </a:lvl9pPr>
          </a:lstStyle>
          <a:p>
            <a:pPr lvl="0"/>
            <a:r>
              <a:rPr lang="en-US"/>
              <a:t>Speaker’s Full Name</a:t>
            </a:r>
          </a:p>
          <a:p>
            <a:pPr lvl="1"/>
            <a:r>
              <a:rPr lang="en-US"/>
              <a:t>Speaker’s title</a:t>
            </a:r>
          </a:p>
        </p:txBody>
      </p:sp>
      <p:sp>
        <p:nvSpPr>
          <p:cNvPr id="11" name="Footer Placeholder 10">
            <a:extLst>
              <a:ext uri="{FF2B5EF4-FFF2-40B4-BE49-F238E27FC236}">
                <a16:creationId xmlns:a16="http://schemas.microsoft.com/office/drawing/2014/main" id="{593BD8E8-263E-4363-B56A-C654487075F5}"/>
              </a:ext>
            </a:extLst>
          </p:cNvPr>
          <p:cNvSpPr>
            <a:spLocks noGrp="1"/>
          </p:cNvSpPr>
          <p:nvPr>
            <p:ph type="ftr" sz="quarter" idx="11"/>
          </p:nvPr>
        </p:nvSpPr>
        <p:spPr bwMode="white">
          <a:xfrm>
            <a:off x="609600" y="6343036"/>
            <a:ext cx="1021113" cy="153888"/>
          </a:xfrm>
        </p:spPr>
        <p:txBody>
          <a:bodyPr>
            <a:spAutoFit/>
          </a:bodyPr>
          <a:lstStyle>
            <a:lvl1pPr>
              <a:defRPr sz="1000">
                <a:solidFill>
                  <a:schemeClr val="bg1"/>
                </a:solidFill>
              </a:defRPr>
            </a:lvl1pPr>
            <a:lvl2pPr marL="0" indent="0">
              <a:defRPr sz="1000">
                <a:solidFill>
                  <a:schemeClr val="bg1"/>
                </a:solidFill>
              </a:defRPr>
            </a:lvl2pPr>
            <a:lvl3pPr marL="0" indent="0">
              <a:defRPr sz="1000">
                <a:solidFill>
                  <a:schemeClr val="bg1"/>
                </a:solidFill>
              </a:defRPr>
            </a:lvl3pPr>
            <a:lvl4pPr marL="0" indent="0">
              <a:defRPr sz="1000">
                <a:solidFill>
                  <a:schemeClr val="bg1"/>
                </a:solidFill>
              </a:defRPr>
            </a:lvl4pPr>
            <a:lvl5pPr marL="0" indent="0">
              <a:defRPr sz="1000">
                <a:solidFill>
                  <a:schemeClr val="bg1"/>
                </a:solidFill>
              </a:defRPr>
            </a:lvl5pPr>
            <a:lvl6pPr marL="0" indent="0">
              <a:defRPr sz="1000">
                <a:solidFill>
                  <a:schemeClr val="bg1"/>
                </a:solidFill>
              </a:defRPr>
            </a:lvl6pPr>
            <a:lvl7pPr marL="0" indent="0">
              <a:defRPr sz="1000">
                <a:solidFill>
                  <a:schemeClr val="bg1"/>
                </a:solidFill>
              </a:defRPr>
            </a:lvl7pPr>
            <a:lvl8pPr marL="0" indent="0">
              <a:defRPr sz="1000">
                <a:solidFill>
                  <a:schemeClr val="bg1"/>
                </a:solidFill>
              </a:defRPr>
            </a:lvl8pPr>
            <a:lvl9pPr marL="0" indent="0">
              <a:defRPr sz="1000">
                <a:solidFill>
                  <a:schemeClr val="bg1"/>
                </a:solidFill>
              </a:defRPr>
            </a:lvl9pPr>
          </a:lstStyle>
          <a:p>
            <a:r>
              <a:rPr lang="en-US"/>
              <a:t>© Cognizant 2015</a:t>
            </a:r>
          </a:p>
        </p:txBody>
      </p:sp>
      <p:cxnSp>
        <p:nvCxnSpPr>
          <p:cNvPr id="8" name="Straight Connector 7">
            <a:extLst>
              <a:ext uri="{FF2B5EF4-FFF2-40B4-BE49-F238E27FC236}">
                <a16:creationId xmlns:a16="http://schemas.microsoft.com/office/drawing/2014/main" id="{B2D38650-2189-4A4F-AD30-9C41C4094C5F}"/>
              </a:ext>
            </a:extLst>
          </p:cNvPr>
          <p:cNvCxnSpPr>
            <a:cxnSpLocks/>
          </p:cNvCxnSpPr>
          <p:nvPr/>
        </p:nvCxnSpPr>
        <p:spPr bwMode="black">
          <a:xfrm>
            <a:off x="609600" y="3904765"/>
            <a:ext cx="304800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0495" y="100820"/>
            <a:ext cx="6518669" cy="1479299"/>
          </a:xfrm>
          <a:prstGeom prst="rect">
            <a:avLst/>
          </a:prstGeom>
        </p:spPr>
      </p:pic>
    </p:spTree>
    <p:extLst>
      <p:ext uri="{BB962C8B-B14F-4D97-AF65-F5344CB8AC3E}">
        <p14:creationId xmlns:p14="http://schemas.microsoft.com/office/powerpoint/2010/main" val="2787267167"/>
      </p:ext>
    </p:extLst>
  </p:cSld>
  <p:clrMapOvr>
    <a:masterClrMapping/>
  </p:clrMapOvr>
  <p:hf hdr="0" dt="0"/>
</p:sldLayout>
</file>

<file path=ppt/slideLayouts/slideLayout42.xml><?xml version="1.0" encoding="utf-8"?>
<p:sldLayout xmlns:a="http://schemas.openxmlformats.org/drawingml/2006/main" xmlns:r="http://schemas.openxmlformats.org/officeDocument/2006/relationships" xmlns:p="http://schemas.openxmlformats.org/presentationml/2006/main" type="obj">
  <p:cSld name="Header &amp; 1-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9AFEE-79A3-4996-B06D-D9A66A9C504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26E17DD-19FC-4C3A-8168-1354DEB9B32C}"/>
              </a:ext>
            </a:extLst>
          </p:cNvPr>
          <p:cNvSpPr>
            <a:spLocks noGrp="1"/>
          </p:cNvSpPr>
          <p:nvPr>
            <p:ph idx="1"/>
          </p:nvPr>
        </p:nvSpPr>
        <p:spPr>
          <a:xfrm>
            <a:off x="512064" y="1682496"/>
            <a:ext cx="11180064" cy="4425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91D511AA-6A21-4D17-A7EA-84E88C35C4DA}"/>
              </a:ext>
            </a:extLst>
          </p:cNvPr>
          <p:cNvSpPr>
            <a:spLocks noGrp="1"/>
          </p:cNvSpPr>
          <p:nvPr>
            <p:ph type="dt" sz="half" idx="10"/>
          </p:nvPr>
        </p:nvSpPr>
        <p:spPr/>
        <p:txBody>
          <a:bodyPr/>
          <a:lstStyle/>
          <a:p>
            <a:fld id="{D458313F-8A13-4A41-A8D7-31FB2FB074CF}" type="datetime1">
              <a:rPr lang="en-US" smtClean="0"/>
              <a:t>8/14/2023</a:t>
            </a:fld>
            <a:endParaRPr lang="en-US"/>
          </a:p>
        </p:txBody>
      </p:sp>
      <p:sp>
        <p:nvSpPr>
          <p:cNvPr id="7" name="Footer Placeholder 6">
            <a:extLst>
              <a:ext uri="{FF2B5EF4-FFF2-40B4-BE49-F238E27FC236}">
                <a16:creationId xmlns:a16="http://schemas.microsoft.com/office/drawing/2014/main" id="{3B1582F7-096C-4E61-A430-37DE800FD8E9}"/>
              </a:ext>
            </a:extLst>
          </p:cNvPr>
          <p:cNvSpPr>
            <a:spLocks noGrp="1"/>
          </p:cNvSpPr>
          <p:nvPr>
            <p:ph type="ftr" sz="quarter" idx="11"/>
          </p:nvPr>
        </p:nvSpPr>
        <p:spPr/>
        <p:txBody>
          <a:bodyPr/>
          <a:lstStyle/>
          <a:p>
            <a:r>
              <a:rPr lang="en-US"/>
              <a:t>© Cognizant 2015</a:t>
            </a:r>
          </a:p>
        </p:txBody>
      </p:sp>
      <p:sp>
        <p:nvSpPr>
          <p:cNvPr id="10" name="Slide Number Placeholder 9">
            <a:extLst>
              <a:ext uri="{FF2B5EF4-FFF2-40B4-BE49-F238E27FC236}">
                <a16:creationId xmlns:a16="http://schemas.microsoft.com/office/drawing/2014/main" id="{6DECEAA4-0F33-4B6D-A269-0A7754EC7763}"/>
              </a:ext>
            </a:extLst>
          </p:cNvPr>
          <p:cNvSpPr>
            <a:spLocks noGrp="1"/>
          </p:cNvSpPr>
          <p:nvPr>
            <p:ph type="sldNum" sz="quarter" idx="12"/>
          </p:nvPr>
        </p:nvSpPr>
        <p:spPr/>
        <p:txBody>
          <a:bodyPr/>
          <a:lstStyle/>
          <a:p>
            <a:pPr algn="r"/>
            <a:fld id="{E7AF38FF-B38D-4060-8B8D-2D16AAFBAAC1}" type="slidenum">
              <a:rPr lang="en-US" smtClean="0"/>
              <a:pPr algn="r"/>
              <a:t>‹#›</a:t>
            </a:fld>
            <a:endParaRPr lang="en-US"/>
          </a:p>
        </p:txBody>
      </p:sp>
      <p:cxnSp>
        <p:nvCxnSpPr>
          <p:cNvPr id="12" name="Straight Connector 11">
            <a:extLst>
              <a:ext uri="{FF2B5EF4-FFF2-40B4-BE49-F238E27FC236}">
                <a16:creationId xmlns:a16="http://schemas.microsoft.com/office/drawing/2014/main" id="{52B07E44-2946-4C76-AAE8-51C4712E237F}"/>
              </a:ext>
            </a:extLst>
          </p:cNvPr>
          <p:cNvCxnSpPr>
            <a:cxnSpLocks/>
          </p:cNvCxnSpPr>
          <p:nvPr/>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4214098961"/>
      </p:ext>
    </p:extLst>
  </p:cSld>
  <p:clrMapOvr>
    <a:masterClrMapping/>
  </p:clrMapOvr>
  <p:hf hdr="0" dt="0"/>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2191995" cy="6858000"/>
          </a:xfrm>
          <a:prstGeom prst="rect">
            <a:avLst/>
          </a:prstGeom>
        </p:spPr>
      </p:pic>
      <p:sp>
        <p:nvSpPr>
          <p:cNvPr id="8" name="Rectangle 7"/>
          <p:cNvSpPr/>
          <p:nvPr userDrawn="1"/>
        </p:nvSpPr>
        <p:spPr>
          <a:xfrm>
            <a:off x="0" y="5334000"/>
            <a:ext cx="9550400" cy="773668"/>
          </a:xfrm>
          <a:prstGeom prst="rect">
            <a:avLst/>
          </a:prstGeom>
          <a:solidFill>
            <a:srgbClr val="81D84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p>
        </p:txBody>
      </p:sp>
      <p:sp>
        <p:nvSpPr>
          <p:cNvPr id="9" name="Rectangle 8"/>
          <p:cNvSpPr/>
          <p:nvPr userDrawn="1"/>
        </p:nvSpPr>
        <p:spPr>
          <a:xfrm>
            <a:off x="-3507" y="6172200"/>
            <a:ext cx="5286707" cy="397014"/>
          </a:xfrm>
          <a:prstGeom prst="rect">
            <a:avLst/>
          </a:prstGeom>
          <a:solidFill>
            <a:schemeClr val="bg1">
              <a:lumMod val="65000"/>
              <a:alpha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p>
        </p:txBody>
      </p:sp>
      <p:sp>
        <p:nvSpPr>
          <p:cNvPr id="10" name="TextBox 9"/>
          <p:cNvSpPr txBox="1"/>
          <p:nvPr userDrawn="1"/>
        </p:nvSpPr>
        <p:spPr>
          <a:xfrm>
            <a:off x="929693" y="6186041"/>
            <a:ext cx="2860720"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800" b="1" dirty="0">
                <a:solidFill>
                  <a:schemeClr val="bg1"/>
                </a:solidFill>
                <a:latin typeface="Arial" panose="020B0604020202020204" pitchFamily="34" charset="0"/>
                <a:cs typeface="Arial" panose="020B0604020202020204" pitchFamily="34" charset="0"/>
              </a:rPr>
              <a:t>LEVEL - PRACTITIONER</a:t>
            </a:r>
          </a:p>
        </p:txBody>
      </p:sp>
    </p:spTree>
    <p:extLst>
      <p:ext uri="{BB962C8B-B14F-4D97-AF65-F5344CB8AC3E}">
        <p14:creationId xmlns:p14="http://schemas.microsoft.com/office/powerpoint/2010/main" val="267664107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About_the_Author">
    <p:bg>
      <p:bgPr>
        <a:blipFill dpi="0" rotWithShape="0">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Rectangle 9"/>
          <p:cNvSpPr/>
          <p:nvPr userDrawn="1"/>
        </p:nvSpPr>
        <p:spPr>
          <a:xfrm>
            <a:off x="3048000" y="0"/>
            <a:ext cx="8128000" cy="571500"/>
          </a:xfrm>
          <a:prstGeom prst="rect">
            <a:avLst/>
          </a:prstGeom>
        </p:spPr>
        <p:txBody>
          <a:bodyPr vert="horz" lIns="91440" tIns="45720" rIns="91440" bIns="45720" rtlCol="0" anchor="ctr">
            <a:noAutofit/>
          </a:bodyPr>
          <a:lstStyle/>
          <a:p>
            <a:pPr lvl="0">
              <a:spcBef>
                <a:spcPct val="0"/>
              </a:spcBef>
              <a:buNone/>
            </a:pPr>
            <a:r>
              <a:rPr lang="en-US" sz="3200" b="0" dirty="0">
                <a:solidFill>
                  <a:schemeClr val="bg1"/>
                </a:solidFill>
                <a:latin typeface="Arial Rounded MT Bold" pitchFamily="34" charset="0"/>
              </a:rPr>
              <a:t>About the Author</a:t>
            </a:r>
          </a:p>
        </p:txBody>
      </p:sp>
      <p:graphicFrame>
        <p:nvGraphicFramePr>
          <p:cNvPr id="12" name="Group 81"/>
          <p:cNvGraphicFramePr>
            <a:graphicFrameLocks noGrp="1"/>
          </p:cNvGraphicFramePr>
          <p:nvPr userDrawn="1">
            <p:extLst>
              <p:ext uri="{D42A27DB-BD31-4B8C-83A1-F6EECF244321}">
                <p14:modId xmlns:p14="http://schemas.microsoft.com/office/powerpoint/2010/main" val="1548546278"/>
              </p:ext>
            </p:extLst>
          </p:nvPr>
        </p:nvGraphicFramePr>
        <p:xfrm>
          <a:off x="711200" y="2286000"/>
          <a:ext cx="10871200" cy="1828800"/>
        </p:xfrm>
        <a:graphic>
          <a:graphicData uri="http://schemas.openxmlformats.org/drawingml/2006/table">
            <a:tbl>
              <a:tblPr/>
              <a:tblGrid>
                <a:gridCol w="26416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609600">
                <a:tc>
                  <a:txBody>
                    <a:bodyPr/>
                    <a:lstStyle/>
                    <a:p>
                      <a:pPr marL="0" marR="0" lvl="0" indent="0" algn="l" defTabSz="914400" rtl="0" eaLnBrk="1" fontAlgn="base" latinLnBrk="0" hangingPunct="1">
                        <a:lnSpc>
                          <a:spcPct val="100000"/>
                        </a:lnSpc>
                        <a:spcBef>
                          <a:spcPct val="20000"/>
                        </a:spcBef>
                        <a:spcAft>
                          <a:spcPct val="0"/>
                        </a:spcAft>
                        <a:buClrTx/>
                        <a:buSzPct val="95000"/>
                        <a:buFont typeface="Wingdings" pitchFamily="2" charset="2"/>
                        <a:buNone/>
                        <a:tabLst/>
                      </a:pPr>
                      <a:r>
                        <a:rPr kumimoji="0" lang="en-US" sz="1400" b="1" i="0" u="none" strike="noStrike" cap="none" normalizeH="0" baseline="0" dirty="0">
                          <a:ln>
                            <a:noFill/>
                          </a:ln>
                          <a:solidFill>
                            <a:schemeClr val="bg1"/>
                          </a:solidFill>
                          <a:effectLst/>
                          <a:latin typeface="Arial Unicode MS" pitchFamily="34" charset="-128"/>
                          <a:ea typeface="Arial Unicode MS" pitchFamily="34" charset="-128"/>
                          <a:cs typeface="Arial Unicode MS" pitchFamily="34" charset="-128"/>
                        </a:rPr>
                        <a:t>Created By:</a:t>
                      </a:r>
                    </a:p>
                  </a:txBody>
                  <a:tcPr marL="121920" marR="121920" anchor="ctr" horzOverflow="overflow">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a:noFill/>
                    </a:lnTlToBr>
                    <a:lnBlToTr>
                      <a:noFill/>
                    </a:lnBlToTr>
                    <a:solidFill>
                      <a:schemeClr val="accent3">
                        <a:lumMod val="5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Pct val="9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L="121920" marR="121920" horzOverflow="overflow">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09600">
                <a:tc>
                  <a:txBody>
                    <a:bodyPr/>
                    <a:lstStyle/>
                    <a:p>
                      <a:pPr marL="0" marR="0" lvl="0" indent="0" algn="l" defTabSz="914400" rtl="0" eaLnBrk="1" fontAlgn="base" latinLnBrk="0" hangingPunct="1">
                        <a:lnSpc>
                          <a:spcPct val="100000"/>
                        </a:lnSpc>
                        <a:spcBef>
                          <a:spcPct val="20000"/>
                        </a:spcBef>
                        <a:spcAft>
                          <a:spcPct val="0"/>
                        </a:spcAft>
                        <a:buClrTx/>
                        <a:buSzPct val="95000"/>
                        <a:buFont typeface="Wingdings" pitchFamily="2" charset="2"/>
                        <a:buNone/>
                        <a:tabLst/>
                      </a:pPr>
                      <a:r>
                        <a:rPr kumimoji="0" lang="en-US" sz="1400" b="1" i="0" u="none" strike="noStrike" cap="none" normalizeH="0" baseline="0" dirty="0">
                          <a:ln>
                            <a:noFill/>
                          </a:ln>
                          <a:solidFill>
                            <a:schemeClr val="bg1"/>
                          </a:solidFill>
                          <a:effectLst/>
                          <a:latin typeface="Arial Unicode MS" pitchFamily="34" charset="-128"/>
                          <a:ea typeface="Arial Unicode MS" pitchFamily="34" charset="-128"/>
                          <a:cs typeface="Arial Unicode MS" pitchFamily="34" charset="-128"/>
                        </a:rPr>
                        <a:t>Credential Information:</a:t>
                      </a:r>
                    </a:p>
                  </a:txBody>
                  <a:tcPr marL="121920" marR="121920" anchor="ctr" horzOverflow="overflow">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a:noFill/>
                    </a:lnTlToBr>
                    <a:lnBlToTr>
                      <a:noFill/>
                    </a:lnBlToTr>
                    <a:solidFill>
                      <a:schemeClr val="accent3">
                        <a:lumMod val="5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Pct val="95000"/>
                        <a:buFont typeface="Wingdings" pitchFamily="2" charset="2"/>
                        <a:buNone/>
                        <a:tabLst/>
                      </a:pPr>
                      <a:r>
                        <a:rPr kumimoji="0" lang="en-US" sz="1600" b="0" i="0" u="none" strike="noStrike" cap="none" normalizeH="0" baseline="0" dirty="0">
                          <a:ln>
                            <a:noFill/>
                          </a:ln>
                          <a:solidFill>
                            <a:schemeClr val="tx1"/>
                          </a:solidFill>
                          <a:effectLst/>
                          <a:latin typeface="+mn-lt"/>
                        </a:rPr>
                        <a:t> </a:t>
                      </a:r>
                    </a:p>
                  </a:txBody>
                  <a:tcPr marL="121920" marR="121920" horzOverflow="overflow">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09600">
                <a:tc>
                  <a:txBody>
                    <a:bodyPr/>
                    <a:lstStyle/>
                    <a:p>
                      <a:pPr marL="0" marR="0" lvl="0" indent="0" algn="l" defTabSz="914400" rtl="0" eaLnBrk="1" fontAlgn="base" latinLnBrk="0" hangingPunct="1">
                        <a:lnSpc>
                          <a:spcPct val="100000"/>
                        </a:lnSpc>
                        <a:spcBef>
                          <a:spcPct val="20000"/>
                        </a:spcBef>
                        <a:spcAft>
                          <a:spcPct val="0"/>
                        </a:spcAft>
                        <a:buClrTx/>
                        <a:buSzPct val="95000"/>
                        <a:buFont typeface="Wingdings" pitchFamily="2" charset="2"/>
                        <a:buNone/>
                        <a:tabLst/>
                      </a:pPr>
                      <a:r>
                        <a:rPr kumimoji="0" lang="en-US" sz="1400" b="1" i="0" u="none" strike="noStrike" cap="none" normalizeH="0" baseline="0" dirty="0">
                          <a:ln>
                            <a:noFill/>
                          </a:ln>
                          <a:solidFill>
                            <a:schemeClr val="bg1"/>
                          </a:solidFill>
                          <a:effectLst/>
                          <a:latin typeface="Arial Unicode MS" pitchFamily="34" charset="-128"/>
                          <a:ea typeface="Arial Unicode MS" pitchFamily="34" charset="-128"/>
                          <a:cs typeface="Arial Unicode MS" pitchFamily="34" charset="-128"/>
                        </a:rPr>
                        <a:t>Version and Date:</a:t>
                      </a:r>
                    </a:p>
                  </a:txBody>
                  <a:tcPr marL="121920" marR="121920" anchor="ctr" horzOverflow="overflow">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a:noFill/>
                    </a:lnTlToBr>
                    <a:lnBlToTr>
                      <a:noFill/>
                    </a:lnBlToTr>
                    <a:solidFill>
                      <a:schemeClr val="accent3">
                        <a:lumMod val="5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Pct val="9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L="121920" marR="121920" horzOverflow="overflow">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4" name="Rectangle 13"/>
          <p:cNvSpPr/>
          <p:nvPr userDrawn="1"/>
        </p:nvSpPr>
        <p:spPr>
          <a:xfrm>
            <a:off x="2901059" y="4648203"/>
            <a:ext cx="6389891" cy="584775"/>
          </a:xfrm>
          <a:prstGeom prst="rect">
            <a:avLst/>
          </a:prstGeom>
        </p:spPr>
        <p:txBody>
          <a:bodyPr wrap="none">
            <a:spAutoFit/>
          </a:bodyPr>
          <a:lstStyle/>
          <a:p>
            <a:pPr algn="ctr">
              <a:defRPr/>
            </a:pPr>
            <a:r>
              <a:rPr lang="en-US" sz="3200" b="1" kern="10" dirty="0">
                <a:ln w="3175">
                  <a:solidFill>
                    <a:srgbClr val="92D050"/>
                  </a:solidFill>
                  <a:round/>
                  <a:headEnd/>
                  <a:tailEnd/>
                </a:ln>
                <a:solidFill>
                  <a:schemeClr val="accent3">
                    <a:lumMod val="50000"/>
                  </a:schemeClr>
                </a:solidFill>
                <a:effectLst>
                  <a:glow rad="63500">
                    <a:schemeClr val="accent3">
                      <a:lumMod val="50000"/>
                      <a:alpha val="40000"/>
                    </a:schemeClr>
                  </a:glow>
                  <a:outerShdw blurRad="50800" dist="38100" dir="2700000" algn="tl" rotWithShape="0">
                    <a:prstClr val="black">
                      <a:alpha val="40000"/>
                    </a:prstClr>
                  </a:outerShdw>
                </a:effectLst>
                <a:latin typeface="Arial Narrow" pitchFamily="34" charset="0"/>
              </a:rPr>
              <a:t>Cognizant Certified Official Curriculum</a:t>
            </a:r>
          </a:p>
        </p:txBody>
      </p:sp>
      <p:sp>
        <p:nvSpPr>
          <p:cNvPr id="16" name="Slide Number Placeholder 5"/>
          <p:cNvSpPr txBox="1">
            <a:spLocks/>
          </p:cNvSpPr>
          <p:nvPr userDrawn="1"/>
        </p:nvSpPr>
        <p:spPr>
          <a:xfrm>
            <a:off x="11480801" y="6629403"/>
            <a:ext cx="711195" cy="228597"/>
          </a:xfrm>
          <a:prstGeom prst="rect">
            <a:avLst/>
          </a:prstGeom>
        </p:spPr>
        <p:txBody>
          <a:bodyPr vert="horz" lIns="91440" tIns="45720" rIns="91440" bIns="45720" rtlCol="0" anchor="ctr"/>
          <a:lstStyle>
            <a:defPPr>
              <a:defRPr lang="en-US"/>
            </a:defPPr>
            <a:lvl1pPr marL="0" algn="r" defTabSz="914400" rtl="0" eaLnBrk="1" latinLnBrk="0" hangingPunct="1">
              <a:defRPr lang="en-US" sz="1200" kern="1200" smtClean="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7AF38FF-B38D-4060-8B8D-2D16AAFBAAC1}" type="slidenum">
              <a:rPr lang="en-US" sz="1200" smtClean="0"/>
              <a:pPr/>
              <a:t>‹#›</a:t>
            </a:fld>
            <a:endParaRPr lang="en-US" sz="1200"/>
          </a:p>
        </p:txBody>
      </p:sp>
      <p:sp>
        <p:nvSpPr>
          <p:cNvPr id="17" name="Footer Placeholder 4"/>
          <p:cNvSpPr>
            <a:spLocks noGrp="1"/>
          </p:cNvSpPr>
          <p:nvPr>
            <p:ph type="ftr" sz="quarter" idx="11"/>
          </p:nvPr>
        </p:nvSpPr>
        <p:spPr>
          <a:xfrm>
            <a:off x="9676" y="6553200"/>
            <a:ext cx="1828800" cy="228600"/>
          </a:xfrm>
        </p:spPr>
        <p:txBody>
          <a:bodyPr/>
          <a:lstStyle/>
          <a:p>
            <a:r>
              <a:rPr lang="en-US" dirty="0"/>
              <a:t>© Cognizant 2015</a:t>
            </a:r>
          </a:p>
        </p:txBody>
      </p:sp>
    </p:spTree>
    <p:extLst>
      <p:ext uri="{BB962C8B-B14F-4D97-AF65-F5344CB8AC3E}">
        <p14:creationId xmlns:p14="http://schemas.microsoft.com/office/powerpoint/2010/main" val="174125974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cSld name="Section Separator">
    <p:bg>
      <p:bgPr>
        <a:blipFill dpi="0" rotWithShape="0">
          <a:blip r:embed="rId2" cstate="print">
            <a:lum/>
          </a:blip>
          <a:srcRect/>
          <a:stretch>
            <a:fillRect/>
          </a:stretch>
        </a:blip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 y="0"/>
            <a:ext cx="12191995" cy="6858000"/>
          </a:xfrm>
          <a:prstGeom prst="rect">
            <a:avLst/>
          </a:prstGeom>
        </p:spPr>
      </p:pic>
      <p:sp>
        <p:nvSpPr>
          <p:cNvPr id="10" name="Rectangle 9"/>
          <p:cNvSpPr/>
          <p:nvPr userDrawn="1"/>
        </p:nvSpPr>
        <p:spPr>
          <a:xfrm>
            <a:off x="0" y="5334000"/>
            <a:ext cx="9347200" cy="773668"/>
          </a:xfrm>
          <a:prstGeom prst="rect">
            <a:avLst/>
          </a:prstGeom>
          <a:solidFill>
            <a:srgbClr val="81D84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p>
        </p:txBody>
      </p:sp>
      <p:sp>
        <p:nvSpPr>
          <p:cNvPr id="4" name="Footer Placeholder 4"/>
          <p:cNvSpPr>
            <a:spLocks noGrp="1"/>
          </p:cNvSpPr>
          <p:nvPr>
            <p:ph type="ftr" sz="quarter" idx="11"/>
          </p:nvPr>
        </p:nvSpPr>
        <p:spPr>
          <a:xfrm>
            <a:off x="9676" y="6553200"/>
            <a:ext cx="1828800" cy="228600"/>
          </a:xfrm>
        </p:spPr>
        <p:txBody>
          <a:bodyPr/>
          <a:lstStyle/>
          <a:p>
            <a:r>
              <a:rPr lang="en-US" dirty="0"/>
              <a:t>© Cognizant 2015</a:t>
            </a:r>
          </a:p>
        </p:txBody>
      </p:sp>
    </p:spTree>
    <p:extLst>
      <p:ext uri="{BB962C8B-B14F-4D97-AF65-F5344CB8AC3E}">
        <p14:creationId xmlns:p14="http://schemas.microsoft.com/office/powerpoint/2010/main" val="224034761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8" name="Title 1"/>
          <p:cNvSpPr>
            <a:spLocks noGrp="1"/>
          </p:cNvSpPr>
          <p:nvPr>
            <p:ph type="title"/>
          </p:nvPr>
        </p:nvSpPr>
        <p:spPr>
          <a:xfrm>
            <a:off x="431800" y="87765"/>
            <a:ext cx="11252200" cy="668338"/>
          </a:xfrm>
        </p:spPr>
        <p:txBody>
          <a:bodyPr/>
          <a:lstStyle>
            <a:lvl1pPr>
              <a:defRPr sz="2400"/>
            </a:lvl1pPr>
          </a:lstStyle>
          <a:p>
            <a:r>
              <a:rPr lang="en-US"/>
              <a:t>Click to edit Master title style</a:t>
            </a:r>
            <a:endParaRPr lang="en-US" dirty="0"/>
          </a:p>
        </p:txBody>
      </p:sp>
      <p:sp>
        <p:nvSpPr>
          <p:cNvPr id="12" name="Content Placeholder 11"/>
          <p:cNvSpPr>
            <a:spLocks noGrp="1"/>
          </p:cNvSpPr>
          <p:nvPr>
            <p:ph sz="quarter" idx="11"/>
          </p:nvPr>
        </p:nvSpPr>
        <p:spPr>
          <a:xfrm>
            <a:off x="406400" y="971080"/>
            <a:ext cx="11277600" cy="5124920"/>
          </a:xfrm>
        </p:spPr>
        <p:txBody>
          <a:bodyPr>
            <a:normAutofit/>
          </a:bodyPr>
          <a:lstStyle>
            <a:lvl1pPr>
              <a:buFont typeface="Wingdings" pitchFamily="2" charset="2"/>
              <a:buChar char="§"/>
              <a:defRPr sz="2000"/>
            </a:lvl1pPr>
            <a:lvl2pPr>
              <a:buClr>
                <a:srgbClr val="FFC000"/>
              </a:buClr>
              <a:buFont typeface="Verdana" pitchFamily="34" charset="0"/>
              <a:buChar char="»"/>
              <a:defRPr sz="1800"/>
            </a:lvl2pPr>
            <a:lvl3pPr>
              <a:buClr>
                <a:srgbClr val="7030A0"/>
              </a:buClr>
              <a:buFont typeface="Arial" pitchFamily="34" charset="0"/>
              <a:buChar cha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p:txBody>
      </p:sp>
      <p:sp>
        <p:nvSpPr>
          <p:cNvPr id="9" name="Rectangle 42"/>
          <p:cNvSpPr>
            <a:spLocks noGrp="1" noChangeArrowheads="1"/>
          </p:cNvSpPr>
          <p:nvPr>
            <p:ph type="sldNum" sz="quarter" idx="10"/>
          </p:nvPr>
        </p:nvSpPr>
        <p:spPr>
          <a:xfrm>
            <a:off x="101599" y="6324600"/>
            <a:ext cx="924940" cy="457200"/>
          </a:xfrm>
          <a:prstGeom prst="rect">
            <a:avLst/>
          </a:prstGeom>
        </p:spPr>
        <p:txBody>
          <a:bodyPr/>
          <a:lstStyle>
            <a:lvl1pPr>
              <a:defRPr sz="1200" smtClean="0">
                <a:solidFill>
                  <a:srgbClr val="6DB23F"/>
                </a:solidFill>
              </a:defRPr>
            </a:lvl1pPr>
          </a:lstStyle>
          <a:p>
            <a:fld id="{B6F15528-21DE-4FAA-801E-634DDDAF4B2B}" type="slidenum">
              <a:rPr lang="en-US" smtClean="0">
                <a:solidFill>
                  <a:prstClr val="white"/>
                </a:solidFill>
              </a:rPr>
              <a:pPr/>
              <a:t>‹#›</a:t>
            </a:fld>
            <a:endParaRPr lang="en-US" dirty="0">
              <a:solidFill>
                <a:prstClr val="white"/>
              </a:solidFill>
            </a:endParaRPr>
          </a:p>
        </p:txBody>
      </p:sp>
    </p:spTree>
    <p:extLst>
      <p:ext uri="{BB962C8B-B14F-4D97-AF65-F5344CB8AC3E}">
        <p14:creationId xmlns:p14="http://schemas.microsoft.com/office/powerpoint/2010/main" val="9689368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cSld name="Course_Completion_Page">
    <p:bg>
      <p:bgPr>
        <a:blipFill dpi="0" rotWithShape="0">
          <a:blip r:embed="rId2" cstate="print">
            <a:lum/>
          </a:blip>
          <a:srcRect/>
          <a:stretch>
            <a:fillRect/>
          </a:stretch>
        </a:blipFill>
        <a:effectLst/>
      </p:bgPr>
    </p:bg>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 y="0"/>
            <a:ext cx="12191995" cy="6858000"/>
          </a:xfrm>
          <a:prstGeom prst="rect">
            <a:avLst/>
          </a:prstGeom>
        </p:spPr>
      </p:pic>
      <p:sp>
        <p:nvSpPr>
          <p:cNvPr id="9" name="Rectangle 8"/>
          <p:cNvSpPr/>
          <p:nvPr userDrawn="1"/>
        </p:nvSpPr>
        <p:spPr>
          <a:xfrm>
            <a:off x="5283201" y="4437966"/>
            <a:ext cx="6908795" cy="1353234"/>
          </a:xfrm>
          <a:prstGeom prst="rect">
            <a:avLst/>
          </a:prstGeom>
          <a:solidFill>
            <a:srgbClr val="81D8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p>
        </p:txBody>
      </p:sp>
    </p:spTree>
    <p:extLst>
      <p:ext uri="{BB962C8B-B14F-4D97-AF65-F5344CB8AC3E}">
        <p14:creationId xmlns:p14="http://schemas.microsoft.com/office/powerpoint/2010/main" val="360384215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 preserve="1">
  <p:cSld name="White Cover Slide, Graphic">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4BA977D-F01B-45A3-A788-241A0D7E09A5}"/>
              </a:ext>
            </a:extLst>
          </p:cNvPr>
          <p:cNvPicPr>
            <a:picLocks noChangeAspect="1"/>
          </p:cNvPicPr>
          <p:nvPr userDrawn="1"/>
        </p:nvPicPr>
        <p:blipFill>
          <a:blip r:embed="rId2"/>
          <a:stretch>
            <a:fillRect/>
          </a:stretch>
        </p:blipFill>
        <p:spPr>
          <a:xfrm>
            <a:off x="0" y="5935981"/>
            <a:ext cx="12192000" cy="922020"/>
          </a:xfrm>
          <a:prstGeom prst="rect">
            <a:avLst/>
          </a:prstGeom>
        </p:spPr>
      </p:pic>
      <p:sp>
        <p:nvSpPr>
          <p:cNvPr id="2" name="Title 1">
            <a:extLst>
              <a:ext uri="{FF2B5EF4-FFF2-40B4-BE49-F238E27FC236}">
                <a16:creationId xmlns:a16="http://schemas.microsoft.com/office/drawing/2014/main" id="{9E61C033-5F13-4DFF-B15B-CE7C811FF242}"/>
              </a:ext>
            </a:extLst>
          </p:cNvPr>
          <p:cNvSpPr>
            <a:spLocks noGrp="1"/>
          </p:cNvSpPr>
          <p:nvPr>
            <p:ph type="ctrTitle" hasCustomPrompt="1"/>
          </p:nvPr>
        </p:nvSpPr>
        <p:spPr bwMode="black">
          <a:xfrm>
            <a:off x="609600" y="2255520"/>
            <a:ext cx="6705600" cy="1403461"/>
          </a:xfrm>
        </p:spPr>
        <p:txBody>
          <a:bodyPr anchor="b">
            <a:spAutoFit/>
          </a:bodyPr>
          <a:lstStyle>
            <a:lvl1pPr algn="l">
              <a:defRPr sz="5067">
                <a:solidFill>
                  <a:schemeClr val="tx1"/>
                </a:solidFill>
              </a:defRPr>
            </a:lvl1pPr>
          </a:lstStyle>
          <a:p>
            <a:pPr lvl="0"/>
            <a:r>
              <a:rPr lang="en-US"/>
              <a:t>Presentation Title Goes Here</a:t>
            </a:r>
          </a:p>
        </p:txBody>
      </p:sp>
      <p:sp>
        <p:nvSpPr>
          <p:cNvPr id="3" name="Subtitle 2">
            <a:extLst>
              <a:ext uri="{FF2B5EF4-FFF2-40B4-BE49-F238E27FC236}">
                <a16:creationId xmlns:a16="http://schemas.microsoft.com/office/drawing/2014/main" id="{86915D2C-FBBF-4872-8B9B-3345FADF0AAF}"/>
              </a:ext>
            </a:extLst>
          </p:cNvPr>
          <p:cNvSpPr>
            <a:spLocks noGrp="1"/>
          </p:cNvSpPr>
          <p:nvPr>
            <p:ph type="subTitle" idx="1" hasCustomPrompt="1"/>
          </p:nvPr>
        </p:nvSpPr>
        <p:spPr bwMode="black">
          <a:xfrm>
            <a:off x="609600" y="4157473"/>
            <a:ext cx="6705600" cy="718145"/>
          </a:xfrm>
        </p:spPr>
        <p:txBody>
          <a:bodyPr>
            <a:spAutoFit/>
          </a:bodyPr>
          <a:lstStyle>
            <a:lvl1pPr marL="0" marR="0" indent="0" algn="l" defTabSz="1219170" rtl="0" eaLnBrk="1" fontAlgn="auto" latinLnBrk="0" hangingPunct="1">
              <a:lnSpc>
                <a:spcPct val="100000"/>
              </a:lnSpc>
              <a:spcBef>
                <a:spcPts val="800"/>
              </a:spcBef>
              <a:spcAft>
                <a:spcPts val="0"/>
              </a:spcAft>
              <a:buClrTx/>
              <a:buSzTx/>
              <a:buFont typeface="Arial" panose="020B0604020202020204" pitchFamily="34" charset="0"/>
              <a:buNone/>
              <a:tabLst/>
              <a:defRPr sz="2400">
                <a:solidFill>
                  <a:schemeClr val="tx1"/>
                </a:solidFill>
              </a:defRPr>
            </a:lvl1pPr>
            <a:lvl2pPr marL="0" indent="0" algn="l">
              <a:buClrTx/>
              <a:buFont typeface="Arial" panose="020B0604020202020204" pitchFamily="34" charset="0"/>
              <a:buNone/>
              <a:tabLst/>
              <a:defRPr sz="1600">
                <a:solidFill>
                  <a:schemeClr val="tx1"/>
                </a:solidFill>
              </a:defRPr>
            </a:lvl2pPr>
            <a:lvl3pPr marL="304792" indent="-304792" algn="l">
              <a:spcBef>
                <a:spcPts val="800"/>
              </a:spcBef>
              <a:buClrTx/>
              <a:buSzPct val="125000"/>
              <a:buFont typeface="Arial" panose="020B0604020202020204" pitchFamily="34" charset="0"/>
              <a:buChar char="•"/>
              <a:defRPr sz="1600">
                <a:solidFill>
                  <a:schemeClr val="tx1"/>
                </a:solidFill>
              </a:defRPr>
            </a:lvl3pPr>
            <a:lvl4pPr marL="304792" indent="-304792" algn="l">
              <a:spcBef>
                <a:spcPts val="800"/>
              </a:spcBef>
              <a:buClrTx/>
              <a:buSzPct val="125000"/>
              <a:buFont typeface="Arial" panose="020B0604020202020204" pitchFamily="34" charset="0"/>
              <a:buChar char="•"/>
              <a:defRPr sz="1600">
                <a:solidFill>
                  <a:schemeClr val="tx1"/>
                </a:solidFill>
              </a:defRPr>
            </a:lvl4pPr>
            <a:lvl5pPr marL="304792" indent="-304792" algn="l">
              <a:spcBef>
                <a:spcPts val="800"/>
              </a:spcBef>
              <a:buClrTx/>
              <a:buSzPct val="125000"/>
              <a:buFont typeface="Arial" panose="020B0604020202020204" pitchFamily="34" charset="0"/>
              <a:buChar char="•"/>
              <a:defRPr sz="1600">
                <a:solidFill>
                  <a:schemeClr val="tx1"/>
                </a:solidFill>
              </a:defRPr>
            </a:lvl5pPr>
            <a:lvl6pPr marL="304792" indent="-304792" algn="l">
              <a:spcBef>
                <a:spcPts val="800"/>
              </a:spcBef>
              <a:buClrTx/>
              <a:buSzPct val="125000"/>
              <a:buFont typeface="Arial" panose="020B0604020202020204" pitchFamily="34" charset="0"/>
              <a:buChar char="•"/>
              <a:defRPr sz="1600">
                <a:solidFill>
                  <a:schemeClr val="tx1"/>
                </a:solidFill>
              </a:defRPr>
            </a:lvl6pPr>
            <a:lvl7pPr marL="304792" indent="-304792" algn="l">
              <a:spcBef>
                <a:spcPts val="800"/>
              </a:spcBef>
              <a:buClrTx/>
              <a:buSzPct val="125000"/>
              <a:buFont typeface="Arial" panose="020B0604020202020204" pitchFamily="34" charset="0"/>
              <a:buChar char="•"/>
              <a:defRPr sz="1600">
                <a:solidFill>
                  <a:schemeClr val="tx1"/>
                </a:solidFill>
              </a:defRPr>
            </a:lvl7pPr>
            <a:lvl8pPr marL="304792" indent="-304792" algn="l">
              <a:spcBef>
                <a:spcPts val="800"/>
              </a:spcBef>
              <a:buClrTx/>
              <a:buSzPct val="125000"/>
              <a:buFont typeface="Arial" panose="020B0604020202020204" pitchFamily="34" charset="0"/>
              <a:buChar char="•"/>
              <a:defRPr sz="1600">
                <a:solidFill>
                  <a:schemeClr val="tx1"/>
                </a:solidFill>
              </a:defRPr>
            </a:lvl8pPr>
            <a:lvl9pPr marL="304792" indent="-304792" algn="l">
              <a:spcBef>
                <a:spcPts val="800"/>
              </a:spcBef>
              <a:buClrTx/>
              <a:buSzPct val="125000"/>
              <a:buFont typeface="Arial" panose="020B0604020202020204" pitchFamily="34" charset="0"/>
              <a:buChar char="•"/>
              <a:defRPr sz="1600">
                <a:solidFill>
                  <a:schemeClr val="tx1"/>
                </a:solidFill>
              </a:defRPr>
            </a:lvl9pPr>
          </a:lstStyle>
          <a:p>
            <a:pPr lvl="0"/>
            <a:r>
              <a:rPr lang="en-US"/>
              <a:t>Speaker’s Full Name</a:t>
            </a:r>
          </a:p>
          <a:p>
            <a:pPr lvl="1"/>
            <a:r>
              <a:rPr lang="en-US"/>
              <a:t>Speaker’s title</a:t>
            </a:r>
          </a:p>
        </p:txBody>
      </p:sp>
      <p:sp>
        <p:nvSpPr>
          <p:cNvPr id="11" name="Footer Placeholder 10">
            <a:extLst>
              <a:ext uri="{FF2B5EF4-FFF2-40B4-BE49-F238E27FC236}">
                <a16:creationId xmlns:a16="http://schemas.microsoft.com/office/drawing/2014/main" id="{593BD8E8-263E-4363-B56A-C654487075F5}"/>
              </a:ext>
            </a:extLst>
          </p:cNvPr>
          <p:cNvSpPr>
            <a:spLocks noGrp="1"/>
          </p:cNvSpPr>
          <p:nvPr>
            <p:ph type="ftr" sz="quarter" idx="11"/>
          </p:nvPr>
        </p:nvSpPr>
        <p:spPr bwMode="white">
          <a:xfrm>
            <a:off x="609600" y="6343036"/>
            <a:ext cx="6705600" cy="153888"/>
          </a:xfrm>
        </p:spPr>
        <p:txBody>
          <a:bodyPr>
            <a:spAutoFit/>
          </a:bodyPr>
          <a:lstStyle>
            <a:lvl1pPr>
              <a:defRPr sz="1000">
                <a:solidFill>
                  <a:schemeClr val="bg1"/>
                </a:solidFill>
              </a:defRPr>
            </a:lvl1pPr>
            <a:lvl2pPr marL="0" indent="0">
              <a:defRPr sz="1000">
                <a:solidFill>
                  <a:schemeClr val="bg1"/>
                </a:solidFill>
              </a:defRPr>
            </a:lvl2pPr>
            <a:lvl3pPr marL="0" indent="0">
              <a:defRPr sz="1000">
                <a:solidFill>
                  <a:schemeClr val="bg1"/>
                </a:solidFill>
              </a:defRPr>
            </a:lvl3pPr>
            <a:lvl4pPr marL="0" indent="0">
              <a:defRPr sz="1000">
                <a:solidFill>
                  <a:schemeClr val="bg1"/>
                </a:solidFill>
              </a:defRPr>
            </a:lvl4pPr>
            <a:lvl5pPr marL="0" indent="0">
              <a:defRPr sz="1000">
                <a:solidFill>
                  <a:schemeClr val="bg1"/>
                </a:solidFill>
              </a:defRPr>
            </a:lvl5pPr>
            <a:lvl6pPr marL="0" indent="0">
              <a:defRPr sz="1000">
                <a:solidFill>
                  <a:schemeClr val="bg1"/>
                </a:solidFill>
              </a:defRPr>
            </a:lvl6pPr>
            <a:lvl7pPr marL="0" indent="0">
              <a:defRPr sz="1000">
                <a:solidFill>
                  <a:schemeClr val="bg1"/>
                </a:solidFill>
              </a:defRPr>
            </a:lvl7pPr>
            <a:lvl8pPr marL="0" indent="0">
              <a:defRPr sz="1000">
                <a:solidFill>
                  <a:schemeClr val="bg1"/>
                </a:solidFill>
              </a:defRPr>
            </a:lvl8pPr>
            <a:lvl9pPr marL="0" indent="0">
              <a:defRPr sz="1000">
                <a:solidFill>
                  <a:schemeClr val="bg1"/>
                </a:solidFill>
              </a:defRPr>
            </a:lvl9pPr>
          </a:lstStyle>
          <a:p>
            <a:r>
              <a:rPr lang="en-US"/>
              <a:t>© 2019 Cognizant</a:t>
            </a:r>
          </a:p>
        </p:txBody>
      </p:sp>
      <p:cxnSp>
        <p:nvCxnSpPr>
          <p:cNvPr id="8" name="Straight Connector 7">
            <a:extLst>
              <a:ext uri="{FF2B5EF4-FFF2-40B4-BE49-F238E27FC236}">
                <a16:creationId xmlns:a16="http://schemas.microsoft.com/office/drawing/2014/main" id="{B2D38650-2189-4A4F-AD30-9C41C4094C5F}"/>
              </a:ext>
            </a:extLst>
          </p:cNvPr>
          <p:cNvCxnSpPr>
            <a:cxnSpLocks/>
          </p:cNvCxnSpPr>
          <p:nvPr userDrawn="1"/>
        </p:nvCxnSpPr>
        <p:spPr bwMode="black">
          <a:xfrm>
            <a:off x="609600" y="3904765"/>
            <a:ext cx="304800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20495" y="100820"/>
            <a:ext cx="6518669" cy="1479299"/>
          </a:xfrm>
          <a:prstGeom prst="rect">
            <a:avLst/>
          </a:prstGeom>
        </p:spPr>
      </p:pic>
    </p:spTree>
    <p:extLst>
      <p:ext uri="{BB962C8B-B14F-4D97-AF65-F5344CB8AC3E}">
        <p14:creationId xmlns:p14="http://schemas.microsoft.com/office/powerpoint/2010/main" val="10794878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Blue Cover Slide, Graphic">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5F1FCDD-9A69-4405-B89F-CFDAF1874AA8}"/>
              </a:ext>
            </a:extLst>
          </p:cNvPr>
          <p:cNvPicPr>
            <a:picLocks noChangeAspect="1"/>
          </p:cNvPicPr>
          <p:nvPr userDrawn="1"/>
        </p:nvPicPr>
        <p:blipFill>
          <a:blip r:embed="rId2"/>
          <a:stretch>
            <a:fillRect/>
          </a:stretch>
        </p:blipFill>
        <p:spPr>
          <a:xfrm>
            <a:off x="0" y="0"/>
            <a:ext cx="12192000" cy="6868160"/>
          </a:xfrm>
          <a:prstGeom prst="rect">
            <a:avLst/>
          </a:prstGeom>
        </p:spPr>
      </p:pic>
      <p:sp>
        <p:nvSpPr>
          <p:cNvPr id="2" name="Title 1">
            <a:extLst>
              <a:ext uri="{FF2B5EF4-FFF2-40B4-BE49-F238E27FC236}">
                <a16:creationId xmlns:a16="http://schemas.microsoft.com/office/drawing/2014/main" id="{9E61C033-5F13-4DFF-B15B-CE7C811FF242}"/>
              </a:ext>
            </a:extLst>
          </p:cNvPr>
          <p:cNvSpPr>
            <a:spLocks noGrp="1"/>
          </p:cNvSpPr>
          <p:nvPr>
            <p:ph type="ctrTitle" hasCustomPrompt="1"/>
          </p:nvPr>
        </p:nvSpPr>
        <p:spPr bwMode="white">
          <a:xfrm>
            <a:off x="609600" y="2254916"/>
            <a:ext cx="6705600" cy="1403461"/>
          </a:xfrm>
        </p:spPr>
        <p:txBody>
          <a:bodyPr anchor="b">
            <a:spAutoFit/>
          </a:bodyPr>
          <a:lstStyle>
            <a:lvl1pPr algn="l">
              <a:defRPr sz="5067">
                <a:solidFill>
                  <a:schemeClr val="bg1"/>
                </a:solidFill>
              </a:defRPr>
            </a:lvl1pPr>
          </a:lstStyle>
          <a:p>
            <a:pPr lvl="0"/>
            <a:r>
              <a:rPr lang="en-US"/>
              <a:t>Presentation Title Goes Here</a:t>
            </a:r>
          </a:p>
        </p:txBody>
      </p:sp>
      <p:sp>
        <p:nvSpPr>
          <p:cNvPr id="3" name="Subtitle 2">
            <a:extLst>
              <a:ext uri="{FF2B5EF4-FFF2-40B4-BE49-F238E27FC236}">
                <a16:creationId xmlns:a16="http://schemas.microsoft.com/office/drawing/2014/main" id="{86915D2C-FBBF-4872-8B9B-3345FADF0AAF}"/>
              </a:ext>
            </a:extLst>
          </p:cNvPr>
          <p:cNvSpPr>
            <a:spLocks noGrp="1"/>
          </p:cNvSpPr>
          <p:nvPr>
            <p:ph type="subTitle" idx="1" hasCustomPrompt="1"/>
          </p:nvPr>
        </p:nvSpPr>
        <p:spPr bwMode="white">
          <a:xfrm>
            <a:off x="609600" y="4157473"/>
            <a:ext cx="6705600" cy="718145"/>
          </a:xfrm>
        </p:spPr>
        <p:txBody>
          <a:bodyPr>
            <a:spAutoFit/>
          </a:bodyPr>
          <a:lstStyle>
            <a:lvl1pPr marL="0" marR="0" indent="0" algn="l" defTabSz="1219170" rtl="0" eaLnBrk="1" fontAlgn="auto" latinLnBrk="0" hangingPunct="1">
              <a:lnSpc>
                <a:spcPct val="100000"/>
              </a:lnSpc>
              <a:spcBef>
                <a:spcPts val="800"/>
              </a:spcBef>
              <a:spcAft>
                <a:spcPts val="0"/>
              </a:spcAft>
              <a:buClrTx/>
              <a:buSzTx/>
              <a:buFont typeface="Arial" panose="020B0604020202020204" pitchFamily="34" charset="0"/>
              <a:buNone/>
              <a:tabLst/>
              <a:defRPr sz="2400">
                <a:solidFill>
                  <a:schemeClr val="bg1"/>
                </a:solidFill>
              </a:defRPr>
            </a:lvl1pPr>
            <a:lvl2pPr marL="0" indent="0" algn="l">
              <a:buClrTx/>
              <a:buFont typeface="Arial" panose="020B0604020202020204" pitchFamily="34" charset="0"/>
              <a:buNone/>
              <a:tabLst/>
              <a:defRPr sz="1600">
                <a:solidFill>
                  <a:schemeClr val="bg1"/>
                </a:solidFill>
              </a:defRPr>
            </a:lvl2pPr>
            <a:lvl3pPr marL="304792" indent="-304792" algn="l">
              <a:spcBef>
                <a:spcPts val="800"/>
              </a:spcBef>
              <a:buClrTx/>
              <a:buSzPct val="125000"/>
              <a:buFont typeface="Arial" panose="020B0604020202020204" pitchFamily="34" charset="0"/>
              <a:buChar char="•"/>
              <a:defRPr sz="1600">
                <a:solidFill>
                  <a:schemeClr val="bg1"/>
                </a:solidFill>
              </a:defRPr>
            </a:lvl3pPr>
            <a:lvl4pPr marL="304792" indent="-304792" algn="l">
              <a:spcBef>
                <a:spcPts val="800"/>
              </a:spcBef>
              <a:buClrTx/>
              <a:buSzPct val="125000"/>
              <a:buFont typeface="Arial" panose="020B0604020202020204" pitchFamily="34" charset="0"/>
              <a:buChar char="•"/>
              <a:defRPr sz="1600">
                <a:solidFill>
                  <a:schemeClr val="bg1"/>
                </a:solidFill>
              </a:defRPr>
            </a:lvl4pPr>
            <a:lvl5pPr marL="304792" indent="-304792" algn="l">
              <a:spcBef>
                <a:spcPts val="800"/>
              </a:spcBef>
              <a:buClrTx/>
              <a:buSzPct val="125000"/>
              <a:buFont typeface="Arial" panose="020B0604020202020204" pitchFamily="34" charset="0"/>
              <a:buChar char="•"/>
              <a:defRPr sz="1600">
                <a:solidFill>
                  <a:schemeClr val="bg1"/>
                </a:solidFill>
              </a:defRPr>
            </a:lvl5pPr>
            <a:lvl6pPr marL="304792" indent="-304792" algn="l">
              <a:spcBef>
                <a:spcPts val="800"/>
              </a:spcBef>
              <a:buClrTx/>
              <a:buSzPct val="125000"/>
              <a:buFont typeface="Arial" panose="020B0604020202020204" pitchFamily="34" charset="0"/>
              <a:buChar char="•"/>
              <a:defRPr sz="1600">
                <a:solidFill>
                  <a:schemeClr val="bg1"/>
                </a:solidFill>
              </a:defRPr>
            </a:lvl6pPr>
            <a:lvl7pPr marL="304792" indent="-304792" algn="l">
              <a:spcBef>
                <a:spcPts val="800"/>
              </a:spcBef>
              <a:buClrTx/>
              <a:buSzPct val="125000"/>
              <a:buFont typeface="Arial" panose="020B0604020202020204" pitchFamily="34" charset="0"/>
              <a:buChar char="•"/>
              <a:defRPr sz="1600">
                <a:solidFill>
                  <a:schemeClr val="bg1"/>
                </a:solidFill>
              </a:defRPr>
            </a:lvl7pPr>
            <a:lvl8pPr marL="304792" indent="-304792" algn="l">
              <a:spcBef>
                <a:spcPts val="800"/>
              </a:spcBef>
              <a:buClrTx/>
              <a:buSzPct val="125000"/>
              <a:buFont typeface="Arial" panose="020B0604020202020204" pitchFamily="34" charset="0"/>
              <a:buChar char="•"/>
              <a:defRPr sz="1600">
                <a:solidFill>
                  <a:schemeClr val="bg1"/>
                </a:solidFill>
              </a:defRPr>
            </a:lvl8pPr>
            <a:lvl9pPr marL="304792" indent="-304792" algn="l">
              <a:spcBef>
                <a:spcPts val="800"/>
              </a:spcBef>
              <a:buClrTx/>
              <a:buSzPct val="125000"/>
              <a:buFont typeface="Arial" panose="020B0604020202020204" pitchFamily="34" charset="0"/>
              <a:buChar char="•"/>
              <a:defRPr sz="1600">
                <a:solidFill>
                  <a:schemeClr val="bg1"/>
                </a:solidFill>
              </a:defRPr>
            </a:lvl9pPr>
          </a:lstStyle>
          <a:p>
            <a:pPr lvl="0"/>
            <a:r>
              <a:rPr lang="en-US"/>
              <a:t>Speaker’s Full Name</a:t>
            </a:r>
          </a:p>
          <a:p>
            <a:pPr lvl="1"/>
            <a:r>
              <a:rPr lang="en-US"/>
              <a:t>Speaker’s title</a:t>
            </a:r>
          </a:p>
        </p:txBody>
      </p:sp>
      <p:sp>
        <p:nvSpPr>
          <p:cNvPr id="11" name="Footer Placeholder 10">
            <a:extLst>
              <a:ext uri="{FF2B5EF4-FFF2-40B4-BE49-F238E27FC236}">
                <a16:creationId xmlns:a16="http://schemas.microsoft.com/office/drawing/2014/main" id="{593BD8E8-263E-4363-B56A-C654487075F5}"/>
              </a:ext>
            </a:extLst>
          </p:cNvPr>
          <p:cNvSpPr>
            <a:spLocks noGrp="1"/>
          </p:cNvSpPr>
          <p:nvPr>
            <p:ph type="ftr" sz="quarter" idx="11"/>
          </p:nvPr>
        </p:nvSpPr>
        <p:spPr bwMode="white">
          <a:xfrm>
            <a:off x="609600" y="6343036"/>
            <a:ext cx="6705600" cy="153888"/>
          </a:xfrm>
        </p:spPr>
        <p:txBody>
          <a:bodyPr>
            <a:spAutoFit/>
          </a:bodyPr>
          <a:lstStyle>
            <a:lvl1pPr>
              <a:defRPr sz="1000">
                <a:solidFill>
                  <a:schemeClr val="bg1"/>
                </a:solidFill>
              </a:defRPr>
            </a:lvl1pPr>
            <a:lvl2pPr marL="0" indent="0">
              <a:defRPr sz="1000">
                <a:solidFill>
                  <a:schemeClr val="bg1"/>
                </a:solidFill>
              </a:defRPr>
            </a:lvl2pPr>
            <a:lvl3pPr marL="0" indent="0">
              <a:defRPr sz="1000">
                <a:solidFill>
                  <a:schemeClr val="bg1"/>
                </a:solidFill>
              </a:defRPr>
            </a:lvl3pPr>
            <a:lvl4pPr marL="0" indent="0">
              <a:defRPr sz="1000">
                <a:solidFill>
                  <a:schemeClr val="bg1"/>
                </a:solidFill>
              </a:defRPr>
            </a:lvl4pPr>
            <a:lvl5pPr marL="0" indent="0">
              <a:defRPr sz="1000">
                <a:solidFill>
                  <a:schemeClr val="bg1"/>
                </a:solidFill>
              </a:defRPr>
            </a:lvl5pPr>
            <a:lvl6pPr marL="0" indent="0">
              <a:defRPr sz="1000">
                <a:solidFill>
                  <a:schemeClr val="bg1"/>
                </a:solidFill>
              </a:defRPr>
            </a:lvl6pPr>
            <a:lvl7pPr marL="0" indent="0">
              <a:defRPr sz="1000">
                <a:solidFill>
                  <a:schemeClr val="bg1"/>
                </a:solidFill>
              </a:defRPr>
            </a:lvl7pPr>
            <a:lvl8pPr marL="0" indent="0">
              <a:defRPr sz="1000">
                <a:solidFill>
                  <a:schemeClr val="bg1"/>
                </a:solidFill>
              </a:defRPr>
            </a:lvl8pPr>
            <a:lvl9pPr marL="0" indent="0">
              <a:defRPr sz="1000">
                <a:solidFill>
                  <a:schemeClr val="bg1"/>
                </a:solidFill>
              </a:defRPr>
            </a:lvl9pPr>
          </a:lstStyle>
          <a:p>
            <a:r>
              <a:rPr lang="en-US"/>
              <a:t>© 2019 Cognizant</a:t>
            </a:r>
          </a:p>
        </p:txBody>
      </p:sp>
      <p:cxnSp>
        <p:nvCxnSpPr>
          <p:cNvPr id="13" name="Straight Connector 12">
            <a:extLst>
              <a:ext uri="{FF2B5EF4-FFF2-40B4-BE49-F238E27FC236}">
                <a16:creationId xmlns:a16="http://schemas.microsoft.com/office/drawing/2014/main" id="{F769F7CB-0D67-49E0-9197-CA57AE8A17CA}"/>
              </a:ext>
            </a:extLst>
          </p:cNvPr>
          <p:cNvCxnSpPr>
            <a:cxnSpLocks/>
          </p:cNvCxnSpPr>
          <p:nvPr userDrawn="1"/>
        </p:nvCxnSpPr>
        <p:spPr bwMode="white">
          <a:xfrm>
            <a:off x="609600" y="3904765"/>
            <a:ext cx="304800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09600" y="512065"/>
            <a:ext cx="5687659" cy="668191"/>
          </a:xfrm>
          <a:prstGeom prst="rect">
            <a:avLst/>
          </a:prstGeom>
        </p:spPr>
      </p:pic>
    </p:spTree>
    <p:extLst>
      <p:ext uri="{BB962C8B-B14F-4D97-AF65-F5344CB8AC3E}">
        <p14:creationId xmlns:p14="http://schemas.microsoft.com/office/powerpoint/2010/main" val="117752488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reserve="1">
  <p:cSld name="Blue Cover Slid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1C033-5F13-4DFF-B15B-CE7C811FF242}"/>
              </a:ext>
            </a:extLst>
          </p:cNvPr>
          <p:cNvSpPr>
            <a:spLocks noGrp="1"/>
          </p:cNvSpPr>
          <p:nvPr>
            <p:ph type="ctrTitle" hasCustomPrompt="1"/>
          </p:nvPr>
        </p:nvSpPr>
        <p:spPr bwMode="white">
          <a:xfrm>
            <a:off x="609600" y="2254916"/>
            <a:ext cx="6705600" cy="1403461"/>
          </a:xfrm>
        </p:spPr>
        <p:txBody>
          <a:bodyPr anchor="b">
            <a:spAutoFit/>
          </a:bodyPr>
          <a:lstStyle>
            <a:lvl1pPr algn="l">
              <a:defRPr sz="5067">
                <a:solidFill>
                  <a:schemeClr val="bg1"/>
                </a:solidFill>
              </a:defRPr>
            </a:lvl1pPr>
          </a:lstStyle>
          <a:p>
            <a:pPr lvl="0"/>
            <a:r>
              <a:rPr lang="en-US"/>
              <a:t>Presentation Title Goes Here</a:t>
            </a:r>
          </a:p>
        </p:txBody>
      </p:sp>
      <p:sp>
        <p:nvSpPr>
          <p:cNvPr id="3" name="Subtitle 2">
            <a:extLst>
              <a:ext uri="{FF2B5EF4-FFF2-40B4-BE49-F238E27FC236}">
                <a16:creationId xmlns:a16="http://schemas.microsoft.com/office/drawing/2014/main" id="{86915D2C-FBBF-4872-8B9B-3345FADF0AAF}"/>
              </a:ext>
            </a:extLst>
          </p:cNvPr>
          <p:cNvSpPr>
            <a:spLocks noGrp="1"/>
          </p:cNvSpPr>
          <p:nvPr>
            <p:ph type="subTitle" idx="1" hasCustomPrompt="1"/>
          </p:nvPr>
        </p:nvSpPr>
        <p:spPr bwMode="white">
          <a:xfrm>
            <a:off x="609600" y="4157473"/>
            <a:ext cx="6705600" cy="718145"/>
          </a:xfrm>
        </p:spPr>
        <p:txBody>
          <a:bodyPr>
            <a:spAutoFit/>
          </a:bodyPr>
          <a:lstStyle>
            <a:lvl1pPr marL="0" marR="0" indent="0" algn="l" defTabSz="1219170" rtl="0" eaLnBrk="1" fontAlgn="auto" latinLnBrk="0" hangingPunct="1">
              <a:lnSpc>
                <a:spcPct val="100000"/>
              </a:lnSpc>
              <a:spcBef>
                <a:spcPts val="800"/>
              </a:spcBef>
              <a:spcAft>
                <a:spcPts val="0"/>
              </a:spcAft>
              <a:buClrTx/>
              <a:buSzTx/>
              <a:buFont typeface="Arial" panose="020B0604020202020204" pitchFamily="34" charset="0"/>
              <a:buNone/>
              <a:tabLst/>
              <a:defRPr sz="2400">
                <a:solidFill>
                  <a:schemeClr val="bg1"/>
                </a:solidFill>
              </a:defRPr>
            </a:lvl1pPr>
            <a:lvl2pPr marL="0" indent="0" algn="l">
              <a:buClrTx/>
              <a:buFont typeface="Arial" panose="020B0604020202020204" pitchFamily="34" charset="0"/>
              <a:buNone/>
              <a:tabLst/>
              <a:defRPr sz="1600">
                <a:solidFill>
                  <a:schemeClr val="bg1"/>
                </a:solidFill>
              </a:defRPr>
            </a:lvl2pPr>
            <a:lvl3pPr marL="304792" indent="-304792" algn="l">
              <a:spcBef>
                <a:spcPts val="800"/>
              </a:spcBef>
              <a:buClrTx/>
              <a:buSzPct val="125000"/>
              <a:buFont typeface="Arial" panose="020B0604020202020204" pitchFamily="34" charset="0"/>
              <a:buChar char="•"/>
              <a:defRPr sz="1600">
                <a:solidFill>
                  <a:schemeClr val="bg1"/>
                </a:solidFill>
              </a:defRPr>
            </a:lvl3pPr>
            <a:lvl4pPr marL="304792" indent="-304792" algn="l">
              <a:spcBef>
                <a:spcPts val="800"/>
              </a:spcBef>
              <a:buClrTx/>
              <a:buSzPct val="125000"/>
              <a:buFont typeface="Arial" panose="020B0604020202020204" pitchFamily="34" charset="0"/>
              <a:buChar char="•"/>
              <a:defRPr sz="1600">
                <a:solidFill>
                  <a:schemeClr val="bg1"/>
                </a:solidFill>
              </a:defRPr>
            </a:lvl4pPr>
            <a:lvl5pPr marL="304792" indent="-304792" algn="l">
              <a:spcBef>
                <a:spcPts val="800"/>
              </a:spcBef>
              <a:buClrTx/>
              <a:buSzPct val="125000"/>
              <a:buFont typeface="Arial" panose="020B0604020202020204" pitchFamily="34" charset="0"/>
              <a:buChar char="•"/>
              <a:defRPr sz="1600">
                <a:solidFill>
                  <a:schemeClr val="bg1"/>
                </a:solidFill>
              </a:defRPr>
            </a:lvl5pPr>
            <a:lvl6pPr marL="304792" indent="-304792" algn="l">
              <a:spcBef>
                <a:spcPts val="800"/>
              </a:spcBef>
              <a:buClrTx/>
              <a:buSzPct val="125000"/>
              <a:buFont typeface="Arial" panose="020B0604020202020204" pitchFamily="34" charset="0"/>
              <a:buChar char="•"/>
              <a:defRPr sz="1600">
                <a:solidFill>
                  <a:schemeClr val="bg1"/>
                </a:solidFill>
              </a:defRPr>
            </a:lvl6pPr>
            <a:lvl7pPr marL="304792" indent="-304792" algn="l">
              <a:spcBef>
                <a:spcPts val="800"/>
              </a:spcBef>
              <a:buClrTx/>
              <a:buSzPct val="125000"/>
              <a:buFont typeface="Arial" panose="020B0604020202020204" pitchFamily="34" charset="0"/>
              <a:buChar char="•"/>
              <a:defRPr sz="1600">
                <a:solidFill>
                  <a:schemeClr val="bg1"/>
                </a:solidFill>
              </a:defRPr>
            </a:lvl7pPr>
            <a:lvl8pPr marL="304792" indent="-304792" algn="l">
              <a:spcBef>
                <a:spcPts val="800"/>
              </a:spcBef>
              <a:buClrTx/>
              <a:buSzPct val="125000"/>
              <a:buFont typeface="Arial" panose="020B0604020202020204" pitchFamily="34" charset="0"/>
              <a:buChar char="•"/>
              <a:defRPr sz="1600">
                <a:solidFill>
                  <a:schemeClr val="bg1"/>
                </a:solidFill>
              </a:defRPr>
            </a:lvl8pPr>
            <a:lvl9pPr marL="304792" indent="-304792" algn="l">
              <a:spcBef>
                <a:spcPts val="800"/>
              </a:spcBef>
              <a:buClrTx/>
              <a:buSzPct val="125000"/>
              <a:buFont typeface="Arial" panose="020B0604020202020204" pitchFamily="34" charset="0"/>
              <a:buChar char="•"/>
              <a:defRPr sz="1600">
                <a:solidFill>
                  <a:schemeClr val="bg1"/>
                </a:solidFill>
              </a:defRPr>
            </a:lvl9pPr>
          </a:lstStyle>
          <a:p>
            <a:pPr lvl="0"/>
            <a:r>
              <a:rPr lang="en-US"/>
              <a:t>Speaker’s Full Name</a:t>
            </a:r>
          </a:p>
          <a:p>
            <a:pPr lvl="1"/>
            <a:r>
              <a:rPr lang="en-US"/>
              <a:t>Speaker’s title</a:t>
            </a:r>
          </a:p>
        </p:txBody>
      </p:sp>
      <p:sp>
        <p:nvSpPr>
          <p:cNvPr id="11" name="Footer Placeholder 10">
            <a:extLst>
              <a:ext uri="{FF2B5EF4-FFF2-40B4-BE49-F238E27FC236}">
                <a16:creationId xmlns:a16="http://schemas.microsoft.com/office/drawing/2014/main" id="{593BD8E8-263E-4363-B56A-C654487075F5}"/>
              </a:ext>
            </a:extLst>
          </p:cNvPr>
          <p:cNvSpPr>
            <a:spLocks noGrp="1"/>
          </p:cNvSpPr>
          <p:nvPr>
            <p:ph type="ftr" sz="quarter" idx="11"/>
          </p:nvPr>
        </p:nvSpPr>
        <p:spPr bwMode="white">
          <a:xfrm>
            <a:off x="609600" y="6343036"/>
            <a:ext cx="6705600" cy="153888"/>
          </a:xfrm>
        </p:spPr>
        <p:txBody>
          <a:bodyPr>
            <a:spAutoFit/>
          </a:bodyPr>
          <a:lstStyle>
            <a:lvl1pPr>
              <a:defRPr sz="1000">
                <a:solidFill>
                  <a:schemeClr val="bg1"/>
                </a:solidFill>
              </a:defRPr>
            </a:lvl1pPr>
            <a:lvl2pPr marL="0" indent="0">
              <a:defRPr sz="1000">
                <a:solidFill>
                  <a:schemeClr val="bg1"/>
                </a:solidFill>
              </a:defRPr>
            </a:lvl2pPr>
            <a:lvl3pPr marL="0" indent="0">
              <a:defRPr sz="1000">
                <a:solidFill>
                  <a:schemeClr val="bg1"/>
                </a:solidFill>
              </a:defRPr>
            </a:lvl3pPr>
            <a:lvl4pPr marL="0" indent="0">
              <a:defRPr sz="1000">
                <a:solidFill>
                  <a:schemeClr val="bg1"/>
                </a:solidFill>
              </a:defRPr>
            </a:lvl4pPr>
            <a:lvl5pPr marL="0" indent="0">
              <a:defRPr sz="1000">
                <a:solidFill>
                  <a:schemeClr val="bg1"/>
                </a:solidFill>
              </a:defRPr>
            </a:lvl5pPr>
            <a:lvl6pPr marL="0" indent="0">
              <a:defRPr sz="1000">
                <a:solidFill>
                  <a:schemeClr val="bg1"/>
                </a:solidFill>
              </a:defRPr>
            </a:lvl6pPr>
            <a:lvl7pPr marL="0" indent="0">
              <a:defRPr sz="1000">
                <a:solidFill>
                  <a:schemeClr val="bg1"/>
                </a:solidFill>
              </a:defRPr>
            </a:lvl7pPr>
            <a:lvl8pPr marL="0" indent="0">
              <a:defRPr sz="1000">
                <a:solidFill>
                  <a:schemeClr val="bg1"/>
                </a:solidFill>
              </a:defRPr>
            </a:lvl8pPr>
            <a:lvl9pPr marL="0" indent="0">
              <a:defRPr sz="1000">
                <a:solidFill>
                  <a:schemeClr val="bg1"/>
                </a:solidFill>
              </a:defRPr>
            </a:lvl9pPr>
          </a:lstStyle>
          <a:p>
            <a:r>
              <a:rPr lang="en-US"/>
              <a:t>© 2019 Cognizant</a:t>
            </a:r>
          </a:p>
        </p:txBody>
      </p:sp>
      <p:cxnSp>
        <p:nvCxnSpPr>
          <p:cNvPr id="13" name="Straight Connector 12">
            <a:extLst>
              <a:ext uri="{FF2B5EF4-FFF2-40B4-BE49-F238E27FC236}">
                <a16:creationId xmlns:a16="http://schemas.microsoft.com/office/drawing/2014/main" id="{F769F7CB-0D67-49E0-9197-CA57AE8A17CA}"/>
              </a:ext>
            </a:extLst>
          </p:cNvPr>
          <p:cNvCxnSpPr>
            <a:cxnSpLocks/>
          </p:cNvCxnSpPr>
          <p:nvPr userDrawn="1"/>
        </p:nvCxnSpPr>
        <p:spPr bwMode="white">
          <a:xfrm>
            <a:off x="609600" y="3904765"/>
            <a:ext cx="304800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09600" y="512065"/>
            <a:ext cx="5687659" cy="668191"/>
          </a:xfrm>
          <a:prstGeom prst="rect">
            <a:avLst/>
          </a:prstGeom>
        </p:spPr>
      </p:pic>
    </p:spTree>
    <p:extLst>
      <p:ext uri="{BB962C8B-B14F-4D97-AF65-F5344CB8AC3E}">
        <p14:creationId xmlns:p14="http://schemas.microsoft.com/office/powerpoint/2010/main" val="219576688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Agenda, Picture &amp; Numbered Text">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9AFEE-79A3-4996-B06D-D9A66A9C5048}"/>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8" name="Content Placeholder 2">
            <a:extLst>
              <a:ext uri="{FF2B5EF4-FFF2-40B4-BE49-F238E27FC236}">
                <a16:creationId xmlns:a16="http://schemas.microsoft.com/office/drawing/2014/main" id="{B2BD88AD-BF9F-4A95-ACE0-0665F32F8DFE}"/>
              </a:ext>
            </a:extLst>
          </p:cNvPr>
          <p:cNvSpPr>
            <a:spLocks noGrp="1"/>
          </p:cNvSpPr>
          <p:nvPr>
            <p:ph idx="1" hasCustomPrompt="1"/>
          </p:nvPr>
        </p:nvSpPr>
        <p:spPr>
          <a:xfrm>
            <a:off x="4828032" y="1682496"/>
            <a:ext cx="6855968" cy="4425696"/>
          </a:xfrm>
          <a:prstGeom prst="rect">
            <a:avLst/>
          </a:prstGeom>
        </p:spPr>
        <p:txBody>
          <a:bodyPr vert="horz" lIns="0" tIns="0" rIns="0" bIns="0" rtlCol="0">
            <a:normAutofit/>
          </a:bodyPr>
          <a:lstStyle>
            <a:lvl1pPr marL="377943" indent="-377943">
              <a:buFont typeface="+mj-lt"/>
              <a:buAutoNum type="arabicPeriod"/>
              <a:defRPr>
                <a:solidFill>
                  <a:schemeClr val="bg1"/>
                </a:solidFill>
              </a:defRPr>
            </a:lvl1pPr>
            <a:lvl2pPr marL="0" indent="0">
              <a:buNone/>
              <a:defRPr lang="en-US" sz="1867" baseline="0" noProof="0" dirty="0">
                <a:solidFill>
                  <a:schemeClr val="bg1"/>
                </a:solidFill>
              </a:defRPr>
            </a:lvl2pPr>
            <a:lvl3pPr marL="0" indent="0">
              <a:spcBef>
                <a:spcPts val="800"/>
              </a:spcBef>
              <a:buNone/>
              <a:defRPr sz="1867">
                <a:solidFill>
                  <a:schemeClr val="bg1"/>
                </a:solidFill>
              </a:defRPr>
            </a:lvl3pPr>
            <a:lvl4pPr marL="0" indent="0">
              <a:spcBef>
                <a:spcPts val="800"/>
              </a:spcBef>
              <a:buNone/>
              <a:defRPr sz="1867">
                <a:solidFill>
                  <a:schemeClr val="bg1"/>
                </a:solidFill>
              </a:defRPr>
            </a:lvl4pPr>
            <a:lvl5pPr marL="0" indent="0">
              <a:spcBef>
                <a:spcPts val="800"/>
              </a:spcBef>
              <a:buNone/>
              <a:defRPr sz="1867">
                <a:solidFill>
                  <a:schemeClr val="bg1"/>
                </a:solidFill>
              </a:defRPr>
            </a:lvl5pPr>
            <a:lvl6pPr marL="0" indent="0">
              <a:lnSpc>
                <a:spcPct val="100000"/>
              </a:lnSpc>
              <a:spcBef>
                <a:spcPts val="800"/>
              </a:spcBef>
              <a:buNone/>
              <a:defRPr sz="1867">
                <a:solidFill>
                  <a:schemeClr val="bg1"/>
                </a:solidFill>
              </a:defRPr>
            </a:lvl6pPr>
            <a:lvl7pPr marL="0" indent="0">
              <a:spcBef>
                <a:spcPts val="800"/>
              </a:spcBef>
              <a:buNone/>
              <a:defRPr sz="1867">
                <a:solidFill>
                  <a:schemeClr val="bg1"/>
                </a:solidFill>
              </a:defRPr>
            </a:lvl7pPr>
            <a:lvl8pPr marL="0" indent="0">
              <a:lnSpc>
                <a:spcPct val="100000"/>
              </a:lnSpc>
              <a:spcBef>
                <a:spcPts val="800"/>
              </a:spcBef>
              <a:buNone/>
              <a:defRPr sz="1867">
                <a:solidFill>
                  <a:schemeClr val="bg1"/>
                </a:solidFill>
              </a:defRPr>
            </a:lvl8pPr>
            <a:lvl9pPr marL="0" indent="0">
              <a:lnSpc>
                <a:spcPct val="100000"/>
              </a:lnSpc>
              <a:spcBef>
                <a:spcPts val="800"/>
              </a:spcBef>
              <a:buNone/>
              <a:defRPr sz="1867">
                <a:solidFill>
                  <a:schemeClr val="bg1"/>
                </a:solidFill>
              </a:defRPr>
            </a:lvl9pPr>
          </a:lstStyle>
          <a:p>
            <a:pPr lvl="0"/>
            <a:r>
              <a:rPr lang="en-US"/>
              <a:t>Numbered text</a:t>
            </a:r>
          </a:p>
          <a:p>
            <a:pPr lvl="1"/>
            <a:r>
              <a:rPr lang="en-US"/>
              <a:t>Supporting text</a:t>
            </a:r>
          </a:p>
          <a:p>
            <a:pPr lvl="1"/>
            <a:endParaRPr lang="en-US"/>
          </a:p>
          <a:p>
            <a:pPr lvl="0"/>
            <a:r>
              <a:rPr lang="en-US"/>
              <a:t>Numbered text</a:t>
            </a:r>
          </a:p>
          <a:p>
            <a:pPr lvl="1"/>
            <a:r>
              <a:rPr lang="en-US"/>
              <a:t>Supporting text</a:t>
            </a:r>
          </a:p>
          <a:p>
            <a:pPr lvl="1"/>
            <a:endParaRPr lang="en-US"/>
          </a:p>
          <a:p>
            <a:pPr lvl="0"/>
            <a:r>
              <a:rPr lang="en-US"/>
              <a:t>Numbered text</a:t>
            </a:r>
          </a:p>
          <a:p>
            <a:pPr lvl="1"/>
            <a:r>
              <a:rPr lang="en-US"/>
              <a:t>Supporting text</a:t>
            </a:r>
          </a:p>
          <a:p>
            <a:pPr lvl="1"/>
            <a:endParaRPr lang="en-US"/>
          </a:p>
          <a:p>
            <a:pPr lvl="0"/>
            <a:r>
              <a:rPr lang="en-US"/>
              <a:t>Numbered text</a:t>
            </a:r>
          </a:p>
          <a:p>
            <a:pPr lvl="1"/>
            <a:r>
              <a:rPr lang="en-US"/>
              <a:t>Supporting text</a:t>
            </a:r>
          </a:p>
          <a:p>
            <a:pPr lvl="1"/>
            <a:endParaRPr lang="en-US"/>
          </a:p>
          <a:p>
            <a:pPr marL="609585" lvl="1" indent="-609585">
              <a:buNone/>
            </a:pPr>
            <a:endParaRPr kumimoji="0" lang="en-US" sz="3733" b="0" i="0" u="none" strike="noStrike" kern="1200" cap="none" spc="0" normalizeH="0" baseline="0" noProof="0">
              <a:ln>
                <a:noFill/>
              </a:ln>
              <a:solidFill>
                <a:srgbClr val="0033B4"/>
              </a:solidFill>
              <a:effectLst/>
              <a:uLnTx/>
              <a:uFillTx/>
              <a:latin typeface="+mn-lt"/>
              <a:ea typeface="+mn-ea"/>
              <a:cs typeface="+mn-cs"/>
            </a:endParaRPr>
          </a:p>
        </p:txBody>
      </p:sp>
      <p:sp>
        <p:nvSpPr>
          <p:cNvPr id="9" name="Picture Placeholder 6">
            <a:extLst>
              <a:ext uri="{FF2B5EF4-FFF2-40B4-BE49-F238E27FC236}">
                <a16:creationId xmlns:a16="http://schemas.microsoft.com/office/drawing/2014/main" id="{A7A5CEAD-8DF7-4847-A3C5-A3EBD2E6DC60}"/>
              </a:ext>
            </a:extLst>
          </p:cNvPr>
          <p:cNvSpPr>
            <a:spLocks noGrp="1"/>
          </p:cNvSpPr>
          <p:nvPr>
            <p:ph type="pic" sz="quarter" idx="16" hasCustomPrompt="1"/>
          </p:nvPr>
        </p:nvSpPr>
        <p:spPr>
          <a:xfrm>
            <a:off x="508000" y="1682495"/>
            <a:ext cx="3676651" cy="4425696"/>
          </a:xfrm>
          <a:noFill/>
        </p:spPr>
        <p:txBody>
          <a:bodyPr/>
          <a:lstStyle>
            <a:lvl1pPr marL="0" marR="0" indent="0" algn="l" defTabSz="609585" rtl="0" eaLnBrk="1" fontAlgn="auto" latinLnBrk="0" hangingPunct="1">
              <a:lnSpc>
                <a:spcPct val="90000"/>
              </a:lnSpc>
              <a:spcBef>
                <a:spcPts val="800"/>
              </a:spcBef>
              <a:spcAft>
                <a:spcPts val="0"/>
              </a:spcAft>
              <a:buClrTx/>
              <a:buSzTx/>
              <a:buFont typeface="Arial"/>
              <a:buNone/>
              <a:tabLst/>
              <a:defRPr>
                <a:solidFill>
                  <a:schemeClr val="bg1"/>
                </a:solidFill>
              </a:defRPr>
            </a:lvl1pPr>
          </a:lstStyle>
          <a:p>
            <a:pPr marL="0" marR="0" lvl="0" indent="0" algn="l" defTabSz="609585" rtl="0" eaLnBrk="1" fontAlgn="auto" latinLnBrk="0" hangingPunct="1">
              <a:lnSpc>
                <a:spcPct val="90000"/>
              </a:lnSpc>
              <a:spcBef>
                <a:spcPts val="800"/>
              </a:spcBef>
              <a:spcAft>
                <a:spcPts val="0"/>
              </a:spcAft>
              <a:buClrTx/>
              <a:buSzTx/>
              <a:buFont typeface="Arial"/>
              <a:buNone/>
              <a:tabLst/>
              <a:defRPr/>
            </a:pPr>
            <a:r>
              <a:rPr lang="en-US"/>
              <a:t>Drag picture to placeholder or click icon to add</a:t>
            </a:r>
          </a:p>
          <a:p>
            <a:endParaRPr lang="en-US"/>
          </a:p>
        </p:txBody>
      </p:sp>
      <p:sp>
        <p:nvSpPr>
          <p:cNvPr id="3" name="Date Placeholder 2">
            <a:extLst>
              <a:ext uri="{FF2B5EF4-FFF2-40B4-BE49-F238E27FC236}">
                <a16:creationId xmlns:a16="http://schemas.microsoft.com/office/drawing/2014/main" id="{F6CB4A54-5341-4A6F-9733-3D09E3B0E7F5}"/>
              </a:ext>
            </a:extLst>
          </p:cNvPr>
          <p:cNvSpPr>
            <a:spLocks noGrp="1"/>
          </p:cNvSpPr>
          <p:nvPr>
            <p:ph type="dt" sz="half" idx="17"/>
          </p:nvPr>
        </p:nvSpPr>
        <p:spPr/>
        <p:txBody>
          <a:bodyPr/>
          <a:lstStyle>
            <a:lvl1pPr>
              <a:defRPr>
                <a:solidFill>
                  <a:schemeClr val="bg1"/>
                </a:solidFill>
              </a:defRPr>
            </a:lvl1pPr>
          </a:lstStyle>
          <a:p>
            <a:fld id="{669E508C-8E0B-469F-A2D9-AC62101F5C05}" type="datetime1">
              <a:rPr lang="en-US" smtClean="0"/>
              <a:t>8/14/2023</a:t>
            </a:fld>
            <a:endParaRPr lang="en-US"/>
          </a:p>
        </p:txBody>
      </p:sp>
      <p:sp>
        <p:nvSpPr>
          <p:cNvPr id="7" name="Footer Placeholder 6">
            <a:extLst>
              <a:ext uri="{FF2B5EF4-FFF2-40B4-BE49-F238E27FC236}">
                <a16:creationId xmlns:a16="http://schemas.microsoft.com/office/drawing/2014/main" id="{A9F96F16-06EB-41EA-A547-8A5407FBCF45}"/>
              </a:ext>
            </a:extLst>
          </p:cNvPr>
          <p:cNvSpPr>
            <a:spLocks noGrp="1"/>
          </p:cNvSpPr>
          <p:nvPr>
            <p:ph type="ftr" sz="quarter" idx="18"/>
          </p:nvPr>
        </p:nvSpPr>
        <p:spPr/>
        <p:txBody>
          <a:bodyPr/>
          <a:lstStyle>
            <a:lvl1pPr>
              <a:defRPr>
                <a:solidFill>
                  <a:schemeClr val="bg1"/>
                </a:solidFill>
              </a:defRPr>
            </a:lvl1pPr>
          </a:lstStyle>
          <a:p>
            <a:r>
              <a:rPr lang="en-US"/>
              <a:t>© 2019 Cognizant</a:t>
            </a:r>
          </a:p>
        </p:txBody>
      </p:sp>
      <p:sp>
        <p:nvSpPr>
          <p:cNvPr id="10" name="Slide Number Placeholder 9">
            <a:extLst>
              <a:ext uri="{FF2B5EF4-FFF2-40B4-BE49-F238E27FC236}">
                <a16:creationId xmlns:a16="http://schemas.microsoft.com/office/drawing/2014/main" id="{6CDF8484-6FCC-46A8-B1A4-B877ED71BD26}"/>
              </a:ext>
            </a:extLst>
          </p:cNvPr>
          <p:cNvSpPr>
            <a:spLocks noGrp="1"/>
          </p:cNvSpPr>
          <p:nvPr>
            <p:ph type="sldNum" sz="quarter" idx="19"/>
          </p:nvPr>
        </p:nvSpPr>
        <p:spPr/>
        <p:txBody>
          <a:bodyPr/>
          <a:lstStyle>
            <a:lvl1pPr>
              <a:defRPr>
                <a:solidFill>
                  <a:schemeClr val="bg1"/>
                </a:solidFill>
              </a:defRPr>
            </a:lvl1pPr>
          </a:lstStyle>
          <a:p>
            <a:fld id="{2EFEF571-C9B4-4D92-A7F7-315B894862A8}" type="slidenum">
              <a:rPr lang="en-US" smtClean="0"/>
              <a:pPr/>
              <a:t>‹#›</a:t>
            </a:fld>
            <a:endParaRPr lang="en-US"/>
          </a:p>
        </p:txBody>
      </p:sp>
      <p:cxnSp>
        <p:nvCxnSpPr>
          <p:cNvPr id="13" name="Straight Connector 12">
            <a:extLst>
              <a:ext uri="{FF2B5EF4-FFF2-40B4-BE49-F238E27FC236}">
                <a16:creationId xmlns:a16="http://schemas.microsoft.com/office/drawing/2014/main" id="{6F8FABAD-01EF-483E-B2EF-403B57169C4D}"/>
              </a:ext>
            </a:extLst>
          </p:cNvPr>
          <p:cNvCxnSpPr>
            <a:cxnSpLocks/>
          </p:cNvCxnSpPr>
          <p:nvPr userDrawn="1"/>
        </p:nvCxnSpPr>
        <p:spPr>
          <a:xfrm>
            <a:off x="513261" y="6254496"/>
            <a:ext cx="11178867"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986484" y="6335801"/>
            <a:ext cx="2698949" cy="317073"/>
          </a:xfrm>
          <a:prstGeom prst="rect">
            <a:avLst/>
          </a:prstGeom>
        </p:spPr>
      </p:pic>
    </p:spTree>
    <p:extLst>
      <p:ext uri="{BB962C8B-B14F-4D97-AF65-F5344CB8AC3E}">
        <p14:creationId xmlns:p14="http://schemas.microsoft.com/office/powerpoint/2010/main" val="207986898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Agenda &amp; Numbered Text">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9AFEE-79A3-4996-B06D-D9A66A9C5048}"/>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8" name="Content Placeholder 2">
            <a:extLst>
              <a:ext uri="{FF2B5EF4-FFF2-40B4-BE49-F238E27FC236}">
                <a16:creationId xmlns:a16="http://schemas.microsoft.com/office/drawing/2014/main" id="{0E686D16-B817-4FD7-91EF-E75DCEECBDBE}"/>
              </a:ext>
            </a:extLst>
          </p:cNvPr>
          <p:cNvSpPr>
            <a:spLocks noGrp="1"/>
          </p:cNvSpPr>
          <p:nvPr>
            <p:ph idx="1" hasCustomPrompt="1"/>
          </p:nvPr>
        </p:nvSpPr>
        <p:spPr>
          <a:xfrm>
            <a:off x="503936" y="1682496"/>
            <a:ext cx="11180064" cy="4425696"/>
          </a:xfrm>
          <a:prstGeom prst="rect">
            <a:avLst/>
          </a:prstGeom>
        </p:spPr>
        <p:txBody>
          <a:bodyPr vert="horz" lIns="0" tIns="0" rIns="0" bIns="0" rtlCol="0">
            <a:normAutofit/>
          </a:bodyPr>
          <a:lstStyle>
            <a:lvl1pPr marL="377943" indent="-377943">
              <a:buFont typeface="+mj-lt"/>
              <a:buAutoNum type="arabicPeriod"/>
              <a:defRPr>
                <a:solidFill>
                  <a:schemeClr val="bg1"/>
                </a:solidFill>
              </a:defRPr>
            </a:lvl1pPr>
            <a:lvl2pPr marL="0" indent="0">
              <a:buNone/>
              <a:defRPr lang="en-US" sz="1867" baseline="0" noProof="0" dirty="0">
                <a:solidFill>
                  <a:schemeClr val="bg1"/>
                </a:solidFill>
              </a:defRPr>
            </a:lvl2pPr>
            <a:lvl3pPr marL="0" indent="0">
              <a:spcBef>
                <a:spcPts val="800"/>
              </a:spcBef>
              <a:buNone/>
              <a:defRPr sz="1867">
                <a:solidFill>
                  <a:schemeClr val="bg1"/>
                </a:solidFill>
              </a:defRPr>
            </a:lvl3pPr>
            <a:lvl4pPr marL="0" indent="0">
              <a:spcBef>
                <a:spcPts val="800"/>
              </a:spcBef>
              <a:buNone/>
              <a:defRPr sz="1867">
                <a:solidFill>
                  <a:schemeClr val="bg1"/>
                </a:solidFill>
              </a:defRPr>
            </a:lvl4pPr>
            <a:lvl5pPr marL="0" indent="0">
              <a:spcBef>
                <a:spcPts val="800"/>
              </a:spcBef>
              <a:buNone/>
              <a:defRPr sz="1867">
                <a:solidFill>
                  <a:schemeClr val="bg1"/>
                </a:solidFill>
              </a:defRPr>
            </a:lvl5pPr>
            <a:lvl6pPr marL="0" indent="0">
              <a:lnSpc>
                <a:spcPct val="100000"/>
              </a:lnSpc>
              <a:spcBef>
                <a:spcPts val="800"/>
              </a:spcBef>
              <a:buNone/>
              <a:defRPr sz="1867">
                <a:solidFill>
                  <a:schemeClr val="bg1"/>
                </a:solidFill>
              </a:defRPr>
            </a:lvl6pPr>
            <a:lvl7pPr marL="0" indent="0">
              <a:spcBef>
                <a:spcPts val="800"/>
              </a:spcBef>
              <a:buNone/>
              <a:defRPr sz="1867">
                <a:solidFill>
                  <a:schemeClr val="bg1"/>
                </a:solidFill>
              </a:defRPr>
            </a:lvl7pPr>
            <a:lvl8pPr marL="0" indent="0">
              <a:lnSpc>
                <a:spcPct val="100000"/>
              </a:lnSpc>
              <a:spcBef>
                <a:spcPts val="800"/>
              </a:spcBef>
              <a:buNone/>
              <a:defRPr sz="1867">
                <a:solidFill>
                  <a:schemeClr val="bg1"/>
                </a:solidFill>
              </a:defRPr>
            </a:lvl8pPr>
            <a:lvl9pPr marL="0" indent="0">
              <a:lnSpc>
                <a:spcPct val="100000"/>
              </a:lnSpc>
              <a:spcBef>
                <a:spcPts val="800"/>
              </a:spcBef>
              <a:buNone/>
              <a:defRPr sz="1867">
                <a:solidFill>
                  <a:schemeClr val="bg1"/>
                </a:solidFill>
              </a:defRPr>
            </a:lvl9pPr>
          </a:lstStyle>
          <a:p>
            <a:pPr lvl="0"/>
            <a:r>
              <a:rPr lang="en-US"/>
              <a:t>Numbered text</a:t>
            </a:r>
          </a:p>
          <a:p>
            <a:pPr lvl="1"/>
            <a:r>
              <a:rPr lang="en-US"/>
              <a:t>Supporting text</a:t>
            </a:r>
          </a:p>
          <a:p>
            <a:pPr lvl="1"/>
            <a:endParaRPr lang="en-US"/>
          </a:p>
          <a:p>
            <a:pPr lvl="0"/>
            <a:r>
              <a:rPr lang="en-US"/>
              <a:t>Numbered text</a:t>
            </a:r>
          </a:p>
          <a:p>
            <a:pPr lvl="1"/>
            <a:r>
              <a:rPr lang="en-US"/>
              <a:t>Supporting text</a:t>
            </a:r>
          </a:p>
          <a:p>
            <a:pPr lvl="1"/>
            <a:endParaRPr lang="en-US"/>
          </a:p>
          <a:p>
            <a:pPr lvl="0"/>
            <a:r>
              <a:rPr lang="en-US"/>
              <a:t>Numbered text</a:t>
            </a:r>
          </a:p>
          <a:p>
            <a:pPr lvl="1"/>
            <a:r>
              <a:rPr lang="en-US"/>
              <a:t>Supporting text</a:t>
            </a:r>
          </a:p>
          <a:p>
            <a:pPr lvl="1"/>
            <a:endParaRPr lang="en-US"/>
          </a:p>
          <a:p>
            <a:pPr lvl="0"/>
            <a:r>
              <a:rPr lang="en-US"/>
              <a:t>Numbered text</a:t>
            </a:r>
          </a:p>
          <a:p>
            <a:pPr lvl="1"/>
            <a:r>
              <a:rPr lang="en-US"/>
              <a:t>Supporting text</a:t>
            </a:r>
          </a:p>
        </p:txBody>
      </p:sp>
      <p:sp>
        <p:nvSpPr>
          <p:cNvPr id="3" name="Date Placeholder 2">
            <a:extLst>
              <a:ext uri="{FF2B5EF4-FFF2-40B4-BE49-F238E27FC236}">
                <a16:creationId xmlns:a16="http://schemas.microsoft.com/office/drawing/2014/main" id="{650FADBE-3030-4F6C-88B1-C1A6FD63B6E9}"/>
              </a:ext>
            </a:extLst>
          </p:cNvPr>
          <p:cNvSpPr>
            <a:spLocks noGrp="1"/>
          </p:cNvSpPr>
          <p:nvPr>
            <p:ph type="dt" sz="half" idx="10"/>
          </p:nvPr>
        </p:nvSpPr>
        <p:spPr/>
        <p:txBody>
          <a:bodyPr/>
          <a:lstStyle>
            <a:lvl1pPr>
              <a:defRPr>
                <a:solidFill>
                  <a:schemeClr val="bg1"/>
                </a:solidFill>
              </a:defRPr>
            </a:lvl1pPr>
          </a:lstStyle>
          <a:p>
            <a:fld id="{86A04BE0-EF35-4D6F-B801-4137CADB0D75}" type="datetime1">
              <a:rPr lang="en-US" smtClean="0"/>
              <a:t>8/14/2023</a:t>
            </a:fld>
            <a:endParaRPr lang="en-US"/>
          </a:p>
        </p:txBody>
      </p:sp>
      <p:sp>
        <p:nvSpPr>
          <p:cNvPr id="6" name="Footer Placeholder 5">
            <a:extLst>
              <a:ext uri="{FF2B5EF4-FFF2-40B4-BE49-F238E27FC236}">
                <a16:creationId xmlns:a16="http://schemas.microsoft.com/office/drawing/2014/main" id="{A0282AB7-CA5B-4BB2-9297-72F42A2F2BAB}"/>
              </a:ext>
            </a:extLst>
          </p:cNvPr>
          <p:cNvSpPr>
            <a:spLocks noGrp="1"/>
          </p:cNvSpPr>
          <p:nvPr>
            <p:ph type="ftr" sz="quarter" idx="11"/>
          </p:nvPr>
        </p:nvSpPr>
        <p:spPr/>
        <p:txBody>
          <a:bodyPr/>
          <a:lstStyle>
            <a:lvl1pPr>
              <a:defRPr>
                <a:solidFill>
                  <a:schemeClr val="bg1"/>
                </a:solidFill>
              </a:defRPr>
            </a:lvl1pPr>
          </a:lstStyle>
          <a:p>
            <a:r>
              <a:rPr lang="en-US"/>
              <a:t>© 20189Cognizant</a:t>
            </a:r>
          </a:p>
        </p:txBody>
      </p:sp>
      <p:sp>
        <p:nvSpPr>
          <p:cNvPr id="7" name="Slide Number Placeholder 6">
            <a:extLst>
              <a:ext uri="{FF2B5EF4-FFF2-40B4-BE49-F238E27FC236}">
                <a16:creationId xmlns:a16="http://schemas.microsoft.com/office/drawing/2014/main" id="{69F0976E-13F2-445E-A5C4-28915A054515}"/>
              </a:ext>
            </a:extLst>
          </p:cNvPr>
          <p:cNvSpPr>
            <a:spLocks noGrp="1"/>
          </p:cNvSpPr>
          <p:nvPr>
            <p:ph type="sldNum" sz="quarter" idx="12"/>
          </p:nvPr>
        </p:nvSpPr>
        <p:spPr/>
        <p:txBody>
          <a:bodyPr/>
          <a:lstStyle>
            <a:lvl1pPr>
              <a:defRPr>
                <a:solidFill>
                  <a:schemeClr val="bg1"/>
                </a:solidFill>
              </a:defRPr>
            </a:lvl1pPr>
          </a:lstStyle>
          <a:p>
            <a:fld id="{2EFEF571-C9B4-4D92-A7F7-315B894862A8}" type="slidenum">
              <a:rPr lang="en-US" smtClean="0"/>
              <a:pPr/>
              <a:t>‹#›</a:t>
            </a:fld>
            <a:endParaRPr lang="en-US"/>
          </a:p>
        </p:txBody>
      </p:sp>
      <p:cxnSp>
        <p:nvCxnSpPr>
          <p:cNvPr id="12" name="Straight Connector 11">
            <a:extLst>
              <a:ext uri="{FF2B5EF4-FFF2-40B4-BE49-F238E27FC236}">
                <a16:creationId xmlns:a16="http://schemas.microsoft.com/office/drawing/2014/main" id="{2211AD09-EFF5-4259-BC1F-AFBAA6EE5437}"/>
              </a:ext>
            </a:extLst>
          </p:cNvPr>
          <p:cNvCxnSpPr>
            <a:cxnSpLocks/>
          </p:cNvCxnSpPr>
          <p:nvPr userDrawn="1"/>
        </p:nvCxnSpPr>
        <p:spPr>
          <a:xfrm>
            <a:off x="513261" y="6254496"/>
            <a:ext cx="11178867"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986484" y="6335801"/>
            <a:ext cx="2698949" cy="317073"/>
          </a:xfrm>
          <a:prstGeom prst="rect">
            <a:avLst/>
          </a:prstGeom>
        </p:spPr>
      </p:pic>
    </p:spTree>
    <p:extLst>
      <p:ext uri="{BB962C8B-B14F-4D97-AF65-F5344CB8AC3E}">
        <p14:creationId xmlns:p14="http://schemas.microsoft.com/office/powerpoint/2010/main" val="391327383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Agenda &amp; Numbered Text">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9AFEE-79A3-4996-B06D-D9A66A9C5048}"/>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3" name="Date Placeholder 2">
            <a:extLst>
              <a:ext uri="{FF2B5EF4-FFF2-40B4-BE49-F238E27FC236}">
                <a16:creationId xmlns:a16="http://schemas.microsoft.com/office/drawing/2014/main" id="{650FADBE-3030-4F6C-88B1-C1A6FD63B6E9}"/>
              </a:ext>
            </a:extLst>
          </p:cNvPr>
          <p:cNvSpPr>
            <a:spLocks noGrp="1"/>
          </p:cNvSpPr>
          <p:nvPr>
            <p:ph type="dt" sz="half" idx="10"/>
          </p:nvPr>
        </p:nvSpPr>
        <p:spPr/>
        <p:txBody>
          <a:bodyPr/>
          <a:lstStyle>
            <a:lvl1pPr>
              <a:defRPr>
                <a:solidFill>
                  <a:schemeClr val="bg1"/>
                </a:solidFill>
              </a:defRPr>
            </a:lvl1pPr>
          </a:lstStyle>
          <a:p>
            <a:fld id="{86A04BE0-EF35-4D6F-B801-4137CADB0D75}" type="datetime1">
              <a:rPr lang="en-US" smtClean="0"/>
              <a:t>8/14/2023</a:t>
            </a:fld>
            <a:endParaRPr lang="en-US"/>
          </a:p>
        </p:txBody>
      </p:sp>
      <p:sp>
        <p:nvSpPr>
          <p:cNvPr id="6" name="Footer Placeholder 5">
            <a:extLst>
              <a:ext uri="{FF2B5EF4-FFF2-40B4-BE49-F238E27FC236}">
                <a16:creationId xmlns:a16="http://schemas.microsoft.com/office/drawing/2014/main" id="{A0282AB7-CA5B-4BB2-9297-72F42A2F2BAB}"/>
              </a:ext>
            </a:extLst>
          </p:cNvPr>
          <p:cNvSpPr>
            <a:spLocks noGrp="1"/>
          </p:cNvSpPr>
          <p:nvPr>
            <p:ph type="ftr" sz="quarter" idx="11"/>
          </p:nvPr>
        </p:nvSpPr>
        <p:spPr/>
        <p:txBody>
          <a:bodyPr/>
          <a:lstStyle>
            <a:lvl1pPr>
              <a:defRPr>
                <a:solidFill>
                  <a:schemeClr val="bg1"/>
                </a:solidFill>
              </a:defRPr>
            </a:lvl1pPr>
          </a:lstStyle>
          <a:p>
            <a:r>
              <a:rPr lang="en-US"/>
              <a:t>© 2019 Cognizant</a:t>
            </a:r>
          </a:p>
        </p:txBody>
      </p:sp>
      <p:sp>
        <p:nvSpPr>
          <p:cNvPr id="7" name="Slide Number Placeholder 6">
            <a:extLst>
              <a:ext uri="{FF2B5EF4-FFF2-40B4-BE49-F238E27FC236}">
                <a16:creationId xmlns:a16="http://schemas.microsoft.com/office/drawing/2014/main" id="{69F0976E-13F2-445E-A5C4-28915A054515}"/>
              </a:ext>
            </a:extLst>
          </p:cNvPr>
          <p:cNvSpPr>
            <a:spLocks noGrp="1"/>
          </p:cNvSpPr>
          <p:nvPr>
            <p:ph type="sldNum" sz="quarter" idx="12"/>
          </p:nvPr>
        </p:nvSpPr>
        <p:spPr/>
        <p:txBody>
          <a:bodyPr/>
          <a:lstStyle>
            <a:lvl1pPr>
              <a:defRPr>
                <a:solidFill>
                  <a:schemeClr val="bg1"/>
                </a:solidFill>
              </a:defRPr>
            </a:lvl1pPr>
          </a:lstStyle>
          <a:p>
            <a:fld id="{2EFEF571-C9B4-4D92-A7F7-315B894862A8}" type="slidenum">
              <a:rPr lang="en-US" smtClean="0"/>
              <a:pPr/>
              <a:t>‹#›</a:t>
            </a:fld>
            <a:endParaRPr lang="en-US"/>
          </a:p>
        </p:txBody>
      </p:sp>
      <p:cxnSp>
        <p:nvCxnSpPr>
          <p:cNvPr id="12" name="Straight Connector 11">
            <a:extLst>
              <a:ext uri="{FF2B5EF4-FFF2-40B4-BE49-F238E27FC236}">
                <a16:creationId xmlns:a16="http://schemas.microsoft.com/office/drawing/2014/main" id="{2211AD09-EFF5-4259-BC1F-AFBAA6EE5437}"/>
              </a:ext>
            </a:extLst>
          </p:cNvPr>
          <p:cNvCxnSpPr>
            <a:cxnSpLocks/>
          </p:cNvCxnSpPr>
          <p:nvPr userDrawn="1"/>
        </p:nvCxnSpPr>
        <p:spPr>
          <a:xfrm>
            <a:off x="513261" y="6254496"/>
            <a:ext cx="11178867"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986484" y="6335801"/>
            <a:ext cx="2698949" cy="317073"/>
          </a:xfrm>
          <a:prstGeom prst="rect">
            <a:avLst/>
          </a:prstGeom>
        </p:spPr>
      </p:pic>
      <p:sp>
        <p:nvSpPr>
          <p:cNvPr id="9" name="Content Placeholder 2">
            <a:extLst>
              <a:ext uri="{FF2B5EF4-FFF2-40B4-BE49-F238E27FC236}">
                <a16:creationId xmlns:a16="http://schemas.microsoft.com/office/drawing/2014/main" id="{326E17DD-19FC-4C3A-8168-1354DEB9B32C}"/>
              </a:ext>
            </a:extLst>
          </p:cNvPr>
          <p:cNvSpPr>
            <a:spLocks noGrp="1"/>
          </p:cNvSpPr>
          <p:nvPr>
            <p:ph idx="1"/>
          </p:nvPr>
        </p:nvSpPr>
        <p:spPr>
          <a:xfrm>
            <a:off x="512064" y="1682496"/>
            <a:ext cx="11180064" cy="4425696"/>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0657278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2_Agenda &amp; Numbered Text">
    <p:bg>
      <p:bgPr>
        <a:solidFill>
          <a:schemeClr val="accent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9AFEE-79A3-4996-B06D-D9A66A9C5048}"/>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3" name="Date Placeholder 2">
            <a:extLst>
              <a:ext uri="{FF2B5EF4-FFF2-40B4-BE49-F238E27FC236}">
                <a16:creationId xmlns:a16="http://schemas.microsoft.com/office/drawing/2014/main" id="{650FADBE-3030-4F6C-88B1-C1A6FD63B6E9}"/>
              </a:ext>
            </a:extLst>
          </p:cNvPr>
          <p:cNvSpPr>
            <a:spLocks noGrp="1"/>
          </p:cNvSpPr>
          <p:nvPr>
            <p:ph type="dt" sz="half" idx="10"/>
          </p:nvPr>
        </p:nvSpPr>
        <p:spPr/>
        <p:txBody>
          <a:bodyPr/>
          <a:lstStyle>
            <a:lvl1pPr>
              <a:defRPr>
                <a:solidFill>
                  <a:schemeClr val="bg1"/>
                </a:solidFill>
              </a:defRPr>
            </a:lvl1pPr>
          </a:lstStyle>
          <a:p>
            <a:fld id="{86A04BE0-EF35-4D6F-B801-4137CADB0D75}" type="datetime1">
              <a:rPr lang="en-US" smtClean="0"/>
              <a:t>8/14/2023</a:t>
            </a:fld>
            <a:endParaRPr lang="en-US"/>
          </a:p>
        </p:txBody>
      </p:sp>
      <p:sp>
        <p:nvSpPr>
          <p:cNvPr id="6" name="Footer Placeholder 5">
            <a:extLst>
              <a:ext uri="{FF2B5EF4-FFF2-40B4-BE49-F238E27FC236}">
                <a16:creationId xmlns:a16="http://schemas.microsoft.com/office/drawing/2014/main" id="{A0282AB7-CA5B-4BB2-9297-72F42A2F2BAB}"/>
              </a:ext>
            </a:extLst>
          </p:cNvPr>
          <p:cNvSpPr>
            <a:spLocks noGrp="1"/>
          </p:cNvSpPr>
          <p:nvPr>
            <p:ph type="ftr" sz="quarter" idx="11"/>
          </p:nvPr>
        </p:nvSpPr>
        <p:spPr/>
        <p:txBody>
          <a:bodyPr/>
          <a:lstStyle>
            <a:lvl1pPr>
              <a:defRPr>
                <a:solidFill>
                  <a:schemeClr val="bg1"/>
                </a:solidFill>
              </a:defRPr>
            </a:lvl1pPr>
          </a:lstStyle>
          <a:p>
            <a:r>
              <a:rPr lang="en-US"/>
              <a:t>© 2019 Cognizant</a:t>
            </a:r>
          </a:p>
        </p:txBody>
      </p:sp>
      <p:sp>
        <p:nvSpPr>
          <p:cNvPr id="7" name="Slide Number Placeholder 6">
            <a:extLst>
              <a:ext uri="{FF2B5EF4-FFF2-40B4-BE49-F238E27FC236}">
                <a16:creationId xmlns:a16="http://schemas.microsoft.com/office/drawing/2014/main" id="{69F0976E-13F2-445E-A5C4-28915A054515}"/>
              </a:ext>
            </a:extLst>
          </p:cNvPr>
          <p:cNvSpPr>
            <a:spLocks noGrp="1"/>
          </p:cNvSpPr>
          <p:nvPr>
            <p:ph type="sldNum" sz="quarter" idx="12"/>
          </p:nvPr>
        </p:nvSpPr>
        <p:spPr/>
        <p:txBody>
          <a:bodyPr/>
          <a:lstStyle>
            <a:lvl1pPr>
              <a:defRPr>
                <a:solidFill>
                  <a:schemeClr val="bg1"/>
                </a:solidFill>
              </a:defRPr>
            </a:lvl1pPr>
          </a:lstStyle>
          <a:p>
            <a:fld id="{2EFEF571-C9B4-4D92-A7F7-315B894862A8}" type="slidenum">
              <a:rPr lang="en-US" smtClean="0"/>
              <a:pPr/>
              <a:t>‹#›</a:t>
            </a:fld>
            <a:endParaRPr lang="en-US"/>
          </a:p>
        </p:txBody>
      </p:sp>
      <p:cxnSp>
        <p:nvCxnSpPr>
          <p:cNvPr id="12" name="Straight Connector 11">
            <a:extLst>
              <a:ext uri="{FF2B5EF4-FFF2-40B4-BE49-F238E27FC236}">
                <a16:creationId xmlns:a16="http://schemas.microsoft.com/office/drawing/2014/main" id="{2211AD09-EFF5-4259-BC1F-AFBAA6EE5437}"/>
              </a:ext>
            </a:extLst>
          </p:cNvPr>
          <p:cNvCxnSpPr>
            <a:cxnSpLocks/>
          </p:cNvCxnSpPr>
          <p:nvPr userDrawn="1"/>
        </p:nvCxnSpPr>
        <p:spPr>
          <a:xfrm>
            <a:off x="513261" y="6254496"/>
            <a:ext cx="11178867"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986484" y="6335801"/>
            <a:ext cx="2698949" cy="317073"/>
          </a:xfrm>
          <a:prstGeom prst="rect">
            <a:avLst/>
          </a:prstGeom>
        </p:spPr>
      </p:pic>
      <p:sp>
        <p:nvSpPr>
          <p:cNvPr id="9" name="Content Placeholder 2">
            <a:extLst>
              <a:ext uri="{FF2B5EF4-FFF2-40B4-BE49-F238E27FC236}">
                <a16:creationId xmlns:a16="http://schemas.microsoft.com/office/drawing/2014/main" id="{326E17DD-19FC-4C3A-8168-1354DEB9B32C}"/>
              </a:ext>
            </a:extLst>
          </p:cNvPr>
          <p:cNvSpPr>
            <a:spLocks noGrp="1"/>
          </p:cNvSpPr>
          <p:nvPr>
            <p:ph idx="1"/>
          </p:nvPr>
        </p:nvSpPr>
        <p:spPr>
          <a:xfrm>
            <a:off x="512064" y="1682496"/>
            <a:ext cx="11180064" cy="4425696"/>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4158992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3_Agenda &amp; Numbered Text">
    <p:bg>
      <p:bgPr>
        <a:solidFill>
          <a:srgbClr val="F4633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9AFEE-79A3-4996-B06D-D9A66A9C5048}"/>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3" name="Date Placeholder 2">
            <a:extLst>
              <a:ext uri="{FF2B5EF4-FFF2-40B4-BE49-F238E27FC236}">
                <a16:creationId xmlns:a16="http://schemas.microsoft.com/office/drawing/2014/main" id="{650FADBE-3030-4F6C-88B1-C1A6FD63B6E9}"/>
              </a:ext>
            </a:extLst>
          </p:cNvPr>
          <p:cNvSpPr>
            <a:spLocks noGrp="1"/>
          </p:cNvSpPr>
          <p:nvPr>
            <p:ph type="dt" sz="half" idx="10"/>
          </p:nvPr>
        </p:nvSpPr>
        <p:spPr/>
        <p:txBody>
          <a:bodyPr/>
          <a:lstStyle>
            <a:lvl1pPr>
              <a:defRPr>
                <a:solidFill>
                  <a:schemeClr val="bg1"/>
                </a:solidFill>
              </a:defRPr>
            </a:lvl1pPr>
          </a:lstStyle>
          <a:p>
            <a:fld id="{86A04BE0-EF35-4D6F-B801-4137CADB0D75}" type="datetime1">
              <a:rPr lang="en-US" smtClean="0"/>
              <a:t>8/14/2023</a:t>
            </a:fld>
            <a:endParaRPr lang="en-US"/>
          </a:p>
        </p:txBody>
      </p:sp>
      <p:sp>
        <p:nvSpPr>
          <p:cNvPr id="6" name="Footer Placeholder 5">
            <a:extLst>
              <a:ext uri="{FF2B5EF4-FFF2-40B4-BE49-F238E27FC236}">
                <a16:creationId xmlns:a16="http://schemas.microsoft.com/office/drawing/2014/main" id="{A0282AB7-CA5B-4BB2-9297-72F42A2F2BAB}"/>
              </a:ext>
            </a:extLst>
          </p:cNvPr>
          <p:cNvSpPr>
            <a:spLocks noGrp="1"/>
          </p:cNvSpPr>
          <p:nvPr>
            <p:ph type="ftr" sz="quarter" idx="11"/>
          </p:nvPr>
        </p:nvSpPr>
        <p:spPr/>
        <p:txBody>
          <a:bodyPr/>
          <a:lstStyle>
            <a:lvl1pPr>
              <a:defRPr>
                <a:solidFill>
                  <a:schemeClr val="bg1"/>
                </a:solidFill>
              </a:defRPr>
            </a:lvl1pPr>
          </a:lstStyle>
          <a:p>
            <a:r>
              <a:rPr lang="en-US"/>
              <a:t>© 2019 Cognizant</a:t>
            </a:r>
          </a:p>
        </p:txBody>
      </p:sp>
      <p:sp>
        <p:nvSpPr>
          <p:cNvPr id="7" name="Slide Number Placeholder 6">
            <a:extLst>
              <a:ext uri="{FF2B5EF4-FFF2-40B4-BE49-F238E27FC236}">
                <a16:creationId xmlns:a16="http://schemas.microsoft.com/office/drawing/2014/main" id="{69F0976E-13F2-445E-A5C4-28915A054515}"/>
              </a:ext>
            </a:extLst>
          </p:cNvPr>
          <p:cNvSpPr>
            <a:spLocks noGrp="1"/>
          </p:cNvSpPr>
          <p:nvPr>
            <p:ph type="sldNum" sz="quarter" idx="12"/>
          </p:nvPr>
        </p:nvSpPr>
        <p:spPr/>
        <p:txBody>
          <a:bodyPr/>
          <a:lstStyle>
            <a:lvl1pPr>
              <a:defRPr>
                <a:solidFill>
                  <a:schemeClr val="bg1"/>
                </a:solidFill>
              </a:defRPr>
            </a:lvl1pPr>
          </a:lstStyle>
          <a:p>
            <a:fld id="{2EFEF571-C9B4-4D92-A7F7-315B894862A8}" type="slidenum">
              <a:rPr lang="en-US" smtClean="0"/>
              <a:pPr/>
              <a:t>‹#›</a:t>
            </a:fld>
            <a:endParaRPr lang="en-US"/>
          </a:p>
        </p:txBody>
      </p:sp>
      <p:cxnSp>
        <p:nvCxnSpPr>
          <p:cNvPr id="12" name="Straight Connector 11">
            <a:extLst>
              <a:ext uri="{FF2B5EF4-FFF2-40B4-BE49-F238E27FC236}">
                <a16:creationId xmlns:a16="http://schemas.microsoft.com/office/drawing/2014/main" id="{2211AD09-EFF5-4259-BC1F-AFBAA6EE5437}"/>
              </a:ext>
            </a:extLst>
          </p:cNvPr>
          <p:cNvCxnSpPr>
            <a:cxnSpLocks/>
          </p:cNvCxnSpPr>
          <p:nvPr userDrawn="1"/>
        </p:nvCxnSpPr>
        <p:spPr>
          <a:xfrm>
            <a:off x="513261" y="6254496"/>
            <a:ext cx="11178867"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986484" y="6335801"/>
            <a:ext cx="2698949" cy="317073"/>
          </a:xfrm>
          <a:prstGeom prst="rect">
            <a:avLst/>
          </a:prstGeom>
        </p:spPr>
      </p:pic>
      <p:sp>
        <p:nvSpPr>
          <p:cNvPr id="9" name="Content Placeholder 2">
            <a:extLst>
              <a:ext uri="{FF2B5EF4-FFF2-40B4-BE49-F238E27FC236}">
                <a16:creationId xmlns:a16="http://schemas.microsoft.com/office/drawing/2014/main" id="{326E17DD-19FC-4C3A-8168-1354DEB9B32C}"/>
              </a:ext>
            </a:extLst>
          </p:cNvPr>
          <p:cNvSpPr>
            <a:spLocks noGrp="1"/>
          </p:cNvSpPr>
          <p:nvPr>
            <p:ph idx="1"/>
          </p:nvPr>
        </p:nvSpPr>
        <p:spPr>
          <a:xfrm>
            <a:off x="512064" y="1682496"/>
            <a:ext cx="11180064" cy="4425696"/>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0480824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4_Agenda &amp; Numbered Text">
    <p:bg>
      <p:bgPr>
        <a:solidFill>
          <a:srgbClr val="FF8F1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9AFEE-79A3-4996-B06D-D9A66A9C5048}"/>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3" name="Date Placeholder 2">
            <a:extLst>
              <a:ext uri="{FF2B5EF4-FFF2-40B4-BE49-F238E27FC236}">
                <a16:creationId xmlns:a16="http://schemas.microsoft.com/office/drawing/2014/main" id="{650FADBE-3030-4F6C-88B1-C1A6FD63B6E9}"/>
              </a:ext>
            </a:extLst>
          </p:cNvPr>
          <p:cNvSpPr>
            <a:spLocks noGrp="1"/>
          </p:cNvSpPr>
          <p:nvPr>
            <p:ph type="dt" sz="half" idx="10"/>
          </p:nvPr>
        </p:nvSpPr>
        <p:spPr/>
        <p:txBody>
          <a:bodyPr/>
          <a:lstStyle>
            <a:lvl1pPr>
              <a:defRPr>
                <a:solidFill>
                  <a:schemeClr val="bg1"/>
                </a:solidFill>
              </a:defRPr>
            </a:lvl1pPr>
          </a:lstStyle>
          <a:p>
            <a:fld id="{86A04BE0-EF35-4D6F-B801-4137CADB0D75}" type="datetime1">
              <a:rPr lang="en-US" smtClean="0"/>
              <a:t>8/14/2023</a:t>
            </a:fld>
            <a:endParaRPr lang="en-US"/>
          </a:p>
        </p:txBody>
      </p:sp>
      <p:sp>
        <p:nvSpPr>
          <p:cNvPr id="6" name="Footer Placeholder 5">
            <a:extLst>
              <a:ext uri="{FF2B5EF4-FFF2-40B4-BE49-F238E27FC236}">
                <a16:creationId xmlns:a16="http://schemas.microsoft.com/office/drawing/2014/main" id="{A0282AB7-CA5B-4BB2-9297-72F42A2F2BAB}"/>
              </a:ext>
            </a:extLst>
          </p:cNvPr>
          <p:cNvSpPr>
            <a:spLocks noGrp="1"/>
          </p:cNvSpPr>
          <p:nvPr>
            <p:ph type="ftr" sz="quarter" idx="11"/>
          </p:nvPr>
        </p:nvSpPr>
        <p:spPr/>
        <p:txBody>
          <a:bodyPr/>
          <a:lstStyle>
            <a:lvl1pPr>
              <a:defRPr>
                <a:solidFill>
                  <a:schemeClr val="bg1"/>
                </a:solidFill>
              </a:defRPr>
            </a:lvl1pPr>
          </a:lstStyle>
          <a:p>
            <a:r>
              <a:rPr lang="en-US"/>
              <a:t>© 2019 Cognizant</a:t>
            </a:r>
          </a:p>
        </p:txBody>
      </p:sp>
      <p:sp>
        <p:nvSpPr>
          <p:cNvPr id="7" name="Slide Number Placeholder 6">
            <a:extLst>
              <a:ext uri="{FF2B5EF4-FFF2-40B4-BE49-F238E27FC236}">
                <a16:creationId xmlns:a16="http://schemas.microsoft.com/office/drawing/2014/main" id="{69F0976E-13F2-445E-A5C4-28915A054515}"/>
              </a:ext>
            </a:extLst>
          </p:cNvPr>
          <p:cNvSpPr>
            <a:spLocks noGrp="1"/>
          </p:cNvSpPr>
          <p:nvPr>
            <p:ph type="sldNum" sz="quarter" idx="12"/>
          </p:nvPr>
        </p:nvSpPr>
        <p:spPr/>
        <p:txBody>
          <a:bodyPr/>
          <a:lstStyle>
            <a:lvl1pPr>
              <a:defRPr>
                <a:solidFill>
                  <a:schemeClr val="bg1"/>
                </a:solidFill>
              </a:defRPr>
            </a:lvl1pPr>
          </a:lstStyle>
          <a:p>
            <a:fld id="{2EFEF571-C9B4-4D92-A7F7-315B894862A8}" type="slidenum">
              <a:rPr lang="en-US" smtClean="0"/>
              <a:pPr/>
              <a:t>‹#›</a:t>
            </a:fld>
            <a:endParaRPr lang="en-US"/>
          </a:p>
        </p:txBody>
      </p:sp>
      <p:cxnSp>
        <p:nvCxnSpPr>
          <p:cNvPr id="12" name="Straight Connector 11">
            <a:extLst>
              <a:ext uri="{FF2B5EF4-FFF2-40B4-BE49-F238E27FC236}">
                <a16:creationId xmlns:a16="http://schemas.microsoft.com/office/drawing/2014/main" id="{2211AD09-EFF5-4259-BC1F-AFBAA6EE5437}"/>
              </a:ext>
            </a:extLst>
          </p:cNvPr>
          <p:cNvCxnSpPr>
            <a:cxnSpLocks/>
          </p:cNvCxnSpPr>
          <p:nvPr userDrawn="1"/>
        </p:nvCxnSpPr>
        <p:spPr>
          <a:xfrm>
            <a:off x="513261" y="6254496"/>
            <a:ext cx="11178867"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986484" y="6335801"/>
            <a:ext cx="2698949" cy="317073"/>
          </a:xfrm>
          <a:prstGeom prst="rect">
            <a:avLst/>
          </a:prstGeom>
        </p:spPr>
      </p:pic>
      <p:sp>
        <p:nvSpPr>
          <p:cNvPr id="9" name="Content Placeholder 2">
            <a:extLst>
              <a:ext uri="{FF2B5EF4-FFF2-40B4-BE49-F238E27FC236}">
                <a16:creationId xmlns:a16="http://schemas.microsoft.com/office/drawing/2014/main" id="{326E17DD-19FC-4C3A-8168-1354DEB9B32C}"/>
              </a:ext>
            </a:extLst>
          </p:cNvPr>
          <p:cNvSpPr>
            <a:spLocks noGrp="1"/>
          </p:cNvSpPr>
          <p:nvPr>
            <p:ph idx="1"/>
          </p:nvPr>
        </p:nvSpPr>
        <p:spPr>
          <a:xfrm>
            <a:off x="512064" y="1682496"/>
            <a:ext cx="11180064" cy="4425696"/>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9438206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5_Agenda &amp; Numbered Text">
    <p:bg>
      <p:bgPr>
        <a:solidFill>
          <a:srgbClr val="3C105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9AFEE-79A3-4996-B06D-D9A66A9C5048}"/>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3" name="Date Placeholder 2">
            <a:extLst>
              <a:ext uri="{FF2B5EF4-FFF2-40B4-BE49-F238E27FC236}">
                <a16:creationId xmlns:a16="http://schemas.microsoft.com/office/drawing/2014/main" id="{650FADBE-3030-4F6C-88B1-C1A6FD63B6E9}"/>
              </a:ext>
            </a:extLst>
          </p:cNvPr>
          <p:cNvSpPr>
            <a:spLocks noGrp="1"/>
          </p:cNvSpPr>
          <p:nvPr>
            <p:ph type="dt" sz="half" idx="10"/>
          </p:nvPr>
        </p:nvSpPr>
        <p:spPr/>
        <p:txBody>
          <a:bodyPr/>
          <a:lstStyle>
            <a:lvl1pPr>
              <a:defRPr>
                <a:solidFill>
                  <a:schemeClr val="bg1"/>
                </a:solidFill>
              </a:defRPr>
            </a:lvl1pPr>
          </a:lstStyle>
          <a:p>
            <a:fld id="{86A04BE0-EF35-4D6F-B801-4137CADB0D75}" type="datetime1">
              <a:rPr lang="en-US" smtClean="0"/>
              <a:t>8/14/2023</a:t>
            </a:fld>
            <a:endParaRPr lang="en-US"/>
          </a:p>
        </p:txBody>
      </p:sp>
      <p:sp>
        <p:nvSpPr>
          <p:cNvPr id="6" name="Footer Placeholder 5">
            <a:extLst>
              <a:ext uri="{FF2B5EF4-FFF2-40B4-BE49-F238E27FC236}">
                <a16:creationId xmlns:a16="http://schemas.microsoft.com/office/drawing/2014/main" id="{A0282AB7-CA5B-4BB2-9297-72F42A2F2BAB}"/>
              </a:ext>
            </a:extLst>
          </p:cNvPr>
          <p:cNvSpPr>
            <a:spLocks noGrp="1"/>
          </p:cNvSpPr>
          <p:nvPr>
            <p:ph type="ftr" sz="quarter" idx="11"/>
          </p:nvPr>
        </p:nvSpPr>
        <p:spPr/>
        <p:txBody>
          <a:bodyPr/>
          <a:lstStyle>
            <a:lvl1pPr>
              <a:defRPr>
                <a:solidFill>
                  <a:schemeClr val="bg1"/>
                </a:solidFill>
              </a:defRPr>
            </a:lvl1pPr>
          </a:lstStyle>
          <a:p>
            <a:r>
              <a:rPr lang="en-US"/>
              <a:t>© 2019 Cognizant</a:t>
            </a:r>
          </a:p>
        </p:txBody>
      </p:sp>
      <p:sp>
        <p:nvSpPr>
          <p:cNvPr id="7" name="Slide Number Placeholder 6">
            <a:extLst>
              <a:ext uri="{FF2B5EF4-FFF2-40B4-BE49-F238E27FC236}">
                <a16:creationId xmlns:a16="http://schemas.microsoft.com/office/drawing/2014/main" id="{69F0976E-13F2-445E-A5C4-28915A054515}"/>
              </a:ext>
            </a:extLst>
          </p:cNvPr>
          <p:cNvSpPr>
            <a:spLocks noGrp="1"/>
          </p:cNvSpPr>
          <p:nvPr>
            <p:ph type="sldNum" sz="quarter" idx="12"/>
          </p:nvPr>
        </p:nvSpPr>
        <p:spPr/>
        <p:txBody>
          <a:bodyPr/>
          <a:lstStyle>
            <a:lvl1pPr>
              <a:defRPr>
                <a:solidFill>
                  <a:schemeClr val="bg1"/>
                </a:solidFill>
              </a:defRPr>
            </a:lvl1pPr>
          </a:lstStyle>
          <a:p>
            <a:fld id="{2EFEF571-C9B4-4D92-A7F7-315B894862A8}" type="slidenum">
              <a:rPr lang="en-US" smtClean="0"/>
              <a:pPr/>
              <a:t>‹#›</a:t>
            </a:fld>
            <a:endParaRPr lang="en-US"/>
          </a:p>
        </p:txBody>
      </p:sp>
      <p:cxnSp>
        <p:nvCxnSpPr>
          <p:cNvPr id="12" name="Straight Connector 11">
            <a:extLst>
              <a:ext uri="{FF2B5EF4-FFF2-40B4-BE49-F238E27FC236}">
                <a16:creationId xmlns:a16="http://schemas.microsoft.com/office/drawing/2014/main" id="{2211AD09-EFF5-4259-BC1F-AFBAA6EE5437}"/>
              </a:ext>
            </a:extLst>
          </p:cNvPr>
          <p:cNvCxnSpPr>
            <a:cxnSpLocks/>
          </p:cNvCxnSpPr>
          <p:nvPr userDrawn="1"/>
        </p:nvCxnSpPr>
        <p:spPr>
          <a:xfrm>
            <a:off x="513261" y="6254496"/>
            <a:ext cx="11178867"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986484" y="6335801"/>
            <a:ext cx="2698949" cy="317073"/>
          </a:xfrm>
          <a:prstGeom prst="rect">
            <a:avLst/>
          </a:prstGeom>
        </p:spPr>
      </p:pic>
      <p:sp>
        <p:nvSpPr>
          <p:cNvPr id="9" name="Content Placeholder 2">
            <a:extLst>
              <a:ext uri="{FF2B5EF4-FFF2-40B4-BE49-F238E27FC236}">
                <a16:creationId xmlns:a16="http://schemas.microsoft.com/office/drawing/2014/main" id="{326E17DD-19FC-4C3A-8168-1354DEB9B32C}"/>
              </a:ext>
            </a:extLst>
          </p:cNvPr>
          <p:cNvSpPr>
            <a:spLocks noGrp="1"/>
          </p:cNvSpPr>
          <p:nvPr>
            <p:ph idx="1"/>
          </p:nvPr>
        </p:nvSpPr>
        <p:spPr>
          <a:xfrm>
            <a:off x="512064" y="1682496"/>
            <a:ext cx="11180064" cy="4425696"/>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6832734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6_Agenda &amp; Numbered Text">
    <p:bg>
      <p:bgPr>
        <a:solidFill>
          <a:schemeClr val="tx2">
            <a:lumMod val="85000"/>
            <a:lumOff val="1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9AFEE-79A3-4996-B06D-D9A66A9C5048}"/>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3" name="Date Placeholder 2">
            <a:extLst>
              <a:ext uri="{FF2B5EF4-FFF2-40B4-BE49-F238E27FC236}">
                <a16:creationId xmlns:a16="http://schemas.microsoft.com/office/drawing/2014/main" id="{650FADBE-3030-4F6C-88B1-C1A6FD63B6E9}"/>
              </a:ext>
            </a:extLst>
          </p:cNvPr>
          <p:cNvSpPr>
            <a:spLocks noGrp="1"/>
          </p:cNvSpPr>
          <p:nvPr>
            <p:ph type="dt" sz="half" idx="10"/>
          </p:nvPr>
        </p:nvSpPr>
        <p:spPr/>
        <p:txBody>
          <a:bodyPr/>
          <a:lstStyle>
            <a:lvl1pPr>
              <a:defRPr>
                <a:solidFill>
                  <a:schemeClr val="bg1"/>
                </a:solidFill>
              </a:defRPr>
            </a:lvl1pPr>
          </a:lstStyle>
          <a:p>
            <a:fld id="{86A04BE0-EF35-4D6F-B801-4137CADB0D75}" type="datetime1">
              <a:rPr lang="en-US" smtClean="0"/>
              <a:t>8/14/2023</a:t>
            </a:fld>
            <a:endParaRPr lang="en-US"/>
          </a:p>
        </p:txBody>
      </p:sp>
      <p:sp>
        <p:nvSpPr>
          <p:cNvPr id="6" name="Footer Placeholder 5">
            <a:extLst>
              <a:ext uri="{FF2B5EF4-FFF2-40B4-BE49-F238E27FC236}">
                <a16:creationId xmlns:a16="http://schemas.microsoft.com/office/drawing/2014/main" id="{A0282AB7-CA5B-4BB2-9297-72F42A2F2BAB}"/>
              </a:ext>
            </a:extLst>
          </p:cNvPr>
          <p:cNvSpPr>
            <a:spLocks noGrp="1"/>
          </p:cNvSpPr>
          <p:nvPr>
            <p:ph type="ftr" sz="quarter" idx="11"/>
          </p:nvPr>
        </p:nvSpPr>
        <p:spPr/>
        <p:txBody>
          <a:bodyPr/>
          <a:lstStyle>
            <a:lvl1pPr>
              <a:defRPr>
                <a:solidFill>
                  <a:schemeClr val="bg1"/>
                </a:solidFill>
              </a:defRPr>
            </a:lvl1pPr>
          </a:lstStyle>
          <a:p>
            <a:r>
              <a:rPr lang="en-US"/>
              <a:t>© 2019 Cognizant</a:t>
            </a:r>
          </a:p>
        </p:txBody>
      </p:sp>
      <p:sp>
        <p:nvSpPr>
          <p:cNvPr id="7" name="Slide Number Placeholder 6">
            <a:extLst>
              <a:ext uri="{FF2B5EF4-FFF2-40B4-BE49-F238E27FC236}">
                <a16:creationId xmlns:a16="http://schemas.microsoft.com/office/drawing/2014/main" id="{69F0976E-13F2-445E-A5C4-28915A054515}"/>
              </a:ext>
            </a:extLst>
          </p:cNvPr>
          <p:cNvSpPr>
            <a:spLocks noGrp="1"/>
          </p:cNvSpPr>
          <p:nvPr>
            <p:ph type="sldNum" sz="quarter" idx="12"/>
          </p:nvPr>
        </p:nvSpPr>
        <p:spPr/>
        <p:txBody>
          <a:bodyPr/>
          <a:lstStyle>
            <a:lvl1pPr>
              <a:defRPr>
                <a:solidFill>
                  <a:schemeClr val="bg1"/>
                </a:solidFill>
              </a:defRPr>
            </a:lvl1pPr>
          </a:lstStyle>
          <a:p>
            <a:fld id="{2EFEF571-C9B4-4D92-A7F7-315B894862A8}" type="slidenum">
              <a:rPr lang="en-US" smtClean="0"/>
              <a:pPr/>
              <a:t>‹#›</a:t>
            </a:fld>
            <a:endParaRPr lang="en-US"/>
          </a:p>
        </p:txBody>
      </p:sp>
      <p:cxnSp>
        <p:nvCxnSpPr>
          <p:cNvPr id="12" name="Straight Connector 11">
            <a:extLst>
              <a:ext uri="{FF2B5EF4-FFF2-40B4-BE49-F238E27FC236}">
                <a16:creationId xmlns:a16="http://schemas.microsoft.com/office/drawing/2014/main" id="{2211AD09-EFF5-4259-BC1F-AFBAA6EE5437}"/>
              </a:ext>
            </a:extLst>
          </p:cNvPr>
          <p:cNvCxnSpPr>
            <a:cxnSpLocks/>
          </p:cNvCxnSpPr>
          <p:nvPr userDrawn="1"/>
        </p:nvCxnSpPr>
        <p:spPr>
          <a:xfrm>
            <a:off x="513261" y="6254496"/>
            <a:ext cx="11178867"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986484" y="6335801"/>
            <a:ext cx="2698949" cy="317073"/>
          </a:xfrm>
          <a:prstGeom prst="rect">
            <a:avLst/>
          </a:prstGeom>
        </p:spPr>
      </p:pic>
      <p:sp>
        <p:nvSpPr>
          <p:cNvPr id="9" name="Content Placeholder 2">
            <a:extLst>
              <a:ext uri="{FF2B5EF4-FFF2-40B4-BE49-F238E27FC236}">
                <a16:creationId xmlns:a16="http://schemas.microsoft.com/office/drawing/2014/main" id="{326E17DD-19FC-4C3A-8168-1354DEB9B32C}"/>
              </a:ext>
            </a:extLst>
          </p:cNvPr>
          <p:cNvSpPr>
            <a:spLocks noGrp="1"/>
          </p:cNvSpPr>
          <p:nvPr>
            <p:ph idx="1"/>
          </p:nvPr>
        </p:nvSpPr>
        <p:spPr>
          <a:xfrm>
            <a:off x="512064" y="1682496"/>
            <a:ext cx="11180064" cy="4425696"/>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3658934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 preserve="1">
  <p:cSld name="Header &amp; 1-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9AFEE-79A3-4996-B06D-D9A66A9C504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26E17DD-19FC-4C3A-8168-1354DEB9B32C}"/>
              </a:ext>
            </a:extLst>
          </p:cNvPr>
          <p:cNvSpPr>
            <a:spLocks noGrp="1"/>
          </p:cNvSpPr>
          <p:nvPr>
            <p:ph idx="1"/>
          </p:nvPr>
        </p:nvSpPr>
        <p:spPr>
          <a:xfrm>
            <a:off x="512064" y="1682496"/>
            <a:ext cx="11180064" cy="4425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91D511AA-6A21-4D17-A7EA-84E88C35C4DA}"/>
              </a:ext>
            </a:extLst>
          </p:cNvPr>
          <p:cNvSpPr>
            <a:spLocks noGrp="1"/>
          </p:cNvSpPr>
          <p:nvPr>
            <p:ph type="dt" sz="half" idx="10"/>
          </p:nvPr>
        </p:nvSpPr>
        <p:spPr/>
        <p:txBody>
          <a:bodyPr/>
          <a:lstStyle/>
          <a:p>
            <a:fld id="{D458313F-8A13-4A41-A8D7-31FB2FB074CF}" type="datetime1">
              <a:rPr lang="en-US" smtClean="0"/>
              <a:t>8/14/2023</a:t>
            </a:fld>
            <a:endParaRPr lang="en-US"/>
          </a:p>
        </p:txBody>
      </p:sp>
      <p:sp>
        <p:nvSpPr>
          <p:cNvPr id="7" name="Footer Placeholder 6">
            <a:extLst>
              <a:ext uri="{FF2B5EF4-FFF2-40B4-BE49-F238E27FC236}">
                <a16:creationId xmlns:a16="http://schemas.microsoft.com/office/drawing/2014/main" id="{3B1582F7-096C-4E61-A430-37DE800FD8E9}"/>
              </a:ext>
            </a:extLst>
          </p:cNvPr>
          <p:cNvSpPr>
            <a:spLocks noGrp="1"/>
          </p:cNvSpPr>
          <p:nvPr>
            <p:ph type="ftr" sz="quarter" idx="11"/>
          </p:nvPr>
        </p:nvSpPr>
        <p:spPr/>
        <p:txBody>
          <a:bodyPr/>
          <a:lstStyle/>
          <a:p>
            <a:r>
              <a:rPr lang="en-US"/>
              <a:t>© 2019 Cognizant</a:t>
            </a:r>
          </a:p>
        </p:txBody>
      </p:sp>
      <p:sp>
        <p:nvSpPr>
          <p:cNvPr id="10" name="Slide Number Placeholder 9">
            <a:extLst>
              <a:ext uri="{FF2B5EF4-FFF2-40B4-BE49-F238E27FC236}">
                <a16:creationId xmlns:a16="http://schemas.microsoft.com/office/drawing/2014/main" id="{6DECEAA4-0F33-4B6D-A269-0A7754EC7763}"/>
              </a:ext>
            </a:extLst>
          </p:cNvPr>
          <p:cNvSpPr>
            <a:spLocks noGrp="1"/>
          </p:cNvSpPr>
          <p:nvPr>
            <p:ph type="sldNum" sz="quarter" idx="12"/>
          </p:nvPr>
        </p:nvSpPr>
        <p:spPr/>
        <p:txBody>
          <a:bodyPr/>
          <a:lstStyle/>
          <a:p>
            <a:fld id="{2EFEF571-C9B4-4D92-A7F7-315B894862A8}" type="slidenum">
              <a:rPr lang="en-US" smtClean="0"/>
              <a:pPr/>
              <a:t>‹#›</a:t>
            </a:fld>
            <a:endParaRPr lang="en-US"/>
          </a:p>
        </p:txBody>
      </p:sp>
      <p:cxnSp>
        <p:nvCxnSpPr>
          <p:cNvPr id="12" name="Straight Connector 11">
            <a:extLst>
              <a:ext uri="{FF2B5EF4-FFF2-40B4-BE49-F238E27FC236}">
                <a16:creationId xmlns:a16="http://schemas.microsoft.com/office/drawing/2014/main" id="{52B07E44-2946-4C76-AAE8-51C4712E237F}"/>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229972847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Header &amp; 2-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AE91A-A46E-4B41-88C6-F4AF075C932A}"/>
              </a:ext>
            </a:extLst>
          </p:cNvPr>
          <p:cNvSpPr>
            <a:spLocks noGrp="1"/>
          </p:cNvSpPr>
          <p:nvPr>
            <p:ph type="title"/>
          </p:nvPr>
        </p:nvSpPr>
        <p:spPr>
          <a:xfrm>
            <a:off x="512064" y="365760"/>
            <a:ext cx="11180064" cy="1060704"/>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D40D7502-C6C7-49CE-8A81-C3BD1B453749}"/>
              </a:ext>
            </a:extLst>
          </p:cNvPr>
          <p:cNvSpPr>
            <a:spLocks noGrp="1"/>
          </p:cNvSpPr>
          <p:nvPr>
            <p:ph sz="half" idx="1"/>
          </p:nvPr>
        </p:nvSpPr>
        <p:spPr>
          <a:xfrm>
            <a:off x="512064" y="1682496"/>
            <a:ext cx="5486400" cy="4425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DBA163B-9823-4AA6-93E0-8B7386BC3109}"/>
              </a:ext>
            </a:extLst>
          </p:cNvPr>
          <p:cNvSpPr>
            <a:spLocks noGrp="1"/>
          </p:cNvSpPr>
          <p:nvPr>
            <p:ph sz="half" idx="2"/>
          </p:nvPr>
        </p:nvSpPr>
        <p:spPr>
          <a:xfrm>
            <a:off x="6205727" y="1682496"/>
            <a:ext cx="5486400" cy="4425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F7C4CB0-E1A6-4DBC-8C27-B432BF957BCC}"/>
              </a:ext>
            </a:extLst>
          </p:cNvPr>
          <p:cNvSpPr>
            <a:spLocks noGrp="1"/>
          </p:cNvSpPr>
          <p:nvPr>
            <p:ph type="dt" sz="half" idx="10"/>
          </p:nvPr>
        </p:nvSpPr>
        <p:spPr/>
        <p:txBody>
          <a:bodyPr/>
          <a:lstStyle/>
          <a:p>
            <a:fld id="{87947146-9954-4458-9279-AA08A3B071CD}" type="datetime1">
              <a:rPr lang="en-US" smtClean="0"/>
              <a:t>8/14/2023</a:t>
            </a:fld>
            <a:endParaRPr lang="en-US"/>
          </a:p>
        </p:txBody>
      </p:sp>
      <p:sp>
        <p:nvSpPr>
          <p:cNvPr id="6" name="Footer Placeholder 5">
            <a:extLst>
              <a:ext uri="{FF2B5EF4-FFF2-40B4-BE49-F238E27FC236}">
                <a16:creationId xmlns:a16="http://schemas.microsoft.com/office/drawing/2014/main" id="{599FAE45-F8BC-40F3-9164-D36C18C3F03A}"/>
              </a:ext>
            </a:extLst>
          </p:cNvPr>
          <p:cNvSpPr>
            <a:spLocks noGrp="1"/>
          </p:cNvSpPr>
          <p:nvPr>
            <p:ph type="ftr" sz="quarter" idx="11"/>
          </p:nvPr>
        </p:nvSpPr>
        <p:spPr/>
        <p:txBody>
          <a:bodyPr/>
          <a:lstStyle/>
          <a:p>
            <a:r>
              <a:rPr lang="en-US"/>
              <a:t>© 2019 Cognizant</a:t>
            </a:r>
          </a:p>
        </p:txBody>
      </p:sp>
      <p:sp>
        <p:nvSpPr>
          <p:cNvPr id="7" name="Slide Number Placeholder 6">
            <a:extLst>
              <a:ext uri="{FF2B5EF4-FFF2-40B4-BE49-F238E27FC236}">
                <a16:creationId xmlns:a16="http://schemas.microsoft.com/office/drawing/2014/main" id="{FB3BC111-2740-46AF-A4EE-25875C41C2BA}"/>
              </a:ext>
            </a:extLst>
          </p:cNvPr>
          <p:cNvSpPr>
            <a:spLocks noGrp="1"/>
          </p:cNvSpPr>
          <p:nvPr>
            <p:ph type="sldNum" sz="quarter" idx="12"/>
          </p:nvPr>
        </p:nvSpPr>
        <p:spPr/>
        <p:txBody>
          <a:bodyPr/>
          <a:lstStyle/>
          <a:p>
            <a:fld id="{2EFEF571-C9B4-4D92-A7F7-315B894862A8}" type="slidenum">
              <a:rPr lang="en-US" smtClean="0"/>
              <a:pPr/>
              <a:t>‹#›</a:t>
            </a:fld>
            <a:endParaRPr lang="en-US"/>
          </a:p>
        </p:txBody>
      </p:sp>
      <p:cxnSp>
        <p:nvCxnSpPr>
          <p:cNvPr id="11" name="Straight Connector 10">
            <a:extLst>
              <a:ext uri="{FF2B5EF4-FFF2-40B4-BE49-F238E27FC236}">
                <a16:creationId xmlns:a16="http://schemas.microsoft.com/office/drawing/2014/main" id="{3D1A41C7-0BA2-435B-A8CC-4AA343893F35}"/>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146488704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Obj" preserve="1">
  <p:cSld name="Header &amp; 3-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AE91A-A46E-4B41-88C6-F4AF075C932A}"/>
              </a:ext>
            </a:extLst>
          </p:cNvPr>
          <p:cNvSpPr>
            <a:spLocks noGrp="1"/>
          </p:cNvSpPr>
          <p:nvPr>
            <p:ph type="title"/>
          </p:nvPr>
        </p:nvSpPr>
        <p:spPr>
          <a:xfrm>
            <a:off x="512064" y="365760"/>
            <a:ext cx="11180064" cy="1060704"/>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D40D7502-C6C7-49CE-8A81-C3BD1B453749}"/>
              </a:ext>
            </a:extLst>
          </p:cNvPr>
          <p:cNvSpPr>
            <a:spLocks noGrp="1"/>
          </p:cNvSpPr>
          <p:nvPr>
            <p:ph sz="half" idx="1"/>
          </p:nvPr>
        </p:nvSpPr>
        <p:spPr>
          <a:xfrm>
            <a:off x="512064" y="1682496"/>
            <a:ext cx="3584448" cy="4425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DBA163B-9823-4AA6-93E0-8B7386BC3109}"/>
              </a:ext>
            </a:extLst>
          </p:cNvPr>
          <p:cNvSpPr>
            <a:spLocks noGrp="1"/>
          </p:cNvSpPr>
          <p:nvPr>
            <p:ph sz="half" idx="2"/>
          </p:nvPr>
        </p:nvSpPr>
        <p:spPr>
          <a:xfrm>
            <a:off x="4309872" y="1682496"/>
            <a:ext cx="3584448" cy="4425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3">
            <a:extLst>
              <a:ext uri="{FF2B5EF4-FFF2-40B4-BE49-F238E27FC236}">
                <a16:creationId xmlns:a16="http://schemas.microsoft.com/office/drawing/2014/main" id="{617AA6AF-2E25-4B76-8264-0127F05158B5}"/>
              </a:ext>
            </a:extLst>
          </p:cNvPr>
          <p:cNvSpPr>
            <a:spLocks noGrp="1"/>
          </p:cNvSpPr>
          <p:nvPr>
            <p:ph sz="half" idx="13"/>
          </p:nvPr>
        </p:nvSpPr>
        <p:spPr>
          <a:xfrm>
            <a:off x="8107680" y="1682496"/>
            <a:ext cx="3584448" cy="4425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D7A35C2-C0F4-49D9-B722-67323A6F7FD1}"/>
              </a:ext>
            </a:extLst>
          </p:cNvPr>
          <p:cNvSpPr>
            <a:spLocks noGrp="1"/>
          </p:cNvSpPr>
          <p:nvPr>
            <p:ph type="dt" sz="half" idx="14"/>
          </p:nvPr>
        </p:nvSpPr>
        <p:spPr/>
        <p:txBody>
          <a:bodyPr/>
          <a:lstStyle/>
          <a:p>
            <a:fld id="{29509183-A3A4-4971-BEBF-1DCDFEAEA734}" type="datetime1">
              <a:rPr lang="en-US" smtClean="0"/>
              <a:t>8/14/2023</a:t>
            </a:fld>
            <a:endParaRPr lang="en-US"/>
          </a:p>
        </p:txBody>
      </p:sp>
      <p:sp>
        <p:nvSpPr>
          <p:cNvPr id="6" name="Footer Placeholder 5">
            <a:extLst>
              <a:ext uri="{FF2B5EF4-FFF2-40B4-BE49-F238E27FC236}">
                <a16:creationId xmlns:a16="http://schemas.microsoft.com/office/drawing/2014/main" id="{F38FFCDF-15C2-443A-9747-477B83B8CFC9}"/>
              </a:ext>
            </a:extLst>
          </p:cNvPr>
          <p:cNvSpPr>
            <a:spLocks noGrp="1"/>
          </p:cNvSpPr>
          <p:nvPr>
            <p:ph type="ftr" sz="quarter" idx="15"/>
          </p:nvPr>
        </p:nvSpPr>
        <p:spPr/>
        <p:txBody>
          <a:bodyPr/>
          <a:lstStyle/>
          <a:p>
            <a:r>
              <a:rPr lang="en-US"/>
              <a:t>© 2019 Cognizant</a:t>
            </a:r>
          </a:p>
        </p:txBody>
      </p:sp>
      <p:sp>
        <p:nvSpPr>
          <p:cNvPr id="7" name="Slide Number Placeholder 6">
            <a:extLst>
              <a:ext uri="{FF2B5EF4-FFF2-40B4-BE49-F238E27FC236}">
                <a16:creationId xmlns:a16="http://schemas.microsoft.com/office/drawing/2014/main" id="{C4063F49-35A6-44FE-8D1B-AF1E3728CAC2}"/>
              </a:ext>
            </a:extLst>
          </p:cNvPr>
          <p:cNvSpPr>
            <a:spLocks noGrp="1"/>
          </p:cNvSpPr>
          <p:nvPr>
            <p:ph type="sldNum" sz="quarter" idx="16"/>
          </p:nvPr>
        </p:nvSpPr>
        <p:spPr/>
        <p:txBody>
          <a:bodyPr/>
          <a:lstStyle/>
          <a:p>
            <a:fld id="{2EFEF571-C9B4-4D92-A7F7-315B894862A8}" type="slidenum">
              <a:rPr lang="en-US" smtClean="0"/>
              <a:pPr/>
              <a:t>‹#›</a:t>
            </a:fld>
            <a:endParaRPr lang="en-US"/>
          </a:p>
        </p:txBody>
      </p:sp>
      <p:cxnSp>
        <p:nvCxnSpPr>
          <p:cNvPr id="11" name="Straight Connector 10">
            <a:extLst>
              <a:ext uri="{FF2B5EF4-FFF2-40B4-BE49-F238E27FC236}">
                <a16:creationId xmlns:a16="http://schemas.microsoft.com/office/drawing/2014/main" id="{4C6EBED9-9EFE-447A-BEE0-FCC12D286A78}"/>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3" name="Picture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105998187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Header &amp; 2-column (1/3, 2/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AE91A-A46E-4B41-88C6-F4AF075C932A}"/>
              </a:ext>
            </a:extLst>
          </p:cNvPr>
          <p:cNvSpPr>
            <a:spLocks noGrp="1"/>
          </p:cNvSpPr>
          <p:nvPr>
            <p:ph type="title"/>
          </p:nvPr>
        </p:nvSpPr>
        <p:spPr>
          <a:xfrm>
            <a:off x="512064" y="365760"/>
            <a:ext cx="11180064" cy="1060704"/>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D40D7502-C6C7-49CE-8A81-C3BD1B453749}"/>
              </a:ext>
            </a:extLst>
          </p:cNvPr>
          <p:cNvSpPr>
            <a:spLocks noGrp="1"/>
          </p:cNvSpPr>
          <p:nvPr>
            <p:ph sz="half" idx="1"/>
          </p:nvPr>
        </p:nvSpPr>
        <p:spPr>
          <a:xfrm>
            <a:off x="512064" y="1682496"/>
            <a:ext cx="3584448" cy="4425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DBA163B-9823-4AA6-93E0-8B7386BC3109}"/>
              </a:ext>
            </a:extLst>
          </p:cNvPr>
          <p:cNvSpPr>
            <a:spLocks noGrp="1"/>
          </p:cNvSpPr>
          <p:nvPr>
            <p:ph sz="half" idx="2"/>
          </p:nvPr>
        </p:nvSpPr>
        <p:spPr>
          <a:xfrm>
            <a:off x="4309872" y="1682496"/>
            <a:ext cx="7382256" cy="4425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C31406E-2CA1-499E-A808-27B124490AF3}"/>
              </a:ext>
            </a:extLst>
          </p:cNvPr>
          <p:cNvSpPr>
            <a:spLocks noGrp="1"/>
          </p:cNvSpPr>
          <p:nvPr>
            <p:ph type="dt" sz="half" idx="10"/>
          </p:nvPr>
        </p:nvSpPr>
        <p:spPr/>
        <p:txBody>
          <a:bodyPr/>
          <a:lstStyle/>
          <a:p>
            <a:fld id="{7C6C5538-3BC1-4274-BECE-326EC075782F}" type="datetime1">
              <a:rPr lang="en-US" smtClean="0"/>
              <a:t>8/14/2023</a:t>
            </a:fld>
            <a:endParaRPr lang="en-US"/>
          </a:p>
        </p:txBody>
      </p:sp>
      <p:sp>
        <p:nvSpPr>
          <p:cNvPr id="6" name="Footer Placeholder 5">
            <a:extLst>
              <a:ext uri="{FF2B5EF4-FFF2-40B4-BE49-F238E27FC236}">
                <a16:creationId xmlns:a16="http://schemas.microsoft.com/office/drawing/2014/main" id="{E8B5E847-C84C-457F-B901-2EEB12AD94F8}"/>
              </a:ext>
            </a:extLst>
          </p:cNvPr>
          <p:cNvSpPr>
            <a:spLocks noGrp="1"/>
          </p:cNvSpPr>
          <p:nvPr>
            <p:ph type="ftr" sz="quarter" idx="11"/>
          </p:nvPr>
        </p:nvSpPr>
        <p:spPr/>
        <p:txBody>
          <a:bodyPr/>
          <a:lstStyle/>
          <a:p>
            <a:r>
              <a:rPr lang="en-US"/>
              <a:t>© 2019 Cognizant</a:t>
            </a:r>
          </a:p>
        </p:txBody>
      </p:sp>
      <p:sp>
        <p:nvSpPr>
          <p:cNvPr id="7" name="Slide Number Placeholder 6">
            <a:extLst>
              <a:ext uri="{FF2B5EF4-FFF2-40B4-BE49-F238E27FC236}">
                <a16:creationId xmlns:a16="http://schemas.microsoft.com/office/drawing/2014/main" id="{F1C10D1C-F2EA-46B6-B35A-881C8F5C67FE}"/>
              </a:ext>
            </a:extLst>
          </p:cNvPr>
          <p:cNvSpPr>
            <a:spLocks noGrp="1"/>
          </p:cNvSpPr>
          <p:nvPr>
            <p:ph type="sldNum" sz="quarter" idx="12"/>
          </p:nvPr>
        </p:nvSpPr>
        <p:spPr/>
        <p:txBody>
          <a:bodyPr/>
          <a:lstStyle/>
          <a:p>
            <a:fld id="{2EFEF571-C9B4-4D92-A7F7-315B894862A8}" type="slidenum">
              <a:rPr lang="en-US" smtClean="0"/>
              <a:pPr/>
              <a:t>‹#›</a:t>
            </a:fld>
            <a:endParaRPr lang="en-US"/>
          </a:p>
        </p:txBody>
      </p:sp>
      <p:cxnSp>
        <p:nvCxnSpPr>
          <p:cNvPr id="10" name="Straight Connector 9">
            <a:extLst>
              <a:ext uri="{FF2B5EF4-FFF2-40B4-BE49-F238E27FC236}">
                <a16:creationId xmlns:a16="http://schemas.microsoft.com/office/drawing/2014/main" id="{4149C702-A52C-4836-AD09-FFA898A62A90}"/>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2" name="Pictur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415294496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Header &amp; 2-column (2/3,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AE91A-A46E-4B41-88C6-F4AF075C932A}"/>
              </a:ext>
            </a:extLst>
          </p:cNvPr>
          <p:cNvSpPr>
            <a:spLocks noGrp="1"/>
          </p:cNvSpPr>
          <p:nvPr>
            <p:ph type="title"/>
          </p:nvPr>
        </p:nvSpPr>
        <p:spPr>
          <a:xfrm>
            <a:off x="512064" y="365760"/>
            <a:ext cx="11180064" cy="1060704"/>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D40D7502-C6C7-49CE-8A81-C3BD1B453749}"/>
              </a:ext>
            </a:extLst>
          </p:cNvPr>
          <p:cNvSpPr>
            <a:spLocks noGrp="1"/>
          </p:cNvSpPr>
          <p:nvPr>
            <p:ph sz="half" idx="1"/>
          </p:nvPr>
        </p:nvSpPr>
        <p:spPr>
          <a:xfrm>
            <a:off x="512064" y="1682496"/>
            <a:ext cx="7382256" cy="4425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DBA163B-9823-4AA6-93E0-8B7386BC3109}"/>
              </a:ext>
            </a:extLst>
          </p:cNvPr>
          <p:cNvSpPr>
            <a:spLocks noGrp="1"/>
          </p:cNvSpPr>
          <p:nvPr>
            <p:ph sz="half" idx="2"/>
          </p:nvPr>
        </p:nvSpPr>
        <p:spPr>
          <a:xfrm>
            <a:off x="8107680" y="1682496"/>
            <a:ext cx="3584448" cy="4425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CC60974-838A-40CC-8A5B-B6116CA4DBF8}"/>
              </a:ext>
            </a:extLst>
          </p:cNvPr>
          <p:cNvSpPr>
            <a:spLocks noGrp="1"/>
          </p:cNvSpPr>
          <p:nvPr>
            <p:ph type="dt" sz="half" idx="10"/>
          </p:nvPr>
        </p:nvSpPr>
        <p:spPr/>
        <p:txBody>
          <a:bodyPr/>
          <a:lstStyle/>
          <a:p>
            <a:fld id="{7921B6AA-52B4-494A-A3CC-9F631DBC049D}" type="datetime1">
              <a:rPr lang="en-US" smtClean="0"/>
              <a:t>8/14/2023</a:t>
            </a:fld>
            <a:endParaRPr lang="en-US"/>
          </a:p>
        </p:txBody>
      </p:sp>
      <p:sp>
        <p:nvSpPr>
          <p:cNvPr id="6" name="Footer Placeholder 5">
            <a:extLst>
              <a:ext uri="{FF2B5EF4-FFF2-40B4-BE49-F238E27FC236}">
                <a16:creationId xmlns:a16="http://schemas.microsoft.com/office/drawing/2014/main" id="{05E2370C-3F6B-42C0-8834-DB3406097193}"/>
              </a:ext>
            </a:extLst>
          </p:cNvPr>
          <p:cNvSpPr>
            <a:spLocks noGrp="1"/>
          </p:cNvSpPr>
          <p:nvPr>
            <p:ph type="ftr" sz="quarter" idx="11"/>
          </p:nvPr>
        </p:nvSpPr>
        <p:spPr/>
        <p:txBody>
          <a:bodyPr/>
          <a:lstStyle/>
          <a:p>
            <a:r>
              <a:rPr lang="en-US"/>
              <a:t>© 2019 Cognizant</a:t>
            </a:r>
          </a:p>
        </p:txBody>
      </p:sp>
      <p:sp>
        <p:nvSpPr>
          <p:cNvPr id="7" name="Slide Number Placeholder 6">
            <a:extLst>
              <a:ext uri="{FF2B5EF4-FFF2-40B4-BE49-F238E27FC236}">
                <a16:creationId xmlns:a16="http://schemas.microsoft.com/office/drawing/2014/main" id="{8AC5B230-74A0-418F-BBA9-0B141D8CA374}"/>
              </a:ext>
            </a:extLst>
          </p:cNvPr>
          <p:cNvSpPr>
            <a:spLocks noGrp="1"/>
          </p:cNvSpPr>
          <p:nvPr>
            <p:ph type="sldNum" sz="quarter" idx="12"/>
          </p:nvPr>
        </p:nvSpPr>
        <p:spPr/>
        <p:txBody>
          <a:bodyPr/>
          <a:lstStyle/>
          <a:p>
            <a:fld id="{2EFEF571-C9B4-4D92-A7F7-315B894862A8}" type="slidenum">
              <a:rPr lang="en-US" smtClean="0"/>
              <a:pPr/>
              <a:t>‹#›</a:t>
            </a:fld>
            <a:endParaRPr lang="en-US"/>
          </a:p>
        </p:txBody>
      </p:sp>
      <p:cxnSp>
        <p:nvCxnSpPr>
          <p:cNvPr id="11" name="Straight Connector 10">
            <a:extLst>
              <a:ext uri="{FF2B5EF4-FFF2-40B4-BE49-F238E27FC236}">
                <a16:creationId xmlns:a16="http://schemas.microsoft.com/office/drawing/2014/main" id="{02C70E20-6501-4F77-9CBC-3806310ED989}"/>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246724424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Header, Subtitle &amp; 2-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AE91A-A46E-4B41-88C6-F4AF075C93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40D7502-C6C7-49CE-8A81-C3BD1B453749}"/>
              </a:ext>
            </a:extLst>
          </p:cNvPr>
          <p:cNvSpPr>
            <a:spLocks noGrp="1"/>
          </p:cNvSpPr>
          <p:nvPr>
            <p:ph sz="half" idx="1"/>
          </p:nvPr>
        </p:nvSpPr>
        <p:spPr>
          <a:xfrm>
            <a:off x="512063" y="1682496"/>
            <a:ext cx="11180063" cy="1060704"/>
          </a:xfrm>
        </p:spPr>
        <p:txBody>
          <a:bodyPr/>
          <a:lstStyle>
            <a:lvl1pPr>
              <a:defRPr b="1">
                <a:solidFill>
                  <a:schemeClr val="tx1"/>
                </a:solidFill>
              </a:defRPr>
            </a:lvl1pPr>
            <a:lvl2pPr>
              <a:defRPr>
                <a:solidFill>
                  <a:schemeClr val="tx2"/>
                </a:solidFill>
              </a:defRPr>
            </a:lvl2pPr>
          </a:lstStyle>
          <a:p>
            <a:pPr lvl="0"/>
            <a:r>
              <a:rPr lang="en-US"/>
              <a:t>Click to edit Master text styles</a:t>
            </a:r>
          </a:p>
          <a:p>
            <a:pPr lvl="1"/>
            <a:r>
              <a:rPr lang="en-US"/>
              <a:t>Second level</a:t>
            </a:r>
          </a:p>
        </p:txBody>
      </p:sp>
      <p:sp>
        <p:nvSpPr>
          <p:cNvPr id="4" name="Content Placeholder 3">
            <a:extLst>
              <a:ext uri="{FF2B5EF4-FFF2-40B4-BE49-F238E27FC236}">
                <a16:creationId xmlns:a16="http://schemas.microsoft.com/office/drawing/2014/main" id="{3DBA163B-9823-4AA6-93E0-8B7386BC3109}"/>
              </a:ext>
            </a:extLst>
          </p:cNvPr>
          <p:cNvSpPr>
            <a:spLocks noGrp="1"/>
          </p:cNvSpPr>
          <p:nvPr>
            <p:ph sz="half" idx="2"/>
          </p:nvPr>
        </p:nvSpPr>
        <p:spPr>
          <a:xfrm>
            <a:off x="512064" y="2987040"/>
            <a:ext cx="5486400" cy="3121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CE69CF19-0589-4E7F-87F9-FC7CAC6AC6D8}"/>
              </a:ext>
            </a:extLst>
          </p:cNvPr>
          <p:cNvSpPr>
            <a:spLocks noGrp="1"/>
          </p:cNvSpPr>
          <p:nvPr>
            <p:ph sz="half" idx="19"/>
          </p:nvPr>
        </p:nvSpPr>
        <p:spPr>
          <a:xfrm>
            <a:off x="6206067" y="2987040"/>
            <a:ext cx="5486400" cy="3121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B2A1A39-C278-49C1-98BD-03DFB86ACBBA}"/>
              </a:ext>
            </a:extLst>
          </p:cNvPr>
          <p:cNvSpPr>
            <a:spLocks noGrp="1"/>
          </p:cNvSpPr>
          <p:nvPr>
            <p:ph type="dt" sz="half" idx="20"/>
          </p:nvPr>
        </p:nvSpPr>
        <p:spPr/>
        <p:txBody>
          <a:bodyPr/>
          <a:lstStyle/>
          <a:p>
            <a:fld id="{CA4F26AE-5454-4F9D-AAE5-D3D002DD7C9F}" type="datetime1">
              <a:rPr lang="en-US" smtClean="0"/>
              <a:t>8/14/2023</a:t>
            </a:fld>
            <a:endParaRPr lang="en-US"/>
          </a:p>
        </p:txBody>
      </p:sp>
      <p:sp>
        <p:nvSpPr>
          <p:cNvPr id="6" name="Footer Placeholder 5">
            <a:extLst>
              <a:ext uri="{FF2B5EF4-FFF2-40B4-BE49-F238E27FC236}">
                <a16:creationId xmlns:a16="http://schemas.microsoft.com/office/drawing/2014/main" id="{E0A52B1C-E724-479F-B20E-0E459E80FD0B}"/>
              </a:ext>
            </a:extLst>
          </p:cNvPr>
          <p:cNvSpPr>
            <a:spLocks noGrp="1"/>
          </p:cNvSpPr>
          <p:nvPr>
            <p:ph type="ftr" sz="quarter" idx="21"/>
          </p:nvPr>
        </p:nvSpPr>
        <p:spPr/>
        <p:txBody>
          <a:bodyPr/>
          <a:lstStyle/>
          <a:p>
            <a:r>
              <a:rPr lang="en-US"/>
              <a:t>© 2019 Cognizant</a:t>
            </a:r>
          </a:p>
        </p:txBody>
      </p:sp>
      <p:sp>
        <p:nvSpPr>
          <p:cNvPr id="7" name="Slide Number Placeholder 6">
            <a:extLst>
              <a:ext uri="{FF2B5EF4-FFF2-40B4-BE49-F238E27FC236}">
                <a16:creationId xmlns:a16="http://schemas.microsoft.com/office/drawing/2014/main" id="{8E78CA9C-FCAF-4B99-B5F6-60AF3219B3BA}"/>
              </a:ext>
            </a:extLst>
          </p:cNvPr>
          <p:cNvSpPr>
            <a:spLocks noGrp="1"/>
          </p:cNvSpPr>
          <p:nvPr>
            <p:ph type="sldNum" sz="quarter" idx="22"/>
          </p:nvPr>
        </p:nvSpPr>
        <p:spPr/>
        <p:txBody>
          <a:bodyPr/>
          <a:lstStyle/>
          <a:p>
            <a:fld id="{2EFEF571-C9B4-4D92-A7F7-315B894862A8}" type="slidenum">
              <a:rPr lang="en-US" smtClean="0"/>
              <a:pPr/>
              <a:t>‹#›</a:t>
            </a:fld>
            <a:endParaRPr lang="en-US"/>
          </a:p>
        </p:txBody>
      </p:sp>
      <p:cxnSp>
        <p:nvCxnSpPr>
          <p:cNvPr id="12" name="Straight Connector 11">
            <a:extLst>
              <a:ext uri="{FF2B5EF4-FFF2-40B4-BE49-F238E27FC236}">
                <a16:creationId xmlns:a16="http://schemas.microsoft.com/office/drawing/2014/main" id="{7DCFE254-800B-4596-8FBC-3984CE5AE788}"/>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4" name="Picture 1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11659067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Header, Subtitle, Text &amp;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AE91A-A46E-4B41-88C6-F4AF075C93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40D7502-C6C7-49CE-8A81-C3BD1B453749}"/>
              </a:ext>
            </a:extLst>
          </p:cNvPr>
          <p:cNvSpPr>
            <a:spLocks noGrp="1"/>
          </p:cNvSpPr>
          <p:nvPr>
            <p:ph sz="half" idx="1"/>
          </p:nvPr>
        </p:nvSpPr>
        <p:spPr>
          <a:xfrm>
            <a:off x="512063" y="1682496"/>
            <a:ext cx="11180063" cy="1060704"/>
          </a:xfrm>
        </p:spPr>
        <p:txBody>
          <a:bodyPr/>
          <a:lstStyle>
            <a:lvl1pPr>
              <a:defRPr b="1">
                <a:solidFill>
                  <a:schemeClr val="tx1"/>
                </a:solidFill>
              </a:defRPr>
            </a:lvl1pPr>
            <a:lvl2pPr>
              <a:defRPr>
                <a:solidFill>
                  <a:schemeClr val="tx2"/>
                </a:solidFill>
              </a:defRPr>
            </a:lvl2pPr>
          </a:lstStyle>
          <a:p>
            <a:pPr lvl="0"/>
            <a:r>
              <a:rPr lang="en-US"/>
              <a:t>Click to edit Master text styles</a:t>
            </a:r>
          </a:p>
          <a:p>
            <a:pPr lvl="1"/>
            <a:r>
              <a:rPr lang="en-US"/>
              <a:t>Second level</a:t>
            </a:r>
          </a:p>
        </p:txBody>
      </p:sp>
      <p:sp>
        <p:nvSpPr>
          <p:cNvPr id="4" name="Content Placeholder 3">
            <a:extLst>
              <a:ext uri="{FF2B5EF4-FFF2-40B4-BE49-F238E27FC236}">
                <a16:creationId xmlns:a16="http://schemas.microsoft.com/office/drawing/2014/main" id="{3DBA163B-9823-4AA6-93E0-8B7386BC3109}"/>
              </a:ext>
            </a:extLst>
          </p:cNvPr>
          <p:cNvSpPr>
            <a:spLocks noGrp="1"/>
          </p:cNvSpPr>
          <p:nvPr>
            <p:ph sz="half" idx="2"/>
          </p:nvPr>
        </p:nvSpPr>
        <p:spPr>
          <a:xfrm>
            <a:off x="512064" y="2987040"/>
            <a:ext cx="5486400" cy="3121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6">
            <a:extLst>
              <a:ext uri="{FF2B5EF4-FFF2-40B4-BE49-F238E27FC236}">
                <a16:creationId xmlns:a16="http://schemas.microsoft.com/office/drawing/2014/main" id="{5B5CE85F-2A75-4693-93B8-CBF7927F72BE}"/>
              </a:ext>
            </a:extLst>
          </p:cNvPr>
          <p:cNvSpPr>
            <a:spLocks noGrp="1"/>
          </p:cNvSpPr>
          <p:nvPr>
            <p:ph type="pic" sz="quarter" idx="24" hasCustomPrompt="1"/>
          </p:nvPr>
        </p:nvSpPr>
        <p:spPr>
          <a:xfrm>
            <a:off x="6205725" y="2987040"/>
            <a:ext cx="5486400" cy="3121152"/>
          </a:xfrm>
        </p:spPr>
        <p:txBody>
          <a:bodyPr anchor="ctr"/>
          <a:lstStyle>
            <a:lvl1pPr marL="0" marR="0" indent="0" algn="ctr" defTabSz="1219170" rtl="0" eaLnBrk="1" fontAlgn="auto" latinLnBrk="0" hangingPunct="1">
              <a:lnSpc>
                <a:spcPct val="100000"/>
              </a:lnSpc>
              <a:spcBef>
                <a:spcPts val="800"/>
              </a:spcBef>
              <a:spcAft>
                <a:spcPts val="0"/>
              </a:spcAft>
              <a:buClrTx/>
              <a:buSzTx/>
              <a:buFont typeface="Arial" panose="020B0604020202020204" pitchFamily="34" charset="0"/>
              <a:buNone/>
              <a:tabLst/>
              <a:defRPr/>
            </a:lvl1pPr>
          </a:lstStyle>
          <a:p>
            <a:pPr marL="0" marR="0" lvl="0" indent="0" algn="ctr" defTabSz="1219170" rtl="0" eaLnBrk="1" fontAlgn="auto" latinLnBrk="0" hangingPunct="1">
              <a:lnSpc>
                <a:spcPct val="100000"/>
              </a:lnSpc>
              <a:spcBef>
                <a:spcPts val="800"/>
              </a:spcBef>
              <a:spcAft>
                <a:spcPts val="0"/>
              </a:spcAft>
              <a:buClrTx/>
              <a:buSzTx/>
              <a:buFont typeface="Arial" panose="020B0604020202020204" pitchFamily="34" charset="0"/>
              <a:buNone/>
              <a:tabLst/>
              <a:defRPr/>
            </a:pPr>
            <a:r>
              <a:rPr lang="en-US"/>
              <a:t>Drag picture to placeholder or click icon to add</a:t>
            </a:r>
          </a:p>
        </p:txBody>
      </p:sp>
      <p:sp>
        <p:nvSpPr>
          <p:cNvPr id="5" name="Date Placeholder 4">
            <a:extLst>
              <a:ext uri="{FF2B5EF4-FFF2-40B4-BE49-F238E27FC236}">
                <a16:creationId xmlns:a16="http://schemas.microsoft.com/office/drawing/2014/main" id="{CD833434-287A-47FC-8826-927D06662D67}"/>
              </a:ext>
            </a:extLst>
          </p:cNvPr>
          <p:cNvSpPr>
            <a:spLocks noGrp="1"/>
          </p:cNvSpPr>
          <p:nvPr>
            <p:ph type="dt" sz="half" idx="25"/>
          </p:nvPr>
        </p:nvSpPr>
        <p:spPr/>
        <p:txBody>
          <a:bodyPr/>
          <a:lstStyle/>
          <a:p>
            <a:fld id="{98D386E0-6517-4865-845C-C9D03EFE0238}" type="datetime1">
              <a:rPr lang="en-US" smtClean="0"/>
              <a:t>8/14/2023</a:t>
            </a:fld>
            <a:endParaRPr lang="en-US"/>
          </a:p>
        </p:txBody>
      </p:sp>
      <p:sp>
        <p:nvSpPr>
          <p:cNvPr id="6" name="Footer Placeholder 5">
            <a:extLst>
              <a:ext uri="{FF2B5EF4-FFF2-40B4-BE49-F238E27FC236}">
                <a16:creationId xmlns:a16="http://schemas.microsoft.com/office/drawing/2014/main" id="{B2131ED2-2FB0-4787-9839-9D3116D30B63}"/>
              </a:ext>
            </a:extLst>
          </p:cNvPr>
          <p:cNvSpPr>
            <a:spLocks noGrp="1"/>
          </p:cNvSpPr>
          <p:nvPr>
            <p:ph type="ftr" sz="quarter" idx="26"/>
          </p:nvPr>
        </p:nvSpPr>
        <p:spPr/>
        <p:txBody>
          <a:bodyPr/>
          <a:lstStyle/>
          <a:p>
            <a:r>
              <a:rPr lang="en-US"/>
              <a:t>© 2019 Cognizant</a:t>
            </a:r>
          </a:p>
        </p:txBody>
      </p:sp>
      <p:sp>
        <p:nvSpPr>
          <p:cNvPr id="7" name="Slide Number Placeholder 6">
            <a:extLst>
              <a:ext uri="{FF2B5EF4-FFF2-40B4-BE49-F238E27FC236}">
                <a16:creationId xmlns:a16="http://schemas.microsoft.com/office/drawing/2014/main" id="{7CBA36B9-835B-4A55-994F-E64CDB646565}"/>
              </a:ext>
            </a:extLst>
          </p:cNvPr>
          <p:cNvSpPr>
            <a:spLocks noGrp="1"/>
          </p:cNvSpPr>
          <p:nvPr>
            <p:ph type="sldNum" sz="quarter" idx="27"/>
          </p:nvPr>
        </p:nvSpPr>
        <p:spPr/>
        <p:txBody>
          <a:bodyPr/>
          <a:lstStyle/>
          <a:p>
            <a:fld id="{2EFEF571-C9B4-4D92-A7F7-315B894862A8}" type="slidenum">
              <a:rPr lang="en-US" smtClean="0"/>
              <a:pPr/>
              <a:t>‹#›</a:t>
            </a:fld>
            <a:endParaRPr lang="en-US"/>
          </a:p>
        </p:txBody>
      </p:sp>
      <p:cxnSp>
        <p:nvCxnSpPr>
          <p:cNvPr id="11" name="Straight Connector 10">
            <a:extLst>
              <a:ext uri="{FF2B5EF4-FFF2-40B4-BE49-F238E27FC236}">
                <a16:creationId xmlns:a16="http://schemas.microsoft.com/office/drawing/2014/main" id="{9D11681F-8020-4D84-9273-264D5F39BDAF}"/>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4" name="Picture 1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319324664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Header, Subtitle, Image &amp;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AE91A-A46E-4B41-88C6-F4AF075C93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40D7502-C6C7-49CE-8A81-C3BD1B453749}"/>
              </a:ext>
            </a:extLst>
          </p:cNvPr>
          <p:cNvSpPr>
            <a:spLocks noGrp="1"/>
          </p:cNvSpPr>
          <p:nvPr>
            <p:ph sz="half" idx="1"/>
          </p:nvPr>
        </p:nvSpPr>
        <p:spPr>
          <a:xfrm>
            <a:off x="512063" y="1682496"/>
            <a:ext cx="11180063" cy="1060704"/>
          </a:xfrm>
        </p:spPr>
        <p:txBody>
          <a:bodyPr/>
          <a:lstStyle>
            <a:lvl1pPr>
              <a:defRPr b="1">
                <a:solidFill>
                  <a:schemeClr val="tx1"/>
                </a:solidFill>
              </a:defRPr>
            </a:lvl1pPr>
            <a:lvl2pPr>
              <a:defRPr>
                <a:solidFill>
                  <a:schemeClr val="tx2"/>
                </a:solidFill>
              </a:defRPr>
            </a:lvl2pPr>
          </a:lstStyle>
          <a:p>
            <a:pPr lvl="0"/>
            <a:r>
              <a:rPr lang="en-US"/>
              <a:t>Click to edit Master text styles</a:t>
            </a:r>
          </a:p>
          <a:p>
            <a:pPr lvl="1"/>
            <a:r>
              <a:rPr lang="en-US"/>
              <a:t>Second level</a:t>
            </a:r>
          </a:p>
        </p:txBody>
      </p:sp>
      <p:sp>
        <p:nvSpPr>
          <p:cNvPr id="4" name="Content Placeholder 3">
            <a:extLst>
              <a:ext uri="{FF2B5EF4-FFF2-40B4-BE49-F238E27FC236}">
                <a16:creationId xmlns:a16="http://schemas.microsoft.com/office/drawing/2014/main" id="{3DBA163B-9823-4AA6-93E0-8B7386BC3109}"/>
              </a:ext>
            </a:extLst>
          </p:cNvPr>
          <p:cNvSpPr>
            <a:spLocks noGrp="1"/>
          </p:cNvSpPr>
          <p:nvPr>
            <p:ph sz="half" idx="2"/>
          </p:nvPr>
        </p:nvSpPr>
        <p:spPr>
          <a:xfrm>
            <a:off x="6205725" y="2987040"/>
            <a:ext cx="5486400" cy="3121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6">
            <a:extLst>
              <a:ext uri="{FF2B5EF4-FFF2-40B4-BE49-F238E27FC236}">
                <a16:creationId xmlns:a16="http://schemas.microsoft.com/office/drawing/2014/main" id="{B1325C43-3F77-4CF9-8E6F-F5DB1CDCD7DB}"/>
              </a:ext>
            </a:extLst>
          </p:cNvPr>
          <p:cNvSpPr>
            <a:spLocks noGrp="1"/>
          </p:cNvSpPr>
          <p:nvPr>
            <p:ph type="pic" sz="quarter" idx="24" hasCustomPrompt="1"/>
          </p:nvPr>
        </p:nvSpPr>
        <p:spPr>
          <a:xfrm>
            <a:off x="512063" y="2987040"/>
            <a:ext cx="5486400" cy="3121152"/>
          </a:xfrm>
        </p:spPr>
        <p:txBody>
          <a:bodyPr anchor="ctr"/>
          <a:lstStyle>
            <a:lvl1pPr marL="0" marR="0" indent="0" algn="ctr" defTabSz="1219170" rtl="0" eaLnBrk="1" fontAlgn="auto" latinLnBrk="0" hangingPunct="1">
              <a:lnSpc>
                <a:spcPct val="100000"/>
              </a:lnSpc>
              <a:spcBef>
                <a:spcPts val="800"/>
              </a:spcBef>
              <a:spcAft>
                <a:spcPts val="0"/>
              </a:spcAft>
              <a:buClrTx/>
              <a:buSzTx/>
              <a:buFont typeface="Arial" panose="020B0604020202020204" pitchFamily="34" charset="0"/>
              <a:buNone/>
              <a:tabLst/>
              <a:defRPr/>
            </a:lvl1pPr>
          </a:lstStyle>
          <a:p>
            <a:pPr marL="0" marR="0" lvl="0" indent="0" algn="ctr" defTabSz="1219170" rtl="0" eaLnBrk="1" fontAlgn="auto" latinLnBrk="0" hangingPunct="1">
              <a:lnSpc>
                <a:spcPct val="100000"/>
              </a:lnSpc>
              <a:spcBef>
                <a:spcPts val="800"/>
              </a:spcBef>
              <a:spcAft>
                <a:spcPts val="0"/>
              </a:spcAft>
              <a:buClrTx/>
              <a:buSzTx/>
              <a:buFont typeface="Arial" panose="020B0604020202020204" pitchFamily="34" charset="0"/>
              <a:buNone/>
              <a:tabLst/>
              <a:defRPr/>
            </a:pPr>
            <a:r>
              <a:rPr lang="en-US"/>
              <a:t>Drag picture to placeholder or click icon to add</a:t>
            </a:r>
          </a:p>
        </p:txBody>
      </p:sp>
      <p:sp>
        <p:nvSpPr>
          <p:cNvPr id="5" name="Date Placeholder 4">
            <a:extLst>
              <a:ext uri="{FF2B5EF4-FFF2-40B4-BE49-F238E27FC236}">
                <a16:creationId xmlns:a16="http://schemas.microsoft.com/office/drawing/2014/main" id="{1133C2E1-148D-4C6B-A6B6-6408779530FF}"/>
              </a:ext>
            </a:extLst>
          </p:cNvPr>
          <p:cNvSpPr>
            <a:spLocks noGrp="1"/>
          </p:cNvSpPr>
          <p:nvPr>
            <p:ph type="dt" sz="half" idx="25"/>
          </p:nvPr>
        </p:nvSpPr>
        <p:spPr/>
        <p:txBody>
          <a:bodyPr/>
          <a:lstStyle/>
          <a:p>
            <a:fld id="{3BCD788F-B9E9-4F14-B100-50586E972F9F}" type="datetime1">
              <a:rPr lang="en-US" smtClean="0"/>
              <a:t>8/14/2023</a:t>
            </a:fld>
            <a:endParaRPr lang="en-US"/>
          </a:p>
        </p:txBody>
      </p:sp>
      <p:sp>
        <p:nvSpPr>
          <p:cNvPr id="6" name="Footer Placeholder 5">
            <a:extLst>
              <a:ext uri="{FF2B5EF4-FFF2-40B4-BE49-F238E27FC236}">
                <a16:creationId xmlns:a16="http://schemas.microsoft.com/office/drawing/2014/main" id="{81F894B6-9AEC-449F-97A3-25262205013C}"/>
              </a:ext>
            </a:extLst>
          </p:cNvPr>
          <p:cNvSpPr>
            <a:spLocks noGrp="1"/>
          </p:cNvSpPr>
          <p:nvPr>
            <p:ph type="ftr" sz="quarter" idx="26"/>
          </p:nvPr>
        </p:nvSpPr>
        <p:spPr/>
        <p:txBody>
          <a:bodyPr/>
          <a:lstStyle/>
          <a:p>
            <a:r>
              <a:rPr lang="en-US"/>
              <a:t>© 2019 Cognizant</a:t>
            </a:r>
          </a:p>
        </p:txBody>
      </p:sp>
      <p:sp>
        <p:nvSpPr>
          <p:cNvPr id="8" name="Slide Number Placeholder 7">
            <a:extLst>
              <a:ext uri="{FF2B5EF4-FFF2-40B4-BE49-F238E27FC236}">
                <a16:creationId xmlns:a16="http://schemas.microsoft.com/office/drawing/2014/main" id="{76B10EAF-6394-4900-AC77-D434D0DE4BED}"/>
              </a:ext>
            </a:extLst>
          </p:cNvPr>
          <p:cNvSpPr>
            <a:spLocks noGrp="1"/>
          </p:cNvSpPr>
          <p:nvPr>
            <p:ph type="sldNum" sz="quarter" idx="27"/>
          </p:nvPr>
        </p:nvSpPr>
        <p:spPr/>
        <p:txBody>
          <a:bodyPr/>
          <a:lstStyle/>
          <a:p>
            <a:fld id="{2EFEF571-C9B4-4D92-A7F7-315B894862A8}" type="slidenum">
              <a:rPr lang="en-US" smtClean="0"/>
              <a:pPr/>
              <a:t>‹#›</a:t>
            </a:fld>
            <a:endParaRPr lang="en-US"/>
          </a:p>
        </p:txBody>
      </p:sp>
      <p:cxnSp>
        <p:nvCxnSpPr>
          <p:cNvPr id="11" name="Straight Connector 10">
            <a:extLst>
              <a:ext uri="{FF2B5EF4-FFF2-40B4-BE49-F238E27FC236}">
                <a16:creationId xmlns:a16="http://schemas.microsoft.com/office/drawing/2014/main" id="{ADC731D1-00A8-4565-A437-8595C7E6650E}"/>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3" name="Picture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126026708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Header &amp; 6-up">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AE91A-A46E-4B41-88C6-F4AF075C932A}"/>
              </a:ext>
            </a:extLst>
          </p:cNvPr>
          <p:cNvSpPr>
            <a:spLocks noGrp="1"/>
          </p:cNvSpPr>
          <p:nvPr>
            <p:ph type="title"/>
          </p:nvPr>
        </p:nvSpPr>
        <p:spPr>
          <a:xfrm>
            <a:off x="512064" y="365760"/>
            <a:ext cx="11180064" cy="1060704"/>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D40D7502-C6C7-49CE-8A81-C3BD1B453749}"/>
              </a:ext>
            </a:extLst>
          </p:cNvPr>
          <p:cNvSpPr>
            <a:spLocks noGrp="1"/>
          </p:cNvSpPr>
          <p:nvPr>
            <p:ph sz="half" idx="1"/>
          </p:nvPr>
        </p:nvSpPr>
        <p:spPr>
          <a:xfrm>
            <a:off x="512064" y="1676679"/>
            <a:ext cx="3584448" cy="21579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DBA163B-9823-4AA6-93E0-8B7386BC3109}"/>
              </a:ext>
            </a:extLst>
          </p:cNvPr>
          <p:cNvSpPr>
            <a:spLocks noGrp="1"/>
          </p:cNvSpPr>
          <p:nvPr>
            <p:ph sz="half" idx="2"/>
          </p:nvPr>
        </p:nvSpPr>
        <p:spPr>
          <a:xfrm>
            <a:off x="512064" y="4098770"/>
            <a:ext cx="3584448" cy="20116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3">
            <a:extLst>
              <a:ext uri="{FF2B5EF4-FFF2-40B4-BE49-F238E27FC236}">
                <a16:creationId xmlns:a16="http://schemas.microsoft.com/office/drawing/2014/main" id="{617AA6AF-2E25-4B76-8264-0127F05158B5}"/>
              </a:ext>
            </a:extLst>
          </p:cNvPr>
          <p:cNvSpPr>
            <a:spLocks noGrp="1"/>
          </p:cNvSpPr>
          <p:nvPr>
            <p:ph sz="half" idx="13"/>
          </p:nvPr>
        </p:nvSpPr>
        <p:spPr>
          <a:xfrm>
            <a:off x="4315968" y="1676679"/>
            <a:ext cx="3584448" cy="21579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2">
            <a:extLst>
              <a:ext uri="{FF2B5EF4-FFF2-40B4-BE49-F238E27FC236}">
                <a16:creationId xmlns:a16="http://schemas.microsoft.com/office/drawing/2014/main" id="{0F3A29B0-716A-4C35-A013-3FAC88D7A800}"/>
              </a:ext>
            </a:extLst>
          </p:cNvPr>
          <p:cNvSpPr>
            <a:spLocks noGrp="1"/>
          </p:cNvSpPr>
          <p:nvPr>
            <p:ph sz="half" idx="14"/>
          </p:nvPr>
        </p:nvSpPr>
        <p:spPr>
          <a:xfrm>
            <a:off x="4315968" y="4096512"/>
            <a:ext cx="3584448" cy="20116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44F57E95-9B34-49D0-B2D5-56ED760D9CA1}"/>
              </a:ext>
            </a:extLst>
          </p:cNvPr>
          <p:cNvSpPr>
            <a:spLocks noGrp="1"/>
          </p:cNvSpPr>
          <p:nvPr>
            <p:ph sz="half" idx="15"/>
          </p:nvPr>
        </p:nvSpPr>
        <p:spPr>
          <a:xfrm>
            <a:off x="8107680" y="1682496"/>
            <a:ext cx="3584448" cy="21579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3">
            <a:extLst>
              <a:ext uri="{FF2B5EF4-FFF2-40B4-BE49-F238E27FC236}">
                <a16:creationId xmlns:a16="http://schemas.microsoft.com/office/drawing/2014/main" id="{EEF22231-FA42-42CF-AB2B-892F463A8110}"/>
              </a:ext>
            </a:extLst>
          </p:cNvPr>
          <p:cNvSpPr>
            <a:spLocks noGrp="1"/>
          </p:cNvSpPr>
          <p:nvPr>
            <p:ph sz="half" idx="16"/>
          </p:nvPr>
        </p:nvSpPr>
        <p:spPr>
          <a:xfrm>
            <a:off x="8107680" y="4096512"/>
            <a:ext cx="3584448" cy="20116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5366D76-6B79-48C4-8251-348E1555D510}"/>
              </a:ext>
            </a:extLst>
          </p:cNvPr>
          <p:cNvSpPr>
            <a:spLocks noGrp="1"/>
          </p:cNvSpPr>
          <p:nvPr>
            <p:ph type="dt" sz="half" idx="17"/>
          </p:nvPr>
        </p:nvSpPr>
        <p:spPr/>
        <p:txBody>
          <a:bodyPr/>
          <a:lstStyle/>
          <a:p>
            <a:fld id="{101856AD-287E-4B42-827F-672E72E0C412}" type="datetime1">
              <a:rPr lang="en-US" smtClean="0"/>
              <a:t>8/14/2023</a:t>
            </a:fld>
            <a:endParaRPr lang="en-US"/>
          </a:p>
        </p:txBody>
      </p:sp>
      <p:sp>
        <p:nvSpPr>
          <p:cNvPr id="6" name="Footer Placeholder 5">
            <a:extLst>
              <a:ext uri="{FF2B5EF4-FFF2-40B4-BE49-F238E27FC236}">
                <a16:creationId xmlns:a16="http://schemas.microsoft.com/office/drawing/2014/main" id="{82B02B7B-0702-48E3-8554-1CD7C994F255}"/>
              </a:ext>
            </a:extLst>
          </p:cNvPr>
          <p:cNvSpPr>
            <a:spLocks noGrp="1"/>
          </p:cNvSpPr>
          <p:nvPr>
            <p:ph type="ftr" sz="quarter" idx="18"/>
          </p:nvPr>
        </p:nvSpPr>
        <p:spPr/>
        <p:txBody>
          <a:bodyPr/>
          <a:lstStyle/>
          <a:p>
            <a:r>
              <a:rPr lang="en-US"/>
              <a:t>© 2019 Cognizant</a:t>
            </a:r>
          </a:p>
        </p:txBody>
      </p:sp>
      <p:sp>
        <p:nvSpPr>
          <p:cNvPr id="7" name="Slide Number Placeholder 6">
            <a:extLst>
              <a:ext uri="{FF2B5EF4-FFF2-40B4-BE49-F238E27FC236}">
                <a16:creationId xmlns:a16="http://schemas.microsoft.com/office/drawing/2014/main" id="{F7C8D6D6-7FF6-449D-9219-4E96EBA4FD12}"/>
              </a:ext>
            </a:extLst>
          </p:cNvPr>
          <p:cNvSpPr>
            <a:spLocks noGrp="1"/>
          </p:cNvSpPr>
          <p:nvPr>
            <p:ph type="sldNum" sz="quarter" idx="19"/>
          </p:nvPr>
        </p:nvSpPr>
        <p:spPr/>
        <p:txBody>
          <a:bodyPr/>
          <a:lstStyle/>
          <a:p>
            <a:fld id="{2EFEF571-C9B4-4D92-A7F7-315B894862A8}" type="slidenum">
              <a:rPr lang="en-US" smtClean="0"/>
              <a:pPr/>
              <a:t>‹#›</a:t>
            </a:fld>
            <a:endParaRPr lang="en-US"/>
          </a:p>
        </p:txBody>
      </p:sp>
      <p:cxnSp>
        <p:nvCxnSpPr>
          <p:cNvPr id="14" name="Straight Connector 13">
            <a:extLst>
              <a:ext uri="{FF2B5EF4-FFF2-40B4-BE49-F238E27FC236}">
                <a16:creationId xmlns:a16="http://schemas.microsoft.com/office/drawing/2014/main" id="{39F1CC7F-1769-4309-B028-FCCD6DB279B4}"/>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6" name="Picture 1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376063799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Header &amp; 2-Column (Numbered text on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AE91A-A46E-4B41-88C6-F4AF075C932A}"/>
              </a:ext>
            </a:extLst>
          </p:cNvPr>
          <p:cNvSpPr>
            <a:spLocks noGrp="1"/>
          </p:cNvSpPr>
          <p:nvPr>
            <p:ph type="title"/>
          </p:nvPr>
        </p:nvSpPr>
        <p:spPr>
          <a:xfrm>
            <a:off x="512064" y="365760"/>
            <a:ext cx="11180064" cy="1060704"/>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D40D7502-C6C7-49CE-8A81-C3BD1B453749}"/>
              </a:ext>
            </a:extLst>
          </p:cNvPr>
          <p:cNvSpPr>
            <a:spLocks noGrp="1"/>
          </p:cNvSpPr>
          <p:nvPr>
            <p:ph sz="half" idx="1"/>
          </p:nvPr>
        </p:nvSpPr>
        <p:spPr>
          <a:xfrm>
            <a:off x="512064" y="1682496"/>
            <a:ext cx="5482336" cy="4425696"/>
          </a:xfrm>
        </p:spPr>
        <p:txBody>
          <a:bodyPr/>
          <a:lstStyle>
            <a:lvl1pPr marL="304792" indent="-304792">
              <a:buFont typeface="+mj-lt"/>
              <a:buAutoNum type="arabicPeriod"/>
              <a:defRPr/>
            </a:lvl1pPr>
            <a:lvl2pPr marL="0" indent="0">
              <a:buNone/>
              <a:defRPr sz="1867">
                <a:solidFill>
                  <a:schemeClr val="tx2"/>
                </a:solidFill>
              </a:defRPr>
            </a:lvl2pPr>
            <a:lvl3pPr marL="304792" indent="-304792">
              <a:buClrTx/>
              <a:buSzPct val="125000"/>
              <a:buFont typeface="Arial" panose="020B0604020202020204" pitchFamily="34" charset="0"/>
              <a:buChar char="•"/>
              <a:defRPr sz="1867"/>
            </a:lvl3pPr>
            <a:lvl4pPr marL="609585" indent="-304792">
              <a:buSzPct val="90000"/>
              <a:buFont typeface="Arial" panose="020B0604020202020204" pitchFamily="34" charset="0"/>
              <a:buChar char="–"/>
              <a:defRPr sz="1867"/>
            </a:lvl4pPr>
            <a:lvl5pPr marL="914377" indent="-304792">
              <a:buClrTx/>
              <a:buSzPct val="90000"/>
              <a:buFont typeface="Courier New" panose="02070309020205020404" pitchFamily="49" charset="0"/>
              <a:buChar char="o"/>
              <a:defRPr sz="1867"/>
            </a:lvl5pPr>
            <a:lvl6pPr marL="914377" indent="-304792">
              <a:buClrTx/>
              <a:buSzPct val="90000"/>
              <a:buFont typeface="Courier New" panose="02070309020205020404" pitchFamily="49" charset="0"/>
              <a:buChar char="o"/>
              <a:defRPr sz="1867"/>
            </a:lvl6pPr>
            <a:lvl7pPr marL="914377" indent="-304792">
              <a:buFont typeface="Courier New" panose="02070309020205020404" pitchFamily="49" charset="0"/>
              <a:buChar char="o"/>
              <a:defRPr sz="1867"/>
            </a:lvl7pPr>
            <a:lvl8pPr marL="914377" indent="-304792">
              <a:buFont typeface="Courier New" panose="02070309020205020404" pitchFamily="49" charset="0"/>
              <a:buChar char="o"/>
              <a:defRPr sz="1867"/>
            </a:lvl8pPr>
            <a:lvl9pPr marL="914377" indent="-304792">
              <a:buClrTx/>
              <a:buFont typeface="Courier New" panose="02070309020205020404" pitchFamily="49" charset="0"/>
              <a:buChar char="o"/>
              <a:defRPr sz="18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DBA163B-9823-4AA6-93E0-8B7386BC3109}"/>
              </a:ext>
            </a:extLst>
          </p:cNvPr>
          <p:cNvSpPr>
            <a:spLocks noGrp="1"/>
          </p:cNvSpPr>
          <p:nvPr>
            <p:ph sz="half" idx="2"/>
          </p:nvPr>
        </p:nvSpPr>
        <p:spPr>
          <a:xfrm>
            <a:off x="6205728" y="1682496"/>
            <a:ext cx="5486400" cy="4425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8A297B0-47B5-4593-9A82-FCAC41DF5B14}"/>
              </a:ext>
            </a:extLst>
          </p:cNvPr>
          <p:cNvSpPr>
            <a:spLocks noGrp="1"/>
          </p:cNvSpPr>
          <p:nvPr>
            <p:ph type="dt" sz="half" idx="10"/>
          </p:nvPr>
        </p:nvSpPr>
        <p:spPr/>
        <p:txBody>
          <a:bodyPr/>
          <a:lstStyle/>
          <a:p>
            <a:fld id="{8E7D7697-AE57-43B3-A9C4-B97982A7969B}" type="datetime1">
              <a:rPr lang="en-US" smtClean="0"/>
              <a:t>8/14/2023</a:t>
            </a:fld>
            <a:endParaRPr lang="en-US"/>
          </a:p>
        </p:txBody>
      </p:sp>
      <p:sp>
        <p:nvSpPr>
          <p:cNvPr id="6" name="Footer Placeholder 5">
            <a:extLst>
              <a:ext uri="{FF2B5EF4-FFF2-40B4-BE49-F238E27FC236}">
                <a16:creationId xmlns:a16="http://schemas.microsoft.com/office/drawing/2014/main" id="{1A48BB35-9F9D-4CE6-9B58-113B094F6B5B}"/>
              </a:ext>
            </a:extLst>
          </p:cNvPr>
          <p:cNvSpPr>
            <a:spLocks noGrp="1"/>
          </p:cNvSpPr>
          <p:nvPr>
            <p:ph type="ftr" sz="quarter" idx="11"/>
          </p:nvPr>
        </p:nvSpPr>
        <p:spPr/>
        <p:txBody>
          <a:bodyPr/>
          <a:lstStyle/>
          <a:p>
            <a:r>
              <a:rPr lang="en-US"/>
              <a:t>© 2019 Cognizant</a:t>
            </a:r>
          </a:p>
        </p:txBody>
      </p:sp>
      <p:sp>
        <p:nvSpPr>
          <p:cNvPr id="7" name="Slide Number Placeholder 6">
            <a:extLst>
              <a:ext uri="{FF2B5EF4-FFF2-40B4-BE49-F238E27FC236}">
                <a16:creationId xmlns:a16="http://schemas.microsoft.com/office/drawing/2014/main" id="{53606C9F-D7ED-4FD8-B0F6-C62354279FAA}"/>
              </a:ext>
            </a:extLst>
          </p:cNvPr>
          <p:cNvSpPr>
            <a:spLocks noGrp="1"/>
          </p:cNvSpPr>
          <p:nvPr>
            <p:ph type="sldNum" sz="quarter" idx="12"/>
          </p:nvPr>
        </p:nvSpPr>
        <p:spPr/>
        <p:txBody>
          <a:bodyPr/>
          <a:lstStyle/>
          <a:p>
            <a:fld id="{2EFEF571-C9B4-4D92-A7F7-315B894862A8}" type="slidenum">
              <a:rPr lang="en-US" smtClean="0"/>
              <a:pPr/>
              <a:t>‹#›</a:t>
            </a:fld>
            <a:endParaRPr lang="en-US"/>
          </a:p>
        </p:txBody>
      </p:sp>
      <p:cxnSp>
        <p:nvCxnSpPr>
          <p:cNvPr id="10" name="Straight Connector 9">
            <a:extLst>
              <a:ext uri="{FF2B5EF4-FFF2-40B4-BE49-F238E27FC236}">
                <a16:creationId xmlns:a16="http://schemas.microsoft.com/office/drawing/2014/main" id="{4B115615-761F-445E-87C9-9E35C790E640}"/>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2" name="Pictur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200785280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Header, Numbered Text &amp;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AE91A-A46E-4B41-88C6-F4AF075C932A}"/>
              </a:ext>
            </a:extLst>
          </p:cNvPr>
          <p:cNvSpPr>
            <a:spLocks noGrp="1"/>
          </p:cNvSpPr>
          <p:nvPr>
            <p:ph type="title"/>
          </p:nvPr>
        </p:nvSpPr>
        <p:spPr>
          <a:xfrm>
            <a:off x="512064" y="365760"/>
            <a:ext cx="11180064" cy="1060704"/>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D40D7502-C6C7-49CE-8A81-C3BD1B453749}"/>
              </a:ext>
            </a:extLst>
          </p:cNvPr>
          <p:cNvSpPr>
            <a:spLocks noGrp="1"/>
          </p:cNvSpPr>
          <p:nvPr>
            <p:ph sz="half" idx="1"/>
          </p:nvPr>
        </p:nvSpPr>
        <p:spPr>
          <a:xfrm>
            <a:off x="512064" y="1682496"/>
            <a:ext cx="5482336" cy="4425696"/>
          </a:xfrm>
        </p:spPr>
        <p:txBody>
          <a:bodyPr/>
          <a:lstStyle>
            <a:lvl1pPr marL="304792" indent="-304792">
              <a:buFont typeface="+mj-lt"/>
              <a:buAutoNum type="arabicPeriod"/>
              <a:defRPr/>
            </a:lvl1pPr>
            <a:lvl2pPr marL="0" indent="0">
              <a:buNone/>
              <a:defRPr sz="1867">
                <a:solidFill>
                  <a:schemeClr val="tx2"/>
                </a:solidFill>
              </a:defRPr>
            </a:lvl2pPr>
            <a:lvl3pPr marL="304792" indent="-304792">
              <a:buClrTx/>
              <a:buSzPct val="125000"/>
              <a:buFont typeface="Arial" panose="020B0604020202020204" pitchFamily="34" charset="0"/>
              <a:buChar char="•"/>
              <a:defRPr sz="1867"/>
            </a:lvl3pPr>
            <a:lvl4pPr marL="609585" indent="-304792">
              <a:buSzPct val="90000"/>
              <a:buFont typeface="Arial" panose="020B0604020202020204" pitchFamily="34" charset="0"/>
              <a:buChar char="–"/>
              <a:defRPr sz="1867"/>
            </a:lvl4pPr>
            <a:lvl5pPr marL="914377" indent="-304792">
              <a:buClrTx/>
              <a:buSzPct val="90000"/>
              <a:buFont typeface="Courier New" panose="02070309020205020404" pitchFamily="49" charset="0"/>
              <a:buChar char="o"/>
              <a:defRPr sz="1867"/>
            </a:lvl5pPr>
            <a:lvl6pPr marL="914377" indent="-304792">
              <a:buClrTx/>
              <a:buSzPct val="90000"/>
              <a:buFont typeface="Courier New" panose="02070309020205020404" pitchFamily="49" charset="0"/>
              <a:buChar char="o"/>
              <a:defRPr sz="1867"/>
            </a:lvl6pPr>
            <a:lvl7pPr marL="914377" indent="-304792">
              <a:buFont typeface="Courier New" panose="02070309020205020404" pitchFamily="49" charset="0"/>
              <a:buChar char="o"/>
              <a:defRPr sz="1867"/>
            </a:lvl7pPr>
            <a:lvl8pPr marL="914377" indent="-304792">
              <a:buFont typeface="Courier New" panose="02070309020205020404" pitchFamily="49" charset="0"/>
              <a:buChar char="o"/>
              <a:defRPr sz="1867"/>
            </a:lvl8pPr>
            <a:lvl9pPr marL="914377" indent="-304792">
              <a:buClrTx/>
              <a:buFont typeface="Courier New" panose="02070309020205020404" pitchFamily="49" charset="0"/>
              <a:buChar char="o"/>
              <a:defRPr sz="18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8A297B0-47B5-4593-9A82-FCAC41DF5B14}"/>
              </a:ext>
            </a:extLst>
          </p:cNvPr>
          <p:cNvSpPr>
            <a:spLocks noGrp="1"/>
          </p:cNvSpPr>
          <p:nvPr>
            <p:ph type="dt" sz="half" idx="10"/>
          </p:nvPr>
        </p:nvSpPr>
        <p:spPr/>
        <p:txBody>
          <a:bodyPr/>
          <a:lstStyle/>
          <a:p>
            <a:fld id="{2932BF87-93DB-41AC-97FE-D5B0EDE196CB}" type="datetime1">
              <a:rPr lang="en-US" smtClean="0"/>
              <a:t>8/14/2023</a:t>
            </a:fld>
            <a:endParaRPr lang="en-US"/>
          </a:p>
        </p:txBody>
      </p:sp>
      <p:sp>
        <p:nvSpPr>
          <p:cNvPr id="6" name="Footer Placeholder 5">
            <a:extLst>
              <a:ext uri="{FF2B5EF4-FFF2-40B4-BE49-F238E27FC236}">
                <a16:creationId xmlns:a16="http://schemas.microsoft.com/office/drawing/2014/main" id="{1A48BB35-9F9D-4CE6-9B58-113B094F6B5B}"/>
              </a:ext>
            </a:extLst>
          </p:cNvPr>
          <p:cNvSpPr>
            <a:spLocks noGrp="1"/>
          </p:cNvSpPr>
          <p:nvPr>
            <p:ph type="ftr" sz="quarter" idx="11"/>
          </p:nvPr>
        </p:nvSpPr>
        <p:spPr/>
        <p:txBody>
          <a:bodyPr/>
          <a:lstStyle/>
          <a:p>
            <a:r>
              <a:rPr lang="en-US"/>
              <a:t>© 2019 Cognizant</a:t>
            </a:r>
          </a:p>
        </p:txBody>
      </p:sp>
      <p:sp>
        <p:nvSpPr>
          <p:cNvPr id="7" name="Slide Number Placeholder 6">
            <a:extLst>
              <a:ext uri="{FF2B5EF4-FFF2-40B4-BE49-F238E27FC236}">
                <a16:creationId xmlns:a16="http://schemas.microsoft.com/office/drawing/2014/main" id="{53606C9F-D7ED-4FD8-B0F6-C62354279FAA}"/>
              </a:ext>
            </a:extLst>
          </p:cNvPr>
          <p:cNvSpPr>
            <a:spLocks noGrp="1"/>
          </p:cNvSpPr>
          <p:nvPr>
            <p:ph type="sldNum" sz="quarter" idx="12"/>
          </p:nvPr>
        </p:nvSpPr>
        <p:spPr/>
        <p:txBody>
          <a:bodyPr/>
          <a:lstStyle/>
          <a:p>
            <a:fld id="{2EFEF571-C9B4-4D92-A7F7-315B894862A8}" type="slidenum">
              <a:rPr lang="en-US" smtClean="0"/>
              <a:pPr/>
              <a:t>‹#›</a:t>
            </a:fld>
            <a:endParaRPr lang="en-US"/>
          </a:p>
        </p:txBody>
      </p:sp>
      <p:cxnSp>
        <p:nvCxnSpPr>
          <p:cNvPr id="10" name="Straight Connector 9">
            <a:extLst>
              <a:ext uri="{FF2B5EF4-FFF2-40B4-BE49-F238E27FC236}">
                <a16:creationId xmlns:a16="http://schemas.microsoft.com/office/drawing/2014/main" id="{4B115615-761F-445E-87C9-9E35C790E640}"/>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1" name="Picture Placeholder 14">
            <a:extLst>
              <a:ext uri="{FF2B5EF4-FFF2-40B4-BE49-F238E27FC236}">
                <a16:creationId xmlns:a16="http://schemas.microsoft.com/office/drawing/2014/main" id="{0A897C52-38E8-4C02-B11A-8278FD59AD07}"/>
              </a:ext>
            </a:extLst>
          </p:cNvPr>
          <p:cNvSpPr>
            <a:spLocks noGrp="1"/>
          </p:cNvSpPr>
          <p:nvPr>
            <p:ph type="pic" sz="quarter" idx="17" hasCustomPrompt="1"/>
          </p:nvPr>
        </p:nvSpPr>
        <p:spPr>
          <a:xfrm>
            <a:off x="6205728" y="1682495"/>
            <a:ext cx="5986272" cy="4425696"/>
          </a:xfrm>
        </p:spPr>
        <p:txBody>
          <a:bodyPr anchor="ctr"/>
          <a:lstStyle>
            <a:lvl1pPr marL="0" marR="0" indent="0" algn="ctr" defTabSz="1219170" rtl="0" eaLnBrk="1" fontAlgn="auto" latinLnBrk="0" hangingPunct="1">
              <a:lnSpc>
                <a:spcPct val="100000"/>
              </a:lnSpc>
              <a:spcBef>
                <a:spcPts val="800"/>
              </a:spcBef>
              <a:spcAft>
                <a:spcPts val="0"/>
              </a:spcAft>
              <a:buClrTx/>
              <a:buSzTx/>
              <a:buFont typeface="Arial" panose="020B0604020202020204" pitchFamily="34" charset="0"/>
              <a:buNone/>
              <a:tabLst/>
              <a:defRPr/>
            </a:lvl1pPr>
          </a:lstStyle>
          <a:p>
            <a:pPr marL="0" marR="0" lvl="0" indent="0" algn="ctr" defTabSz="1219170" rtl="0" eaLnBrk="1" fontAlgn="auto" latinLnBrk="0" hangingPunct="1">
              <a:lnSpc>
                <a:spcPct val="100000"/>
              </a:lnSpc>
              <a:spcBef>
                <a:spcPts val="800"/>
              </a:spcBef>
              <a:spcAft>
                <a:spcPts val="0"/>
              </a:spcAft>
              <a:buClrTx/>
              <a:buSzTx/>
              <a:buFont typeface="Arial" panose="020B0604020202020204" pitchFamily="34" charset="0"/>
              <a:buNone/>
              <a:tabLst/>
              <a:defRPr/>
            </a:pPr>
            <a:r>
              <a:rPr lang="en-US"/>
              <a:t>Drag picture to placeholder or click icon to add</a:t>
            </a:r>
          </a:p>
        </p:txBody>
      </p:sp>
      <p:pic>
        <p:nvPicPr>
          <p:cNvPr id="13" name="Picture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349668788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Header, Numbered Text &amp; Medi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AE91A-A46E-4B41-88C6-F4AF075C932A}"/>
              </a:ext>
            </a:extLst>
          </p:cNvPr>
          <p:cNvSpPr>
            <a:spLocks noGrp="1"/>
          </p:cNvSpPr>
          <p:nvPr>
            <p:ph type="title"/>
          </p:nvPr>
        </p:nvSpPr>
        <p:spPr>
          <a:xfrm>
            <a:off x="512064" y="365760"/>
            <a:ext cx="11180064" cy="1060704"/>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D40D7502-C6C7-49CE-8A81-C3BD1B453749}"/>
              </a:ext>
            </a:extLst>
          </p:cNvPr>
          <p:cNvSpPr>
            <a:spLocks noGrp="1"/>
          </p:cNvSpPr>
          <p:nvPr>
            <p:ph sz="half" idx="1"/>
          </p:nvPr>
        </p:nvSpPr>
        <p:spPr>
          <a:xfrm>
            <a:off x="512064" y="1682496"/>
            <a:ext cx="5482336" cy="4425696"/>
          </a:xfrm>
        </p:spPr>
        <p:txBody>
          <a:bodyPr/>
          <a:lstStyle>
            <a:lvl1pPr marL="304792" indent="-304792">
              <a:buFont typeface="+mj-lt"/>
              <a:buAutoNum type="arabicPeriod"/>
              <a:defRPr/>
            </a:lvl1pPr>
            <a:lvl2pPr marL="0" indent="0">
              <a:buNone/>
              <a:defRPr sz="1867">
                <a:solidFill>
                  <a:schemeClr val="tx2"/>
                </a:solidFill>
              </a:defRPr>
            </a:lvl2pPr>
            <a:lvl3pPr marL="304792" indent="-304792">
              <a:buClrTx/>
              <a:buSzPct val="125000"/>
              <a:buFont typeface="Arial" panose="020B0604020202020204" pitchFamily="34" charset="0"/>
              <a:buChar char="•"/>
              <a:defRPr sz="1867"/>
            </a:lvl3pPr>
            <a:lvl4pPr marL="609585" indent="-304792">
              <a:buSzPct val="90000"/>
              <a:buFont typeface="Arial" panose="020B0604020202020204" pitchFamily="34" charset="0"/>
              <a:buChar char="–"/>
              <a:defRPr sz="1867"/>
            </a:lvl4pPr>
            <a:lvl5pPr marL="914377" indent="-304792">
              <a:buClrTx/>
              <a:buSzPct val="90000"/>
              <a:buFont typeface="Courier New" panose="02070309020205020404" pitchFamily="49" charset="0"/>
              <a:buChar char="o"/>
              <a:defRPr sz="1867"/>
            </a:lvl5pPr>
            <a:lvl6pPr marL="914377" indent="-304792">
              <a:buClrTx/>
              <a:buSzPct val="90000"/>
              <a:buFont typeface="Courier New" panose="02070309020205020404" pitchFamily="49" charset="0"/>
              <a:buChar char="o"/>
              <a:defRPr sz="1867"/>
            </a:lvl6pPr>
            <a:lvl7pPr marL="914377" indent="-304792">
              <a:buFont typeface="Courier New" panose="02070309020205020404" pitchFamily="49" charset="0"/>
              <a:buChar char="o"/>
              <a:defRPr sz="1867"/>
            </a:lvl7pPr>
            <a:lvl8pPr marL="914377" indent="-304792">
              <a:buFont typeface="Courier New" panose="02070309020205020404" pitchFamily="49" charset="0"/>
              <a:buChar char="o"/>
              <a:defRPr sz="1867"/>
            </a:lvl8pPr>
            <a:lvl9pPr marL="914377" indent="-304792">
              <a:buClrTx/>
              <a:buFont typeface="Courier New" panose="02070309020205020404" pitchFamily="49" charset="0"/>
              <a:buChar char="o"/>
              <a:defRPr sz="18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8A297B0-47B5-4593-9A82-FCAC41DF5B14}"/>
              </a:ext>
            </a:extLst>
          </p:cNvPr>
          <p:cNvSpPr>
            <a:spLocks noGrp="1"/>
          </p:cNvSpPr>
          <p:nvPr>
            <p:ph type="dt" sz="half" idx="10"/>
          </p:nvPr>
        </p:nvSpPr>
        <p:spPr/>
        <p:txBody>
          <a:bodyPr/>
          <a:lstStyle/>
          <a:p>
            <a:fld id="{A973AD6C-D0A4-4637-9498-78703FB83037}" type="datetime1">
              <a:rPr lang="en-US" smtClean="0"/>
              <a:t>8/14/2023</a:t>
            </a:fld>
            <a:endParaRPr lang="en-US"/>
          </a:p>
        </p:txBody>
      </p:sp>
      <p:sp>
        <p:nvSpPr>
          <p:cNvPr id="6" name="Footer Placeholder 5">
            <a:extLst>
              <a:ext uri="{FF2B5EF4-FFF2-40B4-BE49-F238E27FC236}">
                <a16:creationId xmlns:a16="http://schemas.microsoft.com/office/drawing/2014/main" id="{1A48BB35-9F9D-4CE6-9B58-113B094F6B5B}"/>
              </a:ext>
            </a:extLst>
          </p:cNvPr>
          <p:cNvSpPr>
            <a:spLocks noGrp="1"/>
          </p:cNvSpPr>
          <p:nvPr>
            <p:ph type="ftr" sz="quarter" idx="11"/>
          </p:nvPr>
        </p:nvSpPr>
        <p:spPr/>
        <p:txBody>
          <a:bodyPr/>
          <a:lstStyle/>
          <a:p>
            <a:r>
              <a:rPr lang="en-US"/>
              <a:t>© 2019 Cognizant</a:t>
            </a:r>
          </a:p>
        </p:txBody>
      </p:sp>
      <p:sp>
        <p:nvSpPr>
          <p:cNvPr id="7" name="Slide Number Placeholder 6">
            <a:extLst>
              <a:ext uri="{FF2B5EF4-FFF2-40B4-BE49-F238E27FC236}">
                <a16:creationId xmlns:a16="http://schemas.microsoft.com/office/drawing/2014/main" id="{53606C9F-D7ED-4FD8-B0F6-C62354279FAA}"/>
              </a:ext>
            </a:extLst>
          </p:cNvPr>
          <p:cNvSpPr>
            <a:spLocks noGrp="1"/>
          </p:cNvSpPr>
          <p:nvPr>
            <p:ph type="sldNum" sz="quarter" idx="12"/>
          </p:nvPr>
        </p:nvSpPr>
        <p:spPr/>
        <p:txBody>
          <a:bodyPr/>
          <a:lstStyle/>
          <a:p>
            <a:fld id="{2EFEF571-C9B4-4D92-A7F7-315B894862A8}" type="slidenum">
              <a:rPr lang="en-US" smtClean="0"/>
              <a:pPr/>
              <a:t>‹#›</a:t>
            </a:fld>
            <a:endParaRPr lang="en-US"/>
          </a:p>
        </p:txBody>
      </p:sp>
      <p:cxnSp>
        <p:nvCxnSpPr>
          <p:cNvPr id="10" name="Straight Connector 9">
            <a:extLst>
              <a:ext uri="{FF2B5EF4-FFF2-40B4-BE49-F238E27FC236}">
                <a16:creationId xmlns:a16="http://schemas.microsoft.com/office/drawing/2014/main" id="{4B115615-761F-445E-87C9-9E35C790E640}"/>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Media Placeholder 7">
            <a:extLst>
              <a:ext uri="{FF2B5EF4-FFF2-40B4-BE49-F238E27FC236}">
                <a16:creationId xmlns:a16="http://schemas.microsoft.com/office/drawing/2014/main" id="{C20B5319-2B45-4252-BEAB-FDF0E14B7070}"/>
              </a:ext>
            </a:extLst>
          </p:cNvPr>
          <p:cNvSpPr>
            <a:spLocks noGrp="1"/>
          </p:cNvSpPr>
          <p:nvPr>
            <p:ph type="media" sz="quarter" idx="14" hasCustomPrompt="1"/>
          </p:nvPr>
        </p:nvSpPr>
        <p:spPr>
          <a:xfrm>
            <a:off x="6205728" y="1682496"/>
            <a:ext cx="5986272" cy="4425696"/>
          </a:xfrm>
        </p:spPr>
        <p:txBody>
          <a:bodyPr anchor="ctr"/>
          <a:lstStyle>
            <a:lvl1pPr algn="ctr">
              <a:defRPr/>
            </a:lvl1pPr>
          </a:lstStyle>
          <a:p>
            <a:r>
              <a:rPr lang="en-US"/>
              <a:t>Insert Media here</a:t>
            </a:r>
          </a:p>
        </p:txBody>
      </p:sp>
      <p:pic>
        <p:nvPicPr>
          <p:cNvPr id="13" name="Picture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238021914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Header &amp; 2-Column (Numbered text on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AE91A-A46E-4B41-88C6-F4AF075C932A}"/>
              </a:ext>
            </a:extLst>
          </p:cNvPr>
          <p:cNvSpPr>
            <a:spLocks noGrp="1"/>
          </p:cNvSpPr>
          <p:nvPr>
            <p:ph type="title"/>
          </p:nvPr>
        </p:nvSpPr>
        <p:spPr>
          <a:xfrm>
            <a:off x="512064" y="365760"/>
            <a:ext cx="11180064" cy="1060704"/>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D40D7502-C6C7-49CE-8A81-C3BD1B453749}"/>
              </a:ext>
            </a:extLst>
          </p:cNvPr>
          <p:cNvSpPr>
            <a:spLocks noGrp="1"/>
          </p:cNvSpPr>
          <p:nvPr>
            <p:ph sz="half" idx="1"/>
          </p:nvPr>
        </p:nvSpPr>
        <p:spPr>
          <a:xfrm>
            <a:off x="6209792" y="1682496"/>
            <a:ext cx="5482336" cy="4425696"/>
          </a:xfrm>
        </p:spPr>
        <p:txBody>
          <a:bodyPr/>
          <a:lstStyle>
            <a:lvl1pPr marL="304792" indent="-304792">
              <a:buFont typeface="+mj-lt"/>
              <a:buAutoNum type="arabicPeriod"/>
              <a:defRPr/>
            </a:lvl1pPr>
            <a:lvl2pPr marL="0" indent="0">
              <a:buNone/>
              <a:defRPr sz="1867">
                <a:solidFill>
                  <a:schemeClr val="tx2"/>
                </a:solidFill>
              </a:defRPr>
            </a:lvl2pPr>
            <a:lvl3pPr marL="304792" indent="-304792">
              <a:buClrTx/>
              <a:buSzPct val="125000"/>
              <a:buFont typeface="Arial" panose="020B0604020202020204" pitchFamily="34" charset="0"/>
              <a:buChar char="•"/>
              <a:defRPr sz="1867"/>
            </a:lvl3pPr>
            <a:lvl4pPr marL="609585" indent="-304792">
              <a:buClrTx/>
              <a:buSzPct val="90000"/>
              <a:buFont typeface="Arial" panose="020B0604020202020204" pitchFamily="34" charset="0"/>
              <a:buChar char="–"/>
              <a:defRPr sz="1867"/>
            </a:lvl4pPr>
            <a:lvl5pPr marL="914377" indent="-304792">
              <a:buClrTx/>
              <a:buSzPct val="90000"/>
              <a:buFont typeface="Courier New" panose="02070309020205020404" pitchFamily="49" charset="0"/>
              <a:buChar char="o"/>
              <a:defRPr sz="1867"/>
            </a:lvl5pPr>
            <a:lvl6pPr marL="914377" indent="-304792">
              <a:buClrTx/>
              <a:buSzPct val="90000"/>
              <a:buFont typeface="Courier New" panose="02070309020205020404" pitchFamily="49" charset="0"/>
              <a:buChar char="o"/>
              <a:defRPr sz="1867"/>
            </a:lvl6pPr>
            <a:lvl7pPr marL="914377" indent="-304792">
              <a:buClrTx/>
              <a:buFont typeface="Courier New" panose="02070309020205020404" pitchFamily="49" charset="0"/>
              <a:buChar char="o"/>
              <a:defRPr sz="1867"/>
            </a:lvl7pPr>
            <a:lvl8pPr marL="914377" indent="-304792">
              <a:buClrTx/>
              <a:buFont typeface="Courier New" panose="02070309020205020404" pitchFamily="49" charset="0"/>
              <a:buChar char="o"/>
              <a:defRPr sz="1867"/>
            </a:lvl8pPr>
            <a:lvl9pPr marL="914377" indent="-304792">
              <a:buClrTx/>
              <a:buFont typeface="Courier New" panose="02070309020205020404" pitchFamily="49" charset="0"/>
              <a:buChar char="o"/>
              <a:defRPr sz="18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DBA163B-9823-4AA6-93E0-8B7386BC3109}"/>
              </a:ext>
            </a:extLst>
          </p:cNvPr>
          <p:cNvSpPr>
            <a:spLocks noGrp="1"/>
          </p:cNvSpPr>
          <p:nvPr>
            <p:ph sz="half" idx="2"/>
          </p:nvPr>
        </p:nvSpPr>
        <p:spPr>
          <a:xfrm>
            <a:off x="512064" y="1682496"/>
            <a:ext cx="5486400" cy="4425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06B50EE-F85F-414C-BE60-AD14E1007491}"/>
              </a:ext>
            </a:extLst>
          </p:cNvPr>
          <p:cNvSpPr>
            <a:spLocks noGrp="1"/>
          </p:cNvSpPr>
          <p:nvPr>
            <p:ph type="dt" sz="half" idx="10"/>
          </p:nvPr>
        </p:nvSpPr>
        <p:spPr/>
        <p:txBody>
          <a:bodyPr/>
          <a:lstStyle/>
          <a:p>
            <a:fld id="{B76FEAAF-6EEB-4F52-AFCF-EAA3159D879B}" type="datetime1">
              <a:rPr lang="en-US" smtClean="0"/>
              <a:t>8/14/2023</a:t>
            </a:fld>
            <a:endParaRPr lang="en-US"/>
          </a:p>
        </p:txBody>
      </p:sp>
      <p:sp>
        <p:nvSpPr>
          <p:cNvPr id="6" name="Footer Placeholder 5">
            <a:extLst>
              <a:ext uri="{FF2B5EF4-FFF2-40B4-BE49-F238E27FC236}">
                <a16:creationId xmlns:a16="http://schemas.microsoft.com/office/drawing/2014/main" id="{CA680250-28FD-4174-9EB0-1AD32A5E32B9}"/>
              </a:ext>
            </a:extLst>
          </p:cNvPr>
          <p:cNvSpPr>
            <a:spLocks noGrp="1"/>
          </p:cNvSpPr>
          <p:nvPr>
            <p:ph type="ftr" sz="quarter" idx="11"/>
          </p:nvPr>
        </p:nvSpPr>
        <p:spPr/>
        <p:txBody>
          <a:bodyPr/>
          <a:lstStyle/>
          <a:p>
            <a:r>
              <a:rPr lang="en-US"/>
              <a:t>© 2019 Cognizant</a:t>
            </a:r>
          </a:p>
        </p:txBody>
      </p:sp>
      <p:sp>
        <p:nvSpPr>
          <p:cNvPr id="7" name="Slide Number Placeholder 6">
            <a:extLst>
              <a:ext uri="{FF2B5EF4-FFF2-40B4-BE49-F238E27FC236}">
                <a16:creationId xmlns:a16="http://schemas.microsoft.com/office/drawing/2014/main" id="{ABBD98C7-B739-4171-A506-25C2647C38A7}"/>
              </a:ext>
            </a:extLst>
          </p:cNvPr>
          <p:cNvSpPr>
            <a:spLocks noGrp="1"/>
          </p:cNvSpPr>
          <p:nvPr>
            <p:ph type="sldNum" sz="quarter" idx="12"/>
          </p:nvPr>
        </p:nvSpPr>
        <p:spPr/>
        <p:txBody>
          <a:bodyPr/>
          <a:lstStyle/>
          <a:p>
            <a:fld id="{2EFEF571-C9B4-4D92-A7F7-315B894862A8}" type="slidenum">
              <a:rPr lang="en-US" smtClean="0"/>
              <a:pPr/>
              <a:t>‹#›</a:t>
            </a:fld>
            <a:endParaRPr lang="en-US"/>
          </a:p>
        </p:txBody>
      </p:sp>
      <p:cxnSp>
        <p:nvCxnSpPr>
          <p:cNvPr id="10" name="Straight Connector 9">
            <a:extLst>
              <a:ext uri="{FF2B5EF4-FFF2-40B4-BE49-F238E27FC236}">
                <a16:creationId xmlns:a16="http://schemas.microsoft.com/office/drawing/2014/main" id="{AE871DB6-0162-4A88-A1DE-BA2AD504F4FC}"/>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2" name="Pictur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3221835818"/>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 Header, Picture &amp; Number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AE91A-A46E-4B41-88C6-F4AF075C932A}"/>
              </a:ext>
            </a:extLst>
          </p:cNvPr>
          <p:cNvSpPr>
            <a:spLocks noGrp="1"/>
          </p:cNvSpPr>
          <p:nvPr>
            <p:ph type="title"/>
          </p:nvPr>
        </p:nvSpPr>
        <p:spPr>
          <a:xfrm>
            <a:off x="512064" y="365760"/>
            <a:ext cx="11180064" cy="1060704"/>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D40D7502-C6C7-49CE-8A81-C3BD1B453749}"/>
              </a:ext>
            </a:extLst>
          </p:cNvPr>
          <p:cNvSpPr>
            <a:spLocks noGrp="1"/>
          </p:cNvSpPr>
          <p:nvPr>
            <p:ph sz="half" idx="1"/>
          </p:nvPr>
        </p:nvSpPr>
        <p:spPr>
          <a:xfrm>
            <a:off x="6209792" y="1682496"/>
            <a:ext cx="5482336" cy="4425696"/>
          </a:xfrm>
        </p:spPr>
        <p:txBody>
          <a:bodyPr/>
          <a:lstStyle>
            <a:lvl1pPr marL="304792" indent="-304792">
              <a:buFont typeface="+mj-lt"/>
              <a:buAutoNum type="arabicPeriod"/>
              <a:defRPr/>
            </a:lvl1pPr>
            <a:lvl2pPr marL="0" indent="0">
              <a:buNone/>
              <a:defRPr sz="1867">
                <a:solidFill>
                  <a:schemeClr val="tx2"/>
                </a:solidFill>
              </a:defRPr>
            </a:lvl2pPr>
            <a:lvl3pPr marL="304792" indent="-304792">
              <a:buClrTx/>
              <a:buSzPct val="125000"/>
              <a:buFont typeface="Arial" panose="020B0604020202020204" pitchFamily="34" charset="0"/>
              <a:buChar char="•"/>
              <a:defRPr sz="1867"/>
            </a:lvl3pPr>
            <a:lvl4pPr marL="609585" indent="-304792">
              <a:buClrTx/>
              <a:buSzPct val="90000"/>
              <a:buFont typeface="Arial" panose="020B0604020202020204" pitchFamily="34" charset="0"/>
              <a:buChar char="–"/>
              <a:defRPr sz="1867"/>
            </a:lvl4pPr>
            <a:lvl5pPr marL="914377" indent="-304792">
              <a:buClrTx/>
              <a:buSzPct val="90000"/>
              <a:buFont typeface="Courier New" panose="02070309020205020404" pitchFamily="49" charset="0"/>
              <a:buChar char="o"/>
              <a:defRPr sz="1867"/>
            </a:lvl5pPr>
            <a:lvl6pPr marL="914377" indent="-304792">
              <a:buClrTx/>
              <a:buSzPct val="90000"/>
              <a:buFont typeface="Courier New" panose="02070309020205020404" pitchFamily="49" charset="0"/>
              <a:buChar char="o"/>
              <a:defRPr sz="1867"/>
            </a:lvl6pPr>
            <a:lvl7pPr marL="914377" indent="-304792">
              <a:buClrTx/>
              <a:buFont typeface="Courier New" panose="02070309020205020404" pitchFamily="49" charset="0"/>
              <a:buChar char="o"/>
              <a:defRPr sz="1867"/>
            </a:lvl7pPr>
            <a:lvl8pPr marL="914377" indent="-304792">
              <a:buClrTx/>
              <a:buFont typeface="Courier New" panose="02070309020205020404" pitchFamily="49" charset="0"/>
              <a:buChar char="o"/>
              <a:defRPr sz="1867"/>
            </a:lvl8pPr>
            <a:lvl9pPr marL="914377" indent="-304792">
              <a:buClrTx/>
              <a:buFont typeface="Courier New" panose="02070309020205020404" pitchFamily="49" charset="0"/>
              <a:buChar char="o"/>
              <a:defRPr sz="18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06B50EE-F85F-414C-BE60-AD14E1007491}"/>
              </a:ext>
            </a:extLst>
          </p:cNvPr>
          <p:cNvSpPr>
            <a:spLocks noGrp="1"/>
          </p:cNvSpPr>
          <p:nvPr>
            <p:ph type="dt" sz="half" idx="10"/>
          </p:nvPr>
        </p:nvSpPr>
        <p:spPr/>
        <p:txBody>
          <a:bodyPr/>
          <a:lstStyle/>
          <a:p>
            <a:fld id="{53B3E752-6178-4BDC-A142-2B2569EDD04D}" type="datetime1">
              <a:rPr lang="en-US" smtClean="0"/>
              <a:t>8/14/2023</a:t>
            </a:fld>
            <a:endParaRPr lang="en-US"/>
          </a:p>
        </p:txBody>
      </p:sp>
      <p:sp>
        <p:nvSpPr>
          <p:cNvPr id="6" name="Footer Placeholder 5">
            <a:extLst>
              <a:ext uri="{FF2B5EF4-FFF2-40B4-BE49-F238E27FC236}">
                <a16:creationId xmlns:a16="http://schemas.microsoft.com/office/drawing/2014/main" id="{CA680250-28FD-4174-9EB0-1AD32A5E32B9}"/>
              </a:ext>
            </a:extLst>
          </p:cNvPr>
          <p:cNvSpPr>
            <a:spLocks noGrp="1"/>
          </p:cNvSpPr>
          <p:nvPr>
            <p:ph type="ftr" sz="quarter" idx="11"/>
          </p:nvPr>
        </p:nvSpPr>
        <p:spPr/>
        <p:txBody>
          <a:bodyPr/>
          <a:lstStyle/>
          <a:p>
            <a:r>
              <a:rPr lang="en-US"/>
              <a:t>© 2019 Cognizant</a:t>
            </a:r>
          </a:p>
        </p:txBody>
      </p:sp>
      <p:sp>
        <p:nvSpPr>
          <p:cNvPr id="7" name="Slide Number Placeholder 6">
            <a:extLst>
              <a:ext uri="{FF2B5EF4-FFF2-40B4-BE49-F238E27FC236}">
                <a16:creationId xmlns:a16="http://schemas.microsoft.com/office/drawing/2014/main" id="{ABBD98C7-B739-4171-A506-25C2647C38A7}"/>
              </a:ext>
            </a:extLst>
          </p:cNvPr>
          <p:cNvSpPr>
            <a:spLocks noGrp="1"/>
          </p:cNvSpPr>
          <p:nvPr>
            <p:ph type="sldNum" sz="quarter" idx="12"/>
          </p:nvPr>
        </p:nvSpPr>
        <p:spPr/>
        <p:txBody>
          <a:bodyPr/>
          <a:lstStyle/>
          <a:p>
            <a:fld id="{2EFEF571-C9B4-4D92-A7F7-315B894862A8}" type="slidenum">
              <a:rPr lang="en-US" smtClean="0"/>
              <a:pPr/>
              <a:t>‹#›</a:t>
            </a:fld>
            <a:endParaRPr lang="en-US"/>
          </a:p>
        </p:txBody>
      </p:sp>
      <p:cxnSp>
        <p:nvCxnSpPr>
          <p:cNvPr id="10" name="Straight Connector 9">
            <a:extLst>
              <a:ext uri="{FF2B5EF4-FFF2-40B4-BE49-F238E27FC236}">
                <a16:creationId xmlns:a16="http://schemas.microsoft.com/office/drawing/2014/main" id="{AE871DB6-0162-4A88-A1DE-BA2AD504F4FC}"/>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1" name="Picture Placeholder 7">
            <a:extLst>
              <a:ext uri="{FF2B5EF4-FFF2-40B4-BE49-F238E27FC236}">
                <a16:creationId xmlns:a16="http://schemas.microsoft.com/office/drawing/2014/main" id="{B791A77E-A9F3-439D-B41C-153F4D9DA613}"/>
              </a:ext>
            </a:extLst>
          </p:cNvPr>
          <p:cNvSpPr>
            <a:spLocks noGrp="1"/>
          </p:cNvSpPr>
          <p:nvPr>
            <p:ph type="pic" sz="quarter" idx="17"/>
          </p:nvPr>
        </p:nvSpPr>
        <p:spPr>
          <a:xfrm>
            <a:off x="1" y="1682496"/>
            <a:ext cx="5998464" cy="4425696"/>
          </a:xfrm>
          <a:prstGeom prst="rect">
            <a:avLst/>
          </a:prstGeom>
        </p:spPr>
        <p:txBody>
          <a:bodyPr anchor="ctr">
            <a:normAutofit/>
          </a:bodyPr>
          <a:lstStyle>
            <a:lvl1pPr marL="0" indent="0" algn="ctr">
              <a:buNone/>
              <a:defRPr>
                <a:solidFill>
                  <a:schemeClr val="tx2"/>
                </a:solidFill>
              </a:defRPr>
            </a:lvl1pPr>
          </a:lstStyle>
          <a:p>
            <a:r>
              <a:rPr lang="en-US"/>
              <a:t>Click icon to add picture</a:t>
            </a:r>
          </a:p>
        </p:txBody>
      </p:sp>
      <p:pic>
        <p:nvPicPr>
          <p:cNvPr id="13" name="Picture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107688836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 Header, Media &amp; Number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AE91A-A46E-4B41-88C6-F4AF075C932A}"/>
              </a:ext>
            </a:extLst>
          </p:cNvPr>
          <p:cNvSpPr>
            <a:spLocks noGrp="1"/>
          </p:cNvSpPr>
          <p:nvPr>
            <p:ph type="title"/>
          </p:nvPr>
        </p:nvSpPr>
        <p:spPr>
          <a:xfrm>
            <a:off x="512064" y="365760"/>
            <a:ext cx="11180064" cy="1060704"/>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D40D7502-C6C7-49CE-8A81-C3BD1B453749}"/>
              </a:ext>
            </a:extLst>
          </p:cNvPr>
          <p:cNvSpPr>
            <a:spLocks noGrp="1"/>
          </p:cNvSpPr>
          <p:nvPr>
            <p:ph sz="half" idx="1"/>
          </p:nvPr>
        </p:nvSpPr>
        <p:spPr>
          <a:xfrm>
            <a:off x="6209792" y="1682496"/>
            <a:ext cx="5482336" cy="4425696"/>
          </a:xfrm>
        </p:spPr>
        <p:txBody>
          <a:bodyPr/>
          <a:lstStyle>
            <a:lvl1pPr marL="304792" indent="-304792">
              <a:buFont typeface="+mj-lt"/>
              <a:buAutoNum type="arabicPeriod"/>
              <a:defRPr/>
            </a:lvl1pPr>
            <a:lvl2pPr marL="0" indent="0">
              <a:buNone/>
              <a:defRPr sz="1867">
                <a:solidFill>
                  <a:schemeClr val="tx2"/>
                </a:solidFill>
              </a:defRPr>
            </a:lvl2pPr>
            <a:lvl3pPr marL="304792" indent="-304792">
              <a:buClrTx/>
              <a:buSzPct val="125000"/>
              <a:buFont typeface="Arial" panose="020B0604020202020204" pitchFamily="34" charset="0"/>
              <a:buChar char="•"/>
              <a:defRPr sz="1867"/>
            </a:lvl3pPr>
            <a:lvl4pPr marL="609585" indent="-304792">
              <a:buClrTx/>
              <a:buSzPct val="90000"/>
              <a:buFont typeface="Arial" panose="020B0604020202020204" pitchFamily="34" charset="0"/>
              <a:buChar char="–"/>
              <a:defRPr sz="1867"/>
            </a:lvl4pPr>
            <a:lvl5pPr marL="914377" indent="-304792">
              <a:buClrTx/>
              <a:buSzPct val="90000"/>
              <a:buFont typeface="Courier New" panose="02070309020205020404" pitchFamily="49" charset="0"/>
              <a:buChar char="o"/>
              <a:defRPr sz="1867"/>
            </a:lvl5pPr>
            <a:lvl6pPr marL="914377" indent="-304792">
              <a:buClrTx/>
              <a:buSzPct val="90000"/>
              <a:buFont typeface="Courier New" panose="02070309020205020404" pitchFamily="49" charset="0"/>
              <a:buChar char="o"/>
              <a:defRPr sz="1867"/>
            </a:lvl6pPr>
            <a:lvl7pPr marL="914377" indent="-304792">
              <a:buClrTx/>
              <a:buFont typeface="Courier New" panose="02070309020205020404" pitchFamily="49" charset="0"/>
              <a:buChar char="o"/>
              <a:defRPr sz="1867"/>
            </a:lvl7pPr>
            <a:lvl8pPr marL="914377" indent="-304792">
              <a:buClrTx/>
              <a:buFont typeface="Courier New" panose="02070309020205020404" pitchFamily="49" charset="0"/>
              <a:buChar char="o"/>
              <a:defRPr sz="1867"/>
            </a:lvl8pPr>
            <a:lvl9pPr marL="914377" indent="-304792">
              <a:buClrTx/>
              <a:buFont typeface="Courier New" panose="02070309020205020404" pitchFamily="49" charset="0"/>
              <a:buChar char="o"/>
              <a:defRPr sz="18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06B50EE-F85F-414C-BE60-AD14E1007491}"/>
              </a:ext>
            </a:extLst>
          </p:cNvPr>
          <p:cNvSpPr>
            <a:spLocks noGrp="1"/>
          </p:cNvSpPr>
          <p:nvPr>
            <p:ph type="dt" sz="half" idx="10"/>
          </p:nvPr>
        </p:nvSpPr>
        <p:spPr/>
        <p:txBody>
          <a:bodyPr/>
          <a:lstStyle/>
          <a:p>
            <a:fld id="{483964B7-435C-4AA1-A62E-A1663B697282}" type="datetime1">
              <a:rPr lang="en-US" smtClean="0"/>
              <a:t>8/14/2023</a:t>
            </a:fld>
            <a:endParaRPr lang="en-US"/>
          </a:p>
        </p:txBody>
      </p:sp>
      <p:sp>
        <p:nvSpPr>
          <p:cNvPr id="6" name="Footer Placeholder 5">
            <a:extLst>
              <a:ext uri="{FF2B5EF4-FFF2-40B4-BE49-F238E27FC236}">
                <a16:creationId xmlns:a16="http://schemas.microsoft.com/office/drawing/2014/main" id="{CA680250-28FD-4174-9EB0-1AD32A5E32B9}"/>
              </a:ext>
            </a:extLst>
          </p:cNvPr>
          <p:cNvSpPr>
            <a:spLocks noGrp="1"/>
          </p:cNvSpPr>
          <p:nvPr>
            <p:ph type="ftr" sz="quarter" idx="11"/>
          </p:nvPr>
        </p:nvSpPr>
        <p:spPr/>
        <p:txBody>
          <a:bodyPr/>
          <a:lstStyle/>
          <a:p>
            <a:r>
              <a:rPr lang="en-US"/>
              <a:t>© 2019 Cognizant</a:t>
            </a:r>
          </a:p>
        </p:txBody>
      </p:sp>
      <p:sp>
        <p:nvSpPr>
          <p:cNvPr id="7" name="Slide Number Placeholder 6">
            <a:extLst>
              <a:ext uri="{FF2B5EF4-FFF2-40B4-BE49-F238E27FC236}">
                <a16:creationId xmlns:a16="http://schemas.microsoft.com/office/drawing/2014/main" id="{ABBD98C7-B739-4171-A506-25C2647C38A7}"/>
              </a:ext>
            </a:extLst>
          </p:cNvPr>
          <p:cNvSpPr>
            <a:spLocks noGrp="1"/>
          </p:cNvSpPr>
          <p:nvPr>
            <p:ph type="sldNum" sz="quarter" idx="12"/>
          </p:nvPr>
        </p:nvSpPr>
        <p:spPr/>
        <p:txBody>
          <a:bodyPr/>
          <a:lstStyle/>
          <a:p>
            <a:fld id="{2EFEF571-C9B4-4D92-A7F7-315B894862A8}" type="slidenum">
              <a:rPr lang="en-US" smtClean="0"/>
              <a:pPr/>
              <a:t>‹#›</a:t>
            </a:fld>
            <a:endParaRPr lang="en-US"/>
          </a:p>
        </p:txBody>
      </p:sp>
      <p:cxnSp>
        <p:nvCxnSpPr>
          <p:cNvPr id="10" name="Straight Connector 9">
            <a:extLst>
              <a:ext uri="{FF2B5EF4-FFF2-40B4-BE49-F238E27FC236}">
                <a16:creationId xmlns:a16="http://schemas.microsoft.com/office/drawing/2014/main" id="{AE871DB6-0162-4A88-A1DE-BA2AD504F4FC}"/>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Media Placeholder 7">
            <a:extLst>
              <a:ext uri="{FF2B5EF4-FFF2-40B4-BE49-F238E27FC236}">
                <a16:creationId xmlns:a16="http://schemas.microsoft.com/office/drawing/2014/main" id="{7A841180-8D0B-4829-9826-A334842E6739}"/>
              </a:ext>
            </a:extLst>
          </p:cNvPr>
          <p:cNvSpPr>
            <a:spLocks noGrp="1"/>
          </p:cNvSpPr>
          <p:nvPr>
            <p:ph type="media" sz="quarter" idx="14" hasCustomPrompt="1"/>
          </p:nvPr>
        </p:nvSpPr>
        <p:spPr>
          <a:xfrm>
            <a:off x="0" y="1682496"/>
            <a:ext cx="5998464" cy="4425696"/>
          </a:xfrm>
        </p:spPr>
        <p:txBody>
          <a:bodyPr anchor="ctr"/>
          <a:lstStyle>
            <a:lvl1pPr marL="0" marR="0" indent="0" algn="ctr" defTabSz="1219170" rtl="0" eaLnBrk="1" fontAlgn="auto" latinLnBrk="0" hangingPunct="1">
              <a:lnSpc>
                <a:spcPct val="100000"/>
              </a:lnSpc>
              <a:spcBef>
                <a:spcPts val="800"/>
              </a:spcBef>
              <a:spcAft>
                <a:spcPts val="0"/>
              </a:spcAft>
              <a:buClrTx/>
              <a:buSzTx/>
              <a:buFont typeface="Arial" panose="020B0604020202020204" pitchFamily="34" charset="0"/>
              <a:buNone/>
              <a:tabLst/>
              <a:defRPr/>
            </a:lvl1pPr>
          </a:lstStyle>
          <a:p>
            <a:pPr marL="0" marR="0" lvl="0" indent="0" algn="ctr" defTabSz="1219170" rtl="0" eaLnBrk="1" fontAlgn="auto" latinLnBrk="0" hangingPunct="1">
              <a:lnSpc>
                <a:spcPct val="100000"/>
              </a:lnSpc>
              <a:spcBef>
                <a:spcPts val="800"/>
              </a:spcBef>
              <a:spcAft>
                <a:spcPts val="0"/>
              </a:spcAft>
              <a:buClrTx/>
              <a:buSzTx/>
              <a:buFont typeface="Arial" panose="020B0604020202020204" pitchFamily="34" charset="0"/>
              <a:buNone/>
              <a:tabLst/>
              <a:defRPr/>
            </a:pPr>
            <a:r>
              <a:rPr lang="en-US"/>
              <a:t>Insert Media here</a:t>
            </a:r>
          </a:p>
        </p:txBody>
      </p:sp>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849919808"/>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Advance Divider / Quot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C81C643-B400-4457-BA76-DC5CEB304A51}"/>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 y="0"/>
            <a:ext cx="1231769" cy="6858000"/>
          </a:xfrm>
          <a:prstGeom prst="rect">
            <a:avLst/>
          </a:prstGeom>
        </p:spPr>
      </p:pic>
      <p:sp>
        <p:nvSpPr>
          <p:cNvPr id="9" name="Text Placeholder 5">
            <a:extLst>
              <a:ext uri="{FF2B5EF4-FFF2-40B4-BE49-F238E27FC236}">
                <a16:creationId xmlns:a16="http://schemas.microsoft.com/office/drawing/2014/main" id="{B47FCECF-73EE-4938-97F6-6222F9DD4575}"/>
              </a:ext>
            </a:extLst>
          </p:cNvPr>
          <p:cNvSpPr>
            <a:spLocks noGrp="1"/>
          </p:cNvSpPr>
          <p:nvPr>
            <p:ph type="body" sz="quarter" idx="13"/>
          </p:nvPr>
        </p:nvSpPr>
        <p:spPr>
          <a:xfrm>
            <a:off x="1987296" y="1633728"/>
            <a:ext cx="8961120" cy="2292096"/>
          </a:xfrm>
        </p:spPr>
        <p:txBody>
          <a:bodyPr anchor="t" anchorCtr="0">
            <a:noAutofit/>
          </a:bodyPr>
          <a:lstStyle>
            <a:lvl1pPr>
              <a:defRPr sz="5867">
                <a:solidFill>
                  <a:schemeClr val="tx1"/>
                </a:solidFill>
              </a:defRPr>
            </a:lvl1pPr>
            <a:lvl2pPr marL="309026" indent="-309026">
              <a:buNone/>
              <a:defRPr sz="5867">
                <a:solidFill>
                  <a:schemeClr val="tx1"/>
                </a:solidFill>
              </a:defRPr>
            </a:lvl2pPr>
            <a:lvl3pPr marL="304792" indent="-304792">
              <a:buClrTx/>
              <a:buFont typeface="Arial" panose="020B0604020202020204" pitchFamily="34" charset="0"/>
              <a:buChar char="•"/>
              <a:defRPr>
                <a:solidFill>
                  <a:schemeClr val="tx1"/>
                </a:solidFill>
              </a:defRPr>
            </a:lvl3pPr>
            <a:lvl4pPr marL="0" indent="0">
              <a:buClrTx/>
              <a:buFont typeface="Arial" panose="020B0604020202020204" pitchFamily="34" charset="0"/>
              <a:buNone/>
              <a:defRPr sz="1600" i="1">
                <a:solidFill>
                  <a:schemeClr val="tx1"/>
                </a:solidFill>
              </a:defRPr>
            </a:lvl4pPr>
            <a:lvl5pPr marL="0" indent="0">
              <a:buClrTx/>
              <a:buFont typeface="Arial" panose="020B0604020202020204" pitchFamily="34" charset="0"/>
              <a:buNone/>
              <a:defRPr sz="1600" i="1">
                <a:solidFill>
                  <a:schemeClr val="tx1"/>
                </a:solidFill>
              </a:defRPr>
            </a:lvl5pPr>
            <a:lvl6pPr marL="0" indent="0">
              <a:buClrTx/>
              <a:buFont typeface="Arial" panose="020B0604020202020204" pitchFamily="34" charset="0"/>
              <a:buNone/>
              <a:defRPr sz="1600" i="1">
                <a:solidFill>
                  <a:schemeClr val="tx1"/>
                </a:solidFill>
              </a:defRPr>
            </a:lvl6pPr>
            <a:lvl7pPr marL="0" indent="0">
              <a:buClrTx/>
              <a:buNone/>
              <a:defRPr sz="1600" i="1">
                <a:solidFill>
                  <a:schemeClr val="tx1"/>
                </a:solidFill>
              </a:defRPr>
            </a:lvl7pPr>
            <a:lvl8pPr marL="0" indent="0">
              <a:buClrTx/>
              <a:buNone/>
              <a:defRPr sz="1600" i="1">
                <a:solidFill>
                  <a:schemeClr val="tx1"/>
                </a:solidFill>
              </a:defRPr>
            </a:lvl8pPr>
            <a:lvl9pPr marL="0" indent="0">
              <a:buClrTx/>
              <a:buFont typeface="Arial" panose="020B0604020202020204" pitchFamily="34" charset="0"/>
              <a:buNone/>
              <a:defRPr sz="1600" i="1">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CAECB6D0-2A5A-4D58-8FE1-4A2994CDFC55}"/>
              </a:ext>
            </a:extLst>
          </p:cNvPr>
          <p:cNvSpPr>
            <a:spLocks noGrp="1"/>
          </p:cNvSpPr>
          <p:nvPr>
            <p:ph type="dt" sz="half" idx="14"/>
          </p:nvPr>
        </p:nvSpPr>
        <p:spPr>
          <a:xfrm>
            <a:off x="7315200" y="6400800"/>
            <a:ext cx="1219200" cy="207264"/>
          </a:xfrm>
        </p:spPr>
        <p:txBody>
          <a:bodyPr/>
          <a:lstStyle>
            <a:lvl1pPr>
              <a:defRPr>
                <a:solidFill>
                  <a:schemeClr val="tx1"/>
                </a:solidFill>
              </a:defRPr>
            </a:lvl1pPr>
          </a:lstStyle>
          <a:p>
            <a:fld id="{F6F2A938-361F-4F67-8BCD-4248013A871E}" type="datetime1">
              <a:rPr lang="en-US" smtClean="0"/>
              <a:t>8/14/2023</a:t>
            </a:fld>
            <a:endParaRPr lang="en-US"/>
          </a:p>
        </p:txBody>
      </p:sp>
      <p:sp>
        <p:nvSpPr>
          <p:cNvPr id="3" name="Footer Placeholder 2">
            <a:extLst>
              <a:ext uri="{FF2B5EF4-FFF2-40B4-BE49-F238E27FC236}">
                <a16:creationId xmlns:a16="http://schemas.microsoft.com/office/drawing/2014/main" id="{3315279A-CBE5-442B-9406-3D6FDD83D721}"/>
              </a:ext>
            </a:extLst>
          </p:cNvPr>
          <p:cNvSpPr>
            <a:spLocks noGrp="1"/>
          </p:cNvSpPr>
          <p:nvPr>
            <p:ph type="ftr" sz="quarter" idx="15"/>
          </p:nvPr>
        </p:nvSpPr>
        <p:spPr>
          <a:xfrm>
            <a:off x="1987295" y="6400800"/>
            <a:ext cx="6096000" cy="207264"/>
          </a:xfrm>
        </p:spPr>
        <p:txBody>
          <a:bodyPr/>
          <a:lstStyle>
            <a:lvl1pPr>
              <a:defRPr>
                <a:solidFill>
                  <a:schemeClr val="tx1"/>
                </a:solidFill>
              </a:defRPr>
            </a:lvl1pPr>
          </a:lstStyle>
          <a:p>
            <a:r>
              <a:rPr lang="en-US"/>
              <a:t>© 2019 Cognizant</a:t>
            </a:r>
          </a:p>
        </p:txBody>
      </p:sp>
      <p:sp>
        <p:nvSpPr>
          <p:cNvPr id="4" name="Slide Number Placeholder 3">
            <a:extLst>
              <a:ext uri="{FF2B5EF4-FFF2-40B4-BE49-F238E27FC236}">
                <a16:creationId xmlns:a16="http://schemas.microsoft.com/office/drawing/2014/main" id="{9D1F1E75-A9F9-49B6-874A-F457E114ACD3}"/>
              </a:ext>
            </a:extLst>
          </p:cNvPr>
          <p:cNvSpPr>
            <a:spLocks noGrp="1"/>
          </p:cNvSpPr>
          <p:nvPr>
            <p:ph type="sldNum" sz="quarter" idx="16"/>
          </p:nvPr>
        </p:nvSpPr>
        <p:spPr bwMode="white">
          <a:xfrm>
            <a:off x="414528" y="6400800"/>
            <a:ext cx="304800" cy="207264"/>
          </a:xfrm>
        </p:spPr>
        <p:txBody>
          <a:bodyPr/>
          <a:lstStyle>
            <a:lvl1pPr>
              <a:defRPr>
                <a:solidFill>
                  <a:schemeClr val="bg1"/>
                </a:solidFill>
              </a:defRPr>
            </a:lvl1pPr>
          </a:lstStyle>
          <a:p>
            <a:fld id="{2EFEF571-C9B4-4D92-A7F7-315B894862A8}" type="slidenum">
              <a:rPr lang="en-US" smtClean="0"/>
              <a:pPr/>
              <a:t>‹#›</a:t>
            </a:fld>
            <a:endParaRPr lang="en-US"/>
          </a:p>
        </p:txBody>
      </p:sp>
      <p:cxnSp>
        <p:nvCxnSpPr>
          <p:cNvPr id="10" name="Straight Connector 9">
            <a:extLst>
              <a:ext uri="{FF2B5EF4-FFF2-40B4-BE49-F238E27FC236}">
                <a16:creationId xmlns:a16="http://schemas.microsoft.com/office/drawing/2014/main" id="{F437EAAD-C2F6-40CC-8C2D-A4C3970B3E6F}"/>
              </a:ext>
            </a:extLst>
          </p:cNvPr>
          <p:cNvCxnSpPr>
            <a:cxnSpLocks/>
          </p:cNvCxnSpPr>
          <p:nvPr userDrawn="1"/>
        </p:nvCxnSpPr>
        <p:spPr>
          <a:xfrm>
            <a:off x="1987295" y="1463040"/>
            <a:ext cx="896112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2379374240"/>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White Divider / Quote">
    <p:spTree>
      <p:nvGrpSpPr>
        <p:cNvPr id="1" name=""/>
        <p:cNvGrpSpPr/>
        <p:nvPr/>
      </p:nvGrpSpPr>
      <p:grpSpPr>
        <a:xfrm>
          <a:off x="0" y="0"/>
          <a:ext cx="0" cy="0"/>
          <a:chOff x="0" y="0"/>
          <a:chExt cx="0" cy="0"/>
        </a:xfrm>
      </p:grpSpPr>
      <p:sp>
        <p:nvSpPr>
          <p:cNvPr id="9" name="Text Placeholder 5">
            <a:extLst>
              <a:ext uri="{FF2B5EF4-FFF2-40B4-BE49-F238E27FC236}">
                <a16:creationId xmlns:a16="http://schemas.microsoft.com/office/drawing/2014/main" id="{B47FCECF-73EE-4938-97F6-6222F9DD4575}"/>
              </a:ext>
            </a:extLst>
          </p:cNvPr>
          <p:cNvSpPr>
            <a:spLocks noGrp="1"/>
          </p:cNvSpPr>
          <p:nvPr>
            <p:ph type="body" sz="quarter" idx="13"/>
          </p:nvPr>
        </p:nvSpPr>
        <p:spPr>
          <a:xfrm>
            <a:off x="743712" y="1633728"/>
            <a:ext cx="8961120" cy="2292096"/>
          </a:xfrm>
        </p:spPr>
        <p:txBody>
          <a:bodyPr anchor="t" anchorCtr="0">
            <a:noAutofit/>
          </a:bodyPr>
          <a:lstStyle>
            <a:lvl1pPr>
              <a:defRPr sz="5867">
                <a:solidFill>
                  <a:schemeClr val="tx1"/>
                </a:solidFill>
              </a:defRPr>
            </a:lvl1pPr>
            <a:lvl2pPr marL="309026" indent="-309026">
              <a:buNone/>
              <a:defRPr sz="5867">
                <a:solidFill>
                  <a:schemeClr val="tx1"/>
                </a:solidFill>
              </a:defRPr>
            </a:lvl2pPr>
            <a:lvl3pPr marL="304792" indent="-304792">
              <a:buClrTx/>
              <a:buSzPct val="125000"/>
              <a:buFont typeface="Arial" panose="020B0604020202020204" pitchFamily="34" charset="0"/>
              <a:buChar char="•"/>
              <a:defRPr>
                <a:solidFill>
                  <a:schemeClr val="tx1"/>
                </a:solidFill>
              </a:defRPr>
            </a:lvl3pPr>
            <a:lvl4pPr marL="0" indent="0">
              <a:buClrTx/>
              <a:buFont typeface="Arial" panose="020B0604020202020204" pitchFamily="34" charset="0"/>
              <a:buNone/>
              <a:defRPr sz="1600" i="1">
                <a:solidFill>
                  <a:schemeClr val="tx1"/>
                </a:solidFill>
              </a:defRPr>
            </a:lvl4pPr>
            <a:lvl5pPr marL="0" indent="0">
              <a:buClrTx/>
              <a:buFont typeface="Arial" panose="020B0604020202020204" pitchFamily="34" charset="0"/>
              <a:buNone/>
              <a:defRPr sz="1600" i="1">
                <a:solidFill>
                  <a:schemeClr val="tx1"/>
                </a:solidFill>
              </a:defRPr>
            </a:lvl5pPr>
            <a:lvl6pPr marL="0" indent="0">
              <a:buClrTx/>
              <a:buFont typeface="Arial" panose="020B0604020202020204" pitchFamily="34" charset="0"/>
              <a:buNone/>
              <a:defRPr sz="1600" i="1">
                <a:solidFill>
                  <a:schemeClr val="tx1"/>
                </a:solidFill>
                <a:latin typeface="+mn-lt"/>
              </a:defRPr>
            </a:lvl6pPr>
            <a:lvl7pPr marL="0" indent="0">
              <a:buClrTx/>
              <a:buFont typeface="Arial" panose="020B0604020202020204" pitchFamily="34" charset="0"/>
              <a:buNone/>
              <a:defRPr sz="1600" i="1">
                <a:solidFill>
                  <a:schemeClr val="tx1"/>
                </a:solidFill>
              </a:defRPr>
            </a:lvl7pPr>
            <a:lvl8pPr marL="0" indent="0">
              <a:buClrTx/>
              <a:buFont typeface="Arial" panose="020B0604020202020204" pitchFamily="34" charset="0"/>
              <a:buNone/>
              <a:defRPr sz="1600" i="1">
                <a:solidFill>
                  <a:schemeClr val="tx1"/>
                </a:solidFill>
              </a:defRPr>
            </a:lvl8pPr>
            <a:lvl9pPr marL="0" indent="0">
              <a:buClrTx/>
              <a:buFont typeface="Arial" panose="020B0604020202020204" pitchFamily="34" charset="0"/>
              <a:buNone/>
              <a:defRPr sz="1600" i="1">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CAECB6D0-2A5A-4D58-8FE1-4A2994CDFC55}"/>
              </a:ext>
            </a:extLst>
          </p:cNvPr>
          <p:cNvSpPr>
            <a:spLocks noGrp="1"/>
          </p:cNvSpPr>
          <p:nvPr>
            <p:ph type="dt" sz="half" idx="14"/>
          </p:nvPr>
        </p:nvSpPr>
        <p:spPr/>
        <p:txBody>
          <a:bodyPr/>
          <a:lstStyle>
            <a:lvl1pPr>
              <a:defRPr>
                <a:solidFill>
                  <a:schemeClr val="tx1"/>
                </a:solidFill>
              </a:defRPr>
            </a:lvl1pPr>
          </a:lstStyle>
          <a:p>
            <a:fld id="{672216AA-C246-4BF8-9778-027A671AE05C}" type="datetime1">
              <a:rPr lang="en-US" smtClean="0"/>
              <a:t>8/14/2023</a:t>
            </a:fld>
            <a:endParaRPr lang="en-US"/>
          </a:p>
        </p:txBody>
      </p:sp>
      <p:sp>
        <p:nvSpPr>
          <p:cNvPr id="3" name="Footer Placeholder 2">
            <a:extLst>
              <a:ext uri="{FF2B5EF4-FFF2-40B4-BE49-F238E27FC236}">
                <a16:creationId xmlns:a16="http://schemas.microsoft.com/office/drawing/2014/main" id="{3315279A-CBE5-442B-9406-3D6FDD83D721}"/>
              </a:ext>
            </a:extLst>
          </p:cNvPr>
          <p:cNvSpPr>
            <a:spLocks noGrp="1"/>
          </p:cNvSpPr>
          <p:nvPr>
            <p:ph type="ftr" sz="quarter" idx="15"/>
          </p:nvPr>
        </p:nvSpPr>
        <p:spPr>
          <a:xfrm>
            <a:off x="743712" y="6400800"/>
            <a:ext cx="6096000" cy="207264"/>
          </a:xfrm>
        </p:spPr>
        <p:txBody>
          <a:bodyPr/>
          <a:lstStyle>
            <a:lvl1pPr>
              <a:defRPr>
                <a:solidFill>
                  <a:schemeClr val="tx1"/>
                </a:solidFill>
              </a:defRPr>
            </a:lvl1pPr>
          </a:lstStyle>
          <a:p>
            <a:r>
              <a:rPr lang="en-US"/>
              <a:t>© 2019 Cognizant</a:t>
            </a:r>
          </a:p>
        </p:txBody>
      </p:sp>
      <p:sp>
        <p:nvSpPr>
          <p:cNvPr id="4" name="Slide Number Placeholder 3">
            <a:extLst>
              <a:ext uri="{FF2B5EF4-FFF2-40B4-BE49-F238E27FC236}">
                <a16:creationId xmlns:a16="http://schemas.microsoft.com/office/drawing/2014/main" id="{9D1F1E75-A9F9-49B6-874A-F457E114ACD3}"/>
              </a:ext>
            </a:extLst>
          </p:cNvPr>
          <p:cNvSpPr>
            <a:spLocks noGrp="1"/>
          </p:cNvSpPr>
          <p:nvPr>
            <p:ph type="sldNum" sz="quarter" idx="16"/>
          </p:nvPr>
        </p:nvSpPr>
        <p:spPr>
          <a:xfrm>
            <a:off x="414528" y="6400800"/>
            <a:ext cx="304800" cy="207264"/>
          </a:xfrm>
        </p:spPr>
        <p:txBody>
          <a:bodyPr/>
          <a:lstStyle>
            <a:lvl1pPr>
              <a:defRPr>
                <a:solidFill>
                  <a:schemeClr val="tx1"/>
                </a:solidFill>
              </a:defRPr>
            </a:lvl1pPr>
          </a:lstStyle>
          <a:p>
            <a:fld id="{2EFEF571-C9B4-4D92-A7F7-315B894862A8}" type="slidenum">
              <a:rPr lang="en-US" smtClean="0"/>
              <a:pPr/>
              <a:t>‹#›</a:t>
            </a:fld>
            <a:endParaRPr lang="en-US"/>
          </a:p>
        </p:txBody>
      </p:sp>
      <p:cxnSp>
        <p:nvCxnSpPr>
          <p:cNvPr id="10" name="Straight Connector 9">
            <a:extLst>
              <a:ext uri="{FF2B5EF4-FFF2-40B4-BE49-F238E27FC236}">
                <a16:creationId xmlns:a16="http://schemas.microsoft.com/office/drawing/2014/main" id="{F437EAAD-C2F6-40CC-8C2D-A4C3970B3E6F}"/>
              </a:ext>
            </a:extLst>
          </p:cNvPr>
          <p:cNvCxnSpPr>
            <a:cxnSpLocks/>
          </p:cNvCxnSpPr>
          <p:nvPr userDrawn="1"/>
        </p:nvCxnSpPr>
        <p:spPr>
          <a:xfrm>
            <a:off x="743712" y="1463040"/>
            <a:ext cx="896112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263668296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Blue Divider / Quote">
    <p:bg>
      <p:bgPr>
        <a:solidFill>
          <a:schemeClr val="tx1"/>
        </a:solidFill>
        <a:effectLst/>
      </p:bgPr>
    </p:bg>
    <p:spTree>
      <p:nvGrpSpPr>
        <p:cNvPr id="1" name=""/>
        <p:cNvGrpSpPr/>
        <p:nvPr/>
      </p:nvGrpSpPr>
      <p:grpSpPr>
        <a:xfrm>
          <a:off x="0" y="0"/>
          <a:ext cx="0" cy="0"/>
          <a:chOff x="0" y="0"/>
          <a:chExt cx="0" cy="0"/>
        </a:xfrm>
      </p:grpSpPr>
      <p:sp>
        <p:nvSpPr>
          <p:cNvPr id="9" name="Text Placeholder 5">
            <a:extLst>
              <a:ext uri="{FF2B5EF4-FFF2-40B4-BE49-F238E27FC236}">
                <a16:creationId xmlns:a16="http://schemas.microsoft.com/office/drawing/2014/main" id="{B47FCECF-73EE-4938-97F6-6222F9DD4575}"/>
              </a:ext>
            </a:extLst>
          </p:cNvPr>
          <p:cNvSpPr>
            <a:spLocks noGrp="1"/>
          </p:cNvSpPr>
          <p:nvPr>
            <p:ph type="body" sz="quarter" idx="13"/>
          </p:nvPr>
        </p:nvSpPr>
        <p:spPr>
          <a:xfrm>
            <a:off x="743712" y="1633728"/>
            <a:ext cx="8961120" cy="2292096"/>
          </a:xfrm>
        </p:spPr>
        <p:txBody>
          <a:bodyPr anchor="t" anchorCtr="0">
            <a:noAutofit/>
          </a:bodyPr>
          <a:lstStyle>
            <a:lvl1pPr>
              <a:defRPr sz="5867">
                <a:solidFill>
                  <a:schemeClr val="bg1"/>
                </a:solidFill>
              </a:defRPr>
            </a:lvl1pPr>
            <a:lvl2pPr marL="309026" indent="-309026">
              <a:buNone/>
              <a:defRPr sz="5867">
                <a:solidFill>
                  <a:schemeClr val="bg1"/>
                </a:solidFill>
              </a:defRPr>
            </a:lvl2pPr>
            <a:lvl3pPr marL="304792" indent="-304792">
              <a:buClrTx/>
              <a:buSzPct val="125000"/>
              <a:buFont typeface="Arial" panose="020B0604020202020204" pitchFamily="34" charset="0"/>
              <a:buChar char="•"/>
              <a:defRPr>
                <a:solidFill>
                  <a:schemeClr val="bg1"/>
                </a:solidFill>
              </a:defRPr>
            </a:lvl3pPr>
            <a:lvl4pPr marL="0" indent="0">
              <a:buClrTx/>
              <a:buFont typeface="Arial" panose="020B0604020202020204" pitchFamily="34" charset="0"/>
              <a:buNone/>
              <a:defRPr sz="1600" i="1">
                <a:solidFill>
                  <a:schemeClr val="bg1"/>
                </a:solidFill>
                <a:latin typeface="+mn-lt"/>
              </a:defRPr>
            </a:lvl4pPr>
            <a:lvl5pPr marL="0" indent="0">
              <a:buClrTx/>
              <a:buFont typeface="Arial" panose="020B0604020202020204" pitchFamily="34" charset="0"/>
              <a:buNone/>
              <a:defRPr sz="1600" i="1">
                <a:solidFill>
                  <a:schemeClr val="bg1"/>
                </a:solidFill>
                <a:latin typeface="+mn-lt"/>
              </a:defRPr>
            </a:lvl5pPr>
            <a:lvl6pPr marL="0" indent="0">
              <a:buClrTx/>
              <a:buFont typeface="Arial" panose="020B0604020202020204" pitchFamily="34" charset="0"/>
              <a:buNone/>
              <a:defRPr sz="1600" i="1">
                <a:solidFill>
                  <a:schemeClr val="bg1"/>
                </a:solidFill>
                <a:latin typeface="+mn-lt"/>
              </a:defRPr>
            </a:lvl6pPr>
            <a:lvl7pPr marL="0" indent="0">
              <a:buClrTx/>
              <a:buFont typeface="Arial" panose="020B0604020202020204" pitchFamily="34" charset="0"/>
              <a:buNone/>
              <a:defRPr sz="1600" i="1">
                <a:solidFill>
                  <a:schemeClr val="bg1"/>
                </a:solidFill>
                <a:latin typeface="+mn-lt"/>
              </a:defRPr>
            </a:lvl7pPr>
            <a:lvl8pPr marL="0" indent="0">
              <a:buClrTx/>
              <a:buFont typeface="Arial" panose="020B0604020202020204" pitchFamily="34" charset="0"/>
              <a:buNone/>
              <a:defRPr sz="1600" i="1">
                <a:solidFill>
                  <a:schemeClr val="bg1"/>
                </a:solidFill>
                <a:latin typeface="+mn-lt"/>
              </a:defRPr>
            </a:lvl8pPr>
            <a:lvl9pPr marL="0" indent="0">
              <a:buClrTx/>
              <a:buFont typeface="Arial" panose="020B0604020202020204" pitchFamily="34" charset="0"/>
              <a:buNone/>
              <a:defRPr sz="1600" i="1">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CAECB6D0-2A5A-4D58-8FE1-4A2994CDFC55}"/>
              </a:ext>
            </a:extLst>
          </p:cNvPr>
          <p:cNvSpPr>
            <a:spLocks noGrp="1"/>
          </p:cNvSpPr>
          <p:nvPr>
            <p:ph type="dt" sz="half" idx="14"/>
          </p:nvPr>
        </p:nvSpPr>
        <p:spPr/>
        <p:txBody>
          <a:bodyPr/>
          <a:lstStyle>
            <a:lvl1pPr>
              <a:defRPr>
                <a:solidFill>
                  <a:schemeClr val="bg1"/>
                </a:solidFill>
              </a:defRPr>
            </a:lvl1pPr>
          </a:lstStyle>
          <a:p>
            <a:fld id="{12951C51-9575-4E82-9944-2A080A1D1416}" type="datetime1">
              <a:rPr lang="en-US" smtClean="0"/>
              <a:t>8/14/2023</a:t>
            </a:fld>
            <a:endParaRPr lang="en-US"/>
          </a:p>
        </p:txBody>
      </p:sp>
      <p:sp>
        <p:nvSpPr>
          <p:cNvPr id="3" name="Footer Placeholder 2">
            <a:extLst>
              <a:ext uri="{FF2B5EF4-FFF2-40B4-BE49-F238E27FC236}">
                <a16:creationId xmlns:a16="http://schemas.microsoft.com/office/drawing/2014/main" id="{3315279A-CBE5-442B-9406-3D6FDD83D721}"/>
              </a:ext>
            </a:extLst>
          </p:cNvPr>
          <p:cNvSpPr>
            <a:spLocks noGrp="1"/>
          </p:cNvSpPr>
          <p:nvPr>
            <p:ph type="ftr" sz="quarter" idx="15"/>
          </p:nvPr>
        </p:nvSpPr>
        <p:spPr>
          <a:xfrm>
            <a:off x="743712" y="6400800"/>
            <a:ext cx="6096000" cy="207264"/>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r>
              <a:rPr lang="en-US"/>
              <a:t>© 2019 Cognizant</a:t>
            </a:r>
          </a:p>
        </p:txBody>
      </p:sp>
      <p:sp>
        <p:nvSpPr>
          <p:cNvPr id="4" name="Slide Number Placeholder 3">
            <a:extLst>
              <a:ext uri="{FF2B5EF4-FFF2-40B4-BE49-F238E27FC236}">
                <a16:creationId xmlns:a16="http://schemas.microsoft.com/office/drawing/2014/main" id="{9D1F1E75-A9F9-49B6-874A-F457E114ACD3}"/>
              </a:ext>
            </a:extLst>
          </p:cNvPr>
          <p:cNvSpPr>
            <a:spLocks noGrp="1"/>
          </p:cNvSpPr>
          <p:nvPr>
            <p:ph type="sldNum" sz="quarter" idx="16"/>
          </p:nvPr>
        </p:nvSpPr>
        <p:spPr>
          <a:xfrm>
            <a:off x="414528" y="6400800"/>
            <a:ext cx="304800" cy="207264"/>
          </a:xfrm>
        </p:spPr>
        <p:txBody>
          <a:bodyPr/>
          <a:lstStyle>
            <a:lvl1pPr>
              <a:defRPr>
                <a:solidFill>
                  <a:schemeClr val="bg1"/>
                </a:solidFill>
              </a:defRPr>
            </a:lvl1pPr>
          </a:lstStyle>
          <a:p>
            <a:fld id="{2EFEF571-C9B4-4D92-A7F7-315B894862A8}" type="slidenum">
              <a:rPr lang="en-US" smtClean="0"/>
              <a:pPr/>
              <a:t>‹#›</a:t>
            </a:fld>
            <a:endParaRPr lang="en-US"/>
          </a:p>
        </p:txBody>
      </p:sp>
      <p:cxnSp>
        <p:nvCxnSpPr>
          <p:cNvPr id="10" name="Straight Connector 9">
            <a:extLst>
              <a:ext uri="{FF2B5EF4-FFF2-40B4-BE49-F238E27FC236}">
                <a16:creationId xmlns:a16="http://schemas.microsoft.com/office/drawing/2014/main" id="{F437EAAD-C2F6-40CC-8C2D-A4C3970B3E6F}"/>
              </a:ext>
            </a:extLst>
          </p:cNvPr>
          <p:cNvCxnSpPr>
            <a:cxnSpLocks/>
          </p:cNvCxnSpPr>
          <p:nvPr userDrawn="1"/>
        </p:nvCxnSpPr>
        <p:spPr>
          <a:xfrm>
            <a:off x="743712" y="1463040"/>
            <a:ext cx="89611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2990A6E3-DE2F-40B3-955E-42C3550BD2DE}"/>
              </a:ext>
            </a:extLst>
          </p:cNvPr>
          <p:cNvPicPr>
            <a:picLocks noChangeAspect="1"/>
          </p:cNvPicPr>
          <p:nvPr userDrawn="1"/>
        </p:nvPicPr>
        <p:blipFill>
          <a:blip r:embed="rId2"/>
          <a:stretch>
            <a:fillRect/>
          </a:stretch>
        </p:blipFill>
        <p:spPr bwMode="black">
          <a:xfrm>
            <a:off x="9981217" y="6373368"/>
            <a:ext cx="1704217" cy="365760"/>
          </a:xfrm>
          <a:prstGeom prst="rect">
            <a:avLst/>
          </a:prstGeom>
        </p:spPr>
      </p:pic>
    </p:spTree>
    <p:extLst>
      <p:ext uri="{BB962C8B-B14F-4D97-AF65-F5344CB8AC3E}">
        <p14:creationId xmlns:p14="http://schemas.microsoft.com/office/powerpoint/2010/main" val="2623418117"/>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E48B4-F4ED-4DA0-AE35-136D1133A4FD}"/>
              </a:ext>
            </a:extLst>
          </p:cNvPr>
          <p:cNvSpPr>
            <a:spLocks noGrp="1"/>
          </p:cNvSpPr>
          <p:nvPr>
            <p:ph type="title"/>
          </p:nvPr>
        </p:nvSpPr>
        <p:spPr/>
        <p:txBody>
          <a:bodyPr/>
          <a:lstStyle/>
          <a:p>
            <a:r>
              <a:rPr lang="en-US"/>
              <a:t>Click to edit Master title style</a:t>
            </a:r>
          </a:p>
        </p:txBody>
      </p:sp>
      <p:sp>
        <p:nvSpPr>
          <p:cNvPr id="6" name="Date Placeholder 5">
            <a:extLst>
              <a:ext uri="{FF2B5EF4-FFF2-40B4-BE49-F238E27FC236}">
                <a16:creationId xmlns:a16="http://schemas.microsoft.com/office/drawing/2014/main" id="{D65DC66A-BAB7-4355-9ED4-0CA743C61960}"/>
              </a:ext>
            </a:extLst>
          </p:cNvPr>
          <p:cNvSpPr>
            <a:spLocks noGrp="1"/>
          </p:cNvSpPr>
          <p:nvPr>
            <p:ph type="dt" sz="half" idx="10"/>
          </p:nvPr>
        </p:nvSpPr>
        <p:spPr/>
        <p:txBody>
          <a:bodyPr/>
          <a:lstStyle/>
          <a:p>
            <a:fld id="{A6BE7440-A164-4BE7-A683-1DC89B30E100}" type="datetime1">
              <a:rPr lang="en-US" smtClean="0"/>
              <a:t>8/14/2023</a:t>
            </a:fld>
            <a:endParaRPr lang="en-US"/>
          </a:p>
        </p:txBody>
      </p:sp>
      <p:sp>
        <p:nvSpPr>
          <p:cNvPr id="7" name="Footer Placeholder 6">
            <a:extLst>
              <a:ext uri="{FF2B5EF4-FFF2-40B4-BE49-F238E27FC236}">
                <a16:creationId xmlns:a16="http://schemas.microsoft.com/office/drawing/2014/main" id="{A7E53A72-E1D6-4692-98EC-6243614B7573}"/>
              </a:ext>
            </a:extLst>
          </p:cNvPr>
          <p:cNvSpPr>
            <a:spLocks noGrp="1"/>
          </p:cNvSpPr>
          <p:nvPr>
            <p:ph type="ftr" sz="quarter" idx="11"/>
          </p:nvPr>
        </p:nvSpPr>
        <p:spPr/>
        <p:txBody>
          <a:bodyPr/>
          <a:lstStyle/>
          <a:p>
            <a:r>
              <a:rPr lang="en-US"/>
              <a:t>© 2019 Cognizant</a:t>
            </a:r>
          </a:p>
        </p:txBody>
      </p:sp>
      <p:sp>
        <p:nvSpPr>
          <p:cNvPr id="8" name="Slide Number Placeholder 7">
            <a:extLst>
              <a:ext uri="{FF2B5EF4-FFF2-40B4-BE49-F238E27FC236}">
                <a16:creationId xmlns:a16="http://schemas.microsoft.com/office/drawing/2014/main" id="{6049D8E0-67E3-4D7E-847C-95CFA1F84B8F}"/>
              </a:ext>
            </a:extLst>
          </p:cNvPr>
          <p:cNvSpPr>
            <a:spLocks noGrp="1"/>
          </p:cNvSpPr>
          <p:nvPr>
            <p:ph type="sldNum" sz="quarter" idx="12"/>
          </p:nvPr>
        </p:nvSpPr>
        <p:spPr/>
        <p:txBody>
          <a:bodyPr/>
          <a:lstStyle/>
          <a:p>
            <a:fld id="{2EFEF571-C9B4-4D92-A7F7-315B894862A8}" type="slidenum">
              <a:rPr lang="en-US" smtClean="0"/>
              <a:pPr/>
              <a:t>‹#›</a:t>
            </a:fld>
            <a:endParaRPr lang="en-US"/>
          </a:p>
        </p:txBody>
      </p:sp>
      <p:cxnSp>
        <p:nvCxnSpPr>
          <p:cNvPr id="13" name="Straight Connector 12">
            <a:extLst>
              <a:ext uri="{FF2B5EF4-FFF2-40B4-BE49-F238E27FC236}">
                <a16:creationId xmlns:a16="http://schemas.microsoft.com/office/drawing/2014/main" id="{1A92D58F-27A5-440B-BDDC-757CC6F1E323}"/>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1556138544"/>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Header &amp; Image">
    <p:spTree>
      <p:nvGrpSpPr>
        <p:cNvPr id="1" name=""/>
        <p:cNvGrpSpPr/>
        <p:nvPr/>
      </p:nvGrpSpPr>
      <p:grpSpPr>
        <a:xfrm>
          <a:off x="0" y="0"/>
          <a:ext cx="0" cy="0"/>
          <a:chOff x="0" y="0"/>
          <a:chExt cx="0" cy="0"/>
        </a:xfrm>
      </p:grpSpPr>
      <p:sp>
        <p:nvSpPr>
          <p:cNvPr id="10" name="Picture Placeholder 7"/>
          <p:cNvSpPr>
            <a:spLocks noGrp="1"/>
          </p:cNvSpPr>
          <p:nvPr>
            <p:ph type="pic" sz="quarter" idx="13" hasCustomPrompt="1"/>
          </p:nvPr>
        </p:nvSpPr>
        <p:spPr>
          <a:xfrm>
            <a:off x="0" y="0"/>
            <a:ext cx="12192000" cy="6096000"/>
          </a:xfrm>
          <a:prstGeom prst="rect">
            <a:avLst/>
          </a:prstGeom>
        </p:spPr>
        <p:txBody>
          <a:bodyPr anchor="ctr">
            <a:normAutofit/>
          </a:bodyPr>
          <a:lstStyle>
            <a:lvl1pPr marL="0" marR="0" indent="0" algn="ctr" defTabSz="1219170" rtl="0" eaLnBrk="1" fontAlgn="auto" latinLnBrk="0" hangingPunct="1">
              <a:lnSpc>
                <a:spcPct val="100000"/>
              </a:lnSpc>
              <a:spcBef>
                <a:spcPts val="800"/>
              </a:spcBef>
              <a:spcAft>
                <a:spcPts val="0"/>
              </a:spcAft>
              <a:buClrTx/>
              <a:buSzTx/>
              <a:buFont typeface="Arial" panose="020B0604020202020204" pitchFamily="34" charset="0"/>
              <a:buNone/>
              <a:tabLst/>
              <a:defRPr>
                <a:solidFill>
                  <a:schemeClr val="tx2"/>
                </a:solidFill>
              </a:defRPr>
            </a:lvl1pPr>
          </a:lstStyle>
          <a:p>
            <a:pPr marL="0" marR="0" lvl="0" indent="0" algn="ctr" defTabSz="1219170" rtl="0" eaLnBrk="1" fontAlgn="auto" latinLnBrk="0" hangingPunct="1">
              <a:lnSpc>
                <a:spcPct val="100000"/>
              </a:lnSpc>
              <a:spcBef>
                <a:spcPts val="800"/>
              </a:spcBef>
              <a:spcAft>
                <a:spcPts val="0"/>
              </a:spcAft>
              <a:buClrTx/>
              <a:buSzTx/>
              <a:buFont typeface="Arial" panose="020B0604020202020204" pitchFamily="34" charset="0"/>
              <a:buNone/>
              <a:tabLst/>
              <a:defRPr/>
            </a:pPr>
            <a:r>
              <a:rPr lang="en-US"/>
              <a:t>Drag picture to placeholder or click icon to add</a:t>
            </a:r>
          </a:p>
        </p:txBody>
      </p:sp>
      <p:sp>
        <p:nvSpPr>
          <p:cNvPr id="8" name="Title 1">
            <a:extLst>
              <a:ext uri="{FF2B5EF4-FFF2-40B4-BE49-F238E27FC236}">
                <a16:creationId xmlns:a16="http://schemas.microsoft.com/office/drawing/2014/main" id="{C5A1AF48-9BFD-46FF-86A7-B55749512673}"/>
              </a:ext>
            </a:extLst>
          </p:cNvPr>
          <p:cNvSpPr>
            <a:spLocks noGrp="1"/>
          </p:cNvSpPr>
          <p:nvPr>
            <p:ph type="title"/>
          </p:nvPr>
        </p:nvSpPr>
        <p:spPr>
          <a:xfrm>
            <a:off x="512065" y="365760"/>
            <a:ext cx="11176583" cy="1060704"/>
          </a:xfrm>
        </p:spPr>
        <p:txBody>
          <a:bodyPr/>
          <a:lstStyle/>
          <a:p>
            <a:r>
              <a:rPr lang="en-US"/>
              <a:t>Click to edit Master title style</a:t>
            </a:r>
          </a:p>
        </p:txBody>
      </p:sp>
      <p:sp>
        <p:nvSpPr>
          <p:cNvPr id="2" name="Date Placeholder 1">
            <a:extLst>
              <a:ext uri="{FF2B5EF4-FFF2-40B4-BE49-F238E27FC236}">
                <a16:creationId xmlns:a16="http://schemas.microsoft.com/office/drawing/2014/main" id="{640A9DCA-C8FA-4C09-B99A-DC34A0B4293F}"/>
              </a:ext>
            </a:extLst>
          </p:cNvPr>
          <p:cNvSpPr>
            <a:spLocks noGrp="1"/>
          </p:cNvSpPr>
          <p:nvPr>
            <p:ph type="dt" sz="half" idx="14"/>
          </p:nvPr>
        </p:nvSpPr>
        <p:spPr/>
        <p:txBody>
          <a:bodyPr/>
          <a:lstStyle/>
          <a:p>
            <a:fld id="{D8644D50-66B5-4F98-BB65-0462948F36D0}" type="datetime1">
              <a:rPr lang="en-US" smtClean="0"/>
              <a:t>8/14/2023</a:t>
            </a:fld>
            <a:endParaRPr lang="en-US"/>
          </a:p>
        </p:txBody>
      </p:sp>
      <p:sp>
        <p:nvSpPr>
          <p:cNvPr id="3" name="Footer Placeholder 2">
            <a:extLst>
              <a:ext uri="{FF2B5EF4-FFF2-40B4-BE49-F238E27FC236}">
                <a16:creationId xmlns:a16="http://schemas.microsoft.com/office/drawing/2014/main" id="{5AE9C752-D058-463B-9E84-F0D0FB1AA230}"/>
              </a:ext>
            </a:extLst>
          </p:cNvPr>
          <p:cNvSpPr>
            <a:spLocks noGrp="1"/>
          </p:cNvSpPr>
          <p:nvPr>
            <p:ph type="ftr" sz="quarter" idx="15"/>
          </p:nvPr>
        </p:nvSpPr>
        <p:spPr/>
        <p:txBody>
          <a:bodyPr/>
          <a:lstStyle/>
          <a:p>
            <a:r>
              <a:rPr lang="en-US"/>
              <a:t>© 2019 Cognizant</a:t>
            </a:r>
          </a:p>
        </p:txBody>
      </p:sp>
      <p:sp>
        <p:nvSpPr>
          <p:cNvPr id="5" name="Slide Number Placeholder 4">
            <a:extLst>
              <a:ext uri="{FF2B5EF4-FFF2-40B4-BE49-F238E27FC236}">
                <a16:creationId xmlns:a16="http://schemas.microsoft.com/office/drawing/2014/main" id="{4ED1AAD6-6BF9-44BD-8B5E-441D9E17EC63}"/>
              </a:ext>
            </a:extLst>
          </p:cNvPr>
          <p:cNvSpPr>
            <a:spLocks noGrp="1"/>
          </p:cNvSpPr>
          <p:nvPr>
            <p:ph type="sldNum" sz="quarter" idx="16"/>
          </p:nvPr>
        </p:nvSpPr>
        <p:spPr/>
        <p:txBody>
          <a:bodyPr/>
          <a:lstStyle/>
          <a:p>
            <a:fld id="{2EFEF571-C9B4-4D92-A7F7-315B894862A8}" type="slidenum">
              <a:rPr lang="en-US" smtClean="0"/>
              <a:pPr/>
              <a:t>‹#›</a:t>
            </a:fld>
            <a:endParaRPr lang="en-US"/>
          </a:p>
        </p:txBody>
      </p:sp>
      <p:cxnSp>
        <p:nvCxnSpPr>
          <p:cNvPr id="13" name="Straight Connector 12">
            <a:extLst>
              <a:ext uri="{FF2B5EF4-FFF2-40B4-BE49-F238E27FC236}">
                <a16:creationId xmlns:a16="http://schemas.microsoft.com/office/drawing/2014/main" id="{D3E2704D-D973-44F5-AFE3-5458B42961F6}"/>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1531731141"/>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Image Only">
    <p:spTree>
      <p:nvGrpSpPr>
        <p:cNvPr id="1" name=""/>
        <p:cNvGrpSpPr/>
        <p:nvPr/>
      </p:nvGrpSpPr>
      <p:grpSpPr>
        <a:xfrm>
          <a:off x="0" y="0"/>
          <a:ext cx="0" cy="0"/>
          <a:chOff x="0" y="0"/>
          <a:chExt cx="0" cy="0"/>
        </a:xfrm>
      </p:grpSpPr>
      <p:sp>
        <p:nvSpPr>
          <p:cNvPr id="10" name="Picture Placeholder 7"/>
          <p:cNvSpPr>
            <a:spLocks noGrp="1"/>
          </p:cNvSpPr>
          <p:nvPr>
            <p:ph type="pic" sz="quarter" idx="13" hasCustomPrompt="1"/>
          </p:nvPr>
        </p:nvSpPr>
        <p:spPr>
          <a:xfrm>
            <a:off x="0" y="0"/>
            <a:ext cx="12192000" cy="6096000"/>
          </a:xfrm>
          <a:prstGeom prst="rect">
            <a:avLst/>
          </a:prstGeom>
        </p:spPr>
        <p:txBody>
          <a:bodyPr anchor="ctr">
            <a:normAutofit/>
          </a:bodyPr>
          <a:lstStyle>
            <a:lvl1pPr marL="0" marR="0" indent="0" algn="ctr" defTabSz="1219170" rtl="0" eaLnBrk="1" fontAlgn="auto" latinLnBrk="0" hangingPunct="1">
              <a:lnSpc>
                <a:spcPct val="100000"/>
              </a:lnSpc>
              <a:spcBef>
                <a:spcPts val="800"/>
              </a:spcBef>
              <a:spcAft>
                <a:spcPts val="0"/>
              </a:spcAft>
              <a:buClrTx/>
              <a:buSzTx/>
              <a:buFont typeface="Arial" panose="020B0604020202020204" pitchFamily="34" charset="0"/>
              <a:buNone/>
              <a:tabLst/>
              <a:defRPr>
                <a:solidFill>
                  <a:schemeClr val="tx2"/>
                </a:solidFill>
              </a:defRPr>
            </a:lvl1pPr>
          </a:lstStyle>
          <a:p>
            <a:pPr marL="0" marR="0" lvl="0" indent="0" algn="ctr" defTabSz="1219170" rtl="0" eaLnBrk="1" fontAlgn="auto" latinLnBrk="0" hangingPunct="1">
              <a:lnSpc>
                <a:spcPct val="100000"/>
              </a:lnSpc>
              <a:spcBef>
                <a:spcPts val="800"/>
              </a:spcBef>
              <a:spcAft>
                <a:spcPts val="0"/>
              </a:spcAft>
              <a:buClrTx/>
              <a:buSzTx/>
              <a:buFont typeface="Arial" panose="020B0604020202020204" pitchFamily="34" charset="0"/>
              <a:buNone/>
              <a:tabLst/>
              <a:defRPr/>
            </a:pPr>
            <a:r>
              <a:rPr lang="en-US"/>
              <a:t>Drag picture to placeholder or click icon to add</a:t>
            </a:r>
          </a:p>
        </p:txBody>
      </p:sp>
      <p:sp>
        <p:nvSpPr>
          <p:cNvPr id="2" name="Date Placeholder 1">
            <a:extLst>
              <a:ext uri="{FF2B5EF4-FFF2-40B4-BE49-F238E27FC236}">
                <a16:creationId xmlns:a16="http://schemas.microsoft.com/office/drawing/2014/main" id="{879723C8-B7B3-4950-BDEC-A8C820F2E9F0}"/>
              </a:ext>
            </a:extLst>
          </p:cNvPr>
          <p:cNvSpPr>
            <a:spLocks noGrp="1"/>
          </p:cNvSpPr>
          <p:nvPr>
            <p:ph type="dt" sz="half" idx="14"/>
          </p:nvPr>
        </p:nvSpPr>
        <p:spPr/>
        <p:txBody>
          <a:bodyPr/>
          <a:lstStyle/>
          <a:p>
            <a:fld id="{F592C196-58BA-4F0F-83A6-F3DD888CADD0}" type="datetime1">
              <a:rPr lang="en-US" smtClean="0"/>
              <a:t>8/14/2023</a:t>
            </a:fld>
            <a:endParaRPr lang="en-US"/>
          </a:p>
        </p:txBody>
      </p:sp>
      <p:sp>
        <p:nvSpPr>
          <p:cNvPr id="3" name="Footer Placeholder 2">
            <a:extLst>
              <a:ext uri="{FF2B5EF4-FFF2-40B4-BE49-F238E27FC236}">
                <a16:creationId xmlns:a16="http://schemas.microsoft.com/office/drawing/2014/main" id="{EC67F4B0-9013-4E9E-9C02-E80308C894B4}"/>
              </a:ext>
            </a:extLst>
          </p:cNvPr>
          <p:cNvSpPr>
            <a:spLocks noGrp="1"/>
          </p:cNvSpPr>
          <p:nvPr>
            <p:ph type="ftr" sz="quarter" idx="15"/>
          </p:nvPr>
        </p:nvSpPr>
        <p:spPr/>
        <p:txBody>
          <a:bodyPr/>
          <a:lstStyle/>
          <a:p>
            <a:r>
              <a:rPr lang="en-US"/>
              <a:t>© 2019 Cognizant</a:t>
            </a:r>
          </a:p>
        </p:txBody>
      </p:sp>
      <p:sp>
        <p:nvSpPr>
          <p:cNvPr id="4" name="Slide Number Placeholder 3">
            <a:extLst>
              <a:ext uri="{FF2B5EF4-FFF2-40B4-BE49-F238E27FC236}">
                <a16:creationId xmlns:a16="http://schemas.microsoft.com/office/drawing/2014/main" id="{78CF68D0-3D52-4AAE-BAD5-E685A44EC437}"/>
              </a:ext>
            </a:extLst>
          </p:cNvPr>
          <p:cNvSpPr>
            <a:spLocks noGrp="1"/>
          </p:cNvSpPr>
          <p:nvPr>
            <p:ph type="sldNum" sz="quarter" idx="16"/>
          </p:nvPr>
        </p:nvSpPr>
        <p:spPr/>
        <p:txBody>
          <a:bodyPr/>
          <a:lstStyle/>
          <a:p>
            <a:fld id="{2EFEF571-C9B4-4D92-A7F7-315B894862A8}" type="slidenum">
              <a:rPr lang="en-US" smtClean="0"/>
              <a:pPr/>
              <a:t>‹#›</a:t>
            </a:fld>
            <a:endParaRPr lang="en-US"/>
          </a:p>
        </p:txBody>
      </p:sp>
      <p:cxnSp>
        <p:nvCxnSpPr>
          <p:cNvPr id="11" name="Straight Connector 10">
            <a:extLst>
              <a:ext uri="{FF2B5EF4-FFF2-40B4-BE49-F238E27FC236}">
                <a16:creationId xmlns:a16="http://schemas.microsoft.com/office/drawing/2014/main" id="{AAC0B7B8-5D2E-4DC2-8ED6-129DC4E412E4}"/>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801665326"/>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ext &amp; Image">
    <p:spTree>
      <p:nvGrpSpPr>
        <p:cNvPr id="1" name=""/>
        <p:cNvGrpSpPr/>
        <p:nvPr/>
      </p:nvGrpSpPr>
      <p:grpSpPr>
        <a:xfrm>
          <a:off x="0" y="0"/>
          <a:ext cx="0" cy="0"/>
          <a:chOff x="0" y="0"/>
          <a:chExt cx="0" cy="0"/>
        </a:xfrm>
      </p:grpSpPr>
      <p:sp>
        <p:nvSpPr>
          <p:cNvPr id="7" name="Picture Placeholder 7"/>
          <p:cNvSpPr>
            <a:spLocks noGrp="1"/>
          </p:cNvSpPr>
          <p:nvPr>
            <p:ph type="pic" sz="quarter" idx="13"/>
          </p:nvPr>
        </p:nvSpPr>
        <p:spPr>
          <a:xfrm>
            <a:off x="1" y="4267200"/>
            <a:ext cx="12191999" cy="1828800"/>
          </a:xfrm>
          <a:prstGeom prst="rect">
            <a:avLst/>
          </a:prstGeom>
        </p:spPr>
        <p:txBody>
          <a:bodyPr anchor="ctr">
            <a:normAutofit/>
          </a:bodyPr>
          <a:lstStyle>
            <a:lvl1pPr marL="0" indent="0" algn="ctr">
              <a:buNone/>
              <a:defRPr>
                <a:solidFill>
                  <a:schemeClr val="tx2"/>
                </a:solidFill>
              </a:defRPr>
            </a:lvl1pPr>
          </a:lstStyle>
          <a:p>
            <a:r>
              <a:rPr lang="en-US"/>
              <a:t>Click icon to add picture</a:t>
            </a:r>
          </a:p>
        </p:txBody>
      </p:sp>
      <p:sp>
        <p:nvSpPr>
          <p:cNvPr id="10" name="Content Placeholder 8">
            <a:extLst>
              <a:ext uri="{FF2B5EF4-FFF2-40B4-BE49-F238E27FC236}">
                <a16:creationId xmlns:a16="http://schemas.microsoft.com/office/drawing/2014/main" id="{A6472576-AA86-442F-942A-4D33C4E2B313}"/>
              </a:ext>
            </a:extLst>
          </p:cNvPr>
          <p:cNvSpPr>
            <a:spLocks noGrp="1"/>
          </p:cNvSpPr>
          <p:nvPr>
            <p:ph sz="quarter" idx="16"/>
          </p:nvPr>
        </p:nvSpPr>
        <p:spPr>
          <a:xfrm>
            <a:off x="512064" y="365760"/>
            <a:ext cx="11180064" cy="3657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7D071916-F690-4209-B46C-EC1B2FCDBE7A}"/>
              </a:ext>
            </a:extLst>
          </p:cNvPr>
          <p:cNvSpPr>
            <a:spLocks noGrp="1"/>
          </p:cNvSpPr>
          <p:nvPr>
            <p:ph type="dt" sz="half" idx="17"/>
          </p:nvPr>
        </p:nvSpPr>
        <p:spPr/>
        <p:txBody>
          <a:bodyPr/>
          <a:lstStyle/>
          <a:p>
            <a:fld id="{04306A5D-4C19-4CEA-B7B4-5CF5FBCE4B8F}" type="datetime1">
              <a:rPr lang="en-US" smtClean="0"/>
              <a:t>8/14/2023</a:t>
            </a:fld>
            <a:endParaRPr lang="en-US"/>
          </a:p>
        </p:txBody>
      </p:sp>
      <p:sp>
        <p:nvSpPr>
          <p:cNvPr id="3" name="Footer Placeholder 2">
            <a:extLst>
              <a:ext uri="{FF2B5EF4-FFF2-40B4-BE49-F238E27FC236}">
                <a16:creationId xmlns:a16="http://schemas.microsoft.com/office/drawing/2014/main" id="{5E82348C-75B0-4FAD-B938-374E4C3CF7C4}"/>
              </a:ext>
            </a:extLst>
          </p:cNvPr>
          <p:cNvSpPr>
            <a:spLocks noGrp="1"/>
          </p:cNvSpPr>
          <p:nvPr>
            <p:ph type="ftr" sz="quarter" idx="18"/>
          </p:nvPr>
        </p:nvSpPr>
        <p:spPr/>
        <p:txBody>
          <a:bodyPr/>
          <a:lstStyle/>
          <a:p>
            <a:r>
              <a:rPr lang="en-US"/>
              <a:t>© 2019 Cognizant</a:t>
            </a:r>
          </a:p>
        </p:txBody>
      </p:sp>
      <p:sp>
        <p:nvSpPr>
          <p:cNvPr id="4" name="Slide Number Placeholder 3">
            <a:extLst>
              <a:ext uri="{FF2B5EF4-FFF2-40B4-BE49-F238E27FC236}">
                <a16:creationId xmlns:a16="http://schemas.microsoft.com/office/drawing/2014/main" id="{A7C8C4C5-03BD-4CB4-9145-5AD4CD061F5B}"/>
              </a:ext>
            </a:extLst>
          </p:cNvPr>
          <p:cNvSpPr>
            <a:spLocks noGrp="1"/>
          </p:cNvSpPr>
          <p:nvPr>
            <p:ph type="sldNum" sz="quarter" idx="19"/>
          </p:nvPr>
        </p:nvSpPr>
        <p:spPr/>
        <p:txBody>
          <a:bodyPr/>
          <a:lstStyle/>
          <a:p>
            <a:fld id="{2EFEF571-C9B4-4D92-A7F7-315B894862A8}" type="slidenum">
              <a:rPr lang="en-US" smtClean="0"/>
              <a:pPr/>
              <a:t>‹#›</a:t>
            </a:fld>
            <a:endParaRPr lang="en-US"/>
          </a:p>
        </p:txBody>
      </p:sp>
      <p:cxnSp>
        <p:nvCxnSpPr>
          <p:cNvPr id="12" name="Straight Connector 11">
            <a:extLst>
              <a:ext uri="{FF2B5EF4-FFF2-40B4-BE49-F238E27FC236}">
                <a16:creationId xmlns:a16="http://schemas.microsoft.com/office/drawing/2014/main" id="{C0861592-E564-44B4-A852-0D4E56011C1F}"/>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1781267997"/>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Media Only">
    <p:spTree>
      <p:nvGrpSpPr>
        <p:cNvPr id="1" name=""/>
        <p:cNvGrpSpPr/>
        <p:nvPr/>
      </p:nvGrpSpPr>
      <p:grpSpPr>
        <a:xfrm>
          <a:off x="0" y="0"/>
          <a:ext cx="0" cy="0"/>
          <a:chOff x="0" y="0"/>
          <a:chExt cx="0" cy="0"/>
        </a:xfrm>
      </p:grpSpPr>
      <p:sp>
        <p:nvSpPr>
          <p:cNvPr id="4" name="Picture Placeholder 3"/>
          <p:cNvSpPr>
            <a:spLocks noGrp="1"/>
          </p:cNvSpPr>
          <p:nvPr>
            <p:ph type="pic" sz="quarter" idx="13" hasCustomPrompt="1"/>
          </p:nvPr>
        </p:nvSpPr>
        <p:spPr>
          <a:xfrm>
            <a:off x="0" y="0"/>
            <a:ext cx="12192000" cy="6096000"/>
          </a:xfrm>
          <a:prstGeom prst="rect">
            <a:avLst/>
          </a:prstGeom>
        </p:spPr>
        <p:txBody>
          <a:bodyPr vert="horz" anchor="ctr"/>
          <a:lstStyle>
            <a:lvl1pPr marL="0" indent="0" algn="ctr">
              <a:buNone/>
              <a:defRPr>
                <a:solidFill>
                  <a:schemeClr val="tx2"/>
                </a:solidFill>
              </a:defRPr>
            </a:lvl1pPr>
          </a:lstStyle>
          <a:p>
            <a:r>
              <a:rPr lang="en-US"/>
              <a:t>Insert media here</a:t>
            </a:r>
          </a:p>
        </p:txBody>
      </p:sp>
      <p:sp>
        <p:nvSpPr>
          <p:cNvPr id="2" name="Date Placeholder 1">
            <a:extLst>
              <a:ext uri="{FF2B5EF4-FFF2-40B4-BE49-F238E27FC236}">
                <a16:creationId xmlns:a16="http://schemas.microsoft.com/office/drawing/2014/main" id="{FAD9B5BD-B7AB-4911-895E-9E202985C17D}"/>
              </a:ext>
            </a:extLst>
          </p:cNvPr>
          <p:cNvSpPr>
            <a:spLocks noGrp="1"/>
          </p:cNvSpPr>
          <p:nvPr>
            <p:ph type="dt" sz="half" idx="14"/>
          </p:nvPr>
        </p:nvSpPr>
        <p:spPr/>
        <p:txBody>
          <a:bodyPr/>
          <a:lstStyle/>
          <a:p>
            <a:fld id="{3DB0EFEF-BBC8-473D-9AE1-F3955CF8ED7D}" type="datetime1">
              <a:rPr lang="en-US" smtClean="0"/>
              <a:t>8/14/2023</a:t>
            </a:fld>
            <a:endParaRPr lang="en-US"/>
          </a:p>
        </p:txBody>
      </p:sp>
      <p:sp>
        <p:nvSpPr>
          <p:cNvPr id="3" name="Footer Placeholder 2">
            <a:extLst>
              <a:ext uri="{FF2B5EF4-FFF2-40B4-BE49-F238E27FC236}">
                <a16:creationId xmlns:a16="http://schemas.microsoft.com/office/drawing/2014/main" id="{62C5353D-C3F0-4610-AC96-51E1C3E24530}"/>
              </a:ext>
            </a:extLst>
          </p:cNvPr>
          <p:cNvSpPr>
            <a:spLocks noGrp="1"/>
          </p:cNvSpPr>
          <p:nvPr>
            <p:ph type="ftr" sz="quarter" idx="15"/>
          </p:nvPr>
        </p:nvSpPr>
        <p:spPr/>
        <p:txBody>
          <a:bodyPr/>
          <a:lstStyle/>
          <a:p>
            <a:r>
              <a:rPr lang="en-US"/>
              <a:t>© 2019 Cognizant</a:t>
            </a:r>
          </a:p>
        </p:txBody>
      </p:sp>
      <p:sp>
        <p:nvSpPr>
          <p:cNvPr id="6" name="Slide Number Placeholder 5">
            <a:extLst>
              <a:ext uri="{FF2B5EF4-FFF2-40B4-BE49-F238E27FC236}">
                <a16:creationId xmlns:a16="http://schemas.microsoft.com/office/drawing/2014/main" id="{75981F65-3889-43EC-925C-AE198E6C390E}"/>
              </a:ext>
            </a:extLst>
          </p:cNvPr>
          <p:cNvSpPr>
            <a:spLocks noGrp="1"/>
          </p:cNvSpPr>
          <p:nvPr>
            <p:ph type="sldNum" sz="quarter" idx="16"/>
          </p:nvPr>
        </p:nvSpPr>
        <p:spPr/>
        <p:txBody>
          <a:bodyPr/>
          <a:lstStyle/>
          <a:p>
            <a:fld id="{2EFEF571-C9B4-4D92-A7F7-315B894862A8}" type="slidenum">
              <a:rPr lang="en-US" smtClean="0"/>
              <a:pPr/>
              <a:t>‹#›</a:t>
            </a:fld>
            <a:endParaRPr lang="en-US"/>
          </a:p>
        </p:txBody>
      </p:sp>
      <p:cxnSp>
        <p:nvCxnSpPr>
          <p:cNvPr id="10" name="Straight Connector 9">
            <a:extLst>
              <a:ext uri="{FF2B5EF4-FFF2-40B4-BE49-F238E27FC236}">
                <a16:creationId xmlns:a16="http://schemas.microsoft.com/office/drawing/2014/main" id="{EBA89284-C4DA-40FB-8673-D09F327E1187}"/>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2426699767"/>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Header &amp; Media">
    <p:spTree>
      <p:nvGrpSpPr>
        <p:cNvPr id="1" name=""/>
        <p:cNvGrpSpPr/>
        <p:nvPr/>
      </p:nvGrpSpPr>
      <p:grpSpPr>
        <a:xfrm>
          <a:off x="0" y="0"/>
          <a:ext cx="0" cy="0"/>
          <a:chOff x="0" y="0"/>
          <a:chExt cx="0" cy="0"/>
        </a:xfrm>
      </p:grpSpPr>
      <p:sp>
        <p:nvSpPr>
          <p:cNvPr id="4" name="Picture Placeholder 3"/>
          <p:cNvSpPr>
            <a:spLocks noGrp="1"/>
          </p:cNvSpPr>
          <p:nvPr>
            <p:ph type="pic" sz="quarter" idx="13" hasCustomPrompt="1"/>
          </p:nvPr>
        </p:nvSpPr>
        <p:spPr>
          <a:xfrm>
            <a:off x="0" y="1524000"/>
            <a:ext cx="12192000" cy="4572000"/>
          </a:xfrm>
          <a:prstGeom prst="rect">
            <a:avLst/>
          </a:prstGeom>
        </p:spPr>
        <p:txBody>
          <a:bodyPr vert="horz" anchor="ctr"/>
          <a:lstStyle>
            <a:lvl1pPr marL="0" indent="0" algn="ctr">
              <a:buNone/>
              <a:defRPr>
                <a:solidFill>
                  <a:schemeClr val="tx2"/>
                </a:solidFill>
              </a:defRPr>
            </a:lvl1pPr>
          </a:lstStyle>
          <a:p>
            <a:r>
              <a:rPr lang="en-US"/>
              <a:t>Insert media here</a:t>
            </a:r>
          </a:p>
        </p:txBody>
      </p:sp>
      <p:sp>
        <p:nvSpPr>
          <p:cNvPr id="10" name="Title 1">
            <a:extLst>
              <a:ext uri="{FF2B5EF4-FFF2-40B4-BE49-F238E27FC236}">
                <a16:creationId xmlns:a16="http://schemas.microsoft.com/office/drawing/2014/main" id="{F7701FDA-857B-4B97-A1E3-A1B888D9CB7E}"/>
              </a:ext>
            </a:extLst>
          </p:cNvPr>
          <p:cNvSpPr>
            <a:spLocks noGrp="1"/>
          </p:cNvSpPr>
          <p:nvPr>
            <p:ph type="title"/>
          </p:nvPr>
        </p:nvSpPr>
        <p:spPr>
          <a:xfrm>
            <a:off x="512065" y="365760"/>
            <a:ext cx="11176583" cy="1060704"/>
          </a:xfrm>
        </p:spPr>
        <p:txBody>
          <a:bodyPr/>
          <a:lstStyle/>
          <a:p>
            <a:r>
              <a:rPr lang="en-US"/>
              <a:t>Click to edit Master title style</a:t>
            </a:r>
          </a:p>
        </p:txBody>
      </p:sp>
      <p:sp>
        <p:nvSpPr>
          <p:cNvPr id="3" name="Date Placeholder 2">
            <a:extLst>
              <a:ext uri="{FF2B5EF4-FFF2-40B4-BE49-F238E27FC236}">
                <a16:creationId xmlns:a16="http://schemas.microsoft.com/office/drawing/2014/main" id="{E76CC38F-9F2A-422F-979B-8828A725FA85}"/>
              </a:ext>
            </a:extLst>
          </p:cNvPr>
          <p:cNvSpPr>
            <a:spLocks noGrp="1"/>
          </p:cNvSpPr>
          <p:nvPr>
            <p:ph type="dt" sz="half" idx="14"/>
          </p:nvPr>
        </p:nvSpPr>
        <p:spPr/>
        <p:txBody>
          <a:bodyPr/>
          <a:lstStyle/>
          <a:p>
            <a:fld id="{053C89F2-7833-484F-A65C-662F6D68DDD3}" type="datetime1">
              <a:rPr lang="en-US" smtClean="0"/>
              <a:t>8/14/2023</a:t>
            </a:fld>
            <a:endParaRPr lang="en-US"/>
          </a:p>
        </p:txBody>
      </p:sp>
      <p:sp>
        <p:nvSpPr>
          <p:cNvPr id="5" name="Footer Placeholder 4">
            <a:extLst>
              <a:ext uri="{FF2B5EF4-FFF2-40B4-BE49-F238E27FC236}">
                <a16:creationId xmlns:a16="http://schemas.microsoft.com/office/drawing/2014/main" id="{46887D2D-86BD-4F81-ABB2-617104A445E8}"/>
              </a:ext>
            </a:extLst>
          </p:cNvPr>
          <p:cNvSpPr>
            <a:spLocks noGrp="1"/>
          </p:cNvSpPr>
          <p:nvPr>
            <p:ph type="ftr" sz="quarter" idx="15"/>
          </p:nvPr>
        </p:nvSpPr>
        <p:spPr/>
        <p:txBody>
          <a:bodyPr/>
          <a:lstStyle/>
          <a:p>
            <a:r>
              <a:rPr lang="en-US"/>
              <a:t>© 2019 Cognizant</a:t>
            </a:r>
          </a:p>
        </p:txBody>
      </p:sp>
      <p:sp>
        <p:nvSpPr>
          <p:cNvPr id="6" name="Slide Number Placeholder 5">
            <a:extLst>
              <a:ext uri="{FF2B5EF4-FFF2-40B4-BE49-F238E27FC236}">
                <a16:creationId xmlns:a16="http://schemas.microsoft.com/office/drawing/2014/main" id="{24DDFD90-6BB1-437F-9F87-F0EE11D6B0F0}"/>
              </a:ext>
            </a:extLst>
          </p:cNvPr>
          <p:cNvSpPr>
            <a:spLocks noGrp="1"/>
          </p:cNvSpPr>
          <p:nvPr>
            <p:ph type="sldNum" sz="quarter" idx="16"/>
          </p:nvPr>
        </p:nvSpPr>
        <p:spPr/>
        <p:txBody>
          <a:bodyPr/>
          <a:lstStyle/>
          <a:p>
            <a:fld id="{2EFEF571-C9B4-4D92-A7F7-315B894862A8}" type="slidenum">
              <a:rPr lang="en-US" smtClean="0"/>
              <a:pPr/>
              <a:t>‹#›</a:t>
            </a:fld>
            <a:endParaRPr lang="en-US"/>
          </a:p>
        </p:txBody>
      </p:sp>
      <p:cxnSp>
        <p:nvCxnSpPr>
          <p:cNvPr id="9" name="Straight Connector 8">
            <a:extLst>
              <a:ext uri="{FF2B5EF4-FFF2-40B4-BE49-F238E27FC236}">
                <a16:creationId xmlns:a16="http://schemas.microsoft.com/office/drawing/2014/main" id="{26E7E8EB-BBE8-401F-8C15-7A754DD1C2CB}"/>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2" name="Pictur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1451318051"/>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Media &amp; Text">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3DBA163B-9823-4AA6-93E0-8B7386BC3109}"/>
              </a:ext>
            </a:extLst>
          </p:cNvPr>
          <p:cNvSpPr>
            <a:spLocks noGrp="1"/>
          </p:cNvSpPr>
          <p:nvPr>
            <p:ph sz="half" idx="2"/>
          </p:nvPr>
        </p:nvSpPr>
        <p:spPr>
          <a:xfrm>
            <a:off x="6205728" y="365762"/>
            <a:ext cx="5486400" cy="5730239"/>
          </a:xfrm>
        </p:spPr>
        <p:txBody>
          <a:bodyPr/>
          <a:lstStyle>
            <a:lvl1pPr>
              <a:defRPr>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Media Placeholder 15">
            <a:extLst>
              <a:ext uri="{FF2B5EF4-FFF2-40B4-BE49-F238E27FC236}">
                <a16:creationId xmlns:a16="http://schemas.microsoft.com/office/drawing/2014/main" id="{CEB5CA12-0E7C-45C9-92C9-E64DA0065752}"/>
              </a:ext>
            </a:extLst>
          </p:cNvPr>
          <p:cNvSpPr>
            <a:spLocks noGrp="1"/>
          </p:cNvSpPr>
          <p:nvPr>
            <p:ph type="media" sz="quarter" idx="17" hasCustomPrompt="1"/>
          </p:nvPr>
        </p:nvSpPr>
        <p:spPr>
          <a:xfrm>
            <a:off x="0" y="0"/>
            <a:ext cx="5998464" cy="6096000"/>
          </a:xfrm>
        </p:spPr>
        <p:txBody>
          <a:bodyPr anchor="ctr"/>
          <a:lstStyle>
            <a:lvl1pPr marL="0" marR="0" indent="0" algn="ctr" defTabSz="1219170" rtl="0" eaLnBrk="1" fontAlgn="auto" latinLnBrk="0" hangingPunct="1">
              <a:lnSpc>
                <a:spcPct val="100000"/>
              </a:lnSpc>
              <a:spcBef>
                <a:spcPts val="800"/>
              </a:spcBef>
              <a:spcAft>
                <a:spcPts val="0"/>
              </a:spcAft>
              <a:buClrTx/>
              <a:buSzTx/>
              <a:buFont typeface="Arial" panose="020B0604020202020204" pitchFamily="34" charset="0"/>
              <a:buNone/>
              <a:tabLst/>
              <a:defRPr/>
            </a:lvl1pPr>
          </a:lstStyle>
          <a:p>
            <a:pPr marL="0" marR="0" lvl="0" indent="0" algn="ctr" defTabSz="1219170" rtl="0" eaLnBrk="1" fontAlgn="auto" latinLnBrk="0" hangingPunct="1">
              <a:lnSpc>
                <a:spcPct val="100000"/>
              </a:lnSpc>
              <a:spcBef>
                <a:spcPts val="800"/>
              </a:spcBef>
              <a:spcAft>
                <a:spcPts val="0"/>
              </a:spcAft>
              <a:buClrTx/>
              <a:buSzTx/>
              <a:buFont typeface="Arial" panose="020B0604020202020204" pitchFamily="34" charset="0"/>
              <a:buNone/>
              <a:tabLst/>
              <a:defRPr/>
            </a:pPr>
            <a:r>
              <a:rPr lang="en-US"/>
              <a:t>Insert media here</a:t>
            </a:r>
          </a:p>
        </p:txBody>
      </p:sp>
      <p:sp>
        <p:nvSpPr>
          <p:cNvPr id="2" name="Date Placeholder 1">
            <a:extLst>
              <a:ext uri="{FF2B5EF4-FFF2-40B4-BE49-F238E27FC236}">
                <a16:creationId xmlns:a16="http://schemas.microsoft.com/office/drawing/2014/main" id="{D9F91859-85A6-4652-BB50-DE18F40DAE17}"/>
              </a:ext>
            </a:extLst>
          </p:cNvPr>
          <p:cNvSpPr>
            <a:spLocks noGrp="1"/>
          </p:cNvSpPr>
          <p:nvPr>
            <p:ph type="dt" sz="half" idx="18"/>
          </p:nvPr>
        </p:nvSpPr>
        <p:spPr/>
        <p:txBody>
          <a:bodyPr/>
          <a:lstStyle/>
          <a:p>
            <a:fld id="{92891E91-9488-4616-A4E9-562C551F1C22}" type="datetime1">
              <a:rPr lang="en-US" smtClean="0"/>
              <a:t>8/14/2023</a:t>
            </a:fld>
            <a:endParaRPr lang="en-US"/>
          </a:p>
        </p:txBody>
      </p:sp>
      <p:sp>
        <p:nvSpPr>
          <p:cNvPr id="3" name="Footer Placeholder 2">
            <a:extLst>
              <a:ext uri="{FF2B5EF4-FFF2-40B4-BE49-F238E27FC236}">
                <a16:creationId xmlns:a16="http://schemas.microsoft.com/office/drawing/2014/main" id="{699760E2-6197-4679-A293-2A1317EFAB4B}"/>
              </a:ext>
            </a:extLst>
          </p:cNvPr>
          <p:cNvSpPr>
            <a:spLocks noGrp="1"/>
          </p:cNvSpPr>
          <p:nvPr>
            <p:ph type="ftr" sz="quarter" idx="19"/>
          </p:nvPr>
        </p:nvSpPr>
        <p:spPr/>
        <p:txBody>
          <a:bodyPr/>
          <a:lstStyle/>
          <a:p>
            <a:r>
              <a:rPr lang="en-US"/>
              <a:t>© 2019 Cognizant</a:t>
            </a:r>
          </a:p>
        </p:txBody>
      </p:sp>
      <p:sp>
        <p:nvSpPr>
          <p:cNvPr id="5" name="Slide Number Placeholder 4">
            <a:extLst>
              <a:ext uri="{FF2B5EF4-FFF2-40B4-BE49-F238E27FC236}">
                <a16:creationId xmlns:a16="http://schemas.microsoft.com/office/drawing/2014/main" id="{DEF677D8-5DFC-45CA-854E-7E2FDF7D4794}"/>
              </a:ext>
            </a:extLst>
          </p:cNvPr>
          <p:cNvSpPr>
            <a:spLocks noGrp="1"/>
          </p:cNvSpPr>
          <p:nvPr>
            <p:ph type="sldNum" sz="quarter" idx="20"/>
          </p:nvPr>
        </p:nvSpPr>
        <p:spPr/>
        <p:txBody>
          <a:bodyPr/>
          <a:lstStyle/>
          <a:p>
            <a:fld id="{2EFEF571-C9B4-4D92-A7F7-315B894862A8}" type="slidenum">
              <a:rPr lang="en-US" smtClean="0"/>
              <a:pPr/>
              <a:t>‹#›</a:t>
            </a:fld>
            <a:endParaRPr lang="en-US"/>
          </a:p>
        </p:txBody>
      </p:sp>
      <p:cxnSp>
        <p:nvCxnSpPr>
          <p:cNvPr id="11" name="Straight Connector 10">
            <a:extLst>
              <a:ext uri="{FF2B5EF4-FFF2-40B4-BE49-F238E27FC236}">
                <a16:creationId xmlns:a16="http://schemas.microsoft.com/office/drawing/2014/main" id="{FB6A4D1D-419D-453A-9A35-9EF2960602A8}"/>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3996921354"/>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Image &amp; Text">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3DBA163B-9823-4AA6-93E0-8B7386BC3109}"/>
              </a:ext>
            </a:extLst>
          </p:cNvPr>
          <p:cNvSpPr>
            <a:spLocks noGrp="1"/>
          </p:cNvSpPr>
          <p:nvPr>
            <p:ph sz="half" idx="2"/>
          </p:nvPr>
        </p:nvSpPr>
        <p:spPr>
          <a:xfrm>
            <a:off x="6205728" y="365760"/>
            <a:ext cx="5486400" cy="5730237"/>
          </a:xfrm>
        </p:spPr>
        <p:txBody>
          <a:bodyPr/>
          <a:lstStyle>
            <a:lvl1pPr>
              <a:defRPr>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2">
            <a:extLst>
              <a:ext uri="{FF2B5EF4-FFF2-40B4-BE49-F238E27FC236}">
                <a16:creationId xmlns:a16="http://schemas.microsoft.com/office/drawing/2014/main" id="{A8E3F330-9F76-4B2D-936C-BA1660611058}"/>
              </a:ext>
            </a:extLst>
          </p:cNvPr>
          <p:cNvSpPr>
            <a:spLocks noGrp="1"/>
          </p:cNvSpPr>
          <p:nvPr>
            <p:ph type="pic" sz="quarter" idx="14" hasCustomPrompt="1"/>
          </p:nvPr>
        </p:nvSpPr>
        <p:spPr>
          <a:xfrm>
            <a:off x="1" y="0"/>
            <a:ext cx="5998633" cy="6096000"/>
          </a:xfrm>
        </p:spPr>
        <p:txBody>
          <a:bodyPr anchor="ctr"/>
          <a:lstStyle>
            <a:lvl1pPr marL="0" marR="0" indent="0" algn="ctr" defTabSz="1219170" rtl="0" eaLnBrk="1" fontAlgn="auto" latinLnBrk="0" hangingPunct="1">
              <a:lnSpc>
                <a:spcPct val="100000"/>
              </a:lnSpc>
              <a:spcBef>
                <a:spcPts val="800"/>
              </a:spcBef>
              <a:spcAft>
                <a:spcPts val="0"/>
              </a:spcAft>
              <a:buClrTx/>
              <a:buSzTx/>
              <a:buFont typeface="Arial" panose="020B0604020202020204" pitchFamily="34" charset="0"/>
              <a:buNone/>
              <a:tabLst/>
              <a:defRPr/>
            </a:lvl1pPr>
          </a:lstStyle>
          <a:p>
            <a:pPr marL="0" marR="0" lvl="0" indent="0" algn="ctr" defTabSz="1219170" rtl="0" eaLnBrk="1" fontAlgn="auto" latinLnBrk="0" hangingPunct="1">
              <a:lnSpc>
                <a:spcPct val="100000"/>
              </a:lnSpc>
              <a:spcBef>
                <a:spcPts val="800"/>
              </a:spcBef>
              <a:spcAft>
                <a:spcPts val="0"/>
              </a:spcAft>
              <a:buClrTx/>
              <a:buSzTx/>
              <a:buFont typeface="Arial" panose="020B0604020202020204" pitchFamily="34" charset="0"/>
              <a:buNone/>
              <a:tabLst/>
              <a:defRPr/>
            </a:pPr>
            <a:r>
              <a:rPr lang="en-US"/>
              <a:t>Drag picture to placeholder or click icon to add</a:t>
            </a:r>
          </a:p>
        </p:txBody>
      </p:sp>
      <p:sp>
        <p:nvSpPr>
          <p:cNvPr id="2" name="Date Placeholder 1">
            <a:extLst>
              <a:ext uri="{FF2B5EF4-FFF2-40B4-BE49-F238E27FC236}">
                <a16:creationId xmlns:a16="http://schemas.microsoft.com/office/drawing/2014/main" id="{FCC1D49F-49AB-492E-AADA-3FDC394DFDFE}"/>
              </a:ext>
            </a:extLst>
          </p:cNvPr>
          <p:cNvSpPr>
            <a:spLocks noGrp="1"/>
          </p:cNvSpPr>
          <p:nvPr>
            <p:ph type="dt" sz="half" idx="15"/>
          </p:nvPr>
        </p:nvSpPr>
        <p:spPr/>
        <p:txBody>
          <a:bodyPr/>
          <a:lstStyle/>
          <a:p>
            <a:fld id="{A3F262AA-DEDE-48CB-AC20-EF8642D85293}" type="datetime1">
              <a:rPr lang="en-US" smtClean="0"/>
              <a:t>8/14/2023</a:t>
            </a:fld>
            <a:endParaRPr lang="en-US"/>
          </a:p>
        </p:txBody>
      </p:sp>
      <p:sp>
        <p:nvSpPr>
          <p:cNvPr id="5" name="Footer Placeholder 4">
            <a:extLst>
              <a:ext uri="{FF2B5EF4-FFF2-40B4-BE49-F238E27FC236}">
                <a16:creationId xmlns:a16="http://schemas.microsoft.com/office/drawing/2014/main" id="{9787AAB2-79C4-4D8A-B367-D69C5CB97715}"/>
              </a:ext>
            </a:extLst>
          </p:cNvPr>
          <p:cNvSpPr>
            <a:spLocks noGrp="1"/>
          </p:cNvSpPr>
          <p:nvPr>
            <p:ph type="ftr" sz="quarter" idx="16"/>
          </p:nvPr>
        </p:nvSpPr>
        <p:spPr/>
        <p:txBody>
          <a:bodyPr/>
          <a:lstStyle/>
          <a:p>
            <a:r>
              <a:rPr lang="en-US"/>
              <a:t>© 2019 Cognizant</a:t>
            </a:r>
          </a:p>
        </p:txBody>
      </p:sp>
      <p:sp>
        <p:nvSpPr>
          <p:cNvPr id="6" name="Slide Number Placeholder 5">
            <a:extLst>
              <a:ext uri="{FF2B5EF4-FFF2-40B4-BE49-F238E27FC236}">
                <a16:creationId xmlns:a16="http://schemas.microsoft.com/office/drawing/2014/main" id="{B80EC04C-1500-45F6-8042-1CE988757A42}"/>
              </a:ext>
            </a:extLst>
          </p:cNvPr>
          <p:cNvSpPr>
            <a:spLocks noGrp="1"/>
          </p:cNvSpPr>
          <p:nvPr>
            <p:ph type="sldNum" sz="quarter" idx="17"/>
          </p:nvPr>
        </p:nvSpPr>
        <p:spPr/>
        <p:txBody>
          <a:bodyPr/>
          <a:lstStyle/>
          <a:p>
            <a:fld id="{2EFEF571-C9B4-4D92-A7F7-315B894862A8}" type="slidenum">
              <a:rPr lang="en-US" smtClean="0"/>
              <a:pPr/>
              <a:t>‹#›</a:t>
            </a:fld>
            <a:endParaRPr lang="en-US"/>
          </a:p>
        </p:txBody>
      </p:sp>
      <p:cxnSp>
        <p:nvCxnSpPr>
          <p:cNvPr id="10" name="Straight Connector 9">
            <a:extLst>
              <a:ext uri="{FF2B5EF4-FFF2-40B4-BE49-F238E27FC236}">
                <a16:creationId xmlns:a16="http://schemas.microsoft.com/office/drawing/2014/main" id="{092DAA9B-CFA7-4AA1-B116-CD98263A7298}"/>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4042348486"/>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9D512A5-02AD-4CE7-95D7-2098ED248CD3}"/>
              </a:ext>
            </a:extLst>
          </p:cNvPr>
          <p:cNvPicPr>
            <a:picLocks noChangeAspect="1"/>
          </p:cNvPicPr>
          <p:nvPr userDrawn="1"/>
        </p:nvPicPr>
        <p:blipFill>
          <a:blip r:embed="rId2"/>
          <a:stretch>
            <a:fillRect/>
          </a:stretch>
        </p:blipFill>
        <p:spPr>
          <a:xfrm>
            <a:off x="1" y="7968"/>
            <a:ext cx="12177836" cy="6850033"/>
          </a:xfrm>
          <a:prstGeom prst="rect">
            <a:avLst/>
          </a:prstGeom>
        </p:spPr>
      </p:pic>
      <p:sp>
        <p:nvSpPr>
          <p:cNvPr id="2" name="Title 1"/>
          <p:cNvSpPr>
            <a:spLocks noGrp="1"/>
          </p:cNvSpPr>
          <p:nvPr>
            <p:ph type="title" hasCustomPrompt="1"/>
          </p:nvPr>
        </p:nvSpPr>
        <p:spPr>
          <a:xfrm>
            <a:off x="816864" y="2438400"/>
            <a:ext cx="10363200" cy="438912"/>
          </a:xfrm>
        </p:spPr>
        <p:txBody>
          <a:bodyPr anchor="b" anchorCtr="0">
            <a:noAutofit/>
          </a:bodyPr>
          <a:lstStyle>
            <a:lvl1pPr>
              <a:defRPr sz="4267">
                <a:solidFill>
                  <a:schemeClr val="tx1"/>
                </a:solidFill>
              </a:defRPr>
            </a:lvl1pPr>
          </a:lstStyle>
          <a:p>
            <a:r>
              <a:rPr lang="en-US"/>
              <a:t>Thank you</a:t>
            </a:r>
          </a:p>
        </p:txBody>
      </p:sp>
      <p:sp>
        <p:nvSpPr>
          <p:cNvPr id="8" name="Text Placeholder 7"/>
          <p:cNvSpPr>
            <a:spLocks noGrp="1"/>
          </p:cNvSpPr>
          <p:nvPr>
            <p:ph type="body" sz="quarter" idx="10" hasCustomPrompt="1"/>
          </p:nvPr>
        </p:nvSpPr>
        <p:spPr>
          <a:xfrm>
            <a:off x="816864" y="3255264"/>
            <a:ext cx="10363200" cy="841248"/>
          </a:xfrm>
          <a:prstGeom prst="rect">
            <a:avLst/>
          </a:prstGeom>
        </p:spPr>
        <p:txBody>
          <a:bodyPr vert="horz">
            <a:normAutofit/>
          </a:bodyPr>
          <a:lstStyle>
            <a:lvl1pPr marL="0" indent="0">
              <a:buNone/>
              <a:defRPr sz="2667">
                <a:solidFill>
                  <a:schemeClr val="tx1"/>
                </a:solidFill>
              </a:defRPr>
            </a:lvl1pPr>
            <a:lvl2pPr marL="0" indent="0">
              <a:buNone/>
              <a:defRPr sz="2667">
                <a:solidFill>
                  <a:schemeClr val="tx1"/>
                </a:solidFill>
              </a:defRPr>
            </a:lvl2pPr>
            <a:lvl3pPr marL="0" indent="0">
              <a:buNone/>
              <a:defRPr sz="2667">
                <a:solidFill>
                  <a:schemeClr val="tx1"/>
                </a:solidFill>
              </a:defRPr>
            </a:lvl3pPr>
            <a:lvl4pPr marL="0" indent="0">
              <a:buNone/>
              <a:defRPr sz="2667">
                <a:solidFill>
                  <a:schemeClr val="tx1"/>
                </a:solidFill>
              </a:defRPr>
            </a:lvl4pPr>
            <a:lvl5pPr marL="0" indent="0">
              <a:buNone/>
              <a:defRPr sz="2667">
                <a:solidFill>
                  <a:schemeClr val="tx1"/>
                </a:solidFill>
              </a:defRPr>
            </a:lvl5pPr>
            <a:lvl6pPr marL="0" indent="0">
              <a:buNone/>
              <a:defRPr sz="2667">
                <a:solidFill>
                  <a:schemeClr val="tx1"/>
                </a:solidFill>
              </a:defRPr>
            </a:lvl6pPr>
            <a:lvl7pPr marL="0" indent="0">
              <a:buNone/>
              <a:defRPr sz="2667">
                <a:solidFill>
                  <a:schemeClr val="tx1"/>
                </a:solidFill>
              </a:defRPr>
            </a:lvl7pPr>
            <a:lvl8pPr marL="0" indent="0">
              <a:buNone/>
              <a:defRPr sz="2667">
                <a:solidFill>
                  <a:schemeClr val="tx1"/>
                </a:solidFill>
              </a:defRPr>
            </a:lvl8pPr>
            <a:lvl9pPr marL="0" indent="0">
              <a:buNone/>
              <a:defRPr sz="2667">
                <a:solidFill>
                  <a:schemeClr val="tx1"/>
                </a:solidFill>
              </a:defRPr>
            </a:lvl9pPr>
          </a:lstStyle>
          <a:p>
            <a:pPr lvl="0"/>
            <a:r>
              <a:rPr lang="en-US"/>
              <a:t>Name</a:t>
            </a:r>
            <a:br>
              <a:rPr lang="en-US"/>
            </a:br>
            <a:r>
              <a:rPr lang="en-US"/>
              <a:t>Email (optional)</a:t>
            </a:r>
          </a:p>
        </p:txBody>
      </p:sp>
      <p:sp>
        <p:nvSpPr>
          <p:cNvPr id="6" name="TextBox 5"/>
          <p:cNvSpPr txBox="1"/>
          <p:nvPr userDrawn="1"/>
        </p:nvSpPr>
        <p:spPr>
          <a:xfrm>
            <a:off x="4784203" y="-1296363"/>
            <a:ext cx="184731" cy="461665"/>
          </a:xfrm>
          <a:prstGeom prst="rect">
            <a:avLst/>
          </a:prstGeom>
          <a:noFill/>
        </p:spPr>
        <p:txBody>
          <a:bodyPr wrap="none" rtlCol="0">
            <a:spAutoFit/>
          </a:bodyPr>
          <a:lstStyle/>
          <a:p>
            <a:endParaRPr lang="en-US" sz="2400" err="1">
              <a:solidFill>
                <a:schemeClr val="tx2"/>
              </a:solidFill>
            </a:endParaRPr>
          </a:p>
        </p:txBody>
      </p:sp>
      <p:cxnSp>
        <p:nvCxnSpPr>
          <p:cNvPr id="11" name="Straight Connector 10">
            <a:extLst>
              <a:ext uri="{FF2B5EF4-FFF2-40B4-BE49-F238E27FC236}">
                <a16:creationId xmlns:a16="http://schemas.microsoft.com/office/drawing/2014/main" id="{8FFA5237-4D06-4CB8-B81D-E6E000044E96}"/>
              </a:ext>
            </a:extLst>
          </p:cNvPr>
          <p:cNvCxnSpPr>
            <a:cxnSpLocks/>
          </p:cNvCxnSpPr>
          <p:nvPr userDrawn="1"/>
        </p:nvCxnSpPr>
        <p:spPr>
          <a:xfrm>
            <a:off x="814851" y="3066288"/>
            <a:ext cx="2478245" cy="0"/>
          </a:xfrm>
          <a:prstGeom prst="line">
            <a:avLst/>
          </a:prstGeom>
          <a:ln>
            <a:solidFill>
              <a:srgbClr val="00A451"/>
            </a:solidFill>
          </a:ln>
        </p:spPr>
        <p:style>
          <a:lnRef idx="1">
            <a:schemeClr val="accent1"/>
          </a:lnRef>
          <a:fillRef idx="0">
            <a:schemeClr val="accent1"/>
          </a:fillRef>
          <a:effectRef idx="0">
            <a:schemeClr val="accent1"/>
          </a:effectRef>
          <a:fontRef idx="minor">
            <a:schemeClr val="tx1"/>
          </a:fontRef>
        </p:style>
      </p:cxnSp>
      <p:pic>
        <p:nvPicPr>
          <p:cNvPr id="12" name="Picture 1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831693" y="512065"/>
            <a:ext cx="5742444" cy="674625"/>
          </a:xfrm>
          <a:prstGeom prst="rect">
            <a:avLst/>
          </a:prstGeom>
        </p:spPr>
      </p:pic>
    </p:spTree>
    <p:extLst>
      <p:ext uri="{BB962C8B-B14F-4D97-AF65-F5344CB8AC3E}">
        <p14:creationId xmlns:p14="http://schemas.microsoft.com/office/powerpoint/2010/main" val="35060857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38" Type="http://schemas.openxmlformats.org/officeDocument/2006/relationships/image" Target="../media/image1.jpg"/><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29" Type="http://schemas.openxmlformats.org/officeDocument/2006/relationships/slideLayout" Target="../slideLayouts/slideLayout40.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theme" Target="../theme/theme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8" Type="http://schemas.openxmlformats.org/officeDocument/2006/relationships/slideLayout" Target="../slideLayouts/slideLayout19.xml"/><Relationship Id="rId3"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60.xml"/><Relationship Id="rId18" Type="http://schemas.openxmlformats.org/officeDocument/2006/relationships/slideLayout" Target="../slideLayouts/slideLayout65.xml"/><Relationship Id="rId26" Type="http://schemas.openxmlformats.org/officeDocument/2006/relationships/slideLayout" Target="../slideLayouts/slideLayout73.xml"/><Relationship Id="rId39" Type="http://schemas.openxmlformats.org/officeDocument/2006/relationships/theme" Target="../theme/theme3.xml"/><Relationship Id="rId21" Type="http://schemas.openxmlformats.org/officeDocument/2006/relationships/slideLayout" Target="../slideLayouts/slideLayout68.xml"/><Relationship Id="rId34" Type="http://schemas.openxmlformats.org/officeDocument/2006/relationships/slideLayout" Target="../slideLayouts/slideLayout81.xml"/><Relationship Id="rId7" Type="http://schemas.openxmlformats.org/officeDocument/2006/relationships/slideLayout" Target="../slideLayouts/slideLayout54.xml"/><Relationship Id="rId12" Type="http://schemas.openxmlformats.org/officeDocument/2006/relationships/slideLayout" Target="../slideLayouts/slideLayout59.xml"/><Relationship Id="rId17" Type="http://schemas.openxmlformats.org/officeDocument/2006/relationships/slideLayout" Target="../slideLayouts/slideLayout64.xml"/><Relationship Id="rId25" Type="http://schemas.openxmlformats.org/officeDocument/2006/relationships/slideLayout" Target="../slideLayouts/slideLayout72.xml"/><Relationship Id="rId33" Type="http://schemas.openxmlformats.org/officeDocument/2006/relationships/slideLayout" Target="../slideLayouts/slideLayout80.xml"/><Relationship Id="rId38" Type="http://schemas.openxmlformats.org/officeDocument/2006/relationships/slideLayout" Target="../slideLayouts/slideLayout85.xml"/><Relationship Id="rId2" Type="http://schemas.openxmlformats.org/officeDocument/2006/relationships/slideLayout" Target="../slideLayouts/slideLayout49.xml"/><Relationship Id="rId16" Type="http://schemas.openxmlformats.org/officeDocument/2006/relationships/slideLayout" Target="../slideLayouts/slideLayout63.xml"/><Relationship Id="rId20" Type="http://schemas.openxmlformats.org/officeDocument/2006/relationships/slideLayout" Target="../slideLayouts/slideLayout67.xml"/><Relationship Id="rId29" Type="http://schemas.openxmlformats.org/officeDocument/2006/relationships/slideLayout" Target="../slideLayouts/slideLayout76.xml"/><Relationship Id="rId1" Type="http://schemas.openxmlformats.org/officeDocument/2006/relationships/slideLayout" Target="../slideLayouts/slideLayout48.xml"/><Relationship Id="rId6" Type="http://schemas.openxmlformats.org/officeDocument/2006/relationships/slideLayout" Target="../slideLayouts/slideLayout53.xml"/><Relationship Id="rId11" Type="http://schemas.openxmlformats.org/officeDocument/2006/relationships/slideLayout" Target="../slideLayouts/slideLayout58.xml"/><Relationship Id="rId24" Type="http://schemas.openxmlformats.org/officeDocument/2006/relationships/slideLayout" Target="../slideLayouts/slideLayout71.xml"/><Relationship Id="rId32" Type="http://schemas.openxmlformats.org/officeDocument/2006/relationships/slideLayout" Target="../slideLayouts/slideLayout79.xml"/><Relationship Id="rId37" Type="http://schemas.openxmlformats.org/officeDocument/2006/relationships/slideLayout" Target="../slideLayouts/slideLayout84.xml"/><Relationship Id="rId5" Type="http://schemas.openxmlformats.org/officeDocument/2006/relationships/slideLayout" Target="../slideLayouts/slideLayout52.xml"/><Relationship Id="rId15" Type="http://schemas.openxmlformats.org/officeDocument/2006/relationships/slideLayout" Target="../slideLayouts/slideLayout62.xml"/><Relationship Id="rId23" Type="http://schemas.openxmlformats.org/officeDocument/2006/relationships/slideLayout" Target="../slideLayouts/slideLayout70.xml"/><Relationship Id="rId28" Type="http://schemas.openxmlformats.org/officeDocument/2006/relationships/slideLayout" Target="../slideLayouts/slideLayout75.xml"/><Relationship Id="rId36" Type="http://schemas.openxmlformats.org/officeDocument/2006/relationships/slideLayout" Target="../slideLayouts/slideLayout83.xml"/><Relationship Id="rId10" Type="http://schemas.openxmlformats.org/officeDocument/2006/relationships/slideLayout" Target="../slideLayouts/slideLayout57.xml"/><Relationship Id="rId19" Type="http://schemas.openxmlformats.org/officeDocument/2006/relationships/slideLayout" Target="../slideLayouts/slideLayout66.xml"/><Relationship Id="rId31" Type="http://schemas.openxmlformats.org/officeDocument/2006/relationships/slideLayout" Target="../slideLayouts/slideLayout78.xml"/><Relationship Id="rId4" Type="http://schemas.openxmlformats.org/officeDocument/2006/relationships/slideLayout" Target="../slideLayouts/slideLayout51.xml"/><Relationship Id="rId9" Type="http://schemas.openxmlformats.org/officeDocument/2006/relationships/slideLayout" Target="../slideLayouts/slideLayout56.xml"/><Relationship Id="rId14" Type="http://schemas.openxmlformats.org/officeDocument/2006/relationships/slideLayout" Target="../slideLayouts/slideLayout61.xml"/><Relationship Id="rId22" Type="http://schemas.openxmlformats.org/officeDocument/2006/relationships/slideLayout" Target="../slideLayouts/slideLayout69.xml"/><Relationship Id="rId27" Type="http://schemas.openxmlformats.org/officeDocument/2006/relationships/slideLayout" Target="../slideLayouts/slideLayout74.xml"/><Relationship Id="rId30" Type="http://schemas.openxmlformats.org/officeDocument/2006/relationships/slideLayout" Target="../slideLayouts/slideLayout77.xml"/><Relationship Id="rId35" Type="http://schemas.openxmlformats.org/officeDocument/2006/relationships/slideLayout" Target="../slideLayouts/slideLayout82.xml"/><Relationship Id="rId8" Type="http://schemas.openxmlformats.org/officeDocument/2006/relationships/slideLayout" Target="../slideLayouts/slideLayout55.xml"/><Relationship Id="rId3" Type="http://schemas.openxmlformats.org/officeDocument/2006/relationships/slideLayout" Target="../slideLayouts/slideLayout5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 y="0"/>
            <a:ext cx="12191995" cy="6858000"/>
          </a:xfrm>
          <a:prstGeom prst="rect">
            <a:avLst/>
          </a:prstGeom>
        </p:spPr>
      </p:pic>
      <p:sp>
        <p:nvSpPr>
          <p:cNvPr id="2" name="Title Placeholder 1"/>
          <p:cNvSpPr>
            <a:spLocks noGrp="1"/>
          </p:cNvSpPr>
          <p:nvPr>
            <p:ph type="title"/>
          </p:nvPr>
        </p:nvSpPr>
        <p:spPr>
          <a:xfrm>
            <a:off x="3048001" y="3"/>
            <a:ext cx="9143995" cy="478971"/>
          </a:xfrm>
          <a:prstGeom prst="rect">
            <a:avLst/>
          </a:prstGeom>
        </p:spPr>
        <p:txBody>
          <a:bodyPr vert="horz" lIns="91440" tIns="45720" rIns="91440" bIns="45720" rtlCol="0" anchor="ctr">
            <a:noAutofit/>
          </a:bodyPr>
          <a:lstStyle/>
          <a:p>
            <a:pPr lvl="0"/>
            <a:r>
              <a:rPr lang="en-US" dirty="0"/>
              <a:t>Click to edit Master title style</a:t>
            </a:r>
          </a:p>
        </p:txBody>
      </p:sp>
      <p:sp>
        <p:nvSpPr>
          <p:cNvPr id="3" name="Text Placeholder 2"/>
          <p:cNvSpPr>
            <a:spLocks noGrp="1"/>
          </p:cNvSpPr>
          <p:nvPr>
            <p:ph type="body" idx="1"/>
          </p:nvPr>
        </p:nvSpPr>
        <p:spPr>
          <a:xfrm>
            <a:off x="609600" y="1143003"/>
            <a:ext cx="10972800" cy="49831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9676" y="6553200"/>
            <a:ext cx="1828800" cy="228600"/>
          </a:xfrm>
          <a:prstGeom prst="rect">
            <a:avLst/>
          </a:prstGeom>
        </p:spPr>
        <p:txBody>
          <a:bodyPr vert="horz" lIns="91440" tIns="45720" rIns="91440" bIns="45720" rtlCol="0" anchor="ctr"/>
          <a:lstStyle>
            <a:lvl1pPr algn="l">
              <a:defRPr lang="en-US" sz="1200" b="1" kern="1200" dirty="0" smtClean="0">
                <a:solidFill>
                  <a:schemeClr val="bg1">
                    <a:lumMod val="50000"/>
                  </a:schemeClr>
                </a:solidFill>
                <a:latin typeface="Arial Narrow" pitchFamily="34" charset="0"/>
                <a:ea typeface="+mn-ea"/>
                <a:cs typeface="+mn-cs"/>
              </a:defRPr>
            </a:lvl1pPr>
          </a:lstStyle>
          <a:p>
            <a:r>
              <a:rPr lang="en-US"/>
              <a:t>© Cognizant 2015</a:t>
            </a:r>
          </a:p>
        </p:txBody>
      </p:sp>
      <p:sp>
        <p:nvSpPr>
          <p:cNvPr id="6" name="Slide Number Placeholder 5"/>
          <p:cNvSpPr>
            <a:spLocks noGrp="1"/>
          </p:cNvSpPr>
          <p:nvPr>
            <p:ph type="sldNum" sz="quarter" idx="4"/>
          </p:nvPr>
        </p:nvSpPr>
        <p:spPr>
          <a:xfrm>
            <a:off x="11480801" y="6629403"/>
            <a:ext cx="711195" cy="228597"/>
          </a:xfrm>
          <a:prstGeom prst="rect">
            <a:avLst/>
          </a:prstGeom>
        </p:spPr>
        <p:txBody>
          <a:bodyPr vert="horz" lIns="91440" tIns="45720" rIns="91440" bIns="45720" rtlCol="0" anchor="ctr"/>
          <a:lstStyle>
            <a:lvl1pPr>
              <a:defRPr lang="en-US" sz="1200" smtClean="0">
                <a:solidFill>
                  <a:schemeClr val="bg1"/>
                </a:solidFill>
              </a:defRPr>
            </a:lvl1pPr>
          </a:lstStyle>
          <a:p>
            <a:pPr algn="r"/>
            <a:fld id="{E7AF38FF-B38D-4060-8B8D-2D16AAFBAAC1}" type="slidenum">
              <a:rPr lang="en-US" smtClean="0"/>
              <a:pPr algn="r"/>
              <a:t>‹#›</a:t>
            </a:fld>
            <a:endParaRPr lang="en-US"/>
          </a:p>
        </p:txBody>
      </p:sp>
    </p:spTree>
    <p:extLst>
      <p:ext uri="{BB962C8B-B14F-4D97-AF65-F5344CB8AC3E}">
        <p14:creationId xmlns:p14="http://schemas.microsoft.com/office/powerpoint/2010/main" val="440358670"/>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8" r:id="rId3"/>
    <p:sldLayoutId id="2147483679" r:id="rId4"/>
    <p:sldLayoutId id="2147483680" r:id="rId5"/>
    <p:sldLayoutId id="2147483681" r:id="rId6"/>
    <p:sldLayoutId id="2147483684" r:id="rId7"/>
    <p:sldLayoutId id="2147483690" r:id="rId8"/>
    <p:sldLayoutId id="2147483691" r:id="rId9"/>
    <p:sldLayoutId id="2147483692" r:id="rId10"/>
    <p:sldLayoutId id="2147483693" r:id="rId11"/>
  </p:sldLayoutIdLst>
  <p:hf hdr="0" dt="0"/>
  <p:txStyles>
    <p:titleStyle>
      <a:lvl1pPr algn="l" defTabSz="914400" rtl="0" eaLnBrk="1" latinLnBrk="0" hangingPunct="1">
        <a:spcBef>
          <a:spcPct val="0"/>
        </a:spcBef>
        <a:buNone/>
        <a:defRPr lang="en-US" sz="3000" b="0" kern="1200" dirty="0" smtClean="0">
          <a:solidFill>
            <a:schemeClr val="bg1"/>
          </a:solidFill>
          <a:latin typeface="Arial Rounded MT Bold" pitchFamily="34" charset="0"/>
          <a:ea typeface="+mn-ea"/>
          <a:cs typeface="+mn-cs"/>
        </a:defRPr>
      </a:lvl1pPr>
    </p:titleStyle>
    <p:bodyStyle>
      <a:lvl1pPr marL="342900" indent="-342900" algn="l" defTabSz="914400" rtl="0" eaLnBrk="1" latinLnBrk="0" hangingPunct="1">
        <a:spcBef>
          <a:spcPct val="20000"/>
        </a:spcBef>
        <a:buFont typeface="Arial" pitchFamily="34" charset="0"/>
        <a:buChar char="•"/>
        <a:defRPr lang="en-US" sz="2000" kern="1200" smtClean="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Font typeface="Arial" pitchFamily="34" charset="0"/>
        <a:buChar char="–"/>
        <a:defRPr lang="en-US" sz="1800" kern="1200" smtClean="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Font typeface="Arial" pitchFamily="34" charset="0"/>
        <a:buChar char="•"/>
        <a:defRPr lang="en-US" sz="1600" kern="1200" smtClean="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400" kern="1200" smtClean="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200" kern="1200" dirty="0" smtClean="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8E9D72-856B-46EE-8BDE-CBBAC28AAF7F}"/>
              </a:ext>
            </a:extLst>
          </p:cNvPr>
          <p:cNvSpPr>
            <a:spLocks noGrp="1"/>
          </p:cNvSpPr>
          <p:nvPr>
            <p:ph type="title"/>
          </p:nvPr>
        </p:nvSpPr>
        <p:spPr>
          <a:xfrm>
            <a:off x="457201" y="557785"/>
            <a:ext cx="10808209" cy="369332"/>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C353AE5-6B0E-4902-862A-00CC79737962}"/>
              </a:ext>
            </a:extLst>
          </p:cNvPr>
          <p:cNvSpPr>
            <a:spLocks noGrp="1"/>
          </p:cNvSpPr>
          <p:nvPr>
            <p:ph type="body" idx="1"/>
          </p:nvPr>
        </p:nvSpPr>
        <p:spPr>
          <a:xfrm>
            <a:off x="457201" y="1526723"/>
            <a:ext cx="10808209" cy="4137308"/>
          </a:xfrm>
          <a:prstGeom prst="rect">
            <a:avLst/>
          </a:prstGeom>
        </p:spPr>
        <p:txBody>
          <a:bodyPr vert="horz" wrap="square"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5" name="Footer Placeholder 4">
            <a:extLst>
              <a:ext uri="{FF2B5EF4-FFF2-40B4-BE49-F238E27FC236}">
                <a16:creationId xmlns:a16="http://schemas.microsoft.com/office/drawing/2014/main" id="{C0715BBF-C237-4C9F-A0A0-755261F5952F}"/>
              </a:ext>
            </a:extLst>
          </p:cNvPr>
          <p:cNvSpPr>
            <a:spLocks noGrp="1"/>
          </p:cNvSpPr>
          <p:nvPr>
            <p:ph type="ftr" sz="quarter" idx="3"/>
          </p:nvPr>
        </p:nvSpPr>
        <p:spPr>
          <a:xfrm>
            <a:off x="1042417" y="6325194"/>
            <a:ext cx="1198179" cy="303572"/>
          </a:xfrm>
          <a:prstGeom prst="rect">
            <a:avLst/>
          </a:prstGeom>
        </p:spPr>
        <p:txBody>
          <a:bodyPr vert="horz" wrap="none" lIns="0" tIns="0" rIns="0" bIns="0" rtlCol="0" anchor="b" anchorCtr="0"/>
          <a:lstStyle>
            <a:lvl1pPr algn="l">
              <a:defRPr sz="700">
                <a:solidFill>
                  <a:schemeClr val="tx1"/>
                </a:solidFill>
              </a:defRPr>
            </a:lvl1pPr>
          </a:lstStyle>
          <a:p>
            <a:r>
              <a:rPr lang="en-US"/>
              <a:t>© Cognizant 2015</a:t>
            </a:r>
          </a:p>
        </p:txBody>
      </p:sp>
      <p:sp>
        <p:nvSpPr>
          <p:cNvPr id="6" name="Slide Number Placeholder 5">
            <a:extLst>
              <a:ext uri="{FF2B5EF4-FFF2-40B4-BE49-F238E27FC236}">
                <a16:creationId xmlns:a16="http://schemas.microsoft.com/office/drawing/2014/main" id="{84AF048F-36A8-491A-8564-2DB36D67BC49}"/>
              </a:ext>
            </a:extLst>
          </p:cNvPr>
          <p:cNvSpPr>
            <a:spLocks noGrp="1"/>
          </p:cNvSpPr>
          <p:nvPr>
            <p:ph type="sldNum" sz="quarter" idx="4"/>
          </p:nvPr>
        </p:nvSpPr>
        <p:spPr>
          <a:xfrm>
            <a:off x="457201" y="6325299"/>
            <a:ext cx="352097" cy="304100"/>
          </a:xfrm>
          <a:prstGeom prst="rect">
            <a:avLst/>
          </a:prstGeom>
        </p:spPr>
        <p:txBody>
          <a:bodyPr vert="horz" wrap="none" lIns="0" tIns="0" rIns="0" bIns="0" rtlCol="0" anchor="b" anchorCtr="0"/>
          <a:lstStyle>
            <a:lvl1pPr algn="l">
              <a:defRPr sz="700">
                <a:solidFill>
                  <a:schemeClr val="tx1"/>
                </a:solidFill>
              </a:defRPr>
            </a:lvl1pPr>
          </a:lstStyle>
          <a:p>
            <a:pPr algn="r"/>
            <a:fld id="{E7AF38FF-B38D-4060-8B8D-2D16AAFBAAC1}" type="slidenum">
              <a:rPr lang="en-US" smtClean="0"/>
              <a:pPr algn="r"/>
              <a:t>‹#›</a:t>
            </a:fld>
            <a:endParaRPr lang="en-US"/>
          </a:p>
        </p:txBody>
      </p:sp>
      <p:pic>
        <p:nvPicPr>
          <p:cNvPr id="4" name="Picture 3">
            <a:extLst>
              <a:ext uri="{FF2B5EF4-FFF2-40B4-BE49-F238E27FC236}">
                <a16:creationId xmlns:a16="http://schemas.microsoft.com/office/drawing/2014/main" id="{6B13EE1E-420D-1715-1977-47706527D1EF}"/>
              </a:ext>
            </a:extLst>
          </p:cNvPr>
          <p:cNvPicPr>
            <a:picLocks noChangeAspect="1"/>
          </p:cNvPicPr>
          <p:nvPr userDrawn="1"/>
        </p:nvPicPr>
        <p:blipFill>
          <a:blip r:embed="rId38">
            <a:extLst>
              <a:ext uri="{28A0092B-C50C-407E-A947-70E740481C1C}">
                <a14:useLocalDpi xmlns:a14="http://schemas.microsoft.com/office/drawing/2010/main" val="0"/>
              </a:ext>
            </a:extLst>
          </a:blip>
          <a:stretch>
            <a:fillRect/>
          </a:stretch>
        </p:blipFill>
        <p:spPr>
          <a:xfrm>
            <a:off x="1" y="0"/>
            <a:ext cx="12191995" cy="6858000"/>
          </a:xfrm>
          <a:prstGeom prst="rect">
            <a:avLst/>
          </a:prstGeom>
        </p:spPr>
      </p:pic>
    </p:spTree>
    <p:extLst>
      <p:ext uri="{BB962C8B-B14F-4D97-AF65-F5344CB8AC3E}">
        <p14:creationId xmlns:p14="http://schemas.microsoft.com/office/powerpoint/2010/main" val="2970073795"/>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 id="2147483711" r:id="rId17"/>
    <p:sldLayoutId id="2147483712" r:id="rId18"/>
    <p:sldLayoutId id="2147483713" r:id="rId19"/>
    <p:sldLayoutId id="2147483714" r:id="rId20"/>
    <p:sldLayoutId id="2147483715" r:id="rId21"/>
    <p:sldLayoutId id="2147483716" r:id="rId22"/>
    <p:sldLayoutId id="2147483717" r:id="rId23"/>
    <p:sldLayoutId id="2147483718" r:id="rId24"/>
    <p:sldLayoutId id="2147483719" r:id="rId25"/>
    <p:sldLayoutId id="2147483720" r:id="rId26"/>
    <p:sldLayoutId id="2147483721" r:id="rId27"/>
    <p:sldLayoutId id="2147483722" r:id="rId28"/>
    <p:sldLayoutId id="2147483723" r:id="rId29"/>
    <p:sldLayoutId id="2147483724" r:id="rId30"/>
    <p:sldLayoutId id="2147483725" r:id="rId31"/>
    <p:sldLayoutId id="2147483726" r:id="rId32"/>
    <p:sldLayoutId id="2147483727" r:id="rId33"/>
    <p:sldLayoutId id="2147483728" r:id="rId34"/>
    <p:sldLayoutId id="2147483729" r:id="rId35"/>
    <p:sldLayoutId id="2147483730" r:id="rId36"/>
  </p:sldLayoutIdLst>
  <p:hf hdr="0" dt="0"/>
  <p:txStyles>
    <p:titleStyle>
      <a:lvl1pPr algn="l" defTabSz="914377" rtl="0" eaLnBrk="1" latinLnBrk="0" hangingPunct="1">
        <a:lnSpc>
          <a:spcPct val="100000"/>
        </a:lnSpc>
        <a:spcBef>
          <a:spcPct val="0"/>
        </a:spcBef>
        <a:buNone/>
        <a:defRPr sz="2400" b="1" kern="1200">
          <a:solidFill>
            <a:schemeClr val="tx1"/>
          </a:solidFill>
          <a:latin typeface="+mj-lt"/>
          <a:ea typeface="+mj-ea"/>
          <a:cs typeface="+mj-cs"/>
        </a:defRPr>
      </a:lvl1pPr>
    </p:titleStyle>
    <p:bodyStyle>
      <a:lvl1pPr marL="0" indent="0" algn="l" defTabSz="914377"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24" indent="-230182" algn="l" defTabSz="914377"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66" indent="-230182" algn="l" defTabSz="914377"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160" indent="-228594" algn="l" defTabSz="914377"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349" indent="-228594" algn="l" defTabSz="914377"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392">
          <p15:clr>
            <a:srgbClr val="F26B43"/>
          </p15:clr>
        </p15:guide>
        <p15:guide id="2" pos="285">
          <p15:clr>
            <a:srgbClr val="F26B43"/>
          </p15:clr>
        </p15:guide>
        <p15:guide id="3" orient="horz" pos="3943">
          <p15:clr>
            <a:srgbClr val="F26B43"/>
          </p15:clr>
        </p15:guide>
        <p15:guide id="4" orient="horz" pos="288">
          <p15:clr>
            <a:srgbClr val="F26B43"/>
          </p15:clr>
        </p15:guide>
        <p15:guide id="5" orient="horz" pos="416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09947BC-C135-4AF9-80CB-7EC49EFAF7EE}"/>
              </a:ext>
            </a:extLst>
          </p:cNvPr>
          <p:cNvSpPr>
            <a:spLocks noGrp="1"/>
          </p:cNvSpPr>
          <p:nvPr>
            <p:ph type="title"/>
          </p:nvPr>
        </p:nvSpPr>
        <p:spPr>
          <a:xfrm>
            <a:off x="512064" y="365760"/>
            <a:ext cx="11180064" cy="1060704"/>
          </a:xfrm>
          <a:prstGeom prst="rect">
            <a:avLst/>
          </a:prstGeom>
        </p:spPr>
        <p:txBody>
          <a:bodyPr vert="horz" lIns="0" tIns="0" rIns="0" bIns="0" rtlCol="0" anchor="t" anchorCtr="0">
            <a:normAutofit/>
          </a:bodyPr>
          <a:lstStyle/>
          <a:p>
            <a:r>
              <a:rPr lang="en-US"/>
              <a:t>Click to edit Master title style</a:t>
            </a:r>
          </a:p>
        </p:txBody>
      </p:sp>
      <p:sp>
        <p:nvSpPr>
          <p:cNvPr id="3" name="Text Placeholder 2">
            <a:extLst>
              <a:ext uri="{FF2B5EF4-FFF2-40B4-BE49-F238E27FC236}">
                <a16:creationId xmlns:a16="http://schemas.microsoft.com/office/drawing/2014/main" id="{178C3981-E47F-4B94-A56D-1A8F4B3B3863}"/>
              </a:ext>
            </a:extLst>
          </p:cNvPr>
          <p:cNvSpPr>
            <a:spLocks noGrp="1"/>
          </p:cNvSpPr>
          <p:nvPr>
            <p:ph type="body" idx="1"/>
          </p:nvPr>
        </p:nvSpPr>
        <p:spPr>
          <a:xfrm>
            <a:off x="512064" y="1682496"/>
            <a:ext cx="11180064" cy="4425696"/>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417B5ED4-B674-4C32-9514-6C6A986BC37F}"/>
              </a:ext>
            </a:extLst>
          </p:cNvPr>
          <p:cNvSpPr>
            <a:spLocks noGrp="1"/>
          </p:cNvSpPr>
          <p:nvPr>
            <p:ph type="dt" sz="half" idx="2"/>
          </p:nvPr>
        </p:nvSpPr>
        <p:spPr>
          <a:xfrm>
            <a:off x="7315200" y="6400800"/>
            <a:ext cx="1219200" cy="207264"/>
          </a:xfrm>
          <a:prstGeom prst="rect">
            <a:avLst/>
          </a:prstGeom>
        </p:spPr>
        <p:txBody>
          <a:bodyPr vert="horz" lIns="0" tIns="0" rIns="0" bIns="0" rtlCol="0" anchor="ctr"/>
          <a:lstStyle>
            <a:lvl1pPr algn="r">
              <a:defRPr sz="1000">
                <a:solidFill>
                  <a:schemeClr val="tx1"/>
                </a:solidFill>
              </a:defRPr>
            </a:lvl1pPr>
          </a:lstStyle>
          <a:p>
            <a:fld id="{72C7141F-1075-416F-B85B-2A67B4DBA6BF}" type="datetime1">
              <a:rPr lang="en-US" smtClean="0"/>
              <a:t>8/14/2023</a:t>
            </a:fld>
            <a:endParaRPr lang="en-US"/>
          </a:p>
        </p:txBody>
      </p:sp>
      <p:sp>
        <p:nvSpPr>
          <p:cNvPr id="9" name="Footer Placeholder 8">
            <a:extLst>
              <a:ext uri="{FF2B5EF4-FFF2-40B4-BE49-F238E27FC236}">
                <a16:creationId xmlns:a16="http://schemas.microsoft.com/office/drawing/2014/main" id="{AB68013F-8083-4869-B1B8-42E270F30CB8}"/>
              </a:ext>
            </a:extLst>
          </p:cNvPr>
          <p:cNvSpPr>
            <a:spLocks noGrp="1"/>
          </p:cNvSpPr>
          <p:nvPr>
            <p:ph type="ftr" sz="quarter" idx="3"/>
          </p:nvPr>
        </p:nvSpPr>
        <p:spPr>
          <a:xfrm>
            <a:off x="853440" y="6400800"/>
            <a:ext cx="6096000" cy="207264"/>
          </a:xfrm>
          <a:prstGeom prst="rect">
            <a:avLst/>
          </a:prstGeom>
        </p:spPr>
        <p:txBody>
          <a:bodyPr vert="horz" lIns="0" tIns="0" rIns="0" bIns="0" rtlCol="0" anchor="ctr"/>
          <a:lstStyle>
            <a:lvl1pPr algn="l">
              <a:defRPr sz="1000">
                <a:solidFill>
                  <a:schemeClr val="tx1"/>
                </a:solidFill>
              </a:defRPr>
            </a:lvl1pPr>
            <a:lvl2pPr marL="0" indent="0">
              <a:defRPr sz="1000"/>
            </a:lvl2pPr>
            <a:lvl3pPr marL="0" indent="0">
              <a:defRPr sz="1000"/>
            </a:lvl3pPr>
            <a:lvl4pPr marL="0" indent="0">
              <a:defRPr sz="1000"/>
            </a:lvl4pPr>
            <a:lvl5pPr marL="0" indent="0">
              <a:defRPr sz="1000"/>
            </a:lvl5pPr>
            <a:lvl6pPr marL="0" indent="0">
              <a:defRPr sz="1000"/>
            </a:lvl6pPr>
            <a:lvl7pPr marL="0" indent="0">
              <a:defRPr sz="1000"/>
            </a:lvl7pPr>
            <a:lvl8pPr marL="0" indent="0">
              <a:defRPr sz="1000"/>
            </a:lvl8pPr>
            <a:lvl9pPr marL="0" indent="0">
              <a:defRPr sz="1000"/>
            </a:lvl9pPr>
          </a:lstStyle>
          <a:p>
            <a:r>
              <a:rPr lang="en-US"/>
              <a:t>© 2019 Cognizant</a:t>
            </a:r>
          </a:p>
        </p:txBody>
      </p:sp>
      <p:sp>
        <p:nvSpPr>
          <p:cNvPr id="10" name="Slide Number Placeholder 9">
            <a:extLst>
              <a:ext uri="{FF2B5EF4-FFF2-40B4-BE49-F238E27FC236}">
                <a16:creationId xmlns:a16="http://schemas.microsoft.com/office/drawing/2014/main" id="{42EC2F54-FE71-419F-B3E9-62861D2AA5EE}"/>
              </a:ext>
            </a:extLst>
          </p:cNvPr>
          <p:cNvSpPr>
            <a:spLocks noGrp="1"/>
          </p:cNvSpPr>
          <p:nvPr>
            <p:ph type="sldNum" sz="quarter" idx="4"/>
          </p:nvPr>
        </p:nvSpPr>
        <p:spPr>
          <a:xfrm>
            <a:off x="512064" y="6400800"/>
            <a:ext cx="304800" cy="207264"/>
          </a:xfrm>
          <a:prstGeom prst="rect">
            <a:avLst/>
          </a:prstGeom>
        </p:spPr>
        <p:txBody>
          <a:bodyPr vert="horz" lIns="0" tIns="0" rIns="0" bIns="0" rtlCol="0" anchor="ctr"/>
          <a:lstStyle>
            <a:lvl1pPr algn="l">
              <a:defRPr sz="1200" b="1">
                <a:solidFill>
                  <a:schemeClr val="accent6"/>
                </a:solidFill>
              </a:defRPr>
            </a:lvl1pPr>
          </a:lstStyle>
          <a:p>
            <a:fld id="{2EFEF571-C9B4-4D92-A7F7-315B894862A8}" type="slidenum">
              <a:rPr lang="en-US" smtClean="0"/>
              <a:pPr/>
              <a:t>‹#›</a:t>
            </a:fld>
            <a:endParaRPr lang="en-US"/>
          </a:p>
        </p:txBody>
      </p:sp>
    </p:spTree>
    <p:extLst>
      <p:ext uri="{BB962C8B-B14F-4D97-AF65-F5344CB8AC3E}">
        <p14:creationId xmlns:p14="http://schemas.microsoft.com/office/powerpoint/2010/main" val="3809552811"/>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 id="2147483743" r:id="rId12"/>
    <p:sldLayoutId id="2147483744" r:id="rId13"/>
    <p:sldLayoutId id="2147483745" r:id="rId14"/>
    <p:sldLayoutId id="2147483746" r:id="rId15"/>
    <p:sldLayoutId id="2147483747" r:id="rId16"/>
    <p:sldLayoutId id="2147483748" r:id="rId17"/>
    <p:sldLayoutId id="2147483749" r:id="rId18"/>
    <p:sldLayoutId id="2147483750" r:id="rId19"/>
    <p:sldLayoutId id="2147483751" r:id="rId20"/>
    <p:sldLayoutId id="2147483752" r:id="rId21"/>
    <p:sldLayoutId id="2147483753" r:id="rId22"/>
    <p:sldLayoutId id="2147483754" r:id="rId23"/>
    <p:sldLayoutId id="2147483755" r:id="rId24"/>
    <p:sldLayoutId id="2147483756" r:id="rId25"/>
    <p:sldLayoutId id="2147483757" r:id="rId26"/>
    <p:sldLayoutId id="2147483758" r:id="rId27"/>
    <p:sldLayoutId id="2147483759" r:id="rId28"/>
    <p:sldLayoutId id="2147483760" r:id="rId29"/>
    <p:sldLayoutId id="2147483761" r:id="rId30"/>
    <p:sldLayoutId id="2147483762" r:id="rId31"/>
    <p:sldLayoutId id="2147483763" r:id="rId32"/>
    <p:sldLayoutId id="2147483764" r:id="rId33"/>
    <p:sldLayoutId id="2147483765" r:id="rId34"/>
    <p:sldLayoutId id="2147483766" r:id="rId35"/>
    <p:sldLayoutId id="2147483767" r:id="rId36"/>
    <p:sldLayoutId id="2147483768" r:id="rId37"/>
    <p:sldLayoutId id="2147483769" r:id="rId38"/>
  </p:sldLayoutIdLst>
  <p:hf hdr="0" dt="0"/>
  <p:txStyles>
    <p:titleStyle>
      <a:lvl1pPr algn="l" defTabSz="1219170" rtl="0" eaLnBrk="1" latinLnBrk="0" hangingPunct="1">
        <a:lnSpc>
          <a:spcPct val="90000"/>
        </a:lnSpc>
        <a:spcBef>
          <a:spcPct val="0"/>
        </a:spcBef>
        <a:buNone/>
        <a:defRPr sz="32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1219170" rtl="0" eaLnBrk="1" latinLnBrk="0" hangingPunct="1">
        <a:lnSpc>
          <a:spcPct val="100000"/>
        </a:lnSpc>
        <a:spcBef>
          <a:spcPts val="800"/>
        </a:spcBef>
        <a:buFont typeface="Arial" panose="020B0604020202020204" pitchFamily="34" charset="0"/>
        <a:buNone/>
        <a:defRPr sz="2400" kern="1200">
          <a:solidFill>
            <a:schemeClr val="tx2"/>
          </a:solidFill>
          <a:latin typeface="Arial" panose="020B0604020202020204" pitchFamily="34" charset="0"/>
          <a:ea typeface="+mn-ea"/>
          <a:cs typeface="Arial" panose="020B0604020202020204" pitchFamily="34" charset="0"/>
        </a:defRPr>
      </a:lvl1pPr>
      <a:lvl2pPr marL="304792" indent="-304792" algn="l" defTabSz="1219170" rtl="0" eaLnBrk="1" latinLnBrk="0" hangingPunct="1">
        <a:lnSpc>
          <a:spcPct val="100000"/>
        </a:lnSpc>
        <a:spcBef>
          <a:spcPts val="800"/>
        </a:spcBef>
        <a:buClrTx/>
        <a:buSzPct val="125000"/>
        <a:buFont typeface="Arial" panose="020B0604020202020204" pitchFamily="34" charset="0"/>
        <a:buChar char="•"/>
        <a:defRPr sz="2400" kern="1200">
          <a:solidFill>
            <a:schemeClr val="tx2"/>
          </a:solidFill>
          <a:latin typeface="Arial" panose="020B0604020202020204" pitchFamily="34" charset="0"/>
          <a:ea typeface="+mn-ea"/>
          <a:cs typeface="Arial" panose="020B0604020202020204" pitchFamily="34" charset="0"/>
        </a:defRPr>
      </a:lvl2pPr>
      <a:lvl3pPr marL="609585" indent="-304792" algn="l" defTabSz="1219170" rtl="0" eaLnBrk="1" latinLnBrk="0" hangingPunct="1">
        <a:lnSpc>
          <a:spcPct val="100000"/>
        </a:lnSpc>
        <a:spcBef>
          <a:spcPts val="533"/>
        </a:spcBef>
        <a:buClrTx/>
        <a:buSzPct val="100000"/>
        <a:buFont typeface="Arial" panose="020B0604020202020204" pitchFamily="34" charset="0"/>
        <a:buChar char="–"/>
        <a:defRPr sz="2133" kern="1200">
          <a:solidFill>
            <a:schemeClr val="tx2"/>
          </a:solidFill>
          <a:latin typeface="Arial" panose="020B0604020202020204" pitchFamily="34" charset="0"/>
          <a:ea typeface="+mn-ea"/>
          <a:cs typeface="Arial" panose="020B0604020202020204" pitchFamily="34" charset="0"/>
        </a:defRPr>
      </a:lvl3pPr>
      <a:lvl4pPr marL="914377" indent="-304792" algn="l" defTabSz="1219170" rtl="0" eaLnBrk="1" latinLnBrk="0" hangingPunct="1">
        <a:lnSpc>
          <a:spcPct val="100000"/>
        </a:lnSpc>
        <a:spcBef>
          <a:spcPts val="533"/>
        </a:spcBef>
        <a:buClrTx/>
        <a:buSzPct val="100000"/>
        <a:buFont typeface="Courier New" panose="02070309020205020404" pitchFamily="49" charset="0"/>
        <a:buChar char="o"/>
        <a:defRPr sz="2133" kern="1200">
          <a:solidFill>
            <a:schemeClr val="tx2"/>
          </a:solidFill>
          <a:latin typeface="Arial" panose="020B0604020202020204" pitchFamily="34" charset="0"/>
          <a:ea typeface="+mn-ea"/>
          <a:cs typeface="Arial" panose="020B0604020202020204" pitchFamily="34" charset="0"/>
        </a:defRPr>
      </a:lvl4pPr>
      <a:lvl5pPr marL="1219170" indent="-304792" algn="l" defTabSz="1219170" rtl="0" eaLnBrk="1" latinLnBrk="0" hangingPunct="1">
        <a:lnSpc>
          <a:spcPct val="100000"/>
        </a:lnSpc>
        <a:spcBef>
          <a:spcPts val="533"/>
        </a:spcBef>
        <a:buClrTx/>
        <a:buSzPct val="100000"/>
        <a:buFont typeface="Arial" panose="020B0604020202020204" pitchFamily="34" charset="0"/>
        <a:buChar char="–"/>
        <a:defRPr sz="2133" kern="1200">
          <a:solidFill>
            <a:schemeClr val="tx2"/>
          </a:solidFill>
          <a:latin typeface="Arial" panose="020B0604020202020204" pitchFamily="34" charset="0"/>
          <a:ea typeface="+mn-ea"/>
          <a:cs typeface="Arial" panose="020B0604020202020204" pitchFamily="34" charset="0"/>
        </a:defRPr>
      </a:lvl5pPr>
      <a:lvl6pPr marL="1523962" indent="-304792" algn="l" defTabSz="1219170" rtl="0" eaLnBrk="1" latinLnBrk="0" hangingPunct="1">
        <a:lnSpc>
          <a:spcPct val="100000"/>
        </a:lnSpc>
        <a:spcBef>
          <a:spcPts val="533"/>
        </a:spcBef>
        <a:buClr>
          <a:schemeClr val="accent2"/>
        </a:buClr>
        <a:buSzPct val="125000"/>
        <a:buFont typeface="Arial" panose="020B0604020202020204" pitchFamily="34" charset="0"/>
        <a:buChar char="•"/>
        <a:defRPr sz="2133" kern="1200">
          <a:solidFill>
            <a:schemeClr val="tx2"/>
          </a:solidFill>
          <a:latin typeface="Arial" panose="020B0604020202020204" pitchFamily="34" charset="0"/>
          <a:ea typeface="+mn-ea"/>
          <a:cs typeface="Arial" panose="020B0604020202020204" pitchFamily="34" charset="0"/>
        </a:defRPr>
      </a:lvl6pPr>
      <a:lvl7pPr marL="1828754" indent="-304792" algn="l" defTabSz="1219170" rtl="0" eaLnBrk="1" latinLnBrk="0" hangingPunct="1">
        <a:lnSpc>
          <a:spcPct val="100000"/>
        </a:lnSpc>
        <a:spcBef>
          <a:spcPts val="533"/>
        </a:spcBef>
        <a:buClr>
          <a:schemeClr val="accent2"/>
        </a:buClr>
        <a:buSzPct val="90000"/>
        <a:buFont typeface="Arial" panose="020B0604020202020204" pitchFamily="34" charset="0"/>
        <a:buChar char="–"/>
        <a:defRPr sz="2133" kern="1200">
          <a:solidFill>
            <a:schemeClr val="tx2"/>
          </a:solidFill>
          <a:latin typeface="+mn-lt"/>
          <a:ea typeface="+mn-ea"/>
          <a:cs typeface="+mn-cs"/>
        </a:defRPr>
      </a:lvl7pPr>
      <a:lvl8pPr marL="2133547" indent="-304792" algn="l" defTabSz="1219170" rtl="0" eaLnBrk="1" latinLnBrk="0" hangingPunct="1">
        <a:lnSpc>
          <a:spcPct val="100000"/>
        </a:lnSpc>
        <a:spcBef>
          <a:spcPts val="533"/>
        </a:spcBef>
        <a:buClr>
          <a:schemeClr val="accent2"/>
        </a:buClr>
        <a:buSzPct val="90000"/>
        <a:buFont typeface="Courier New" panose="02070309020205020404" pitchFamily="49" charset="0"/>
        <a:buChar char="o"/>
        <a:defRPr sz="2133" kern="1200">
          <a:solidFill>
            <a:schemeClr val="tx2"/>
          </a:solidFill>
          <a:latin typeface="+mn-lt"/>
          <a:ea typeface="+mn-ea"/>
          <a:cs typeface="+mn-cs"/>
        </a:defRPr>
      </a:lvl8pPr>
      <a:lvl9pPr marL="2133547" indent="-304792" algn="l" defTabSz="1219170" rtl="0" eaLnBrk="1" latinLnBrk="0" hangingPunct="1">
        <a:lnSpc>
          <a:spcPct val="100000"/>
        </a:lnSpc>
        <a:spcBef>
          <a:spcPts val="533"/>
        </a:spcBef>
        <a:buClrTx/>
        <a:buSzPct val="90000"/>
        <a:buFont typeface="Courier New" panose="02070309020205020404" pitchFamily="49" charset="0"/>
        <a:buChar char="o"/>
        <a:defRPr sz="2133" kern="1200">
          <a:solidFill>
            <a:schemeClr val="tx2"/>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6.xml"/></Relationships>
</file>

<file path=ppt/slides/_rels/slide2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6.xml"/></Relationships>
</file>

<file path=ppt/slides/_rels/slide2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6.xml"/></Relationships>
</file>

<file path=ppt/slides/_rels/slide24.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6.xml"/></Relationships>
</file>

<file path=ppt/slides/_rels/slide25.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6.xml"/></Relationships>
</file>

<file path=ppt/slides/_rels/slide26.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6.xml"/></Relationships>
</file>

<file path=ppt/slides/_rels/slide27.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9.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2.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61.png"/><Relationship Id="rId1" Type="http://schemas.openxmlformats.org/officeDocument/2006/relationships/slideLayout" Target="../slideLayouts/slideLayout2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8.xml.rels><?xml version="1.0" encoding="UTF-8" standalone="yes"?>
<Relationships xmlns="http://schemas.openxmlformats.org/package/2006/relationships"><Relationship Id="rId8" Type="http://schemas.openxmlformats.org/officeDocument/2006/relationships/diagramLayout" Target="../diagrams/layout3.xml"/><Relationship Id="rId3" Type="http://schemas.openxmlformats.org/officeDocument/2006/relationships/diagramLayout" Target="../diagrams/layout2.xml"/><Relationship Id="rId7" Type="http://schemas.openxmlformats.org/officeDocument/2006/relationships/diagramData" Target="../diagrams/data3.xml"/><Relationship Id="rId2" Type="http://schemas.openxmlformats.org/officeDocument/2006/relationships/diagramData" Target="../diagrams/data2.xml"/><Relationship Id="rId1" Type="http://schemas.openxmlformats.org/officeDocument/2006/relationships/slideLayout" Target="../slideLayouts/slideLayout25.xml"/><Relationship Id="rId6" Type="http://schemas.microsoft.com/office/2007/relationships/diagramDrawing" Target="../diagrams/drawing2.xml"/><Relationship Id="rId11" Type="http://schemas.microsoft.com/office/2007/relationships/diagramDrawing" Target="../diagrams/drawing3.xml"/><Relationship Id="rId5" Type="http://schemas.openxmlformats.org/officeDocument/2006/relationships/diagramColors" Target="../diagrams/colors2.xml"/><Relationship Id="rId10" Type="http://schemas.openxmlformats.org/officeDocument/2006/relationships/diagramColors" Target="../diagrams/colors3.xml"/><Relationship Id="rId4" Type="http://schemas.openxmlformats.org/officeDocument/2006/relationships/diagramQuickStyle" Target="../diagrams/quickStyle2.xml"/><Relationship Id="rId9" Type="http://schemas.openxmlformats.org/officeDocument/2006/relationships/diagramQuickStyle" Target="../diagrams/quickStyle3.xml"/></Relationships>
</file>

<file path=ppt/slides/_rels/slide39.xml.rels><?xml version="1.0" encoding="UTF-8" standalone="yes"?>
<Relationships xmlns="http://schemas.openxmlformats.org/package/2006/relationships"><Relationship Id="rId8" Type="http://schemas.openxmlformats.org/officeDocument/2006/relationships/diagramLayout" Target="../diagrams/layout5.xml"/><Relationship Id="rId3" Type="http://schemas.openxmlformats.org/officeDocument/2006/relationships/diagramLayout" Target="../diagrams/layout4.xml"/><Relationship Id="rId7" Type="http://schemas.openxmlformats.org/officeDocument/2006/relationships/diagramData" Target="../diagrams/data5.xml"/><Relationship Id="rId2" Type="http://schemas.openxmlformats.org/officeDocument/2006/relationships/diagramData" Target="../diagrams/data4.xml"/><Relationship Id="rId1" Type="http://schemas.openxmlformats.org/officeDocument/2006/relationships/slideLayout" Target="../slideLayouts/slideLayout25.xml"/><Relationship Id="rId6" Type="http://schemas.microsoft.com/office/2007/relationships/diagramDrawing" Target="../diagrams/drawing4.xml"/><Relationship Id="rId11" Type="http://schemas.microsoft.com/office/2007/relationships/diagramDrawing" Target="../diagrams/drawing5.xml"/><Relationship Id="rId5" Type="http://schemas.openxmlformats.org/officeDocument/2006/relationships/diagramColors" Target="../diagrams/colors4.xml"/><Relationship Id="rId10" Type="http://schemas.openxmlformats.org/officeDocument/2006/relationships/diagramColors" Target="../diagrams/colors5.xml"/><Relationship Id="rId4" Type="http://schemas.openxmlformats.org/officeDocument/2006/relationships/diagramQuickStyle" Target="../diagrams/quickStyle4.xml"/><Relationship Id="rId9" Type="http://schemas.openxmlformats.org/officeDocument/2006/relationships/diagramQuickStyle" Target="../diagrams/quickStyle5.xml"/></Relationships>
</file>

<file path=ppt/slides/_rels/slide40.xml.rels><?xml version="1.0" encoding="UTF-8" standalone="yes"?>
<Relationships xmlns="http://schemas.openxmlformats.org/package/2006/relationships"><Relationship Id="rId8" Type="http://schemas.openxmlformats.org/officeDocument/2006/relationships/diagramLayout" Target="../diagrams/layout7.xml"/><Relationship Id="rId3" Type="http://schemas.openxmlformats.org/officeDocument/2006/relationships/diagramLayout" Target="../diagrams/layout6.xml"/><Relationship Id="rId7" Type="http://schemas.openxmlformats.org/officeDocument/2006/relationships/diagramData" Target="../diagrams/data7.xml"/><Relationship Id="rId2" Type="http://schemas.openxmlformats.org/officeDocument/2006/relationships/diagramData" Target="../diagrams/data6.xml"/><Relationship Id="rId1" Type="http://schemas.openxmlformats.org/officeDocument/2006/relationships/slideLayout" Target="../slideLayouts/slideLayout25.xml"/><Relationship Id="rId6" Type="http://schemas.microsoft.com/office/2007/relationships/diagramDrawing" Target="../diagrams/drawing6.xml"/><Relationship Id="rId11" Type="http://schemas.microsoft.com/office/2007/relationships/diagramDrawing" Target="../diagrams/drawing7.xml"/><Relationship Id="rId5" Type="http://schemas.openxmlformats.org/officeDocument/2006/relationships/diagramColors" Target="../diagrams/colors6.xml"/><Relationship Id="rId10" Type="http://schemas.openxmlformats.org/officeDocument/2006/relationships/diagramColors" Target="../diagrams/colors7.xml"/><Relationship Id="rId4" Type="http://schemas.openxmlformats.org/officeDocument/2006/relationships/diagramQuickStyle" Target="../diagrams/quickStyle6.xml"/><Relationship Id="rId9" Type="http://schemas.openxmlformats.org/officeDocument/2006/relationships/diagramQuickStyle" Target="../diagrams/quickStyle7.xml"/></Relationships>
</file>

<file path=ppt/slides/_rels/slide41.xml.rels><?xml version="1.0" encoding="UTF-8" standalone="yes"?>
<Relationships xmlns="http://schemas.openxmlformats.org/package/2006/relationships"><Relationship Id="rId8" Type="http://schemas.openxmlformats.org/officeDocument/2006/relationships/diagramLayout" Target="../diagrams/layout9.xml"/><Relationship Id="rId3" Type="http://schemas.openxmlformats.org/officeDocument/2006/relationships/diagramLayout" Target="../diagrams/layout8.xml"/><Relationship Id="rId7" Type="http://schemas.openxmlformats.org/officeDocument/2006/relationships/diagramData" Target="../diagrams/data9.xml"/><Relationship Id="rId2" Type="http://schemas.openxmlformats.org/officeDocument/2006/relationships/diagramData" Target="../diagrams/data8.xml"/><Relationship Id="rId1" Type="http://schemas.openxmlformats.org/officeDocument/2006/relationships/slideLayout" Target="../slideLayouts/slideLayout25.xml"/><Relationship Id="rId6" Type="http://schemas.microsoft.com/office/2007/relationships/diagramDrawing" Target="../diagrams/drawing8.xml"/><Relationship Id="rId11" Type="http://schemas.microsoft.com/office/2007/relationships/diagramDrawing" Target="../diagrams/drawing9.xml"/><Relationship Id="rId5" Type="http://schemas.openxmlformats.org/officeDocument/2006/relationships/diagramColors" Target="../diagrams/colors8.xml"/><Relationship Id="rId10" Type="http://schemas.openxmlformats.org/officeDocument/2006/relationships/diagramColors" Target="../diagrams/colors9.xml"/><Relationship Id="rId4" Type="http://schemas.openxmlformats.org/officeDocument/2006/relationships/diagramQuickStyle" Target="../diagrams/quickStyle8.xml"/><Relationship Id="rId9" Type="http://schemas.openxmlformats.org/officeDocument/2006/relationships/diagramQuickStyle" Target="../diagrams/quickStyle9.xml"/></Relationships>
</file>

<file path=ppt/slides/_rels/slide42.xml.rels><?xml version="1.0" encoding="UTF-8" standalone="yes"?>
<Relationships xmlns="http://schemas.openxmlformats.org/package/2006/relationships"><Relationship Id="rId8" Type="http://schemas.openxmlformats.org/officeDocument/2006/relationships/diagramLayout" Target="../diagrams/layout11.xml"/><Relationship Id="rId3" Type="http://schemas.openxmlformats.org/officeDocument/2006/relationships/diagramLayout" Target="../diagrams/layout10.xml"/><Relationship Id="rId7" Type="http://schemas.openxmlformats.org/officeDocument/2006/relationships/diagramData" Target="../diagrams/data11.xml"/><Relationship Id="rId2" Type="http://schemas.openxmlformats.org/officeDocument/2006/relationships/diagramData" Target="../diagrams/data10.xml"/><Relationship Id="rId1" Type="http://schemas.openxmlformats.org/officeDocument/2006/relationships/slideLayout" Target="../slideLayouts/slideLayout25.xml"/><Relationship Id="rId6" Type="http://schemas.microsoft.com/office/2007/relationships/diagramDrawing" Target="../diagrams/drawing10.xml"/><Relationship Id="rId11" Type="http://schemas.microsoft.com/office/2007/relationships/diagramDrawing" Target="../diagrams/drawing11.xml"/><Relationship Id="rId5" Type="http://schemas.openxmlformats.org/officeDocument/2006/relationships/diagramColors" Target="../diagrams/colors10.xml"/><Relationship Id="rId10" Type="http://schemas.openxmlformats.org/officeDocument/2006/relationships/diagramColors" Target="../diagrams/colors11.xml"/><Relationship Id="rId4" Type="http://schemas.openxmlformats.org/officeDocument/2006/relationships/diagramQuickStyle" Target="../diagrams/quickStyle10.xml"/><Relationship Id="rId9" Type="http://schemas.openxmlformats.org/officeDocument/2006/relationships/diagramQuickStyle" Target="../diagrams/quickStyle11.xml"/></Relationships>
</file>

<file path=ppt/slides/_rels/slide43.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26.xml"/></Relationships>
</file>

<file path=ppt/slides/_rels/slide44.xml.rels><?xml version="1.0" encoding="UTF-8" standalone="yes"?>
<Relationships xmlns="http://schemas.openxmlformats.org/package/2006/relationships"><Relationship Id="rId3" Type="http://schemas.openxmlformats.org/officeDocument/2006/relationships/hyperlink" Target="https://trailhead.salesforce.com/en/home" TargetMode="External"/><Relationship Id="rId2" Type="http://schemas.openxmlformats.org/officeDocument/2006/relationships/hyperlink" Target="https://crmhelp.veeva.com/doc/Content/Home.htm" TargetMode="External"/><Relationship Id="rId1" Type="http://schemas.openxmlformats.org/officeDocument/2006/relationships/slideLayout" Target="../slideLayouts/slideLayout26.xml"/><Relationship Id="rId4" Type="http://schemas.openxmlformats.org/officeDocument/2006/relationships/image" Target="../media/image63.jpe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33400" y="5334000"/>
            <a:ext cx="7162802" cy="7547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231775" lvl="1"/>
            <a:endParaRPr lang="en-US" sz="2800" b="1" dirty="0">
              <a:solidFill>
                <a:srgbClr val="00718F"/>
              </a:solidFill>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5889A127-B9C5-2D5E-8730-26B295809520}"/>
              </a:ext>
            </a:extLst>
          </p:cNvPr>
          <p:cNvSpPr>
            <a:spLocks noGrp="1"/>
          </p:cNvSpPr>
          <p:nvPr>
            <p:ph type="ctrTitle"/>
          </p:nvPr>
        </p:nvSpPr>
        <p:spPr/>
        <p:txBody>
          <a:bodyPr/>
          <a:lstStyle/>
          <a:p>
            <a:r>
              <a:rPr lang="en-US" sz="3600" b="1" dirty="0">
                <a:latin typeface="Arial" panose="020B0604020202020204" pitchFamily="34" charset="0"/>
                <a:cs typeface="Arial" panose="020B0604020202020204" pitchFamily="34" charset="0"/>
              </a:rPr>
              <a:t>VEEVA Medical Inquiries</a:t>
            </a:r>
            <a:br>
              <a:rPr lang="en-US" sz="3600" b="1" dirty="0">
                <a:latin typeface="Arial" panose="020B0604020202020204" pitchFamily="34" charset="0"/>
                <a:cs typeface="Arial" panose="020B0604020202020204" pitchFamily="34" charset="0"/>
              </a:rPr>
            </a:br>
            <a:endParaRPr lang="en-IN" dirty="0"/>
          </a:p>
        </p:txBody>
      </p:sp>
      <p:sp>
        <p:nvSpPr>
          <p:cNvPr id="4" name="Subtitle 3">
            <a:extLst>
              <a:ext uri="{FF2B5EF4-FFF2-40B4-BE49-F238E27FC236}">
                <a16:creationId xmlns:a16="http://schemas.microsoft.com/office/drawing/2014/main" id="{CE07D156-0696-8EE2-A77F-9FD018F6BCC7}"/>
              </a:ext>
            </a:extLst>
          </p:cNvPr>
          <p:cNvSpPr>
            <a:spLocks noGrp="1"/>
          </p:cNvSpPr>
          <p:nvPr>
            <p:ph type="subTitle" idx="1"/>
          </p:nvPr>
        </p:nvSpPr>
        <p:spPr/>
        <p:txBody>
          <a:bodyPr/>
          <a:lstStyle/>
          <a:p>
            <a:endParaRPr lang="en-IN"/>
          </a:p>
        </p:txBody>
      </p:sp>
      <p:sp>
        <p:nvSpPr>
          <p:cNvPr id="5" name="Text Placeholder 4">
            <a:extLst>
              <a:ext uri="{FF2B5EF4-FFF2-40B4-BE49-F238E27FC236}">
                <a16:creationId xmlns:a16="http://schemas.microsoft.com/office/drawing/2014/main" id="{A67BC32F-6717-4C75-7963-80E19859EA07}"/>
              </a:ext>
            </a:extLst>
          </p:cNvPr>
          <p:cNvSpPr>
            <a:spLocks noGrp="1"/>
          </p:cNvSpPr>
          <p:nvPr>
            <p:ph type="body" idx="12"/>
          </p:nvPr>
        </p:nvSpPr>
        <p:spPr/>
        <p:txBody>
          <a:bodyPr/>
          <a:lstStyle/>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DEDC92C-7922-82C6-77D1-59F70EAD78EC}"/>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68714963-1343-34A4-84EC-4E3AF3C83B13}"/>
              </a:ext>
            </a:extLst>
          </p:cNvPr>
          <p:cNvSpPr>
            <a:spLocks noGrp="1"/>
          </p:cNvSpPr>
          <p:nvPr>
            <p:ph type="sldNum" sz="quarter" idx="12"/>
          </p:nvPr>
        </p:nvSpPr>
        <p:spPr/>
        <p:txBody>
          <a:bodyPr/>
          <a:lstStyle/>
          <a:p>
            <a:fld id="{C53E075B-3175-45CF-B3C7-FEDF3F5961E3}" type="slidenum">
              <a:rPr lang="en-US" smtClean="0"/>
              <a:pPr/>
              <a:t>2</a:t>
            </a:fld>
            <a:endParaRPr lang="en-US" dirty="0"/>
          </a:p>
        </p:txBody>
      </p:sp>
      <p:sp>
        <p:nvSpPr>
          <p:cNvPr id="3" name="Title 2">
            <a:extLst>
              <a:ext uri="{FF2B5EF4-FFF2-40B4-BE49-F238E27FC236}">
                <a16:creationId xmlns:a16="http://schemas.microsoft.com/office/drawing/2014/main" id="{EB180212-F254-22F6-2D3F-295274B55698}"/>
              </a:ext>
            </a:extLst>
          </p:cNvPr>
          <p:cNvSpPr>
            <a:spLocks noGrp="1"/>
          </p:cNvSpPr>
          <p:nvPr>
            <p:ph type="title" idx="4294967295"/>
          </p:nvPr>
        </p:nvSpPr>
        <p:spPr>
          <a:xfrm>
            <a:off x="457198" y="827801"/>
            <a:ext cx="10807700" cy="307975"/>
          </a:xfrm>
        </p:spPr>
        <p:txBody>
          <a:bodyPr/>
          <a:lstStyle/>
          <a:p>
            <a:r>
              <a:rPr lang="en-US" dirty="0"/>
              <a:t>About the Author</a:t>
            </a:r>
          </a:p>
        </p:txBody>
      </p:sp>
      <p:graphicFrame>
        <p:nvGraphicFramePr>
          <p:cNvPr id="7" name="Table 7">
            <a:extLst>
              <a:ext uri="{FF2B5EF4-FFF2-40B4-BE49-F238E27FC236}">
                <a16:creationId xmlns:a16="http://schemas.microsoft.com/office/drawing/2014/main" id="{8BB9C977-D092-225C-1B5D-24298FA3D4CF}"/>
              </a:ext>
            </a:extLst>
          </p:cNvPr>
          <p:cNvGraphicFramePr>
            <a:graphicFrameLocks noGrp="1"/>
          </p:cNvGraphicFramePr>
          <p:nvPr>
            <p:extLst>
              <p:ext uri="{D42A27DB-BD31-4B8C-83A1-F6EECF244321}">
                <p14:modId xmlns:p14="http://schemas.microsoft.com/office/powerpoint/2010/main" val="1623450095"/>
              </p:ext>
            </p:extLst>
          </p:nvPr>
        </p:nvGraphicFramePr>
        <p:xfrm>
          <a:off x="214603" y="1872579"/>
          <a:ext cx="9489233" cy="1859379"/>
        </p:xfrm>
        <a:graphic>
          <a:graphicData uri="http://schemas.openxmlformats.org/drawingml/2006/table">
            <a:tbl>
              <a:tblPr firstRow="1" bandRow="1">
                <a:tableStyleId>{5C22544A-7EE6-4342-B048-85BDC9FD1C3A}</a:tableStyleId>
              </a:tblPr>
              <a:tblGrid>
                <a:gridCol w="2955023">
                  <a:extLst>
                    <a:ext uri="{9D8B030D-6E8A-4147-A177-3AD203B41FA5}">
                      <a16:colId xmlns:a16="http://schemas.microsoft.com/office/drawing/2014/main" val="4154468561"/>
                    </a:ext>
                  </a:extLst>
                </a:gridCol>
                <a:gridCol w="6534210">
                  <a:extLst>
                    <a:ext uri="{9D8B030D-6E8A-4147-A177-3AD203B41FA5}">
                      <a16:colId xmlns:a16="http://schemas.microsoft.com/office/drawing/2014/main" val="38167267"/>
                    </a:ext>
                  </a:extLst>
                </a:gridCol>
              </a:tblGrid>
              <a:tr h="422991">
                <a:tc>
                  <a:txBody>
                    <a:bodyPr/>
                    <a:lstStyle/>
                    <a:p>
                      <a:pPr algn="ctr"/>
                      <a:r>
                        <a:rPr lang="en-IN" dirty="0"/>
                        <a:t>Created By: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0" lvl="0" indent="0" algn="l" defTabSz="914400" rtl="0" eaLnBrk="1" fontAlgn="base" latinLnBrk="0" hangingPunct="1">
                        <a:lnSpc>
                          <a:spcPct val="100000"/>
                        </a:lnSpc>
                        <a:spcBef>
                          <a:spcPct val="20000"/>
                        </a:spcBef>
                        <a:spcAft>
                          <a:spcPct val="0"/>
                        </a:spcAft>
                        <a:buClrTx/>
                        <a:buSzPct val="95000"/>
                        <a:buFont typeface="Wingdings" pitchFamily="2" charset="2"/>
                        <a:buNone/>
                        <a:tabLst/>
                      </a:pPr>
                      <a:r>
                        <a:rPr lang="en-US" sz="1800" b="0" kern="1200" baseline="0" dirty="0">
                          <a:solidFill>
                            <a:schemeClr val="tx1"/>
                          </a:solidFill>
                          <a:latin typeface="+mn-lt"/>
                          <a:ea typeface="Arial Unicode MS" pitchFamily="34" charset="-128"/>
                          <a:cs typeface="Arial Unicode MS" pitchFamily="34" charset="-128"/>
                        </a:rPr>
                        <a:t>Subham Chowdhury, Arpita Bhattacharya, Supriyo Saha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466774224"/>
                  </a:ext>
                </a:extLst>
              </a:tr>
              <a:tr h="0">
                <a:tc>
                  <a:txBody>
                    <a:bodyPr/>
                    <a:lstStyle/>
                    <a:p>
                      <a:pPr algn="ctr"/>
                      <a:r>
                        <a:rPr lang="en-IN" sz="1800" b="1" kern="1200" dirty="0">
                          <a:solidFill>
                            <a:schemeClr val="lt1"/>
                          </a:solidFill>
                          <a:latin typeface="+mn-lt"/>
                          <a:ea typeface="+mn-ea"/>
                          <a:cs typeface="+mn-cs"/>
                        </a:rPr>
                        <a:t>Credential Information: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0" lvl="0" indent="0" algn="l" defTabSz="914400" rtl="0" eaLnBrk="1" fontAlgn="base" latinLnBrk="0" hangingPunct="1">
                        <a:lnSpc>
                          <a:spcPct val="100000"/>
                        </a:lnSpc>
                        <a:spcBef>
                          <a:spcPct val="20000"/>
                        </a:spcBef>
                        <a:spcAft>
                          <a:spcPct val="0"/>
                        </a:spcAft>
                        <a:buClrTx/>
                        <a:buSzPct val="95000"/>
                        <a:buFont typeface="Wingdings" pitchFamily="2" charset="2"/>
                        <a:buNone/>
                        <a:tabLst/>
                        <a:defRPr/>
                      </a:pPr>
                      <a:r>
                        <a:rPr lang="en-US" sz="1800" kern="1200" baseline="0" dirty="0">
                          <a:solidFill>
                            <a:schemeClr val="tx1"/>
                          </a:solidFill>
                          <a:latin typeface="+mn-lt"/>
                          <a:ea typeface="Arial Unicode MS" pitchFamily="34" charset="-128"/>
                          <a:cs typeface="Arial Unicode MS" pitchFamily="34" charset="-128"/>
                        </a:rPr>
                        <a:t>Associate – Projects, Sr. Consultant CRM – EAS Salesforce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766306729"/>
                  </a:ext>
                </a:extLst>
              </a:tr>
              <a:tr h="430548">
                <a:tc>
                  <a:txBody>
                    <a:bodyPr/>
                    <a:lstStyle/>
                    <a:p>
                      <a:pPr algn="ctr"/>
                      <a:r>
                        <a:rPr lang="en-IN" sz="1800" b="1" kern="1200" dirty="0">
                          <a:solidFill>
                            <a:schemeClr val="lt1"/>
                          </a:solidFill>
                          <a:latin typeface="+mn-lt"/>
                          <a:ea typeface="+mn-ea"/>
                          <a:cs typeface="+mn-cs"/>
                        </a:rPr>
                        <a:t>Version and 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normalizeH="0" baseline="0" dirty="0">
                          <a:ln>
                            <a:noFill/>
                          </a:ln>
                          <a:solidFill>
                            <a:schemeClr val="tx1"/>
                          </a:solidFill>
                          <a:effectLst/>
                          <a:latin typeface="+mn-lt"/>
                          <a:ea typeface="+mn-ea"/>
                          <a:cs typeface="+mn-cs"/>
                        </a:rPr>
                        <a:t>Version 1, 01-22-2018, V2.0: July-2023:Updated with Lightning UI</a:t>
                      </a:r>
                      <a:endParaRPr lang="en-US" sz="1600" kern="1200" baseline="0" dirty="0">
                        <a:solidFill>
                          <a:schemeClr val="tx1"/>
                        </a:solidFill>
                        <a:latin typeface="Arial Unicode MS" pitchFamily="34" charset="-128"/>
                        <a:ea typeface="Arial Unicode MS" pitchFamily="34" charset="-128"/>
                        <a:cs typeface="Arial Unicode MS" pitchFamily="34"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43725294"/>
                  </a:ext>
                </a:extLst>
              </a:tr>
              <a:tr h="430548">
                <a:tc>
                  <a:txBody>
                    <a:bodyPr/>
                    <a:lstStyle/>
                    <a:p>
                      <a:pPr algn="ctr"/>
                      <a:r>
                        <a:rPr lang="en-US" sz="1800" b="1" kern="1200" dirty="0">
                          <a:solidFill>
                            <a:schemeClr val="lt1"/>
                          </a:solidFill>
                          <a:latin typeface="+mn-lt"/>
                          <a:ea typeface="+mn-ea"/>
                          <a:cs typeface="+mn-cs"/>
                        </a:rPr>
                        <a:t>Modified By:</a:t>
                      </a:r>
                      <a:endParaRPr lang="en-IN" sz="18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normalizeH="0" baseline="0" dirty="0">
                          <a:ln>
                            <a:noFill/>
                          </a:ln>
                          <a:solidFill>
                            <a:schemeClr val="tx1"/>
                          </a:solidFill>
                          <a:effectLst/>
                          <a:latin typeface="+mn-lt"/>
                          <a:ea typeface="+mn-ea"/>
                          <a:cs typeface="+mn-cs"/>
                        </a:rPr>
                        <a:t>Ritesh Kumar Prasad &amp; </a:t>
                      </a:r>
                      <a:r>
                        <a:rPr kumimoji="0" lang="en-US" sz="1800" b="0" i="0" u="none" strike="noStrike" kern="1200" cap="none" normalizeH="0" baseline="0" dirty="0" err="1">
                          <a:ln>
                            <a:noFill/>
                          </a:ln>
                          <a:solidFill>
                            <a:schemeClr val="tx1"/>
                          </a:solidFill>
                          <a:effectLst/>
                          <a:latin typeface="+mn-lt"/>
                          <a:ea typeface="+mn-ea"/>
                          <a:cs typeface="+mn-cs"/>
                        </a:rPr>
                        <a:t>Srijena,N</a:t>
                      </a:r>
                      <a:endParaRPr kumimoji="0" lang="en-US" sz="1800" b="0" i="0" u="none" strike="noStrike" kern="1200" cap="none" normalizeH="0" baseline="0" dirty="0">
                        <a:ln>
                          <a:noFill/>
                        </a:ln>
                        <a:solidFill>
                          <a:schemeClr val="tx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42079958"/>
                  </a:ext>
                </a:extLst>
              </a:tr>
            </a:tbl>
          </a:graphicData>
        </a:graphic>
      </p:graphicFrame>
    </p:spTree>
    <p:extLst>
      <p:ext uri="{BB962C8B-B14F-4D97-AF65-F5344CB8AC3E}">
        <p14:creationId xmlns:p14="http://schemas.microsoft.com/office/powerpoint/2010/main" val="20639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Cognizant 2015</a:t>
            </a:r>
            <a:endParaRPr lang="en-US" dirty="0"/>
          </a:p>
        </p:txBody>
      </p:sp>
      <p:sp>
        <p:nvSpPr>
          <p:cNvPr id="4" name="Slide Number Placeholder 3"/>
          <p:cNvSpPr>
            <a:spLocks noGrp="1"/>
          </p:cNvSpPr>
          <p:nvPr>
            <p:ph type="sldNum" sz="quarter" idx="12"/>
          </p:nvPr>
        </p:nvSpPr>
        <p:spPr/>
        <p:txBody>
          <a:bodyPr/>
          <a:lstStyle/>
          <a:p>
            <a:fld id="{47ED8886-DB3B-44F4-9A80-E6A224679F20}" type="slidenum">
              <a:rPr lang="en-US" smtClean="0"/>
              <a:pPr/>
              <a:t>3</a:t>
            </a:fld>
            <a:endParaRPr lang="en-US" dirty="0"/>
          </a:p>
        </p:txBody>
      </p:sp>
      <p:sp>
        <p:nvSpPr>
          <p:cNvPr id="3" name="Title 2"/>
          <p:cNvSpPr>
            <a:spLocks noGrp="1"/>
          </p:cNvSpPr>
          <p:nvPr>
            <p:ph type="title" idx="4294967295"/>
          </p:nvPr>
        </p:nvSpPr>
        <p:spPr>
          <a:xfrm>
            <a:off x="692150" y="666578"/>
            <a:ext cx="10807700" cy="369887"/>
          </a:xfrm>
        </p:spPr>
        <p:txBody>
          <a:bodyPr vert="horz" lIns="91440" tIns="45720" rIns="91440" bIns="45720" rtlCol="0" anchor="ctr">
            <a:noAutofit/>
          </a:bodyPr>
          <a:lstStyle/>
          <a:p>
            <a:r>
              <a:rPr lang="en-US" sz="1700" dirty="0"/>
              <a:t>Objectives</a:t>
            </a:r>
          </a:p>
        </p:txBody>
      </p:sp>
      <p:sp>
        <p:nvSpPr>
          <p:cNvPr id="2" name="Content Placeholder 1"/>
          <p:cNvSpPr>
            <a:spLocks noGrp="1"/>
          </p:cNvSpPr>
          <p:nvPr>
            <p:ph idx="4294967295"/>
          </p:nvPr>
        </p:nvSpPr>
        <p:spPr>
          <a:xfrm>
            <a:off x="809298" y="1463040"/>
            <a:ext cx="7543800" cy="4983162"/>
          </a:xfrm>
        </p:spPr>
        <p:txBody>
          <a:bodyPr/>
          <a:lstStyle/>
          <a:p>
            <a:r>
              <a:rPr dirty="0">
                <a:solidFill>
                  <a:schemeClr val="tx1"/>
                </a:solidFill>
              </a:rPr>
              <a:t>After completing this chapter, you will be able to:</a:t>
            </a:r>
          </a:p>
          <a:p>
            <a:endParaRPr dirty="0">
              <a:solidFill>
                <a:schemeClr val="tx1"/>
              </a:solidFill>
            </a:endParaRPr>
          </a:p>
          <a:p>
            <a:pPr lvl="1"/>
            <a:r>
              <a:rPr lang="en-US" dirty="0">
                <a:solidFill>
                  <a:schemeClr val="tx1"/>
                </a:solidFill>
              </a:rPr>
              <a:t>Describe Medical Inquiries life cycle</a:t>
            </a:r>
          </a:p>
          <a:p>
            <a:pPr lvl="1"/>
            <a:r>
              <a:rPr lang="en-US" dirty="0">
                <a:solidFill>
                  <a:schemeClr val="tx1"/>
                </a:solidFill>
              </a:rPr>
              <a:t>Define the components of Medical Inquiry</a:t>
            </a:r>
          </a:p>
          <a:p>
            <a:pPr lvl="1"/>
            <a:r>
              <a:rPr lang="en-US" dirty="0">
                <a:solidFill>
                  <a:schemeClr val="tx1"/>
                </a:solidFill>
              </a:rPr>
              <a:t>Configure various components of Medical Inquiry module</a:t>
            </a:r>
          </a:p>
          <a:p>
            <a:pPr lvl="1"/>
            <a:r>
              <a:rPr lang="en-US" dirty="0">
                <a:solidFill>
                  <a:schemeClr val="tx1"/>
                </a:solidFill>
              </a:rPr>
              <a:t>Configure Medical Inquiry module for multiple Product inquiries</a:t>
            </a:r>
          </a:p>
        </p:txBody>
      </p:sp>
      <p:pic>
        <p:nvPicPr>
          <p:cNvPr id="4098" name="Picture 2" descr="D:\Images\Images\Objective\shutterstock_67901683.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8001000" y="1218474"/>
            <a:ext cx="2748038" cy="4122057"/>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 Cognizant 2015</a:t>
            </a:r>
            <a:endParaRPr lang="en-US" dirty="0"/>
          </a:p>
        </p:txBody>
      </p:sp>
      <p:sp>
        <p:nvSpPr>
          <p:cNvPr id="5" name="Slide Number Placeholder 4"/>
          <p:cNvSpPr>
            <a:spLocks noGrp="1"/>
          </p:cNvSpPr>
          <p:nvPr>
            <p:ph type="sldNum" sz="quarter" idx="12"/>
          </p:nvPr>
        </p:nvSpPr>
        <p:spPr/>
        <p:txBody>
          <a:bodyPr/>
          <a:lstStyle/>
          <a:p>
            <a:fld id="{E7AF38FF-B38D-4060-8B8D-2D16AAFBAAC1}" type="slidenum">
              <a:rPr lang="en-US" smtClean="0"/>
              <a:pPr/>
              <a:t>4</a:t>
            </a:fld>
            <a:endParaRPr lang="en-US" dirty="0"/>
          </a:p>
        </p:txBody>
      </p:sp>
      <p:sp>
        <p:nvSpPr>
          <p:cNvPr id="2" name="Title 1"/>
          <p:cNvSpPr>
            <a:spLocks noGrp="1"/>
          </p:cNvSpPr>
          <p:nvPr>
            <p:ph type="title" idx="4294967295"/>
          </p:nvPr>
        </p:nvSpPr>
        <p:spPr>
          <a:xfrm>
            <a:off x="809298" y="627856"/>
            <a:ext cx="10807700" cy="369887"/>
          </a:xfrm>
        </p:spPr>
        <p:txBody>
          <a:bodyPr/>
          <a:lstStyle/>
          <a:p>
            <a:r>
              <a:rPr lang="en-US" sz="1700" dirty="0"/>
              <a:t>Recap ... </a:t>
            </a:r>
          </a:p>
        </p:txBody>
      </p:sp>
      <p:sp>
        <p:nvSpPr>
          <p:cNvPr id="3" name="Content Placeholder 2"/>
          <p:cNvSpPr>
            <a:spLocks noGrp="1"/>
          </p:cNvSpPr>
          <p:nvPr>
            <p:ph idx="4294967295"/>
          </p:nvPr>
        </p:nvSpPr>
        <p:spPr>
          <a:xfrm>
            <a:off x="809298" y="1280477"/>
            <a:ext cx="9829800" cy="4983162"/>
          </a:xfrm>
        </p:spPr>
        <p:txBody>
          <a:bodyPr/>
          <a:lstStyle/>
          <a:p>
            <a:pPr marL="0" indent="0">
              <a:buNone/>
            </a:pPr>
            <a:r>
              <a:rPr lang="en-US" dirty="0">
                <a:solidFill>
                  <a:schemeClr val="tx1"/>
                </a:solidFill>
              </a:rPr>
              <a:t>In the previous Module - </a:t>
            </a:r>
            <a:r>
              <a:rPr lang="en-US" i="1" dirty="0">
                <a:solidFill>
                  <a:schemeClr val="tx1"/>
                </a:solidFill>
              </a:rPr>
              <a:t>Survey Management</a:t>
            </a:r>
            <a:r>
              <a:rPr lang="en-US" dirty="0">
                <a:solidFill>
                  <a:schemeClr val="tx1"/>
                </a:solidFill>
              </a:rPr>
              <a:t>, you learnt to:</a:t>
            </a:r>
          </a:p>
          <a:p>
            <a:pPr marL="0" indent="0">
              <a:buNone/>
            </a:pPr>
            <a:endParaRPr lang="en-US" dirty="0">
              <a:solidFill>
                <a:schemeClr val="tx1"/>
              </a:solidFill>
            </a:endParaRPr>
          </a:p>
          <a:p>
            <a:pPr lvl="1"/>
            <a:r>
              <a:rPr lang="en-US" dirty="0">
                <a:solidFill>
                  <a:schemeClr val="tx1"/>
                </a:solidFill>
              </a:rPr>
              <a:t>Describe Survey</a:t>
            </a:r>
          </a:p>
          <a:p>
            <a:pPr lvl="1"/>
            <a:r>
              <a:rPr lang="en-US" dirty="0">
                <a:solidFill>
                  <a:schemeClr val="tx1"/>
                </a:solidFill>
              </a:rPr>
              <a:t>Create new survey</a:t>
            </a:r>
          </a:p>
          <a:p>
            <a:pPr lvl="1"/>
            <a:r>
              <a:rPr lang="en-US" dirty="0">
                <a:solidFill>
                  <a:schemeClr val="tx1"/>
                </a:solidFill>
              </a:rPr>
              <a:t>Describe Survey management</a:t>
            </a:r>
          </a:p>
          <a:p>
            <a:pPr lvl="1"/>
            <a:r>
              <a:rPr lang="en-US" dirty="0">
                <a:solidFill>
                  <a:schemeClr val="tx1"/>
                </a:solidFill>
              </a:rPr>
              <a:t>Describe Survey Data Model</a:t>
            </a:r>
          </a:p>
          <a:p>
            <a:endParaRPr lang="en-US" sz="1800" dirty="0">
              <a:solidFill>
                <a:schemeClr val="tx1"/>
              </a:solidFill>
            </a:endParaRPr>
          </a:p>
          <a:p>
            <a:pPr marL="0" indent="0">
              <a:buNone/>
            </a:pPr>
            <a:r>
              <a:rPr lang="en-US" dirty="0">
                <a:solidFill>
                  <a:schemeClr val="tx1"/>
                </a:solidFill>
              </a:rPr>
              <a:t>And now ... </a:t>
            </a:r>
          </a:p>
          <a:p>
            <a:pPr marL="0" indent="0">
              <a:buNone/>
            </a:pPr>
            <a:endParaRPr lang="en-US" dirty="0">
              <a:solidFill>
                <a:schemeClr val="tx1"/>
              </a:solidFill>
            </a:endParaRPr>
          </a:p>
        </p:txBody>
      </p:sp>
    </p:spTree>
    <p:extLst>
      <p:ext uri="{BB962C8B-B14F-4D97-AF65-F5344CB8AC3E}">
        <p14:creationId xmlns:p14="http://schemas.microsoft.com/office/powerpoint/2010/main" val="25427166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p:cNvSpPr>
            <a:spLocks noGrp="1"/>
          </p:cNvSpPr>
          <p:nvPr>
            <p:ph type="ftr" sz="quarter" idx="11"/>
          </p:nvPr>
        </p:nvSpPr>
        <p:spPr/>
        <p:txBody>
          <a:bodyPr/>
          <a:lstStyle/>
          <a:p>
            <a:r>
              <a:rPr lang="en-US"/>
              <a:t>© Cognizant 2015</a:t>
            </a:r>
            <a:endParaRPr lang="en-US" dirty="0"/>
          </a:p>
        </p:txBody>
      </p:sp>
      <p:sp>
        <p:nvSpPr>
          <p:cNvPr id="4" name="Slide Number Placeholder 3"/>
          <p:cNvSpPr>
            <a:spLocks noGrp="1"/>
          </p:cNvSpPr>
          <p:nvPr>
            <p:ph type="sldNum" sz="quarter" idx="12"/>
          </p:nvPr>
        </p:nvSpPr>
        <p:spPr/>
        <p:txBody>
          <a:bodyPr/>
          <a:lstStyle/>
          <a:p>
            <a:fld id="{47ED8886-DB3B-44F4-9A80-E6A224679F20}" type="slidenum">
              <a:rPr lang="en-US" smtClean="0"/>
              <a:pPr/>
              <a:t>5</a:t>
            </a:fld>
            <a:endParaRPr lang="en-US" dirty="0"/>
          </a:p>
        </p:txBody>
      </p:sp>
      <p:sp>
        <p:nvSpPr>
          <p:cNvPr id="3" name="Title 2"/>
          <p:cNvSpPr>
            <a:spLocks noGrp="1"/>
          </p:cNvSpPr>
          <p:nvPr>
            <p:ph type="title" idx="4294967295"/>
          </p:nvPr>
        </p:nvSpPr>
        <p:spPr>
          <a:xfrm>
            <a:off x="457201" y="433593"/>
            <a:ext cx="10807700" cy="369887"/>
          </a:xfrm>
        </p:spPr>
        <p:txBody>
          <a:bodyPr vert="horz" lIns="91440" tIns="45720" rIns="91440" bIns="45720" rtlCol="0" anchor="ctr">
            <a:noAutofit/>
          </a:bodyPr>
          <a:lstStyle/>
          <a:p>
            <a:r>
              <a:rPr lang="en-US" sz="1700" dirty="0"/>
              <a:t>Overview</a:t>
            </a:r>
          </a:p>
        </p:txBody>
      </p:sp>
      <p:sp>
        <p:nvSpPr>
          <p:cNvPr id="2" name="Content Placeholder 1"/>
          <p:cNvSpPr>
            <a:spLocks noGrp="1"/>
          </p:cNvSpPr>
          <p:nvPr>
            <p:ph idx="4294967295"/>
          </p:nvPr>
        </p:nvSpPr>
        <p:spPr>
          <a:xfrm>
            <a:off x="477325" y="965200"/>
            <a:ext cx="7086600" cy="5029200"/>
          </a:xfrm>
        </p:spPr>
        <p:txBody>
          <a:bodyPr/>
          <a:lstStyle/>
          <a:p>
            <a:r>
              <a:rPr lang="en-US" sz="1800" dirty="0">
                <a:solidFill>
                  <a:schemeClr val="tx1"/>
                </a:solidFill>
              </a:rPr>
              <a:t>Medical Inquiries are captured by Sales Representatives from Person Accounts</a:t>
            </a:r>
          </a:p>
          <a:p>
            <a:endParaRPr lang="en-US" sz="1800" dirty="0">
              <a:solidFill>
                <a:schemeClr val="tx1"/>
              </a:solidFill>
            </a:endParaRPr>
          </a:p>
          <a:p>
            <a:r>
              <a:rPr lang="en-US" sz="1800" dirty="0">
                <a:solidFill>
                  <a:schemeClr val="tx1"/>
                </a:solidFill>
              </a:rPr>
              <a:t>Medical Inquiries can be specific to a Product or can be general inquiries by HCPs</a:t>
            </a:r>
          </a:p>
          <a:p>
            <a:endParaRPr lang="en-US" sz="1800" dirty="0">
              <a:solidFill>
                <a:schemeClr val="tx1"/>
              </a:solidFill>
            </a:endParaRPr>
          </a:p>
          <a:p>
            <a:r>
              <a:rPr lang="en-US" sz="1800" dirty="0">
                <a:solidFill>
                  <a:schemeClr val="tx1"/>
                </a:solidFill>
              </a:rPr>
              <a:t>VEEVA Medical Inquiries module allows users to record inquiries, capture and audit signatures</a:t>
            </a:r>
          </a:p>
          <a:p>
            <a:endParaRPr lang="en-US" sz="1800" dirty="0">
              <a:solidFill>
                <a:schemeClr val="tx1"/>
              </a:solidFill>
            </a:endParaRPr>
          </a:p>
          <a:p>
            <a:r>
              <a:rPr lang="en-US" sz="1800" dirty="0">
                <a:solidFill>
                  <a:schemeClr val="tx1"/>
                </a:solidFill>
              </a:rPr>
              <a:t>Inquiries can be captured against Health Care Professionals on the Account page or when recording a Call</a:t>
            </a:r>
          </a:p>
          <a:p>
            <a:endParaRPr lang="en-US" sz="1800" dirty="0">
              <a:solidFill>
                <a:schemeClr val="tx1"/>
              </a:solidFill>
            </a:endParaRPr>
          </a:p>
          <a:p>
            <a:r>
              <a:rPr lang="en-US" sz="1800" dirty="0">
                <a:solidFill>
                  <a:schemeClr val="tx1"/>
                </a:solidFill>
              </a:rPr>
              <a:t>Electronic form in VEEVA to document off-label request and submit to appropriate channels to fulfill the request</a:t>
            </a:r>
          </a:p>
        </p:txBody>
      </p:sp>
      <p:sp>
        <p:nvSpPr>
          <p:cNvPr id="8" name="Rectangle 7"/>
          <p:cNvSpPr/>
          <p:nvPr/>
        </p:nvSpPr>
        <p:spPr>
          <a:xfrm>
            <a:off x="7715261" y="1092204"/>
            <a:ext cx="3257539" cy="4775199"/>
          </a:xfrm>
          <a:prstGeom prst="rect">
            <a:avLst/>
          </a:prstGeom>
          <a:solidFill>
            <a:srgbClr val="81D8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074" name="Picture 2" descr="D:\Images\Images\Overview\shutterstock_72689296.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89335" y="1147762"/>
            <a:ext cx="3109384" cy="46640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Cognizant 2015</a:t>
            </a:r>
            <a:endParaRPr lang="en-US" dirty="0"/>
          </a:p>
        </p:txBody>
      </p:sp>
      <p:sp>
        <p:nvSpPr>
          <p:cNvPr id="4" name="Slide Number Placeholder 3"/>
          <p:cNvSpPr>
            <a:spLocks noGrp="1"/>
          </p:cNvSpPr>
          <p:nvPr>
            <p:ph type="sldNum" sz="quarter" idx="12"/>
          </p:nvPr>
        </p:nvSpPr>
        <p:spPr/>
        <p:txBody>
          <a:bodyPr/>
          <a:lstStyle/>
          <a:p>
            <a:fld id="{47ED8886-DB3B-44F4-9A80-E6A224679F20}" type="slidenum">
              <a:rPr lang="en-US" smtClean="0"/>
              <a:pPr/>
              <a:t>6</a:t>
            </a:fld>
            <a:endParaRPr lang="en-US" dirty="0"/>
          </a:p>
        </p:txBody>
      </p:sp>
      <p:sp>
        <p:nvSpPr>
          <p:cNvPr id="3" name="Title 2"/>
          <p:cNvSpPr>
            <a:spLocks noGrp="1"/>
          </p:cNvSpPr>
          <p:nvPr>
            <p:ph type="title" idx="4294967295"/>
          </p:nvPr>
        </p:nvSpPr>
        <p:spPr>
          <a:xfrm>
            <a:off x="633249" y="543915"/>
            <a:ext cx="10807700" cy="369887"/>
          </a:xfrm>
        </p:spPr>
        <p:txBody>
          <a:bodyPr vert="horz" lIns="91440" tIns="45720" rIns="91440" bIns="45720" rtlCol="0" anchor="ctr">
            <a:noAutofit/>
          </a:bodyPr>
          <a:lstStyle/>
          <a:p>
            <a:r>
              <a:rPr lang="en-US" sz="1700" dirty="0"/>
              <a:t>Do You Know</a:t>
            </a:r>
          </a:p>
        </p:txBody>
      </p:sp>
      <p:sp>
        <p:nvSpPr>
          <p:cNvPr id="2" name="Content Placeholder 1"/>
          <p:cNvSpPr>
            <a:spLocks noGrp="1"/>
          </p:cNvSpPr>
          <p:nvPr>
            <p:ph idx="4294967295"/>
          </p:nvPr>
        </p:nvSpPr>
        <p:spPr>
          <a:xfrm>
            <a:off x="633249" y="1219200"/>
            <a:ext cx="7215351" cy="2838450"/>
          </a:xfrm>
        </p:spPr>
        <p:txBody>
          <a:bodyPr/>
          <a:lstStyle/>
          <a:p>
            <a:pPr algn="just"/>
            <a:r>
              <a:rPr lang="en-US" sz="1800" dirty="0">
                <a:solidFill>
                  <a:schemeClr val="tx1"/>
                </a:solidFill>
              </a:rPr>
              <a:t>If a Medical Inquiry is associated with a Call, the inquiry is submitted when the Call is submitted</a:t>
            </a:r>
          </a:p>
          <a:p>
            <a:pPr algn="just"/>
            <a:endParaRPr lang="en-US" sz="1800" dirty="0">
              <a:solidFill>
                <a:schemeClr val="tx1"/>
              </a:solidFill>
            </a:endParaRPr>
          </a:p>
          <a:p>
            <a:pPr algn="just"/>
            <a:r>
              <a:rPr lang="en-US" sz="1800" dirty="0">
                <a:solidFill>
                  <a:schemeClr val="tx1"/>
                </a:solidFill>
              </a:rPr>
              <a:t>Users can create Medical Inquires in four ways: from an Account Related list, from Account Views, from a Call Report, and from CLM</a:t>
            </a:r>
          </a:p>
          <a:p>
            <a:pPr algn="just"/>
            <a:endParaRPr lang="en-US" sz="1800" dirty="0">
              <a:solidFill>
                <a:schemeClr val="tx1"/>
              </a:solidFill>
            </a:endParaRPr>
          </a:p>
          <a:p>
            <a:pPr algn="just"/>
            <a:r>
              <a:rPr lang="en-US" sz="1800" dirty="0">
                <a:solidFill>
                  <a:schemeClr val="tx1"/>
                </a:solidFill>
              </a:rPr>
              <a:t>The default Medical Inquiry module allows users to capture a single inquiry at a time </a:t>
            </a:r>
          </a:p>
          <a:p>
            <a:pPr algn="just"/>
            <a:endParaRPr lang="en-US" sz="1800" dirty="0">
              <a:solidFill>
                <a:schemeClr val="tx1"/>
              </a:solidFill>
            </a:endParaRPr>
          </a:p>
          <a:p>
            <a:pPr algn="just"/>
            <a:r>
              <a:rPr lang="en-US" sz="1800" dirty="0">
                <a:solidFill>
                  <a:schemeClr val="tx1"/>
                </a:solidFill>
              </a:rPr>
              <a:t>However, it is possible to capture multiple Medical Inquiries at once, even if they are for different products</a:t>
            </a:r>
          </a:p>
          <a:p>
            <a:pPr algn="just"/>
            <a:endParaRPr lang="en-US" sz="1800" dirty="0">
              <a:solidFill>
                <a:schemeClr val="tx1"/>
              </a:solidFill>
            </a:endParaRPr>
          </a:p>
          <a:p>
            <a:pPr algn="just"/>
            <a:endParaRPr lang="en-US" dirty="0">
              <a:solidFill>
                <a:schemeClr val="tx1"/>
              </a:solidFill>
            </a:endParaRPr>
          </a:p>
        </p:txBody>
      </p:sp>
      <p:sp>
        <p:nvSpPr>
          <p:cNvPr id="8" name="Rectangle 7"/>
          <p:cNvSpPr/>
          <p:nvPr/>
        </p:nvSpPr>
        <p:spPr>
          <a:xfrm>
            <a:off x="8388626" y="2114763"/>
            <a:ext cx="3515169" cy="2628472"/>
          </a:xfrm>
          <a:prstGeom prst="rect">
            <a:avLst/>
          </a:prstGeom>
          <a:solidFill>
            <a:srgbClr val="81D8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9" name="Picture 2" descr="D:\Images\Images\Question\shutterstock_157594730.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2572" b="14047"/>
          <a:stretch/>
        </p:blipFill>
        <p:spPr bwMode="auto">
          <a:xfrm>
            <a:off x="8458200" y="2180307"/>
            <a:ext cx="3376023" cy="249738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 Cognizant 2015</a:t>
            </a:r>
            <a:endParaRPr lang="en-US" dirty="0"/>
          </a:p>
        </p:txBody>
      </p:sp>
      <p:sp>
        <p:nvSpPr>
          <p:cNvPr id="2" name="Title 1">
            <a:extLst>
              <a:ext uri="{FF2B5EF4-FFF2-40B4-BE49-F238E27FC236}">
                <a16:creationId xmlns:a16="http://schemas.microsoft.com/office/drawing/2014/main" id="{9071B4CA-8926-9055-EEED-47D1DB17F7BB}"/>
              </a:ext>
            </a:extLst>
          </p:cNvPr>
          <p:cNvSpPr>
            <a:spLocks noGrp="1"/>
          </p:cNvSpPr>
          <p:nvPr>
            <p:ph type="ctrTitle"/>
          </p:nvPr>
        </p:nvSpPr>
        <p:spPr/>
        <p:txBody>
          <a:bodyPr/>
          <a:lstStyle/>
          <a:p>
            <a:r>
              <a:rPr lang="en-US" sz="3600" b="1" dirty="0">
                <a:solidFill>
                  <a:schemeClr val="tx1"/>
                </a:solidFill>
                <a:latin typeface="Arial" panose="020B0604020202020204" pitchFamily="34" charset="0"/>
                <a:cs typeface="Arial" panose="020B0604020202020204" pitchFamily="34" charset="0"/>
              </a:rPr>
              <a:t>Medical Inquiry Life Cycle</a:t>
            </a:r>
            <a:br>
              <a:rPr lang="en-US" sz="3600" b="1" dirty="0">
                <a:solidFill>
                  <a:schemeClr val="tx1"/>
                </a:solidFill>
                <a:latin typeface="Arial" panose="020B0604020202020204" pitchFamily="34" charset="0"/>
                <a:cs typeface="Arial" panose="020B0604020202020204" pitchFamily="34" charset="0"/>
              </a:rPr>
            </a:br>
            <a:endParaRPr lang="en-IN" dirty="0"/>
          </a:p>
        </p:txBody>
      </p:sp>
      <p:sp>
        <p:nvSpPr>
          <p:cNvPr id="3" name="Subtitle 2">
            <a:extLst>
              <a:ext uri="{FF2B5EF4-FFF2-40B4-BE49-F238E27FC236}">
                <a16:creationId xmlns:a16="http://schemas.microsoft.com/office/drawing/2014/main" id="{B0BB4DED-7747-4896-773F-47CC521677E5}"/>
              </a:ext>
            </a:extLst>
          </p:cNvPr>
          <p:cNvSpPr>
            <a:spLocks noGrp="1"/>
          </p:cNvSpPr>
          <p:nvPr>
            <p:ph type="subTitle" idx="1"/>
          </p:nvPr>
        </p:nvSpPr>
        <p:spPr/>
        <p:txBody>
          <a:bodyPr/>
          <a:lstStyle/>
          <a:p>
            <a:endParaRPr lang="en-IN"/>
          </a:p>
        </p:txBody>
      </p:sp>
      <p:sp>
        <p:nvSpPr>
          <p:cNvPr id="7" name="Text Placeholder 6">
            <a:extLst>
              <a:ext uri="{FF2B5EF4-FFF2-40B4-BE49-F238E27FC236}">
                <a16:creationId xmlns:a16="http://schemas.microsoft.com/office/drawing/2014/main" id="{02605CB5-EA4C-E0A6-35E2-E316337F589F}"/>
              </a:ext>
            </a:extLst>
          </p:cNvPr>
          <p:cNvSpPr>
            <a:spLocks noGrp="1"/>
          </p:cNvSpPr>
          <p:nvPr>
            <p:ph type="body" idx="12"/>
          </p:nvPr>
        </p:nvSpPr>
        <p:spPr/>
        <p:txBody>
          <a:bodyPr/>
          <a:lstStyle/>
          <a:p>
            <a:endParaRPr lang="en-IN"/>
          </a:p>
        </p:txBody>
      </p:sp>
      <p:sp>
        <p:nvSpPr>
          <p:cNvPr id="5" name="Slide Number Placeholder 4"/>
          <p:cNvSpPr>
            <a:spLocks noGrp="1"/>
          </p:cNvSpPr>
          <p:nvPr>
            <p:ph type="sldNum" sz="quarter" idx="4294967295"/>
          </p:nvPr>
        </p:nvSpPr>
        <p:spPr>
          <a:xfrm>
            <a:off x="0" y="6264275"/>
            <a:ext cx="352425" cy="365125"/>
          </a:xfrm>
        </p:spPr>
        <p:txBody>
          <a:bodyPr/>
          <a:lstStyle/>
          <a:p>
            <a:fld id="{E7AF38FF-B38D-4060-8B8D-2D16AAFBAAC1}" type="slidenum">
              <a:rPr lang="en-US" smtClean="0"/>
              <a:pPr/>
              <a:t>7</a:t>
            </a:fld>
            <a:endParaRPr lang="en-US"/>
          </a:p>
        </p:txBody>
      </p:sp>
      <p:sp>
        <p:nvSpPr>
          <p:cNvPr id="6" name="Rectangle 5"/>
          <p:cNvSpPr/>
          <p:nvPr/>
        </p:nvSpPr>
        <p:spPr>
          <a:xfrm>
            <a:off x="685800" y="5341260"/>
            <a:ext cx="7848601" cy="7547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endParaRPr lang="en-US" sz="2800" b="1"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850365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 Cognizant 2015</a:t>
            </a:r>
            <a:endParaRPr lang="en-US" dirty="0"/>
          </a:p>
        </p:txBody>
      </p:sp>
      <p:sp>
        <p:nvSpPr>
          <p:cNvPr id="5" name="Slide Number Placeholder 4"/>
          <p:cNvSpPr>
            <a:spLocks noGrp="1"/>
          </p:cNvSpPr>
          <p:nvPr>
            <p:ph type="sldNum" sz="quarter" idx="12"/>
          </p:nvPr>
        </p:nvSpPr>
        <p:spPr/>
        <p:txBody>
          <a:bodyPr/>
          <a:lstStyle/>
          <a:p>
            <a:fld id="{E7AF38FF-B38D-4060-8B8D-2D16AAFBAAC1}" type="slidenum">
              <a:rPr lang="en-US" smtClean="0"/>
              <a:pPr/>
              <a:t>8</a:t>
            </a:fld>
            <a:endParaRPr lang="en-US"/>
          </a:p>
        </p:txBody>
      </p:sp>
      <p:sp>
        <p:nvSpPr>
          <p:cNvPr id="2" name="Title 1"/>
          <p:cNvSpPr>
            <a:spLocks noGrp="1"/>
          </p:cNvSpPr>
          <p:nvPr>
            <p:ph type="title" idx="4294967295"/>
          </p:nvPr>
        </p:nvSpPr>
        <p:spPr>
          <a:xfrm>
            <a:off x="633249" y="304800"/>
            <a:ext cx="10807700" cy="369887"/>
          </a:xfrm>
        </p:spPr>
        <p:txBody>
          <a:bodyPr vert="horz" lIns="91440" tIns="45720" rIns="91440" bIns="45720" rtlCol="0" anchor="ctr">
            <a:noAutofit/>
          </a:bodyPr>
          <a:lstStyle/>
          <a:p>
            <a:r>
              <a:rPr lang="en-US" sz="1700" dirty="0"/>
              <a:t>Medical Inquiry: Life Cycle</a:t>
            </a:r>
          </a:p>
        </p:txBody>
      </p:sp>
      <p:graphicFrame>
        <p:nvGraphicFramePr>
          <p:cNvPr id="7" name="Diagram 6"/>
          <p:cNvGraphicFramePr/>
          <p:nvPr>
            <p:extLst>
              <p:ext uri="{D42A27DB-BD31-4B8C-83A1-F6EECF244321}">
                <p14:modId xmlns:p14="http://schemas.microsoft.com/office/powerpoint/2010/main" val="1663122475"/>
              </p:ext>
            </p:extLst>
          </p:nvPr>
        </p:nvGraphicFramePr>
        <p:xfrm>
          <a:off x="-533400" y="489743"/>
          <a:ext cx="13258800" cy="58184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242818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 Cognizant 2015</a:t>
            </a:r>
            <a:endParaRPr lang="en-US" dirty="0"/>
          </a:p>
        </p:txBody>
      </p:sp>
      <p:sp>
        <p:nvSpPr>
          <p:cNvPr id="2" name="Title 1">
            <a:extLst>
              <a:ext uri="{FF2B5EF4-FFF2-40B4-BE49-F238E27FC236}">
                <a16:creationId xmlns:a16="http://schemas.microsoft.com/office/drawing/2014/main" id="{11322E4E-DE57-533E-789F-B75341EB96AD}"/>
              </a:ext>
            </a:extLst>
          </p:cNvPr>
          <p:cNvSpPr>
            <a:spLocks noGrp="1"/>
          </p:cNvSpPr>
          <p:nvPr>
            <p:ph type="ctrTitle"/>
          </p:nvPr>
        </p:nvSpPr>
        <p:spPr/>
        <p:txBody>
          <a:bodyPr/>
          <a:lstStyle/>
          <a:p>
            <a:r>
              <a:rPr lang="en-US" sz="3600" b="1" dirty="0">
                <a:solidFill>
                  <a:schemeClr val="tx1"/>
                </a:solidFill>
                <a:latin typeface="Arial" panose="020B0604020202020204" pitchFamily="34" charset="0"/>
                <a:cs typeface="Arial" panose="020B0604020202020204" pitchFamily="34" charset="0"/>
              </a:rPr>
              <a:t>Components of Medical Inquiries</a:t>
            </a:r>
            <a:br>
              <a:rPr lang="en-US" sz="3600" b="1" dirty="0">
                <a:solidFill>
                  <a:schemeClr val="tx1"/>
                </a:solidFill>
                <a:latin typeface="Arial" panose="020B0604020202020204" pitchFamily="34" charset="0"/>
                <a:cs typeface="Arial" panose="020B0604020202020204" pitchFamily="34" charset="0"/>
              </a:rPr>
            </a:br>
            <a:endParaRPr lang="en-IN" dirty="0"/>
          </a:p>
        </p:txBody>
      </p:sp>
      <p:sp>
        <p:nvSpPr>
          <p:cNvPr id="3" name="Subtitle 2">
            <a:extLst>
              <a:ext uri="{FF2B5EF4-FFF2-40B4-BE49-F238E27FC236}">
                <a16:creationId xmlns:a16="http://schemas.microsoft.com/office/drawing/2014/main" id="{23566888-2345-EB9E-B436-079D78AD169A}"/>
              </a:ext>
            </a:extLst>
          </p:cNvPr>
          <p:cNvSpPr>
            <a:spLocks noGrp="1"/>
          </p:cNvSpPr>
          <p:nvPr>
            <p:ph type="subTitle" idx="1"/>
          </p:nvPr>
        </p:nvSpPr>
        <p:spPr/>
        <p:txBody>
          <a:bodyPr/>
          <a:lstStyle/>
          <a:p>
            <a:endParaRPr lang="en-IN"/>
          </a:p>
        </p:txBody>
      </p:sp>
      <p:sp>
        <p:nvSpPr>
          <p:cNvPr id="7" name="Text Placeholder 6">
            <a:extLst>
              <a:ext uri="{FF2B5EF4-FFF2-40B4-BE49-F238E27FC236}">
                <a16:creationId xmlns:a16="http://schemas.microsoft.com/office/drawing/2014/main" id="{834550E1-009C-3FFA-A68A-C99D718CD4F1}"/>
              </a:ext>
            </a:extLst>
          </p:cNvPr>
          <p:cNvSpPr>
            <a:spLocks noGrp="1"/>
          </p:cNvSpPr>
          <p:nvPr>
            <p:ph type="body" idx="12"/>
          </p:nvPr>
        </p:nvSpPr>
        <p:spPr/>
        <p:txBody>
          <a:bodyPr/>
          <a:lstStyle/>
          <a:p>
            <a:endParaRPr lang="en-IN"/>
          </a:p>
        </p:txBody>
      </p:sp>
      <p:sp>
        <p:nvSpPr>
          <p:cNvPr id="5" name="Slide Number Placeholder 4"/>
          <p:cNvSpPr>
            <a:spLocks noGrp="1"/>
          </p:cNvSpPr>
          <p:nvPr>
            <p:ph type="sldNum" sz="quarter" idx="4294967295"/>
          </p:nvPr>
        </p:nvSpPr>
        <p:spPr>
          <a:xfrm>
            <a:off x="0" y="6264275"/>
            <a:ext cx="352425" cy="365125"/>
          </a:xfrm>
        </p:spPr>
        <p:txBody>
          <a:bodyPr/>
          <a:lstStyle/>
          <a:p>
            <a:fld id="{E7AF38FF-B38D-4060-8B8D-2D16AAFBAAC1}" type="slidenum">
              <a:rPr lang="en-US" smtClean="0"/>
              <a:pPr/>
              <a:t>9</a:t>
            </a:fld>
            <a:endParaRPr lang="en-US"/>
          </a:p>
        </p:txBody>
      </p:sp>
      <p:sp>
        <p:nvSpPr>
          <p:cNvPr id="6" name="Rectangle 5"/>
          <p:cNvSpPr/>
          <p:nvPr/>
        </p:nvSpPr>
        <p:spPr>
          <a:xfrm>
            <a:off x="838200" y="5341260"/>
            <a:ext cx="7391401" cy="7547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endParaRPr lang="en-US" sz="2800" b="1"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836258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a:t>© Cognizant 2015</a:t>
            </a:r>
            <a:endParaRPr lang="en-US" dirty="0"/>
          </a:p>
        </p:txBody>
      </p:sp>
      <p:sp>
        <p:nvSpPr>
          <p:cNvPr id="4" name="Slide Number Placeholder 3"/>
          <p:cNvSpPr>
            <a:spLocks noGrp="1"/>
          </p:cNvSpPr>
          <p:nvPr>
            <p:ph type="sldNum" sz="quarter" idx="12"/>
          </p:nvPr>
        </p:nvSpPr>
        <p:spPr/>
        <p:txBody>
          <a:bodyPr/>
          <a:lstStyle/>
          <a:p>
            <a:fld id="{47ED8886-DB3B-44F4-9A80-E6A224679F20}" type="slidenum">
              <a:rPr lang="en-US" smtClean="0"/>
              <a:pPr/>
              <a:t>10</a:t>
            </a:fld>
            <a:endParaRPr lang="en-US" dirty="0"/>
          </a:p>
        </p:txBody>
      </p:sp>
      <p:sp>
        <p:nvSpPr>
          <p:cNvPr id="3" name="Title 2"/>
          <p:cNvSpPr>
            <a:spLocks noGrp="1"/>
          </p:cNvSpPr>
          <p:nvPr>
            <p:ph type="title" idx="4294967295"/>
          </p:nvPr>
        </p:nvSpPr>
        <p:spPr>
          <a:xfrm>
            <a:off x="457201" y="348456"/>
            <a:ext cx="10807700" cy="369887"/>
          </a:xfrm>
        </p:spPr>
        <p:txBody>
          <a:bodyPr vert="horz" lIns="91440" tIns="45720" rIns="91440" bIns="45720" rtlCol="0" anchor="ctr">
            <a:noAutofit/>
          </a:bodyPr>
          <a:lstStyle/>
          <a:p>
            <a:r>
              <a:rPr lang="en-US" sz="1700" dirty="0"/>
              <a:t>Components of Medical Inquiry ... 1</a:t>
            </a:r>
          </a:p>
        </p:txBody>
      </p:sp>
      <p:sp>
        <p:nvSpPr>
          <p:cNvPr id="2" name="Content Placeholder 1"/>
          <p:cNvSpPr>
            <a:spLocks noGrp="1"/>
          </p:cNvSpPr>
          <p:nvPr>
            <p:ph idx="4294967295"/>
          </p:nvPr>
        </p:nvSpPr>
        <p:spPr>
          <a:xfrm>
            <a:off x="633249" y="747791"/>
            <a:ext cx="8967952" cy="5486400"/>
          </a:xfrm>
        </p:spPr>
        <p:txBody>
          <a:bodyPr/>
          <a:lstStyle/>
          <a:p>
            <a:pPr marL="0" indent="0">
              <a:buNone/>
            </a:pPr>
            <a:r>
              <a:rPr lang="en-US" dirty="0">
                <a:solidFill>
                  <a:schemeClr val="tx1"/>
                </a:solidFill>
              </a:rPr>
              <a:t>All Medical Inquiries include the below components:</a:t>
            </a:r>
          </a:p>
          <a:p>
            <a:r>
              <a:rPr lang="en-US" b="1" dirty="0">
                <a:solidFill>
                  <a:schemeClr val="tx1"/>
                </a:solidFill>
              </a:rPr>
              <a:t>Account lookup</a:t>
            </a:r>
          </a:p>
          <a:p>
            <a:pPr lvl="1"/>
            <a:r>
              <a:rPr lang="en-US" dirty="0">
                <a:solidFill>
                  <a:schemeClr val="tx1"/>
                </a:solidFill>
              </a:rPr>
              <a:t>Users can raise Medical Inquiries for Person Accounts</a:t>
            </a:r>
          </a:p>
          <a:p>
            <a:pPr lvl="1"/>
            <a:r>
              <a:rPr lang="en-US" dirty="0">
                <a:solidFill>
                  <a:schemeClr val="tx1"/>
                </a:solidFill>
              </a:rPr>
              <a:t>The </a:t>
            </a:r>
            <a:r>
              <a:rPr lang="en-US" dirty="0" err="1">
                <a:solidFill>
                  <a:schemeClr val="tx1"/>
                </a:solidFill>
              </a:rPr>
              <a:t>Account_vod</a:t>
            </a:r>
            <a:r>
              <a:rPr lang="en-US" dirty="0">
                <a:solidFill>
                  <a:schemeClr val="tx1"/>
                </a:solidFill>
              </a:rPr>
              <a:t> field on Medical Inquiry object is a lookup to Account object to store the reference of the account for whom the Medical Inquiry is captured</a:t>
            </a:r>
          </a:p>
          <a:p>
            <a:pPr marL="457200" lvl="1" indent="0">
              <a:buNone/>
            </a:pPr>
            <a:endParaRPr lang="en-US" dirty="0">
              <a:solidFill>
                <a:schemeClr val="tx1"/>
              </a:solidFill>
            </a:endParaRPr>
          </a:p>
          <a:p>
            <a:r>
              <a:rPr lang="en-US" b="1" dirty="0">
                <a:solidFill>
                  <a:schemeClr val="tx1"/>
                </a:solidFill>
              </a:rPr>
              <a:t>Inquiry Text</a:t>
            </a:r>
          </a:p>
          <a:p>
            <a:pPr lvl="1"/>
            <a:r>
              <a:rPr lang="en-US" dirty="0">
                <a:solidFill>
                  <a:schemeClr val="tx1"/>
                </a:solidFill>
              </a:rPr>
              <a:t>This field is used to store the HCP’s question/inquiry</a:t>
            </a:r>
          </a:p>
          <a:p>
            <a:endParaRPr lang="en-US" b="1" dirty="0">
              <a:solidFill>
                <a:schemeClr val="tx1"/>
              </a:solidFill>
            </a:endParaRPr>
          </a:p>
          <a:p>
            <a:r>
              <a:rPr lang="en-US" b="1" dirty="0">
                <a:solidFill>
                  <a:schemeClr val="tx1"/>
                </a:solidFill>
              </a:rPr>
              <a:t>Delivery Method</a:t>
            </a:r>
          </a:p>
          <a:p>
            <a:pPr lvl="1"/>
            <a:r>
              <a:rPr lang="en-US" dirty="0">
                <a:solidFill>
                  <a:schemeClr val="tx1"/>
                </a:solidFill>
              </a:rPr>
              <a:t>This field stored the method in which the HCP would like to receive a response to the Medical Inquiry </a:t>
            </a:r>
          </a:p>
          <a:p>
            <a:pPr lvl="1"/>
            <a:r>
              <a:rPr lang="en-US" dirty="0">
                <a:solidFill>
                  <a:schemeClr val="tx1"/>
                </a:solidFill>
              </a:rPr>
              <a:t>The various delivery methods stored in VEEVA CRM are Email, Urgent Mail, Mail, Phone, and Fax</a:t>
            </a:r>
          </a:p>
          <a:p>
            <a:pPr lvl="1"/>
            <a:r>
              <a:rPr lang="en-US" dirty="0">
                <a:solidFill>
                  <a:schemeClr val="tx1"/>
                </a:solidFill>
              </a:rPr>
              <a:t>After selecting the Delivery Method, as a next step, the user needs to provide the delivery details corresponding to the delivery method selected</a:t>
            </a:r>
          </a:p>
          <a:p>
            <a:pPr lvl="1"/>
            <a:r>
              <a:rPr lang="en-US" dirty="0">
                <a:solidFill>
                  <a:schemeClr val="tx1"/>
                </a:solidFill>
              </a:rPr>
              <a:t>For example, if delivery method selected is Email then user can provide the Email ID of the HCP</a:t>
            </a:r>
            <a:endParaRPr b="1" dirty="0">
              <a:solidFill>
                <a:schemeClr val="tx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a:t>© Cognizant 2015</a:t>
            </a:r>
            <a:endParaRPr lang="en-US" dirty="0"/>
          </a:p>
        </p:txBody>
      </p:sp>
      <p:sp>
        <p:nvSpPr>
          <p:cNvPr id="4" name="Slide Number Placeholder 3"/>
          <p:cNvSpPr>
            <a:spLocks noGrp="1"/>
          </p:cNvSpPr>
          <p:nvPr>
            <p:ph type="sldNum" sz="quarter" idx="12"/>
          </p:nvPr>
        </p:nvSpPr>
        <p:spPr/>
        <p:txBody>
          <a:bodyPr/>
          <a:lstStyle/>
          <a:p>
            <a:fld id="{47ED8886-DB3B-44F4-9A80-E6A224679F20}" type="slidenum">
              <a:rPr lang="en-US" smtClean="0"/>
              <a:pPr/>
              <a:t>11</a:t>
            </a:fld>
            <a:endParaRPr lang="en-US" dirty="0"/>
          </a:p>
        </p:txBody>
      </p:sp>
      <p:sp>
        <p:nvSpPr>
          <p:cNvPr id="3" name="Title 2"/>
          <p:cNvSpPr>
            <a:spLocks noGrp="1"/>
          </p:cNvSpPr>
          <p:nvPr>
            <p:ph type="title" idx="4294967295"/>
          </p:nvPr>
        </p:nvSpPr>
        <p:spPr>
          <a:xfrm>
            <a:off x="633249" y="326629"/>
            <a:ext cx="7620000" cy="479425"/>
          </a:xfrm>
        </p:spPr>
        <p:txBody>
          <a:bodyPr vert="horz" lIns="91440" tIns="45720" rIns="91440" bIns="45720" rtlCol="0" anchor="ctr">
            <a:noAutofit/>
          </a:bodyPr>
          <a:lstStyle/>
          <a:p>
            <a:r>
              <a:rPr lang="en-US" sz="1700" dirty="0"/>
              <a:t>Components of Medical Inquiry ... 2</a:t>
            </a:r>
          </a:p>
        </p:txBody>
      </p:sp>
      <p:sp>
        <p:nvSpPr>
          <p:cNvPr id="7" name="Rectangle 6"/>
          <p:cNvSpPr/>
          <p:nvPr/>
        </p:nvSpPr>
        <p:spPr>
          <a:xfrm>
            <a:off x="633249" y="753880"/>
            <a:ext cx="8991600" cy="336092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285750" indent="-285750">
              <a:spcBef>
                <a:spcPct val="20000"/>
              </a:spcBef>
              <a:buFont typeface="Arial" panose="020B0604020202020204" pitchFamily="34" charset="0"/>
              <a:buChar char="•"/>
            </a:pPr>
            <a:r>
              <a:rPr lang="en-US" dirty="0">
                <a:latin typeface="Arial" pitchFamily="34" charset="0"/>
                <a:ea typeface="Arial Unicode MS" pitchFamily="34" charset="-128"/>
                <a:cs typeface="Arial" pitchFamily="34" charset="0"/>
              </a:rPr>
              <a:t>VEEVA CRM Medical Inquiry module helps user to selecting Delivery Details by fetching the Account information (such as address, phone number etc.) so that user can simply select it by select</a:t>
            </a:r>
          </a:p>
          <a:p>
            <a:pPr marL="285750" indent="-285750">
              <a:spcBef>
                <a:spcPct val="20000"/>
              </a:spcBef>
              <a:buFont typeface="Arial" panose="020B0604020202020204" pitchFamily="34" charset="0"/>
              <a:buChar char="•"/>
            </a:pPr>
            <a:r>
              <a:rPr lang="en-US" dirty="0">
                <a:latin typeface="Arial" pitchFamily="34" charset="0"/>
                <a:ea typeface="Arial Unicode MS" pitchFamily="34" charset="-128"/>
                <a:cs typeface="Arial" pitchFamily="34" charset="0"/>
              </a:rPr>
              <a:t>Additionally, if account information is not available or user need to provide separate delivery details then user can choose to do so too</a:t>
            </a:r>
          </a:p>
          <a:p>
            <a:pPr marL="285750" indent="-285750">
              <a:spcBef>
                <a:spcPct val="20000"/>
              </a:spcBef>
              <a:buFont typeface="Arial" panose="020B0604020202020204" pitchFamily="34" charset="0"/>
              <a:buChar char="•"/>
            </a:pPr>
            <a:r>
              <a:rPr lang="en-US" dirty="0">
                <a:latin typeface="Arial" pitchFamily="34" charset="0"/>
                <a:ea typeface="Arial Unicode MS" pitchFamily="34" charset="-128"/>
                <a:cs typeface="Arial" pitchFamily="34" charset="0"/>
              </a:rPr>
              <a:t>Additionally, VEEVA CRM provides a Product field if the inquiry is Product-specific and signature fields if an HCP signature is required to submit the inquiry</a:t>
            </a:r>
          </a:p>
        </p:txBody>
      </p:sp>
      <p:pic>
        <p:nvPicPr>
          <p:cNvPr id="8" name="Picture 7"/>
          <p:cNvPicPr>
            <a:picLocks noChangeAspect="1"/>
          </p:cNvPicPr>
          <p:nvPr/>
        </p:nvPicPr>
        <p:blipFill>
          <a:blip r:embed="rId2"/>
          <a:stretch>
            <a:fillRect/>
          </a:stretch>
        </p:blipFill>
        <p:spPr>
          <a:xfrm>
            <a:off x="3370490" y="2971800"/>
            <a:ext cx="5965643" cy="3524152"/>
          </a:xfrm>
          <a:prstGeom prst="rect">
            <a:avLst/>
          </a:prstGeom>
          <a:ln>
            <a:solidFill>
              <a:schemeClr val="tx1"/>
            </a:solidFill>
          </a:ln>
        </p:spPr>
      </p:pic>
      <p:sp>
        <p:nvSpPr>
          <p:cNvPr id="9" name="Rectangle 8"/>
          <p:cNvSpPr/>
          <p:nvPr/>
        </p:nvSpPr>
        <p:spPr>
          <a:xfrm>
            <a:off x="1700953" y="4114800"/>
            <a:ext cx="1576359" cy="458556"/>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Arial" panose="020B0604020202020204" pitchFamily="34" charset="0"/>
                <a:cs typeface="Arial" panose="020B0604020202020204" pitchFamily="34" charset="0"/>
              </a:rPr>
              <a:t>Account lookup</a:t>
            </a:r>
          </a:p>
        </p:txBody>
      </p:sp>
      <p:sp>
        <p:nvSpPr>
          <p:cNvPr id="10" name="Rectangle 9"/>
          <p:cNvSpPr/>
          <p:nvPr/>
        </p:nvSpPr>
        <p:spPr>
          <a:xfrm>
            <a:off x="1700953" y="4733876"/>
            <a:ext cx="1576359" cy="458556"/>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Arial" panose="020B0604020202020204" pitchFamily="34" charset="0"/>
                <a:cs typeface="Arial" panose="020B0604020202020204" pitchFamily="34" charset="0"/>
              </a:rPr>
              <a:t>Delivery Method</a:t>
            </a:r>
          </a:p>
        </p:txBody>
      </p:sp>
      <p:sp>
        <p:nvSpPr>
          <p:cNvPr id="11" name="Rectangle 10"/>
          <p:cNvSpPr/>
          <p:nvPr/>
        </p:nvSpPr>
        <p:spPr>
          <a:xfrm>
            <a:off x="8613268" y="5410200"/>
            <a:ext cx="1576359" cy="458556"/>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Arial" panose="020B0604020202020204" pitchFamily="34" charset="0"/>
                <a:cs typeface="Arial" panose="020B0604020202020204" pitchFamily="34" charset="0"/>
              </a:rPr>
              <a:t>Inquiry Text</a:t>
            </a:r>
          </a:p>
        </p:txBody>
      </p:sp>
      <p:sp>
        <p:nvSpPr>
          <p:cNvPr id="12" name="Right Arrow 11"/>
          <p:cNvSpPr/>
          <p:nvPr/>
        </p:nvSpPr>
        <p:spPr>
          <a:xfrm rot="10800000">
            <a:off x="8083885" y="5537992"/>
            <a:ext cx="529383" cy="177008"/>
          </a:xfrm>
          <a:prstGeom prst="right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Arrow 12"/>
          <p:cNvSpPr/>
          <p:nvPr/>
        </p:nvSpPr>
        <p:spPr>
          <a:xfrm>
            <a:off x="3280620" y="4857910"/>
            <a:ext cx="529383" cy="177008"/>
          </a:xfrm>
          <a:prstGeom prst="right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ight Arrow 13"/>
          <p:cNvSpPr/>
          <p:nvPr/>
        </p:nvSpPr>
        <p:spPr>
          <a:xfrm>
            <a:off x="3277312" y="4247330"/>
            <a:ext cx="685091" cy="152024"/>
          </a:xfrm>
          <a:prstGeom prst="right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p:nvSpPr>
        <p:spPr>
          <a:xfrm>
            <a:off x="4038600" y="4247333"/>
            <a:ext cx="2221530" cy="234819"/>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5" name="Rectangle 14"/>
          <p:cNvSpPr/>
          <p:nvPr/>
        </p:nvSpPr>
        <p:spPr>
          <a:xfrm>
            <a:off x="4093237" y="5357114"/>
            <a:ext cx="3990647" cy="511642"/>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6" name="Rectangle 15"/>
          <p:cNvSpPr/>
          <p:nvPr/>
        </p:nvSpPr>
        <p:spPr>
          <a:xfrm>
            <a:off x="3874836" y="4789246"/>
            <a:ext cx="1763964" cy="245672"/>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102123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 Cognizant 2015</a:t>
            </a:r>
            <a:endParaRPr lang="en-US" dirty="0"/>
          </a:p>
        </p:txBody>
      </p:sp>
      <p:sp>
        <p:nvSpPr>
          <p:cNvPr id="2" name="Title 1">
            <a:extLst>
              <a:ext uri="{FF2B5EF4-FFF2-40B4-BE49-F238E27FC236}">
                <a16:creationId xmlns:a16="http://schemas.microsoft.com/office/drawing/2014/main" id="{9449F512-8CDD-BB06-5D3B-0E291889D57E}"/>
              </a:ext>
            </a:extLst>
          </p:cNvPr>
          <p:cNvSpPr>
            <a:spLocks noGrp="1"/>
          </p:cNvSpPr>
          <p:nvPr>
            <p:ph type="ctrTitle"/>
          </p:nvPr>
        </p:nvSpPr>
        <p:spPr>
          <a:xfrm>
            <a:off x="979715" y="2381254"/>
            <a:ext cx="6272784" cy="1828469"/>
          </a:xfrm>
        </p:spPr>
        <p:txBody>
          <a:bodyPr/>
          <a:lstStyle/>
          <a:p>
            <a:r>
              <a:rPr lang="en-US" sz="3600" b="1" dirty="0">
                <a:solidFill>
                  <a:schemeClr val="tx1"/>
                </a:solidFill>
              </a:rPr>
              <a:t>Configuration of various components of Medical Inquiry module</a:t>
            </a:r>
            <a:br>
              <a:rPr lang="en-US" sz="3600" b="1" dirty="0">
                <a:solidFill>
                  <a:schemeClr val="tx1"/>
                </a:solidFill>
              </a:rPr>
            </a:br>
            <a:endParaRPr lang="en-IN" dirty="0"/>
          </a:p>
        </p:txBody>
      </p:sp>
      <p:sp>
        <p:nvSpPr>
          <p:cNvPr id="3" name="Subtitle 2">
            <a:extLst>
              <a:ext uri="{FF2B5EF4-FFF2-40B4-BE49-F238E27FC236}">
                <a16:creationId xmlns:a16="http://schemas.microsoft.com/office/drawing/2014/main" id="{776218E2-CEEC-FB1B-0F48-275F085EAECD}"/>
              </a:ext>
            </a:extLst>
          </p:cNvPr>
          <p:cNvSpPr>
            <a:spLocks noGrp="1"/>
          </p:cNvSpPr>
          <p:nvPr>
            <p:ph type="subTitle" idx="1"/>
          </p:nvPr>
        </p:nvSpPr>
        <p:spPr/>
        <p:txBody>
          <a:bodyPr/>
          <a:lstStyle/>
          <a:p>
            <a:endParaRPr lang="en-IN"/>
          </a:p>
        </p:txBody>
      </p:sp>
      <p:sp>
        <p:nvSpPr>
          <p:cNvPr id="7" name="Text Placeholder 6">
            <a:extLst>
              <a:ext uri="{FF2B5EF4-FFF2-40B4-BE49-F238E27FC236}">
                <a16:creationId xmlns:a16="http://schemas.microsoft.com/office/drawing/2014/main" id="{55E96B58-02A8-D2F9-5A4F-FC0724FCFF19}"/>
              </a:ext>
            </a:extLst>
          </p:cNvPr>
          <p:cNvSpPr>
            <a:spLocks noGrp="1"/>
          </p:cNvSpPr>
          <p:nvPr>
            <p:ph type="body" idx="12"/>
          </p:nvPr>
        </p:nvSpPr>
        <p:spPr/>
        <p:txBody>
          <a:bodyPr/>
          <a:lstStyle/>
          <a:p>
            <a:endParaRPr lang="en-IN"/>
          </a:p>
        </p:txBody>
      </p:sp>
      <p:sp>
        <p:nvSpPr>
          <p:cNvPr id="5" name="Slide Number Placeholder 4"/>
          <p:cNvSpPr>
            <a:spLocks noGrp="1"/>
          </p:cNvSpPr>
          <p:nvPr>
            <p:ph type="sldNum" sz="quarter" idx="4294967295"/>
          </p:nvPr>
        </p:nvSpPr>
        <p:spPr>
          <a:xfrm>
            <a:off x="0" y="6264275"/>
            <a:ext cx="352425" cy="365125"/>
          </a:xfrm>
        </p:spPr>
        <p:txBody>
          <a:bodyPr/>
          <a:lstStyle/>
          <a:p>
            <a:fld id="{E7AF38FF-B38D-4060-8B8D-2D16AAFBAAC1}" type="slidenum">
              <a:rPr lang="en-US" smtClean="0"/>
              <a:pPr/>
              <a:t>12</a:t>
            </a:fld>
            <a:endParaRPr lang="en-US"/>
          </a:p>
        </p:txBody>
      </p:sp>
      <p:sp>
        <p:nvSpPr>
          <p:cNvPr id="6" name="Rectangle 5"/>
          <p:cNvSpPr/>
          <p:nvPr/>
        </p:nvSpPr>
        <p:spPr>
          <a:xfrm>
            <a:off x="-457200" y="5334000"/>
            <a:ext cx="9753600" cy="7547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1"/>
            <a:endParaRPr lang="en-US" sz="2700" b="1" dirty="0">
              <a:solidFill>
                <a:schemeClr val="tx1"/>
              </a:solidFill>
            </a:endParaRPr>
          </a:p>
        </p:txBody>
      </p:sp>
    </p:spTree>
    <p:extLst>
      <p:ext uri="{BB962C8B-B14F-4D97-AF65-F5344CB8AC3E}">
        <p14:creationId xmlns:p14="http://schemas.microsoft.com/office/powerpoint/2010/main" val="12518259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a:t>© Cognizant 2015</a:t>
            </a:r>
            <a:endParaRPr lang="en-US" dirty="0"/>
          </a:p>
        </p:txBody>
      </p:sp>
      <p:sp>
        <p:nvSpPr>
          <p:cNvPr id="4" name="Slide Number Placeholder 3"/>
          <p:cNvSpPr>
            <a:spLocks noGrp="1"/>
          </p:cNvSpPr>
          <p:nvPr>
            <p:ph type="sldNum" sz="quarter" idx="12"/>
          </p:nvPr>
        </p:nvSpPr>
        <p:spPr/>
        <p:txBody>
          <a:bodyPr/>
          <a:lstStyle/>
          <a:p>
            <a:fld id="{47ED8886-DB3B-44F4-9A80-E6A224679F20}" type="slidenum">
              <a:rPr lang="en-US" smtClean="0"/>
              <a:pPr/>
              <a:t>13</a:t>
            </a:fld>
            <a:endParaRPr lang="en-US" dirty="0"/>
          </a:p>
        </p:txBody>
      </p:sp>
      <p:sp>
        <p:nvSpPr>
          <p:cNvPr id="3" name="Title 2"/>
          <p:cNvSpPr>
            <a:spLocks noGrp="1"/>
          </p:cNvSpPr>
          <p:nvPr>
            <p:ph type="title" idx="4294967295"/>
          </p:nvPr>
        </p:nvSpPr>
        <p:spPr>
          <a:xfrm>
            <a:off x="482541" y="447931"/>
            <a:ext cx="10807700" cy="369887"/>
          </a:xfrm>
        </p:spPr>
        <p:txBody>
          <a:bodyPr vert="horz" lIns="91440" tIns="45720" rIns="91440" bIns="45720" rtlCol="0" anchor="ctr">
            <a:noAutofit/>
          </a:bodyPr>
          <a:lstStyle/>
          <a:p>
            <a:r>
              <a:rPr lang="en-US" sz="1700" dirty="0"/>
              <a:t>Configuring the Detail Page ... 1</a:t>
            </a:r>
          </a:p>
        </p:txBody>
      </p:sp>
      <p:sp>
        <p:nvSpPr>
          <p:cNvPr id="2" name="Content Placeholder 1"/>
          <p:cNvSpPr>
            <a:spLocks noGrp="1"/>
          </p:cNvSpPr>
          <p:nvPr>
            <p:ph idx="4294967295"/>
          </p:nvPr>
        </p:nvSpPr>
        <p:spPr>
          <a:xfrm>
            <a:off x="600593" y="998991"/>
            <a:ext cx="8924408" cy="4983162"/>
          </a:xfrm>
        </p:spPr>
        <p:txBody>
          <a:bodyPr/>
          <a:lstStyle/>
          <a:p>
            <a:pPr algn="just"/>
            <a:r>
              <a:rPr lang="en-US" b="1" dirty="0">
                <a:solidFill>
                  <a:schemeClr val="tx1"/>
                </a:solidFill>
              </a:rPr>
              <a:t>Configuring Delivery Methods</a:t>
            </a:r>
          </a:p>
          <a:p>
            <a:pPr lvl="1" algn="just"/>
            <a:r>
              <a:rPr lang="en-US" dirty="0">
                <a:solidFill>
                  <a:schemeClr val="tx1"/>
                </a:solidFill>
              </a:rPr>
              <a:t>In order to use the out of the box delivery methods and delivery details, the field </a:t>
            </a:r>
            <a:r>
              <a:rPr lang="en-US" dirty="0" err="1">
                <a:solidFill>
                  <a:schemeClr val="tx1"/>
                </a:solidFill>
              </a:rPr>
              <a:t>zvod_Delivery_Method_vod</a:t>
            </a:r>
            <a:r>
              <a:rPr lang="en-US" dirty="0">
                <a:solidFill>
                  <a:schemeClr val="tx1"/>
                </a:solidFill>
              </a:rPr>
              <a:t> need to be placed on the Medical Inquiry page layout below the </a:t>
            </a:r>
            <a:r>
              <a:rPr lang="en-US" dirty="0" err="1">
                <a:solidFill>
                  <a:schemeClr val="tx1"/>
                </a:solidFill>
              </a:rPr>
              <a:t>Delivery_Method_vod</a:t>
            </a:r>
            <a:r>
              <a:rPr lang="en-US" dirty="0">
                <a:solidFill>
                  <a:schemeClr val="tx1"/>
                </a:solidFill>
              </a:rPr>
              <a:t> picklist</a:t>
            </a:r>
          </a:p>
          <a:p>
            <a:pPr lvl="1" algn="just"/>
            <a:r>
              <a:rPr lang="en-US" dirty="0">
                <a:solidFill>
                  <a:schemeClr val="tx1"/>
                </a:solidFill>
              </a:rPr>
              <a:t>The value selected in the </a:t>
            </a:r>
            <a:r>
              <a:rPr lang="en-US" dirty="0" err="1">
                <a:solidFill>
                  <a:schemeClr val="tx1"/>
                </a:solidFill>
              </a:rPr>
              <a:t>Delivery_Method_vod</a:t>
            </a:r>
            <a:r>
              <a:rPr lang="en-US" dirty="0">
                <a:solidFill>
                  <a:schemeClr val="tx1"/>
                </a:solidFill>
              </a:rPr>
              <a:t> picklist drives the details displayed to the user in the delivery details </a:t>
            </a:r>
            <a:r>
              <a:rPr lang="en-US" dirty="0" err="1">
                <a:solidFill>
                  <a:schemeClr val="tx1"/>
                </a:solidFill>
              </a:rPr>
              <a:t>zvod</a:t>
            </a:r>
            <a:r>
              <a:rPr lang="en-US" dirty="0">
                <a:solidFill>
                  <a:schemeClr val="tx1"/>
                </a:solidFill>
              </a:rPr>
              <a:t> field</a:t>
            </a:r>
          </a:p>
          <a:p>
            <a:pPr lvl="1" algn="just"/>
            <a:r>
              <a:rPr lang="en-US" dirty="0">
                <a:solidFill>
                  <a:schemeClr val="tx1"/>
                </a:solidFill>
              </a:rPr>
              <a:t>By default, after a delivery method is selected, the relevant delivery details picklist is displayed. </a:t>
            </a:r>
          </a:p>
          <a:p>
            <a:pPr lvl="1" algn="just"/>
            <a:r>
              <a:rPr lang="en-US" dirty="0">
                <a:solidFill>
                  <a:schemeClr val="tx1"/>
                </a:solidFill>
              </a:rPr>
              <a:t>However, section signals allow the user to enter new details as well</a:t>
            </a:r>
          </a:p>
        </p:txBody>
      </p:sp>
      <p:pic>
        <p:nvPicPr>
          <p:cNvPr id="7" name="Picture 6"/>
          <p:cNvPicPr>
            <a:picLocks noChangeAspect="1"/>
          </p:cNvPicPr>
          <p:nvPr/>
        </p:nvPicPr>
        <p:blipFill rotWithShape="1">
          <a:blip r:embed="rId2"/>
          <a:srcRect r="14980"/>
          <a:stretch/>
        </p:blipFill>
        <p:spPr>
          <a:xfrm>
            <a:off x="7155140" y="4110795"/>
            <a:ext cx="3208060" cy="1524000"/>
          </a:xfrm>
          <a:prstGeom prst="rect">
            <a:avLst/>
          </a:prstGeom>
          <a:ln>
            <a:solidFill>
              <a:schemeClr val="tx1"/>
            </a:solidFill>
          </a:ln>
        </p:spPr>
      </p:pic>
      <p:pic>
        <p:nvPicPr>
          <p:cNvPr id="8" name="Picture 7"/>
          <p:cNvPicPr>
            <a:picLocks noChangeAspect="1"/>
          </p:cNvPicPr>
          <p:nvPr/>
        </p:nvPicPr>
        <p:blipFill>
          <a:blip r:embed="rId3"/>
          <a:stretch>
            <a:fillRect/>
          </a:stretch>
        </p:blipFill>
        <p:spPr>
          <a:xfrm>
            <a:off x="2008499" y="4110795"/>
            <a:ext cx="3773305" cy="1524000"/>
          </a:xfrm>
          <a:prstGeom prst="rect">
            <a:avLst/>
          </a:prstGeom>
          <a:ln>
            <a:solidFill>
              <a:schemeClr val="tx1"/>
            </a:solidFill>
          </a:ln>
        </p:spPr>
      </p:pic>
      <p:sp>
        <p:nvSpPr>
          <p:cNvPr id="9" name="Rectangle 8"/>
          <p:cNvSpPr/>
          <p:nvPr/>
        </p:nvSpPr>
        <p:spPr>
          <a:xfrm>
            <a:off x="4757387" y="3652239"/>
            <a:ext cx="2323977" cy="915756"/>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Arial" panose="020B0604020202020204" pitchFamily="34" charset="0"/>
                <a:cs typeface="Arial" panose="020B0604020202020204" pitchFamily="34" charset="0"/>
              </a:rPr>
              <a:t>Users can select Phone number or Fax number which is already available in Account detail</a:t>
            </a:r>
          </a:p>
        </p:txBody>
      </p:sp>
      <p:sp>
        <p:nvSpPr>
          <p:cNvPr id="10" name="Rectangle 9"/>
          <p:cNvSpPr/>
          <p:nvPr/>
        </p:nvSpPr>
        <p:spPr>
          <a:xfrm>
            <a:off x="4757385" y="4647522"/>
            <a:ext cx="2323977" cy="915756"/>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Arial" panose="020B0604020202020204" pitchFamily="34" charset="0"/>
                <a:cs typeface="Arial" panose="020B0604020202020204" pitchFamily="34" charset="0"/>
              </a:rPr>
              <a:t>Users can select this checkbox to enter new Phone Number or Fax Number</a:t>
            </a:r>
          </a:p>
        </p:txBody>
      </p:sp>
      <p:sp>
        <p:nvSpPr>
          <p:cNvPr id="11" name="Rectangle 10"/>
          <p:cNvSpPr/>
          <p:nvPr/>
        </p:nvSpPr>
        <p:spPr>
          <a:xfrm>
            <a:off x="4724403" y="5713644"/>
            <a:ext cx="2323977" cy="915756"/>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Arial" panose="020B0604020202020204" pitchFamily="34" charset="0"/>
                <a:cs typeface="Arial" panose="020B0604020202020204" pitchFamily="34" charset="0"/>
              </a:rPr>
              <a:t>This field is used to capture the new Phone Number or Fax Number</a:t>
            </a:r>
          </a:p>
        </p:txBody>
      </p:sp>
      <p:sp>
        <p:nvSpPr>
          <p:cNvPr id="12" name="Right Arrow 11"/>
          <p:cNvSpPr/>
          <p:nvPr/>
        </p:nvSpPr>
        <p:spPr>
          <a:xfrm rot="894288">
            <a:off x="6954837" y="4587460"/>
            <a:ext cx="1547152" cy="165345"/>
          </a:xfrm>
          <a:prstGeom prst="right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Arrow 12"/>
          <p:cNvSpPr/>
          <p:nvPr/>
        </p:nvSpPr>
        <p:spPr>
          <a:xfrm rot="8680238">
            <a:off x="4069015" y="4526821"/>
            <a:ext cx="817235" cy="227584"/>
          </a:xfrm>
          <a:prstGeom prst="right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ight Arrow 13"/>
          <p:cNvSpPr/>
          <p:nvPr/>
        </p:nvSpPr>
        <p:spPr>
          <a:xfrm>
            <a:off x="7081362" y="5062636"/>
            <a:ext cx="767241" cy="166828"/>
          </a:xfrm>
          <a:prstGeom prst="right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ight Arrow 14"/>
          <p:cNvSpPr/>
          <p:nvPr/>
        </p:nvSpPr>
        <p:spPr>
          <a:xfrm rot="10800000">
            <a:off x="3579584" y="5005930"/>
            <a:ext cx="1139574" cy="164503"/>
          </a:xfrm>
          <a:prstGeom prst="right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ight Arrow 15"/>
          <p:cNvSpPr/>
          <p:nvPr/>
        </p:nvSpPr>
        <p:spPr>
          <a:xfrm rot="12762452">
            <a:off x="3976323" y="5608148"/>
            <a:ext cx="817235" cy="227584"/>
          </a:xfrm>
          <a:prstGeom prst="right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ight Arrow 16"/>
          <p:cNvSpPr/>
          <p:nvPr/>
        </p:nvSpPr>
        <p:spPr>
          <a:xfrm rot="19785197">
            <a:off x="7006647" y="5789052"/>
            <a:ext cx="1547152" cy="165345"/>
          </a:xfrm>
          <a:prstGeom prst="right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536633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a:t>© Cognizant 2015</a:t>
            </a:r>
            <a:endParaRPr lang="en-US" dirty="0"/>
          </a:p>
        </p:txBody>
      </p:sp>
      <p:sp>
        <p:nvSpPr>
          <p:cNvPr id="4" name="Slide Number Placeholder 3"/>
          <p:cNvSpPr>
            <a:spLocks noGrp="1"/>
          </p:cNvSpPr>
          <p:nvPr>
            <p:ph type="sldNum" sz="quarter" idx="12"/>
          </p:nvPr>
        </p:nvSpPr>
        <p:spPr/>
        <p:txBody>
          <a:bodyPr/>
          <a:lstStyle/>
          <a:p>
            <a:fld id="{47ED8886-DB3B-44F4-9A80-E6A224679F20}" type="slidenum">
              <a:rPr lang="en-US" smtClean="0"/>
              <a:pPr/>
              <a:t>14</a:t>
            </a:fld>
            <a:endParaRPr lang="en-US" dirty="0"/>
          </a:p>
        </p:txBody>
      </p:sp>
      <p:sp>
        <p:nvSpPr>
          <p:cNvPr id="3" name="Title 2"/>
          <p:cNvSpPr>
            <a:spLocks noGrp="1"/>
          </p:cNvSpPr>
          <p:nvPr>
            <p:ph type="title" idx="4294967295"/>
          </p:nvPr>
        </p:nvSpPr>
        <p:spPr>
          <a:xfrm>
            <a:off x="622363" y="490084"/>
            <a:ext cx="10807700" cy="369887"/>
          </a:xfrm>
        </p:spPr>
        <p:txBody>
          <a:bodyPr vert="horz" lIns="91440" tIns="45720" rIns="91440" bIns="45720" rtlCol="0" anchor="ctr">
            <a:noAutofit/>
          </a:bodyPr>
          <a:lstStyle/>
          <a:p>
            <a:r>
              <a:rPr lang="en-US" sz="1700" dirty="0"/>
              <a:t>Configuring the Detail Page ... 2</a:t>
            </a:r>
          </a:p>
        </p:txBody>
      </p:sp>
      <p:sp>
        <p:nvSpPr>
          <p:cNvPr id="2" name="Content Placeholder 1"/>
          <p:cNvSpPr>
            <a:spLocks noGrp="1"/>
          </p:cNvSpPr>
          <p:nvPr>
            <p:ph idx="4294967295"/>
          </p:nvPr>
        </p:nvSpPr>
        <p:spPr>
          <a:xfrm>
            <a:off x="704913" y="870856"/>
            <a:ext cx="10642600" cy="5592763"/>
          </a:xfrm>
        </p:spPr>
        <p:txBody>
          <a:bodyPr/>
          <a:lstStyle/>
          <a:p>
            <a:endParaRPr lang="en-US" sz="1800" b="1" dirty="0">
              <a:solidFill>
                <a:schemeClr val="tx1"/>
              </a:solidFill>
            </a:endParaRPr>
          </a:p>
          <a:p>
            <a:r>
              <a:rPr lang="en-US" b="1" dirty="0">
                <a:solidFill>
                  <a:schemeClr val="tx1"/>
                </a:solidFill>
              </a:rPr>
              <a:t>Configuring Unlock Privileges</a:t>
            </a:r>
          </a:p>
          <a:p>
            <a:pPr lvl="1"/>
            <a:endParaRPr lang="en-US" dirty="0">
              <a:solidFill>
                <a:schemeClr val="tx1"/>
              </a:solidFill>
            </a:endParaRPr>
          </a:p>
          <a:p>
            <a:pPr lvl="1"/>
            <a:r>
              <a:rPr lang="en-US" dirty="0">
                <a:solidFill>
                  <a:schemeClr val="tx1"/>
                </a:solidFill>
              </a:rPr>
              <a:t>Once a Medical Inquiry is submitted, the </a:t>
            </a:r>
            <a:r>
              <a:rPr lang="en-US" dirty="0" err="1">
                <a:solidFill>
                  <a:schemeClr val="tx1"/>
                </a:solidFill>
              </a:rPr>
              <a:t>Lock_vod</a:t>
            </a:r>
            <a:r>
              <a:rPr lang="en-US" dirty="0">
                <a:solidFill>
                  <a:schemeClr val="tx1"/>
                </a:solidFill>
              </a:rPr>
              <a:t> field is enabled and the record is no longer editable </a:t>
            </a:r>
          </a:p>
          <a:p>
            <a:pPr lvl="1"/>
            <a:endParaRPr lang="en-US" dirty="0">
              <a:solidFill>
                <a:schemeClr val="tx1"/>
              </a:solidFill>
            </a:endParaRPr>
          </a:p>
          <a:p>
            <a:pPr lvl="1"/>
            <a:r>
              <a:rPr lang="en-US" dirty="0">
                <a:solidFill>
                  <a:schemeClr val="tx1"/>
                </a:solidFill>
              </a:rPr>
              <a:t>However, users with FLS edit permission to the </a:t>
            </a:r>
            <a:r>
              <a:rPr lang="en-US" dirty="0" err="1">
                <a:solidFill>
                  <a:schemeClr val="tx1"/>
                </a:solidFill>
              </a:rPr>
              <a:t>Lock_vod</a:t>
            </a:r>
            <a:r>
              <a:rPr lang="en-US" dirty="0">
                <a:solidFill>
                  <a:schemeClr val="tx1"/>
                </a:solidFill>
              </a:rPr>
              <a:t> field see an Unlock button when viewing a Medical Inquiry</a:t>
            </a:r>
          </a:p>
          <a:p>
            <a:pPr lvl="1"/>
            <a:endParaRPr lang="en-US" dirty="0">
              <a:solidFill>
                <a:schemeClr val="tx1"/>
              </a:solidFill>
            </a:endParaRPr>
          </a:p>
          <a:p>
            <a:pPr lvl="1"/>
            <a:r>
              <a:rPr lang="en-US" dirty="0">
                <a:solidFill>
                  <a:schemeClr val="tx1"/>
                </a:solidFill>
              </a:rPr>
              <a:t>Selecting the Unlock button disables </a:t>
            </a:r>
            <a:r>
              <a:rPr lang="en-US" dirty="0" err="1">
                <a:solidFill>
                  <a:schemeClr val="tx1"/>
                </a:solidFill>
              </a:rPr>
              <a:t>Lock_vod</a:t>
            </a:r>
            <a:r>
              <a:rPr lang="en-US" dirty="0">
                <a:solidFill>
                  <a:schemeClr val="tx1"/>
                </a:solidFill>
              </a:rPr>
              <a:t> and changes the </a:t>
            </a:r>
            <a:r>
              <a:rPr lang="en-US" dirty="0" err="1">
                <a:solidFill>
                  <a:schemeClr val="tx1"/>
                </a:solidFill>
              </a:rPr>
              <a:t>Status_vod</a:t>
            </a:r>
            <a:r>
              <a:rPr lang="en-US" dirty="0">
                <a:solidFill>
                  <a:schemeClr val="tx1"/>
                </a:solidFill>
              </a:rPr>
              <a:t> field to </a:t>
            </a:r>
            <a:r>
              <a:rPr lang="en-US" dirty="0" err="1">
                <a:solidFill>
                  <a:schemeClr val="tx1"/>
                </a:solidFill>
              </a:rPr>
              <a:t>Saved_vod</a:t>
            </a:r>
            <a:endParaRPr lang="en-US" dirty="0">
              <a:solidFill>
                <a:schemeClr val="tx1"/>
              </a:solidFill>
            </a:endParaRPr>
          </a:p>
          <a:p>
            <a:pPr marL="0" indent="0">
              <a:buNone/>
            </a:pPr>
            <a:endParaRPr lang="en-US" sz="1800" dirty="0">
              <a:solidFill>
                <a:schemeClr val="tx1"/>
              </a:solidFill>
            </a:endParaRPr>
          </a:p>
          <a:p>
            <a:pPr marL="0" indent="0">
              <a:buNone/>
            </a:pPr>
            <a:endParaRPr lang="en-US" sz="1800" dirty="0">
              <a:solidFill>
                <a:schemeClr val="tx1"/>
              </a:solidFill>
            </a:endParaRPr>
          </a:p>
          <a:p>
            <a:pPr marL="0" indent="0">
              <a:buNone/>
            </a:pPr>
            <a:endParaRPr lang="en-US" sz="1800" dirty="0">
              <a:solidFill>
                <a:schemeClr val="tx1"/>
              </a:solidFill>
            </a:endParaRPr>
          </a:p>
          <a:p>
            <a:pPr marL="0" indent="0">
              <a:buNone/>
            </a:pPr>
            <a:endParaRPr lang="en-US" sz="1800" dirty="0">
              <a:solidFill>
                <a:schemeClr val="tx1"/>
              </a:solidFill>
            </a:endParaRPr>
          </a:p>
        </p:txBody>
      </p:sp>
      <p:pic>
        <p:nvPicPr>
          <p:cNvPr id="7" name="Picture 6"/>
          <p:cNvPicPr>
            <a:picLocks noChangeAspect="1"/>
          </p:cNvPicPr>
          <p:nvPr/>
        </p:nvPicPr>
        <p:blipFill rotWithShape="1">
          <a:blip r:embed="rId2"/>
          <a:srcRect b="66803"/>
          <a:stretch/>
        </p:blipFill>
        <p:spPr>
          <a:xfrm>
            <a:off x="2262190" y="4335412"/>
            <a:ext cx="7667625" cy="1150988"/>
          </a:xfrm>
          <a:prstGeom prst="rect">
            <a:avLst/>
          </a:prstGeom>
          <a:ln>
            <a:solidFill>
              <a:schemeClr val="tx1"/>
            </a:solidFill>
          </a:ln>
        </p:spPr>
      </p:pic>
    </p:spTree>
    <p:extLst>
      <p:ext uri="{BB962C8B-B14F-4D97-AF65-F5344CB8AC3E}">
        <p14:creationId xmlns:p14="http://schemas.microsoft.com/office/powerpoint/2010/main" val="24742578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a:t>© Cognizant 2015</a:t>
            </a:r>
            <a:endParaRPr lang="en-US" dirty="0"/>
          </a:p>
        </p:txBody>
      </p:sp>
      <p:sp>
        <p:nvSpPr>
          <p:cNvPr id="4" name="Slide Number Placeholder 3"/>
          <p:cNvSpPr>
            <a:spLocks noGrp="1"/>
          </p:cNvSpPr>
          <p:nvPr>
            <p:ph type="sldNum" sz="quarter" idx="12"/>
          </p:nvPr>
        </p:nvSpPr>
        <p:spPr/>
        <p:txBody>
          <a:bodyPr/>
          <a:lstStyle/>
          <a:p>
            <a:fld id="{47ED8886-DB3B-44F4-9A80-E6A224679F20}" type="slidenum">
              <a:rPr lang="en-US" smtClean="0"/>
              <a:pPr/>
              <a:t>15</a:t>
            </a:fld>
            <a:endParaRPr lang="en-US" dirty="0"/>
          </a:p>
        </p:txBody>
      </p:sp>
      <p:sp>
        <p:nvSpPr>
          <p:cNvPr id="3" name="Title 2"/>
          <p:cNvSpPr>
            <a:spLocks noGrp="1"/>
          </p:cNvSpPr>
          <p:nvPr>
            <p:ph type="title" idx="4294967295"/>
          </p:nvPr>
        </p:nvSpPr>
        <p:spPr>
          <a:xfrm>
            <a:off x="415471" y="373063"/>
            <a:ext cx="10807700" cy="369887"/>
          </a:xfrm>
        </p:spPr>
        <p:txBody>
          <a:bodyPr vert="horz" lIns="91440" tIns="45720" rIns="91440" bIns="45720" rtlCol="0" anchor="ctr">
            <a:noAutofit/>
          </a:bodyPr>
          <a:lstStyle/>
          <a:p>
            <a:r>
              <a:rPr lang="en-US" sz="1700" dirty="0"/>
              <a:t>Configuring the Detail Page ... 3</a:t>
            </a:r>
          </a:p>
        </p:txBody>
      </p:sp>
      <p:sp>
        <p:nvSpPr>
          <p:cNvPr id="2" name="Content Placeholder 1"/>
          <p:cNvSpPr>
            <a:spLocks noGrp="1"/>
          </p:cNvSpPr>
          <p:nvPr>
            <p:ph idx="4294967295"/>
          </p:nvPr>
        </p:nvSpPr>
        <p:spPr>
          <a:xfrm>
            <a:off x="850899" y="876300"/>
            <a:ext cx="10642600" cy="2057400"/>
          </a:xfrm>
        </p:spPr>
        <p:txBody>
          <a:bodyPr/>
          <a:lstStyle/>
          <a:p>
            <a:pPr algn="just"/>
            <a:r>
              <a:rPr lang="en-US" b="1" dirty="0">
                <a:solidFill>
                  <a:schemeClr val="tx1"/>
                </a:solidFill>
              </a:rPr>
              <a:t>Configuring Buttons on Page Layouts</a:t>
            </a:r>
          </a:p>
          <a:p>
            <a:pPr lvl="1" algn="just"/>
            <a:endParaRPr lang="en-US" dirty="0">
              <a:solidFill>
                <a:schemeClr val="tx1"/>
              </a:solidFill>
            </a:endParaRPr>
          </a:p>
          <a:p>
            <a:pPr lvl="1" algn="just"/>
            <a:r>
              <a:rPr lang="en-US" dirty="0">
                <a:solidFill>
                  <a:schemeClr val="tx1"/>
                </a:solidFill>
              </a:rPr>
              <a:t>The Save, Submit, and Clone custom buttons are configurable for Medical Inquiries</a:t>
            </a:r>
          </a:p>
          <a:p>
            <a:pPr lvl="1" algn="just"/>
            <a:endParaRPr lang="en-US" dirty="0">
              <a:solidFill>
                <a:schemeClr val="tx1"/>
              </a:solidFill>
            </a:endParaRPr>
          </a:p>
          <a:p>
            <a:pPr lvl="1" algn="just"/>
            <a:r>
              <a:rPr lang="en-US" dirty="0">
                <a:solidFill>
                  <a:schemeClr val="tx1"/>
                </a:solidFill>
              </a:rPr>
              <a:t>They can be added or removed from a user’s page layout to control availability to these functions </a:t>
            </a:r>
          </a:p>
        </p:txBody>
      </p:sp>
      <p:pic>
        <p:nvPicPr>
          <p:cNvPr id="5" name="Picture 4"/>
          <p:cNvPicPr>
            <a:picLocks noChangeAspect="1"/>
          </p:cNvPicPr>
          <p:nvPr/>
        </p:nvPicPr>
        <p:blipFill>
          <a:blip r:embed="rId2"/>
          <a:stretch>
            <a:fillRect/>
          </a:stretch>
        </p:blipFill>
        <p:spPr>
          <a:xfrm>
            <a:off x="6019800" y="3086100"/>
            <a:ext cx="5734050" cy="2628900"/>
          </a:xfrm>
          <a:prstGeom prst="rect">
            <a:avLst/>
          </a:prstGeom>
        </p:spPr>
      </p:pic>
      <p:sp>
        <p:nvSpPr>
          <p:cNvPr id="7" name="Content Placeholder 1"/>
          <p:cNvSpPr txBox="1">
            <a:spLocks/>
          </p:cNvSpPr>
          <p:nvPr/>
        </p:nvSpPr>
        <p:spPr>
          <a:xfrm>
            <a:off x="633249" y="2819400"/>
            <a:ext cx="5092701" cy="205739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914400" rtl="0" eaLnBrk="1" latinLnBrk="0" hangingPunct="1">
              <a:spcBef>
                <a:spcPct val="20000"/>
              </a:spcBef>
              <a:buFont typeface="Arial" pitchFamily="34" charset="0"/>
              <a:buChar char="•"/>
              <a:defRPr lang="en-US" sz="2000" kern="1200" smtClean="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Font typeface="Arial" pitchFamily="34" charset="0"/>
              <a:buChar char="–"/>
              <a:defRPr lang="en-US" sz="1800" kern="1200" smtClean="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Font typeface="Arial" pitchFamily="34" charset="0"/>
              <a:buChar char="•"/>
              <a:defRPr lang="en-US" sz="1600" kern="1200" smtClean="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400" kern="1200" smtClean="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200" kern="1200" dirty="0" smtClean="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lgn="just"/>
            <a:r>
              <a:rPr lang="en-US" dirty="0">
                <a:solidFill>
                  <a:schemeClr val="tx1"/>
                </a:solidFill>
              </a:rPr>
              <a:t>To prevent a user from saving, submitting, or cloning Medical Inquiries, remove the </a:t>
            </a:r>
            <a:r>
              <a:rPr lang="en-US" dirty="0" err="1">
                <a:solidFill>
                  <a:schemeClr val="tx1"/>
                </a:solidFill>
              </a:rPr>
              <a:t>Save_vod</a:t>
            </a:r>
            <a:r>
              <a:rPr lang="en-US" dirty="0">
                <a:solidFill>
                  <a:schemeClr val="tx1"/>
                </a:solidFill>
              </a:rPr>
              <a:t>, </a:t>
            </a:r>
            <a:r>
              <a:rPr lang="en-US" dirty="0" err="1">
                <a:solidFill>
                  <a:schemeClr val="tx1"/>
                </a:solidFill>
              </a:rPr>
              <a:t>Submit_vod</a:t>
            </a:r>
            <a:r>
              <a:rPr lang="en-US" dirty="0">
                <a:solidFill>
                  <a:schemeClr val="tx1"/>
                </a:solidFill>
              </a:rPr>
              <a:t>, and </a:t>
            </a:r>
            <a:r>
              <a:rPr lang="en-US" dirty="0" err="1">
                <a:solidFill>
                  <a:schemeClr val="tx1"/>
                </a:solidFill>
              </a:rPr>
              <a:t>clone_vod</a:t>
            </a:r>
            <a:r>
              <a:rPr lang="en-US" dirty="0">
                <a:solidFill>
                  <a:schemeClr val="tx1"/>
                </a:solidFill>
              </a:rPr>
              <a:t> custom buttons from the page layout</a:t>
            </a:r>
          </a:p>
          <a:p>
            <a:pPr lvl="1" algn="just"/>
            <a:endParaRPr lang="en-US" dirty="0">
              <a:solidFill>
                <a:schemeClr val="tx1"/>
              </a:solidFill>
            </a:endParaRPr>
          </a:p>
          <a:p>
            <a:pPr lvl="1" algn="just"/>
            <a:r>
              <a:rPr lang="en-US" dirty="0">
                <a:solidFill>
                  <a:schemeClr val="tx1"/>
                </a:solidFill>
              </a:rPr>
              <a:t>When using the </a:t>
            </a:r>
            <a:r>
              <a:rPr lang="en-US" dirty="0" err="1">
                <a:solidFill>
                  <a:schemeClr val="tx1"/>
                </a:solidFill>
              </a:rPr>
              <a:t>Clone_vod</a:t>
            </a:r>
            <a:r>
              <a:rPr lang="en-US" dirty="0">
                <a:solidFill>
                  <a:schemeClr val="tx1"/>
                </a:solidFill>
              </a:rPr>
              <a:t> button, the </a:t>
            </a:r>
            <a:r>
              <a:rPr lang="en-US" dirty="0" err="1">
                <a:solidFill>
                  <a:schemeClr val="tx1"/>
                </a:solidFill>
              </a:rPr>
              <a:t>Signature_vod</a:t>
            </a:r>
            <a:r>
              <a:rPr lang="en-US" dirty="0">
                <a:solidFill>
                  <a:schemeClr val="tx1"/>
                </a:solidFill>
              </a:rPr>
              <a:t>, Product, and </a:t>
            </a:r>
            <a:r>
              <a:rPr lang="en-US" dirty="0" err="1">
                <a:solidFill>
                  <a:schemeClr val="tx1"/>
                </a:solidFill>
              </a:rPr>
              <a:t>Inquiry_Text_vod</a:t>
            </a:r>
            <a:r>
              <a:rPr lang="en-US" dirty="0">
                <a:solidFill>
                  <a:schemeClr val="tx1"/>
                </a:solidFill>
              </a:rPr>
              <a:t> fields are not copied to the cloned record</a:t>
            </a:r>
          </a:p>
        </p:txBody>
      </p:sp>
    </p:spTree>
    <p:extLst>
      <p:ext uri="{BB962C8B-B14F-4D97-AF65-F5344CB8AC3E}">
        <p14:creationId xmlns:p14="http://schemas.microsoft.com/office/powerpoint/2010/main" val="20800606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a:t>© Cognizant 2015</a:t>
            </a:r>
            <a:endParaRPr lang="en-US" dirty="0"/>
          </a:p>
        </p:txBody>
      </p:sp>
      <p:sp>
        <p:nvSpPr>
          <p:cNvPr id="4" name="Slide Number Placeholder 3"/>
          <p:cNvSpPr>
            <a:spLocks noGrp="1"/>
          </p:cNvSpPr>
          <p:nvPr>
            <p:ph type="sldNum" sz="quarter" idx="12"/>
          </p:nvPr>
        </p:nvSpPr>
        <p:spPr/>
        <p:txBody>
          <a:bodyPr/>
          <a:lstStyle/>
          <a:p>
            <a:fld id="{47ED8886-DB3B-44F4-9A80-E6A224679F20}" type="slidenum">
              <a:rPr lang="en-US" smtClean="0"/>
              <a:pPr/>
              <a:t>16</a:t>
            </a:fld>
            <a:endParaRPr lang="en-US" dirty="0"/>
          </a:p>
        </p:txBody>
      </p:sp>
      <p:sp>
        <p:nvSpPr>
          <p:cNvPr id="3" name="Title 2"/>
          <p:cNvSpPr>
            <a:spLocks noGrp="1"/>
          </p:cNvSpPr>
          <p:nvPr>
            <p:ph type="title" idx="4294967295"/>
          </p:nvPr>
        </p:nvSpPr>
        <p:spPr>
          <a:xfrm>
            <a:off x="457201" y="398906"/>
            <a:ext cx="10807700" cy="369887"/>
          </a:xfrm>
        </p:spPr>
        <p:txBody>
          <a:bodyPr vert="horz" lIns="91440" tIns="45720" rIns="91440" bIns="45720" rtlCol="0" anchor="ctr">
            <a:noAutofit/>
          </a:bodyPr>
          <a:lstStyle/>
          <a:p>
            <a:r>
              <a:rPr lang="en-US" sz="1700" dirty="0"/>
              <a:t>Configuring the Detail Page ... 4</a:t>
            </a:r>
          </a:p>
        </p:txBody>
      </p:sp>
      <p:sp>
        <p:nvSpPr>
          <p:cNvPr id="2" name="Content Placeholder 1"/>
          <p:cNvSpPr>
            <a:spLocks noGrp="1"/>
          </p:cNvSpPr>
          <p:nvPr>
            <p:ph idx="4294967295"/>
          </p:nvPr>
        </p:nvSpPr>
        <p:spPr>
          <a:xfrm>
            <a:off x="649287" y="937418"/>
            <a:ext cx="10171113" cy="4983163"/>
          </a:xfrm>
        </p:spPr>
        <p:txBody>
          <a:bodyPr/>
          <a:lstStyle/>
          <a:p>
            <a:r>
              <a:rPr lang="en-US" b="1" dirty="0">
                <a:solidFill>
                  <a:schemeClr val="tx1"/>
                </a:solidFill>
              </a:rPr>
              <a:t>Configuring Section Signals</a:t>
            </a:r>
          </a:p>
          <a:p>
            <a:pPr lvl="1"/>
            <a:endParaRPr lang="en-US" sz="1600" dirty="0">
              <a:solidFill>
                <a:schemeClr val="tx1"/>
              </a:solidFill>
            </a:endParaRPr>
          </a:p>
          <a:p>
            <a:pPr lvl="1"/>
            <a:r>
              <a:rPr lang="en-US" dirty="0">
                <a:solidFill>
                  <a:schemeClr val="tx1"/>
                </a:solidFill>
              </a:rPr>
              <a:t>Administrators can use various section signals in Medical Inquiries in order to control the behavior of the Medical Inquiry module</a:t>
            </a:r>
          </a:p>
          <a:p>
            <a:pPr lvl="1"/>
            <a:r>
              <a:rPr lang="en-US" dirty="0">
                <a:solidFill>
                  <a:schemeClr val="tx1"/>
                </a:solidFill>
              </a:rPr>
              <a:t>The section signals used in Medical Inquiry module are in the below table</a:t>
            </a:r>
          </a:p>
        </p:txBody>
      </p:sp>
      <p:graphicFrame>
        <p:nvGraphicFramePr>
          <p:cNvPr id="5" name="Table 4"/>
          <p:cNvGraphicFramePr>
            <a:graphicFrameLocks noGrp="1"/>
          </p:cNvGraphicFramePr>
          <p:nvPr>
            <p:extLst>
              <p:ext uri="{D42A27DB-BD31-4B8C-83A1-F6EECF244321}">
                <p14:modId xmlns:p14="http://schemas.microsoft.com/office/powerpoint/2010/main" val="1268055964"/>
              </p:ext>
            </p:extLst>
          </p:nvPr>
        </p:nvGraphicFramePr>
        <p:xfrm>
          <a:off x="1371600" y="2659671"/>
          <a:ext cx="9753600" cy="3687386"/>
        </p:xfrm>
        <a:graphic>
          <a:graphicData uri="http://schemas.openxmlformats.org/drawingml/2006/table">
            <a:tbl>
              <a:tblPr firstRow="1" bandRow="1">
                <a:tableStyleId>{5C22544A-7EE6-4342-B048-85BDC9FD1C3A}</a:tableStyleId>
              </a:tblPr>
              <a:tblGrid>
                <a:gridCol w="2204391">
                  <a:extLst>
                    <a:ext uri="{9D8B030D-6E8A-4147-A177-3AD203B41FA5}">
                      <a16:colId xmlns:a16="http://schemas.microsoft.com/office/drawing/2014/main" val="20000"/>
                    </a:ext>
                  </a:extLst>
                </a:gridCol>
                <a:gridCol w="7549209">
                  <a:extLst>
                    <a:ext uri="{9D8B030D-6E8A-4147-A177-3AD203B41FA5}">
                      <a16:colId xmlns:a16="http://schemas.microsoft.com/office/drawing/2014/main" val="20001"/>
                    </a:ext>
                  </a:extLst>
                </a:gridCol>
              </a:tblGrid>
              <a:tr h="3626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chemeClr val="bg1"/>
                          </a:solidFill>
                          <a:latin typeface="Arial" panose="020B0604020202020204" pitchFamily="34" charset="0"/>
                          <a:cs typeface="Arial" panose="020B0604020202020204" pitchFamily="34" charset="0"/>
                        </a:rPr>
                        <a:t>Section Signal</a:t>
                      </a:r>
                    </a:p>
                  </a:txBody>
                  <a:tcPr/>
                </a:tc>
                <a:tc>
                  <a:txBody>
                    <a:bodyPr/>
                    <a:lstStyle/>
                    <a:p>
                      <a:r>
                        <a:rPr lang="en-US" sz="1800" b="1" dirty="0">
                          <a:solidFill>
                            <a:schemeClr val="bg1"/>
                          </a:solidFill>
                          <a:latin typeface="Arial" panose="020B0604020202020204" pitchFamily="34" charset="0"/>
                          <a:cs typeface="Arial" panose="020B0604020202020204" pitchFamily="34" charset="0"/>
                        </a:rPr>
                        <a:t>Use</a:t>
                      </a:r>
                      <a:endParaRPr lang="en-US" sz="1800" dirty="0"/>
                    </a:p>
                  </a:txBody>
                  <a:tcPr/>
                </a:tc>
                <a:extLst>
                  <a:ext uri="{0D108BD9-81ED-4DB2-BD59-A6C34878D82A}">
                    <a16:rowId xmlns:a16="http://schemas.microsoft.com/office/drawing/2014/main" val="10000"/>
                  </a:ext>
                </a:extLst>
              </a:tr>
              <a:tr h="492983">
                <a:tc>
                  <a:txBody>
                    <a:bodyPr/>
                    <a:lstStyle/>
                    <a:p>
                      <a:pPr algn="ctr" fontAlgn="b"/>
                      <a:r>
                        <a:rPr lang="en-US" sz="1600" dirty="0">
                          <a:latin typeface="Arial" panose="020B0604020202020204" pitchFamily="34" charset="0"/>
                          <a:cs typeface="Arial" panose="020B0604020202020204" pitchFamily="34" charset="0"/>
                        </a:rPr>
                        <a:t>--</a:t>
                      </a:r>
                      <a:r>
                        <a:rPr lang="en-US" sz="1600" dirty="0" err="1">
                          <a:latin typeface="Arial" panose="020B0604020202020204" pitchFamily="34" charset="0"/>
                          <a:cs typeface="Arial" panose="020B0604020202020204" pitchFamily="34" charset="0"/>
                        </a:rPr>
                        <a:t>ana</a:t>
                      </a:r>
                      <a:endParaRPr lang="en-US" sz="1600" dirty="0">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US" sz="1600" dirty="0">
                          <a:latin typeface="Arial" panose="020B0604020202020204" pitchFamily="34" charset="0"/>
                          <a:cs typeface="Arial" panose="020B0604020202020204" pitchFamily="34" charset="0"/>
                        </a:rPr>
                        <a:t>Toggle between the Address picklist and an editable form for Address Line 1, Address Line 2, City, State, and Zip Code</a:t>
                      </a:r>
                    </a:p>
                  </a:txBody>
                  <a:tcPr marL="9525" marR="9525" marT="9525" marB="0" anchor="b"/>
                </a:tc>
                <a:extLst>
                  <a:ext uri="{0D108BD9-81ED-4DB2-BD59-A6C34878D82A}">
                    <a16:rowId xmlns:a16="http://schemas.microsoft.com/office/drawing/2014/main" val="10001"/>
                  </a:ext>
                </a:extLst>
              </a:tr>
              <a:tr h="367691">
                <a:tc>
                  <a:txBody>
                    <a:bodyPr/>
                    <a:lstStyle/>
                    <a:p>
                      <a:pPr algn="ctr" fontAlgn="b"/>
                      <a:r>
                        <a:rPr lang="en-US" sz="1600" dirty="0">
                          <a:latin typeface="Arial" panose="020B0604020202020204" pitchFamily="34" charset="0"/>
                          <a:cs typeface="Arial" panose="020B0604020202020204" pitchFamily="34" charset="0"/>
                        </a:rPr>
                        <a:t>--</a:t>
                      </a:r>
                      <a:r>
                        <a:rPr lang="en-US" sz="1600" dirty="0" err="1">
                          <a:latin typeface="Arial" panose="020B0604020202020204" pitchFamily="34" charset="0"/>
                          <a:cs typeface="Arial" panose="020B0604020202020204" pitchFamily="34" charset="0"/>
                        </a:rPr>
                        <a:t>ane</a:t>
                      </a:r>
                      <a:endParaRPr lang="en-US" sz="1600" dirty="0">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US" sz="1600" dirty="0">
                          <a:latin typeface="Arial" panose="020B0604020202020204" pitchFamily="34" charset="0"/>
                          <a:cs typeface="Arial" panose="020B0604020202020204" pitchFamily="34" charset="0"/>
                        </a:rPr>
                        <a:t>Toggle between the email picklist and an entry form with the Email field</a:t>
                      </a:r>
                    </a:p>
                  </a:txBody>
                  <a:tcPr marL="9525" marR="9525" marT="9525" marB="0" anchor="b"/>
                </a:tc>
                <a:extLst>
                  <a:ext uri="{0D108BD9-81ED-4DB2-BD59-A6C34878D82A}">
                    <a16:rowId xmlns:a16="http://schemas.microsoft.com/office/drawing/2014/main" val="10002"/>
                  </a:ext>
                </a:extLst>
              </a:tr>
              <a:tr h="492983">
                <a:tc>
                  <a:txBody>
                    <a:bodyPr/>
                    <a:lstStyle/>
                    <a:p>
                      <a:pPr algn="ctr" fontAlgn="b"/>
                      <a:r>
                        <a:rPr lang="en-US" sz="1600" dirty="0">
                          <a:latin typeface="Arial" panose="020B0604020202020204" pitchFamily="34" charset="0"/>
                          <a:cs typeface="Arial" panose="020B0604020202020204" pitchFamily="34" charset="0"/>
                        </a:rPr>
                        <a:t>--</a:t>
                      </a:r>
                      <a:r>
                        <a:rPr lang="en-US" sz="1600" dirty="0" err="1">
                          <a:latin typeface="Arial" panose="020B0604020202020204" pitchFamily="34" charset="0"/>
                          <a:cs typeface="Arial" panose="020B0604020202020204" pitchFamily="34" charset="0"/>
                        </a:rPr>
                        <a:t>anf</a:t>
                      </a:r>
                      <a:endParaRPr lang="en-US" sz="1600" dirty="0">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US" sz="1600" dirty="0">
                          <a:latin typeface="Arial" panose="020B0604020202020204" pitchFamily="34" charset="0"/>
                          <a:cs typeface="Arial" panose="020B0604020202020204" pitchFamily="34" charset="0"/>
                        </a:rPr>
                        <a:t>Toggle between the fax picklist and an entry form with the Fax Number field</a:t>
                      </a:r>
                    </a:p>
                  </a:txBody>
                  <a:tcPr marL="9525" marR="9525" marT="9525" marB="0" anchor="b"/>
                </a:tc>
                <a:extLst>
                  <a:ext uri="{0D108BD9-81ED-4DB2-BD59-A6C34878D82A}">
                    <a16:rowId xmlns:a16="http://schemas.microsoft.com/office/drawing/2014/main" val="10003"/>
                  </a:ext>
                </a:extLst>
              </a:tr>
              <a:tr h="492983">
                <a:tc>
                  <a:txBody>
                    <a:bodyPr/>
                    <a:lstStyle/>
                    <a:p>
                      <a:pPr algn="ctr" fontAlgn="b"/>
                      <a:r>
                        <a:rPr lang="en-US" sz="1600" dirty="0">
                          <a:latin typeface="Arial" panose="020B0604020202020204" pitchFamily="34" charset="0"/>
                          <a:cs typeface="Arial" panose="020B0604020202020204" pitchFamily="34" charset="0"/>
                        </a:rPr>
                        <a:t>--</a:t>
                      </a:r>
                      <a:r>
                        <a:rPr lang="en-US" sz="1600" dirty="0" err="1">
                          <a:latin typeface="Arial" panose="020B0604020202020204" pitchFamily="34" charset="0"/>
                          <a:cs typeface="Arial" panose="020B0604020202020204" pitchFamily="34" charset="0"/>
                        </a:rPr>
                        <a:t>anp</a:t>
                      </a:r>
                      <a:endParaRPr lang="en-US" sz="1600" dirty="0">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US" sz="1600" dirty="0">
                          <a:latin typeface="Arial" panose="020B0604020202020204" pitchFamily="34" charset="0"/>
                          <a:cs typeface="Arial" panose="020B0604020202020204" pitchFamily="34" charset="0"/>
                        </a:rPr>
                        <a:t>Toggle between the phone picklist and a form with the Phone Number field</a:t>
                      </a:r>
                    </a:p>
                  </a:txBody>
                  <a:tcPr marL="9525" marR="9525" marT="9525" marB="0" anchor="b"/>
                </a:tc>
                <a:extLst>
                  <a:ext uri="{0D108BD9-81ED-4DB2-BD59-A6C34878D82A}">
                    <a16:rowId xmlns:a16="http://schemas.microsoft.com/office/drawing/2014/main" val="10004"/>
                  </a:ext>
                </a:extLst>
              </a:tr>
              <a:tr h="367691">
                <a:tc>
                  <a:txBody>
                    <a:bodyPr/>
                    <a:lstStyle/>
                    <a:p>
                      <a:pPr algn="ctr" fontAlgn="b"/>
                      <a:r>
                        <a:rPr lang="en-US" sz="1600" dirty="0">
                          <a:latin typeface="Arial" panose="020B0604020202020204" pitchFamily="34" charset="0"/>
                          <a:cs typeface="Arial" panose="020B0604020202020204" pitchFamily="34" charset="0"/>
                        </a:rPr>
                        <a:t>--</a:t>
                      </a:r>
                      <a:r>
                        <a:rPr lang="en-US" sz="1600" dirty="0" err="1">
                          <a:latin typeface="Arial" panose="020B0604020202020204" pitchFamily="34" charset="0"/>
                          <a:cs typeface="Arial" panose="020B0604020202020204" pitchFamily="34" charset="0"/>
                        </a:rPr>
                        <a:t>eoe</a:t>
                      </a:r>
                      <a:endParaRPr lang="en-US" sz="1600" dirty="0">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US" sz="1600" dirty="0">
                          <a:latin typeface="Arial" panose="020B0604020202020204" pitchFamily="34" charset="0"/>
                          <a:cs typeface="Arial" panose="020B0604020202020204" pitchFamily="34" charset="0"/>
                        </a:rPr>
                        <a:t>To specify Email as an optional delivery method</a:t>
                      </a:r>
                    </a:p>
                  </a:txBody>
                  <a:tcPr marL="9525" marR="9525" marT="9525" marB="0" anchor="b"/>
                </a:tc>
                <a:extLst>
                  <a:ext uri="{0D108BD9-81ED-4DB2-BD59-A6C34878D82A}">
                    <a16:rowId xmlns:a16="http://schemas.microsoft.com/office/drawing/2014/main" val="10005"/>
                  </a:ext>
                </a:extLst>
              </a:tr>
              <a:tr h="367691">
                <a:tc>
                  <a:txBody>
                    <a:bodyPr/>
                    <a:lstStyle/>
                    <a:p>
                      <a:pPr algn="ctr" fontAlgn="b"/>
                      <a:r>
                        <a:rPr lang="en-US" sz="1600" dirty="0">
                          <a:latin typeface="Arial" panose="020B0604020202020204" pitchFamily="34" charset="0"/>
                          <a:cs typeface="Arial" panose="020B0604020202020204" pitchFamily="34" charset="0"/>
                        </a:rPr>
                        <a:t>--</a:t>
                      </a:r>
                      <a:r>
                        <a:rPr lang="en-US" sz="1600" dirty="0" err="1">
                          <a:latin typeface="Arial" panose="020B0604020202020204" pitchFamily="34" charset="0"/>
                          <a:cs typeface="Arial" panose="020B0604020202020204" pitchFamily="34" charset="0"/>
                        </a:rPr>
                        <a:t>eof</a:t>
                      </a:r>
                      <a:endParaRPr lang="en-US" sz="1600" dirty="0">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US" sz="1600" dirty="0">
                          <a:latin typeface="Arial" panose="020B0604020202020204" pitchFamily="34" charset="0"/>
                          <a:cs typeface="Arial" panose="020B0604020202020204" pitchFamily="34" charset="0"/>
                        </a:rPr>
                        <a:t>To specify Fax as an optional delivery method</a:t>
                      </a:r>
                    </a:p>
                  </a:txBody>
                  <a:tcPr marL="9525" marR="9525" marT="9525" marB="0" anchor="b"/>
                </a:tc>
                <a:extLst>
                  <a:ext uri="{0D108BD9-81ED-4DB2-BD59-A6C34878D82A}">
                    <a16:rowId xmlns:a16="http://schemas.microsoft.com/office/drawing/2014/main" val="10006"/>
                  </a:ext>
                </a:extLst>
              </a:tr>
              <a:tr h="367691">
                <a:tc>
                  <a:txBody>
                    <a:bodyPr/>
                    <a:lstStyle/>
                    <a:p>
                      <a:pPr algn="ctr" fontAlgn="b"/>
                      <a:r>
                        <a:rPr lang="en-US" sz="1600" dirty="0">
                          <a:latin typeface="Arial" panose="020B0604020202020204" pitchFamily="34" charset="0"/>
                          <a:cs typeface="Arial" panose="020B0604020202020204" pitchFamily="34" charset="0"/>
                        </a:rPr>
                        <a:t>--</a:t>
                      </a:r>
                      <a:r>
                        <a:rPr lang="en-US" sz="1600" dirty="0" err="1">
                          <a:latin typeface="Arial" panose="020B0604020202020204" pitchFamily="34" charset="0"/>
                          <a:cs typeface="Arial" panose="020B0604020202020204" pitchFamily="34" charset="0"/>
                        </a:rPr>
                        <a:t>eom</a:t>
                      </a:r>
                      <a:endParaRPr lang="en-US" sz="1600" dirty="0">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US" sz="1600" dirty="0">
                          <a:latin typeface="Arial" panose="020B0604020202020204" pitchFamily="34" charset="0"/>
                          <a:cs typeface="Arial" panose="020B0604020202020204" pitchFamily="34" charset="0"/>
                        </a:rPr>
                        <a:t>To specify Mail or Urgent Mail as an optional delivery method</a:t>
                      </a:r>
                    </a:p>
                  </a:txBody>
                  <a:tcPr marL="9525" marR="9525" marT="9525" marB="0" anchor="b"/>
                </a:tc>
                <a:extLst>
                  <a:ext uri="{0D108BD9-81ED-4DB2-BD59-A6C34878D82A}">
                    <a16:rowId xmlns:a16="http://schemas.microsoft.com/office/drawing/2014/main" val="10007"/>
                  </a:ext>
                </a:extLst>
              </a:tr>
              <a:tr h="367691">
                <a:tc>
                  <a:txBody>
                    <a:bodyPr/>
                    <a:lstStyle/>
                    <a:p>
                      <a:pPr algn="ctr" fontAlgn="b"/>
                      <a:r>
                        <a:rPr lang="en-US" sz="1600" dirty="0">
                          <a:latin typeface="Arial" panose="020B0604020202020204" pitchFamily="34" charset="0"/>
                          <a:cs typeface="Arial" panose="020B0604020202020204" pitchFamily="34" charset="0"/>
                        </a:rPr>
                        <a:t>--</a:t>
                      </a:r>
                      <a:r>
                        <a:rPr lang="en-US" sz="1600" dirty="0" err="1">
                          <a:latin typeface="Arial" panose="020B0604020202020204" pitchFamily="34" charset="0"/>
                          <a:cs typeface="Arial" panose="020B0604020202020204" pitchFamily="34" charset="0"/>
                        </a:rPr>
                        <a:t>eop</a:t>
                      </a:r>
                      <a:endParaRPr lang="en-US" sz="1600" dirty="0">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US" sz="1600" dirty="0">
                          <a:latin typeface="Arial" panose="020B0604020202020204" pitchFamily="34" charset="0"/>
                          <a:cs typeface="Arial" panose="020B0604020202020204" pitchFamily="34" charset="0"/>
                        </a:rPr>
                        <a:t>Specify Phone as an optional delivery method</a:t>
                      </a:r>
                    </a:p>
                  </a:txBody>
                  <a:tcPr marL="9525" marR="9525" marT="9525" marB="0" anchor="b"/>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1189010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a:t>© Cognizant 2015</a:t>
            </a:r>
            <a:endParaRPr lang="en-US" dirty="0"/>
          </a:p>
        </p:txBody>
      </p:sp>
      <p:sp>
        <p:nvSpPr>
          <p:cNvPr id="4" name="Slide Number Placeholder 3"/>
          <p:cNvSpPr>
            <a:spLocks noGrp="1"/>
          </p:cNvSpPr>
          <p:nvPr>
            <p:ph type="sldNum" sz="quarter" idx="12"/>
          </p:nvPr>
        </p:nvSpPr>
        <p:spPr/>
        <p:txBody>
          <a:bodyPr/>
          <a:lstStyle/>
          <a:p>
            <a:fld id="{47ED8886-DB3B-44F4-9A80-E6A224679F20}" type="slidenum">
              <a:rPr lang="en-US" smtClean="0"/>
              <a:pPr/>
              <a:t>17</a:t>
            </a:fld>
            <a:endParaRPr lang="en-US" dirty="0"/>
          </a:p>
        </p:txBody>
      </p:sp>
      <p:sp>
        <p:nvSpPr>
          <p:cNvPr id="3" name="Title 2"/>
          <p:cNvSpPr>
            <a:spLocks noGrp="1"/>
          </p:cNvSpPr>
          <p:nvPr>
            <p:ph type="title" idx="4294967295"/>
          </p:nvPr>
        </p:nvSpPr>
        <p:spPr>
          <a:xfrm>
            <a:off x="754869" y="228601"/>
            <a:ext cx="8356600" cy="715963"/>
          </a:xfrm>
        </p:spPr>
        <p:txBody>
          <a:bodyPr vert="horz" lIns="91440" tIns="45720" rIns="91440" bIns="45720" rtlCol="0" anchor="ctr">
            <a:noAutofit/>
          </a:bodyPr>
          <a:lstStyle/>
          <a:p>
            <a:r>
              <a:rPr lang="en-US" sz="1700" dirty="0"/>
              <a:t>Displaying Medical Inquiry Attachments ... 1</a:t>
            </a:r>
          </a:p>
        </p:txBody>
      </p:sp>
      <p:sp>
        <p:nvSpPr>
          <p:cNvPr id="2" name="Content Placeholder 1"/>
          <p:cNvSpPr>
            <a:spLocks noGrp="1"/>
          </p:cNvSpPr>
          <p:nvPr>
            <p:ph idx="4294967295"/>
          </p:nvPr>
        </p:nvSpPr>
        <p:spPr>
          <a:xfrm>
            <a:off x="914400" y="1112520"/>
            <a:ext cx="4953000" cy="4983163"/>
          </a:xfrm>
        </p:spPr>
        <p:txBody>
          <a:bodyPr/>
          <a:lstStyle/>
          <a:p>
            <a:pPr algn="just"/>
            <a:r>
              <a:rPr lang="en-US" sz="1800" dirty="0">
                <a:solidFill>
                  <a:schemeClr val="tx1"/>
                </a:solidFill>
              </a:rPr>
              <a:t>VEEVA CRM allows users to create, edit, and view medical inquiry attachments from the Medical Inquiry screen </a:t>
            </a:r>
          </a:p>
          <a:p>
            <a:pPr algn="just"/>
            <a:endParaRPr lang="en-US" sz="1800" dirty="0">
              <a:solidFill>
                <a:schemeClr val="tx1"/>
              </a:solidFill>
            </a:endParaRPr>
          </a:p>
          <a:p>
            <a:pPr algn="just"/>
            <a:r>
              <a:rPr lang="en-US" sz="1800" dirty="0">
                <a:solidFill>
                  <a:schemeClr val="tx1"/>
                </a:solidFill>
              </a:rPr>
              <a:t>These attachments can then be viewed online by MSLs and other users </a:t>
            </a:r>
          </a:p>
          <a:p>
            <a:pPr algn="just"/>
            <a:endParaRPr lang="en-US" sz="1800" dirty="0">
              <a:solidFill>
                <a:schemeClr val="tx1"/>
              </a:solidFill>
            </a:endParaRPr>
          </a:p>
          <a:p>
            <a:pPr algn="just"/>
            <a:r>
              <a:rPr lang="en-US" sz="1800" dirty="0">
                <a:solidFill>
                  <a:schemeClr val="tx1"/>
                </a:solidFill>
              </a:rPr>
              <a:t>When users navigate to Medical Inquiries and selects Attachments then all attachments are displayed </a:t>
            </a:r>
          </a:p>
          <a:p>
            <a:pPr algn="just"/>
            <a:endParaRPr lang="en-US" sz="1800" dirty="0">
              <a:solidFill>
                <a:schemeClr val="tx1"/>
              </a:solidFill>
            </a:endParaRPr>
          </a:p>
          <a:p>
            <a:pPr algn="just"/>
            <a:r>
              <a:rPr lang="en-US" sz="1800" dirty="0">
                <a:solidFill>
                  <a:schemeClr val="tx1"/>
                </a:solidFill>
              </a:rPr>
              <a:t>Depending on the permissions provided to user they may modify the attachments on the Medical Inquiry</a:t>
            </a:r>
            <a:endParaRPr lang="en-US" sz="1600" dirty="0">
              <a:solidFill>
                <a:schemeClr val="tx1"/>
              </a:solidFill>
            </a:endParaRPr>
          </a:p>
        </p:txBody>
      </p:sp>
      <p:pic>
        <p:nvPicPr>
          <p:cNvPr id="5" name="Picture 4"/>
          <p:cNvPicPr>
            <a:picLocks noChangeAspect="1"/>
          </p:cNvPicPr>
          <p:nvPr/>
        </p:nvPicPr>
        <p:blipFill>
          <a:blip r:embed="rId2"/>
          <a:stretch>
            <a:fillRect/>
          </a:stretch>
        </p:blipFill>
        <p:spPr>
          <a:xfrm>
            <a:off x="6400800" y="1221658"/>
            <a:ext cx="5246961" cy="4286250"/>
          </a:xfrm>
          <a:prstGeom prst="rect">
            <a:avLst/>
          </a:prstGeom>
          <a:ln>
            <a:solidFill>
              <a:schemeClr val="accent6">
                <a:lumMod val="50000"/>
              </a:schemeClr>
            </a:solidFill>
          </a:ln>
        </p:spPr>
      </p:pic>
      <p:sp>
        <p:nvSpPr>
          <p:cNvPr id="7" name="Rectangle 6"/>
          <p:cNvSpPr/>
          <p:nvPr/>
        </p:nvSpPr>
        <p:spPr>
          <a:xfrm>
            <a:off x="6400800" y="4724400"/>
            <a:ext cx="5257800" cy="762000"/>
          </a:xfrm>
          <a:prstGeom prst="rect">
            <a:avLst/>
          </a:prstGeom>
          <a:noFill/>
          <a:ln w="5715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6347826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a:t>© Cognizant 2015</a:t>
            </a:r>
            <a:endParaRPr lang="en-US" dirty="0"/>
          </a:p>
        </p:txBody>
      </p:sp>
      <p:sp>
        <p:nvSpPr>
          <p:cNvPr id="4" name="Slide Number Placeholder 3"/>
          <p:cNvSpPr>
            <a:spLocks noGrp="1"/>
          </p:cNvSpPr>
          <p:nvPr>
            <p:ph type="sldNum" sz="quarter" idx="12"/>
          </p:nvPr>
        </p:nvSpPr>
        <p:spPr/>
        <p:txBody>
          <a:bodyPr/>
          <a:lstStyle/>
          <a:p>
            <a:fld id="{47ED8886-DB3B-44F4-9A80-E6A224679F20}" type="slidenum">
              <a:rPr lang="en-US" smtClean="0"/>
              <a:pPr/>
              <a:t>18</a:t>
            </a:fld>
            <a:endParaRPr lang="en-US" dirty="0"/>
          </a:p>
        </p:txBody>
      </p:sp>
      <p:sp>
        <p:nvSpPr>
          <p:cNvPr id="3" name="Title 2"/>
          <p:cNvSpPr>
            <a:spLocks noGrp="1"/>
          </p:cNvSpPr>
          <p:nvPr>
            <p:ph type="title" idx="4294967295"/>
          </p:nvPr>
        </p:nvSpPr>
        <p:spPr>
          <a:xfrm>
            <a:off x="457201" y="381000"/>
            <a:ext cx="8686800" cy="715963"/>
          </a:xfrm>
        </p:spPr>
        <p:txBody>
          <a:bodyPr vert="horz" lIns="91440" tIns="45720" rIns="91440" bIns="45720" rtlCol="0" anchor="ctr">
            <a:noAutofit/>
          </a:bodyPr>
          <a:lstStyle/>
          <a:p>
            <a:r>
              <a:rPr lang="en-US" sz="1700" dirty="0"/>
              <a:t>Displaying Medical Inquiry Attachments ... 2</a:t>
            </a:r>
          </a:p>
        </p:txBody>
      </p:sp>
      <p:sp>
        <p:nvSpPr>
          <p:cNvPr id="2" name="Content Placeholder 1"/>
          <p:cNvSpPr>
            <a:spLocks noGrp="1"/>
          </p:cNvSpPr>
          <p:nvPr>
            <p:ph idx="4294967295"/>
          </p:nvPr>
        </p:nvSpPr>
        <p:spPr>
          <a:xfrm>
            <a:off x="633249" y="1096963"/>
            <a:ext cx="8815551" cy="4983163"/>
          </a:xfrm>
        </p:spPr>
        <p:txBody>
          <a:bodyPr/>
          <a:lstStyle/>
          <a:p>
            <a:r>
              <a:rPr lang="en-US" b="1" dirty="0">
                <a:solidFill>
                  <a:schemeClr val="tx1"/>
                </a:solidFill>
              </a:rPr>
              <a:t>Configuration</a:t>
            </a:r>
          </a:p>
          <a:p>
            <a:pPr lvl="1"/>
            <a:endParaRPr lang="en-US" dirty="0">
              <a:solidFill>
                <a:schemeClr val="tx1"/>
              </a:solidFill>
            </a:endParaRPr>
          </a:p>
          <a:p>
            <a:pPr lvl="1"/>
            <a:r>
              <a:rPr lang="en-US" dirty="0">
                <a:solidFill>
                  <a:schemeClr val="tx1"/>
                </a:solidFill>
              </a:rPr>
              <a:t>Provide user necessary permissions on Medical Inquiry object</a:t>
            </a:r>
          </a:p>
          <a:p>
            <a:pPr lvl="1"/>
            <a:endParaRPr lang="en-US" dirty="0">
              <a:solidFill>
                <a:schemeClr val="tx1"/>
              </a:solidFill>
            </a:endParaRPr>
          </a:p>
          <a:p>
            <a:pPr lvl="1"/>
            <a:r>
              <a:rPr lang="en-US" dirty="0">
                <a:solidFill>
                  <a:schemeClr val="tx1"/>
                </a:solidFill>
              </a:rPr>
              <a:t>Read permission is the minimum permission required to access this feature</a:t>
            </a:r>
          </a:p>
          <a:p>
            <a:pPr lvl="1"/>
            <a:endParaRPr lang="en-US" dirty="0">
              <a:solidFill>
                <a:schemeClr val="tx1"/>
              </a:solidFill>
            </a:endParaRPr>
          </a:p>
          <a:p>
            <a:pPr lvl="1"/>
            <a:r>
              <a:rPr lang="en-US" dirty="0">
                <a:solidFill>
                  <a:schemeClr val="tx1"/>
                </a:solidFill>
              </a:rPr>
              <a:t>Place the Notes &amp; Attachments related list on the appropriate </a:t>
            </a:r>
            <a:r>
              <a:rPr lang="en-US" dirty="0" err="1">
                <a:solidFill>
                  <a:schemeClr val="tx1"/>
                </a:solidFill>
              </a:rPr>
              <a:t>Medical_Inquiry_vod</a:t>
            </a:r>
            <a:r>
              <a:rPr lang="en-US" dirty="0">
                <a:solidFill>
                  <a:schemeClr val="tx1"/>
                </a:solidFill>
              </a:rPr>
              <a:t> page layout</a:t>
            </a:r>
          </a:p>
          <a:p>
            <a:pPr>
              <a:buFont typeface="+mj-lt"/>
              <a:buAutoNum type="arabicPeriod"/>
            </a:pPr>
            <a:endParaRPr lang="en-US" sz="1800" dirty="0">
              <a:solidFill>
                <a:schemeClr val="tx1"/>
              </a:solidFill>
            </a:endParaRPr>
          </a:p>
          <a:p>
            <a:r>
              <a:rPr lang="en-US" b="1" dirty="0">
                <a:solidFill>
                  <a:schemeClr val="tx1"/>
                </a:solidFill>
              </a:rPr>
              <a:t>Note</a:t>
            </a:r>
            <a:r>
              <a:rPr lang="en-US" sz="1800" b="1" dirty="0">
                <a:solidFill>
                  <a:schemeClr val="tx1"/>
                </a:solidFill>
              </a:rPr>
              <a:t>:</a:t>
            </a:r>
          </a:p>
          <a:p>
            <a:pPr lvl="1"/>
            <a:endParaRPr lang="en-US" dirty="0">
              <a:solidFill>
                <a:schemeClr val="tx1"/>
              </a:solidFill>
            </a:endParaRPr>
          </a:p>
          <a:p>
            <a:pPr lvl="1"/>
            <a:r>
              <a:rPr lang="en-US" dirty="0">
                <a:solidFill>
                  <a:schemeClr val="tx1"/>
                </a:solidFill>
              </a:rPr>
              <a:t>This feature is available on the Online platform</a:t>
            </a:r>
          </a:p>
          <a:p>
            <a:pPr lvl="1"/>
            <a:endParaRPr lang="en-US" dirty="0">
              <a:solidFill>
                <a:schemeClr val="tx1"/>
              </a:solidFill>
            </a:endParaRPr>
          </a:p>
          <a:p>
            <a:pPr lvl="1"/>
            <a:r>
              <a:rPr lang="en-US" dirty="0">
                <a:solidFill>
                  <a:schemeClr val="tx1"/>
                </a:solidFill>
              </a:rPr>
              <a:t>This feature does not support Multiple Product Inquiries</a:t>
            </a:r>
          </a:p>
        </p:txBody>
      </p:sp>
    </p:spTree>
    <p:extLst>
      <p:ext uri="{BB962C8B-B14F-4D97-AF65-F5344CB8AC3E}">
        <p14:creationId xmlns:p14="http://schemas.microsoft.com/office/powerpoint/2010/main" val="26207268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a:t>© Cognizant 2015</a:t>
            </a:r>
            <a:endParaRPr lang="en-US" dirty="0"/>
          </a:p>
        </p:txBody>
      </p:sp>
      <p:sp>
        <p:nvSpPr>
          <p:cNvPr id="4" name="Slide Number Placeholder 3"/>
          <p:cNvSpPr>
            <a:spLocks noGrp="1"/>
          </p:cNvSpPr>
          <p:nvPr>
            <p:ph type="sldNum" sz="quarter" idx="12"/>
          </p:nvPr>
        </p:nvSpPr>
        <p:spPr/>
        <p:txBody>
          <a:bodyPr/>
          <a:lstStyle/>
          <a:p>
            <a:fld id="{47ED8886-DB3B-44F4-9A80-E6A224679F20}" type="slidenum">
              <a:rPr lang="en-US" smtClean="0"/>
              <a:pPr/>
              <a:t>19</a:t>
            </a:fld>
            <a:endParaRPr lang="en-US" dirty="0"/>
          </a:p>
        </p:txBody>
      </p:sp>
      <p:sp>
        <p:nvSpPr>
          <p:cNvPr id="3" name="Title 2"/>
          <p:cNvSpPr>
            <a:spLocks noGrp="1"/>
          </p:cNvSpPr>
          <p:nvPr>
            <p:ph type="title" idx="4294967295"/>
          </p:nvPr>
        </p:nvSpPr>
        <p:spPr>
          <a:xfrm>
            <a:off x="489858" y="413428"/>
            <a:ext cx="10807700" cy="369887"/>
          </a:xfrm>
        </p:spPr>
        <p:txBody>
          <a:bodyPr vert="horz" lIns="91440" tIns="45720" rIns="91440" bIns="45720" rtlCol="0" anchor="ctr">
            <a:noAutofit/>
          </a:bodyPr>
          <a:lstStyle/>
          <a:p>
            <a:r>
              <a:rPr lang="en-US" sz="1700" dirty="0"/>
              <a:t>Configuring the Signature Page ... 1</a:t>
            </a:r>
          </a:p>
        </p:txBody>
      </p:sp>
      <p:sp>
        <p:nvSpPr>
          <p:cNvPr id="2" name="Content Placeholder 1"/>
          <p:cNvSpPr>
            <a:spLocks noGrp="1"/>
          </p:cNvSpPr>
          <p:nvPr>
            <p:ph idx="4294967295"/>
          </p:nvPr>
        </p:nvSpPr>
        <p:spPr>
          <a:xfrm>
            <a:off x="633249" y="894577"/>
            <a:ext cx="8358351" cy="5257800"/>
          </a:xfrm>
        </p:spPr>
        <p:txBody>
          <a:bodyPr/>
          <a:lstStyle/>
          <a:p>
            <a:pPr algn="just"/>
            <a:r>
              <a:rPr lang="en-US" b="1" dirty="0">
                <a:solidFill>
                  <a:schemeClr val="tx1"/>
                </a:solidFill>
              </a:rPr>
              <a:t>Configure Disclaimer Text</a:t>
            </a:r>
          </a:p>
          <a:p>
            <a:pPr lvl="1" algn="just"/>
            <a:endParaRPr lang="en-US" sz="1600" dirty="0">
              <a:solidFill>
                <a:schemeClr val="tx1"/>
              </a:solidFill>
            </a:endParaRPr>
          </a:p>
          <a:p>
            <a:pPr lvl="1" algn="just"/>
            <a:r>
              <a:rPr lang="en-US" dirty="0" err="1">
                <a:solidFill>
                  <a:schemeClr val="tx1"/>
                </a:solidFill>
              </a:rPr>
              <a:t>DISCLAIMER_MI_vod</a:t>
            </a:r>
            <a:r>
              <a:rPr lang="en-US" dirty="0">
                <a:solidFill>
                  <a:schemeClr val="tx1"/>
                </a:solidFill>
              </a:rPr>
              <a:t> VEEVA Setting is used to configure the Disclaimer Text </a:t>
            </a:r>
          </a:p>
          <a:p>
            <a:pPr lvl="1" algn="just"/>
            <a:endParaRPr lang="en-US" dirty="0">
              <a:solidFill>
                <a:schemeClr val="tx1"/>
              </a:solidFill>
            </a:endParaRPr>
          </a:p>
          <a:p>
            <a:pPr lvl="1" algn="just"/>
            <a:r>
              <a:rPr lang="en-US" dirty="0">
                <a:solidFill>
                  <a:schemeClr val="tx1"/>
                </a:solidFill>
              </a:rPr>
              <a:t>The value of this setting need to be the name of the VEEVA Message used to store the default disclaimer text</a:t>
            </a:r>
          </a:p>
          <a:p>
            <a:pPr lvl="1" algn="just"/>
            <a:endParaRPr lang="en-US" dirty="0">
              <a:solidFill>
                <a:schemeClr val="tx1"/>
              </a:solidFill>
            </a:endParaRPr>
          </a:p>
          <a:p>
            <a:pPr lvl="1" algn="just"/>
            <a:r>
              <a:rPr lang="en-US" dirty="0">
                <a:solidFill>
                  <a:schemeClr val="tx1"/>
                </a:solidFill>
              </a:rPr>
              <a:t>The default value of this setting is DISCLAIMER;;</a:t>
            </a:r>
            <a:r>
              <a:rPr lang="en-US" dirty="0" err="1">
                <a:solidFill>
                  <a:schemeClr val="tx1"/>
                </a:solidFill>
              </a:rPr>
              <a:t>Medical_Inquiry</a:t>
            </a:r>
            <a:endParaRPr lang="en-US" dirty="0">
              <a:solidFill>
                <a:schemeClr val="tx1"/>
              </a:solidFill>
            </a:endParaRPr>
          </a:p>
          <a:p>
            <a:pPr lvl="1" algn="just"/>
            <a:endParaRPr lang="en-US" dirty="0">
              <a:solidFill>
                <a:schemeClr val="tx1"/>
              </a:solidFill>
            </a:endParaRPr>
          </a:p>
          <a:p>
            <a:pPr lvl="1" algn="just"/>
            <a:r>
              <a:rPr lang="en-US" dirty="0">
                <a:solidFill>
                  <a:schemeClr val="tx1"/>
                </a:solidFill>
              </a:rPr>
              <a:t>Here DISCLAIMER is a VEEVA Message in Medical Inquiry category and the VEEVA Setting points to this VEEVA Message</a:t>
            </a:r>
          </a:p>
          <a:p>
            <a:pPr lvl="1" algn="just"/>
            <a:endParaRPr lang="en-US" dirty="0">
              <a:solidFill>
                <a:schemeClr val="tx1"/>
              </a:solidFill>
            </a:endParaRPr>
          </a:p>
          <a:p>
            <a:pPr lvl="1" algn="just"/>
            <a:r>
              <a:rPr lang="en-US" dirty="0">
                <a:solidFill>
                  <a:schemeClr val="tx1"/>
                </a:solidFill>
              </a:rPr>
              <a:t>The disclaimer is limited to 1000 characters</a:t>
            </a:r>
          </a:p>
          <a:p>
            <a:pPr lvl="1" algn="just"/>
            <a:endParaRPr lang="en-US" dirty="0">
              <a:solidFill>
                <a:schemeClr val="tx1"/>
              </a:solidFill>
            </a:endParaRPr>
          </a:p>
          <a:p>
            <a:pPr lvl="1" algn="just"/>
            <a:r>
              <a:rPr lang="en-US" dirty="0">
                <a:solidFill>
                  <a:schemeClr val="tx1"/>
                </a:solidFill>
              </a:rPr>
              <a:t>The Disclaimer Text shown to the account on the signature page in VEEVA is stamped into the </a:t>
            </a:r>
            <a:r>
              <a:rPr lang="en-US" dirty="0" err="1">
                <a:solidFill>
                  <a:schemeClr val="tx1"/>
                </a:solidFill>
              </a:rPr>
              <a:t>Disclaimer_vod</a:t>
            </a:r>
            <a:r>
              <a:rPr lang="en-US" dirty="0">
                <a:solidFill>
                  <a:schemeClr val="tx1"/>
                </a:solidFill>
              </a:rPr>
              <a:t> field when the record is saved</a:t>
            </a:r>
          </a:p>
        </p:txBody>
      </p:sp>
    </p:spTree>
    <p:extLst>
      <p:ext uri="{BB962C8B-B14F-4D97-AF65-F5344CB8AC3E}">
        <p14:creationId xmlns:p14="http://schemas.microsoft.com/office/powerpoint/2010/main" val="20522584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a:t>© Cognizant 2015</a:t>
            </a:r>
            <a:endParaRPr lang="en-US" dirty="0"/>
          </a:p>
        </p:txBody>
      </p:sp>
      <p:sp>
        <p:nvSpPr>
          <p:cNvPr id="4" name="Slide Number Placeholder 3"/>
          <p:cNvSpPr>
            <a:spLocks noGrp="1"/>
          </p:cNvSpPr>
          <p:nvPr>
            <p:ph type="sldNum" sz="quarter" idx="12"/>
          </p:nvPr>
        </p:nvSpPr>
        <p:spPr/>
        <p:txBody>
          <a:bodyPr/>
          <a:lstStyle/>
          <a:p>
            <a:fld id="{47ED8886-DB3B-44F4-9A80-E6A224679F20}" type="slidenum">
              <a:rPr lang="en-US" smtClean="0"/>
              <a:pPr/>
              <a:t>20</a:t>
            </a:fld>
            <a:endParaRPr lang="en-US" dirty="0"/>
          </a:p>
        </p:txBody>
      </p:sp>
      <p:sp>
        <p:nvSpPr>
          <p:cNvPr id="3" name="Title 2"/>
          <p:cNvSpPr>
            <a:spLocks noGrp="1"/>
          </p:cNvSpPr>
          <p:nvPr>
            <p:ph type="title" idx="4294967295"/>
          </p:nvPr>
        </p:nvSpPr>
        <p:spPr>
          <a:xfrm>
            <a:off x="633249" y="564356"/>
            <a:ext cx="10807700" cy="369887"/>
          </a:xfrm>
        </p:spPr>
        <p:txBody>
          <a:bodyPr vert="horz" lIns="91440" tIns="45720" rIns="91440" bIns="45720" rtlCol="0" anchor="ctr">
            <a:noAutofit/>
          </a:bodyPr>
          <a:lstStyle/>
          <a:p>
            <a:r>
              <a:rPr lang="en-US" sz="1700" dirty="0"/>
              <a:t>Configuring the Signature Page ... 2</a:t>
            </a:r>
          </a:p>
        </p:txBody>
      </p:sp>
      <p:sp>
        <p:nvSpPr>
          <p:cNvPr id="2" name="Content Placeholder 1"/>
          <p:cNvSpPr>
            <a:spLocks noGrp="1"/>
          </p:cNvSpPr>
          <p:nvPr>
            <p:ph idx="4294967295"/>
          </p:nvPr>
        </p:nvSpPr>
        <p:spPr>
          <a:xfrm>
            <a:off x="655021" y="1143000"/>
            <a:ext cx="8260380" cy="4425950"/>
          </a:xfrm>
        </p:spPr>
        <p:txBody>
          <a:bodyPr/>
          <a:lstStyle/>
          <a:p>
            <a:pPr algn="just"/>
            <a:r>
              <a:rPr lang="en-US" b="1" dirty="0">
                <a:solidFill>
                  <a:schemeClr val="tx1"/>
                </a:solidFill>
              </a:rPr>
              <a:t>Configuring Required Signatures</a:t>
            </a:r>
          </a:p>
          <a:p>
            <a:pPr lvl="1" algn="just"/>
            <a:endParaRPr lang="en-US" dirty="0">
              <a:solidFill>
                <a:schemeClr val="tx1"/>
              </a:solidFill>
            </a:endParaRPr>
          </a:p>
          <a:p>
            <a:pPr lvl="1" algn="just"/>
            <a:r>
              <a:rPr lang="en-US" dirty="0">
                <a:solidFill>
                  <a:schemeClr val="tx1"/>
                </a:solidFill>
              </a:rPr>
              <a:t>The Sign button displays when the field </a:t>
            </a:r>
            <a:r>
              <a:rPr lang="en-US" dirty="0" err="1">
                <a:solidFill>
                  <a:schemeClr val="tx1"/>
                </a:solidFill>
              </a:rPr>
              <a:t>Signature_Date_vod</a:t>
            </a:r>
            <a:r>
              <a:rPr lang="en-US" dirty="0">
                <a:solidFill>
                  <a:schemeClr val="tx1"/>
                </a:solidFill>
              </a:rPr>
              <a:t> is placed on the page layout</a:t>
            </a:r>
          </a:p>
          <a:p>
            <a:pPr lvl="1" algn="just"/>
            <a:endParaRPr lang="en-US" dirty="0">
              <a:solidFill>
                <a:schemeClr val="tx1"/>
              </a:solidFill>
            </a:endParaRPr>
          </a:p>
          <a:p>
            <a:pPr lvl="1" algn="just"/>
            <a:r>
              <a:rPr lang="en-US" dirty="0">
                <a:solidFill>
                  <a:schemeClr val="tx1"/>
                </a:solidFill>
              </a:rPr>
              <a:t>The signature itself is stored in a Base64 encoded string in the </a:t>
            </a:r>
            <a:r>
              <a:rPr lang="en-US" dirty="0" err="1">
                <a:solidFill>
                  <a:schemeClr val="tx1"/>
                </a:solidFill>
              </a:rPr>
              <a:t>Signature_vod</a:t>
            </a:r>
            <a:r>
              <a:rPr lang="en-US" dirty="0">
                <a:solidFill>
                  <a:schemeClr val="tx1"/>
                </a:solidFill>
              </a:rPr>
              <a:t> field</a:t>
            </a:r>
          </a:p>
          <a:p>
            <a:pPr lvl="1" algn="just"/>
            <a:endParaRPr lang="en-US" dirty="0">
              <a:solidFill>
                <a:schemeClr val="tx1"/>
              </a:solidFill>
            </a:endParaRPr>
          </a:p>
          <a:p>
            <a:pPr lvl="1" algn="just"/>
            <a:r>
              <a:rPr lang="en-US" dirty="0">
                <a:solidFill>
                  <a:schemeClr val="tx1"/>
                </a:solidFill>
              </a:rPr>
              <a:t>The current date and time are stamped into the </a:t>
            </a:r>
            <a:r>
              <a:rPr lang="en-US" dirty="0" err="1">
                <a:solidFill>
                  <a:schemeClr val="tx1"/>
                </a:solidFill>
              </a:rPr>
              <a:t>Signature_Date_vod</a:t>
            </a:r>
            <a:r>
              <a:rPr lang="en-US" dirty="0">
                <a:solidFill>
                  <a:schemeClr val="tx1"/>
                </a:solidFill>
              </a:rPr>
              <a:t> field when the user accepts the signature</a:t>
            </a:r>
          </a:p>
          <a:p>
            <a:pPr lvl="1" algn="just"/>
            <a:endParaRPr lang="en-US" dirty="0">
              <a:solidFill>
                <a:schemeClr val="tx1"/>
              </a:solidFill>
            </a:endParaRPr>
          </a:p>
          <a:p>
            <a:pPr lvl="1" algn="just"/>
            <a:r>
              <a:rPr lang="en-US" dirty="0">
                <a:solidFill>
                  <a:schemeClr val="tx1"/>
                </a:solidFill>
              </a:rPr>
              <a:t>Enabling the </a:t>
            </a:r>
            <a:r>
              <a:rPr lang="en-US" dirty="0" err="1">
                <a:solidFill>
                  <a:schemeClr val="tx1"/>
                </a:solidFill>
              </a:rPr>
              <a:t>DISABLE_MI_SIGN_BUTTON_vod</a:t>
            </a:r>
            <a:r>
              <a:rPr lang="en-US" dirty="0">
                <a:solidFill>
                  <a:schemeClr val="tx1"/>
                </a:solidFill>
              </a:rPr>
              <a:t> VEEVA Setting makes the Sign button disappear after a signature has been accepted</a:t>
            </a:r>
          </a:p>
          <a:p>
            <a:pPr lvl="1" algn="just"/>
            <a:endParaRPr lang="en-US" dirty="0">
              <a:solidFill>
                <a:schemeClr val="tx1"/>
              </a:solidFill>
            </a:endParaRPr>
          </a:p>
          <a:p>
            <a:pPr lvl="1" algn="just"/>
            <a:r>
              <a:rPr lang="en-US" dirty="0">
                <a:solidFill>
                  <a:schemeClr val="tx1"/>
                </a:solidFill>
              </a:rPr>
              <a:t>This is used to prevent users from clearing a signature and changing Medical Inquiry details after an initial signature is captured</a:t>
            </a:r>
          </a:p>
        </p:txBody>
      </p:sp>
    </p:spTree>
    <p:extLst>
      <p:ext uri="{BB962C8B-B14F-4D97-AF65-F5344CB8AC3E}">
        <p14:creationId xmlns:p14="http://schemas.microsoft.com/office/powerpoint/2010/main" val="19162944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a:t>© Cognizant 2015</a:t>
            </a:r>
            <a:endParaRPr lang="en-US" dirty="0"/>
          </a:p>
        </p:txBody>
      </p:sp>
      <p:sp>
        <p:nvSpPr>
          <p:cNvPr id="4" name="Slide Number Placeholder 3"/>
          <p:cNvSpPr>
            <a:spLocks noGrp="1"/>
          </p:cNvSpPr>
          <p:nvPr>
            <p:ph type="sldNum" sz="quarter" idx="12"/>
          </p:nvPr>
        </p:nvSpPr>
        <p:spPr/>
        <p:txBody>
          <a:bodyPr/>
          <a:lstStyle/>
          <a:p>
            <a:fld id="{47ED8886-DB3B-44F4-9A80-E6A224679F20}" type="slidenum">
              <a:rPr lang="en-US" smtClean="0"/>
              <a:pPr/>
              <a:t>21</a:t>
            </a:fld>
            <a:endParaRPr lang="en-US" dirty="0"/>
          </a:p>
        </p:txBody>
      </p:sp>
      <p:sp>
        <p:nvSpPr>
          <p:cNvPr id="3" name="Title 2"/>
          <p:cNvSpPr>
            <a:spLocks noGrp="1"/>
          </p:cNvSpPr>
          <p:nvPr>
            <p:ph type="title" idx="4294967295"/>
          </p:nvPr>
        </p:nvSpPr>
        <p:spPr>
          <a:xfrm>
            <a:off x="457201" y="354127"/>
            <a:ext cx="10807700" cy="369887"/>
          </a:xfrm>
        </p:spPr>
        <p:txBody>
          <a:bodyPr vert="horz" lIns="91440" tIns="45720" rIns="91440" bIns="45720" rtlCol="0" anchor="ctr">
            <a:noAutofit/>
          </a:bodyPr>
          <a:lstStyle/>
          <a:p>
            <a:r>
              <a:rPr lang="en-US" sz="1700" dirty="0"/>
              <a:t>Configuring the Signature Page ... 3</a:t>
            </a:r>
          </a:p>
        </p:txBody>
      </p:sp>
      <p:pic>
        <p:nvPicPr>
          <p:cNvPr id="9" name="Picture 8"/>
          <p:cNvPicPr>
            <a:picLocks noChangeAspect="1"/>
          </p:cNvPicPr>
          <p:nvPr/>
        </p:nvPicPr>
        <p:blipFill rotWithShape="1">
          <a:blip r:embed="rId2" cstate="print">
            <a:extLst>
              <a:ext uri="{28A0092B-C50C-407E-A947-70E740481C1C}">
                <a14:useLocalDpi xmlns:a14="http://schemas.microsoft.com/office/drawing/2010/main" val="0"/>
              </a:ext>
            </a:extLst>
          </a:blip>
          <a:srcRect b="7246"/>
          <a:stretch/>
        </p:blipFill>
        <p:spPr>
          <a:xfrm>
            <a:off x="1676400" y="1143000"/>
            <a:ext cx="7010400" cy="4876800"/>
          </a:xfrm>
          <a:prstGeom prst="rect">
            <a:avLst/>
          </a:prstGeom>
          <a:ln>
            <a:solidFill>
              <a:schemeClr val="accent6">
                <a:lumMod val="50000"/>
              </a:schemeClr>
            </a:solidFill>
          </a:ln>
        </p:spPr>
      </p:pic>
      <p:sp>
        <p:nvSpPr>
          <p:cNvPr id="10" name="Rectangle 9"/>
          <p:cNvSpPr/>
          <p:nvPr/>
        </p:nvSpPr>
        <p:spPr>
          <a:xfrm>
            <a:off x="7924800" y="1143000"/>
            <a:ext cx="457200" cy="304800"/>
          </a:xfrm>
          <a:prstGeom prst="rect">
            <a:avLst/>
          </a:prstGeom>
          <a:noFill/>
          <a:ln w="57150">
            <a:solidFill>
              <a:schemeClr val="accent6">
                <a:lumMod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1" name="Rectangle 10"/>
          <p:cNvSpPr/>
          <p:nvPr/>
        </p:nvSpPr>
        <p:spPr>
          <a:xfrm>
            <a:off x="5638800" y="5562600"/>
            <a:ext cx="2895600" cy="457200"/>
          </a:xfrm>
          <a:prstGeom prst="rect">
            <a:avLst/>
          </a:prstGeom>
          <a:noFill/>
          <a:ln w="57150">
            <a:solidFill>
              <a:schemeClr val="accent6">
                <a:lumMod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15" name="Straight Arrow Connector 14"/>
          <p:cNvCxnSpPr/>
          <p:nvPr/>
        </p:nvCxnSpPr>
        <p:spPr>
          <a:xfrm flipH="1" flipV="1">
            <a:off x="8382000" y="1447800"/>
            <a:ext cx="990600" cy="60960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16" name="Straight Arrow Connector 15"/>
          <p:cNvCxnSpPr/>
          <p:nvPr/>
        </p:nvCxnSpPr>
        <p:spPr>
          <a:xfrm flipH="1">
            <a:off x="8534400" y="5029200"/>
            <a:ext cx="685800" cy="64770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18" name="Rectangle 17"/>
          <p:cNvSpPr/>
          <p:nvPr/>
        </p:nvSpPr>
        <p:spPr>
          <a:xfrm>
            <a:off x="9372600" y="1981200"/>
            <a:ext cx="2286000" cy="1045026"/>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600" b="1" dirty="0">
                <a:latin typeface="Arial" panose="020B0604020202020204" pitchFamily="34" charset="0"/>
                <a:cs typeface="Arial" panose="020B0604020202020204" pitchFamily="34" charset="0"/>
              </a:rPr>
              <a:t>User need to click on ‘Sign’ to capture HCP signature after all the information is filled</a:t>
            </a:r>
          </a:p>
        </p:txBody>
      </p:sp>
      <p:sp>
        <p:nvSpPr>
          <p:cNvPr id="19" name="Rectangle 18"/>
          <p:cNvSpPr/>
          <p:nvPr/>
        </p:nvSpPr>
        <p:spPr>
          <a:xfrm>
            <a:off x="9220200" y="4528452"/>
            <a:ext cx="2286000" cy="1045026"/>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600" b="1" dirty="0">
                <a:latin typeface="Arial" panose="020B0604020202020204" pitchFamily="34" charset="0"/>
                <a:cs typeface="Arial" panose="020B0604020202020204" pitchFamily="34" charset="0"/>
              </a:rPr>
              <a:t>No signature has been captured yet for this medical inquiry</a:t>
            </a:r>
          </a:p>
        </p:txBody>
      </p:sp>
    </p:spTree>
    <p:extLst>
      <p:ext uri="{BB962C8B-B14F-4D97-AF65-F5344CB8AC3E}">
        <p14:creationId xmlns:p14="http://schemas.microsoft.com/office/powerpoint/2010/main" val="38669650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a:t>© Cognizant 2015</a:t>
            </a:r>
            <a:endParaRPr lang="en-US" dirty="0"/>
          </a:p>
        </p:txBody>
      </p:sp>
      <p:sp>
        <p:nvSpPr>
          <p:cNvPr id="4" name="Slide Number Placeholder 3"/>
          <p:cNvSpPr>
            <a:spLocks noGrp="1"/>
          </p:cNvSpPr>
          <p:nvPr>
            <p:ph type="sldNum" sz="quarter" idx="12"/>
          </p:nvPr>
        </p:nvSpPr>
        <p:spPr/>
        <p:txBody>
          <a:bodyPr/>
          <a:lstStyle/>
          <a:p>
            <a:fld id="{47ED8886-DB3B-44F4-9A80-E6A224679F20}" type="slidenum">
              <a:rPr lang="en-US" smtClean="0"/>
              <a:pPr/>
              <a:t>22</a:t>
            </a:fld>
            <a:endParaRPr lang="en-US" dirty="0"/>
          </a:p>
        </p:txBody>
      </p:sp>
      <p:sp>
        <p:nvSpPr>
          <p:cNvPr id="3" name="Title 2"/>
          <p:cNvSpPr>
            <a:spLocks noGrp="1"/>
          </p:cNvSpPr>
          <p:nvPr>
            <p:ph type="title" idx="4294967295"/>
          </p:nvPr>
        </p:nvSpPr>
        <p:spPr>
          <a:xfrm>
            <a:off x="685800" y="449487"/>
            <a:ext cx="10807700" cy="369887"/>
          </a:xfrm>
        </p:spPr>
        <p:txBody>
          <a:bodyPr vert="horz" lIns="91440" tIns="45720" rIns="91440" bIns="45720" rtlCol="0" anchor="ctr">
            <a:noAutofit/>
          </a:bodyPr>
          <a:lstStyle/>
          <a:p>
            <a:r>
              <a:rPr lang="en-US" sz="1700" dirty="0"/>
              <a:t>Configuring the Signature Page ... 4</a:t>
            </a:r>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09897" y="1150198"/>
            <a:ext cx="7086600" cy="5314950"/>
          </a:xfrm>
          <a:prstGeom prst="rect">
            <a:avLst/>
          </a:prstGeom>
          <a:ln>
            <a:solidFill>
              <a:schemeClr val="accent6">
                <a:lumMod val="50000"/>
              </a:schemeClr>
            </a:solidFill>
          </a:ln>
        </p:spPr>
      </p:pic>
      <p:sp>
        <p:nvSpPr>
          <p:cNvPr id="9" name="Rectangle 8"/>
          <p:cNvSpPr/>
          <p:nvPr/>
        </p:nvSpPr>
        <p:spPr>
          <a:xfrm>
            <a:off x="2438400" y="2667000"/>
            <a:ext cx="1600200" cy="304800"/>
          </a:xfrm>
          <a:prstGeom prst="rect">
            <a:avLst/>
          </a:prstGeom>
          <a:noFill/>
          <a:ln w="57150">
            <a:solidFill>
              <a:schemeClr val="accent6">
                <a:lumMod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0" name="Rectangle 9"/>
          <p:cNvSpPr/>
          <p:nvPr/>
        </p:nvSpPr>
        <p:spPr>
          <a:xfrm>
            <a:off x="2438400" y="3249388"/>
            <a:ext cx="1600200" cy="304800"/>
          </a:xfrm>
          <a:prstGeom prst="rect">
            <a:avLst/>
          </a:prstGeom>
          <a:noFill/>
          <a:ln w="57150">
            <a:solidFill>
              <a:schemeClr val="accent6">
                <a:lumMod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1" name="Rectangle 10"/>
          <p:cNvSpPr/>
          <p:nvPr/>
        </p:nvSpPr>
        <p:spPr>
          <a:xfrm>
            <a:off x="2406445" y="3712027"/>
            <a:ext cx="1600200" cy="1012373"/>
          </a:xfrm>
          <a:prstGeom prst="rect">
            <a:avLst/>
          </a:prstGeom>
          <a:noFill/>
          <a:ln w="57150">
            <a:solidFill>
              <a:schemeClr val="accent6">
                <a:lumMod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2" name="Rectangle 11"/>
          <p:cNvSpPr/>
          <p:nvPr/>
        </p:nvSpPr>
        <p:spPr>
          <a:xfrm>
            <a:off x="2386780" y="5162070"/>
            <a:ext cx="1600200" cy="346106"/>
          </a:xfrm>
          <a:prstGeom prst="rect">
            <a:avLst/>
          </a:prstGeom>
          <a:noFill/>
          <a:ln w="57150">
            <a:solidFill>
              <a:schemeClr val="accent6">
                <a:lumMod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3" name="Rectangle 12"/>
          <p:cNvSpPr/>
          <p:nvPr/>
        </p:nvSpPr>
        <p:spPr>
          <a:xfrm>
            <a:off x="2416277" y="5918633"/>
            <a:ext cx="1600200" cy="346106"/>
          </a:xfrm>
          <a:prstGeom prst="rect">
            <a:avLst/>
          </a:prstGeom>
          <a:noFill/>
          <a:ln w="57150">
            <a:solidFill>
              <a:schemeClr val="accent6">
                <a:lumMod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4" name="Rectangle 13"/>
          <p:cNvSpPr/>
          <p:nvPr/>
        </p:nvSpPr>
        <p:spPr>
          <a:xfrm>
            <a:off x="6248400" y="1219200"/>
            <a:ext cx="990600" cy="381000"/>
          </a:xfrm>
          <a:prstGeom prst="rect">
            <a:avLst/>
          </a:prstGeom>
          <a:noFill/>
          <a:ln w="57150">
            <a:solidFill>
              <a:schemeClr val="accent6">
                <a:lumMod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5" name="Rectangle 14"/>
          <p:cNvSpPr/>
          <p:nvPr/>
        </p:nvSpPr>
        <p:spPr>
          <a:xfrm>
            <a:off x="152400" y="2634343"/>
            <a:ext cx="2138359" cy="370113"/>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600" b="1" dirty="0">
                <a:latin typeface="Arial" panose="020B0604020202020204" pitchFamily="34" charset="0"/>
                <a:cs typeface="Arial" panose="020B0604020202020204" pitchFamily="34" charset="0"/>
              </a:rPr>
              <a:t>HCP Name</a:t>
            </a:r>
          </a:p>
        </p:txBody>
      </p:sp>
      <p:sp>
        <p:nvSpPr>
          <p:cNvPr id="16" name="Rectangle 15"/>
          <p:cNvSpPr/>
          <p:nvPr/>
        </p:nvSpPr>
        <p:spPr>
          <a:xfrm>
            <a:off x="152400" y="3184075"/>
            <a:ext cx="2111322" cy="370113"/>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600" b="1" dirty="0">
                <a:latin typeface="Arial" panose="020B0604020202020204" pitchFamily="34" charset="0"/>
                <a:cs typeface="Arial" panose="020B0604020202020204" pitchFamily="34" charset="0"/>
              </a:rPr>
              <a:t>HCP query</a:t>
            </a:r>
          </a:p>
        </p:txBody>
      </p:sp>
      <p:sp>
        <p:nvSpPr>
          <p:cNvPr id="17" name="Rectangle 16"/>
          <p:cNvSpPr/>
          <p:nvPr/>
        </p:nvSpPr>
        <p:spPr>
          <a:xfrm>
            <a:off x="152400" y="3800475"/>
            <a:ext cx="2138359" cy="695324"/>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600" b="1" dirty="0">
                <a:latin typeface="Arial" panose="020B0604020202020204" pitchFamily="34" charset="0"/>
                <a:cs typeface="Arial" panose="020B0604020202020204" pitchFamily="34" charset="0"/>
              </a:rPr>
              <a:t>Delivery method and information</a:t>
            </a:r>
          </a:p>
        </p:txBody>
      </p:sp>
      <p:sp>
        <p:nvSpPr>
          <p:cNvPr id="18" name="Rectangle 17"/>
          <p:cNvSpPr/>
          <p:nvPr/>
        </p:nvSpPr>
        <p:spPr>
          <a:xfrm>
            <a:off x="152400" y="5129212"/>
            <a:ext cx="2138359" cy="482377"/>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600" b="1" dirty="0">
                <a:latin typeface="Arial" panose="020B0604020202020204" pitchFamily="34" charset="0"/>
                <a:cs typeface="Arial" panose="020B0604020202020204" pitchFamily="34" charset="0"/>
              </a:rPr>
              <a:t>Disclaimer text</a:t>
            </a:r>
          </a:p>
        </p:txBody>
      </p:sp>
      <p:sp>
        <p:nvSpPr>
          <p:cNvPr id="19" name="Rectangle 18"/>
          <p:cNvSpPr/>
          <p:nvPr/>
        </p:nvSpPr>
        <p:spPr>
          <a:xfrm>
            <a:off x="138881" y="5841206"/>
            <a:ext cx="2138359" cy="482377"/>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600" b="1" dirty="0">
                <a:latin typeface="Arial" panose="020B0604020202020204" pitchFamily="34" charset="0"/>
                <a:cs typeface="Arial" panose="020B0604020202020204" pitchFamily="34" charset="0"/>
              </a:rPr>
              <a:t>Current date time</a:t>
            </a:r>
          </a:p>
        </p:txBody>
      </p:sp>
      <p:sp>
        <p:nvSpPr>
          <p:cNvPr id="20" name="Rectangle 19"/>
          <p:cNvSpPr/>
          <p:nvPr/>
        </p:nvSpPr>
        <p:spPr>
          <a:xfrm>
            <a:off x="5780139" y="5093934"/>
            <a:ext cx="2138359" cy="482377"/>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600" b="1" dirty="0">
                <a:latin typeface="Arial" panose="020B0604020202020204" pitchFamily="34" charset="0"/>
                <a:cs typeface="Arial" panose="020B0604020202020204" pitchFamily="34" charset="0"/>
              </a:rPr>
              <a:t>HCP signature</a:t>
            </a:r>
          </a:p>
        </p:txBody>
      </p:sp>
      <p:sp>
        <p:nvSpPr>
          <p:cNvPr id="21" name="Rectangle 20"/>
          <p:cNvSpPr/>
          <p:nvPr/>
        </p:nvSpPr>
        <p:spPr>
          <a:xfrm>
            <a:off x="6848246" y="1905001"/>
            <a:ext cx="2138359" cy="1099456"/>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600" b="1" dirty="0">
                <a:latin typeface="Arial" panose="020B0604020202020204" pitchFamily="34" charset="0"/>
                <a:cs typeface="Arial" panose="020B0604020202020204" pitchFamily="34" charset="0"/>
              </a:rPr>
              <a:t>Once the signature is provided, user need to click on ‘Accept’ button</a:t>
            </a:r>
          </a:p>
        </p:txBody>
      </p:sp>
      <p:sp>
        <p:nvSpPr>
          <p:cNvPr id="2" name="Oval 1"/>
          <p:cNvSpPr/>
          <p:nvPr/>
        </p:nvSpPr>
        <p:spPr>
          <a:xfrm>
            <a:off x="152400" y="2133600"/>
            <a:ext cx="533400" cy="500743"/>
          </a:xfrm>
          <a:prstGeom prst="ellipse">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sz="2800" b="1" dirty="0"/>
              <a:t>1</a:t>
            </a:r>
          </a:p>
        </p:txBody>
      </p:sp>
      <p:sp>
        <p:nvSpPr>
          <p:cNvPr id="22" name="Oval 21"/>
          <p:cNvSpPr/>
          <p:nvPr/>
        </p:nvSpPr>
        <p:spPr>
          <a:xfrm>
            <a:off x="5526879" y="5325939"/>
            <a:ext cx="533400" cy="500743"/>
          </a:xfrm>
          <a:prstGeom prst="ellipse">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sz="2800" b="1" dirty="0"/>
              <a:t>2</a:t>
            </a:r>
          </a:p>
        </p:txBody>
      </p:sp>
      <p:sp>
        <p:nvSpPr>
          <p:cNvPr id="23" name="Oval 22"/>
          <p:cNvSpPr/>
          <p:nvPr/>
        </p:nvSpPr>
        <p:spPr>
          <a:xfrm>
            <a:off x="6455949" y="2575832"/>
            <a:ext cx="533400" cy="500743"/>
          </a:xfrm>
          <a:prstGeom prst="ellipse">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sz="2800" b="1" dirty="0"/>
              <a:t>3</a:t>
            </a:r>
          </a:p>
        </p:txBody>
      </p:sp>
      <p:cxnSp>
        <p:nvCxnSpPr>
          <p:cNvPr id="24" name="Straight Arrow Connector 23"/>
          <p:cNvCxnSpPr/>
          <p:nvPr/>
        </p:nvCxnSpPr>
        <p:spPr>
          <a:xfrm flipH="1" flipV="1">
            <a:off x="6722649" y="1632854"/>
            <a:ext cx="125598" cy="302763"/>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36797516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a:t>© Cognizant 2015</a:t>
            </a:r>
            <a:endParaRPr lang="en-US" dirty="0"/>
          </a:p>
        </p:txBody>
      </p:sp>
      <p:sp>
        <p:nvSpPr>
          <p:cNvPr id="4" name="Slide Number Placeholder 3"/>
          <p:cNvSpPr>
            <a:spLocks noGrp="1"/>
          </p:cNvSpPr>
          <p:nvPr>
            <p:ph type="sldNum" sz="quarter" idx="12"/>
          </p:nvPr>
        </p:nvSpPr>
        <p:spPr/>
        <p:txBody>
          <a:bodyPr/>
          <a:lstStyle/>
          <a:p>
            <a:fld id="{47ED8886-DB3B-44F4-9A80-E6A224679F20}" type="slidenum">
              <a:rPr lang="en-US" smtClean="0"/>
              <a:pPr/>
              <a:t>23</a:t>
            </a:fld>
            <a:endParaRPr lang="en-US" dirty="0"/>
          </a:p>
        </p:txBody>
      </p:sp>
      <p:sp>
        <p:nvSpPr>
          <p:cNvPr id="3" name="Title 2"/>
          <p:cNvSpPr>
            <a:spLocks noGrp="1"/>
          </p:cNvSpPr>
          <p:nvPr>
            <p:ph type="title" idx="4294967295"/>
          </p:nvPr>
        </p:nvSpPr>
        <p:spPr>
          <a:xfrm>
            <a:off x="457201" y="351902"/>
            <a:ext cx="10807700" cy="369887"/>
          </a:xfrm>
        </p:spPr>
        <p:txBody>
          <a:bodyPr vert="horz" lIns="91440" tIns="45720" rIns="91440" bIns="45720" rtlCol="0" anchor="ctr">
            <a:noAutofit/>
          </a:bodyPr>
          <a:lstStyle/>
          <a:p>
            <a:r>
              <a:rPr lang="en-US" sz="1700" dirty="0"/>
              <a:t>Configuring the Signature Page ... 5</a:t>
            </a:r>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8911" y="1040566"/>
            <a:ext cx="6477000" cy="4857750"/>
          </a:xfrm>
          <a:prstGeom prst="rect">
            <a:avLst/>
          </a:prstGeom>
          <a:ln>
            <a:solidFill>
              <a:schemeClr val="accent6">
                <a:lumMod val="50000"/>
              </a:schemeClr>
            </a:solidFill>
          </a:ln>
        </p:spPr>
      </p:pic>
      <p:sp>
        <p:nvSpPr>
          <p:cNvPr id="14" name="Rectangle 13"/>
          <p:cNvSpPr/>
          <p:nvPr/>
        </p:nvSpPr>
        <p:spPr>
          <a:xfrm>
            <a:off x="6580124" y="1122051"/>
            <a:ext cx="304800" cy="381000"/>
          </a:xfrm>
          <a:prstGeom prst="rect">
            <a:avLst/>
          </a:prstGeom>
          <a:noFill/>
          <a:ln w="57150">
            <a:solidFill>
              <a:schemeClr val="accent6">
                <a:lumMod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1" name="Rectangle 20"/>
          <p:cNvSpPr/>
          <p:nvPr/>
        </p:nvSpPr>
        <p:spPr>
          <a:xfrm>
            <a:off x="7543800" y="999713"/>
            <a:ext cx="4492496" cy="3496087"/>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285750" indent="-285750">
              <a:buFont typeface="Arial" panose="020B0604020202020204" pitchFamily="34" charset="0"/>
              <a:buChar char="•"/>
            </a:pPr>
            <a:r>
              <a:rPr lang="en-US" dirty="0">
                <a:solidFill>
                  <a:schemeClr val="bg1"/>
                </a:solidFill>
                <a:latin typeface="Arial" panose="020B0604020202020204" pitchFamily="34" charset="0"/>
                <a:cs typeface="Arial" panose="020B0604020202020204" pitchFamily="34" charset="0"/>
              </a:rPr>
              <a:t>Select the Lock icon to prevent HCPs from navigating back to CRM for iPad from the signature page</a:t>
            </a:r>
          </a:p>
          <a:p>
            <a:pPr marL="285750" indent="-285750">
              <a:buFont typeface="Arial" panose="020B0604020202020204" pitchFamily="34" charset="0"/>
              <a:buChar char="•"/>
            </a:pPr>
            <a:r>
              <a:rPr lang="en-US" dirty="0">
                <a:solidFill>
                  <a:schemeClr val="bg1"/>
                </a:solidFill>
                <a:latin typeface="Arial" panose="020B0604020202020204" pitchFamily="34" charset="0"/>
                <a:cs typeface="Arial" panose="020B0604020202020204" pitchFamily="34" charset="0"/>
              </a:rPr>
              <a:t>Selecting this button makes the Accept and Cancel buttons and the Lock icon invisible</a:t>
            </a:r>
          </a:p>
          <a:p>
            <a:pPr marL="285750" indent="-285750">
              <a:buFont typeface="Arial" panose="020B0604020202020204" pitchFamily="34" charset="0"/>
              <a:buChar char="•"/>
            </a:pPr>
            <a:r>
              <a:rPr lang="en-US" dirty="0">
                <a:solidFill>
                  <a:schemeClr val="bg1"/>
                </a:solidFill>
                <a:latin typeface="Arial" panose="020B0604020202020204" pitchFamily="34" charset="0"/>
                <a:cs typeface="Arial" panose="020B0604020202020204" pitchFamily="34" charset="0"/>
              </a:rPr>
              <a:t>Once signature is captured, the user selects the location of the invisible Lock icon to display the Accept and Cancel buttons</a:t>
            </a:r>
          </a:p>
          <a:p>
            <a:pPr marL="285750" indent="-285750">
              <a:buFont typeface="Arial" panose="020B0604020202020204" pitchFamily="34" charset="0"/>
              <a:buChar char="•"/>
            </a:pPr>
            <a:r>
              <a:rPr lang="en-US" dirty="0">
                <a:solidFill>
                  <a:schemeClr val="bg1"/>
                </a:solidFill>
                <a:latin typeface="Arial" panose="020B0604020202020204" pitchFamily="34" charset="0"/>
                <a:cs typeface="Arial" panose="020B0604020202020204" pitchFamily="34" charset="0"/>
              </a:rPr>
              <a:t>The user can then accept the signature by selecting the Accept button</a:t>
            </a:r>
          </a:p>
        </p:txBody>
      </p:sp>
      <p:cxnSp>
        <p:nvCxnSpPr>
          <p:cNvPr id="24" name="Straight Arrow Connector 23"/>
          <p:cNvCxnSpPr/>
          <p:nvPr/>
        </p:nvCxnSpPr>
        <p:spPr>
          <a:xfrm flipH="1" flipV="1">
            <a:off x="6951330" y="1261902"/>
            <a:ext cx="1255265" cy="170128"/>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pic>
        <p:nvPicPr>
          <p:cNvPr id="2" name="Picture 1"/>
          <p:cNvPicPr>
            <a:picLocks noChangeAspect="1"/>
          </p:cNvPicPr>
          <p:nvPr/>
        </p:nvPicPr>
        <p:blipFill rotWithShape="1">
          <a:blip r:embed="rId3" cstate="print">
            <a:extLst>
              <a:ext uri="{28A0092B-C50C-407E-A947-70E740481C1C}">
                <a14:useLocalDpi xmlns:a14="http://schemas.microsoft.com/office/drawing/2010/main" val="0"/>
              </a:ext>
            </a:extLst>
          </a:blip>
          <a:srcRect l="50011" b="77236"/>
          <a:stretch/>
        </p:blipFill>
        <p:spPr>
          <a:xfrm>
            <a:off x="4347656" y="2096499"/>
            <a:ext cx="3123501" cy="1066800"/>
          </a:xfrm>
          <a:prstGeom prst="rect">
            <a:avLst/>
          </a:prstGeom>
          <a:ln>
            <a:solidFill>
              <a:schemeClr val="accent6">
                <a:lumMod val="50000"/>
              </a:schemeClr>
            </a:solidFill>
          </a:ln>
        </p:spPr>
      </p:pic>
      <p:sp>
        <p:nvSpPr>
          <p:cNvPr id="7" name="Curved Right Arrow 6"/>
          <p:cNvSpPr/>
          <p:nvPr/>
        </p:nvSpPr>
        <p:spPr>
          <a:xfrm rot="2084118">
            <a:off x="5971144" y="1318964"/>
            <a:ext cx="382091" cy="974727"/>
          </a:xfrm>
          <a:prstGeom prst="curved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6795232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a:t>© Cognizant 2015</a:t>
            </a:r>
            <a:endParaRPr lang="en-US" dirty="0"/>
          </a:p>
        </p:txBody>
      </p:sp>
      <p:sp>
        <p:nvSpPr>
          <p:cNvPr id="4" name="Slide Number Placeholder 3"/>
          <p:cNvSpPr>
            <a:spLocks noGrp="1"/>
          </p:cNvSpPr>
          <p:nvPr>
            <p:ph type="sldNum" sz="quarter" idx="12"/>
          </p:nvPr>
        </p:nvSpPr>
        <p:spPr/>
        <p:txBody>
          <a:bodyPr/>
          <a:lstStyle/>
          <a:p>
            <a:fld id="{47ED8886-DB3B-44F4-9A80-E6A224679F20}" type="slidenum">
              <a:rPr lang="en-US" smtClean="0"/>
              <a:pPr/>
              <a:t>24</a:t>
            </a:fld>
            <a:endParaRPr lang="en-US" dirty="0"/>
          </a:p>
        </p:txBody>
      </p:sp>
      <p:sp>
        <p:nvSpPr>
          <p:cNvPr id="3" name="Title 2"/>
          <p:cNvSpPr>
            <a:spLocks noGrp="1"/>
          </p:cNvSpPr>
          <p:nvPr>
            <p:ph type="title" idx="4294967295"/>
          </p:nvPr>
        </p:nvSpPr>
        <p:spPr>
          <a:xfrm>
            <a:off x="457200" y="379233"/>
            <a:ext cx="10807700" cy="369887"/>
          </a:xfrm>
        </p:spPr>
        <p:txBody>
          <a:bodyPr vert="horz" lIns="91440" tIns="45720" rIns="91440" bIns="45720" rtlCol="0" anchor="ctr">
            <a:noAutofit/>
          </a:bodyPr>
          <a:lstStyle/>
          <a:p>
            <a:r>
              <a:rPr lang="en-US" sz="1700" dirty="0"/>
              <a:t>Configuring the Signature Page ... 6</a:t>
            </a:r>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438400" y="1009650"/>
            <a:ext cx="7391400" cy="5543550"/>
          </a:xfrm>
          <a:prstGeom prst="rect">
            <a:avLst/>
          </a:prstGeom>
        </p:spPr>
      </p:pic>
      <p:sp>
        <p:nvSpPr>
          <p:cNvPr id="9" name="Rectangle 8"/>
          <p:cNvSpPr/>
          <p:nvPr/>
        </p:nvSpPr>
        <p:spPr>
          <a:xfrm>
            <a:off x="6553200" y="5105400"/>
            <a:ext cx="2895600" cy="457200"/>
          </a:xfrm>
          <a:prstGeom prst="rect">
            <a:avLst/>
          </a:prstGeom>
          <a:noFill/>
          <a:ln w="57150">
            <a:solidFill>
              <a:schemeClr val="accent6">
                <a:lumMod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0" name="Rectangle 9"/>
          <p:cNvSpPr/>
          <p:nvPr/>
        </p:nvSpPr>
        <p:spPr>
          <a:xfrm>
            <a:off x="8991600" y="1017024"/>
            <a:ext cx="457200" cy="304800"/>
          </a:xfrm>
          <a:prstGeom prst="rect">
            <a:avLst/>
          </a:prstGeom>
          <a:noFill/>
          <a:ln w="57150">
            <a:solidFill>
              <a:schemeClr val="accent6">
                <a:lumMod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1" name="Rectangle 10"/>
          <p:cNvSpPr/>
          <p:nvPr/>
        </p:nvSpPr>
        <p:spPr>
          <a:xfrm>
            <a:off x="8153400" y="1329198"/>
            <a:ext cx="1143000" cy="728202"/>
          </a:xfrm>
          <a:prstGeom prst="rect">
            <a:avLst/>
          </a:prstGeom>
          <a:noFill/>
          <a:ln w="57150">
            <a:solidFill>
              <a:schemeClr val="accent6">
                <a:lumMod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2" name="Rectangle 11"/>
          <p:cNvSpPr/>
          <p:nvPr/>
        </p:nvSpPr>
        <p:spPr>
          <a:xfrm>
            <a:off x="9812594" y="5105399"/>
            <a:ext cx="1922206" cy="751113"/>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600" b="1" dirty="0">
                <a:latin typeface="Arial" panose="020B0604020202020204" pitchFamily="34" charset="0"/>
                <a:cs typeface="Arial" panose="020B0604020202020204" pitchFamily="34" charset="0"/>
              </a:rPr>
              <a:t>Signature is now captured</a:t>
            </a:r>
          </a:p>
        </p:txBody>
      </p:sp>
      <p:sp>
        <p:nvSpPr>
          <p:cNvPr id="13" name="Rectangle 12"/>
          <p:cNvSpPr/>
          <p:nvPr/>
        </p:nvSpPr>
        <p:spPr>
          <a:xfrm>
            <a:off x="9878143" y="634093"/>
            <a:ext cx="1856657" cy="751113"/>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600" b="1" dirty="0">
                <a:latin typeface="Arial" panose="020B0604020202020204" pitchFamily="34" charset="0"/>
                <a:cs typeface="Arial" panose="020B0604020202020204" pitchFamily="34" charset="0"/>
              </a:rPr>
              <a:t>‘Sign’ button is greyed out</a:t>
            </a:r>
          </a:p>
        </p:txBody>
      </p:sp>
      <p:sp>
        <p:nvSpPr>
          <p:cNvPr id="14" name="Rectangle 13"/>
          <p:cNvSpPr/>
          <p:nvPr/>
        </p:nvSpPr>
        <p:spPr>
          <a:xfrm>
            <a:off x="9905182" y="1542783"/>
            <a:ext cx="1922206" cy="751113"/>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600" b="1" dirty="0">
                <a:latin typeface="Arial" panose="020B0604020202020204" pitchFamily="34" charset="0"/>
                <a:cs typeface="Arial" panose="020B0604020202020204" pitchFamily="34" charset="0"/>
              </a:rPr>
              <a:t>User can now ‘Save’ or ‘Submit’ the inquiry</a:t>
            </a:r>
          </a:p>
        </p:txBody>
      </p:sp>
      <p:cxnSp>
        <p:nvCxnSpPr>
          <p:cNvPr id="15" name="Straight Arrow Connector 14"/>
          <p:cNvCxnSpPr>
            <a:stCxn id="12" idx="1"/>
          </p:cNvCxnSpPr>
          <p:nvPr/>
        </p:nvCxnSpPr>
        <p:spPr>
          <a:xfrm flipH="1" flipV="1">
            <a:off x="9448800" y="5264118"/>
            <a:ext cx="363794" cy="216838"/>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16" name="Straight Arrow Connector 15"/>
          <p:cNvCxnSpPr>
            <a:stCxn id="14" idx="1"/>
          </p:cNvCxnSpPr>
          <p:nvPr/>
        </p:nvCxnSpPr>
        <p:spPr>
          <a:xfrm flipH="1" flipV="1">
            <a:off x="9296400" y="1708705"/>
            <a:ext cx="608782" cy="209635"/>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18" name="Straight Arrow Connector 17"/>
          <p:cNvCxnSpPr>
            <a:cxnSpLocks/>
            <a:endCxn id="10" idx="0"/>
          </p:cNvCxnSpPr>
          <p:nvPr/>
        </p:nvCxnSpPr>
        <p:spPr>
          <a:xfrm flipH="1">
            <a:off x="9220200" y="713936"/>
            <a:ext cx="657943" cy="303088"/>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21451233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 Cognizant 2015</a:t>
            </a:r>
            <a:endParaRPr lang="en-US" dirty="0"/>
          </a:p>
        </p:txBody>
      </p:sp>
      <p:sp>
        <p:nvSpPr>
          <p:cNvPr id="5" name="Slide Number Placeholder 4"/>
          <p:cNvSpPr>
            <a:spLocks noGrp="1"/>
          </p:cNvSpPr>
          <p:nvPr>
            <p:ph type="sldNum" sz="quarter" idx="12"/>
          </p:nvPr>
        </p:nvSpPr>
        <p:spPr/>
        <p:txBody>
          <a:bodyPr/>
          <a:lstStyle/>
          <a:p>
            <a:fld id="{E7AF38FF-B38D-4060-8B8D-2D16AAFBAAC1}" type="slidenum">
              <a:rPr lang="en-US" smtClean="0"/>
              <a:pPr/>
              <a:t>25</a:t>
            </a:fld>
            <a:endParaRPr lang="en-US"/>
          </a:p>
        </p:txBody>
      </p:sp>
      <p:sp>
        <p:nvSpPr>
          <p:cNvPr id="2" name="Title 1"/>
          <p:cNvSpPr>
            <a:spLocks noGrp="1"/>
          </p:cNvSpPr>
          <p:nvPr>
            <p:ph type="title" idx="4294967295"/>
          </p:nvPr>
        </p:nvSpPr>
        <p:spPr>
          <a:xfrm>
            <a:off x="0" y="557213"/>
            <a:ext cx="10807700" cy="369887"/>
          </a:xfrm>
        </p:spPr>
        <p:txBody>
          <a:bodyPr vert="horz" lIns="91440" tIns="45720" rIns="91440" bIns="45720" rtlCol="0" anchor="ctr">
            <a:noAutofit/>
          </a:bodyPr>
          <a:lstStyle/>
          <a:p>
            <a:r>
              <a:rPr lang="en-US" sz="1700" dirty="0"/>
              <a:t>Configuring Medical Inquiry Creation ... 1</a:t>
            </a:r>
          </a:p>
        </p:txBody>
      </p:sp>
      <p:sp>
        <p:nvSpPr>
          <p:cNvPr id="3" name="Content Placeholder 2"/>
          <p:cNvSpPr>
            <a:spLocks noGrp="1"/>
          </p:cNvSpPr>
          <p:nvPr>
            <p:ph idx="4294967295"/>
          </p:nvPr>
        </p:nvSpPr>
        <p:spPr>
          <a:xfrm>
            <a:off x="990600" y="960438"/>
            <a:ext cx="11201400" cy="4983162"/>
          </a:xfrm>
        </p:spPr>
        <p:txBody>
          <a:bodyPr/>
          <a:lstStyle/>
          <a:p>
            <a:pPr marL="0" indent="0">
              <a:buNone/>
            </a:pPr>
            <a:r>
              <a:rPr lang="en-US" dirty="0">
                <a:solidFill>
                  <a:schemeClr val="tx1"/>
                </a:solidFill>
              </a:rPr>
              <a:t>VEEVA CRM application allows users to create Medical Inquires in three ways: from an Account Related list, from a Call Report, and from CLM</a:t>
            </a:r>
          </a:p>
          <a:p>
            <a:pPr marL="0" indent="0">
              <a:buNone/>
            </a:pPr>
            <a:endParaRPr lang="en-US" dirty="0"/>
          </a:p>
          <a:p>
            <a:r>
              <a:rPr lang="en-US" b="1" dirty="0">
                <a:solidFill>
                  <a:schemeClr val="tx1"/>
                </a:solidFill>
              </a:rPr>
              <a:t>Creating Inquiries from an Account Related List</a:t>
            </a:r>
          </a:p>
          <a:p>
            <a:endParaRPr lang="en-US" b="1" dirty="0">
              <a:solidFill>
                <a:schemeClr val="tx1"/>
              </a:solidFill>
            </a:endParaRPr>
          </a:p>
          <a:p>
            <a:pPr lvl="1"/>
            <a:r>
              <a:rPr lang="en-US" dirty="0">
                <a:solidFill>
                  <a:schemeClr val="tx1"/>
                </a:solidFill>
              </a:rPr>
              <a:t>Medical Inquiries can be created from the Medical Inquiries related section on Account profile. To enable this feature follow the below steps:</a:t>
            </a:r>
          </a:p>
          <a:p>
            <a:pPr lvl="2"/>
            <a:r>
              <a:rPr lang="en-US" sz="1800" dirty="0">
                <a:solidFill>
                  <a:schemeClr val="tx1"/>
                </a:solidFill>
              </a:rPr>
              <a:t>Place the Medical Inquiries related list on the Account page layout</a:t>
            </a:r>
          </a:p>
          <a:p>
            <a:pPr lvl="2"/>
            <a:r>
              <a:rPr lang="en-US" sz="1800" dirty="0">
                <a:solidFill>
                  <a:schemeClr val="tx1"/>
                </a:solidFill>
              </a:rPr>
              <a:t>Enable the New button in related list properties</a:t>
            </a:r>
            <a:endParaRPr lang="en-US" sz="1800" dirty="0"/>
          </a:p>
        </p:txBody>
      </p:sp>
      <p:pic>
        <p:nvPicPr>
          <p:cNvPr id="6" name="Picture 5"/>
          <p:cNvPicPr>
            <a:picLocks noChangeAspect="1"/>
          </p:cNvPicPr>
          <p:nvPr/>
        </p:nvPicPr>
        <p:blipFill>
          <a:blip r:embed="rId2"/>
          <a:stretch>
            <a:fillRect/>
          </a:stretch>
        </p:blipFill>
        <p:spPr>
          <a:xfrm>
            <a:off x="2084585" y="4176689"/>
            <a:ext cx="8022835" cy="2300311"/>
          </a:xfrm>
          <a:prstGeom prst="rect">
            <a:avLst/>
          </a:prstGeom>
          <a:ln>
            <a:solidFill>
              <a:schemeClr val="tx1"/>
            </a:solidFill>
          </a:ln>
        </p:spPr>
      </p:pic>
    </p:spTree>
    <p:extLst>
      <p:ext uri="{BB962C8B-B14F-4D97-AF65-F5344CB8AC3E}">
        <p14:creationId xmlns:p14="http://schemas.microsoft.com/office/powerpoint/2010/main" val="29287397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 Cognizant 2015</a:t>
            </a:r>
            <a:endParaRPr lang="en-US" dirty="0"/>
          </a:p>
        </p:txBody>
      </p:sp>
      <p:sp>
        <p:nvSpPr>
          <p:cNvPr id="5" name="Slide Number Placeholder 4"/>
          <p:cNvSpPr>
            <a:spLocks noGrp="1"/>
          </p:cNvSpPr>
          <p:nvPr>
            <p:ph type="sldNum" sz="quarter" idx="12"/>
          </p:nvPr>
        </p:nvSpPr>
        <p:spPr/>
        <p:txBody>
          <a:bodyPr/>
          <a:lstStyle/>
          <a:p>
            <a:fld id="{E7AF38FF-B38D-4060-8B8D-2D16AAFBAAC1}" type="slidenum">
              <a:rPr lang="en-US" smtClean="0"/>
              <a:pPr/>
              <a:t>26</a:t>
            </a:fld>
            <a:endParaRPr lang="en-US"/>
          </a:p>
        </p:txBody>
      </p:sp>
      <p:sp>
        <p:nvSpPr>
          <p:cNvPr id="2" name="Title 1"/>
          <p:cNvSpPr>
            <a:spLocks noGrp="1"/>
          </p:cNvSpPr>
          <p:nvPr>
            <p:ph type="title" idx="4294967295"/>
          </p:nvPr>
        </p:nvSpPr>
        <p:spPr>
          <a:xfrm>
            <a:off x="0" y="557213"/>
            <a:ext cx="10807700" cy="369887"/>
          </a:xfrm>
        </p:spPr>
        <p:txBody>
          <a:bodyPr vert="horz" lIns="91440" tIns="45720" rIns="91440" bIns="45720" rtlCol="0" anchor="ctr">
            <a:noAutofit/>
          </a:bodyPr>
          <a:lstStyle/>
          <a:p>
            <a:r>
              <a:rPr lang="en-US" sz="1700" dirty="0"/>
              <a:t>Configuring Medical Inquiry Creation ... 2</a:t>
            </a:r>
          </a:p>
        </p:txBody>
      </p:sp>
      <p:sp>
        <p:nvSpPr>
          <p:cNvPr id="3" name="Content Placeholder 2"/>
          <p:cNvSpPr>
            <a:spLocks noGrp="1"/>
          </p:cNvSpPr>
          <p:nvPr>
            <p:ph idx="4294967295"/>
          </p:nvPr>
        </p:nvSpPr>
        <p:spPr>
          <a:xfrm>
            <a:off x="1524000" y="960438"/>
            <a:ext cx="10668000" cy="4983162"/>
          </a:xfrm>
        </p:spPr>
        <p:txBody>
          <a:bodyPr/>
          <a:lstStyle/>
          <a:p>
            <a:r>
              <a:rPr lang="en-US" b="1" dirty="0">
                <a:solidFill>
                  <a:schemeClr val="tx1"/>
                </a:solidFill>
              </a:rPr>
              <a:t>Creating Inquiries from a Call Report</a:t>
            </a:r>
          </a:p>
          <a:p>
            <a:endParaRPr lang="en-US" sz="1800" b="1" dirty="0">
              <a:solidFill>
                <a:schemeClr val="tx1"/>
              </a:solidFill>
            </a:endParaRPr>
          </a:p>
          <a:p>
            <a:pPr lvl="1"/>
            <a:r>
              <a:rPr lang="en-US" dirty="0">
                <a:solidFill>
                  <a:schemeClr val="tx1"/>
                </a:solidFill>
              </a:rPr>
              <a:t>Users can create Medical Inquiries directly from a Call Report. When the user records a Call, the New Medical Inquiry option is available from the More Actions button on the Call Report</a:t>
            </a:r>
          </a:p>
          <a:p>
            <a:pPr lvl="1"/>
            <a:endParaRPr lang="en-US" dirty="0">
              <a:solidFill>
                <a:schemeClr val="tx1"/>
              </a:solidFill>
            </a:endParaRPr>
          </a:p>
          <a:p>
            <a:pPr lvl="1"/>
            <a:r>
              <a:rPr lang="en-US" dirty="0">
                <a:solidFill>
                  <a:schemeClr val="tx1"/>
                </a:solidFill>
              </a:rPr>
              <a:t>To enable this feature please follow the below steps:</a:t>
            </a:r>
          </a:p>
          <a:p>
            <a:pPr lvl="2"/>
            <a:r>
              <a:rPr lang="en-US" sz="1800" dirty="0">
                <a:solidFill>
                  <a:schemeClr val="tx1"/>
                </a:solidFill>
              </a:rPr>
              <a:t>Place the Medical Inquiries related list on the Account page layout</a:t>
            </a:r>
          </a:p>
          <a:p>
            <a:pPr lvl="2"/>
            <a:r>
              <a:rPr lang="en-US" sz="1800" dirty="0">
                <a:solidFill>
                  <a:schemeClr val="tx1"/>
                </a:solidFill>
              </a:rPr>
              <a:t>Place the </a:t>
            </a:r>
            <a:r>
              <a:rPr lang="en-US" sz="1800" dirty="0" err="1">
                <a:solidFill>
                  <a:schemeClr val="tx1"/>
                </a:solidFill>
              </a:rPr>
              <a:t>zvod_More_Actions_vod</a:t>
            </a:r>
            <a:r>
              <a:rPr lang="en-US" sz="1800" dirty="0">
                <a:solidFill>
                  <a:schemeClr val="tx1"/>
                </a:solidFill>
              </a:rPr>
              <a:t> field on the Call page layout</a:t>
            </a:r>
            <a:endParaRPr lang="en-US" sz="1800" dirty="0"/>
          </a:p>
        </p:txBody>
      </p:sp>
      <p:pic>
        <p:nvPicPr>
          <p:cNvPr id="8" name="Picture 7"/>
          <p:cNvPicPr>
            <a:picLocks noChangeAspect="1"/>
          </p:cNvPicPr>
          <p:nvPr/>
        </p:nvPicPr>
        <p:blipFill>
          <a:blip r:embed="rId2"/>
          <a:stretch>
            <a:fillRect/>
          </a:stretch>
        </p:blipFill>
        <p:spPr>
          <a:xfrm>
            <a:off x="2259134" y="3781425"/>
            <a:ext cx="7673732" cy="2619375"/>
          </a:xfrm>
          <a:prstGeom prst="rect">
            <a:avLst/>
          </a:prstGeom>
          <a:ln>
            <a:solidFill>
              <a:schemeClr val="tx1"/>
            </a:solidFill>
          </a:ln>
        </p:spPr>
      </p:pic>
    </p:spTree>
    <p:extLst>
      <p:ext uri="{BB962C8B-B14F-4D97-AF65-F5344CB8AC3E}">
        <p14:creationId xmlns:p14="http://schemas.microsoft.com/office/powerpoint/2010/main" val="39697253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 Cognizant 2015</a:t>
            </a:r>
            <a:endParaRPr lang="en-US" dirty="0"/>
          </a:p>
        </p:txBody>
      </p:sp>
      <p:sp>
        <p:nvSpPr>
          <p:cNvPr id="5" name="Slide Number Placeholder 4"/>
          <p:cNvSpPr>
            <a:spLocks noGrp="1"/>
          </p:cNvSpPr>
          <p:nvPr>
            <p:ph type="sldNum" sz="quarter" idx="12"/>
          </p:nvPr>
        </p:nvSpPr>
        <p:spPr/>
        <p:txBody>
          <a:bodyPr/>
          <a:lstStyle/>
          <a:p>
            <a:fld id="{E7AF38FF-B38D-4060-8B8D-2D16AAFBAAC1}" type="slidenum">
              <a:rPr lang="en-US" smtClean="0"/>
              <a:pPr/>
              <a:t>27</a:t>
            </a:fld>
            <a:endParaRPr lang="en-US"/>
          </a:p>
        </p:txBody>
      </p:sp>
      <p:sp>
        <p:nvSpPr>
          <p:cNvPr id="2" name="Title 1"/>
          <p:cNvSpPr>
            <a:spLocks noGrp="1"/>
          </p:cNvSpPr>
          <p:nvPr>
            <p:ph type="title" idx="4294967295"/>
          </p:nvPr>
        </p:nvSpPr>
        <p:spPr>
          <a:xfrm>
            <a:off x="609600" y="546890"/>
            <a:ext cx="10807700" cy="369887"/>
          </a:xfrm>
        </p:spPr>
        <p:txBody>
          <a:bodyPr vert="horz" lIns="91440" tIns="45720" rIns="91440" bIns="45720" rtlCol="0" anchor="ctr">
            <a:noAutofit/>
          </a:bodyPr>
          <a:lstStyle/>
          <a:p>
            <a:r>
              <a:rPr lang="en-US" sz="1700" dirty="0"/>
              <a:t>Configuring Medical Inquiry Creation ... 3</a:t>
            </a:r>
          </a:p>
        </p:txBody>
      </p:sp>
      <p:sp>
        <p:nvSpPr>
          <p:cNvPr id="3" name="Content Placeholder 2"/>
          <p:cNvSpPr>
            <a:spLocks noGrp="1"/>
          </p:cNvSpPr>
          <p:nvPr>
            <p:ph idx="4294967295"/>
          </p:nvPr>
        </p:nvSpPr>
        <p:spPr>
          <a:xfrm>
            <a:off x="711200" y="1100420"/>
            <a:ext cx="10871200" cy="2259013"/>
          </a:xfrm>
        </p:spPr>
        <p:txBody>
          <a:bodyPr/>
          <a:lstStyle/>
          <a:p>
            <a:r>
              <a:rPr lang="en-US" b="1" dirty="0">
                <a:solidFill>
                  <a:schemeClr val="tx1"/>
                </a:solidFill>
              </a:rPr>
              <a:t>Creating Inquiries from My Account Views</a:t>
            </a:r>
          </a:p>
          <a:p>
            <a:endParaRPr lang="en-US" b="1" dirty="0">
              <a:solidFill>
                <a:schemeClr val="tx1"/>
              </a:solidFill>
            </a:endParaRPr>
          </a:p>
          <a:p>
            <a:pPr lvl="1"/>
            <a:r>
              <a:rPr lang="en-US" dirty="0">
                <a:solidFill>
                  <a:schemeClr val="tx1"/>
                </a:solidFill>
              </a:rPr>
              <a:t>Users can create Medical Inquiries using the </a:t>
            </a:r>
            <a:r>
              <a:rPr lang="en-US" dirty="0" err="1">
                <a:solidFill>
                  <a:schemeClr val="tx1"/>
                </a:solidFill>
              </a:rPr>
              <a:t>New_Medical_Inquiry_vod</a:t>
            </a:r>
            <a:r>
              <a:rPr lang="en-US" dirty="0">
                <a:solidFill>
                  <a:schemeClr val="tx1"/>
                </a:solidFill>
              </a:rPr>
              <a:t> button from an Account profile, the Account Timeline, or the My Accounts list</a:t>
            </a:r>
          </a:p>
          <a:p>
            <a:pPr lvl="1"/>
            <a:r>
              <a:rPr lang="en-US" dirty="0">
                <a:solidFill>
                  <a:schemeClr val="tx1"/>
                </a:solidFill>
              </a:rPr>
              <a:t>Users can only create Medical Inquiries from the Account Timeline if the Account Timeline is set as the default view</a:t>
            </a:r>
          </a:p>
          <a:p>
            <a:pPr lvl="1"/>
            <a:endParaRPr lang="en-US" dirty="0">
              <a:solidFill>
                <a:schemeClr val="tx1"/>
              </a:solidFill>
            </a:endParaRPr>
          </a:p>
        </p:txBody>
      </p:sp>
      <p:pic>
        <p:nvPicPr>
          <p:cNvPr id="6" name="Picture 5"/>
          <p:cNvPicPr>
            <a:picLocks noChangeAspect="1"/>
          </p:cNvPicPr>
          <p:nvPr/>
        </p:nvPicPr>
        <p:blipFill rotWithShape="1">
          <a:blip r:embed="rId2" cstate="print">
            <a:extLst>
              <a:ext uri="{28A0092B-C50C-407E-A947-70E740481C1C}">
                <a14:useLocalDpi xmlns:a14="http://schemas.microsoft.com/office/drawing/2010/main" val="0"/>
              </a:ext>
            </a:extLst>
          </a:blip>
          <a:srcRect b="41152"/>
          <a:stretch/>
        </p:blipFill>
        <p:spPr>
          <a:xfrm>
            <a:off x="5308600" y="3402016"/>
            <a:ext cx="6172200" cy="2724150"/>
          </a:xfrm>
          <a:prstGeom prst="rect">
            <a:avLst/>
          </a:prstGeom>
        </p:spPr>
      </p:pic>
      <p:sp>
        <p:nvSpPr>
          <p:cNvPr id="7" name="Content Placeholder 2"/>
          <p:cNvSpPr txBox="1">
            <a:spLocks/>
          </p:cNvSpPr>
          <p:nvPr/>
        </p:nvSpPr>
        <p:spPr>
          <a:xfrm>
            <a:off x="609600" y="3074987"/>
            <a:ext cx="4419600" cy="22590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914400" rtl="0" eaLnBrk="1" latinLnBrk="0" hangingPunct="1">
              <a:spcBef>
                <a:spcPct val="20000"/>
              </a:spcBef>
              <a:buFont typeface="Arial" pitchFamily="34" charset="0"/>
              <a:buChar char="•"/>
              <a:defRPr lang="en-US" sz="2000" kern="1200" smtClean="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Font typeface="Arial" pitchFamily="34" charset="0"/>
              <a:buChar char="–"/>
              <a:defRPr lang="en-US" sz="1800" kern="1200" smtClean="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Font typeface="Arial" pitchFamily="34" charset="0"/>
              <a:buChar char="•"/>
              <a:defRPr lang="en-US" sz="1600" kern="1200" smtClean="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400" kern="1200" smtClean="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200" kern="1200" dirty="0" smtClean="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r>
              <a:rPr lang="en-US" dirty="0">
                <a:solidFill>
                  <a:schemeClr val="tx1"/>
                </a:solidFill>
              </a:rPr>
              <a:t>In online application, users can create an Inquiry from the Account profile</a:t>
            </a:r>
          </a:p>
          <a:p>
            <a:pPr lvl="1"/>
            <a:r>
              <a:rPr lang="en-US" dirty="0">
                <a:solidFill>
                  <a:schemeClr val="tx1"/>
                </a:solidFill>
              </a:rPr>
              <a:t>To configure creation of Medical Inquiries from My Accounts views enable the </a:t>
            </a:r>
            <a:r>
              <a:rPr lang="en-US" dirty="0" err="1">
                <a:solidFill>
                  <a:schemeClr val="tx1"/>
                </a:solidFill>
              </a:rPr>
              <a:t>Medical_Inquiry_From_Account_vod</a:t>
            </a:r>
            <a:r>
              <a:rPr lang="en-US" dirty="0">
                <a:solidFill>
                  <a:schemeClr val="tx1"/>
                </a:solidFill>
              </a:rPr>
              <a:t> and </a:t>
            </a:r>
            <a:r>
              <a:rPr lang="en-US" dirty="0" err="1">
                <a:solidFill>
                  <a:schemeClr val="tx1"/>
                </a:solidFill>
              </a:rPr>
              <a:t>SObject_New_vod</a:t>
            </a:r>
            <a:r>
              <a:rPr lang="en-US" dirty="0">
                <a:solidFill>
                  <a:schemeClr val="tx1"/>
                </a:solidFill>
              </a:rPr>
              <a:t> </a:t>
            </a:r>
            <a:r>
              <a:rPr lang="en-US" dirty="0" err="1">
                <a:solidFill>
                  <a:schemeClr val="tx1"/>
                </a:solidFill>
              </a:rPr>
              <a:t>VisualForce</a:t>
            </a:r>
            <a:r>
              <a:rPr lang="en-US" dirty="0">
                <a:solidFill>
                  <a:schemeClr val="tx1"/>
                </a:solidFill>
              </a:rPr>
              <a:t> pages for users and provide users with create permissions on the </a:t>
            </a:r>
            <a:r>
              <a:rPr lang="en-US" dirty="0" err="1">
                <a:solidFill>
                  <a:schemeClr val="tx1"/>
                </a:solidFill>
              </a:rPr>
              <a:t>Medical_Inquiry_vod</a:t>
            </a:r>
            <a:r>
              <a:rPr lang="en-US" dirty="0">
                <a:solidFill>
                  <a:schemeClr val="tx1"/>
                </a:solidFill>
              </a:rPr>
              <a:t> object</a:t>
            </a:r>
          </a:p>
        </p:txBody>
      </p:sp>
    </p:spTree>
    <p:extLst>
      <p:ext uri="{BB962C8B-B14F-4D97-AF65-F5344CB8AC3E}">
        <p14:creationId xmlns:p14="http://schemas.microsoft.com/office/powerpoint/2010/main" val="13385249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 Cognizant 2015</a:t>
            </a:r>
            <a:endParaRPr lang="en-US" dirty="0"/>
          </a:p>
        </p:txBody>
      </p:sp>
      <p:sp>
        <p:nvSpPr>
          <p:cNvPr id="5" name="Slide Number Placeholder 4"/>
          <p:cNvSpPr>
            <a:spLocks noGrp="1"/>
          </p:cNvSpPr>
          <p:nvPr>
            <p:ph type="sldNum" sz="quarter" idx="12"/>
          </p:nvPr>
        </p:nvSpPr>
        <p:spPr/>
        <p:txBody>
          <a:bodyPr/>
          <a:lstStyle/>
          <a:p>
            <a:fld id="{E7AF38FF-B38D-4060-8B8D-2D16AAFBAAC1}" type="slidenum">
              <a:rPr lang="en-US" smtClean="0"/>
              <a:pPr/>
              <a:t>28</a:t>
            </a:fld>
            <a:endParaRPr lang="en-US"/>
          </a:p>
        </p:txBody>
      </p:sp>
      <p:sp>
        <p:nvSpPr>
          <p:cNvPr id="2" name="Title 1"/>
          <p:cNvSpPr>
            <a:spLocks noGrp="1"/>
          </p:cNvSpPr>
          <p:nvPr>
            <p:ph type="title" idx="4294967295"/>
          </p:nvPr>
        </p:nvSpPr>
        <p:spPr>
          <a:xfrm>
            <a:off x="0" y="557213"/>
            <a:ext cx="10807700" cy="369887"/>
          </a:xfrm>
        </p:spPr>
        <p:txBody>
          <a:bodyPr vert="horz" lIns="91440" tIns="45720" rIns="91440" bIns="45720" rtlCol="0" anchor="ctr">
            <a:noAutofit/>
          </a:bodyPr>
          <a:lstStyle/>
          <a:p>
            <a:r>
              <a:rPr lang="en-US" sz="1700" dirty="0"/>
              <a:t>Configuring Medical Inquiry Creation ... 4</a:t>
            </a:r>
          </a:p>
        </p:txBody>
      </p:sp>
      <p:sp>
        <p:nvSpPr>
          <p:cNvPr id="3" name="Content Placeholder 2"/>
          <p:cNvSpPr>
            <a:spLocks noGrp="1"/>
          </p:cNvSpPr>
          <p:nvPr>
            <p:ph idx="4294967295"/>
          </p:nvPr>
        </p:nvSpPr>
        <p:spPr>
          <a:xfrm>
            <a:off x="0" y="1028700"/>
            <a:ext cx="10556875" cy="4983163"/>
          </a:xfrm>
        </p:spPr>
        <p:txBody>
          <a:bodyPr/>
          <a:lstStyle/>
          <a:p>
            <a:pPr algn="just"/>
            <a:r>
              <a:rPr lang="en-US" b="1" dirty="0">
                <a:solidFill>
                  <a:schemeClr val="tx1"/>
                </a:solidFill>
              </a:rPr>
              <a:t>Creating Inquiries from CLM</a:t>
            </a:r>
          </a:p>
          <a:p>
            <a:pPr algn="just"/>
            <a:endParaRPr lang="en-US" b="1" dirty="0">
              <a:solidFill>
                <a:schemeClr val="tx1"/>
              </a:solidFill>
            </a:endParaRPr>
          </a:p>
          <a:p>
            <a:pPr lvl="1" algn="just"/>
            <a:r>
              <a:rPr lang="en-US" dirty="0">
                <a:solidFill>
                  <a:schemeClr val="tx1"/>
                </a:solidFill>
              </a:rPr>
              <a:t>VEEVA CRM allows users to create a Medical Inquiry without exiting a CLM presentation. </a:t>
            </a:r>
          </a:p>
          <a:p>
            <a:pPr lvl="1" algn="just"/>
            <a:r>
              <a:rPr lang="en-US" dirty="0">
                <a:solidFill>
                  <a:schemeClr val="tx1"/>
                </a:solidFill>
              </a:rPr>
              <a:t>Users can create the Medical Inquiry by selecting the New Medical Inquiry option from the More Actions menu. </a:t>
            </a:r>
          </a:p>
          <a:p>
            <a:pPr lvl="1" algn="just"/>
            <a:r>
              <a:rPr lang="en-US" dirty="0">
                <a:solidFill>
                  <a:schemeClr val="tx1"/>
                </a:solidFill>
              </a:rPr>
              <a:t>When selected, a Medical Inquiry overlay displays. </a:t>
            </a:r>
          </a:p>
          <a:p>
            <a:pPr lvl="1" algn="just"/>
            <a:r>
              <a:rPr lang="en-US" dirty="0">
                <a:solidFill>
                  <a:schemeClr val="tx1"/>
                </a:solidFill>
              </a:rPr>
              <a:t>The overlay uses the same configuration as the standard Medical Inquiry page for buttons and behavior. </a:t>
            </a:r>
          </a:p>
          <a:p>
            <a:pPr lvl="1" algn="just"/>
            <a:r>
              <a:rPr lang="en-US" dirty="0">
                <a:solidFill>
                  <a:schemeClr val="tx1"/>
                </a:solidFill>
              </a:rPr>
              <a:t>After providing details for the Medical Inquiry and closing the overlay users return to their previous place in the CLM presentation. </a:t>
            </a:r>
          </a:p>
          <a:p>
            <a:pPr lvl="1" algn="just"/>
            <a:r>
              <a:rPr lang="en-US" dirty="0">
                <a:solidFill>
                  <a:schemeClr val="tx1"/>
                </a:solidFill>
              </a:rPr>
              <a:t>If the Medical Inquiry is not submitting till the end of the CLM Presentation, then it displays to the user for submission before the Call Report is displayed.</a:t>
            </a:r>
          </a:p>
          <a:p>
            <a:pPr lvl="1" algn="just"/>
            <a:endParaRPr lang="en-US" dirty="0">
              <a:solidFill>
                <a:schemeClr val="tx1"/>
              </a:solidFill>
            </a:endParaRPr>
          </a:p>
          <a:p>
            <a:pPr lvl="1" algn="just"/>
            <a:r>
              <a:rPr lang="en-US" dirty="0">
                <a:solidFill>
                  <a:schemeClr val="tx1"/>
                </a:solidFill>
              </a:rPr>
              <a:t>To enable this functionality:</a:t>
            </a:r>
          </a:p>
          <a:p>
            <a:pPr lvl="2" algn="just"/>
            <a:r>
              <a:rPr lang="en-US" sz="1800" dirty="0">
                <a:solidFill>
                  <a:schemeClr val="tx1"/>
                </a:solidFill>
              </a:rPr>
              <a:t>Change the value of </a:t>
            </a:r>
            <a:r>
              <a:rPr lang="en-US" sz="1800" dirty="0" err="1">
                <a:solidFill>
                  <a:schemeClr val="tx1"/>
                </a:solidFill>
              </a:rPr>
              <a:t>MEDICAL_INQUIRY_OVERLAY_vod</a:t>
            </a:r>
            <a:r>
              <a:rPr lang="en-US" sz="1800" dirty="0">
                <a:solidFill>
                  <a:schemeClr val="tx1"/>
                </a:solidFill>
              </a:rPr>
              <a:t> Multichannel Setting to 1</a:t>
            </a:r>
          </a:p>
          <a:p>
            <a:pPr lvl="2" algn="just"/>
            <a:r>
              <a:rPr lang="en-US" sz="1800" dirty="0">
                <a:solidFill>
                  <a:schemeClr val="tx1"/>
                </a:solidFill>
              </a:rPr>
              <a:t>User is provided with create permissions to Medical Inquiry object</a:t>
            </a:r>
          </a:p>
        </p:txBody>
      </p:sp>
    </p:spTree>
    <p:extLst>
      <p:ext uri="{BB962C8B-B14F-4D97-AF65-F5344CB8AC3E}">
        <p14:creationId xmlns:p14="http://schemas.microsoft.com/office/powerpoint/2010/main" val="6297792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 Cognizant 2015</a:t>
            </a:r>
            <a:endParaRPr lang="en-US" dirty="0"/>
          </a:p>
        </p:txBody>
      </p:sp>
      <p:sp>
        <p:nvSpPr>
          <p:cNvPr id="5" name="Slide Number Placeholder 4"/>
          <p:cNvSpPr>
            <a:spLocks noGrp="1"/>
          </p:cNvSpPr>
          <p:nvPr>
            <p:ph type="sldNum" sz="quarter" idx="12"/>
          </p:nvPr>
        </p:nvSpPr>
        <p:spPr/>
        <p:txBody>
          <a:bodyPr/>
          <a:lstStyle/>
          <a:p>
            <a:fld id="{E7AF38FF-B38D-4060-8B8D-2D16AAFBAAC1}" type="slidenum">
              <a:rPr lang="en-US" smtClean="0"/>
              <a:pPr/>
              <a:t>29</a:t>
            </a:fld>
            <a:endParaRPr lang="en-US"/>
          </a:p>
        </p:txBody>
      </p:sp>
      <p:sp>
        <p:nvSpPr>
          <p:cNvPr id="2" name="Title 1"/>
          <p:cNvSpPr>
            <a:spLocks noGrp="1"/>
          </p:cNvSpPr>
          <p:nvPr>
            <p:ph type="title" idx="4294967295"/>
          </p:nvPr>
        </p:nvSpPr>
        <p:spPr>
          <a:xfrm>
            <a:off x="457201" y="532924"/>
            <a:ext cx="10807700" cy="369887"/>
          </a:xfrm>
        </p:spPr>
        <p:txBody>
          <a:bodyPr vert="horz" lIns="91440" tIns="45720" rIns="91440" bIns="45720" rtlCol="0" anchor="ctr">
            <a:noAutofit/>
          </a:bodyPr>
          <a:lstStyle/>
          <a:p>
            <a:r>
              <a:rPr lang="en-US" sz="1700" dirty="0"/>
              <a:t>Configuring Medical Inquiry Creation ... 5</a:t>
            </a:r>
          </a:p>
        </p:txBody>
      </p:sp>
      <p:sp>
        <p:nvSpPr>
          <p:cNvPr id="3" name="Content Placeholder 2"/>
          <p:cNvSpPr>
            <a:spLocks noGrp="1"/>
          </p:cNvSpPr>
          <p:nvPr>
            <p:ph idx="4294967295"/>
          </p:nvPr>
        </p:nvSpPr>
        <p:spPr>
          <a:xfrm>
            <a:off x="582613" y="1027934"/>
            <a:ext cx="8713787" cy="4983163"/>
          </a:xfrm>
        </p:spPr>
        <p:txBody>
          <a:bodyPr/>
          <a:lstStyle/>
          <a:p>
            <a:pPr algn="just"/>
            <a:r>
              <a:rPr lang="en-US" sz="1800" dirty="0">
                <a:solidFill>
                  <a:schemeClr val="tx1"/>
                </a:solidFill>
              </a:rPr>
              <a:t>Once the medical inquiry is created user can see the record from account detail page, and also from timeline</a:t>
            </a:r>
            <a:endParaRPr lang="en-US" sz="1600" dirty="0">
              <a:solidFill>
                <a:schemeClr val="tx1"/>
              </a:solidFill>
            </a:endParaRPr>
          </a:p>
        </p:txBody>
      </p:sp>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b="38889"/>
          <a:stretch/>
        </p:blipFill>
        <p:spPr>
          <a:xfrm>
            <a:off x="1143000" y="1820097"/>
            <a:ext cx="9144000" cy="4191000"/>
          </a:xfrm>
          <a:prstGeom prst="rect">
            <a:avLst/>
          </a:prstGeom>
        </p:spPr>
      </p:pic>
    </p:spTree>
    <p:extLst>
      <p:ext uri="{BB962C8B-B14F-4D97-AF65-F5344CB8AC3E}">
        <p14:creationId xmlns:p14="http://schemas.microsoft.com/office/powerpoint/2010/main" val="32925392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 Cognizant 2015</a:t>
            </a:r>
            <a:endParaRPr lang="en-US" dirty="0"/>
          </a:p>
        </p:txBody>
      </p:sp>
      <p:sp>
        <p:nvSpPr>
          <p:cNvPr id="2" name="Title 1">
            <a:extLst>
              <a:ext uri="{FF2B5EF4-FFF2-40B4-BE49-F238E27FC236}">
                <a16:creationId xmlns:a16="http://schemas.microsoft.com/office/drawing/2014/main" id="{EAC0BA89-0607-1225-4EAC-2FA117CD4290}"/>
              </a:ext>
            </a:extLst>
          </p:cNvPr>
          <p:cNvSpPr>
            <a:spLocks noGrp="1"/>
          </p:cNvSpPr>
          <p:nvPr>
            <p:ph type="ctrTitle"/>
          </p:nvPr>
        </p:nvSpPr>
        <p:spPr>
          <a:xfrm>
            <a:off x="1042416" y="2609854"/>
            <a:ext cx="6272784" cy="1828469"/>
          </a:xfrm>
        </p:spPr>
        <p:txBody>
          <a:bodyPr/>
          <a:lstStyle/>
          <a:p>
            <a:r>
              <a:rPr lang="en-US" sz="3600" b="1" dirty="0">
                <a:solidFill>
                  <a:schemeClr val="tx1"/>
                </a:solidFill>
                <a:latin typeface="Arial" panose="020B0604020202020204" pitchFamily="34" charset="0"/>
                <a:cs typeface="Arial" panose="020B0604020202020204" pitchFamily="34" charset="0"/>
              </a:rPr>
              <a:t>Configuration of Medical Inquiry module for </a:t>
            </a:r>
            <a:br>
              <a:rPr lang="en-US" sz="3600" b="1" dirty="0">
                <a:solidFill>
                  <a:schemeClr val="tx1"/>
                </a:solidFill>
                <a:latin typeface="Arial" panose="020B0604020202020204" pitchFamily="34" charset="0"/>
                <a:cs typeface="Arial" panose="020B0604020202020204" pitchFamily="34" charset="0"/>
              </a:rPr>
            </a:br>
            <a:r>
              <a:rPr lang="en-US" sz="3600" b="1" dirty="0">
                <a:solidFill>
                  <a:schemeClr val="tx1"/>
                </a:solidFill>
                <a:latin typeface="Arial" panose="020B0604020202020204" pitchFamily="34" charset="0"/>
                <a:cs typeface="Arial" panose="020B0604020202020204" pitchFamily="34" charset="0"/>
              </a:rPr>
              <a:t>multiple Product inquiries</a:t>
            </a:r>
            <a:br>
              <a:rPr lang="en-US" sz="3600" b="1" dirty="0">
                <a:solidFill>
                  <a:schemeClr val="tx1"/>
                </a:solidFill>
                <a:latin typeface="Arial" panose="020B0604020202020204" pitchFamily="34" charset="0"/>
                <a:cs typeface="Arial" panose="020B0604020202020204" pitchFamily="34" charset="0"/>
              </a:rPr>
            </a:br>
            <a:endParaRPr lang="en-IN" dirty="0"/>
          </a:p>
        </p:txBody>
      </p:sp>
      <p:sp>
        <p:nvSpPr>
          <p:cNvPr id="3" name="Subtitle 2">
            <a:extLst>
              <a:ext uri="{FF2B5EF4-FFF2-40B4-BE49-F238E27FC236}">
                <a16:creationId xmlns:a16="http://schemas.microsoft.com/office/drawing/2014/main" id="{0559208F-13D9-1E62-656D-AC99403B4D3A}"/>
              </a:ext>
            </a:extLst>
          </p:cNvPr>
          <p:cNvSpPr>
            <a:spLocks noGrp="1"/>
          </p:cNvSpPr>
          <p:nvPr>
            <p:ph type="subTitle" idx="1"/>
          </p:nvPr>
        </p:nvSpPr>
        <p:spPr/>
        <p:txBody>
          <a:bodyPr/>
          <a:lstStyle/>
          <a:p>
            <a:endParaRPr lang="en-IN"/>
          </a:p>
        </p:txBody>
      </p:sp>
      <p:sp>
        <p:nvSpPr>
          <p:cNvPr id="7" name="Text Placeholder 6">
            <a:extLst>
              <a:ext uri="{FF2B5EF4-FFF2-40B4-BE49-F238E27FC236}">
                <a16:creationId xmlns:a16="http://schemas.microsoft.com/office/drawing/2014/main" id="{E6E46061-2FA2-F50E-0D11-31C5DA81709E}"/>
              </a:ext>
            </a:extLst>
          </p:cNvPr>
          <p:cNvSpPr>
            <a:spLocks noGrp="1"/>
          </p:cNvSpPr>
          <p:nvPr>
            <p:ph type="body" idx="12"/>
          </p:nvPr>
        </p:nvSpPr>
        <p:spPr/>
        <p:txBody>
          <a:bodyPr/>
          <a:lstStyle/>
          <a:p>
            <a:endParaRPr lang="en-IN"/>
          </a:p>
        </p:txBody>
      </p:sp>
      <p:sp>
        <p:nvSpPr>
          <p:cNvPr id="5" name="Slide Number Placeholder 4"/>
          <p:cNvSpPr>
            <a:spLocks noGrp="1"/>
          </p:cNvSpPr>
          <p:nvPr>
            <p:ph type="sldNum" sz="quarter" idx="4294967295"/>
          </p:nvPr>
        </p:nvSpPr>
        <p:spPr>
          <a:xfrm>
            <a:off x="0" y="6264275"/>
            <a:ext cx="352425" cy="365125"/>
          </a:xfrm>
        </p:spPr>
        <p:txBody>
          <a:bodyPr/>
          <a:lstStyle/>
          <a:p>
            <a:fld id="{E7AF38FF-B38D-4060-8B8D-2D16AAFBAAC1}" type="slidenum">
              <a:rPr lang="en-US" smtClean="0"/>
              <a:pPr/>
              <a:t>30</a:t>
            </a:fld>
            <a:endParaRPr lang="en-US"/>
          </a:p>
        </p:txBody>
      </p:sp>
      <p:sp>
        <p:nvSpPr>
          <p:cNvPr id="6" name="Rectangle 5"/>
          <p:cNvSpPr/>
          <p:nvPr/>
        </p:nvSpPr>
        <p:spPr>
          <a:xfrm>
            <a:off x="1409700" y="4645152"/>
            <a:ext cx="9372600" cy="7547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en-US" sz="2800" b="1"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370317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 Cognizant 2015</a:t>
            </a:r>
            <a:endParaRPr lang="en-US" dirty="0"/>
          </a:p>
        </p:txBody>
      </p:sp>
      <p:sp>
        <p:nvSpPr>
          <p:cNvPr id="5" name="Slide Number Placeholder 4"/>
          <p:cNvSpPr>
            <a:spLocks noGrp="1"/>
          </p:cNvSpPr>
          <p:nvPr>
            <p:ph type="sldNum" sz="quarter" idx="12"/>
          </p:nvPr>
        </p:nvSpPr>
        <p:spPr/>
        <p:txBody>
          <a:bodyPr/>
          <a:lstStyle/>
          <a:p>
            <a:fld id="{E7AF38FF-B38D-4060-8B8D-2D16AAFBAAC1}" type="slidenum">
              <a:rPr lang="en-US" smtClean="0"/>
              <a:pPr/>
              <a:t>31</a:t>
            </a:fld>
            <a:endParaRPr lang="en-US"/>
          </a:p>
        </p:txBody>
      </p:sp>
      <p:sp>
        <p:nvSpPr>
          <p:cNvPr id="2" name="Title 1"/>
          <p:cNvSpPr>
            <a:spLocks noGrp="1"/>
          </p:cNvSpPr>
          <p:nvPr>
            <p:ph type="title" idx="4294967295"/>
          </p:nvPr>
        </p:nvSpPr>
        <p:spPr>
          <a:xfrm>
            <a:off x="633249" y="436880"/>
            <a:ext cx="8229600" cy="479425"/>
          </a:xfrm>
        </p:spPr>
        <p:txBody>
          <a:bodyPr vert="horz" lIns="91440" tIns="45720" rIns="91440" bIns="45720" rtlCol="0" anchor="ctr">
            <a:noAutofit/>
          </a:bodyPr>
          <a:lstStyle/>
          <a:p>
            <a:r>
              <a:rPr lang="en-US" sz="1700" dirty="0"/>
              <a:t>Configuring Multiple Product Inquiries ... 1</a:t>
            </a:r>
          </a:p>
        </p:txBody>
      </p:sp>
      <p:sp>
        <p:nvSpPr>
          <p:cNvPr id="3" name="Content Placeholder 2"/>
          <p:cNvSpPr>
            <a:spLocks noGrp="1"/>
          </p:cNvSpPr>
          <p:nvPr>
            <p:ph idx="4294967295"/>
          </p:nvPr>
        </p:nvSpPr>
        <p:spPr>
          <a:xfrm>
            <a:off x="809298" y="1213484"/>
            <a:ext cx="9982200" cy="4752975"/>
          </a:xfrm>
        </p:spPr>
        <p:txBody>
          <a:bodyPr/>
          <a:lstStyle/>
          <a:p>
            <a:r>
              <a:rPr lang="en-US" sz="1800" dirty="0">
                <a:solidFill>
                  <a:schemeClr val="tx1"/>
                </a:solidFill>
              </a:rPr>
              <a:t>Medical Inquiry feature in VEEVA CRM application by default allows users to capture a single inquiry at a time</a:t>
            </a:r>
          </a:p>
          <a:p>
            <a:endParaRPr lang="en-US" sz="1800" dirty="0">
              <a:solidFill>
                <a:schemeClr val="tx1"/>
              </a:solidFill>
            </a:endParaRPr>
          </a:p>
          <a:p>
            <a:r>
              <a:rPr lang="en-US" sz="1800" dirty="0">
                <a:solidFill>
                  <a:schemeClr val="tx1"/>
                </a:solidFill>
              </a:rPr>
              <a:t>However, it is possible to capture multiple Medical Inquiries at once even if they are for different products</a:t>
            </a:r>
          </a:p>
          <a:p>
            <a:endParaRPr lang="en-US" sz="1800" dirty="0">
              <a:solidFill>
                <a:schemeClr val="tx1"/>
              </a:solidFill>
            </a:endParaRPr>
          </a:p>
          <a:p>
            <a:r>
              <a:rPr lang="en-US" sz="1800" dirty="0">
                <a:solidFill>
                  <a:schemeClr val="tx1"/>
                </a:solidFill>
              </a:rPr>
              <a:t>This feature allows capturing multiple Medical Inquiries from a single page and a HCP can view all captured Medical Inquiries on a single Signature screen</a:t>
            </a:r>
          </a:p>
          <a:p>
            <a:endParaRPr lang="en-US" sz="1800" dirty="0">
              <a:solidFill>
                <a:schemeClr val="tx1"/>
              </a:solidFill>
            </a:endParaRPr>
          </a:p>
          <a:p>
            <a:r>
              <a:rPr lang="en-US" sz="1800" dirty="0">
                <a:solidFill>
                  <a:schemeClr val="tx1"/>
                </a:solidFill>
              </a:rPr>
              <a:t>When using this feature, a new Medical Inquiry record is created for each sibling Medical Inquiry</a:t>
            </a:r>
          </a:p>
          <a:p>
            <a:endParaRPr lang="en-US" sz="1800" dirty="0">
              <a:solidFill>
                <a:schemeClr val="tx1"/>
              </a:solidFill>
            </a:endParaRPr>
          </a:p>
          <a:p>
            <a:r>
              <a:rPr lang="en-US" sz="1800" dirty="0">
                <a:solidFill>
                  <a:schemeClr val="tx1"/>
                </a:solidFill>
              </a:rPr>
              <a:t>These records are linked together using the </a:t>
            </a:r>
            <a:r>
              <a:rPr lang="en-US" sz="1800" dirty="0" err="1">
                <a:solidFill>
                  <a:schemeClr val="tx1"/>
                </a:solidFill>
              </a:rPr>
              <a:t>Group_Identifier_vod</a:t>
            </a:r>
            <a:r>
              <a:rPr lang="en-US" sz="1800" dirty="0">
                <a:solidFill>
                  <a:schemeClr val="tx1"/>
                </a:solidFill>
              </a:rPr>
              <a:t> field</a:t>
            </a:r>
          </a:p>
        </p:txBody>
      </p:sp>
    </p:spTree>
    <p:extLst>
      <p:ext uri="{BB962C8B-B14F-4D97-AF65-F5344CB8AC3E}">
        <p14:creationId xmlns:p14="http://schemas.microsoft.com/office/powerpoint/2010/main" val="19534303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 Cognizant 2015</a:t>
            </a:r>
            <a:endParaRPr lang="en-US" dirty="0"/>
          </a:p>
        </p:txBody>
      </p:sp>
      <p:sp>
        <p:nvSpPr>
          <p:cNvPr id="5" name="Slide Number Placeholder 4"/>
          <p:cNvSpPr>
            <a:spLocks noGrp="1"/>
          </p:cNvSpPr>
          <p:nvPr>
            <p:ph type="sldNum" sz="quarter" idx="12"/>
          </p:nvPr>
        </p:nvSpPr>
        <p:spPr/>
        <p:txBody>
          <a:bodyPr/>
          <a:lstStyle/>
          <a:p>
            <a:fld id="{E7AF38FF-B38D-4060-8B8D-2D16AAFBAAC1}" type="slidenum">
              <a:rPr lang="en-US" smtClean="0"/>
              <a:pPr/>
              <a:t>32</a:t>
            </a:fld>
            <a:endParaRPr lang="en-US"/>
          </a:p>
        </p:txBody>
      </p:sp>
      <p:sp>
        <p:nvSpPr>
          <p:cNvPr id="2" name="Title 1"/>
          <p:cNvSpPr>
            <a:spLocks noGrp="1"/>
          </p:cNvSpPr>
          <p:nvPr>
            <p:ph type="title" idx="4294967295"/>
          </p:nvPr>
        </p:nvSpPr>
        <p:spPr>
          <a:xfrm>
            <a:off x="798412" y="443666"/>
            <a:ext cx="8229600" cy="479425"/>
          </a:xfrm>
        </p:spPr>
        <p:txBody>
          <a:bodyPr vert="horz" lIns="91440" tIns="45720" rIns="91440" bIns="45720" rtlCol="0" anchor="ctr">
            <a:noAutofit/>
          </a:bodyPr>
          <a:lstStyle/>
          <a:p>
            <a:r>
              <a:rPr lang="en-US" sz="1700" dirty="0"/>
              <a:t>Configuring Multiple Product Inquiries ... 2</a:t>
            </a:r>
          </a:p>
        </p:txBody>
      </p:sp>
      <p:pic>
        <p:nvPicPr>
          <p:cNvPr id="6" name="Picture 5"/>
          <p:cNvPicPr>
            <a:picLocks noChangeAspect="1"/>
          </p:cNvPicPr>
          <p:nvPr/>
        </p:nvPicPr>
        <p:blipFill>
          <a:blip r:embed="rId2"/>
          <a:stretch>
            <a:fillRect/>
          </a:stretch>
        </p:blipFill>
        <p:spPr>
          <a:xfrm>
            <a:off x="3886203" y="3659106"/>
            <a:ext cx="4889909" cy="2894094"/>
          </a:xfrm>
          <a:prstGeom prst="rect">
            <a:avLst/>
          </a:prstGeom>
          <a:ln>
            <a:solidFill>
              <a:schemeClr val="tx1"/>
            </a:solidFill>
          </a:ln>
        </p:spPr>
      </p:pic>
      <p:sp>
        <p:nvSpPr>
          <p:cNvPr id="7" name="Content Placeholder 2"/>
          <p:cNvSpPr txBox="1">
            <a:spLocks/>
          </p:cNvSpPr>
          <p:nvPr/>
        </p:nvSpPr>
        <p:spPr>
          <a:xfrm>
            <a:off x="685800" y="1038144"/>
            <a:ext cx="10795001" cy="239085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914400" rtl="0" eaLnBrk="1" latinLnBrk="0" hangingPunct="1">
              <a:spcBef>
                <a:spcPct val="20000"/>
              </a:spcBef>
              <a:buFont typeface="Arial" pitchFamily="34" charset="0"/>
              <a:buChar char="•"/>
              <a:defRPr lang="en-US" sz="2000" kern="1200" smtClean="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Font typeface="Arial" pitchFamily="34" charset="0"/>
              <a:buChar char="–"/>
              <a:defRPr lang="en-US" sz="1800" kern="1200" smtClean="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Font typeface="Arial" pitchFamily="34" charset="0"/>
              <a:buChar char="•"/>
              <a:defRPr lang="en-US" sz="1600" kern="1200" smtClean="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400" kern="1200" smtClean="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200" kern="1200" dirty="0" smtClean="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solidFill>
                  <a:schemeClr val="tx1"/>
                </a:solidFill>
              </a:rPr>
              <a:t>To enable this feature, the below steps need to be performed:</a:t>
            </a:r>
          </a:p>
          <a:p>
            <a:endParaRPr lang="en-US" dirty="0">
              <a:solidFill>
                <a:schemeClr val="tx1"/>
              </a:solidFill>
            </a:endParaRPr>
          </a:p>
          <a:p>
            <a:pPr lvl="1"/>
            <a:r>
              <a:rPr lang="en-US" dirty="0">
                <a:solidFill>
                  <a:schemeClr val="tx1"/>
                </a:solidFill>
              </a:rPr>
              <a:t>Provide Edit FLS permission of </a:t>
            </a:r>
            <a:r>
              <a:rPr lang="en-US" dirty="0" err="1">
                <a:solidFill>
                  <a:schemeClr val="tx1"/>
                </a:solidFill>
              </a:rPr>
              <a:t>Group_Identifier_vod</a:t>
            </a:r>
            <a:r>
              <a:rPr lang="en-US" dirty="0">
                <a:solidFill>
                  <a:schemeClr val="tx1"/>
                </a:solidFill>
              </a:rPr>
              <a:t> field on the </a:t>
            </a:r>
            <a:r>
              <a:rPr lang="en-US" dirty="0" err="1">
                <a:solidFill>
                  <a:schemeClr val="tx1"/>
                </a:solidFill>
              </a:rPr>
              <a:t>Medical_Inquiry_vod</a:t>
            </a:r>
            <a:r>
              <a:rPr lang="en-US" dirty="0">
                <a:solidFill>
                  <a:schemeClr val="tx1"/>
                </a:solidFill>
              </a:rPr>
              <a:t> object to users</a:t>
            </a:r>
          </a:p>
          <a:p>
            <a:pPr lvl="1"/>
            <a:endParaRPr lang="en-US" dirty="0">
              <a:solidFill>
                <a:schemeClr val="tx1"/>
              </a:solidFill>
            </a:endParaRPr>
          </a:p>
          <a:p>
            <a:pPr lvl="1"/>
            <a:r>
              <a:rPr lang="en-US" dirty="0">
                <a:solidFill>
                  <a:schemeClr val="tx1"/>
                </a:solidFill>
              </a:rPr>
              <a:t>Add section signal –</a:t>
            </a:r>
            <a:r>
              <a:rPr lang="en-US" dirty="0" err="1">
                <a:solidFill>
                  <a:schemeClr val="tx1"/>
                </a:solidFill>
              </a:rPr>
              <a:t>mpi</a:t>
            </a:r>
            <a:r>
              <a:rPr lang="en-US" dirty="0">
                <a:solidFill>
                  <a:schemeClr val="tx1"/>
                </a:solidFill>
              </a:rPr>
              <a:t> in the relevant page layout section in a Medical Inquiry. All fields inside this section may contain different values in sibling records while fields outside this section will contain the same value for all sibling records</a:t>
            </a:r>
          </a:p>
        </p:txBody>
      </p:sp>
    </p:spTree>
    <p:extLst>
      <p:ext uri="{BB962C8B-B14F-4D97-AF65-F5344CB8AC3E}">
        <p14:creationId xmlns:p14="http://schemas.microsoft.com/office/powerpoint/2010/main" val="10866997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 Cognizant 2015</a:t>
            </a:r>
            <a:endParaRPr lang="en-US" dirty="0"/>
          </a:p>
        </p:txBody>
      </p:sp>
      <p:sp>
        <p:nvSpPr>
          <p:cNvPr id="5" name="Slide Number Placeholder 4"/>
          <p:cNvSpPr>
            <a:spLocks noGrp="1"/>
          </p:cNvSpPr>
          <p:nvPr>
            <p:ph type="sldNum" sz="quarter" idx="12"/>
          </p:nvPr>
        </p:nvSpPr>
        <p:spPr/>
        <p:txBody>
          <a:bodyPr/>
          <a:lstStyle/>
          <a:p>
            <a:fld id="{E7AF38FF-B38D-4060-8B8D-2D16AAFBAAC1}" type="slidenum">
              <a:rPr lang="en-US" smtClean="0"/>
              <a:pPr/>
              <a:t>33</a:t>
            </a:fld>
            <a:endParaRPr lang="en-US"/>
          </a:p>
        </p:txBody>
      </p:sp>
      <p:sp>
        <p:nvSpPr>
          <p:cNvPr id="2" name="Title 1"/>
          <p:cNvSpPr>
            <a:spLocks noGrp="1"/>
          </p:cNvSpPr>
          <p:nvPr>
            <p:ph type="title" idx="4294967295"/>
          </p:nvPr>
        </p:nvSpPr>
        <p:spPr>
          <a:xfrm>
            <a:off x="622363" y="588488"/>
            <a:ext cx="10807700" cy="369887"/>
          </a:xfrm>
        </p:spPr>
        <p:txBody>
          <a:bodyPr vert="horz" lIns="91440" tIns="45720" rIns="91440" bIns="45720" rtlCol="0" anchor="ctr">
            <a:noAutofit/>
          </a:bodyPr>
          <a:lstStyle/>
          <a:p>
            <a:r>
              <a:rPr lang="en-US" sz="1700" dirty="0"/>
              <a:t>Configuring Signature Audit</a:t>
            </a:r>
          </a:p>
        </p:txBody>
      </p:sp>
      <p:sp>
        <p:nvSpPr>
          <p:cNvPr id="3" name="Content Placeholder 2"/>
          <p:cNvSpPr>
            <a:spLocks noGrp="1"/>
          </p:cNvSpPr>
          <p:nvPr>
            <p:ph idx="4294967295"/>
          </p:nvPr>
        </p:nvSpPr>
        <p:spPr>
          <a:xfrm>
            <a:off x="665906" y="1278674"/>
            <a:ext cx="8935294" cy="4983162"/>
          </a:xfrm>
        </p:spPr>
        <p:txBody>
          <a:bodyPr/>
          <a:lstStyle/>
          <a:p>
            <a:r>
              <a:rPr lang="en-US" sz="1800" dirty="0">
                <a:solidFill>
                  <a:schemeClr val="tx1"/>
                </a:solidFill>
              </a:rPr>
              <a:t>Medical Inquiry signatures can be viewed and printed from the related list on an Account page</a:t>
            </a:r>
          </a:p>
          <a:p>
            <a:endParaRPr lang="en-US" sz="1800" dirty="0">
              <a:solidFill>
                <a:schemeClr val="tx1"/>
              </a:solidFill>
            </a:endParaRPr>
          </a:p>
          <a:p>
            <a:r>
              <a:rPr lang="en-US" sz="1800" dirty="0">
                <a:solidFill>
                  <a:schemeClr val="tx1"/>
                </a:solidFill>
              </a:rPr>
              <a:t>To enable this feature, the View Signatures button needs to be placed in the Medical Inquiry related list in Account page layout</a:t>
            </a:r>
          </a:p>
          <a:p>
            <a:endParaRPr lang="en-US" sz="1800" dirty="0">
              <a:solidFill>
                <a:schemeClr val="tx1"/>
              </a:solidFill>
            </a:endParaRPr>
          </a:p>
          <a:p>
            <a:r>
              <a:rPr lang="en-US" sz="1800" dirty="0">
                <a:solidFill>
                  <a:schemeClr val="tx1"/>
                </a:solidFill>
              </a:rPr>
              <a:t>Clicking this button loads a table of the 50 most recent signatures, with the newest signatures displaying first</a:t>
            </a:r>
          </a:p>
          <a:p>
            <a:endParaRPr lang="en-US" sz="1800" dirty="0">
              <a:solidFill>
                <a:schemeClr val="tx1"/>
              </a:solidFill>
            </a:endParaRPr>
          </a:p>
          <a:p>
            <a:r>
              <a:rPr lang="en-US" sz="1800" dirty="0">
                <a:solidFill>
                  <a:schemeClr val="tx1"/>
                </a:solidFill>
              </a:rPr>
              <a:t>To order to view/audit signatures captured by the user for Medical Inquiries, View Medical Inquiry Signatures button on Rep Roster page can be used</a:t>
            </a:r>
            <a:endParaRPr lang="en-US" dirty="0">
              <a:solidFill>
                <a:schemeClr val="tx1"/>
              </a:solidFill>
            </a:endParaRPr>
          </a:p>
        </p:txBody>
      </p:sp>
    </p:spTree>
    <p:extLst>
      <p:ext uri="{BB962C8B-B14F-4D97-AF65-F5344CB8AC3E}">
        <p14:creationId xmlns:p14="http://schemas.microsoft.com/office/powerpoint/2010/main" val="21290506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 Cognizant 2015</a:t>
            </a:r>
            <a:endParaRPr lang="en-US" dirty="0"/>
          </a:p>
        </p:txBody>
      </p:sp>
      <p:sp>
        <p:nvSpPr>
          <p:cNvPr id="5" name="Slide Number Placeholder 4"/>
          <p:cNvSpPr>
            <a:spLocks noGrp="1"/>
          </p:cNvSpPr>
          <p:nvPr>
            <p:ph type="sldNum" sz="quarter" idx="12"/>
          </p:nvPr>
        </p:nvSpPr>
        <p:spPr/>
        <p:txBody>
          <a:bodyPr/>
          <a:lstStyle/>
          <a:p>
            <a:fld id="{E7AF38FF-B38D-4060-8B8D-2D16AAFBAAC1}" type="slidenum">
              <a:rPr lang="en-US" smtClean="0"/>
              <a:pPr/>
              <a:t>34</a:t>
            </a:fld>
            <a:endParaRPr lang="en-US"/>
          </a:p>
        </p:txBody>
      </p:sp>
      <p:sp>
        <p:nvSpPr>
          <p:cNvPr id="2" name="Title 1"/>
          <p:cNvSpPr>
            <a:spLocks noGrp="1"/>
          </p:cNvSpPr>
          <p:nvPr>
            <p:ph type="title" idx="4294967295"/>
          </p:nvPr>
        </p:nvSpPr>
        <p:spPr>
          <a:xfrm>
            <a:off x="633249" y="564356"/>
            <a:ext cx="10807700" cy="369887"/>
          </a:xfrm>
        </p:spPr>
        <p:txBody>
          <a:bodyPr vert="horz" lIns="91440" tIns="45720" rIns="91440" bIns="45720" rtlCol="0" anchor="ctr">
            <a:noAutofit/>
          </a:bodyPr>
          <a:lstStyle/>
          <a:p>
            <a:r>
              <a:rPr lang="en-US" sz="1700" dirty="0"/>
              <a:t>Configuring Print Receipts</a:t>
            </a:r>
          </a:p>
        </p:txBody>
      </p:sp>
      <p:sp>
        <p:nvSpPr>
          <p:cNvPr id="3" name="Content Placeholder 2"/>
          <p:cNvSpPr>
            <a:spLocks noGrp="1"/>
          </p:cNvSpPr>
          <p:nvPr>
            <p:ph idx="4294967295"/>
          </p:nvPr>
        </p:nvSpPr>
        <p:spPr>
          <a:xfrm>
            <a:off x="787527" y="1143000"/>
            <a:ext cx="8969375" cy="4425950"/>
          </a:xfrm>
        </p:spPr>
        <p:txBody>
          <a:bodyPr/>
          <a:lstStyle/>
          <a:p>
            <a:r>
              <a:rPr lang="en-US" sz="1800" dirty="0">
                <a:solidFill>
                  <a:schemeClr val="tx1"/>
                </a:solidFill>
              </a:rPr>
              <a:t>VEEVA CRM allows generating PDF receipts for printed Medical Inquiry records</a:t>
            </a:r>
          </a:p>
          <a:p>
            <a:pPr marL="0" indent="0">
              <a:buNone/>
            </a:pPr>
            <a:endParaRPr lang="en-US" sz="1800" dirty="0">
              <a:solidFill>
                <a:schemeClr val="tx1"/>
              </a:solidFill>
            </a:endParaRPr>
          </a:p>
          <a:p>
            <a:r>
              <a:rPr lang="en-US" sz="1800" dirty="0">
                <a:solidFill>
                  <a:schemeClr val="tx1"/>
                </a:solidFill>
              </a:rPr>
              <a:t>Adding the Print Receipt custom button on Medical Inquiry related list on the account page layout enables this feature </a:t>
            </a:r>
          </a:p>
          <a:p>
            <a:endParaRPr lang="en-US" sz="1800" dirty="0">
              <a:solidFill>
                <a:schemeClr val="tx1"/>
              </a:solidFill>
            </a:endParaRPr>
          </a:p>
          <a:p>
            <a:r>
              <a:rPr lang="en-US" sz="1800" dirty="0">
                <a:solidFill>
                  <a:schemeClr val="tx1"/>
                </a:solidFill>
              </a:rPr>
              <a:t>RECEIPT_TEMPLATE VEEVA Message in the </a:t>
            </a:r>
            <a:r>
              <a:rPr lang="en-US" sz="1800" dirty="0" err="1">
                <a:solidFill>
                  <a:schemeClr val="tx1"/>
                </a:solidFill>
              </a:rPr>
              <a:t>Medical_Inquiry</a:t>
            </a:r>
            <a:r>
              <a:rPr lang="en-US" sz="1800" dirty="0">
                <a:solidFill>
                  <a:schemeClr val="tx1"/>
                </a:solidFill>
              </a:rPr>
              <a:t> category is used to define an HTML template for the PDF</a:t>
            </a:r>
          </a:p>
          <a:p>
            <a:endParaRPr lang="en-US" sz="1800" dirty="0">
              <a:solidFill>
                <a:schemeClr val="tx1"/>
              </a:solidFill>
            </a:endParaRPr>
          </a:p>
          <a:p>
            <a:r>
              <a:rPr lang="en-US" sz="1800" dirty="0">
                <a:solidFill>
                  <a:schemeClr val="tx1"/>
                </a:solidFill>
              </a:rPr>
              <a:t>In the application, users can scroll to the Medical Inquiries related list on the Account profile page, select the check box for a Medical Inquiry, and click the Print Receipts button</a:t>
            </a:r>
          </a:p>
          <a:p>
            <a:endParaRPr lang="en-US" sz="1800" dirty="0">
              <a:solidFill>
                <a:schemeClr val="tx1"/>
              </a:solidFill>
            </a:endParaRPr>
          </a:p>
          <a:p>
            <a:r>
              <a:rPr lang="en-US" sz="1800" dirty="0">
                <a:solidFill>
                  <a:schemeClr val="tx1"/>
                </a:solidFill>
              </a:rPr>
              <a:t>On doing so user is navigated to a custom page with an embedded PDF following the defined template and user can print it from there</a:t>
            </a:r>
            <a:endParaRPr lang="en-US" dirty="0">
              <a:solidFill>
                <a:schemeClr val="tx1"/>
              </a:solidFill>
            </a:endParaRPr>
          </a:p>
        </p:txBody>
      </p:sp>
    </p:spTree>
    <p:extLst>
      <p:ext uri="{BB962C8B-B14F-4D97-AF65-F5344CB8AC3E}">
        <p14:creationId xmlns:p14="http://schemas.microsoft.com/office/powerpoint/2010/main" val="20826378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 Cognizant 2015</a:t>
            </a:r>
            <a:endParaRPr lang="en-US" dirty="0"/>
          </a:p>
        </p:txBody>
      </p:sp>
      <p:sp>
        <p:nvSpPr>
          <p:cNvPr id="5" name="Slide Number Placeholder 4"/>
          <p:cNvSpPr>
            <a:spLocks noGrp="1"/>
          </p:cNvSpPr>
          <p:nvPr>
            <p:ph type="sldNum" sz="quarter" idx="12"/>
          </p:nvPr>
        </p:nvSpPr>
        <p:spPr/>
        <p:txBody>
          <a:bodyPr/>
          <a:lstStyle/>
          <a:p>
            <a:fld id="{E7AF38FF-B38D-4060-8B8D-2D16AAFBAAC1}" type="slidenum">
              <a:rPr lang="en-US" smtClean="0"/>
              <a:pPr/>
              <a:t>35</a:t>
            </a:fld>
            <a:endParaRPr lang="en-US"/>
          </a:p>
        </p:txBody>
      </p:sp>
      <p:sp>
        <p:nvSpPr>
          <p:cNvPr id="2" name="Title 1"/>
          <p:cNvSpPr>
            <a:spLocks noGrp="1"/>
          </p:cNvSpPr>
          <p:nvPr>
            <p:ph type="title" idx="4294967295"/>
          </p:nvPr>
        </p:nvSpPr>
        <p:spPr>
          <a:xfrm>
            <a:off x="692150" y="533400"/>
            <a:ext cx="10807700" cy="369887"/>
          </a:xfrm>
        </p:spPr>
        <p:txBody>
          <a:bodyPr vert="horz" lIns="91440" tIns="45720" rIns="91440" bIns="45720" rtlCol="0" anchor="ctr">
            <a:noAutofit/>
          </a:bodyPr>
          <a:lstStyle/>
          <a:p>
            <a:r>
              <a:rPr lang="en-US" sz="1700" dirty="0"/>
              <a:t>Create Calls from Medical Inquiry ... 1</a:t>
            </a:r>
          </a:p>
        </p:txBody>
      </p:sp>
      <p:sp>
        <p:nvSpPr>
          <p:cNvPr id="3" name="Content Placeholder 2"/>
          <p:cNvSpPr>
            <a:spLocks noGrp="1"/>
          </p:cNvSpPr>
          <p:nvPr>
            <p:ph idx="4294967295"/>
          </p:nvPr>
        </p:nvSpPr>
        <p:spPr>
          <a:xfrm>
            <a:off x="761999" y="1308781"/>
            <a:ext cx="9067801" cy="4983162"/>
          </a:xfrm>
        </p:spPr>
        <p:txBody>
          <a:bodyPr/>
          <a:lstStyle/>
          <a:p>
            <a:pPr algn="just"/>
            <a:r>
              <a:rPr lang="en-US" sz="1800" dirty="0">
                <a:solidFill>
                  <a:schemeClr val="tx1"/>
                </a:solidFill>
              </a:rPr>
              <a:t>Sometimes MSL users are required to respond to a Medical Inquiry in person</a:t>
            </a:r>
          </a:p>
          <a:p>
            <a:pPr algn="just"/>
            <a:endParaRPr lang="en-US" sz="1800" dirty="0">
              <a:solidFill>
                <a:schemeClr val="tx1"/>
              </a:solidFill>
            </a:endParaRPr>
          </a:p>
          <a:p>
            <a:pPr algn="just"/>
            <a:r>
              <a:rPr lang="en-US" sz="1800" dirty="0">
                <a:solidFill>
                  <a:schemeClr val="tx1"/>
                </a:solidFill>
              </a:rPr>
              <a:t> Using VEEVA CRM, MSL users can create a Call from a Medical Inquiry for follow-up activities</a:t>
            </a:r>
          </a:p>
          <a:p>
            <a:pPr algn="just"/>
            <a:endParaRPr lang="en-US" sz="1800" dirty="0">
              <a:solidFill>
                <a:schemeClr val="tx1"/>
              </a:solidFill>
            </a:endParaRPr>
          </a:p>
          <a:p>
            <a:pPr algn="just"/>
            <a:r>
              <a:rPr lang="en-US" sz="1800" dirty="0">
                <a:solidFill>
                  <a:schemeClr val="tx1"/>
                </a:solidFill>
              </a:rPr>
              <a:t>In order to enable this feature please follow the below 2 steps:</a:t>
            </a:r>
          </a:p>
          <a:p>
            <a:pPr lvl="1" algn="just"/>
            <a:r>
              <a:rPr lang="en-US" dirty="0">
                <a:solidFill>
                  <a:schemeClr val="tx1"/>
                </a:solidFill>
              </a:rPr>
              <a:t>Place the </a:t>
            </a:r>
            <a:r>
              <a:rPr lang="en-US" dirty="0" err="1">
                <a:solidFill>
                  <a:schemeClr val="tx1"/>
                </a:solidFill>
              </a:rPr>
              <a:t>Record_a_Call_vod</a:t>
            </a:r>
            <a:r>
              <a:rPr lang="en-US" dirty="0">
                <a:solidFill>
                  <a:schemeClr val="tx1"/>
                </a:solidFill>
              </a:rPr>
              <a:t> custom button on the </a:t>
            </a:r>
            <a:r>
              <a:rPr lang="en-US" dirty="0" err="1">
                <a:solidFill>
                  <a:schemeClr val="tx1"/>
                </a:solidFill>
              </a:rPr>
              <a:t>Medical_Inquiry_vod</a:t>
            </a:r>
            <a:r>
              <a:rPr lang="en-US" dirty="0">
                <a:solidFill>
                  <a:schemeClr val="tx1"/>
                </a:solidFill>
              </a:rPr>
              <a:t> page layout</a:t>
            </a:r>
          </a:p>
          <a:p>
            <a:pPr lvl="1" algn="just"/>
            <a:r>
              <a:rPr lang="en-US" dirty="0">
                <a:solidFill>
                  <a:schemeClr val="tx1"/>
                </a:solidFill>
              </a:rPr>
              <a:t>Provide users with Edit FLS permission for </a:t>
            </a:r>
            <a:r>
              <a:rPr lang="en-US" dirty="0" err="1">
                <a:solidFill>
                  <a:schemeClr val="tx1"/>
                </a:solidFill>
              </a:rPr>
              <a:t>Medical_Inquiry_vod</a:t>
            </a:r>
            <a:r>
              <a:rPr lang="en-US" dirty="0">
                <a:solidFill>
                  <a:schemeClr val="tx1"/>
                </a:solidFill>
              </a:rPr>
              <a:t> field on the Call object</a:t>
            </a:r>
          </a:p>
          <a:p>
            <a:pPr algn="just"/>
            <a:endParaRPr lang="en-US" sz="1800" dirty="0">
              <a:solidFill>
                <a:schemeClr val="tx1"/>
              </a:solidFill>
            </a:endParaRPr>
          </a:p>
          <a:p>
            <a:pPr algn="just"/>
            <a:r>
              <a:rPr lang="en-US" sz="1800" b="1" dirty="0">
                <a:solidFill>
                  <a:schemeClr val="tx1"/>
                </a:solidFill>
              </a:rPr>
              <a:t>Note:</a:t>
            </a:r>
          </a:p>
          <a:p>
            <a:pPr lvl="1"/>
            <a:r>
              <a:rPr lang="en-US" dirty="0">
                <a:solidFill>
                  <a:schemeClr val="tx1"/>
                </a:solidFill>
              </a:rPr>
              <a:t>This feature is available on both Online and </a:t>
            </a:r>
            <a:r>
              <a:rPr lang="en-US" dirty="0" err="1">
                <a:solidFill>
                  <a:schemeClr val="tx1"/>
                </a:solidFill>
              </a:rPr>
              <a:t>iRep</a:t>
            </a:r>
            <a:r>
              <a:rPr lang="en-US" dirty="0">
                <a:solidFill>
                  <a:schemeClr val="tx1"/>
                </a:solidFill>
              </a:rPr>
              <a:t> platforms</a:t>
            </a:r>
          </a:p>
          <a:p>
            <a:pPr lvl="1"/>
            <a:r>
              <a:rPr lang="en-US" dirty="0">
                <a:solidFill>
                  <a:schemeClr val="tx1"/>
                </a:solidFill>
              </a:rPr>
              <a:t>The Record a Call button is only available on submitted Medical Inquiries with an SFDC ID</a:t>
            </a:r>
          </a:p>
        </p:txBody>
      </p:sp>
    </p:spTree>
    <p:extLst>
      <p:ext uri="{BB962C8B-B14F-4D97-AF65-F5344CB8AC3E}">
        <p14:creationId xmlns:p14="http://schemas.microsoft.com/office/powerpoint/2010/main" val="1472086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 Cognizant 2015</a:t>
            </a:r>
            <a:endParaRPr lang="en-US" dirty="0"/>
          </a:p>
        </p:txBody>
      </p:sp>
      <p:sp>
        <p:nvSpPr>
          <p:cNvPr id="5" name="Slide Number Placeholder 4"/>
          <p:cNvSpPr>
            <a:spLocks noGrp="1"/>
          </p:cNvSpPr>
          <p:nvPr>
            <p:ph type="sldNum" sz="quarter" idx="12"/>
          </p:nvPr>
        </p:nvSpPr>
        <p:spPr/>
        <p:txBody>
          <a:bodyPr/>
          <a:lstStyle/>
          <a:p>
            <a:fld id="{E7AF38FF-B38D-4060-8B8D-2D16AAFBAAC1}" type="slidenum">
              <a:rPr lang="en-US" smtClean="0"/>
              <a:pPr/>
              <a:t>36</a:t>
            </a:fld>
            <a:endParaRPr lang="en-US"/>
          </a:p>
        </p:txBody>
      </p:sp>
      <p:sp>
        <p:nvSpPr>
          <p:cNvPr id="2" name="Title 1"/>
          <p:cNvSpPr>
            <a:spLocks noGrp="1"/>
          </p:cNvSpPr>
          <p:nvPr>
            <p:ph type="title" idx="4294967295"/>
          </p:nvPr>
        </p:nvSpPr>
        <p:spPr>
          <a:xfrm>
            <a:off x="489858" y="485894"/>
            <a:ext cx="10807700" cy="369887"/>
          </a:xfrm>
        </p:spPr>
        <p:txBody>
          <a:bodyPr vert="horz" lIns="91440" tIns="45720" rIns="91440" bIns="45720" rtlCol="0" anchor="ctr">
            <a:noAutofit/>
          </a:bodyPr>
          <a:lstStyle/>
          <a:p>
            <a:r>
              <a:rPr lang="en-US" sz="1700" dirty="0"/>
              <a:t>Create Calls from Medical Inquiry ... 2</a:t>
            </a:r>
          </a:p>
        </p:txBody>
      </p:sp>
      <p:sp>
        <p:nvSpPr>
          <p:cNvPr id="6" name="Rectangle 5"/>
          <p:cNvSpPr/>
          <p:nvPr/>
        </p:nvSpPr>
        <p:spPr>
          <a:xfrm>
            <a:off x="1905003" y="1090849"/>
            <a:ext cx="5633375" cy="3063487"/>
          </a:xfrm>
          <a:prstGeom prst="rect">
            <a:avLst/>
          </a:prstGeom>
          <a:solidFill>
            <a:schemeClr val="bg1">
              <a:lumMod val="95000"/>
            </a:schemeClr>
          </a:solidFill>
          <a:ln>
            <a:solidFill>
              <a:schemeClr val="tx1"/>
            </a:solid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p:cNvPicPr>
            <a:picLocks noChangeAspect="1"/>
          </p:cNvPicPr>
          <p:nvPr/>
        </p:nvPicPr>
        <p:blipFill rotWithShape="1">
          <a:blip r:embed="rId2"/>
          <a:srcRect t="16690"/>
          <a:stretch/>
        </p:blipFill>
        <p:spPr>
          <a:xfrm>
            <a:off x="1986733" y="1474387"/>
            <a:ext cx="5492650" cy="2624473"/>
          </a:xfrm>
          <a:prstGeom prst="rect">
            <a:avLst/>
          </a:prstGeom>
        </p:spPr>
      </p:pic>
      <p:sp>
        <p:nvSpPr>
          <p:cNvPr id="8" name="TextBox 7"/>
          <p:cNvSpPr txBox="1"/>
          <p:nvPr/>
        </p:nvSpPr>
        <p:spPr>
          <a:xfrm>
            <a:off x="2333655" y="990600"/>
            <a:ext cx="4776069" cy="523220"/>
          </a:xfrm>
          <a:prstGeom prst="rect">
            <a:avLst/>
          </a:prstGeom>
          <a:noFill/>
          <a:ln w="38100" cap="flat" cmpd="sng" algn="ctr">
            <a:noFill/>
            <a:prstDash val="solid"/>
          </a:ln>
          <a:effectLst>
            <a:outerShdw blurRad="40000" dist="20000" dir="5400000" rotWithShape="0">
              <a:srgbClr val="000000">
                <a:alpha val="38000"/>
              </a:srgbClr>
            </a:outerShdw>
          </a:effectLst>
        </p:spPr>
        <p:txBody>
          <a:bodyPr rtlCol="0" anchor="ctr"/>
          <a:lstStyle>
            <a:defPPr>
              <a:defRPr lang="en-US"/>
            </a:defPPr>
            <a:lvl1pPr marR="0" lvl="0" indent="0" fontAlgn="base">
              <a:lnSpc>
                <a:spcPct val="100000"/>
              </a:lnSpc>
              <a:spcBef>
                <a:spcPct val="0"/>
              </a:spcBef>
              <a:spcAft>
                <a:spcPct val="0"/>
              </a:spcAft>
              <a:buClrTx/>
              <a:buSzTx/>
              <a:buFontTx/>
              <a:buNone/>
              <a:tabLst/>
              <a:defRPr kumimoji="0" sz="1400" b="0" i="0" u="none" strike="noStrike" kern="0" cap="none" spc="0" normalizeH="0" baseline="0">
                <a:ln>
                  <a:noFill/>
                </a:ln>
                <a:solidFill>
                  <a:prstClr val="white"/>
                </a:solidFill>
                <a:effectLst/>
                <a:uLnTx/>
                <a:uFillTx/>
                <a:latin typeface="Arial"/>
              </a:defRPr>
            </a:lvl1pPr>
          </a:lstStyle>
          <a:p>
            <a:r>
              <a:rPr lang="en-US" dirty="0">
                <a:solidFill>
                  <a:schemeClr val="tx1"/>
                </a:solidFill>
              </a:rPr>
              <a:t>Record A Call from a Medical Inquiry for a Single Product</a:t>
            </a:r>
          </a:p>
        </p:txBody>
      </p:sp>
      <p:sp>
        <p:nvSpPr>
          <p:cNvPr id="9" name="Rectangle 8"/>
          <p:cNvSpPr/>
          <p:nvPr/>
        </p:nvSpPr>
        <p:spPr>
          <a:xfrm>
            <a:off x="5341498" y="1451836"/>
            <a:ext cx="838200" cy="265575"/>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4724403" y="3184916"/>
            <a:ext cx="5633375" cy="3063487"/>
          </a:xfrm>
          <a:prstGeom prst="rect">
            <a:avLst/>
          </a:prstGeom>
          <a:solidFill>
            <a:schemeClr val="bg1">
              <a:lumMod val="95000"/>
            </a:schemeClr>
          </a:solidFill>
          <a:ln>
            <a:solidFill>
              <a:schemeClr val="tx1"/>
            </a:solid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p:cNvPicPr>
            <a:picLocks noChangeAspect="1"/>
          </p:cNvPicPr>
          <p:nvPr/>
        </p:nvPicPr>
        <p:blipFill>
          <a:blip r:embed="rId3"/>
          <a:stretch>
            <a:fillRect/>
          </a:stretch>
        </p:blipFill>
        <p:spPr>
          <a:xfrm>
            <a:off x="4801222" y="3461695"/>
            <a:ext cx="5477958" cy="2624474"/>
          </a:xfrm>
          <a:prstGeom prst="rect">
            <a:avLst/>
          </a:prstGeom>
        </p:spPr>
      </p:pic>
      <p:sp>
        <p:nvSpPr>
          <p:cNvPr id="15" name="TextBox 14"/>
          <p:cNvSpPr txBox="1"/>
          <p:nvPr/>
        </p:nvSpPr>
        <p:spPr>
          <a:xfrm>
            <a:off x="5034909" y="3084667"/>
            <a:ext cx="4894210" cy="523220"/>
          </a:xfrm>
          <a:prstGeom prst="rect">
            <a:avLst/>
          </a:prstGeom>
          <a:noFill/>
          <a:ln w="38100" cap="flat" cmpd="sng" algn="ctr">
            <a:noFill/>
            <a:prstDash val="solid"/>
          </a:ln>
          <a:effectLst>
            <a:outerShdw blurRad="40000" dist="20000" dir="5400000" rotWithShape="0">
              <a:srgbClr val="000000">
                <a:alpha val="38000"/>
              </a:srgbClr>
            </a:outerShdw>
          </a:effectLst>
        </p:spPr>
        <p:txBody>
          <a:bodyPr rtlCol="0" anchor="ctr"/>
          <a:lstStyle>
            <a:defPPr>
              <a:defRPr lang="en-US"/>
            </a:defPPr>
            <a:lvl1pPr marR="0" lvl="0" indent="0" fontAlgn="base">
              <a:lnSpc>
                <a:spcPct val="100000"/>
              </a:lnSpc>
              <a:spcBef>
                <a:spcPct val="0"/>
              </a:spcBef>
              <a:spcAft>
                <a:spcPct val="0"/>
              </a:spcAft>
              <a:buClrTx/>
              <a:buSzTx/>
              <a:buFontTx/>
              <a:buNone/>
              <a:tabLst/>
              <a:defRPr kumimoji="0" sz="1400" b="0" i="0" u="none" strike="noStrike" kern="0" cap="none" spc="0" normalizeH="0" baseline="0">
                <a:ln>
                  <a:noFill/>
                </a:ln>
                <a:solidFill>
                  <a:prstClr val="white"/>
                </a:solidFill>
                <a:effectLst/>
                <a:uLnTx/>
                <a:uFillTx/>
                <a:latin typeface="Arial"/>
              </a:defRPr>
            </a:lvl1pPr>
          </a:lstStyle>
          <a:p>
            <a:r>
              <a:rPr lang="en-US" dirty="0">
                <a:solidFill>
                  <a:schemeClr val="tx1"/>
                </a:solidFill>
              </a:rPr>
              <a:t>Record A Call from a Medical Inquiry for a Multiple Products</a:t>
            </a:r>
          </a:p>
        </p:txBody>
      </p:sp>
      <p:sp>
        <p:nvSpPr>
          <p:cNvPr id="16" name="Rectangle 15"/>
          <p:cNvSpPr/>
          <p:nvPr/>
        </p:nvSpPr>
        <p:spPr>
          <a:xfrm>
            <a:off x="4865793" y="5352499"/>
            <a:ext cx="807720" cy="242058"/>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777932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 Cognizant 2015</a:t>
            </a:r>
          </a:p>
        </p:txBody>
      </p:sp>
      <p:sp>
        <p:nvSpPr>
          <p:cNvPr id="5" name="Slide Number Placeholder 4"/>
          <p:cNvSpPr>
            <a:spLocks noGrp="1"/>
          </p:cNvSpPr>
          <p:nvPr>
            <p:ph type="sldNum" sz="quarter" idx="12"/>
          </p:nvPr>
        </p:nvSpPr>
        <p:spPr/>
        <p:txBody>
          <a:bodyPr/>
          <a:lstStyle/>
          <a:p>
            <a:fld id="{E7AF38FF-B38D-4060-8B8D-2D16AAFBAAC1}" type="slidenum">
              <a:rPr lang="en-US" smtClean="0"/>
              <a:pPr/>
              <a:t>37</a:t>
            </a:fld>
            <a:endParaRPr lang="en-US"/>
          </a:p>
        </p:txBody>
      </p:sp>
      <p:sp>
        <p:nvSpPr>
          <p:cNvPr id="2" name="Title 1"/>
          <p:cNvSpPr>
            <a:spLocks noGrp="1"/>
          </p:cNvSpPr>
          <p:nvPr>
            <p:ph type="title" idx="4294967295"/>
          </p:nvPr>
        </p:nvSpPr>
        <p:spPr>
          <a:xfrm>
            <a:off x="692150" y="564356"/>
            <a:ext cx="10807700" cy="369887"/>
          </a:xfrm>
        </p:spPr>
        <p:txBody>
          <a:bodyPr vert="horz" lIns="91440" tIns="45720" rIns="91440" bIns="45720" rtlCol="0" anchor="ctr">
            <a:noAutofit/>
          </a:bodyPr>
          <a:lstStyle/>
          <a:p>
            <a:r>
              <a:rPr lang="en-US" sz="1700" dirty="0"/>
              <a:t>Medical Inquiries VEEVA Settings</a:t>
            </a:r>
          </a:p>
        </p:txBody>
      </p:sp>
      <p:sp>
        <p:nvSpPr>
          <p:cNvPr id="3" name="Content Placeholder 2"/>
          <p:cNvSpPr>
            <a:spLocks noGrp="1"/>
          </p:cNvSpPr>
          <p:nvPr>
            <p:ph idx="4294967295"/>
          </p:nvPr>
        </p:nvSpPr>
        <p:spPr>
          <a:xfrm>
            <a:off x="1012825" y="1682750"/>
            <a:ext cx="9274175" cy="4425950"/>
          </a:xfrm>
        </p:spPr>
        <p:txBody>
          <a:bodyPr/>
          <a:lstStyle/>
          <a:p>
            <a:r>
              <a:rPr lang="en-US" sz="1800" dirty="0">
                <a:solidFill>
                  <a:schemeClr val="tx1"/>
                </a:solidFill>
              </a:rPr>
              <a:t>The various VEEVA Settings used to configure the Medical Inquiry module are listed in below table</a:t>
            </a:r>
          </a:p>
        </p:txBody>
      </p:sp>
      <p:graphicFrame>
        <p:nvGraphicFramePr>
          <p:cNvPr id="6" name="Table 5"/>
          <p:cNvGraphicFramePr>
            <a:graphicFrameLocks noGrp="1"/>
          </p:cNvGraphicFramePr>
          <p:nvPr>
            <p:extLst>
              <p:ext uri="{D42A27DB-BD31-4B8C-83A1-F6EECF244321}">
                <p14:modId xmlns:p14="http://schemas.microsoft.com/office/powerpoint/2010/main" val="2422004057"/>
              </p:ext>
            </p:extLst>
          </p:nvPr>
        </p:nvGraphicFramePr>
        <p:xfrm>
          <a:off x="1143000" y="2362200"/>
          <a:ext cx="9753600" cy="3391316"/>
        </p:xfrm>
        <a:graphic>
          <a:graphicData uri="http://schemas.openxmlformats.org/drawingml/2006/table">
            <a:tbl>
              <a:tblPr firstRow="1" bandRow="1"/>
              <a:tblGrid>
                <a:gridCol w="3211957">
                  <a:extLst>
                    <a:ext uri="{9D8B030D-6E8A-4147-A177-3AD203B41FA5}">
                      <a16:colId xmlns:a16="http://schemas.microsoft.com/office/drawing/2014/main" val="20000"/>
                    </a:ext>
                  </a:extLst>
                </a:gridCol>
                <a:gridCol w="1322467">
                  <a:extLst>
                    <a:ext uri="{9D8B030D-6E8A-4147-A177-3AD203B41FA5}">
                      <a16:colId xmlns:a16="http://schemas.microsoft.com/office/drawing/2014/main" val="20001"/>
                    </a:ext>
                  </a:extLst>
                </a:gridCol>
                <a:gridCol w="5219176">
                  <a:extLst>
                    <a:ext uri="{9D8B030D-6E8A-4147-A177-3AD203B41FA5}">
                      <a16:colId xmlns:a16="http://schemas.microsoft.com/office/drawing/2014/main" val="20002"/>
                    </a:ext>
                  </a:extLst>
                </a:gridCol>
              </a:tblGrid>
              <a:tr h="362444">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US" sz="1800" dirty="0">
                          <a:latin typeface="Arial" panose="020B0604020202020204" pitchFamily="34" charset="0"/>
                          <a:cs typeface="Arial" panose="020B0604020202020204" pitchFamily="34" charset="0"/>
                        </a:rPr>
                        <a:t>VEEVA Setting</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US" sz="1800" dirty="0">
                          <a:latin typeface="Arial" panose="020B0604020202020204" pitchFamily="34" charset="0"/>
                          <a:cs typeface="Arial" panose="020B0604020202020204" pitchFamily="34" charset="0"/>
                        </a:rPr>
                        <a:t>Type</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US" sz="1800" dirty="0">
                          <a:latin typeface="Arial" panose="020B0604020202020204" pitchFamily="34" charset="0"/>
                          <a:cs typeface="Arial" panose="020B0604020202020204" pitchFamily="34" charset="0"/>
                        </a:rPr>
                        <a:t>Setting</a:t>
                      </a:r>
                      <a:r>
                        <a:rPr lang="en-US" sz="1800" baseline="0" dirty="0">
                          <a:latin typeface="Arial" panose="020B0604020202020204" pitchFamily="34" charset="0"/>
                          <a:cs typeface="Arial" panose="020B0604020202020204" pitchFamily="34" charset="0"/>
                        </a:rPr>
                        <a:t> Description</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extLst>
                  <a:ext uri="{0D108BD9-81ED-4DB2-BD59-A6C34878D82A}">
                    <a16:rowId xmlns:a16="http://schemas.microsoft.com/office/drawing/2014/main" val="10000"/>
                  </a:ext>
                </a:extLst>
              </a:tr>
              <a:tr h="87809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r>
                        <a:rPr lang="en-US" sz="1600" b="0" i="0" kern="1200" dirty="0">
                          <a:solidFill>
                            <a:schemeClr val="dk1"/>
                          </a:solidFill>
                          <a:effectLst/>
                          <a:latin typeface="Arial" panose="020B0604020202020204" pitchFamily="34" charset="0"/>
                          <a:ea typeface="+mn-ea"/>
                          <a:cs typeface="Arial" panose="020B0604020202020204" pitchFamily="34" charset="0"/>
                        </a:rPr>
                        <a:t>Auto_Sync_vod</a:t>
                      </a:r>
                      <a:endParaRPr lang="en-US" sz="1600" dirty="0">
                        <a:latin typeface="Arial" panose="020B0604020202020204" pitchFamily="34" charset="0"/>
                        <a:cs typeface="Arial" panose="020B0604020202020204" pitchFamily="34" charset="0"/>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r>
                        <a:rPr lang="en-US" sz="1600" b="0" i="0" kern="1200" dirty="0">
                          <a:solidFill>
                            <a:schemeClr val="dk1"/>
                          </a:solidFill>
                          <a:effectLst/>
                          <a:latin typeface="Arial" panose="020B0604020202020204" pitchFamily="34" charset="0"/>
                          <a:ea typeface="+mn-ea"/>
                          <a:cs typeface="Arial" panose="020B0604020202020204" pitchFamily="34" charset="0"/>
                        </a:rPr>
                        <a:t>Number</a:t>
                      </a:r>
                      <a:endParaRPr lang="en-US" sz="1600" dirty="0">
                        <a:latin typeface="Arial" panose="020B0604020202020204" pitchFamily="34" charset="0"/>
                        <a:cs typeface="Arial" panose="020B0604020202020204" pitchFamily="34" charset="0"/>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r>
                        <a:rPr lang="en-US" sz="1600" dirty="0">
                          <a:latin typeface="Arial" panose="020B0604020202020204" pitchFamily="34" charset="0"/>
                          <a:cs typeface="Arial" panose="020B0604020202020204" pitchFamily="34" charset="0"/>
                        </a:rPr>
                        <a:t>It activates the auto-sync of submitted call data. The value is defined in Number of minutes </a:t>
                      </a:r>
                      <a:r>
                        <a:rPr lang="en-US" sz="1600" b="0" i="0" kern="1200" dirty="0">
                          <a:solidFill>
                            <a:schemeClr val="dk1"/>
                          </a:solidFill>
                          <a:effectLst/>
                          <a:latin typeface="Arial" panose="020B0604020202020204" pitchFamily="34" charset="0"/>
                          <a:ea typeface="+mn-ea"/>
                          <a:cs typeface="Arial" panose="020B0604020202020204" pitchFamily="34" charset="0"/>
                        </a:rPr>
                        <a:t>upon which the auto-sync routine will be invoked</a:t>
                      </a:r>
                      <a:endParaRPr lang="en-US" sz="1600" dirty="0">
                        <a:latin typeface="Arial" panose="020B0604020202020204" pitchFamily="34" charset="0"/>
                        <a:cs typeface="Arial" panose="020B0604020202020204" pitchFamily="34" charset="0"/>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extLst>
                  <a:ext uri="{0D108BD9-81ED-4DB2-BD59-A6C34878D82A}">
                    <a16:rowId xmlns:a16="http://schemas.microsoft.com/office/drawing/2014/main" val="10001"/>
                  </a:ext>
                </a:extLst>
              </a:tr>
              <a:tr h="747762">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r>
                        <a:rPr lang="en-US" sz="1600" b="0" i="0" kern="1200" dirty="0">
                          <a:solidFill>
                            <a:schemeClr val="dk1"/>
                          </a:solidFill>
                          <a:effectLst/>
                          <a:latin typeface="Arial" panose="020B0604020202020204" pitchFamily="34" charset="0"/>
                          <a:ea typeface="+mn-ea"/>
                          <a:cs typeface="Arial" panose="020B0604020202020204" pitchFamily="34" charset="0"/>
                        </a:rPr>
                        <a:t>Disable_MI_Sign_Button_vod</a:t>
                      </a:r>
                      <a:endParaRPr lang="en-US" sz="1600" dirty="0">
                        <a:latin typeface="Arial" panose="020B0604020202020204" pitchFamily="34" charset="0"/>
                        <a:cs typeface="Arial" panose="020B060402020202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r>
                        <a:rPr lang="en-US" sz="1600" b="0" i="0" kern="1200" dirty="0">
                          <a:solidFill>
                            <a:schemeClr val="dk1"/>
                          </a:solidFill>
                          <a:effectLst/>
                          <a:latin typeface="Arial" panose="020B0604020202020204" pitchFamily="34" charset="0"/>
                          <a:ea typeface="+mn-ea"/>
                          <a:cs typeface="Arial" panose="020B0604020202020204" pitchFamily="34" charset="0"/>
                        </a:rPr>
                        <a:t>Check box</a:t>
                      </a:r>
                      <a:endParaRPr lang="en-US" sz="1600" dirty="0">
                        <a:latin typeface="Arial" panose="020B0604020202020204" pitchFamily="34" charset="0"/>
                        <a:cs typeface="Arial" panose="020B060402020202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r>
                        <a:rPr lang="en-US" sz="1600" dirty="0">
                          <a:latin typeface="Arial" panose="020B0604020202020204" pitchFamily="34" charset="0"/>
                          <a:cs typeface="Arial" panose="020B0604020202020204" pitchFamily="34" charset="0"/>
                        </a:rPr>
                        <a:t>TRUE value disable</a:t>
                      </a:r>
                      <a:r>
                        <a:rPr lang="en-US" sz="1600" baseline="0" dirty="0">
                          <a:latin typeface="Arial" panose="020B0604020202020204" pitchFamily="34" charset="0"/>
                          <a:cs typeface="Arial" panose="020B0604020202020204" pitchFamily="34" charset="0"/>
                        </a:rPr>
                        <a:t> </a:t>
                      </a:r>
                      <a:r>
                        <a:rPr lang="en-US" sz="1600" b="0" i="0" kern="1200" dirty="0">
                          <a:solidFill>
                            <a:schemeClr val="dk1"/>
                          </a:solidFill>
                          <a:effectLst/>
                          <a:latin typeface="Arial" panose="020B0604020202020204" pitchFamily="34" charset="0"/>
                          <a:ea typeface="+mn-ea"/>
                          <a:cs typeface="Arial" panose="020B0604020202020204" pitchFamily="34" charset="0"/>
                        </a:rPr>
                        <a:t>the sign button on a medical inquiry page after a signature. FALSE enables</a:t>
                      </a:r>
                      <a:endParaRPr lang="en-US" sz="1600" dirty="0">
                        <a:latin typeface="Arial" panose="020B0604020202020204" pitchFamily="34" charset="0"/>
                        <a:cs typeface="Arial" panose="020B060402020202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extLst>
                  <a:ext uri="{0D108BD9-81ED-4DB2-BD59-A6C34878D82A}">
                    <a16:rowId xmlns:a16="http://schemas.microsoft.com/office/drawing/2014/main" val="10002"/>
                  </a:ext>
                </a:extLst>
              </a:tr>
              <a:tr h="46772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r>
                        <a:rPr lang="en-US" sz="1600" b="0" i="0" kern="1200" dirty="0">
                          <a:solidFill>
                            <a:schemeClr val="dk1"/>
                          </a:solidFill>
                          <a:effectLst/>
                          <a:latin typeface="Arial" panose="020B0604020202020204" pitchFamily="34" charset="0"/>
                          <a:ea typeface="+mn-ea"/>
                          <a:cs typeface="Arial" panose="020B0604020202020204" pitchFamily="34" charset="0"/>
                        </a:rPr>
                        <a:t>Disclaimer_MI_vod</a:t>
                      </a:r>
                      <a:endParaRPr lang="en-US" sz="1600" dirty="0">
                        <a:latin typeface="Arial" panose="020B0604020202020204" pitchFamily="34" charset="0"/>
                        <a:cs typeface="Arial" panose="020B060402020202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r>
                        <a:rPr lang="en-US" sz="1600" b="0" i="0" kern="1200" dirty="0">
                          <a:solidFill>
                            <a:schemeClr val="dk1"/>
                          </a:solidFill>
                          <a:effectLst/>
                          <a:latin typeface="Arial" panose="020B0604020202020204" pitchFamily="34" charset="0"/>
                          <a:ea typeface="+mn-ea"/>
                          <a:cs typeface="Arial" panose="020B0604020202020204" pitchFamily="34" charset="0"/>
                        </a:rPr>
                        <a:t>Text</a:t>
                      </a:r>
                      <a:endParaRPr lang="en-US" sz="1600" dirty="0">
                        <a:latin typeface="Arial" panose="020B0604020202020204" pitchFamily="34" charset="0"/>
                        <a:cs typeface="Arial" panose="020B060402020202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r>
                        <a:rPr lang="en-US" sz="1600" b="0" i="0" kern="1200" dirty="0">
                          <a:solidFill>
                            <a:schemeClr val="dk1"/>
                          </a:solidFill>
                          <a:effectLst/>
                          <a:latin typeface="Arial" panose="020B0604020202020204" pitchFamily="34" charset="0"/>
                          <a:ea typeface="+mn-ea"/>
                          <a:cs typeface="Arial" panose="020B0604020202020204" pitchFamily="34" charset="0"/>
                        </a:rPr>
                        <a:t>String used by application. Default is: Enter Disclaimer Text Here</a:t>
                      </a:r>
                      <a:endParaRPr lang="en-US" sz="1600" dirty="0">
                        <a:latin typeface="Arial" panose="020B0604020202020204" pitchFamily="34" charset="0"/>
                        <a:cs typeface="Arial" panose="020B060402020202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extLst>
                  <a:ext uri="{0D108BD9-81ED-4DB2-BD59-A6C34878D82A}">
                    <a16:rowId xmlns:a16="http://schemas.microsoft.com/office/drawing/2014/main" val="10003"/>
                  </a:ext>
                </a:extLst>
              </a:tr>
              <a:tr h="820576">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r>
                        <a:rPr lang="en-US" sz="1600" b="0" i="0" kern="1200" dirty="0">
                          <a:solidFill>
                            <a:schemeClr val="dk1"/>
                          </a:solidFill>
                          <a:effectLst/>
                          <a:latin typeface="Arial" panose="020B0604020202020204" pitchFamily="34" charset="0"/>
                          <a:ea typeface="+mn-ea"/>
                          <a:cs typeface="Arial" panose="020B0604020202020204" pitchFamily="34" charset="0"/>
                        </a:rPr>
                        <a:t>Receipt_Template_vod</a:t>
                      </a:r>
                      <a:endParaRPr lang="en-US" sz="1600" dirty="0">
                        <a:latin typeface="Arial" panose="020B0604020202020204" pitchFamily="34" charset="0"/>
                        <a:cs typeface="Arial" panose="020B060402020202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r>
                        <a:rPr lang="en-US" sz="1600" b="0" i="0" kern="1200" dirty="0">
                          <a:solidFill>
                            <a:schemeClr val="dk1"/>
                          </a:solidFill>
                          <a:effectLst/>
                          <a:latin typeface="Arial" panose="020B0604020202020204" pitchFamily="34" charset="0"/>
                          <a:ea typeface="+mn-ea"/>
                          <a:cs typeface="Arial" panose="020B0604020202020204" pitchFamily="34" charset="0"/>
                        </a:rPr>
                        <a:t>Text</a:t>
                      </a:r>
                      <a:endParaRPr lang="en-US" sz="1600" dirty="0">
                        <a:latin typeface="Arial" panose="020B0604020202020204" pitchFamily="34" charset="0"/>
                        <a:cs typeface="Arial" panose="020B060402020202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r>
                        <a:rPr lang="en-US" sz="1600" b="0" i="0" kern="1200" dirty="0">
                          <a:solidFill>
                            <a:schemeClr val="dk1"/>
                          </a:solidFill>
                          <a:effectLst/>
                          <a:latin typeface="Arial" panose="020B0604020202020204" pitchFamily="34" charset="0"/>
                          <a:ea typeface="+mn-ea"/>
                          <a:cs typeface="Arial" panose="020B0604020202020204" pitchFamily="34" charset="0"/>
                        </a:rPr>
                        <a:t>This is the html template used to print a medical inquiry receipt</a:t>
                      </a:r>
                      <a:endParaRPr lang="en-US" sz="1600" dirty="0">
                        <a:latin typeface="Arial" panose="020B0604020202020204" pitchFamily="34" charset="0"/>
                        <a:cs typeface="Arial" panose="020B060402020202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6168471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a:spLocks noGrp="1"/>
          </p:cNvSpPr>
          <p:nvPr>
            <p:ph type="sldNum" sz="quarter" idx="12"/>
          </p:nvPr>
        </p:nvSpPr>
        <p:spPr>
          <a:prstGeom prst="rect">
            <a:avLst/>
          </a:prstGeom>
        </p:spPr>
        <p:txBody>
          <a:bodyPr/>
          <a:lstStyle/>
          <a:p>
            <a:r>
              <a:rPr lang="en-US" sz="1200" dirty="0">
                <a:solidFill>
                  <a:schemeClr val="bg1"/>
                </a:solidFill>
              </a:rPr>
              <a:t>38</a:t>
            </a:r>
          </a:p>
        </p:txBody>
      </p:sp>
      <p:sp>
        <p:nvSpPr>
          <p:cNvPr id="2" name="Title 1"/>
          <p:cNvSpPr>
            <a:spLocks noGrp="1"/>
          </p:cNvSpPr>
          <p:nvPr>
            <p:ph type="title" idx="4294967295"/>
          </p:nvPr>
        </p:nvSpPr>
        <p:spPr>
          <a:xfrm>
            <a:off x="1230086" y="404386"/>
            <a:ext cx="6927850" cy="668338"/>
          </a:xfrm>
        </p:spPr>
        <p:txBody>
          <a:bodyPr vert="horz" lIns="91440" tIns="45720" rIns="91440" bIns="45720" rtlCol="0" anchor="ctr">
            <a:noAutofit/>
          </a:bodyPr>
          <a:lstStyle/>
          <a:p>
            <a:r>
              <a:rPr lang="en-US" sz="1700" dirty="0"/>
              <a:t>Check Your Understanding ... 1</a:t>
            </a:r>
          </a:p>
        </p:txBody>
      </p:sp>
      <p:graphicFrame>
        <p:nvGraphicFramePr>
          <p:cNvPr id="23" name="Diagram 22"/>
          <p:cNvGraphicFramePr/>
          <p:nvPr>
            <p:extLst>
              <p:ext uri="{D42A27DB-BD31-4B8C-83A1-F6EECF244321}">
                <p14:modId xmlns:p14="http://schemas.microsoft.com/office/powerpoint/2010/main" val="809829536"/>
              </p:ext>
            </p:extLst>
          </p:nvPr>
        </p:nvGraphicFramePr>
        <p:xfrm>
          <a:off x="1219200" y="1124700"/>
          <a:ext cx="10058400" cy="39045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Footer Placeholder 4"/>
          <p:cNvSpPr txBox="1">
            <a:spLocks/>
          </p:cNvSpPr>
          <p:nvPr/>
        </p:nvSpPr>
        <p:spPr>
          <a:xfrm>
            <a:off x="9676" y="6553200"/>
            <a:ext cx="1828800" cy="228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fontScale="55000" lnSpcReduction="20000"/>
          </a:bodyPr>
          <a:lstStyle>
            <a:lvl1pPr marL="342900" indent="-342900" algn="l" defTabSz="914400" rtl="0" eaLnBrk="1" latinLnBrk="0" hangingPunct="1">
              <a:spcBef>
                <a:spcPct val="20000"/>
              </a:spcBef>
              <a:buFont typeface="Wingdings" pitchFamily="2" charset="2"/>
              <a:buChar char="§"/>
              <a:defRPr lang="en-US" sz="2000" kern="120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Clr>
                <a:srgbClr val="FFC000"/>
              </a:buClr>
              <a:buFont typeface="Verdana"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Clr>
                <a:srgbClr val="7030A0"/>
              </a:buClr>
              <a:buFont typeface="Arial"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t>© Cognizant 2015</a:t>
            </a:r>
            <a:endParaRPr lang="en-US" dirty="0"/>
          </a:p>
        </p:txBody>
      </p:sp>
      <p:graphicFrame>
        <p:nvGraphicFramePr>
          <p:cNvPr id="7" name="Diagram 6"/>
          <p:cNvGraphicFramePr/>
          <p:nvPr>
            <p:extLst>
              <p:ext uri="{D42A27DB-BD31-4B8C-83A1-F6EECF244321}">
                <p14:modId xmlns:p14="http://schemas.microsoft.com/office/powerpoint/2010/main" val="3748375106"/>
              </p:ext>
            </p:extLst>
          </p:nvPr>
        </p:nvGraphicFramePr>
        <p:xfrm>
          <a:off x="1219200" y="5029200"/>
          <a:ext cx="10058400" cy="109024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500723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3" grpId="0">
        <p:bldAsOne/>
      </p:bldGraphic>
      <p:bldGraphic spid="7" grpId="0">
        <p:bldAsOne/>
      </p:bldGraphic>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a:spLocks noGrp="1"/>
          </p:cNvSpPr>
          <p:nvPr>
            <p:ph type="sldNum" sz="quarter" idx="12"/>
          </p:nvPr>
        </p:nvSpPr>
        <p:spPr>
          <a:prstGeom prst="rect">
            <a:avLst/>
          </a:prstGeom>
        </p:spPr>
        <p:txBody>
          <a:bodyPr/>
          <a:lstStyle/>
          <a:p>
            <a:r>
              <a:rPr lang="en-US" sz="1200" dirty="0">
                <a:solidFill>
                  <a:schemeClr val="bg1"/>
                </a:solidFill>
              </a:rPr>
              <a:t>39</a:t>
            </a:r>
          </a:p>
        </p:txBody>
      </p:sp>
      <p:sp>
        <p:nvSpPr>
          <p:cNvPr id="2" name="Title 1"/>
          <p:cNvSpPr>
            <a:spLocks noGrp="1"/>
          </p:cNvSpPr>
          <p:nvPr>
            <p:ph type="title" idx="4294967295"/>
          </p:nvPr>
        </p:nvSpPr>
        <p:spPr>
          <a:xfrm>
            <a:off x="1219200" y="937786"/>
            <a:ext cx="6927850" cy="668338"/>
          </a:xfrm>
        </p:spPr>
        <p:txBody>
          <a:bodyPr vert="horz" lIns="91440" tIns="45720" rIns="91440" bIns="45720" rtlCol="0" anchor="ctr">
            <a:noAutofit/>
          </a:bodyPr>
          <a:lstStyle/>
          <a:p>
            <a:r>
              <a:rPr lang="en-US" sz="1700" dirty="0"/>
              <a:t>Check Your Understanding ... 2</a:t>
            </a:r>
          </a:p>
        </p:txBody>
      </p:sp>
      <p:graphicFrame>
        <p:nvGraphicFramePr>
          <p:cNvPr id="23" name="Diagram 22"/>
          <p:cNvGraphicFramePr/>
          <p:nvPr>
            <p:extLst>
              <p:ext uri="{D42A27DB-BD31-4B8C-83A1-F6EECF244321}">
                <p14:modId xmlns:p14="http://schemas.microsoft.com/office/powerpoint/2010/main" val="1397672174"/>
              </p:ext>
            </p:extLst>
          </p:nvPr>
        </p:nvGraphicFramePr>
        <p:xfrm>
          <a:off x="1219200" y="1124700"/>
          <a:ext cx="10058400" cy="39045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Footer Placeholder 4"/>
          <p:cNvSpPr txBox="1">
            <a:spLocks/>
          </p:cNvSpPr>
          <p:nvPr/>
        </p:nvSpPr>
        <p:spPr>
          <a:xfrm>
            <a:off x="9676" y="6553200"/>
            <a:ext cx="1828800" cy="228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fontScale="55000" lnSpcReduction="20000"/>
          </a:bodyPr>
          <a:lstStyle>
            <a:lvl1pPr marL="342900" indent="-342900" algn="l" defTabSz="914400" rtl="0" eaLnBrk="1" latinLnBrk="0" hangingPunct="1">
              <a:spcBef>
                <a:spcPct val="20000"/>
              </a:spcBef>
              <a:buFont typeface="Wingdings" pitchFamily="2" charset="2"/>
              <a:buChar char="§"/>
              <a:defRPr lang="en-US" sz="2000" kern="120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Clr>
                <a:srgbClr val="FFC000"/>
              </a:buClr>
              <a:buFont typeface="Verdana"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Clr>
                <a:srgbClr val="7030A0"/>
              </a:buClr>
              <a:buFont typeface="Arial"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t>© Cognizant 2015</a:t>
            </a:r>
            <a:endParaRPr lang="en-US" dirty="0"/>
          </a:p>
        </p:txBody>
      </p:sp>
      <p:graphicFrame>
        <p:nvGraphicFramePr>
          <p:cNvPr id="7" name="Diagram 6"/>
          <p:cNvGraphicFramePr/>
          <p:nvPr>
            <p:extLst>
              <p:ext uri="{D42A27DB-BD31-4B8C-83A1-F6EECF244321}">
                <p14:modId xmlns:p14="http://schemas.microsoft.com/office/powerpoint/2010/main" val="1181386555"/>
              </p:ext>
            </p:extLst>
          </p:nvPr>
        </p:nvGraphicFramePr>
        <p:xfrm>
          <a:off x="1219200" y="4495800"/>
          <a:ext cx="10058400" cy="109024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19851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3" grpId="0">
        <p:bldAsOne/>
      </p:bldGraphic>
      <p:bldGraphic spid="7" grpId="0">
        <p:bldAsOne/>
      </p:bldGraphic>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a:spLocks noGrp="1"/>
          </p:cNvSpPr>
          <p:nvPr>
            <p:ph type="sldNum" sz="quarter" idx="12"/>
          </p:nvPr>
        </p:nvSpPr>
        <p:spPr>
          <a:prstGeom prst="rect">
            <a:avLst/>
          </a:prstGeom>
        </p:spPr>
        <p:txBody>
          <a:bodyPr/>
          <a:lstStyle/>
          <a:p>
            <a:r>
              <a:rPr lang="en-US" sz="1200" dirty="0">
                <a:solidFill>
                  <a:schemeClr val="bg1"/>
                </a:solidFill>
              </a:rPr>
              <a:t>40</a:t>
            </a:r>
          </a:p>
        </p:txBody>
      </p:sp>
      <p:sp>
        <p:nvSpPr>
          <p:cNvPr id="2" name="Title 1"/>
          <p:cNvSpPr>
            <a:spLocks noGrp="1"/>
          </p:cNvSpPr>
          <p:nvPr>
            <p:ph type="title" idx="4294967295"/>
          </p:nvPr>
        </p:nvSpPr>
        <p:spPr>
          <a:xfrm>
            <a:off x="1295400" y="948855"/>
            <a:ext cx="6927850" cy="668338"/>
          </a:xfrm>
        </p:spPr>
        <p:txBody>
          <a:bodyPr vert="horz" lIns="91440" tIns="45720" rIns="91440" bIns="45720" rtlCol="0" anchor="ctr">
            <a:noAutofit/>
          </a:bodyPr>
          <a:lstStyle/>
          <a:p>
            <a:r>
              <a:rPr lang="en-US" sz="1700" dirty="0"/>
              <a:t>Check Your Understanding ... 3</a:t>
            </a:r>
          </a:p>
        </p:txBody>
      </p:sp>
      <p:graphicFrame>
        <p:nvGraphicFramePr>
          <p:cNvPr id="23" name="Diagram 22"/>
          <p:cNvGraphicFramePr/>
          <p:nvPr>
            <p:extLst>
              <p:ext uri="{D42A27DB-BD31-4B8C-83A1-F6EECF244321}">
                <p14:modId xmlns:p14="http://schemas.microsoft.com/office/powerpoint/2010/main" val="1628019064"/>
              </p:ext>
            </p:extLst>
          </p:nvPr>
        </p:nvGraphicFramePr>
        <p:xfrm>
          <a:off x="1219200" y="1124700"/>
          <a:ext cx="10058400" cy="39045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Footer Placeholder 4"/>
          <p:cNvSpPr txBox="1">
            <a:spLocks/>
          </p:cNvSpPr>
          <p:nvPr/>
        </p:nvSpPr>
        <p:spPr>
          <a:xfrm>
            <a:off x="9676" y="6553200"/>
            <a:ext cx="1828800" cy="228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fontScale="55000" lnSpcReduction="20000"/>
          </a:bodyPr>
          <a:lstStyle>
            <a:lvl1pPr marL="342900" indent="-342900" algn="l" defTabSz="914400" rtl="0" eaLnBrk="1" latinLnBrk="0" hangingPunct="1">
              <a:spcBef>
                <a:spcPct val="20000"/>
              </a:spcBef>
              <a:buFont typeface="Wingdings" pitchFamily="2" charset="2"/>
              <a:buChar char="§"/>
              <a:defRPr lang="en-US" sz="2000" kern="120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Clr>
                <a:srgbClr val="FFC000"/>
              </a:buClr>
              <a:buFont typeface="Verdana"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Clr>
                <a:srgbClr val="7030A0"/>
              </a:buClr>
              <a:buFont typeface="Arial"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t>© Cognizant 2015</a:t>
            </a:r>
            <a:endParaRPr lang="en-US" dirty="0"/>
          </a:p>
        </p:txBody>
      </p:sp>
      <p:graphicFrame>
        <p:nvGraphicFramePr>
          <p:cNvPr id="7" name="Diagram 6"/>
          <p:cNvGraphicFramePr/>
          <p:nvPr>
            <p:extLst>
              <p:ext uri="{D42A27DB-BD31-4B8C-83A1-F6EECF244321}">
                <p14:modId xmlns:p14="http://schemas.microsoft.com/office/powerpoint/2010/main" val="481530445"/>
              </p:ext>
            </p:extLst>
          </p:nvPr>
        </p:nvGraphicFramePr>
        <p:xfrm>
          <a:off x="1219200" y="4114800"/>
          <a:ext cx="10058400" cy="109024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257573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3" grpId="0">
        <p:bldAsOne/>
      </p:bldGraphic>
      <p:bldGraphic spid="7" grpId="0">
        <p:bldAsOne/>
      </p:bldGraphic>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a:spLocks noGrp="1"/>
          </p:cNvSpPr>
          <p:nvPr>
            <p:ph type="sldNum" sz="quarter" idx="12"/>
          </p:nvPr>
        </p:nvSpPr>
        <p:spPr>
          <a:prstGeom prst="rect">
            <a:avLst/>
          </a:prstGeom>
        </p:spPr>
        <p:txBody>
          <a:bodyPr/>
          <a:lstStyle/>
          <a:p>
            <a:r>
              <a:rPr lang="en-US" sz="1200" dirty="0">
                <a:solidFill>
                  <a:schemeClr val="bg1"/>
                </a:solidFill>
              </a:rPr>
              <a:t>41</a:t>
            </a:r>
          </a:p>
        </p:txBody>
      </p:sp>
      <p:sp>
        <p:nvSpPr>
          <p:cNvPr id="2" name="Title 1"/>
          <p:cNvSpPr>
            <a:spLocks noGrp="1"/>
          </p:cNvSpPr>
          <p:nvPr>
            <p:ph type="title" idx="4294967295"/>
          </p:nvPr>
        </p:nvSpPr>
        <p:spPr>
          <a:xfrm>
            <a:off x="1186543" y="656637"/>
            <a:ext cx="6927850" cy="668338"/>
          </a:xfrm>
        </p:spPr>
        <p:txBody>
          <a:bodyPr vert="horz" lIns="91440" tIns="45720" rIns="91440" bIns="45720" rtlCol="0" anchor="ctr">
            <a:noAutofit/>
          </a:bodyPr>
          <a:lstStyle/>
          <a:p>
            <a:r>
              <a:rPr lang="en-US" sz="1700" dirty="0"/>
              <a:t>Check Your Understanding ... 4</a:t>
            </a:r>
          </a:p>
        </p:txBody>
      </p:sp>
      <p:graphicFrame>
        <p:nvGraphicFramePr>
          <p:cNvPr id="23" name="Diagram 22"/>
          <p:cNvGraphicFramePr/>
          <p:nvPr>
            <p:extLst>
              <p:ext uri="{D42A27DB-BD31-4B8C-83A1-F6EECF244321}">
                <p14:modId xmlns:p14="http://schemas.microsoft.com/office/powerpoint/2010/main" val="318577934"/>
              </p:ext>
            </p:extLst>
          </p:nvPr>
        </p:nvGraphicFramePr>
        <p:xfrm>
          <a:off x="1219200" y="1124700"/>
          <a:ext cx="10058400" cy="39045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Footer Placeholder 4"/>
          <p:cNvSpPr txBox="1">
            <a:spLocks/>
          </p:cNvSpPr>
          <p:nvPr/>
        </p:nvSpPr>
        <p:spPr>
          <a:xfrm>
            <a:off x="9676" y="6553200"/>
            <a:ext cx="1828800" cy="228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fontScale="55000" lnSpcReduction="20000"/>
          </a:bodyPr>
          <a:lstStyle>
            <a:lvl1pPr marL="342900" indent="-342900" algn="l" defTabSz="914400" rtl="0" eaLnBrk="1" latinLnBrk="0" hangingPunct="1">
              <a:spcBef>
                <a:spcPct val="20000"/>
              </a:spcBef>
              <a:buFont typeface="Wingdings" pitchFamily="2" charset="2"/>
              <a:buChar char="§"/>
              <a:defRPr lang="en-US" sz="2000" kern="120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Clr>
                <a:srgbClr val="FFC000"/>
              </a:buClr>
              <a:buFont typeface="Verdana"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Clr>
                <a:srgbClr val="7030A0"/>
              </a:buClr>
              <a:buFont typeface="Arial"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t>© Cognizant 2015</a:t>
            </a:r>
            <a:endParaRPr lang="en-US" dirty="0"/>
          </a:p>
        </p:txBody>
      </p:sp>
      <p:graphicFrame>
        <p:nvGraphicFramePr>
          <p:cNvPr id="7" name="Diagram 6"/>
          <p:cNvGraphicFramePr/>
          <p:nvPr>
            <p:extLst>
              <p:ext uri="{D42A27DB-BD31-4B8C-83A1-F6EECF244321}">
                <p14:modId xmlns:p14="http://schemas.microsoft.com/office/powerpoint/2010/main" val="3088760931"/>
              </p:ext>
            </p:extLst>
          </p:nvPr>
        </p:nvGraphicFramePr>
        <p:xfrm>
          <a:off x="1219200" y="4114800"/>
          <a:ext cx="10058400" cy="109024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839577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3" grpId="0">
        <p:bldAsOne/>
      </p:bldGraphic>
      <p:bldGraphic spid="7" grpId="0">
        <p:bldAsOne/>
      </p:bldGraphic>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a:spLocks noGrp="1"/>
          </p:cNvSpPr>
          <p:nvPr>
            <p:ph type="sldNum" sz="quarter" idx="12"/>
          </p:nvPr>
        </p:nvSpPr>
        <p:spPr>
          <a:prstGeom prst="rect">
            <a:avLst/>
          </a:prstGeom>
        </p:spPr>
        <p:txBody>
          <a:bodyPr/>
          <a:lstStyle/>
          <a:p>
            <a:r>
              <a:rPr lang="en-US" dirty="0"/>
              <a:t>42</a:t>
            </a:r>
            <a:endParaRPr lang="en-US" sz="1200" dirty="0">
              <a:solidFill>
                <a:schemeClr val="bg1"/>
              </a:solidFill>
            </a:endParaRPr>
          </a:p>
        </p:txBody>
      </p:sp>
      <p:sp>
        <p:nvSpPr>
          <p:cNvPr id="2" name="Title 1"/>
          <p:cNvSpPr>
            <a:spLocks noGrp="1"/>
          </p:cNvSpPr>
          <p:nvPr>
            <p:ph type="title" idx="4294967295"/>
          </p:nvPr>
        </p:nvSpPr>
        <p:spPr>
          <a:xfrm>
            <a:off x="1295400" y="614686"/>
            <a:ext cx="6927850" cy="668338"/>
          </a:xfrm>
        </p:spPr>
        <p:txBody>
          <a:bodyPr vert="horz" lIns="91440" tIns="45720" rIns="91440" bIns="45720" rtlCol="0" anchor="ctr">
            <a:noAutofit/>
          </a:bodyPr>
          <a:lstStyle/>
          <a:p>
            <a:r>
              <a:rPr lang="en-US" sz="1700" dirty="0"/>
              <a:t>Check Your Understanding ... 5</a:t>
            </a:r>
          </a:p>
        </p:txBody>
      </p:sp>
      <p:graphicFrame>
        <p:nvGraphicFramePr>
          <p:cNvPr id="23" name="Diagram 22"/>
          <p:cNvGraphicFramePr/>
          <p:nvPr>
            <p:extLst>
              <p:ext uri="{D42A27DB-BD31-4B8C-83A1-F6EECF244321}">
                <p14:modId xmlns:p14="http://schemas.microsoft.com/office/powerpoint/2010/main" val="1925183924"/>
              </p:ext>
            </p:extLst>
          </p:nvPr>
        </p:nvGraphicFramePr>
        <p:xfrm>
          <a:off x="1219200" y="1124700"/>
          <a:ext cx="10058400" cy="39045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Footer Placeholder 4"/>
          <p:cNvSpPr txBox="1">
            <a:spLocks/>
          </p:cNvSpPr>
          <p:nvPr/>
        </p:nvSpPr>
        <p:spPr>
          <a:xfrm>
            <a:off x="9676" y="6553200"/>
            <a:ext cx="1828800" cy="228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fontScale="55000" lnSpcReduction="20000"/>
          </a:bodyPr>
          <a:lstStyle>
            <a:lvl1pPr marL="342900" indent="-342900" algn="l" defTabSz="914400" rtl="0" eaLnBrk="1" latinLnBrk="0" hangingPunct="1">
              <a:spcBef>
                <a:spcPct val="20000"/>
              </a:spcBef>
              <a:buFont typeface="Wingdings" pitchFamily="2" charset="2"/>
              <a:buChar char="§"/>
              <a:defRPr lang="en-US" sz="2000" kern="120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Clr>
                <a:srgbClr val="FFC000"/>
              </a:buClr>
              <a:buFont typeface="Verdana"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Clr>
                <a:srgbClr val="7030A0"/>
              </a:buClr>
              <a:buFont typeface="Arial"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t>© Cognizant 2015</a:t>
            </a:r>
            <a:endParaRPr lang="en-US" dirty="0"/>
          </a:p>
        </p:txBody>
      </p:sp>
      <p:graphicFrame>
        <p:nvGraphicFramePr>
          <p:cNvPr id="7" name="Diagram 6"/>
          <p:cNvGraphicFramePr/>
          <p:nvPr>
            <p:extLst>
              <p:ext uri="{D42A27DB-BD31-4B8C-83A1-F6EECF244321}">
                <p14:modId xmlns:p14="http://schemas.microsoft.com/office/powerpoint/2010/main" val="2546096043"/>
              </p:ext>
            </p:extLst>
          </p:nvPr>
        </p:nvGraphicFramePr>
        <p:xfrm>
          <a:off x="1219200" y="4114800"/>
          <a:ext cx="10058400" cy="109024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504401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3" grpId="0">
        <p:bldAsOne/>
      </p:bldGraphic>
      <p:bldGraphic spid="7" grpId="0">
        <p:bldAsOne/>
      </p:bldGraphic>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 Cognizant 2015</a:t>
            </a:r>
            <a:endParaRPr lang="en-US" dirty="0"/>
          </a:p>
        </p:txBody>
      </p:sp>
      <p:sp>
        <p:nvSpPr>
          <p:cNvPr id="5" name="Slide Number Placeholder 4"/>
          <p:cNvSpPr>
            <a:spLocks noGrp="1"/>
          </p:cNvSpPr>
          <p:nvPr>
            <p:ph type="sldNum" sz="quarter" idx="12"/>
          </p:nvPr>
        </p:nvSpPr>
        <p:spPr/>
        <p:txBody>
          <a:bodyPr/>
          <a:lstStyle/>
          <a:p>
            <a:fld id="{E7AF38FF-B38D-4060-8B8D-2D16AAFBAAC1}" type="slidenum">
              <a:rPr lang="en-US" smtClean="0"/>
              <a:pPr/>
              <a:t>43</a:t>
            </a:fld>
            <a:endParaRPr lang="en-US"/>
          </a:p>
        </p:txBody>
      </p:sp>
      <p:sp>
        <p:nvSpPr>
          <p:cNvPr id="2" name="Title 1"/>
          <p:cNvSpPr>
            <a:spLocks noGrp="1"/>
          </p:cNvSpPr>
          <p:nvPr>
            <p:ph type="title" idx="4294967295"/>
          </p:nvPr>
        </p:nvSpPr>
        <p:spPr>
          <a:xfrm>
            <a:off x="692150" y="613645"/>
            <a:ext cx="10807700" cy="369887"/>
          </a:xfrm>
        </p:spPr>
        <p:txBody>
          <a:bodyPr vert="horz" lIns="91440" tIns="45720" rIns="91440" bIns="45720" rtlCol="0" anchor="ctr">
            <a:noAutofit/>
          </a:bodyPr>
          <a:lstStyle/>
          <a:p>
            <a:r>
              <a:rPr lang="en-US" sz="1700" dirty="0"/>
              <a:t>Summary</a:t>
            </a:r>
          </a:p>
        </p:txBody>
      </p:sp>
      <p:sp>
        <p:nvSpPr>
          <p:cNvPr id="3" name="Content Placeholder 2"/>
          <p:cNvSpPr>
            <a:spLocks noGrp="1"/>
          </p:cNvSpPr>
          <p:nvPr>
            <p:ph idx="4294967295"/>
          </p:nvPr>
        </p:nvSpPr>
        <p:spPr>
          <a:xfrm>
            <a:off x="898198" y="1208088"/>
            <a:ext cx="10718800" cy="5649912"/>
          </a:xfrm>
        </p:spPr>
        <p:txBody>
          <a:bodyPr/>
          <a:lstStyle/>
          <a:p>
            <a:r>
              <a:rPr lang="en-US" altLang="ja-JP" dirty="0">
                <a:solidFill>
                  <a:schemeClr val="tx1"/>
                </a:solidFill>
              </a:rPr>
              <a:t>In this module, you have learnt to:</a:t>
            </a:r>
          </a:p>
          <a:p>
            <a:endParaRPr lang="en-US" sz="1800" dirty="0">
              <a:solidFill>
                <a:schemeClr val="tx1"/>
              </a:solidFill>
            </a:endParaRPr>
          </a:p>
          <a:p>
            <a:pPr lvl="1"/>
            <a:r>
              <a:rPr lang="en-US" dirty="0">
                <a:solidFill>
                  <a:schemeClr val="tx1"/>
                </a:solidFill>
              </a:rPr>
              <a:t>Describe Medical Inquiries life cycle</a:t>
            </a:r>
          </a:p>
          <a:p>
            <a:pPr lvl="1"/>
            <a:r>
              <a:rPr lang="en-US" dirty="0">
                <a:solidFill>
                  <a:schemeClr val="tx1"/>
                </a:solidFill>
              </a:rPr>
              <a:t>Define the components of Medical Inquiry</a:t>
            </a:r>
          </a:p>
          <a:p>
            <a:pPr lvl="1"/>
            <a:r>
              <a:rPr lang="en-US" dirty="0">
                <a:solidFill>
                  <a:schemeClr val="tx1"/>
                </a:solidFill>
              </a:rPr>
              <a:t>Configure various components of Medical Inquiry module</a:t>
            </a:r>
          </a:p>
          <a:p>
            <a:pPr lvl="1"/>
            <a:r>
              <a:rPr lang="en-US" dirty="0">
                <a:solidFill>
                  <a:schemeClr val="tx1"/>
                </a:solidFill>
              </a:rPr>
              <a:t>Configure Medical Inquiry module for multiple Product inquiries</a:t>
            </a:r>
          </a:p>
        </p:txBody>
      </p:sp>
      <p:sp>
        <p:nvSpPr>
          <p:cNvPr id="8" name="Rectangle 7"/>
          <p:cNvSpPr/>
          <p:nvPr/>
        </p:nvSpPr>
        <p:spPr>
          <a:xfrm>
            <a:off x="7613150" y="2194592"/>
            <a:ext cx="3602254" cy="2468814"/>
          </a:xfrm>
          <a:prstGeom prst="rect">
            <a:avLst/>
          </a:prstGeom>
          <a:solidFill>
            <a:srgbClr val="81D8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 name="Picture 2" descr="D:\Images\Images\Objective\shutterstock_128202194.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96200" y="2283391"/>
            <a:ext cx="3436154" cy="22912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97317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Cognizant 2015</a:t>
            </a:r>
            <a:endParaRPr lang="en-US" dirty="0"/>
          </a:p>
        </p:txBody>
      </p:sp>
      <p:sp>
        <p:nvSpPr>
          <p:cNvPr id="4" name="Slide Number Placeholder 3"/>
          <p:cNvSpPr>
            <a:spLocks noGrp="1"/>
          </p:cNvSpPr>
          <p:nvPr>
            <p:ph type="sldNum" sz="quarter" idx="12"/>
          </p:nvPr>
        </p:nvSpPr>
        <p:spPr/>
        <p:txBody>
          <a:bodyPr/>
          <a:lstStyle/>
          <a:p>
            <a:fld id="{47ED8886-DB3B-44F4-9A80-E6A224679F20}" type="slidenum">
              <a:rPr lang="en-US" smtClean="0"/>
              <a:pPr/>
              <a:t>44</a:t>
            </a:fld>
            <a:endParaRPr lang="en-US" dirty="0"/>
          </a:p>
        </p:txBody>
      </p:sp>
      <p:sp>
        <p:nvSpPr>
          <p:cNvPr id="3" name="Title 2"/>
          <p:cNvSpPr>
            <a:spLocks noGrp="1"/>
          </p:cNvSpPr>
          <p:nvPr>
            <p:ph type="title" idx="4294967295"/>
          </p:nvPr>
        </p:nvSpPr>
        <p:spPr>
          <a:xfrm>
            <a:off x="834825" y="575354"/>
            <a:ext cx="10807700" cy="369887"/>
          </a:xfrm>
        </p:spPr>
        <p:txBody>
          <a:bodyPr vert="horz" lIns="91440" tIns="45720" rIns="91440" bIns="45720" rtlCol="0" anchor="ctr">
            <a:noAutofit/>
          </a:bodyPr>
          <a:lstStyle/>
          <a:p>
            <a:r>
              <a:rPr lang="en-US" sz="1700" dirty="0"/>
              <a:t>Source</a:t>
            </a:r>
          </a:p>
        </p:txBody>
      </p:sp>
      <p:sp>
        <p:nvSpPr>
          <p:cNvPr id="2" name="Content Placeholder 1"/>
          <p:cNvSpPr>
            <a:spLocks noGrp="1"/>
          </p:cNvSpPr>
          <p:nvPr>
            <p:ph idx="4294967295"/>
          </p:nvPr>
        </p:nvSpPr>
        <p:spPr>
          <a:xfrm>
            <a:off x="990600" y="1112859"/>
            <a:ext cx="6564313" cy="4983163"/>
          </a:xfrm>
        </p:spPr>
        <p:txBody>
          <a:bodyPr/>
          <a:lstStyle/>
          <a:p>
            <a:pPr>
              <a:defRPr/>
            </a:pPr>
            <a:r>
              <a:rPr lang="en-US" dirty="0">
                <a:hlinkClick r:id="rId2"/>
              </a:rPr>
              <a:t>https://crmhelp.VEEVA.com/doc/Content/Home.htm</a:t>
            </a:r>
            <a:endParaRPr lang="en-US" dirty="0"/>
          </a:p>
          <a:p>
            <a:pPr>
              <a:defRPr/>
            </a:pPr>
            <a:r>
              <a:rPr lang="en-US" dirty="0">
                <a:hlinkClick r:id="rId3"/>
              </a:rPr>
              <a:t>https://trailhead.salesforce.com/en/home</a:t>
            </a:r>
            <a:endParaRPr lang="en-US" dirty="0"/>
          </a:p>
          <a:p>
            <a:pPr>
              <a:defRPr/>
            </a:pPr>
            <a:endParaRPr lang="en-US" dirty="0"/>
          </a:p>
        </p:txBody>
      </p:sp>
      <p:sp>
        <p:nvSpPr>
          <p:cNvPr id="7" name="Text Box 4"/>
          <p:cNvSpPr txBox="1">
            <a:spLocks noChangeArrowheads="1"/>
          </p:cNvSpPr>
          <p:nvPr/>
        </p:nvSpPr>
        <p:spPr bwMode="auto">
          <a:xfrm>
            <a:off x="1001486" y="4798220"/>
            <a:ext cx="8458200" cy="830997"/>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a:spAutoFit/>
          </a:bodyPr>
          <a:lstStyle>
            <a:defPPr>
              <a:defRPr lang="en-US"/>
            </a:defPPr>
            <a:lvl1pPr eaLnBrk="0" hangingPunct="0">
              <a:defRPr sz="1200" b="1">
                <a:solidFill>
                  <a:schemeClr val="tx2">
                    <a:lumMod val="50000"/>
                  </a:schemeClr>
                </a:solidFill>
                <a:latin typeface="Arial Unicode MS" pitchFamily="34" charset="-128"/>
                <a:ea typeface="Arial Unicode MS" pitchFamily="34" charset="-128"/>
                <a:cs typeface="Arial Unicode MS" pitchFamily="34" charset="-128"/>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t>Disclaimer: </a:t>
            </a:r>
            <a:r>
              <a:rPr lang="en-US" b="0" dirty="0"/>
              <a:t>Parts of the content of this course is based on the materials available from the Web sites and books listed above. The materials that can be accessed from linked sites are not maintained by Cognizant Academy and we are not responsible for the contents thereof. All trademarks, service marks, and trade names in this course are the marks of the respective owner(s).</a:t>
            </a:r>
          </a:p>
        </p:txBody>
      </p:sp>
      <p:pic>
        <p:nvPicPr>
          <p:cNvPr id="1026" name="Picture 2" descr="D:\Images\Images\source\shutterstock_4246789.jpg"/>
          <p:cNvPicPr>
            <a:picLocks noChangeAspect="1" noChangeArrowheads="1"/>
          </p:cNvPicPr>
          <p:nvPr/>
        </p:nvPicPr>
        <p:blipFill>
          <a:blip r:embed="rId4" cstate="print">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429000" y="1607831"/>
            <a:ext cx="3048000" cy="304800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20458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solidFill>
                  <a:prstClr val="white"/>
                </a:solidFill>
              </a:rPr>
              <a:pPr/>
              <a:t>45</a:t>
            </a:fld>
            <a:endParaRPr lang="en-US" dirty="0">
              <a:solidFill>
                <a:prstClr val="white"/>
              </a:solidFill>
            </a:endParaRPr>
          </a:p>
        </p:txBody>
      </p:sp>
      <p:sp>
        <p:nvSpPr>
          <p:cNvPr id="3" name="Content Placeholder 2"/>
          <p:cNvSpPr>
            <a:spLocks noGrp="1"/>
          </p:cNvSpPr>
          <p:nvPr>
            <p:ph sz="quarter" idx="4294967295"/>
          </p:nvPr>
        </p:nvSpPr>
        <p:spPr>
          <a:xfrm>
            <a:off x="798412" y="990600"/>
            <a:ext cx="9717088" cy="4129088"/>
          </a:xfrm>
        </p:spPr>
        <p:txBody>
          <a:bodyPr>
            <a:normAutofit/>
          </a:bodyPr>
          <a:lstStyle/>
          <a:p>
            <a:pPr marL="0" indent="0">
              <a:buNone/>
            </a:pPr>
            <a:r>
              <a:rPr lang="en-US" b="1" dirty="0">
                <a:solidFill>
                  <a:schemeClr val="tx1"/>
                </a:solidFill>
              </a:rPr>
              <a:t>In the upcoming module - </a:t>
            </a:r>
            <a:r>
              <a:rPr lang="en-US" b="1" i="1" dirty="0">
                <a:solidFill>
                  <a:schemeClr val="tx1"/>
                </a:solidFill>
              </a:rPr>
              <a:t>Call Management Configuration, </a:t>
            </a:r>
            <a:r>
              <a:rPr lang="en-US" b="1" dirty="0">
                <a:solidFill>
                  <a:schemeClr val="tx1"/>
                </a:solidFill>
              </a:rPr>
              <a:t>you will learn about: </a:t>
            </a:r>
          </a:p>
          <a:p>
            <a:pPr marL="0" indent="0">
              <a:buNone/>
            </a:pPr>
            <a:endParaRPr lang="en-US" dirty="0">
              <a:solidFill>
                <a:schemeClr val="tx1"/>
              </a:solidFill>
            </a:endParaRPr>
          </a:p>
          <a:p>
            <a:pPr lvl="1">
              <a:buClrTx/>
              <a:buFont typeface="Arial" panose="020B0604020202020204" pitchFamily="34" charset="0"/>
              <a:buChar char="-"/>
            </a:pPr>
            <a:r>
              <a:rPr lang="en-US" altLang="ja-JP" sz="2000" dirty="0">
                <a:solidFill>
                  <a:schemeClr val="tx1"/>
                </a:solidFill>
              </a:rPr>
              <a:t>Call Data Model</a:t>
            </a:r>
          </a:p>
          <a:p>
            <a:pPr lvl="1">
              <a:buClrTx/>
              <a:buFont typeface="Arial" panose="020B0604020202020204" pitchFamily="34" charset="0"/>
              <a:buChar char="-"/>
            </a:pPr>
            <a:r>
              <a:rPr lang="en-US" altLang="ja-JP" sz="2000" dirty="0">
                <a:solidFill>
                  <a:schemeClr val="tx1"/>
                </a:solidFill>
              </a:rPr>
              <a:t>Marker Fields and Section Signals</a:t>
            </a:r>
          </a:p>
          <a:p>
            <a:pPr lvl="1">
              <a:buClrTx/>
              <a:buFont typeface="Arial" panose="020B0604020202020204" pitchFamily="34" charset="0"/>
              <a:buChar char="-"/>
            </a:pPr>
            <a:r>
              <a:rPr lang="en-US" altLang="ja-JP" sz="2000" dirty="0">
                <a:solidFill>
                  <a:schemeClr val="tx1"/>
                </a:solidFill>
              </a:rPr>
              <a:t>Call page layout sections including:</a:t>
            </a:r>
          </a:p>
          <a:p>
            <a:pPr lvl="3">
              <a:buFont typeface="Arial" panose="020B0604020202020204" pitchFamily="34" charset="0"/>
              <a:buChar char="•"/>
            </a:pPr>
            <a:r>
              <a:rPr lang="en-US" altLang="ja-JP" sz="1800" dirty="0">
                <a:solidFill>
                  <a:schemeClr val="tx1"/>
                </a:solidFill>
              </a:rPr>
              <a:t>Call Attendees</a:t>
            </a:r>
          </a:p>
          <a:p>
            <a:pPr lvl="3">
              <a:buFont typeface="Arial" panose="020B0604020202020204" pitchFamily="34" charset="0"/>
              <a:buChar char="•"/>
            </a:pPr>
            <a:r>
              <a:rPr lang="en-US" altLang="ja-JP" sz="1800" dirty="0">
                <a:solidFill>
                  <a:schemeClr val="tx1"/>
                </a:solidFill>
              </a:rPr>
              <a:t>Product Details</a:t>
            </a:r>
          </a:p>
          <a:p>
            <a:pPr lvl="3">
              <a:buFont typeface="Arial" panose="020B0604020202020204" pitchFamily="34" charset="0"/>
              <a:buChar char="•"/>
            </a:pPr>
            <a:r>
              <a:rPr lang="en-US" altLang="ja-JP" sz="1800" dirty="0">
                <a:solidFill>
                  <a:schemeClr val="tx1"/>
                </a:solidFill>
              </a:rPr>
              <a:t>Key Messages</a:t>
            </a:r>
          </a:p>
          <a:p>
            <a:pPr lvl="3">
              <a:buFont typeface="Arial" panose="020B0604020202020204" pitchFamily="34" charset="0"/>
              <a:buChar char="•"/>
            </a:pPr>
            <a:r>
              <a:rPr lang="en-US" altLang="ja-JP" sz="1800" dirty="0">
                <a:solidFill>
                  <a:schemeClr val="tx1"/>
                </a:solidFill>
              </a:rPr>
              <a:t>Pre and Post Call Notes</a:t>
            </a:r>
          </a:p>
          <a:p>
            <a:pPr lvl="1">
              <a:buClrTx/>
              <a:buFont typeface="Arial" panose="020B0604020202020204" pitchFamily="34" charset="0"/>
              <a:buChar char="-"/>
            </a:pPr>
            <a:r>
              <a:rPr lang="en-US" altLang="ja-JP" sz="2000" dirty="0">
                <a:solidFill>
                  <a:schemeClr val="tx1"/>
                </a:solidFill>
              </a:rPr>
              <a:t>Configuration of call page layout assignment</a:t>
            </a:r>
          </a:p>
          <a:p>
            <a:pPr lvl="1">
              <a:buClrTx/>
              <a:buFont typeface="Arial" panose="020B0604020202020204" pitchFamily="34" charset="0"/>
              <a:buChar char="-"/>
            </a:pPr>
            <a:r>
              <a:rPr lang="en-US" altLang="ja-JP" sz="2000" dirty="0">
                <a:solidFill>
                  <a:schemeClr val="tx1"/>
                </a:solidFill>
              </a:rPr>
              <a:t>Restrict and default Call types by Account record types</a:t>
            </a:r>
            <a:endParaRPr lang="en-US" sz="2000" dirty="0">
              <a:solidFill>
                <a:schemeClr val="tx1"/>
              </a:solidFill>
            </a:endParaRPr>
          </a:p>
        </p:txBody>
      </p:sp>
      <p:sp>
        <p:nvSpPr>
          <p:cNvPr id="2" name="TextBox 1"/>
          <p:cNvSpPr txBox="1"/>
          <p:nvPr/>
        </p:nvSpPr>
        <p:spPr>
          <a:xfrm>
            <a:off x="3124200" y="0"/>
            <a:ext cx="5715000" cy="553998"/>
          </a:xfrm>
          <a:prstGeom prst="rect">
            <a:avLst/>
          </a:prstGeom>
        </p:spPr>
        <p:txBody>
          <a:bodyPr vert="horz" lIns="91440" tIns="45720" rIns="91440" bIns="45720" rtlCol="0" anchor="ctr">
            <a:noAutofit/>
          </a:bodyPr>
          <a:lstStyle>
            <a:lvl1pPr>
              <a:spcBef>
                <a:spcPct val="0"/>
              </a:spcBef>
              <a:buNone/>
              <a:defRPr lang="en-US" sz="1700" b="0" dirty="0" smtClean="0">
                <a:solidFill>
                  <a:schemeClr val="bg1"/>
                </a:solidFill>
                <a:latin typeface="Arial Rounded MT Bold" pitchFamily="34" charset="0"/>
              </a:defRPr>
            </a:lvl1pPr>
          </a:lstStyle>
          <a:p>
            <a:r>
              <a:rPr lang="en-US" dirty="0"/>
              <a:t>Coming Next ... </a:t>
            </a:r>
          </a:p>
        </p:txBody>
      </p:sp>
      <p:sp>
        <p:nvSpPr>
          <p:cNvPr id="5" name="Footer Placeholder 3"/>
          <p:cNvSpPr txBox="1">
            <a:spLocks/>
          </p:cNvSpPr>
          <p:nvPr/>
        </p:nvSpPr>
        <p:spPr>
          <a:xfrm>
            <a:off x="9676" y="6553200"/>
            <a:ext cx="1828800" cy="228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fontScale="55000" lnSpcReduction="20000"/>
          </a:bodyPr>
          <a:lstStyle>
            <a:lvl1pPr marL="342900" indent="-342900" algn="l" defTabSz="914400" rtl="0" eaLnBrk="1" latinLnBrk="0" hangingPunct="1">
              <a:spcBef>
                <a:spcPct val="20000"/>
              </a:spcBef>
              <a:buFont typeface="Wingdings" pitchFamily="2" charset="2"/>
              <a:buChar char="§"/>
              <a:defRPr lang="en-US" sz="2000" kern="120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Clr>
                <a:srgbClr val="FFC000"/>
              </a:buClr>
              <a:buFont typeface="Verdana"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Clr>
                <a:srgbClr val="7030A0"/>
              </a:buClr>
              <a:buFont typeface="Arial"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t>© Cognizant 2015</a:t>
            </a:r>
            <a:endParaRPr lang="en-US" dirty="0"/>
          </a:p>
        </p:txBody>
      </p:sp>
      <p:sp>
        <p:nvSpPr>
          <p:cNvPr id="6" name="Slide Number Placeholder 3"/>
          <p:cNvSpPr txBox="1">
            <a:spLocks/>
          </p:cNvSpPr>
          <p:nvPr/>
        </p:nvSpPr>
        <p:spPr>
          <a:xfrm>
            <a:off x="11887200" y="6629403"/>
            <a:ext cx="711195" cy="228597"/>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schemeClr val="bg1"/>
                </a:solidFill>
              </a:rPr>
              <a:t>45</a:t>
            </a:r>
            <a:endParaRPr lang="en-US" sz="2000" dirty="0">
              <a:solidFill>
                <a:schemeClr val="bg1"/>
              </a:solidFill>
            </a:endParaRPr>
          </a:p>
        </p:txBody>
      </p:sp>
    </p:spTree>
    <p:extLst>
      <p:ext uri="{BB962C8B-B14F-4D97-AF65-F5344CB8AC3E}">
        <p14:creationId xmlns:p14="http://schemas.microsoft.com/office/powerpoint/2010/main" val="31562160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0" y="4987214"/>
            <a:ext cx="5250543" cy="13353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65088" lvl="1"/>
            <a:r>
              <a:rPr lang="en-US" sz="2400" dirty="0">
                <a:solidFill>
                  <a:schemeClr val="tx1">
                    <a:lumMod val="75000"/>
                    <a:lumOff val="25000"/>
                  </a:schemeClr>
                </a:solidFill>
                <a:latin typeface="Arial Rounded MT Bold" pitchFamily="34" charset="0"/>
              </a:rPr>
              <a:t>You have successfully completed</a:t>
            </a:r>
          </a:p>
          <a:p>
            <a:pPr marL="231775" lvl="1"/>
            <a:r>
              <a:rPr lang="en-US" sz="2800" b="1" dirty="0">
                <a:solidFill>
                  <a:srgbClr val="00718F"/>
                </a:solidFill>
                <a:latin typeface="Arial" panose="020B0604020202020204" pitchFamily="34" charset="0"/>
                <a:cs typeface="Arial" panose="020B0604020202020204" pitchFamily="34" charset="0"/>
              </a:rPr>
              <a:t>VEEVA Medical Inquiries</a:t>
            </a:r>
          </a:p>
        </p:txBody>
      </p:sp>
      <p:sp>
        <p:nvSpPr>
          <p:cNvPr id="6" name="Title 5">
            <a:extLst>
              <a:ext uri="{FF2B5EF4-FFF2-40B4-BE49-F238E27FC236}">
                <a16:creationId xmlns:a16="http://schemas.microsoft.com/office/drawing/2014/main" id="{257C88A9-2D6F-F260-B843-E088A2166C3D}"/>
              </a:ext>
            </a:extLst>
          </p:cNvPr>
          <p:cNvSpPr>
            <a:spLocks noGrp="1"/>
          </p:cNvSpPr>
          <p:nvPr>
            <p:ph type="ctrTitle"/>
          </p:nvPr>
        </p:nvSpPr>
        <p:spPr/>
        <p:txBody>
          <a:bodyPr/>
          <a:lstStyle/>
          <a:p>
            <a:r>
              <a:rPr lang="en-US"/>
              <a:t>Thank You!</a:t>
            </a:r>
            <a:endParaRPr lang="en-IN"/>
          </a:p>
        </p:txBody>
      </p:sp>
      <p:sp>
        <p:nvSpPr>
          <p:cNvPr id="7" name="Subtitle 6">
            <a:extLst>
              <a:ext uri="{FF2B5EF4-FFF2-40B4-BE49-F238E27FC236}">
                <a16:creationId xmlns:a16="http://schemas.microsoft.com/office/drawing/2014/main" id="{9366BB4D-33BF-BC51-B195-18C40848AD3D}"/>
              </a:ext>
            </a:extLst>
          </p:cNvPr>
          <p:cNvSpPr>
            <a:spLocks noGrp="1"/>
          </p:cNvSpPr>
          <p:nvPr>
            <p:ph type="subTitle" idx="1"/>
          </p:nvPr>
        </p:nvSpPr>
        <p:spPr/>
        <p:txBody>
          <a:bodyPr/>
          <a:lstStyle/>
          <a:p>
            <a:endParaRPr lang="en-IN"/>
          </a:p>
        </p:txBody>
      </p:sp>
      <p:sp>
        <p:nvSpPr>
          <p:cNvPr id="8" name="Text Placeholder 7">
            <a:extLst>
              <a:ext uri="{FF2B5EF4-FFF2-40B4-BE49-F238E27FC236}">
                <a16:creationId xmlns:a16="http://schemas.microsoft.com/office/drawing/2014/main" id="{A5DFAB7C-615D-D394-4A01-507F3D1D00BB}"/>
              </a:ext>
            </a:extLst>
          </p:cNvPr>
          <p:cNvSpPr>
            <a:spLocks noGrp="1"/>
          </p:cNvSpPr>
          <p:nvPr>
            <p:ph type="body" idx="12"/>
          </p:nvPr>
        </p:nvSpPr>
        <p:spPr/>
        <p:txBody>
          <a:bodyPr/>
          <a:lstStyle/>
          <a:p>
            <a:endParaRPr lang="en-IN"/>
          </a:p>
        </p:txBody>
      </p:sp>
    </p:spTree>
    <p:extLst>
      <p:ext uri="{BB962C8B-B14F-4D97-AF65-F5344CB8AC3E}">
        <p14:creationId xmlns:p14="http://schemas.microsoft.com/office/powerpoint/2010/main" val="450184506"/>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eme2">
  <a:themeElements>
    <a:clrScheme name="Cognizant Colors 2022">
      <a:dk1>
        <a:srgbClr val="000048"/>
      </a:dk1>
      <a:lt1>
        <a:srgbClr val="FFFFFF"/>
      </a:lt1>
      <a:dk2>
        <a:srgbClr val="000048"/>
      </a:dk2>
      <a:lt2>
        <a:srgbClr val="FFFFFF"/>
      </a:lt2>
      <a:accent1>
        <a:srgbClr val="2E308E"/>
      </a:accent1>
      <a:accent2>
        <a:srgbClr val="7373D8"/>
      </a:accent2>
      <a:accent3>
        <a:srgbClr val="2F78C4"/>
      </a:accent3>
      <a:accent4>
        <a:srgbClr val="92BBE6"/>
      </a:accent4>
      <a:accent5>
        <a:srgbClr val="06C7CC"/>
      </a:accent5>
      <a:accent6>
        <a:srgbClr val="26EFE9"/>
      </a:accent6>
      <a:hlink>
        <a:srgbClr val="535659"/>
      </a:hlink>
      <a:folHlink>
        <a:srgbClr val="97999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defRPr sz="1600" dirty="0">
            <a:solidFill>
              <a:schemeClr val="tx2"/>
            </a:solidFill>
          </a:defRPr>
        </a:defPPr>
      </a:lstStyle>
    </a:txDef>
  </a:objectDefaults>
  <a:extraClrSchemeLst/>
  <a:extLst>
    <a:ext uri="{05A4C25C-085E-4340-85A3-A5531E510DB2}">
      <thm15:themeFamily xmlns:thm15="http://schemas.microsoft.com/office/thememl/2012/main" name="Theme2" id="{56B626CA-8A14-4156-BF93-D68E07C61167}" vid="{0431F8BC-A74B-4BAE-BB49-089E99ED09FD}"/>
    </a:ext>
  </a:extLst>
</a:theme>
</file>

<file path=ppt/theme/theme3.xml><?xml version="1.0" encoding="utf-8"?>
<a:theme xmlns:a="http://schemas.openxmlformats.org/drawingml/2006/main" name="Cognizant">
  <a:themeElements>
    <a:clrScheme name="Cognizant 180722">
      <a:dk1>
        <a:srgbClr val="0033A0"/>
      </a:dk1>
      <a:lt1>
        <a:srgbClr val="FFFFFF"/>
      </a:lt1>
      <a:dk2>
        <a:srgbClr val="000000"/>
      </a:dk2>
      <a:lt2>
        <a:srgbClr val="FFFFFF"/>
      </a:lt2>
      <a:accent1>
        <a:srgbClr val="0033B4"/>
      </a:accent1>
      <a:accent2>
        <a:srgbClr val="00195A"/>
      </a:accent2>
      <a:accent3>
        <a:srgbClr val="3871FF"/>
      </a:accent3>
      <a:accent4>
        <a:srgbClr val="7BA0FF"/>
      </a:accent4>
      <a:accent5>
        <a:srgbClr val="BDCFFF"/>
      </a:accent5>
      <a:accent6>
        <a:srgbClr val="00B140"/>
      </a:accent6>
      <a:hlink>
        <a:srgbClr val="0033B4"/>
      </a:hlink>
      <a:folHlink>
        <a:srgbClr val="7BA0F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wrap="square" lIns="0" tIns="0" rIns="0" bIns="0" rtlCol="0">
        <a:spAutoFit/>
      </a:bodyPr>
      <a:lstStyle>
        <a:defPPr algn="l">
          <a:defRPr dirty="0" smtClean="0">
            <a:solidFill>
              <a:schemeClr val="tx2"/>
            </a:solidFill>
          </a:defRPr>
        </a:defPPr>
      </a:lstStyle>
    </a:txDef>
  </a:objectDefaults>
  <a:extraClrSchemeLst/>
  <a:extLst>
    <a:ext uri="{05A4C25C-085E-4340-85A3-A5531E510DB2}">
      <thm15:themeFamily xmlns:thm15="http://schemas.microsoft.com/office/thememl/2012/main" name="cog_PPT_16x9_v04-06" id="{07F9BE1E-0522-42D8-9333-DC19B728C440}" vid="{5949420C-BBAE-4883-A571-88D4306A1FAE}"/>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CC933FEF0C0674A996127B68FDC3420" ma:contentTypeVersion="5" ma:contentTypeDescription="Create a new document." ma:contentTypeScope="" ma:versionID="9c80a020bbbb5ae2cda835c8e5654400">
  <xsd:schema xmlns:xsd="http://www.w3.org/2001/XMLSchema" xmlns:xs="http://www.w3.org/2001/XMLSchema" xmlns:p="http://schemas.microsoft.com/office/2006/metadata/properties" xmlns:ns2="fc8212d3-0522-415d-bf05-8cb4ef112812" xmlns:ns3="c87adb7a-312c-4840-9f22-562d3543171d" targetNamespace="http://schemas.microsoft.com/office/2006/metadata/properties" ma:root="true" ma:fieldsID="f43573f6e26bc639b067c472853df6b7" ns2:_="" ns3:_="">
    <xsd:import namespace="fc8212d3-0522-415d-bf05-8cb4ef112812"/>
    <xsd:import namespace="c87adb7a-312c-4840-9f22-562d3543171d"/>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c8212d3-0522-415d-bf05-8cb4ef11281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87adb7a-312c-4840-9f22-562d3543171d"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78FCE96-C8A4-4E92-8467-18B7198B1C7C}">
  <ds:schemaRefs>
    <ds:schemaRef ds:uri="http://purl.org/dc/dcmitype/"/>
    <ds:schemaRef ds:uri="407cd63a-4332-48c6-8aa1-dc87009c7ec5"/>
    <ds:schemaRef ds:uri="http://www.w3.org/XML/1998/namespace"/>
    <ds:schemaRef ds:uri="http://schemas.microsoft.com/office/2006/documentManagement/types"/>
    <ds:schemaRef ds:uri="http://purl.org/dc/elements/1.1/"/>
    <ds:schemaRef ds:uri="http://schemas.microsoft.com/office/2006/metadata/properties"/>
    <ds:schemaRef ds:uri="http://schemas.microsoft.com/office/infopath/2007/PartnerControls"/>
    <ds:schemaRef ds:uri="http://schemas.openxmlformats.org/package/2006/metadata/core-properties"/>
    <ds:schemaRef ds:uri="9c63dabf-f1f0-4cd1-a9e9-0b56e4c00d13"/>
    <ds:schemaRef ds:uri="http://purl.org/dc/terms/"/>
  </ds:schemaRefs>
</ds:datastoreItem>
</file>

<file path=customXml/itemProps2.xml><?xml version="1.0" encoding="utf-8"?>
<ds:datastoreItem xmlns:ds="http://schemas.openxmlformats.org/officeDocument/2006/customXml" ds:itemID="{28BF0AC4-6131-4B2E-8F67-98AB7E93DE0E}"/>
</file>

<file path=customXml/itemProps3.xml><?xml version="1.0" encoding="utf-8"?>
<ds:datastoreItem xmlns:ds="http://schemas.openxmlformats.org/officeDocument/2006/customXml" ds:itemID="{8AAEEA49-3EED-4488-A043-7D1DC7843D7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Theme_3</Template>
  <TotalTime>4023</TotalTime>
  <Words>3493</Words>
  <Application>Microsoft Office PowerPoint</Application>
  <PresentationFormat>Widescreen</PresentationFormat>
  <Paragraphs>465</Paragraphs>
  <Slides>46</Slides>
  <Notes>0</Notes>
  <HiddenSlides>0</HiddenSlides>
  <MMClips>0</MMClips>
  <ScaleCrop>false</ScaleCrop>
  <HeadingPairs>
    <vt:vector size="4" baseType="variant">
      <vt:variant>
        <vt:lpstr>Theme</vt:lpstr>
      </vt:variant>
      <vt:variant>
        <vt:i4>3</vt:i4>
      </vt:variant>
      <vt:variant>
        <vt:lpstr>Slide Titles</vt:lpstr>
      </vt:variant>
      <vt:variant>
        <vt:i4>46</vt:i4>
      </vt:variant>
    </vt:vector>
  </HeadingPairs>
  <TitlesOfParts>
    <vt:vector size="49" baseType="lpstr">
      <vt:lpstr>Custom Design</vt:lpstr>
      <vt:lpstr>Theme2</vt:lpstr>
      <vt:lpstr>Cognizant</vt:lpstr>
      <vt:lpstr>VEEVA Medical Inquiries </vt:lpstr>
      <vt:lpstr>About the Author</vt:lpstr>
      <vt:lpstr>Objectives</vt:lpstr>
      <vt:lpstr>Recap ... </vt:lpstr>
      <vt:lpstr>Overview</vt:lpstr>
      <vt:lpstr>Do You Know</vt:lpstr>
      <vt:lpstr>Medical Inquiry Life Cycle </vt:lpstr>
      <vt:lpstr>Medical Inquiry: Life Cycle</vt:lpstr>
      <vt:lpstr>Components of Medical Inquiries </vt:lpstr>
      <vt:lpstr>Components of Medical Inquiry ... 1</vt:lpstr>
      <vt:lpstr>Components of Medical Inquiry ... 2</vt:lpstr>
      <vt:lpstr>Configuration of various components of Medical Inquiry module </vt:lpstr>
      <vt:lpstr>Configuring the Detail Page ... 1</vt:lpstr>
      <vt:lpstr>Configuring the Detail Page ... 2</vt:lpstr>
      <vt:lpstr>Configuring the Detail Page ... 3</vt:lpstr>
      <vt:lpstr>Configuring the Detail Page ... 4</vt:lpstr>
      <vt:lpstr>Displaying Medical Inquiry Attachments ... 1</vt:lpstr>
      <vt:lpstr>Displaying Medical Inquiry Attachments ... 2</vt:lpstr>
      <vt:lpstr>Configuring the Signature Page ... 1</vt:lpstr>
      <vt:lpstr>Configuring the Signature Page ... 2</vt:lpstr>
      <vt:lpstr>Configuring the Signature Page ... 3</vt:lpstr>
      <vt:lpstr>Configuring the Signature Page ... 4</vt:lpstr>
      <vt:lpstr>Configuring the Signature Page ... 5</vt:lpstr>
      <vt:lpstr>Configuring the Signature Page ... 6</vt:lpstr>
      <vt:lpstr>Configuring Medical Inquiry Creation ... 1</vt:lpstr>
      <vt:lpstr>Configuring Medical Inquiry Creation ... 2</vt:lpstr>
      <vt:lpstr>Configuring Medical Inquiry Creation ... 3</vt:lpstr>
      <vt:lpstr>Configuring Medical Inquiry Creation ... 4</vt:lpstr>
      <vt:lpstr>Configuring Medical Inquiry Creation ... 5</vt:lpstr>
      <vt:lpstr>Configuration of Medical Inquiry module for  multiple Product inquiries </vt:lpstr>
      <vt:lpstr>Configuring Multiple Product Inquiries ... 1</vt:lpstr>
      <vt:lpstr>Configuring Multiple Product Inquiries ... 2</vt:lpstr>
      <vt:lpstr>Configuring Signature Audit</vt:lpstr>
      <vt:lpstr>Configuring Print Receipts</vt:lpstr>
      <vt:lpstr>Create Calls from Medical Inquiry ... 1</vt:lpstr>
      <vt:lpstr>Create Calls from Medical Inquiry ... 2</vt:lpstr>
      <vt:lpstr>Medical Inquiries VEEVA Settings</vt:lpstr>
      <vt:lpstr>Check Your Understanding ... 1</vt:lpstr>
      <vt:lpstr>Check Your Understanding ... 2</vt:lpstr>
      <vt:lpstr>Check Your Understanding ... 3</vt:lpstr>
      <vt:lpstr>Check Your Understanding ... 4</vt:lpstr>
      <vt:lpstr>Check Your Understanding ... 5</vt:lpstr>
      <vt:lpstr>Summary</vt:lpstr>
      <vt:lpstr>Source</vt:lpstr>
      <vt:lpstr>PowerPoint Presentation</vt:lpstr>
      <vt:lpstr>Thank You!</vt:lpstr>
    </vt:vector>
  </TitlesOfParts>
  <Company>CTS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Content_Development_Template_Practitioner</dc:title>
  <dc:creator>AssetDevelopmentTeam@cognizant.com</dc:creator>
  <cp:lastModifiedBy>Prasad, Ritesh Kumar (Cognizant)</cp:lastModifiedBy>
  <cp:revision>186</cp:revision>
  <dcterms:created xsi:type="dcterms:W3CDTF">2011-06-15T11:24:59Z</dcterms:created>
  <dcterms:modified xsi:type="dcterms:W3CDTF">2023-08-14T07:33:51Z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0x0101008CC933FEF0C0674A996127B68FDC3420</vt:lpwstr>
  </property>
  <property fmtid="{D5CDD505-2E9C-101B-9397-08002B2CF9AE}" pid="3" name="_dlc_DocIdItemGuid">
    <vt:lpwstr>1c19f327-3998-48ba-bd4d-be7aee79e354</vt:lpwstr>
  </property>
</Properties>
</file>