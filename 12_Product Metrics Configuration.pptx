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 id="2147483696" r:id="rId5"/>
    <p:sldMasterId id="2147483819" r:id="rId6"/>
    <p:sldMasterId id="2147483648" r:id="rId7"/>
  </p:sldMasterIdLst>
  <p:notesMasterIdLst>
    <p:notesMasterId r:id="rId51"/>
  </p:notesMasterIdLst>
  <p:sldIdLst>
    <p:sldId id="330" r:id="rId8"/>
    <p:sldId id="331" r:id="rId9"/>
    <p:sldId id="315" r:id="rId10"/>
    <p:sldId id="263" r:id="rId11"/>
    <p:sldId id="258" r:id="rId12"/>
    <p:sldId id="264" r:id="rId13"/>
    <p:sldId id="323" r:id="rId14"/>
    <p:sldId id="324" r:id="rId15"/>
    <p:sldId id="280" r:id="rId16"/>
    <p:sldId id="304" r:id="rId17"/>
    <p:sldId id="296" r:id="rId18"/>
    <p:sldId id="321" r:id="rId19"/>
    <p:sldId id="281" r:id="rId20"/>
    <p:sldId id="305" r:id="rId21"/>
    <p:sldId id="282" r:id="rId22"/>
    <p:sldId id="283" r:id="rId23"/>
    <p:sldId id="307" r:id="rId24"/>
    <p:sldId id="322" r:id="rId25"/>
    <p:sldId id="284" r:id="rId26"/>
    <p:sldId id="303" r:id="rId27"/>
    <p:sldId id="308" r:id="rId28"/>
    <p:sldId id="302" r:id="rId29"/>
    <p:sldId id="286" r:id="rId30"/>
    <p:sldId id="287" r:id="rId31"/>
    <p:sldId id="309" r:id="rId32"/>
    <p:sldId id="320" r:id="rId33"/>
    <p:sldId id="288" r:id="rId34"/>
    <p:sldId id="314" r:id="rId35"/>
    <p:sldId id="289" r:id="rId36"/>
    <p:sldId id="290" r:id="rId37"/>
    <p:sldId id="319" r:id="rId38"/>
    <p:sldId id="291" r:id="rId39"/>
    <p:sldId id="292" r:id="rId40"/>
    <p:sldId id="293" r:id="rId41"/>
    <p:sldId id="325" r:id="rId42"/>
    <p:sldId id="326" r:id="rId43"/>
    <p:sldId id="327" r:id="rId44"/>
    <p:sldId id="328" r:id="rId45"/>
    <p:sldId id="329" r:id="rId46"/>
    <p:sldId id="277" r:id="rId47"/>
    <p:sldId id="301" r:id="rId48"/>
    <p:sldId id="316" r:id="rId49"/>
    <p:sldId id="33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2EFBA-5F06-4C9C-8519-738134FAE76F}" v="14" dt="2023-08-12T19:18:34.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1" autoAdjust="0"/>
  </p:normalViewPr>
  <p:slideViewPr>
    <p:cSldViewPr>
      <p:cViewPr varScale="1">
        <p:scale>
          <a:sx n="59" d="100"/>
          <a:sy n="59" d="100"/>
        </p:scale>
        <p:origin x="940"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5/10/relationships/revisionInfo" Target="revisionInfo.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umdar, Abhijan (Cognizant)" userId="4bb79d37-e6fa-4d15-9b62-cf35cbb2da07" providerId="ADAL" clId="{2072EFBA-5F06-4C9C-8519-738134FAE76F}"/>
    <pc:docChg chg="undo custSel addSld delSld modSld addMainMaster delMainMaster modMainMaster">
      <pc:chgData name="Majumdar, Abhijan (Cognizant)" userId="4bb79d37-e6fa-4d15-9b62-cf35cbb2da07" providerId="ADAL" clId="{2072EFBA-5F06-4C9C-8519-738134FAE76F}" dt="2023-08-12T19:19:36.260" v="561" actId="20577"/>
      <pc:docMkLst>
        <pc:docMk/>
      </pc:docMkLst>
      <pc:sldChg chg="del">
        <pc:chgData name="Majumdar, Abhijan (Cognizant)" userId="4bb79d37-e6fa-4d15-9b62-cf35cbb2da07" providerId="ADAL" clId="{2072EFBA-5F06-4C9C-8519-738134FAE76F}" dt="2023-08-12T16:24:47.950" v="59" actId="47"/>
        <pc:sldMkLst>
          <pc:docMk/>
          <pc:sldMk cId="0" sldId="257"/>
        </pc:sldMkLst>
      </pc:sldChg>
      <pc:sldChg chg="modSp mod chgLayout">
        <pc:chgData name="Majumdar, Abhijan (Cognizant)" userId="4bb79d37-e6fa-4d15-9b62-cf35cbb2da07" providerId="ADAL" clId="{2072EFBA-5F06-4C9C-8519-738134FAE76F}" dt="2023-08-12T16:27:39.722" v="94" actId="20577"/>
        <pc:sldMkLst>
          <pc:docMk/>
          <pc:sldMk cId="0" sldId="258"/>
        </pc:sldMkLst>
        <pc:spChg chg="mod ord">
          <ac:chgData name="Majumdar, Abhijan (Cognizant)" userId="4bb79d37-e6fa-4d15-9b62-cf35cbb2da07" providerId="ADAL" clId="{2072EFBA-5F06-4C9C-8519-738134FAE76F}" dt="2023-08-12T16:27:34.206" v="89" actId="1076"/>
          <ac:spMkLst>
            <pc:docMk/>
            <pc:sldMk cId="0" sldId="258"/>
            <ac:spMk id="3" creationId="{00000000-0000-0000-0000-000000000000}"/>
          </ac:spMkLst>
        </pc:spChg>
        <pc:spChg chg="mod ord">
          <ac:chgData name="Majumdar, Abhijan (Cognizant)" userId="4bb79d37-e6fa-4d15-9b62-cf35cbb2da07" providerId="ADAL" clId="{2072EFBA-5F06-4C9C-8519-738134FAE76F}" dt="2023-08-12T16:27:27.163" v="86" actId="700"/>
          <ac:spMkLst>
            <pc:docMk/>
            <pc:sldMk cId="0" sldId="258"/>
            <ac:spMk id="4" creationId="{00000000-0000-0000-0000-000000000000}"/>
          </ac:spMkLst>
        </pc:spChg>
        <pc:spChg chg="mod ord">
          <ac:chgData name="Majumdar, Abhijan (Cognizant)" userId="4bb79d37-e6fa-4d15-9b62-cf35cbb2da07" providerId="ADAL" clId="{2072EFBA-5F06-4C9C-8519-738134FAE76F}" dt="2023-08-12T16:27:39.722" v="94" actId="20577"/>
          <ac:spMkLst>
            <pc:docMk/>
            <pc:sldMk cId="0" sldId="258"/>
            <ac:spMk id="10" creationId="{00000000-0000-0000-0000-000000000000}"/>
          </ac:spMkLst>
        </pc:spChg>
        <pc:spChg chg="mod ord">
          <ac:chgData name="Majumdar, Abhijan (Cognizant)" userId="4bb79d37-e6fa-4d15-9b62-cf35cbb2da07" providerId="ADAL" clId="{2072EFBA-5F06-4C9C-8519-738134FAE76F}" dt="2023-08-12T16:27:36.867" v="90" actId="1076"/>
          <ac:spMkLst>
            <pc:docMk/>
            <pc:sldMk cId="0" sldId="258"/>
            <ac:spMk id="15" creationId="{00000000-0000-0000-0000-000000000000}"/>
          </ac:spMkLst>
        </pc:spChg>
      </pc:sldChg>
      <pc:sldChg chg="del">
        <pc:chgData name="Majumdar, Abhijan (Cognizant)" userId="4bb79d37-e6fa-4d15-9b62-cf35cbb2da07" providerId="ADAL" clId="{2072EFBA-5F06-4C9C-8519-738134FAE76F}" dt="2023-08-12T16:25:46.739" v="67" actId="47"/>
        <pc:sldMkLst>
          <pc:docMk/>
          <pc:sldMk cId="0" sldId="261"/>
        </pc:sldMkLst>
      </pc:sldChg>
      <pc:sldChg chg="modSp mod chgLayout">
        <pc:chgData name="Majumdar, Abhijan (Cognizant)" userId="4bb79d37-e6fa-4d15-9b62-cf35cbb2da07" providerId="ADAL" clId="{2072EFBA-5F06-4C9C-8519-738134FAE76F}" dt="2023-08-12T16:27:20.278" v="85" actId="20577"/>
        <pc:sldMkLst>
          <pc:docMk/>
          <pc:sldMk cId="0" sldId="263"/>
        </pc:sldMkLst>
        <pc:spChg chg="mod ord">
          <ac:chgData name="Majumdar, Abhijan (Cognizant)" userId="4bb79d37-e6fa-4d15-9b62-cf35cbb2da07" providerId="ADAL" clId="{2072EFBA-5F06-4C9C-8519-738134FAE76F}" dt="2023-08-12T16:27:16.503" v="80" actId="1076"/>
          <ac:spMkLst>
            <pc:docMk/>
            <pc:sldMk cId="0" sldId="263"/>
            <ac:spMk id="3" creationId="{00000000-0000-0000-0000-000000000000}"/>
          </ac:spMkLst>
        </pc:spChg>
        <pc:spChg chg="mod ord">
          <ac:chgData name="Majumdar, Abhijan (Cognizant)" userId="4bb79d37-e6fa-4d15-9b62-cf35cbb2da07" providerId="ADAL" clId="{2072EFBA-5F06-4C9C-8519-738134FAE76F}" dt="2023-08-12T16:27:07.520" v="77" actId="700"/>
          <ac:spMkLst>
            <pc:docMk/>
            <pc:sldMk cId="0" sldId="263"/>
            <ac:spMk id="4" creationId="{00000000-0000-0000-0000-000000000000}"/>
          </ac:spMkLst>
        </pc:spChg>
        <pc:spChg chg="mod ord">
          <ac:chgData name="Majumdar, Abhijan (Cognizant)" userId="4bb79d37-e6fa-4d15-9b62-cf35cbb2da07" providerId="ADAL" clId="{2072EFBA-5F06-4C9C-8519-738134FAE76F}" dt="2023-08-12T16:27:20.278" v="85" actId="20577"/>
          <ac:spMkLst>
            <pc:docMk/>
            <pc:sldMk cId="0" sldId="263"/>
            <ac:spMk id="8" creationId="{00000000-0000-0000-0000-000000000000}"/>
          </ac:spMkLst>
        </pc:spChg>
        <pc:spChg chg="mod ord">
          <ac:chgData name="Majumdar, Abhijan (Cognizant)" userId="4bb79d37-e6fa-4d15-9b62-cf35cbb2da07" providerId="ADAL" clId="{2072EFBA-5F06-4C9C-8519-738134FAE76F}" dt="2023-08-12T16:27:18.850" v="81" actId="1076"/>
          <ac:spMkLst>
            <pc:docMk/>
            <pc:sldMk cId="0" sldId="263"/>
            <ac:spMk id="12" creationId="{00000000-0000-0000-0000-000000000000}"/>
          </ac:spMkLst>
        </pc:spChg>
      </pc:sldChg>
      <pc:sldChg chg="modSp mod chgLayout">
        <pc:chgData name="Majumdar, Abhijan (Cognizant)" userId="4bb79d37-e6fa-4d15-9b62-cf35cbb2da07" providerId="ADAL" clId="{2072EFBA-5F06-4C9C-8519-738134FAE76F}" dt="2023-08-12T16:28:00.650" v="103" actId="20577"/>
        <pc:sldMkLst>
          <pc:docMk/>
          <pc:sldMk cId="0" sldId="264"/>
        </pc:sldMkLst>
        <pc:spChg chg="mod ord">
          <ac:chgData name="Majumdar, Abhijan (Cognizant)" userId="4bb79d37-e6fa-4d15-9b62-cf35cbb2da07" providerId="ADAL" clId="{2072EFBA-5F06-4C9C-8519-738134FAE76F}" dt="2023-08-12T16:27:54.620" v="98" actId="1076"/>
          <ac:spMkLst>
            <pc:docMk/>
            <pc:sldMk cId="0" sldId="264"/>
            <ac:spMk id="3" creationId="{00000000-0000-0000-0000-000000000000}"/>
          </ac:spMkLst>
        </pc:spChg>
        <pc:spChg chg="mod ord">
          <ac:chgData name="Majumdar, Abhijan (Cognizant)" userId="4bb79d37-e6fa-4d15-9b62-cf35cbb2da07" providerId="ADAL" clId="{2072EFBA-5F06-4C9C-8519-738134FAE76F}" dt="2023-08-12T16:27:46.923" v="95" actId="700"/>
          <ac:spMkLst>
            <pc:docMk/>
            <pc:sldMk cId="0" sldId="264"/>
            <ac:spMk id="4" creationId="{00000000-0000-0000-0000-000000000000}"/>
          </ac:spMkLst>
        </pc:spChg>
        <pc:spChg chg="mod ord">
          <ac:chgData name="Majumdar, Abhijan (Cognizant)" userId="4bb79d37-e6fa-4d15-9b62-cf35cbb2da07" providerId="ADAL" clId="{2072EFBA-5F06-4C9C-8519-738134FAE76F}" dt="2023-08-12T16:27:58.018" v="99" actId="1076"/>
          <ac:spMkLst>
            <pc:docMk/>
            <pc:sldMk cId="0" sldId="264"/>
            <ac:spMk id="10" creationId="{00000000-0000-0000-0000-000000000000}"/>
          </ac:spMkLst>
        </pc:spChg>
        <pc:spChg chg="mod ord">
          <ac:chgData name="Majumdar, Abhijan (Cognizant)" userId="4bb79d37-e6fa-4d15-9b62-cf35cbb2da07" providerId="ADAL" clId="{2072EFBA-5F06-4C9C-8519-738134FAE76F}" dt="2023-08-12T16:28:00.650" v="103" actId="20577"/>
          <ac:spMkLst>
            <pc:docMk/>
            <pc:sldMk cId="0" sldId="264"/>
            <ac:spMk id="12" creationId="{00000000-0000-0000-0000-000000000000}"/>
          </ac:spMkLst>
        </pc:spChg>
      </pc:sldChg>
      <pc:sldChg chg="modSp mod modClrScheme chgLayout">
        <pc:chgData name="Majumdar, Abhijan (Cognizant)" userId="4bb79d37-e6fa-4d15-9b62-cf35cbb2da07" providerId="ADAL" clId="{2072EFBA-5F06-4C9C-8519-738134FAE76F}" dt="2023-08-12T19:17:16.903" v="513" actId="20577"/>
        <pc:sldMkLst>
          <pc:docMk/>
          <pc:sldMk cId="0" sldId="277"/>
        </pc:sldMkLst>
        <pc:spChg chg="mod ord">
          <ac:chgData name="Majumdar, Abhijan (Cognizant)" userId="4bb79d37-e6fa-4d15-9b62-cf35cbb2da07" providerId="ADAL" clId="{2072EFBA-5F06-4C9C-8519-738134FAE76F}" dt="2023-08-12T19:16:57.228" v="508" actId="1076"/>
          <ac:spMkLst>
            <pc:docMk/>
            <pc:sldMk cId="0" sldId="277"/>
            <ac:spMk id="3" creationId="{00000000-0000-0000-0000-000000000000}"/>
          </ac:spMkLst>
        </pc:spChg>
        <pc:spChg chg="mod ord">
          <ac:chgData name="Majumdar, Abhijan (Cognizant)" userId="4bb79d37-e6fa-4d15-9b62-cf35cbb2da07" providerId="ADAL" clId="{2072EFBA-5F06-4C9C-8519-738134FAE76F}" dt="2023-08-12T19:16:49.193" v="506" actId="700"/>
          <ac:spMkLst>
            <pc:docMk/>
            <pc:sldMk cId="0" sldId="277"/>
            <ac:spMk id="4" creationId="{00000000-0000-0000-0000-000000000000}"/>
          </ac:spMkLst>
        </pc:spChg>
        <pc:spChg chg="mod ord">
          <ac:chgData name="Majumdar, Abhijan (Cognizant)" userId="4bb79d37-e6fa-4d15-9b62-cf35cbb2da07" providerId="ADAL" clId="{2072EFBA-5F06-4C9C-8519-738134FAE76F}" dt="2023-08-12T19:17:16.903" v="513" actId="20577"/>
          <ac:spMkLst>
            <pc:docMk/>
            <pc:sldMk cId="0" sldId="277"/>
            <ac:spMk id="8" creationId="{00000000-0000-0000-0000-000000000000}"/>
          </ac:spMkLst>
        </pc:spChg>
        <pc:spChg chg="mod ord">
          <ac:chgData name="Majumdar, Abhijan (Cognizant)" userId="4bb79d37-e6fa-4d15-9b62-cf35cbb2da07" providerId="ADAL" clId="{2072EFBA-5F06-4C9C-8519-738134FAE76F}" dt="2023-08-12T19:16:59.901" v="509" actId="1076"/>
          <ac:spMkLst>
            <pc:docMk/>
            <pc:sldMk cId="0" sldId="277"/>
            <ac:spMk id="10" creationId="{00000000-0000-0000-0000-000000000000}"/>
          </ac:spMkLst>
        </pc:spChg>
      </pc:sldChg>
      <pc:sldChg chg="del">
        <pc:chgData name="Majumdar, Abhijan (Cognizant)" userId="4bb79d37-e6fa-4d15-9b62-cf35cbb2da07" providerId="ADAL" clId="{2072EFBA-5F06-4C9C-8519-738134FAE76F}" dt="2023-08-12T19:18:46.333" v="535" actId="47"/>
        <pc:sldMkLst>
          <pc:docMk/>
          <pc:sldMk cId="0" sldId="279"/>
        </pc:sldMkLst>
      </pc:sldChg>
      <pc:sldChg chg="modSp mod chgLayout">
        <pc:chgData name="Majumdar, Abhijan (Cognizant)" userId="4bb79d37-e6fa-4d15-9b62-cf35cbb2da07" providerId="ADAL" clId="{2072EFBA-5F06-4C9C-8519-738134FAE76F}" dt="2023-08-12T16:31:02.840" v="147" actId="20577"/>
        <pc:sldMkLst>
          <pc:docMk/>
          <pc:sldMk cId="2361479461" sldId="280"/>
        </pc:sldMkLst>
        <pc:spChg chg="mod ord">
          <ac:chgData name="Majumdar, Abhijan (Cognizant)" userId="4bb79d37-e6fa-4d15-9b62-cf35cbb2da07" providerId="ADAL" clId="{2072EFBA-5F06-4C9C-8519-738134FAE76F}" dt="2023-08-12T16:29:30.933" v="126" actId="700"/>
          <ac:spMkLst>
            <pc:docMk/>
            <pc:sldMk cId="2361479461" sldId="280"/>
            <ac:spMk id="2" creationId="{00000000-0000-0000-0000-000000000000}"/>
          </ac:spMkLst>
        </pc:spChg>
        <pc:spChg chg="mod ord">
          <ac:chgData name="Majumdar, Abhijan (Cognizant)" userId="4bb79d37-e6fa-4d15-9b62-cf35cbb2da07" providerId="ADAL" clId="{2072EFBA-5F06-4C9C-8519-738134FAE76F}" dt="2023-08-12T16:29:40.505" v="129" actId="1076"/>
          <ac:spMkLst>
            <pc:docMk/>
            <pc:sldMk cId="2361479461" sldId="280"/>
            <ac:spMk id="3" creationId="{00000000-0000-0000-0000-000000000000}"/>
          </ac:spMkLst>
        </pc:spChg>
        <pc:spChg chg="mod ord">
          <ac:chgData name="Majumdar, Abhijan (Cognizant)" userId="4bb79d37-e6fa-4d15-9b62-cf35cbb2da07" providerId="ADAL" clId="{2072EFBA-5F06-4C9C-8519-738134FAE76F}" dt="2023-08-12T16:31:02.840" v="147" actId="20577"/>
          <ac:spMkLst>
            <pc:docMk/>
            <pc:sldMk cId="2361479461" sldId="280"/>
            <ac:spMk id="5" creationId="{00000000-0000-0000-0000-000000000000}"/>
          </ac:spMkLst>
        </pc:spChg>
        <pc:spChg chg="mod ord">
          <ac:chgData name="Majumdar, Abhijan (Cognizant)" userId="4bb79d37-e6fa-4d15-9b62-cf35cbb2da07" providerId="ADAL" clId="{2072EFBA-5F06-4C9C-8519-738134FAE76F}" dt="2023-08-12T16:30:54.248" v="145" actId="20577"/>
          <ac:spMkLst>
            <pc:docMk/>
            <pc:sldMk cId="2361479461" sldId="280"/>
            <ac:spMk id="6" creationId="{00000000-0000-0000-0000-000000000000}"/>
          </ac:spMkLst>
        </pc:spChg>
      </pc:sldChg>
      <pc:sldChg chg="modSp mod chgLayout">
        <pc:chgData name="Majumdar, Abhijan (Cognizant)" userId="4bb79d37-e6fa-4d15-9b62-cf35cbb2da07" providerId="ADAL" clId="{2072EFBA-5F06-4C9C-8519-738134FAE76F}" dt="2023-08-12T18:49:45.964" v="189" actId="20577"/>
        <pc:sldMkLst>
          <pc:docMk/>
          <pc:sldMk cId="787407846" sldId="281"/>
        </pc:sldMkLst>
        <pc:spChg chg="mod ord">
          <ac:chgData name="Majumdar, Abhijan (Cognizant)" userId="4bb79d37-e6fa-4d15-9b62-cf35cbb2da07" providerId="ADAL" clId="{2072EFBA-5F06-4C9C-8519-738134FAE76F}" dt="2023-08-12T18:49:19.900" v="180" actId="700"/>
          <ac:spMkLst>
            <pc:docMk/>
            <pc:sldMk cId="787407846" sldId="281"/>
            <ac:spMk id="2" creationId="{00000000-0000-0000-0000-000000000000}"/>
          </ac:spMkLst>
        </pc:spChg>
        <pc:spChg chg="mod ord">
          <ac:chgData name="Majumdar, Abhijan (Cognizant)" userId="4bb79d37-e6fa-4d15-9b62-cf35cbb2da07" providerId="ADAL" clId="{2072EFBA-5F06-4C9C-8519-738134FAE76F}" dt="2023-08-12T18:49:37.117" v="184" actId="1076"/>
          <ac:spMkLst>
            <pc:docMk/>
            <pc:sldMk cId="787407846" sldId="281"/>
            <ac:spMk id="3" creationId="{00000000-0000-0000-0000-000000000000}"/>
          </ac:spMkLst>
        </pc:spChg>
        <pc:spChg chg="mod ord">
          <ac:chgData name="Majumdar, Abhijan (Cognizant)" userId="4bb79d37-e6fa-4d15-9b62-cf35cbb2da07" providerId="ADAL" clId="{2072EFBA-5F06-4C9C-8519-738134FAE76F}" dt="2023-08-12T18:49:42.801" v="185" actId="1076"/>
          <ac:spMkLst>
            <pc:docMk/>
            <pc:sldMk cId="787407846" sldId="281"/>
            <ac:spMk id="7" creationId="{00000000-0000-0000-0000-000000000000}"/>
          </ac:spMkLst>
        </pc:spChg>
        <pc:spChg chg="mod">
          <ac:chgData name="Majumdar, Abhijan (Cognizant)" userId="4bb79d37-e6fa-4d15-9b62-cf35cbb2da07" providerId="ADAL" clId="{2072EFBA-5F06-4C9C-8519-738134FAE76F}" dt="2023-08-12T18:49:45.964" v="189" actId="20577"/>
          <ac:spMkLst>
            <pc:docMk/>
            <pc:sldMk cId="787407846" sldId="281"/>
            <ac:spMk id="10" creationId="{00000000-0000-0000-0000-000000000000}"/>
          </ac:spMkLst>
        </pc:spChg>
      </pc:sldChg>
      <pc:sldChg chg="addSp delSp modSp mod chgLayout">
        <pc:chgData name="Majumdar, Abhijan (Cognizant)" userId="4bb79d37-e6fa-4d15-9b62-cf35cbb2da07" providerId="ADAL" clId="{2072EFBA-5F06-4C9C-8519-738134FAE76F}" dt="2023-08-12T18:51:08.717" v="213" actId="20577"/>
        <pc:sldMkLst>
          <pc:docMk/>
          <pc:sldMk cId="2615249082" sldId="282"/>
        </pc:sldMkLst>
        <pc:spChg chg="mod ord">
          <ac:chgData name="Majumdar, Abhijan (Cognizant)" userId="4bb79d37-e6fa-4d15-9b62-cf35cbb2da07" providerId="ADAL" clId="{2072EFBA-5F06-4C9C-8519-738134FAE76F}" dt="2023-08-12T18:50:31.660" v="201" actId="700"/>
          <ac:spMkLst>
            <pc:docMk/>
            <pc:sldMk cId="2615249082" sldId="282"/>
            <ac:spMk id="2" creationId="{00000000-0000-0000-0000-000000000000}"/>
          </ac:spMkLst>
        </pc:spChg>
        <pc:spChg chg="mod ord">
          <ac:chgData name="Majumdar, Abhijan (Cognizant)" userId="4bb79d37-e6fa-4d15-9b62-cf35cbb2da07" providerId="ADAL" clId="{2072EFBA-5F06-4C9C-8519-738134FAE76F}" dt="2023-08-12T18:50:43.870" v="204" actId="1076"/>
          <ac:spMkLst>
            <pc:docMk/>
            <pc:sldMk cId="2615249082" sldId="282"/>
            <ac:spMk id="3" creationId="{00000000-0000-0000-0000-000000000000}"/>
          </ac:spMkLst>
        </pc:spChg>
        <pc:spChg chg="mod ord">
          <ac:chgData name="Majumdar, Abhijan (Cognizant)" userId="4bb79d37-e6fa-4d15-9b62-cf35cbb2da07" providerId="ADAL" clId="{2072EFBA-5F06-4C9C-8519-738134FAE76F}" dt="2023-08-12T18:50:59.775" v="208" actId="5793"/>
          <ac:spMkLst>
            <pc:docMk/>
            <pc:sldMk cId="2615249082" sldId="282"/>
            <ac:spMk id="4" creationId="{00000000-0000-0000-0000-000000000000}"/>
          </ac:spMkLst>
        </pc:spChg>
        <pc:spChg chg="mod ord">
          <ac:chgData name="Majumdar, Abhijan (Cognizant)" userId="4bb79d37-e6fa-4d15-9b62-cf35cbb2da07" providerId="ADAL" clId="{2072EFBA-5F06-4C9C-8519-738134FAE76F}" dt="2023-08-12T18:51:08.717" v="213" actId="20577"/>
          <ac:spMkLst>
            <pc:docMk/>
            <pc:sldMk cId="2615249082" sldId="282"/>
            <ac:spMk id="11" creationId="{00000000-0000-0000-0000-000000000000}"/>
          </ac:spMkLst>
        </pc:spChg>
        <pc:picChg chg="del">
          <ac:chgData name="Majumdar, Abhijan (Cognizant)" userId="4bb79d37-e6fa-4d15-9b62-cf35cbb2da07" providerId="ADAL" clId="{2072EFBA-5F06-4C9C-8519-738134FAE76F}" dt="2023-07-25T19:54:41.806" v="2" actId="478"/>
          <ac:picMkLst>
            <pc:docMk/>
            <pc:sldMk cId="2615249082" sldId="282"/>
            <ac:picMk id="5" creationId="{00000000-0000-0000-0000-000000000000}"/>
          </ac:picMkLst>
        </pc:picChg>
        <pc:picChg chg="add del">
          <ac:chgData name="Majumdar, Abhijan (Cognizant)" userId="4bb79d37-e6fa-4d15-9b62-cf35cbb2da07" providerId="ADAL" clId="{2072EFBA-5F06-4C9C-8519-738134FAE76F}" dt="2023-07-25T19:54:40.690" v="1" actId="22"/>
          <ac:picMkLst>
            <pc:docMk/>
            <pc:sldMk cId="2615249082" sldId="282"/>
            <ac:picMk id="7" creationId="{86F21C51-FEE5-12AC-2015-690A614C8195}"/>
          </ac:picMkLst>
        </pc:picChg>
        <pc:picChg chg="add mod">
          <ac:chgData name="Majumdar, Abhijan (Cognizant)" userId="4bb79d37-e6fa-4d15-9b62-cf35cbb2da07" providerId="ADAL" clId="{2072EFBA-5F06-4C9C-8519-738134FAE76F}" dt="2023-08-12T18:51:04.307" v="209" actId="1076"/>
          <ac:picMkLst>
            <pc:docMk/>
            <pc:sldMk cId="2615249082" sldId="282"/>
            <ac:picMk id="9" creationId="{391C1F8A-D380-C964-1D39-2722CFE4897B}"/>
          </ac:picMkLst>
        </pc:picChg>
      </pc:sldChg>
      <pc:sldChg chg="modSp mod chgLayout">
        <pc:chgData name="Majumdar, Abhijan (Cognizant)" userId="4bb79d37-e6fa-4d15-9b62-cf35cbb2da07" providerId="ADAL" clId="{2072EFBA-5F06-4C9C-8519-738134FAE76F}" dt="2023-08-12T18:51:44.241" v="224" actId="20577"/>
        <pc:sldMkLst>
          <pc:docMk/>
          <pc:sldMk cId="2235312059" sldId="283"/>
        </pc:sldMkLst>
        <pc:spChg chg="mod ord">
          <ac:chgData name="Majumdar, Abhijan (Cognizant)" userId="4bb79d37-e6fa-4d15-9b62-cf35cbb2da07" providerId="ADAL" clId="{2072EFBA-5F06-4C9C-8519-738134FAE76F}" dt="2023-08-12T18:51:22.867" v="214" actId="700"/>
          <ac:spMkLst>
            <pc:docMk/>
            <pc:sldMk cId="2235312059" sldId="283"/>
            <ac:spMk id="2" creationId="{00000000-0000-0000-0000-000000000000}"/>
          </ac:spMkLst>
        </pc:spChg>
        <pc:spChg chg="mod ord">
          <ac:chgData name="Majumdar, Abhijan (Cognizant)" userId="4bb79d37-e6fa-4d15-9b62-cf35cbb2da07" providerId="ADAL" clId="{2072EFBA-5F06-4C9C-8519-738134FAE76F}" dt="2023-08-12T18:51:34.050" v="217" actId="1076"/>
          <ac:spMkLst>
            <pc:docMk/>
            <pc:sldMk cId="2235312059" sldId="283"/>
            <ac:spMk id="3" creationId="{00000000-0000-0000-0000-000000000000}"/>
          </ac:spMkLst>
        </pc:spChg>
        <pc:spChg chg="mod ord">
          <ac:chgData name="Majumdar, Abhijan (Cognizant)" userId="4bb79d37-e6fa-4d15-9b62-cf35cbb2da07" providerId="ADAL" clId="{2072EFBA-5F06-4C9C-8519-738134FAE76F}" dt="2023-08-12T18:51:41.150" v="220" actId="5793"/>
          <ac:spMkLst>
            <pc:docMk/>
            <pc:sldMk cId="2235312059" sldId="283"/>
            <ac:spMk id="4" creationId="{00000000-0000-0000-0000-000000000000}"/>
          </ac:spMkLst>
        </pc:spChg>
        <pc:spChg chg="mod ord">
          <ac:chgData name="Majumdar, Abhijan (Cognizant)" userId="4bb79d37-e6fa-4d15-9b62-cf35cbb2da07" providerId="ADAL" clId="{2072EFBA-5F06-4C9C-8519-738134FAE76F}" dt="2023-08-12T18:51:44.241" v="224" actId="20577"/>
          <ac:spMkLst>
            <pc:docMk/>
            <pc:sldMk cId="2235312059" sldId="283"/>
            <ac:spMk id="7" creationId="{00000000-0000-0000-0000-000000000000}"/>
          </ac:spMkLst>
        </pc:spChg>
      </pc:sldChg>
      <pc:sldChg chg="modSp mod chgLayout">
        <pc:chgData name="Majumdar, Abhijan (Cognizant)" userId="4bb79d37-e6fa-4d15-9b62-cf35cbb2da07" providerId="ADAL" clId="{2072EFBA-5F06-4C9C-8519-738134FAE76F}" dt="2023-08-12T19:00:39.177" v="253" actId="1076"/>
        <pc:sldMkLst>
          <pc:docMk/>
          <pc:sldMk cId="652463429" sldId="284"/>
        </pc:sldMkLst>
        <pc:spChg chg="mod ord">
          <ac:chgData name="Majumdar, Abhijan (Cognizant)" userId="4bb79d37-e6fa-4d15-9b62-cf35cbb2da07" providerId="ADAL" clId="{2072EFBA-5F06-4C9C-8519-738134FAE76F}" dt="2023-08-12T18:52:57.447" v="244" actId="700"/>
          <ac:spMkLst>
            <pc:docMk/>
            <pc:sldMk cId="652463429" sldId="284"/>
            <ac:spMk id="2" creationId="{00000000-0000-0000-0000-000000000000}"/>
          </ac:spMkLst>
        </pc:spChg>
        <pc:spChg chg="mod ord">
          <ac:chgData name="Majumdar, Abhijan (Cognizant)" userId="4bb79d37-e6fa-4d15-9b62-cf35cbb2da07" providerId="ADAL" clId="{2072EFBA-5F06-4C9C-8519-738134FAE76F}" dt="2023-08-12T18:53:06.821" v="247" actId="1076"/>
          <ac:spMkLst>
            <pc:docMk/>
            <pc:sldMk cId="652463429" sldId="284"/>
            <ac:spMk id="3" creationId="{00000000-0000-0000-0000-000000000000}"/>
          </ac:spMkLst>
        </pc:spChg>
        <pc:spChg chg="mod ord">
          <ac:chgData name="Majumdar, Abhijan (Cognizant)" userId="4bb79d37-e6fa-4d15-9b62-cf35cbb2da07" providerId="ADAL" clId="{2072EFBA-5F06-4C9C-8519-738134FAE76F}" dt="2023-08-12T19:00:39.177" v="253" actId="1076"/>
          <ac:spMkLst>
            <pc:docMk/>
            <pc:sldMk cId="652463429" sldId="284"/>
            <ac:spMk id="4" creationId="{00000000-0000-0000-0000-000000000000}"/>
          </ac:spMkLst>
        </pc:spChg>
        <pc:spChg chg="mod ord">
          <ac:chgData name="Majumdar, Abhijan (Cognizant)" userId="4bb79d37-e6fa-4d15-9b62-cf35cbb2da07" providerId="ADAL" clId="{2072EFBA-5F06-4C9C-8519-738134FAE76F}" dt="2023-08-12T19:00:27.564" v="252" actId="20577"/>
          <ac:spMkLst>
            <pc:docMk/>
            <pc:sldMk cId="652463429" sldId="284"/>
            <ac:spMk id="14" creationId="{00000000-0000-0000-0000-000000000000}"/>
          </ac:spMkLst>
        </pc:spChg>
      </pc:sldChg>
      <pc:sldChg chg="modSp mod chgLayout">
        <pc:chgData name="Majumdar, Abhijan (Cognizant)" userId="4bb79d37-e6fa-4d15-9b62-cf35cbb2da07" providerId="ADAL" clId="{2072EFBA-5F06-4C9C-8519-738134FAE76F}" dt="2023-08-12T19:03:09.679" v="300" actId="20577"/>
        <pc:sldMkLst>
          <pc:docMk/>
          <pc:sldMk cId="2781575553" sldId="286"/>
        </pc:sldMkLst>
        <pc:spChg chg="mod ord">
          <ac:chgData name="Majumdar, Abhijan (Cognizant)" userId="4bb79d37-e6fa-4d15-9b62-cf35cbb2da07" providerId="ADAL" clId="{2072EFBA-5F06-4C9C-8519-738134FAE76F}" dt="2023-08-12T19:02:51.097" v="291" actId="700"/>
          <ac:spMkLst>
            <pc:docMk/>
            <pc:sldMk cId="2781575553" sldId="286"/>
            <ac:spMk id="2" creationId="{00000000-0000-0000-0000-000000000000}"/>
          </ac:spMkLst>
        </pc:spChg>
        <pc:spChg chg="mod ord">
          <ac:chgData name="Majumdar, Abhijan (Cognizant)" userId="4bb79d37-e6fa-4d15-9b62-cf35cbb2da07" providerId="ADAL" clId="{2072EFBA-5F06-4C9C-8519-738134FAE76F}" dt="2023-08-12T19:03:02.549" v="295" actId="1076"/>
          <ac:spMkLst>
            <pc:docMk/>
            <pc:sldMk cId="2781575553" sldId="286"/>
            <ac:spMk id="3" creationId="{00000000-0000-0000-0000-000000000000}"/>
          </ac:spMkLst>
        </pc:spChg>
        <pc:spChg chg="mod ord">
          <ac:chgData name="Majumdar, Abhijan (Cognizant)" userId="4bb79d37-e6fa-4d15-9b62-cf35cbb2da07" providerId="ADAL" clId="{2072EFBA-5F06-4C9C-8519-738134FAE76F}" dt="2023-08-12T19:03:06.927" v="296" actId="1076"/>
          <ac:spMkLst>
            <pc:docMk/>
            <pc:sldMk cId="2781575553" sldId="286"/>
            <ac:spMk id="4" creationId="{00000000-0000-0000-0000-000000000000}"/>
          </ac:spMkLst>
        </pc:spChg>
        <pc:spChg chg="mod ord">
          <ac:chgData name="Majumdar, Abhijan (Cognizant)" userId="4bb79d37-e6fa-4d15-9b62-cf35cbb2da07" providerId="ADAL" clId="{2072EFBA-5F06-4C9C-8519-738134FAE76F}" dt="2023-08-12T19:03:09.679" v="300" actId="20577"/>
          <ac:spMkLst>
            <pc:docMk/>
            <pc:sldMk cId="2781575553" sldId="286"/>
            <ac:spMk id="7" creationId="{00000000-0000-0000-0000-000000000000}"/>
          </ac:spMkLst>
        </pc:spChg>
      </pc:sldChg>
      <pc:sldChg chg="modSp mod chgLayout">
        <pc:chgData name="Majumdar, Abhijan (Cognizant)" userId="4bb79d37-e6fa-4d15-9b62-cf35cbb2da07" providerId="ADAL" clId="{2072EFBA-5F06-4C9C-8519-738134FAE76F}" dt="2023-08-12T19:03:40.440" v="313" actId="20577"/>
        <pc:sldMkLst>
          <pc:docMk/>
          <pc:sldMk cId="3087739682" sldId="287"/>
        </pc:sldMkLst>
        <pc:spChg chg="mod ord">
          <ac:chgData name="Majumdar, Abhijan (Cognizant)" userId="4bb79d37-e6fa-4d15-9b62-cf35cbb2da07" providerId="ADAL" clId="{2072EFBA-5F06-4C9C-8519-738134FAE76F}" dt="2023-08-12T19:03:18.945" v="301" actId="700"/>
          <ac:spMkLst>
            <pc:docMk/>
            <pc:sldMk cId="3087739682" sldId="287"/>
            <ac:spMk id="2" creationId="{00000000-0000-0000-0000-000000000000}"/>
          </ac:spMkLst>
        </pc:spChg>
        <pc:spChg chg="mod ord">
          <ac:chgData name="Majumdar, Abhijan (Cognizant)" userId="4bb79d37-e6fa-4d15-9b62-cf35cbb2da07" providerId="ADAL" clId="{2072EFBA-5F06-4C9C-8519-738134FAE76F}" dt="2023-08-12T19:03:30.591" v="304" actId="1076"/>
          <ac:spMkLst>
            <pc:docMk/>
            <pc:sldMk cId="3087739682" sldId="287"/>
            <ac:spMk id="3" creationId="{00000000-0000-0000-0000-000000000000}"/>
          </ac:spMkLst>
        </pc:spChg>
        <pc:spChg chg="mod ord">
          <ac:chgData name="Majumdar, Abhijan (Cognizant)" userId="4bb79d37-e6fa-4d15-9b62-cf35cbb2da07" providerId="ADAL" clId="{2072EFBA-5F06-4C9C-8519-738134FAE76F}" dt="2023-08-12T19:03:36.719" v="307" actId="5793"/>
          <ac:spMkLst>
            <pc:docMk/>
            <pc:sldMk cId="3087739682" sldId="287"/>
            <ac:spMk id="4" creationId="{00000000-0000-0000-0000-000000000000}"/>
          </ac:spMkLst>
        </pc:spChg>
        <pc:spChg chg="mod ord">
          <ac:chgData name="Majumdar, Abhijan (Cognizant)" userId="4bb79d37-e6fa-4d15-9b62-cf35cbb2da07" providerId="ADAL" clId="{2072EFBA-5F06-4C9C-8519-738134FAE76F}" dt="2023-08-12T19:03:40.440" v="313" actId="20577"/>
          <ac:spMkLst>
            <pc:docMk/>
            <pc:sldMk cId="3087739682" sldId="287"/>
            <ac:spMk id="7" creationId="{00000000-0000-0000-0000-000000000000}"/>
          </ac:spMkLst>
        </pc:spChg>
      </pc:sldChg>
      <pc:sldChg chg="addSp delSp modSp mod chgLayout">
        <pc:chgData name="Majumdar, Abhijan (Cognizant)" userId="4bb79d37-e6fa-4d15-9b62-cf35cbb2da07" providerId="ADAL" clId="{2072EFBA-5F06-4C9C-8519-738134FAE76F}" dt="2023-08-12T19:05:51.735" v="355" actId="1076"/>
        <pc:sldMkLst>
          <pc:docMk/>
          <pc:sldMk cId="4165365554" sldId="288"/>
        </pc:sldMkLst>
        <pc:spChg chg="mod">
          <ac:chgData name="Majumdar, Abhijan (Cognizant)" userId="4bb79d37-e6fa-4d15-9b62-cf35cbb2da07" providerId="ADAL" clId="{2072EFBA-5F06-4C9C-8519-738134FAE76F}" dt="2023-08-12T19:05:34.327" v="348" actId="1076"/>
          <ac:spMkLst>
            <pc:docMk/>
            <pc:sldMk cId="4165365554" sldId="288"/>
            <ac:spMk id="2" creationId="{00000000-0000-0000-0000-000000000000}"/>
          </ac:spMkLst>
        </pc:spChg>
        <pc:spChg chg="mod ord">
          <ac:chgData name="Majumdar, Abhijan (Cognizant)" userId="4bb79d37-e6fa-4d15-9b62-cf35cbb2da07" providerId="ADAL" clId="{2072EFBA-5F06-4C9C-8519-738134FAE76F}" dt="2023-08-12T19:05:51.735" v="355" actId="1076"/>
          <ac:spMkLst>
            <pc:docMk/>
            <pc:sldMk cId="4165365554" sldId="288"/>
            <ac:spMk id="3" creationId="{00000000-0000-0000-0000-000000000000}"/>
          </ac:spMkLst>
        </pc:spChg>
        <pc:spChg chg="mod ord">
          <ac:chgData name="Majumdar, Abhijan (Cognizant)" userId="4bb79d37-e6fa-4d15-9b62-cf35cbb2da07" providerId="ADAL" clId="{2072EFBA-5F06-4C9C-8519-738134FAE76F}" dt="2023-08-12T19:05:12.231" v="342" actId="700"/>
          <ac:spMkLst>
            <pc:docMk/>
            <pc:sldMk cId="4165365554" sldId="288"/>
            <ac:spMk id="5" creationId="{00000000-0000-0000-0000-000000000000}"/>
          </ac:spMkLst>
        </pc:spChg>
        <pc:spChg chg="mod ord">
          <ac:chgData name="Majumdar, Abhijan (Cognizant)" userId="4bb79d37-e6fa-4d15-9b62-cf35cbb2da07" providerId="ADAL" clId="{2072EFBA-5F06-4C9C-8519-738134FAE76F}" dt="2023-08-12T19:05:43.525" v="354" actId="20577"/>
          <ac:spMkLst>
            <pc:docMk/>
            <pc:sldMk cId="4165365554" sldId="288"/>
            <ac:spMk id="15" creationId="{00000000-0000-0000-0000-000000000000}"/>
          </ac:spMkLst>
        </pc:spChg>
        <pc:picChg chg="add mod">
          <ac:chgData name="Majumdar, Abhijan (Cognizant)" userId="4bb79d37-e6fa-4d15-9b62-cf35cbb2da07" providerId="ADAL" clId="{2072EFBA-5F06-4C9C-8519-738134FAE76F}" dt="2023-08-12T19:05:38.416" v="349" actId="1076"/>
          <ac:picMkLst>
            <pc:docMk/>
            <pc:sldMk cId="4165365554" sldId="288"/>
            <ac:picMk id="6" creationId="{A2E48F9D-9788-0AC9-90C3-613F61B5E8F6}"/>
          </ac:picMkLst>
        </pc:picChg>
        <pc:picChg chg="add mod">
          <ac:chgData name="Majumdar, Abhijan (Cognizant)" userId="4bb79d37-e6fa-4d15-9b62-cf35cbb2da07" providerId="ADAL" clId="{2072EFBA-5F06-4C9C-8519-738134FAE76F}" dt="2023-08-12T19:05:40.527" v="350" actId="1076"/>
          <ac:picMkLst>
            <pc:docMk/>
            <pc:sldMk cId="4165365554" sldId="288"/>
            <ac:picMk id="8" creationId="{72CDF525-7B82-D260-F77B-9571E0E55029}"/>
          </ac:picMkLst>
        </pc:picChg>
        <pc:picChg chg="del">
          <ac:chgData name="Majumdar, Abhijan (Cognizant)" userId="4bb79d37-e6fa-4d15-9b62-cf35cbb2da07" providerId="ADAL" clId="{2072EFBA-5F06-4C9C-8519-738134FAE76F}" dt="2023-07-25T19:57:47.908" v="6" actId="478"/>
          <ac:picMkLst>
            <pc:docMk/>
            <pc:sldMk cId="4165365554" sldId="288"/>
            <ac:picMk id="14" creationId="{00000000-0000-0000-0000-000000000000}"/>
          </ac:picMkLst>
        </pc:picChg>
      </pc:sldChg>
      <pc:sldChg chg="modSp mod chgLayout">
        <pc:chgData name="Majumdar, Abhijan (Cognizant)" userId="4bb79d37-e6fa-4d15-9b62-cf35cbb2da07" providerId="ADAL" clId="{2072EFBA-5F06-4C9C-8519-738134FAE76F}" dt="2023-08-12T19:08:28.929" v="381" actId="20577"/>
        <pc:sldMkLst>
          <pc:docMk/>
          <pc:sldMk cId="759377722" sldId="289"/>
        </pc:sldMkLst>
        <pc:spChg chg="mod ord">
          <ac:chgData name="Majumdar, Abhijan (Cognizant)" userId="4bb79d37-e6fa-4d15-9b62-cf35cbb2da07" providerId="ADAL" clId="{2072EFBA-5F06-4C9C-8519-738134FAE76F}" dt="2023-08-12T19:07:56.416" v="368" actId="700"/>
          <ac:spMkLst>
            <pc:docMk/>
            <pc:sldMk cId="759377722" sldId="289"/>
            <ac:spMk id="2" creationId="{00000000-0000-0000-0000-000000000000}"/>
          </ac:spMkLst>
        </pc:spChg>
        <pc:spChg chg="mod ord">
          <ac:chgData name="Majumdar, Abhijan (Cognizant)" userId="4bb79d37-e6fa-4d15-9b62-cf35cbb2da07" providerId="ADAL" clId="{2072EFBA-5F06-4C9C-8519-738134FAE76F}" dt="2023-08-12T19:08:22.435" v="376" actId="1076"/>
          <ac:spMkLst>
            <pc:docMk/>
            <pc:sldMk cId="759377722" sldId="289"/>
            <ac:spMk id="4" creationId="{00000000-0000-0000-0000-000000000000}"/>
          </ac:spMkLst>
        </pc:spChg>
        <pc:spChg chg="mod">
          <ac:chgData name="Majumdar, Abhijan (Cognizant)" userId="4bb79d37-e6fa-4d15-9b62-cf35cbb2da07" providerId="ADAL" clId="{2072EFBA-5F06-4C9C-8519-738134FAE76F}" dt="2023-08-12T19:08:16.886" v="373" actId="1076"/>
          <ac:spMkLst>
            <pc:docMk/>
            <pc:sldMk cId="759377722" sldId="289"/>
            <ac:spMk id="7" creationId="{00000000-0000-0000-0000-000000000000}"/>
          </ac:spMkLst>
        </pc:spChg>
        <pc:spChg chg="mod ord">
          <ac:chgData name="Majumdar, Abhijan (Cognizant)" userId="4bb79d37-e6fa-4d15-9b62-cf35cbb2da07" providerId="ADAL" clId="{2072EFBA-5F06-4C9C-8519-738134FAE76F}" dt="2023-08-12T19:08:28.929" v="381" actId="20577"/>
          <ac:spMkLst>
            <pc:docMk/>
            <pc:sldMk cId="759377722" sldId="289"/>
            <ac:spMk id="8" creationId="{00000000-0000-0000-0000-000000000000}"/>
          </ac:spMkLst>
        </pc:spChg>
        <pc:spChg chg="mod">
          <ac:chgData name="Majumdar, Abhijan (Cognizant)" userId="4bb79d37-e6fa-4d15-9b62-cf35cbb2da07" providerId="ADAL" clId="{2072EFBA-5F06-4C9C-8519-738134FAE76F}" dt="2023-08-12T19:08:05.481" v="371" actId="1076"/>
          <ac:spMkLst>
            <pc:docMk/>
            <pc:sldMk cId="759377722" sldId="289"/>
            <ac:spMk id="9" creationId="{00000000-0000-0000-0000-000000000000}"/>
          </ac:spMkLst>
        </pc:spChg>
        <pc:graphicFrameChg chg="mod">
          <ac:chgData name="Majumdar, Abhijan (Cognizant)" userId="4bb79d37-e6fa-4d15-9b62-cf35cbb2da07" providerId="ADAL" clId="{2072EFBA-5F06-4C9C-8519-738134FAE76F}" dt="2023-08-12T19:08:25.932" v="377" actId="1076"/>
          <ac:graphicFrameMkLst>
            <pc:docMk/>
            <pc:sldMk cId="759377722" sldId="289"/>
            <ac:graphicFrameMk id="5" creationId="{00000000-0000-0000-0000-000000000000}"/>
          </ac:graphicFrameMkLst>
        </pc:graphicFrameChg>
      </pc:sldChg>
      <pc:sldChg chg="addSp delSp modSp mod chgLayout">
        <pc:chgData name="Majumdar, Abhijan (Cognizant)" userId="4bb79d37-e6fa-4d15-9b62-cf35cbb2da07" providerId="ADAL" clId="{2072EFBA-5F06-4C9C-8519-738134FAE76F}" dt="2023-08-12T19:09:06.032" v="394" actId="20577"/>
        <pc:sldMkLst>
          <pc:docMk/>
          <pc:sldMk cId="2436392986" sldId="290"/>
        </pc:sldMkLst>
        <pc:spChg chg="mod ord">
          <ac:chgData name="Majumdar, Abhijan (Cognizant)" userId="4bb79d37-e6fa-4d15-9b62-cf35cbb2da07" providerId="ADAL" clId="{2072EFBA-5F06-4C9C-8519-738134FAE76F}" dt="2023-08-12T19:08:38.601" v="382" actId="700"/>
          <ac:spMkLst>
            <pc:docMk/>
            <pc:sldMk cId="2436392986" sldId="290"/>
            <ac:spMk id="2" creationId="{00000000-0000-0000-0000-000000000000}"/>
          </ac:spMkLst>
        </pc:spChg>
        <pc:spChg chg="mod ord">
          <ac:chgData name="Majumdar, Abhijan (Cognizant)" userId="4bb79d37-e6fa-4d15-9b62-cf35cbb2da07" providerId="ADAL" clId="{2072EFBA-5F06-4C9C-8519-738134FAE76F}" dt="2023-08-12T19:08:47.407" v="385" actId="1076"/>
          <ac:spMkLst>
            <pc:docMk/>
            <pc:sldMk cId="2436392986" sldId="290"/>
            <ac:spMk id="3" creationId="{00000000-0000-0000-0000-000000000000}"/>
          </ac:spMkLst>
        </pc:spChg>
        <pc:spChg chg="mod ord">
          <ac:chgData name="Majumdar, Abhijan (Cognizant)" userId="4bb79d37-e6fa-4d15-9b62-cf35cbb2da07" providerId="ADAL" clId="{2072EFBA-5F06-4C9C-8519-738134FAE76F}" dt="2023-08-12T19:08:59.984" v="389" actId="5793"/>
          <ac:spMkLst>
            <pc:docMk/>
            <pc:sldMk cId="2436392986" sldId="290"/>
            <ac:spMk id="4" creationId="{00000000-0000-0000-0000-000000000000}"/>
          </ac:spMkLst>
        </pc:spChg>
        <pc:spChg chg="del">
          <ac:chgData name="Majumdar, Abhijan (Cognizant)" userId="4bb79d37-e6fa-4d15-9b62-cf35cbb2da07" providerId="ADAL" clId="{2072EFBA-5F06-4C9C-8519-738134FAE76F}" dt="2023-07-25T20:02:33.964" v="32" actId="478"/>
          <ac:spMkLst>
            <pc:docMk/>
            <pc:sldMk cId="2436392986" sldId="290"/>
            <ac:spMk id="7" creationId="{00000000-0000-0000-0000-000000000000}"/>
          </ac:spMkLst>
        </pc:spChg>
        <pc:spChg chg="mod ord">
          <ac:chgData name="Majumdar, Abhijan (Cognizant)" userId="4bb79d37-e6fa-4d15-9b62-cf35cbb2da07" providerId="ADAL" clId="{2072EFBA-5F06-4C9C-8519-738134FAE76F}" dt="2023-08-12T19:09:06.032" v="394" actId="20577"/>
          <ac:spMkLst>
            <pc:docMk/>
            <pc:sldMk cId="2436392986" sldId="290"/>
            <ac:spMk id="15" creationId="{00000000-0000-0000-0000-000000000000}"/>
          </ac:spMkLst>
        </pc:spChg>
        <pc:picChg chg="add mod">
          <ac:chgData name="Majumdar, Abhijan (Cognizant)" userId="4bb79d37-e6fa-4d15-9b62-cf35cbb2da07" providerId="ADAL" clId="{2072EFBA-5F06-4C9C-8519-738134FAE76F}" dt="2023-08-12T19:09:04.180" v="390" actId="1076"/>
          <ac:picMkLst>
            <pc:docMk/>
            <pc:sldMk cId="2436392986" sldId="290"/>
            <ac:picMk id="5" creationId="{D925C24C-9B4A-39A5-6D48-2ECB210AC1C1}"/>
          </ac:picMkLst>
        </pc:picChg>
        <pc:picChg chg="del">
          <ac:chgData name="Majumdar, Abhijan (Cognizant)" userId="4bb79d37-e6fa-4d15-9b62-cf35cbb2da07" providerId="ADAL" clId="{2072EFBA-5F06-4C9C-8519-738134FAE76F}" dt="2023-07-25T20:02:31.641" v="30" actId="478"/>
          <ac:picMkLst>
            <pc:docMk/>
            <pc:sldMk cId="2436392986" sldId="290"/>
            <ac:picMk id="8" creationId="{00000000-0000-0000-0000-000000000000}"/>
          </ac:picMkLst>
        </pc:picChg>
      </pc:sldChg>
      <pc:sldChg chg="modSp mod chgLayout">
        <pc:chgData name="Majumdar, Abhijan (Cognizant)" userId="4bb79d37-e6fa-4d15-9b62-cf35cbb2da07" providerId="ADAL" clId="{2072EFBA-5F06-4C9C-8519-738134FAE76F}" dt="2023-08-12T19:10:06.315" v="414" actId="20577"/>
        <pc:sldMkLst>
          <pc:docMk/>
          <pc:sldMk cId="928621648" sldId="291"/>
        </pc:sldMkLst>
        <pc:spChg chg="mod ord">
          <ac:chgData name="Majumdar, Abhijan (Cognizant)" userId="4bb79d37-e6fa-4d15-9b62-cf35cbb2da07" providerId="ADAL" clId="{2072EFBA-5F06-4C9C-8519-738134FAE76F}" dt="2023-08-12T19:09:51.107" v="406" actId="700"/>
          <ac:spMkLst>
            <pc:docMk/>
            <pc:sldMk cId="928621648" sldId="291"/>
            <ac:spMk id="2" creationId="{00000000-0000-0000-0000-000000000000}"/>
          </ac:spMkLst>
        </pc:spChg>
        <pc:spChg chg="mod ord">
          <ac:chgData name="Majumdar, Abhijan (Cognizant)" userId="4bb79d37-e6fa-4d15-9b62-cf35cbb2da07" providerId="ADAL" clId="{2072EFBA-5F06-4C9C-8519-738134FAE76F}" dt="2023-08-12T19:10:00.106" v="409" actId="1076"/>
          <ac:spMkLst>
            <pc:docMk/>
            <pc:sldMk cId="928621648" sldId="291"/>
            <ac:spMk id="3" creationId="{00000000-0000-0000-0000-000000000000}"/>
          </ac:spMkLst>
        </pc:spChg>
        <pc:spChg chg="mod ord">
          <ac:chgData name="Majumdar, Abhijan (Cognizant)" userId="4bb79d37-e6fa-4d15-9b62-cf35cbb2da07" providerId="ADAL" clId="{2072EFBA-5F06-4C9C-8519-738134FAE76F}" dt="2023-08-12T19:10:03.970" v="410" actId="1076"/>
          <ac:spMkLst>
            <pc:docMk/>
            <pc:sldMk cId="928621648" sldId="291"/>
            <ac:spMk id="4" creationId="{00000000-0000-0000-0000-000000000000}"/>
          </ac:spMkLst>
        </pc:spChg>
        <pc:spChg chg="mod ord">
          <ac:chgData name="Majumdar, Abhijan (Cognizant)" userId="4bb79d37-e6fa-4d15-9b62-cf35cbb2da07" providerId="ADAL" clId="{2072EFBA-5F06-4C9C-8519-738134FAE76F}" dt="2023-08-12T19:10:06.315" v="414" actId="20577"/>
          <ac:spMkLst>
            <pc:docMk/>
            <pc:sldMk cId="928621648" sldId="291"/>
            <ac:spMk id="13" creationId="{00000000-0000-0000-0000-000000000000}"/>
          </ac:spMkLst>
        </pc:spChg>
      </pc:sldChg>
      <pc:sldChg chg="modSp mod chgLayout">
        <pc:chgData name="Majumdar, Abhijan (Cognizant)" userId="4bb79d37-e6fa-4d15-9b62-cf35cbb2da07" providerId="ADAL" clId="{2072EFBA-5F06-4C9C-8519-738134FAE76F}" dt="2023-08-12T19:10:29.970" v="423" actId="20577"/>
        <pc:sldMkLst>
          <pc:docMk/>
          <pc:sldMk cId="3996694154" sldId="292"/>
        </pc:sldMkLst>
        <pc:spChg chg="mod ord">
          <ac:chgData name="Majumdar, Abhijan (Cognizant)" userId="4bb79d37-e6fa-4d15-9b62-cf35cbb2da07" providerId="ADAL" clId="{2072EFBA-5F06-4C9C-8519-738134FAE76F}" dt="2023-08-12T19:10:24.588" v="418" actId="1076"/>
          <ac:spMkLst>
            <pc:docMk/>
            <pc:sldMk cId="3996694154" sldId="292"/>
            <ac:spMk id="3" creationId="{00000000-0000-0000-0000-000000000000}"/>
          </ac:spMkLst>
        </pc:spChg>
        <pc:spChg chg="mod ord">
          <ac:chgData name="Majumdar, Abhijan (Cognizant)" userId="4bb79d37-e6fa-4d15-9b62-cf35cbb2da07" providerId="ADAL" clId="{2072EFBA-5F06-4C9C-8519-738134FAE76F}" dt="2023-08-12T19:10:15.177" v="415" actId="700"/>
          <ac:spMkLst>
            <pc:docMk/>
            <pc:sldMk cId="3996694154" sldId="292"/>
            <ac:spMk id="4" creationId="{00000000-0000-0000-0000-000000000000}"/>
          </ac:spMkLst>
        </pc:spChg>
        <pc:spChg chg="mod ord">
          <ac:chgData name="Majumdar, Abhijan (Cognizant)" userId="4bb79d37-e6fa-4d15-9b62-cf35cbb2da07" providerId="ADAL" clId="{2072EFBA-5F06-4C9C-8519-738134FAE76F}" dt="2023-08-12T19:10:29.970" v="423" actId="20577"/>
          <ac:spMkLst>
            <pc:docMk/>
            <pc:sldMk cId="3996694154" sldId="292"/>
            <ac:spMk id="7" creationId="{00000000-0000-0000-0000-000000000000}"/>
          </ac:spMkLst>
        </pc:spChg>
        <pc:picChg chg="mod">
          <ac:chgData name="Majumdar, Abhijan (Cognizant)" userId="4bb79d37-e6fa-4d15-9b62-cf35cbb2da07" providerId="ADAL" clId="{2072EFBA-5F06-4C9C-8519-738134FAE76F}" dt="2023-08-12T19:10:28.038" v="419" actId="1076"/>
          <ac:picMkLst>
            <pc:docMk/>
            <pc:sldMk cId="3996694154" sldId="292"/>
            <ac:picMk id="2" creationId="{00000000-0000-0000-0000-000000000000}"/>
          </ac:picMkLst>
        </pc:picChg>
      </pc:sldChg>
      <pc:sldChg chg="modSp mod chgLayout">
        <pc:chgData name="Majumdar, Abhijan (Cognizant)" userId="4bb79d37-e6fa-4d15-9b62-cf35cbb2da07" providerId="ADAL" clId="{2072EFBA-5F06-4C9C-8519-738134FAE76F}" dt="2023-08-12T19:10:53.044" v="434" actId="20577"/>
        <pc:sldMkLst>
          <pc:docMk/>
          <pc:sldMk cId="2755045842" sldId="293"/>
        </pc:sldMkLst>
        <pc:spChg chg="mod ord">
          <ac:chgData name="Majumdar, Abhijan (Cognizant)" userId="4bb79d37-e6fa-4d15-9b62-cf35cbb2da07" providerId="ADAL" clId="{2072EFBA-5F06-4C9C-8519-738134FAE76F}" dt="2023-08-12T19:10:46.274" v="427" actId="1076"/>
          <ac:spMkLst>
            <pc:docMk/>
            <pc:sldMk cId="2755045842" sldId="293"/>
            <ac:spMk id="3" creationId="{00000000-0000-0000-0000-000000000000}"/>
          </ac:spMkLst>
        </pc:spChg>
        <pc:spChg chg="mod ord">
          <ac:chgData name="Majumdar, Abhijan (Cognizant)" userId="4bb79d37-e6fa-4d15-9b62-cf35cbb2da07" providerId="ADAL" clId="{2072EFBA-5F06-4C9C-8519-738134FAE76F}" dt="2023-08-12T19:10:37.305" v="424" actId="700"/>
          <ac:spMkLst>
            <pc:docMk/>
            <pc:sldMk cId="2755045842" sldId="293"/>
            <ac:spMk id="4" creationId="{00000000-0000-0000-0000-000000000000}"/>
          </ac:spMkLst>
        </pc:spChg>
        <pc:spChg chg="mod ord">
          <ac:chgData name="Majumdar, Abhijan (Cognizant)" userId="4bb79d37-e6fa-4d15-9b62-cf35cbb2da07" providerId="ADAL" clId="{2072EFBA-5F06-4C9C-8519-738134FAE76F}" dt="2023-08-12T19:10:53.044" v="434" actId="20577"/>
          <ac:spMkLst>
            <pc:docMk/>
            <pc:sldMk cId="2755045842" sldId="293"/>
            <ac:spMk id="7" creationId="{00000000-0000-0000-0000-000000000000}"/>
          </ac:spMkLst>
        </pc:spChg>
        <pc:picChg chg="mod">
          <ac:chgData name="Majumdar, Abhijan (Cognizant)" userId="4bb79d37-e6fa-4d15-9b62-cf35cbb2da07" providerId="ADAL" clId="{2072EFBA-5F06-4C9C-8519-738134FAE76F}" dt="2023-08-12T19:10:48.968" v="428" actId="1076"/>
          <ac:picMkLst>
            <pc:docMk/>
            <pc:sldMk cId="2755045842" sldId="293"/>
            <ac:picMk id="2" creationId="{00000000-0000-0000-0000-000000000000}"/>
          </ac:picMkLst>
        </pc:picChg>
      </pc:sldChg>
      <pc:sldChg chg="modSp mod chgLayout">
        <pc:chgData name="Majumdar, Abhijan (Cognizant)" userId="4bb79d37-e6fa-4d15-9b62-cf35cbb2da07" providerId="ADAL" clId="{2072EFBA-5F06-4C9C-8519-738134FAE76F}" dt="2023-08-12T16:32:05.826" v="169" actId="20577"/>
        <pc:sldMkLst>
          <pc:docMk/>
          <pc:sldMk cId="1197257502" sldId="296"/>
        </pc:sldMkLst>
        <pc:spChg chg="mod ord">
          <ac:chgData name="Majumdar, Abhijan (Cognizant)" userId="4bb79d37-e6fa-4d15-9b62-cf35cbb2da07" providerId="ADAL" clId="{2072EFBA-5F06-4C9C-8519-738134FAE76F}" dt="2023-08-12T16:31:50.820" v="161" actId="700"/>
          <ac:spMkLst>
            <pc:docMk/>
            <pc:sldMk cId="1197257502" sldId="296"/>
            <ac:spMk id="2" creationId="{00000000-0000-0000-0000-000000000000}"/>
          </ac:spMkLst>
        </pc:spChg>
        <pc:spChg chg="mod ord">
          <ac:chgData name="Majumdar, Abhijan (Cognizant)" userId="4bb79d37-e6fa-4d15-9b62-cf35cbb2da07" providerId="ADAL" clId="{2072EFBA-5F06-4C9C-8519-738134FAE76F}" dt="2023-08-12T16:32:05.826" v="169" actId="20577"/>
          <ac:spMkLst>
            <pc:docMk/>
            <pc:sldMk cId="1197257502" sldId="296"/>
            <ac:spMk id="6" creationId="{00000000-0000-0000-0000-000000000000}"/>
          </ac:spMkLst>
        </pc:spChg>
        <pc:spChg chg="mod">
          <ac:chgData name="Majumdar, Abhijan (Cognizant)" userId="4bb79d37-e6fa-4d15-9b62-cf35cbb2da07" providerId="ADAL" clId="{2072EFBA-5F06-4C9C-8519-738134FAE76F}" dt="2023-08-12T16:32:01.917" v="164" actId="1076"/>
          <ac:spMkLst>
            <pc:docMk/>
            <pc:sldMk cId="1197257502" sldId="296"/>
            <ac:spMk id="9" creationId="{00000000-0000-0000-0000-000000000000}"/>
          </ac:spMkLst>
        </pc:spChg>
        <pc:picChg chg="mod">
          <ac:chgData name="Majumdar, Abhijan (Cognizant)" userId="4bb79d37-e6fa-4d15-9b62-cf35cbb2da07" providerId="ADAL" clId="{2072EFBA-5F06-4C9C-8519-738134FAE76F}" dt="2023-08-12T16:32:04.243" v="165" actId="1076"/>
          <ac:picMkLst>
            <pc:docMk/>
            <pc:sldMk cId="1197257502" sldId="296"/>
            <ac:picMk id="7" creationId="{00000000-0000-0000-0000-000000000000}"/>
          </ac:picMkLst>
        </pc:picChg>
      </pc:sldChg>
      <pc:sldChg chg="modSp mod modClrScheme chgLayout">
        <pc:chgData name="Majumdar, Abhijan (Cognizant)" userId="4bb79d37-e6fa-4d15-9b62-cf35cbb2da07" providerId="ADAL" clId="{2072EFBA-5F06-4C9C-8519-738134FAE76F}" dt="2023-08-12T19:17:48.689" v="523" actId="20577"/>
        <pc:sldMkLst>
          <pc:docMk/>
          <pc:sldMk cId="1589853984" sldId="301"/>
        </pc:sldMkLst>
        <pc:spChg chg="mod ord">
          <ac:chgData name="Majumdar, Abhijan (Cognizant)" userId="4bb79d37-e6fa-4d15-9b62-cf35cbb2da07" providerId="ADAL" clId="{2072EFBA-5F06-4C9C-8519-738134FAE76F}" dt="2023-08-12T19:17:37.435" v="518" actId="1076"/>
          <ac:spMkLst>
            <pc:docMk/>
            <pc:sldMk cId="1589853984" sldId="301"/>
            <ac:spMk id="2" creationId="{00000000-0000-0000-0000-000000000000}"/>
          </ac:spMkLst>
        </pc:spChg>
        <pc:spChg chg="mod ord">
          <ac:chgData name="Majumdar, Abhijan (Cognizant)" userId="4bb79d37-e6fa-4d15-9b62-cf35cbb2da07" providerId="ADAL" clId="{2072EFBA-5F06-4C9C-8519-738134FAE76F}" dt="2023-08-12T19:17:34.285" v="517" actId="1076"/>
          <ac:spMkLst>
            <pc:docMk/>
            <pc:sldMk cId="1589853984" sldId="301"/>
            <ac:spMk id="3" creationId="{00000000-0000-0000-0000-000000000000}"/>
          </ac:spMkLst>
        </pc:spChg>
        <pc:spChg chg="mod ord">
          <ac:chgData name="Majumdar, Abhijan (Cognizant)" userId="4bb79d37-e6fa-4d15-9b62-cf35cbb2da07" providerId="ADAL" clId="{2072EFBA-5F06-4C9C-8519-738134FAE76F}" dt="2023-08-12T19:17:27.921" v="515" actId="700"/>
          <ac:spMkLst>
            <pc:docMk/>
            <pc:sldMk cId="1589853984" sldId="301"/>
            <ac:spMk id="4" creationId="{00000000-0000-0000-0000-000000000000}"/>
          </ac:spMkLst>
        </pc:spChg>
        <pc:spChg chg="mod ord">
          <ac:chgData name="Majumdar, Abhijan (Cognizant)" userId="4bb79d37-e6fa-4d15-9b62-cf35cbb2da07" providerId="ADAL" clId="{2072EFBA-5F06-4C9C-8519-738134FAE76F}" dt="2023-08-12T19:17:48.689" v="523" actId="20577"/>
          <ac:spMkLst>
            <pc:docMk/>
            <pc:sldMk cId="1589853984" sldId="301"/>
            <ac:spMk id="5" creationId="{00000000-0000-0000-0000-000000000000}"/>
          </ac:spMkLst>
        </pc:spChg>
        <pc:spChg chg="mod">
          <ac:chgData name="Majumdar, Abhijan (Cognizant)" userId="4bb79d37-e6fa-4d15-9b62-cf35cbb2da07" providerId="ADAL" clId="{2072EFBA-5F06-4C9C-8519-738134FAE76F}" dt="2023-08-12T19:17:45.566" v="519" actId="1076"/>
          <ac:spMkLst>
            <pc:docMk/>
            <pc:sldMk cId="1589853984" sldId="301"/>
            <ac:spMk id="7" creationId="{00000000-0000-0000-0000-000000000000}"/>
          </ac:spMkLst>
        </pc:spChg>
      </pc:sldChg>
      <pc:sldChg chg="addSp delSp modSp mod modClrScheme chgLayout">
        <pc:chgData name="Majumdar, Abhijan (Cognizant)" userId="4bb79d37-e6fa-4d15-9b62-cf35cbb2da07" providerId="ADAL" clId="{2072EFBA-5F06-4C9C-8519-738134FAE76F}" dt="2023-08-12T19:02:42.626" v="290" actId="20577"/>
        <pc:sldMkLst>
          <pc:docMk/>
          <pc:sldMk cId="2138484459" sldId="302"/>
        </pc:sldMkLst>
        <pc:spChg chg="add del mod ord">
          <ac:chgData name="Majumdar, Abhijan (Cognizant)" userId="4bb79d37-e6fa-4d15-9b62-cf35cbb2da07" providerId="ADAL" clId="{2072EFBA-5F06-4C9C-8519-738134FAE76F}" dt="2023-08-12T19:02:10.284" v="280" actId="21"/>
          <ac:spMkLst>
            <pc:docMk/>
            <pc:sldMk cId="2138484459" sldId="302"/>
            <ac:spMk id="2" creationId="{B39332B2-7BA0-CC91-CDF1-B6A4CF8F2ADE}"/>
          </ac:spMkLst>
        </pc:spChg>
        <pc:spChg chg="add del mod ord">
          <ac:chgData name="Majumdar, Abhijan (Cognizant)" userId="4bb79d37-e6fa-4d15-9b62-cf35cbb2da07" providerId="ADAL" clId="{2072EFBA-5F06-4C9C-8519-738134FAE76F}" dt="2023-08-12T19:02:14.923" v="281" actId="21"/>
          <ac:spMkLst>
            <pc:docMk/>
            <pc:sldMk cId="2138484459" sldId="302"/>
            <ac:spMk id="3" creationId="{D71D3F7F-8CD4-8D4F-9CF1-4458DE7376C7}"/>
          </ac:spMkLst>
        </pc:spChg>
        <pc:spChg chg="mod ord">
          <ac:chgData name="Majumdar, Abhijan (Cognizant)" userId="4bb79d37-e6fa-4d15-9b62-cf35cbb2da07" providerId="ADAL" clId="{2072EFBA-5F06-4C9C-8519-738134FAE76F}" dt="2023-08-12T19:02:42.626" v="290" actId="20577"/>
          <ac:spMkLst>
            <pc:docMk/>
            <pc:sldMk cId="2138484459" sldId="302"/>
            <ac:spMk id="4" creationId="{00000000-0000-0000-0000-000000000000}"/>
          </ac:spMkLst>
        </pc:spChg>
        <pc:spChg chg="mod ord">
          <ac:chgData name="Majumdar, Abhijan (Cognizant)" userId="4bb79d37-e6fa-4d15-9b62-cf35cbb2da07" providerId="ADAL" clId="{2072EFBA-5F06-4C9C-8519-738134FAE76F}" dt="2023-08-12T19:02:08.202" v="279" actId="700"/>
          <ac:spMkLst>
            <pc:docMk/>
            <pc:sldMk cId="2138484459" sldId="302"/>
            <ac:spMk id="5" creationId="{00000000-0000-0000-0000-000000000000}"/>
          </ac:spMkLst>
        </pc:spChg>
        <pc:spChg chg="mod">
          <ac:chgData name="Majumdar, Abhijan (Cognizant)" userId="4bb79d37-e6fa-4d15-9b62-cf35cbb2da07" providerId="ADAL" clId="{2072EFBA-5F06-4C9C-8519-738134FAE76F}" dt="2023-08-12T19:02:40.331" v="286" actId="1076"/>
          <ac:spMkLst>
            <pc:docMk/>
            <pc:sldMk cId="2138484459" sldId="302"/>
            <ac:spMk id="6" creationId="{00000000-0000-0000-0000-000000000000}"/>
          </ac:spMkLst>
        </pc:spChg>
        <pc:spChg chg="add mod ord">
          <ac:chgData name="Majumdar, Abhijan (Cognizant)" userId="4bb79d37-e6fa-4d15-9b62-cf35cbb2da07" providerId="ADAL" clId="{2072EFBA-5F06-4C9C-8519-738134FAE76F}" dt="2023-08-12T19:02:08.202" v="279" actId="700"/>
          <ac:spMkLst>
            <pc:docMk/>
            <pc:sldMk cId="2138484459" sldId="302"/>
            <ac:spMk id="7" creationId="{8CB0ED8B-B669-3AB0-4A30-F2A916C5BD0F}"/>
          </ac:spMkLst>
        </pc:spChg>
      </pc:sldChg>
      <pc:sldChg chg="modSp mod chgLayout">
        <pc:chgData name="Majumdar, Abhijan (Cognizant)" userId="4bb79d37-e6fa-4d15-9b62-cf35cbb2da07" providerId="ADAL" clId="{2072EFBA-5F06-4C9C-8519-738134FAE76F}" dt="2023-08-12T19:01:26.949" v="264" actId="1076"/>
        <pc:sldMkLst>
          <pc:docMk/>
          <pc:sldMk cId="3545442381" sldId="303"/>
        </pc:sldMkLst>
        <pc:spChg chg="mod ord">
          <ac:chgData name="Majumdar, Abhijan (Cognizant)" userId="4bb79d37-e6fa-4d15-9b62-cf35cbb2da07" providerId="ADAL" clId="{2072EFBA-5F06-4C9C-8519-738134FAE76F}" dt="2023-08-12T19:00:58.757" v="254" actId="700"/>
          <ac:spMkLst>
            <pc:docMk/>
            <pc:sldMk cId="3545442381" sldId="303"/>
            <ac:spMk id="2" creationId="{00000000-0000-0000-0000-000000000000}"/>
          </ac:spMkLst>
        </pc:spChg>
        <pc:spChg chg="mod ord">
          <ac:chgData name="Majumdar, Abhijan (Cognizant)" userId="4bb79d37-e6fa-4d15-9b62-cf35cbb2da07" providerId="ADAL" clId="{2072EFBA-5F06-4C9C-8519-738134FAE76F}" dt="2023-08-12T19:01:26.949" v="264" actId="1076"/>
          <ac:spMkLst>
            <pc:docMk/>
            <pc:sldMk cId="3545442381" sldId="303"/>
            <ac:spMk id="3" creationId="{00000000-0000-0000-0000-000000000000}"/>
          </ac:spMkLst>
        </pc:spChg>
        <pc:spChg chg="mod ord">
          <ac:chgData name="Majumdar, Abhijan (Cognizant)" userId="4bb79d37-e6fa-4d15-9b62-cf35cbb2da07" providerId="ADAL" clId="{2072EFBA-5F06-4C9C-8519-738134FAE76F}" dt="2023-08-12T19:01:17.156" v="259" actId="1076"/>
          <ac:spMkLst>
            <pc:docMk/>
            <pc:sldMk cId="3545442381" sldId="303"/>
            <ac:spMk id="4" creationId="{00000000-0000-0000-0000-000000000000}"/>
          </ac:spMkLst>
        </pc:spChg>
        <pc:spChg chg="mod ord">
          <ac:chgData name="Majumdar, Abhijan (Cognizant)" userId="4bb79d37-e6fa-4d15-9b62-cf35cbb2da07" providerId="ADAL" clId="{2072EFBA-5F06-4C9C-8519-738134FAE76F}" dt="2023-08-12T19:01:19.467" v="263" actId="20577"/>
          <ac:spMkLst>
            <pc:docMk/>
            <pc:sldMk cId="3545442381" sldId="303"/>
            <ac:spMk id="7" creationId="{00000000-0000-0000-0000-000000000000}"/>
          </ac:spMkLst>
        </pc:spChg>
      </pc:sldChg>
      <pc:sldChg chg="modSp mod chgLayout">
        <pc:chgData name="Majumdar, Abhijan (Cognizant)" userId="4bb79d37-e6fa-4d15-9b62-cf35cbb2da07" providerId="ADAL" clId="{2072EFBA-5F06-4C9C-8519-738134FAE76F}" dt="2023-08-12T16:31:39.866" v="160" actId="20577"/>
        <pc:sldMkLst>
          <pc:docMk/>
          <pc:sldMk cId="3700550903" sldId="304"/>
        </pc:sldMkLst>
        <pc:spChg chg="mod ord">
          <ac:chgData name="Majumdar, Abhijan (Cognizant)" userId="4bb79d37-e6fa-4d15-9b62-cf35cbb2da07" providerId="ADAL" clId="{2072EFBA-5F06-4C9C-8519-738134FAE76F}" dt="2023-08-12T16:31:34.515" v="154" actId="5793"/>
          <ac:spMkLst>
            <pc:docMk/>
            <pc:sldMk cId="3700550903" sldId="304"/>
            <ac:spMk id="2" creationId="{00000000-0000-0000-0000-000000000000}"/>
          </ac:spMkLst>
        </pc:spChg>
        <pc:spChg chg="mod ord">
          <ac:chgData name="Majumdar, Abhijan (Cognizant)" userId="4bb79d37-e6fa-4d15-9b62-cf35cbb2da07" providerId="ADAL" clId="{2072EFBA-5F06-4C9C-8519-738134FAE76F}" dt="2023-08-12T16:31:18.899" v="148" actId="700"/>
          <ac:spMkLst>
            <pc:docMk/>
            <pc:sldMk cId="3700550903" sldId="304"/>
            <ac:spMk id="4" creationId="{00000000-0000-0000-0000-000000000000}"/>
          </ac:spMkLst>
        </pc:spChg>
        <pc:spChg chg="mod ord">
          <ac:chgData name="Majumdar, Abhijan (Cognizant)" userId="4bb79d37-e6fa-4d15-9b62-cf35cbb2da07" providerId="ADAL" clId="{2072EFBA-5F06-4C9C-8519-738134FAE76F}" dt="2023-08-12T16:31:39.866" v="160" actId="20577"/>
          <ac:spMkLst>
            <pc:docMk/>
            <pc:sldMk cId="3700550903" sldId="304"/>
            <ac:spMk id="5" creationId="{00000000-0000-0000-0000-000000000000}"/>
          </ac:spMkLst>
        </pc:spChg>
        <pc:spChg chg="mod ord">
          <ac:chgData name="Majumdar, Abhijan (Cognizant)" userId="4bb79d37-e6fa-4d15-9b62-cf35cbb2da07" providerId="ADAL" clId="{2072EFBA-5F06-4C9C-8519-738134FAE76F}" dt="2023-08-12T16:31:29.636" v="151" actId="1076"/>
          <ac:spMkLst>
            <pc:docMk/>
            <pc:sldMk cId="3700550903" sldId="304"/>
            <ac:spMk id="7" creationId="{00000000-0000-0000-0000-000000000000}"/>
          </ac:spMkLst>
        </pc:spChg>
      </pc:sldChg>
      <pc:sldChg chg="modSp mod chgLayout">
        <pc:chgData name="Majumdar, Abhijan (Cognizant)" userId="4bb79d37-e6fa-4d15-9b62-cf35cbb2da07" providerId="ADAL" clId="{2072EFBA-5F06-4C9C-8519-738134FAE76F}" dt="2023-08-12T18:50:20.452" v="200" actId="20577"/>
        <pc:sldMkLst>
          <pc:docMk/>
          <pc:sldMk cId="3485892531" sldId="305"/>
        </pc:sldMkLst>
        <pc:spChg chg="mod ord">
          <ac:chgData name="Majumdar, Abhijan (Cognizant)" userId="4bb79d37-e6fa-4d15-9b62-cf35cbb2da07" providerId="ADAL" clId="{2072EFBA-5F06-4C9C-8519-738134FAE76F}" dt="2023-08-12T18:50:07.481" v="194" actId="1076"/>
          <ac:spMkLst>
            <pc:docMk/>
            <pc:sldMk cId="3485892531" sldId="305"/>
            <ac:spMk id="2" creationId="{00000000-0000-0000-0000-000000000000}"/>
          </ac:spMkLst>
        </pc:spChg>
        <pc:spChg chg="mod ord">
          <ac:chgData name="Majumdar, Abhijan (Cognizant)" userId="4bb79d37-e6fa-4d15-9b62-cf35cbb2da07" providerId="ADAL" clId="{2072EFBA-5F06-4C9C-8519-738134FAE76F}" dt="2023-08-12T18:50:04.431" v="193" actId="1076"/>
          <ac:spMkLst>
            <pc:docMk/>
            <pc:sldMk cId="3485892531" sldId="305"/>
            <ac:spMk id="3" creationId="{00000000-0000-0000-0000-000000000000}"/>
          </ac:spMkLst>
        </pc:spChg>
        <pc:spChg chg="mod ord">
          <ac:chgData name="Majumdar, Abhijan (Cognizant)" userId="4bb79d37-e6fa-4d15-9b62-cf35cbb2da07" providerId="ADAL" clId="{2072EFBA-5F06-4C9C-8519-738134FAE76F}" dt="2023-08-12T18:49:56.018" v="190" actId="700"/>
          <ac:spMkLst>
            <pc:docMk/>
            <pc:sldMk cId="3485892531" sldId="305"/>
            <ac:spMk id="4" creationId="{00000000-0000-0000-0000-000000000000}"/>
          </ac:spMkLst>
        </pc:spChg>
        <pc:spChg chg="mod ord">
          <ac:chgData name="Majumdar, Abhijan (Cognizant)" userId="4bb79d37-e6fa-4d15-9b62-cf35cbb2da07" providerId="ADAL" clId="{2072EFBA-5F06-4C9C-8519-738134FAE76F}" dt="2023-08-12T18:50:20.452" v="200" actId="20577"/>
          <ac:spMkLst>
            <pc:docMk/>
            <pc:sldMk cId="3485892531" sldId="305"/>
            <ac:spMk id="7" creationId="{00000000-0000-0000-0000-000000000000}"/>
          </ac:spMkLst>
        </pc:spChg>
        <pc:picChg chg="mod">
          <ac:chgData name="Majumdar, Abhijan (Cognizant)" userId="4bb79d37-e6fa-4d15-9b62-cf35cbb2da07" providerId="ADAL" clId="{2072EFBA-5F06-4C9C-8519-738134FAE76F}" dt="2023-08-12T18:50:12.822" v="195" actId="1076"/>
          <ac:picMkLst>
            <pc:docMk/>
            <pc:sldMk cId="3485892531" sldId="305"/>
            <ac:picMk id="5" creationId="{00000000-0000-0000-0000-000000000000}"/>
          </ac:picMkLst>
        </pc:picChg>
        <pc:picChg chg="mod">
          <ac:chgData name="Majumdar, Abhijan (Cognizant)" userId="4bb79d37-e6fa-4d15-9b62-cf35cbb2da07" providerId="ADAL" clId="{2072EFBA-5F06-4C9C-8519-738134FAE76F}" dt="2023-08-12T18:50:17.441" v="196" actId="1076"/>
          <ac:picMkLst>
            <pc:docMk/>
            <pc:sldMk cId="3485892531" sldId="305"/>
            <ac:picMk id="6" creationId="{00000000-0000-0000-0000-000000000000}"/>
          </ac:picMkLst>
        </pc:picChg>
      </pc:sldChg>
      <pc:sldChg chg="modSp mod chgLayout">
        <pc:chgData name="Majumdar, Abhijan (Cognizant)" userId="4bb79d37-e6fa-4d15-9b62-cf35cbb2da07" providerId="ADAL" clId="{2072EFBA-5F06-4C9C-8519-738134FAE76F}" dt="2023-08-12T18:52:08.819" v="233" actId="20577"/>
        <pc:sldMkLst>
          <pc:docMk/>
          <pc:sldMk cId="2312290016" sldId="307"/>
        </pc:sldMkLst>
        <pc:spChg chg="mod ord">
          <ac:chgData name="Majumdar, Abhijan (Cognizant)" userId="4bb79d37-e6fa-4d15-9b62-cf35cbb2da07" providerId="ADAL" clId="{2072EFBA-5F06-4C9C-8519-738134FAE76F}" dt="2023-08-12T18:51:51.951" v="225" actId="700"/>
          <ac:spMkLst>
            <pc:docMk/>
            <pc:sldMk cId="2312290016" sldId="307"/>
            <ac:spMk id="2" creationId="{00000000-0000-0000-0000-000000000000}"/>
          </ac:spMkLst>
        </pc:spChg>
        <pc:spChg chg="mod ord">
          <ac:chgData name="Majumdar, Abhijan (Cognizant)" userId="4bb79d37-e6fa-4d15-9b62-cf35cbb2da07" providerId="ADAL" clId="{2072EFBA-5F06-4C9C-8519-738134FAE76F}" dt="2023-08-12T18:52:04.391" v="229" actId="1076"/>
          <ac:spMkLst>
            <pc:docMk/>
            <pc:sldMk cId="2312290016" sldId="307"/>
            <ac:spMk id="3" creationId="{00000000-0000-0000-0000-000000000000}"/>
          </ac:spMkLst>
        </pc:spChg>
        <pc:spChg chg="mod ord">
          <ac:chgData name="Majumdar, Abhijan (Cognizant)" userId="4bb79d37-e6fa-4d15-9b62-cf35cbb2da07" providerId="ADAL" clId="{2072EFBA-5F06-4C9C-8519-738134FAE76F}" dt="2023-08-12T18:51:51.951" v="225" actId="700"/>
          <ac:spMkLst>
            <pc:docMk/>
            <pc:sldMk cId="2312290016" sldId="307"/>
            <ac:spMk id="4" creationId="{00000000-0000-0000-0000-000000000000}"/>
          </ac:spMkLst>
        </pc:spChg>
        <pc:spChg chg="mod ord">
          <ac:chgData name="Majumdar, Abhijan (Cognizant)" userId="4bb79d37-e6fa-4d15-9b62-cf35cbb2da07" providerId="ADAL" clId="{2072EFBA-5F06-4C9C-8519-738134FAE76F}" dt="2023-08-12T18:52:08.819" v="233" actId="20577"/>
          <ac:spMkLst>
            <pc:docMk/>
            <pc:sldMk cId="2312290016" sldId="307"/>
            <ac:spMk id="7" creationId="{00000000-0000-0000-0000-000000000000}"/>
          </ac:spMkLst>
        </pc:spChg>
      </pc:sldChg>
      <pc:sldChg chg="modSp mod chgLayout">
        <pc:chgData name="Majumdar, Abhijan (Cognizant)" userId="4bb79d37-e6fa-4d15-9b62-cf35cbb2da07" providerId="ADAL" clId="{2072EFBA-5F06-4C9C-8519-738134FAE76F}" dt="2023-08-12T19:01:55.063" v="276" actId="20577"/>
        <pc:sldMkLst>
          <pc:docMk/>
          <pc:sldMk cId="1613238155" sldId="308"/>
        </pc:sldMkLst>
        <pc:spChg chg="mod ord">
          <ac:chgData name="Majumdar, Abhijan (Cognizant)" userId="4bb79d37-e6fa-4d15-9b62-cf35cbb2da07" providerId="ADAL" clId="{2072EFBA-5F06-4C9C-8519-738134FAE76F}" dt="2023-08-12T19:01:33.804" v="265" actId="700"/>
          <ac:spMkLst>
            <pc:docMk/>
            <pc:sldMk cId="1613238155" sldId="308"/>
            <ac:spMk id="2" creationId="{00000000-0000-0000-0000-000000000000}"/>
          </ac:spMkLst>
        </pc:spChg>
        <pc:spChg chg="mod ord">
          <ac:chgData name="Majumdar, Abhijan (Cognizant)" userId="4bb79d37-e6fa-4d15-9b62-cf35cbb2da07" providerId="ADAL" clId="{2072EFBA-5F06-4C9C-8519-738134FAE76F}" dt="2023-08-12T19:01:48.903" v="271" actId="1076"/>
          <ac:spMkLst>
            <pc:docMk/>
            <pc:sldMk cId="1613238155" sldId="308"/>
            <ac:spMk id="3" creationId="{00000000-0000-0000-0000-000000000000}"/>
          </ac:spMkLst>
        </pc:spChg>
        <pc:spChg chg="mod ord">
          <ac:chgData name="Majumdar, Abhijan (Cognizant)" userId="4bb79d37-e6fa-4d15-9b62-cf35cbb2da07" providerId="ADAL" clId="{2072EFBA-5F06-4C9C-8519-738134FAE76F}" dt="2023-08-12T19:01:53.029" v="272" actId="1076"/>
          <ac:spMkLst>
            <pc:docMk/>
            <pc:sldMk cId="1613238155" sldId="308"/>
            <ac:spMk id="4" creationId="{00000000-0000-0000-0000-000000000000}"/>
          </ac:spMkLst>
        </pc:spChg>
        <pc:spChg chg="mod ord">
          <ac:chgData name="Majumdar, Abhijan (Cognizant)" userId="4bb79d37-e6fa-4d15-9b62-cf35cbb2da07" providerId="ADAL" clId="{2072EFBA-5F06-4C9C-8519-738134FAE76F}" dt="2023-08-12T19:01:55.063" v="276" actId="20577"/>
          <ac:spMkLst>
            <pc:docMk/>
            <pc:sldMk cId="1613238155" sldId="308"/>
            <ac:spMk id="7" creationId="{00000000-0000-0000-0000-000000000000}"/>
          </ac:spMkLst>
        </pc:spChg>
      </pc:sldChg>
      <pc:sldChg chg="modSp mod chgLayout">
        <pc:chgData name="Majumdar, Abhijan (Cognizant)" userId="4bb79d37-e6fa-4d15-9b62-cf35cbb2da07" providerId="ADAL" clId="{2072EFBA-5F06-4C9C-8519-738134FAE76F}" dt="2023-08-12T19:04:22.137" v="329" actId="20577"/>
        <pc:sldMkLst>
          <pc:docMk/>
          <pc:sldMk cId="2667771349" sldId="309"/>
        </pc:sldMkLst>
        <pc:spChg chg="mod ord">
          <ac:chgData name="Majumdar, Abhijan (Cognizant)" userId="4bb79d37-e6fa-4d15-9b62-cf35cbb2da07" providerId="ADAL" clId="{2072EFBA-5F06-4C9C-8519-738134FAE76F}" dt="2023-08-12T19:03:48.976" v="314" actId="700"/>
          <ac:spMkLst>
            <pc:docMk/>
            <pc:sldMk cId="2667771349" sldId="309"/>
            <ac:spMk id="2" creationId="{00000000-0000-0000-0000-000000000000}"/>
          </ac:spMkLst>
        </pc:spChg>
        <pc:spChg chg="mod ord">
          <ac:chgData name="Majumdar, Abhijan (Cognizant)" userId="4bb79d37-e6fa-4d15-9b62-cf35cbb2da07" providerId="ADAL" clId="{2072EFBA-5F06-4C9C-8519-738134FAE76F}" dt="2023-08-12T19:04:02.616" v="319" actId="1076"/>
          <ac:spMkLst>
            <pc:docMk/>
            <pc:sldMk cId="2667771349" sldId="309"/>
            <ac:spMk id="3" creationId="{00000000-0000-0000-0000-000000000000}"/>
          </ac:spMkLst>
        </pc:spChg>
        <pc:spChg chg="mod ord">
          <ac:chgData name="Majumdar, Abhijan (Cognizant)" userId="4bb79d37-e6fa-4d15-9b62-cf35cbb2da07" providerId="ADAL" clId="{2072EFBA-5F06-4C9C-8519-738134FAE76F}" dt="2023-08-12T19:04:17.744" v="325" actId="20577"/>
          <ac:spMkLst>
            <pc:docMk/>
            <pc:sldMk cId="2667771349" sldId="309"/>
            <ac:spMk id="4" creationId="{00000000-0000-0000-0000-000000000000}"/>
          </ac:spMkLst>
        </pc:spChg>
        <pc:spChg chg="mod ord">
          <ac:chgData name="Majumdar, Abhijan (Cognizant)" userId="4bb79d37-e6fa-4d15-9b62-cf35cbb2da07" providerId="ADAL" clId="{2072EFBA-5F06-4C9C-8519-738134FAE76F}" dt="2023-08-12T19:04:22.137" v="329" actId="20577"/>
          <ac:spMkLst>
            <pc:docMk/>
            <pc:sldMk cId="2667771349" sldId="309"/>
            <ac:spMk id="7" creationId="{00000000-0000-0000-0000-000000000000}"/>
          </ac:spMkLst>
        </pc:spChg>
      </pc:sldChg>
      <pc:sldChg chg="addSp delSp modSp mod modClrScheme chgLayout">
        <pc:chgData name="Majumdar, Abhijan (Cognizant)" userId="4bb79d37-e6fa-4d15-9b62-cf35cbb2da07" providerId="ADAL" clId="{2072EFBA-5F06-4C9C-8519-738134FAE76F}" dt="2023-08-12T19:07:50.320" v="367" actId="1076"/>
        <pc:sldMkLst>
          <pc:docMk/>
          <pc:sldMk cId="3314258490" sldId="314"/>
        </pc:sldMkLst>
        <pc:spChg chg="mod ord">
          <ac:chgData name="Majumdar, Abhijan (Cognizant)" userId="4bb79d37-e6fa-4d15-9b62-cf35cbb2da07" providerId="ADAL" clId="{2072EFBA-5F06-4C9C-8519-738134FAE76F}" dt="2023-08-12T19:07:31.858" v="359" actId="1076"/>
          <ac:spMkLst>
            <pc:docMk/>
            <pc:sldMk cId="3314258490" sldId="314"/>
            <ac:spMk id="3" creationId="{00000000-0000-0000-0000-000000000000}"/>
          </ac:spMkLst>
        </pc:spChg>
        <pc:spChg chg="mod ord">
          <ac:chgData name="Majumdar, Abhijan (Cognizant)" userId="4bb79d37-e6fa-4d15-9b62-cf35cbb2da07" providerId="ADAL" clId="{2072EFBA-5F06-4C9C-8519-738134FAE76F}" dt="2023-08-12T19:07:40.898" v="362" actId="5793"/>
          <ac:spMkLst>
            <pc:docMk/>
            <pc:sldMk cId="3314258490" sldId="314"/>
            <ac:spMk id="4" creationId="{00000000-0000-0000-0000-000000000000}"/>
          </ac:spMkLst>
        </pc:spChg>
        <pc:spChg chg="mod ord">
          <ac:chgData name="Majumdar, Abhijan (Cognizant)" userId="4bb79d37-e6fa-4d15-9b62-cf35cbb2da07" providerId="ADAL" clId="{2072EFBA-5F06-4C9C-8519-738134FAE76F}" dt="2023-08-12T19:07:21.891" v="356" actId="700"/>
          <ac:spMkLst>
            <pc:docMk/>
            <pc:sldMk cId="3314258490" sldId="314"/>
            <ac:spMk id="5" creationId="{00000000-0000-0000-0000-000000000000}"/>
          </ac:spMkLst>
        </pc:spChg>
        <pc:spChg chg="mod ord">
          <ac:chgData name="Majumdar, Abhijan (Cognizant)" userId="4bb79d37-e6fa-4d15-9b62-cf35cbb2da07" providerId="ADAL" clId="{2072EFBA-5F06-4C9C-8519-738134FAE76F}" dt="2023-08-12T19:07:45.307" v="366" actId="20577"/>
          <ac:spMkLst>
            <pc:docMk/>
            <pc:sldMk cId="3314258490" sldId="314"/>
            <ac:spMk id="15" creationId="{00000000-0000-0000-0000-000000000000}"/>
          </ac:spMkLst>
        </pc:spChg>
        <pc:spChg chg="add del mod">
          <ac:chgData name="Majumdar, Abhijan (Cognizant)" userId="4bb79d37-e6fa-4d15-9b62-cf35cbb2da07" providerId="ADAL" clId="{2072EFBA-5F06-4C9C-8519-738134FAE76F}" dt="2023-07-25T19:59:29.002" v="26" actId="26606"/>
          <ac:spMkLst>
            <pc:docMk/>
            <pc:sldMk cId="3314258490" sldId="314"/>
            <ac:spMk id="20" creationId="{C3A5F609-6009-D42E-A4C7-AA5D260BDE86}"/>
          </ac:spMkLst>
        </pc:spChg>
        <pc:spChg chg="add del mod">
          <ac:chgData name="Majumdar, Abhijan (Cognizant)" userId="4bb79d37-e6fa-4d15-9b62-cf35cbb2da07" providerId="ADAL" clId="{2072EFBA-5F06-4C9C-8519-738134FAE76F}" dt="2023-07-25T19:59:29.002" v="26" actId="26606"/>
          <ac:spMkLst>
            <pc:docMk/>
            <pc:sldMk cId="3314258490" sldId="314"/>
            <ac:spMk id="22" creationId="{F2D4D140-4486-DA9D-6071-124B49046884}"/>
          </ac:spMkLst>
        </pc:spChg>
        <pc:picChg chg="add mod ord">
          <ac:chgData name="Majumdar, Abhijan (Cognizant)" userId="4bb79d37-e6fa-4d15-9b62-cf35cbb2da07" providerId="ADAL" clId="{2072EFBA-5F06-4C9C-8519-738134FAE76F}" dt="2023-08-12T19:07:50.320" v="367" actId="1076"/>
          <ac:picMkLst>
            <pc:docMk/>
            <pc:sldMk cId="3314258490" sldId="314"/>
            <ac:picMk id="2" creationId="{6D5FAB04-5681-8034-AEA2-202E5797E228}"/>
          </ac:picMkLst>
        </pc:picChg>
        <pc:picChg chg="del">
          <ac:chgData name="Majumdar, Abhijan (Cognizant)" userId="4bb79d37-e6fa-4d15-9b62-cf35cbb2da07" providerId="ADAL" clId="{2072EFBA-5F06-4C9C-8519-738134FAE76F}" dt="2023-07-25T19:59:21.996" v="22" actId="478"/>
          <ac:picMkLst>
            <pc:docMk/>
            <pc:sldMk cId="3314258490" sldId="314"/>
            <ac:picMk id="14" creationId="{00000000-0000-0000-0000-000000000000}"/>
          </ac:picMkLst>
        </pc:picChg>
      </pc:sldChg>
      <pc:sldChg chg="modSp mod chgLayout">
        <pc:chgData name="Majumdar, Abhijan (Cognizant)" userId="4bb79d37-e6fa-4d15-9b62-cf35cbb2da07" providerId="ADAL" clId="{2072EFBA-5F06-4C9C-8519-738134FAE76F}" dt="2023-08-12T16:26:57.895" v="76" actId="20577"/>
        <pc:sldMkLst>
          <pc:docMk/>
          <pc:sldMk cId="2216453476" sldId="315"/>
        </pc:sldMkLst>
        <pc:spChg chg="mod ord">
          <ac:chgData name="Majumdar, Abhijan (Cognizant)" userId="4bb79d37-e6fa-4d15-9b62-cf35cbb2da07" providerId="ADAL" clId="{2072EFBA-5F06-4C9C-8519-738134FAE76F}" dt="2023-08-12T16:26:53.770" v="71" actId="1076"/>
          <ac:spMkLst>
            <pc:docMk/>
            <pc:sldMk cId="2216453476" sldId="315"/>
            <ac:spMk id="2" creationId="{00000000-0000-0000-0000-000000000000}"/>
          </ac:spMkLst>
        </pc:spChg>
        <pc:spChg chg="mod ord">
          <ac:chgData name="Majumdar, Abhijan (Cognizant)" userId="4bb79d37-e6fa-4d15-9b62-cf35cbb2da07" providerId="ADAL" clId="{2072EFBA-5F06-4C9C-8519-738134FAE76F}" dt="2023-08-12T16:26:56.298" v="72" actId="1076"/>
          <ac:spMkLst>
            <pc:docMk/>
            <pc:sldMk cId="2216453476" sldId="315"/>
            <ac:spMk id="3" creationId="{00000000-0000-0000-0000-000000000000}"/>
          </ac:spMkLst>
        </pc:spChg>
        <pc:spChg chg="mod ord">
          <ac:chgData name="Majumdar, Abhijan (Cognizant)" userId="4bb79d37-e6fa-4d15-9b62-cf35cbb2da07" providerId="ADAL" clId="{2072EFBA-5F06-4C9C-8519-738134FAE76F}" dt="2023-08-12T16:26:57.895" v="76" actId="20577"/>
          <ac:spMkLst>
            <pc:docMk/>
            <pc:sldMk cId="2216453476" sldId="315"/>
            <ac:spMk id="4" creationId="{00000000-0000-0000-0000-000000000000}"/>
          </ac:spMkLst>
        </pc:spChg>
        <pc:spChg chg="mod ord">
          <ac:chgData name="Majumdar, Abhijan (Cognizant)" userId="4bb79d37-e6fa-4d15-9b62-cf35cbb2da07" providerId="ADAL" clId="{2072EFBA-5F06-4C9C-8519-738134FAE76F}" dt="2023-08-12T16:26:01.875" v="68" actId="700"/>
          <ac:spMkLst>
            <pc:docMk/>
            <pc:sldMk cId="2216453476" sldId="315"/>
            <ac:spMk id="5" creationId="{00000000-0000-0000-0000-000000000000}"/>
          </ac:spMkLst>
        </pc:spChg>
      </pc:sldChg>
      <pc:sldChg chg="modSp mod modClrScheme chgLayout">
        <pc:chgData name="Majumdar, Abhijan (Cognizant)" userId="4bb79d37-e6fa-4d15-9b62-cf35cbb2da07" providerId="ADAL" clId="{2072EFBA-5F06-4C9C-8519-738134FAE76F}" dt="2023-08-12T19:18:23.519" v="532" actId="20577"/>
        <pc:sldMkLst>
          <pc:docMk/>
          <pc:sldMk cId="783234258" sldId="316"/>
        </pc:sldMkLst>
        <pc:spChg chg="mod">
          <ac:chgData name="Majumdar, Abhijan (Cognizant)" userId="4bb79d37-e6fa-4d15-9b62-cf35cbb2da07" providerId="ADAL" clId="{2072EFBA-5F06-4C9C-8519-738134FAE76F}" dt="2023-08-12T19:18:11.594" v="528" actId="1076"/>
          <ac:spMkLst>
            <pc:docMk/>
            <pc:sldMk cId="783234258" sldId="316"/>
            <ac:spMk id="2" creationId="{00000000-0000-0000-0000-000000000000}"/>
          </ac:spMkLst>
        </pc:spChg>
        <pc:spChg chg="mod ord">
          <ac:chgData name="Majumdar, Abhijan (Cognizant)" userId="4bb79d37-e6fa-4d15-9b62-cf35cbb2da07" providerId="ADAL" clId="{2072EFBA-5F06-4C9C-8519-738134FAE76F}" dt="2023-08-12T19:18:14.625" v="529" actId="1076"/>
          <ac:spMkLst>
            <pc:docMk/>
            <pc:sldMk cId="783234258" sldId="316"/>
            <ac:spMk id="3" creationId="{00000000-0000-0000-0000-000000000000}"/>
          </ac:spMkLst>
        </pc:spChg>
        <pc:spChg chg="mod ord">
          <ac:chgData name="Majumdar, Abhijan (Cognizant)" userId="4bb79d37-e6fa-4d15-9b62-cf35cbb2da07" providerId="ADAL" clId="{2072EFBA-5F06-4C9C-8519-738134FAE76F}" dt="2023-08-12T19:18:23.519" v="532" actId="20577"/>
          <ac:spMkLst>
            <pc:docMk/>
            <pc:sldMk cId="783234258" sldId="316"/>
            <ac:spMk id="4" creationId="{00000000-0000-0000-0000-000000000000}"/>
          </ac:spMkLst>
        </pc:spChg>
        <pc:spChg chg="mod ord">
          <ac:chgData name="Majumdar, Abhijan (Cognizant)" userId="4bb79d37-e6fa-4d15-9b62-cf35cbb2da07" providerId="ADAL" clId="{2072EFBA-5F06-4C9C-8519-738134FAE76F}" dt="2023-08-12T19:17:55.955" v="524" actId="700"/>
          <ac:spMkLst>
            <pc:docMk/>
            <pc:sldMk cId="783234258" sldId="316"/>
            <ac:spMk id="5" creationId="{00000000-0000-0000-0000-000000000000}"/>
          </ac:spMkLst>
        </pc:spChg>
      </pc:sldChg>
      <pc:sldChg chg="addSp delSp modSp mod modClrScheme chgLayout">
        <pc:chgData name="Majumdar, Abhijan (Cognizant)" userId="4bb79d37-e6fa-4d15-9b62-cf35cbb2da07" providerId="ADAL" clId="{2072EFBA-5F06-4C9C-8519-738134FAE76F}" dt="2023-08-12T19:09:44.576" v="405" actId="20577"/>
        <pc:sldMkLst>
          <pc:docMk/>
          <pc:sldMk cId="2038561181" sldId="319"/>
        </pc:sldMkLst>
        <pc:spChg chg="add del mod ord">
          <ac:chgData name="Majumdar, Abhijan (Cognizant)" userId="4bb79d37-e6fa-4d15-9b62-cf35cbb2da07" providerId="ADAL" clId="{2072EFBA-5F06-4C9C-8519-738134FAE76F}" dt="2023-08-12T19:09:16.085" v="396" actId="21"/>
          <ac:spMkLst>
            <pc:docMk/>
            <pc:sldMk cId="2038561181" sldId="319"/>
            <ac:spMk id="2" creationId="{FC403284-69D9-ABB3-904E-A5F3533268BE}"/>
          </ac:spMkLst>
        </pc:spChg>
        <pc:spChg chg="add del mod ord">
          <ac:chgData name="Majumdar, Abhijan (Cognizant)" userId="4bb79d37-e6fa-4d15-9b62-cf35cbb2da07" providerId="ADAL" clId="{2072EFBA-5F06-4C9C-8519-738134FAE76F}" dt="2023-08-12T19:09:18.999" v="397" actId="21"/>
          <ac:spMkLst>
            <pc:docMk/>
            <pc:sldMk cId="2038561181" sldId="319"/>
            <ac:spMk id="3" creationId="{502083AF-5111-9AE2-9A0E-96BC47E39DE5}"/>
          </ac:spMkLst>
        </pc:spChg>
        <pc:spChg chg="mod ord">
          <ac:chgData name="Majumdar, Abhijan (Cognizant)" userId="4bb79d37-e6fa-4d15-9b62-cf35cbb2da07" providerId="ADAL" clId="{2072EFBA-5F06-4C9C-8519-738134FAE76F}" dt="2023-08-12T19:09:44.576" v="405" actId="20577"/>
          <ac:spMkLst>
            <pc:docMk/>
            <pc:sldMk cId="2038561181" sldId="319"/>
            <ac:spMk id="4" creationId="{00000000-0000-0000-0000-000000000000}"/>
          </ac:spMkLst>
        </pc:spChg>
        <pc:spChg chg="mod ord">
          <ac:chgData name="Majumdar, Abhijan (Cognizant)" userId="4bb79d37-e6fa-4d15-9b62-cf35cbb2da07" providerId="ADAL" clId="{2072EFBA-5F06-4C9C-8519-738134FAE76F}" dt="2023-08-12T19:09:12.161" v="395" actId="700"/>
          <ac:spMkLst>
            <pc:docMk/>
            <pc:sldMk cId="2038561181" sldId="319"/>
            <ac:spMk id="5" creationId="{00000000-0000-0000-0000-000000000000}"/>
          </ac:spMkLst>
        </pc:spChg>
        <pc:spChg chg="mod">
          <ac:chgData name="Majumdar, Abhijan (Cognizant)" userId="4bb79d37-e6fa-4d15-9b62-cf35cbb2da07" providerId="ADAL" clId="{2072EFBA-5F06-4C9C-8519-738134FAE76F}" dt="2023-08-12T19:09:40.526" v="401" actId="20577"/>
          <ac:spMkLst>
            <pc:docMk/>
            <pc:sldMk cId="2038561181" sldId="319"/>
            <ac:spMk id="6" creationId="{00000000-0000-0000-0000-000000000000}"/>
          </ac:spMkLst>
        </pc:spChg>
        <pc:spChg chg="add mod ord">
          <ac:chgData name="Majumdar, Abhijan (Cognizant)" userId="4bb79d37-e6fa-4d15-9b62-cf35cbb2da07" providerId="ADAL" clId="{2072EFBA-5F06-4C9C-8519-738134FAE76F}" dt="2023-08-12T19:09:12.161" v="395" actId="700"/>
          <ac:spMkLst>
            <pc:docMk/>
            <pc:sldMk cId="2038561181" sldId="319"/>
            <ac:spMk id="7" creationId="{8A5ACA10-2593-A0DD-8D02-9B889DD84EB1}"/>
          </ac:spMkLst>
        </pc:spChg>
      </pc:sldChg>
      <pc:sldChg chg="addSp delSp modSp mod modClrScheme chgLayout">
        <pc:chgData name="Majumdar, Abhijan (Cognizant)" userId="4bb79d37-e6fa-4d15-9b62-cf35cbb2da07" providerId="ADAL" clId="{2072EFBA-5F06-4C9C-8519-738134FAE76F}" dt="2023-08-12T19:04:58.391" v="341" actId="20577"/>
        <pc:sldMkLst>
          <pc:docMk/>
          <pc:sldMk cId="602159663" sldId="320"/>
        </pc:sldMkLst>
        <pc:spChg chg="add del mod ord">
          <ac:chgData name="Majumdar, Abhijan (Cognizant)" userId="4bb79d37-e6fa-4d15-9b62-cf35cbb2da07" providerId="ADAL" clId="{2072EFBA-5F06-4C9C-8519-738134FAE76F}" dt="2023-08-12T19:04:31.980" v="331" actId="21"/>
          <ac:spMkLst>
            <pc:docMk/>
            <pc:sldMk cId="602159663" sldId="320"/>
            <ac:spMk id="2" creationId="{54F04227-F39E-D27C-F080-BE0CFE63B189}"/>
          </ac:spMkLst>
        </pc:spChg>
        <pc:spChg chg="add del mod ord">
          <ac:chgData name="Majumdar, Abhijan (Cognizant)" userId="4bb79d37-e6fa-4d15-9b62-cf35cbb2da07" providerId="ADAL" clId="{2072EFBA-5F06-4C9C-8519-738134FAE76F}" dt="2023-08-12T19:04:34.870" v="332" actId="21"/>
          <ac:spMkLst>
            <pc:docMk/>
            <pc:sldMk cId="602159663" sldId="320"/>
            <ac:spMk id="3" creationId="{795A1A94-8471-87BE-98FF-C0AB0CA26000}"/>
          </ac:spMkLst>
        </pc:spChg>
        <pc:spChg chg="mod ord">
          <ac:chgData name="Majumdar, Abhijan (Cognizant)" userId="4bb79d37-e6fa-4d15-9b62-cf35cbb2da07" providerId="ADAL" clId="{2072EFBA-5F06-4C9C-8519-738134FAE76F}" dt="2023-08-12T19:04:58.391" v="341" actId="20577"/>
          <ac:spMkLst>
            <pc:docMk/>
            <pc:sldMk cId="602159663" sldId="320"/>
            <ac:spMk id="4" creationId="{00000000-0000-0000-0000-000000000000}"/>
          </ac:spMkLst>
        </pc:spChg>
        <pc:spChg chg="mod ord">
          <ac:chgData name="Majumdar, Abhijan (Cognizant)" userId="4bb79d37-e6fa-4d15-9b62-cf35cbb2da07" providerId="ADAL" clId="{2072EFBA-5F06-4C9C-8519-738134FAE76F}" dt="2023-08-12T19:04:28.241" v="330" actId="700"/>
          <ac:spMkLst>
            <pc:docMk/>
            <pc:sldMk cId="602159663" sldId="320"/>
            <ac:spMk id="5" creationId="{00000000-0000-0000-0000-000000000000}"/>
          </ac:spMkLst>
        </pc:spChg>
        <pc:spChg chg="mod">
          <ac:chgData name="Majumdar, Abhijan (Cognizant)" userId="4bb79d37-e6fa-4d15-9b62-cf35cbb2da07" providerId="ADAL" clId="{2072EFBA-5F06-4C9C-8519-738134FAE76F}" dt="2023-08-12T19:04:55.625" v="337" actId="1076"/>
          <ac:spMkLst>
            <pc:docMk/>
            <pc:sldMk cId="602159663" sldId="320"/>
            <ac:spMk id="6" creationId="{00000000-0000-0000-0000-000000000000}"/>
          </ac:spMkLst>
        </pc:spChg>
        <pc:spChg chg="add mod ord">
          <ac:chgData name="Majumdar, Abhijan (Cognizant)" userId="4bb79d37-e6fa-4d15-9b62-cf35cbb2da07" providerId="ADAL" clId="{2072EFBA-5F06-4C9C-8519-738134FAE76F}" dt="2023-08-12T19:04:28.241" v="330" actId="700"/>
          <ac:spMkLst>
            <pc:docMk/>
            <pc:sldMk cId="602159663" sldId="320"/>
            <ac:spMk id="7" creationId="{460D40C2-E17B-516C-8F98-B47DEEA90A3D}"/>
          </ac:spMkLst>
        </pc:spChg>
      </pc:sldChg>
      <pc:sldChg chg="addSp delSp modSp mod modClrScheme chgLayout">
        <pc:chgData name="Majumdar, Abhijan (Cognizant)" userId="4bb79d37-e6fa-4d15-9b62-cf35cbb2da07" providerId="ADAL" clId="{2072EFBA-5F06-4C9C-8519-738134FAE76F}" dt="2023-08-12T18:49:12.889" v="179" actId="20577"/>
        <pc:sldMkLst>
          <pc:docMk/>
          <pc:sldMk cId="3243054588" sldId="321"/>
        </pc:sldMkLst>
        <pc:spChg chg="add del mod ord">
          <ac:chgData name="Majumdar, Abhijan (Cognizant)" userId="4bb79d37-e6fa-4d15-9b62-cf35cbb2da07" providerId="ADAL" clId="{2072EFBA-5F06-4C9C-8519-738134FAE76F}" dt="2023-08-12T18:48:52.333" v="171" actId="21"/>
          <ac:spMkLst>
            <pc:docMk/>
            <pc:sldMk cId="3243054588" sldId="321"/>
            <ac:spMk id="2" creationId="{C4E5E6E6-C1BC-F5E4-1AFD-84B6A8C18E9E}"/>
          </ac:spMkLst>
        </pc:spChg>
        <pc:spChg chg="add del mod ord">
          <ac:chgData name="Majumdar, Abhijan (Cognizant)" userId="4bb79d37-e6fa-4d15-9b62-cf35cbb2da07" providerId="ADAL" clId="{2072EFBA-5F06-4C9C-8519-738134FAE76F}" dt="2023-08-12T18:48:55.647" v="172" actId="21"/>
          <ac:spMkLst>
            <pc:docMk/>
            <pc:sldMk cId="3243054588" sldId="321"/>
            <ac:spMk id="3" creationId="{64FCFD34-5A59-49B2-979E-F1094166CD3A}"/>
          </ac:spMkLst>
        </pc:spChg>
        <pc:spChg chg="mod ord">
          <ac:chgData name="Majumdar, Abhijan (Cognizant)" userId="4bb79d37-e6fa-4d15-9b62-cf35cbb2da07" providerId="ADAL" clId="{2072EFBA-5F06-4C9C-8519-738134FAE76F}" dt="2023-08-12T18:49:12.889" v="179" actId="20577"/>
          <ac:spMkLst>
            <pc:docMk/>
            <pc:sldMk cId="3243054588" sldId="321"/>
            <ac:spMk id="4" creationId="{00000000-0000-0000-0000-000000000000}"/>
          </ac:spMkLst>
        </pc:spChg>
        <pc:spChg chg="mod ord">
          <ac:chgData name="Majumdar, Abhijan (Cognizant)" userId="4bb79d37-e6fa-4d15-9b62-cf35cbb2da07" providerId="ADAL" clId="{2072EFBA-5F06-4C9C-8519-738134FAE76F}" dt="2023-08-12T18:48:49.668" v="170" actId="700"/>
          <ac:spMkLst>
            <pc:docMk/>
            <pc:sldMk cId="3243054588" sldId="321"/>
            <ac:spMk id="5" creationId="{00000000-0000-0000-0000-000000000000}"/>
          </ac:spMkLst>
        </pc:spChg>
        <pc:spChg chg="mod">
          <ac:chgData name="Majumdar, Abhijan (Cognizant)" userId="4bb79d37-e6fa-4d15-9b62-cf35cbb2da07" providerId="ADAL" clId="{2072EFBA-5F06-4C9C-8519-738134FAE76F}" dt="2023-08-12T18:49:09.908" v="175" actId="1076"/>
          <ac:spMkLst>
            <pc:docMk/>
            <pc:sldMk cId="3243054588" sldId="321"/>
            <ac:spMk id="6" creationId="{00000000-0000-0000-0000-000000000000}"/>
          </ac:spMkLst>
        </pc:spChg>
        <pc:spChg chg="add mod ord">
          <ac:chgData name="Majumdar, Abhijan (Cognizant)" userId="4bb79d37-e6fa-4d15-9b62-cf35cbb2da07" providerId="ADAL" clId="{2072EFBA-5F06-4C9C-8519-738134FAE76F}" dt="2023-08-12T18:48:49.668" v="170" actId="700"/>
          <ac:spMkLst>
            <pc:docMk/>
            <pc:sldMk cId="3243054588" sldId="321"/>
            <ac:spMk id="7" creationId="{E171AE39-1E77-F1C8-1FB8-A4A45DEAB220}"/>
          </ac:spMkLst>
        </pc:spChg>
      </pc:sldChg>
      <pc:sldChg chg="addSp delSp modSp mod modClrScheme chgLayout">
        <pc:chgData name="Majumdar, Abhijan (Cognizant)" userId="4bb79d37-e6fa-4d15-9b62-cf35cbb2da07" providerId="ADAL" clId="{2072EFBA-5F06-4C9C-8519-738134FAE76F}" dt="2023-08-12T18:52:42.946" v="243" actId="20577"/>
        <pc:sldMkLst>
          <pc:docMk/>
          <pc:sldMk cId="3278340786" sldId="322"/>
        </pc:sldMkLst>
        <pc:spChg chg="add del mod ord">
          <ac:chgData name="Majumdar, Abhijan (Cognizant)" userId="4bb79d37-e6fa-4d15-9b62-cf35cbb2da07" providerId="ADAL" clId="{2072EFBA-5F06-4C9C-8519-738134FAE76F}" dt="2023-08-12T18:52:18" v="235" actId="21"/>
          <ac:spMkLst>
            <pc:docMk/>
            <pc:sldMk cId="3278340786" sldId="322"/>
            <ac:spMk id="2" creationId="{2D648BD8-7A24-2F8B-76AB-4E6397242E12}"/>
          </ac:spMkLst>
        </pc:spChg>
        <pc:spChg chg="add del mod ord">
          <ac:chgData name="Majumdar, Abhijan (Cognizant)" userId="4bb79d37-e6fa-4d15-9b62-cf35cbb2da07" providerId="ADAL" clId="{2072EFBA-5F06-4C9C-8519-738134FAE76F}" dt="2023-08-12T18:52:20.612" v="236" actId="21"/>
          <ac:spMkLst>
            <pc:docMk/>
            <pc:sldMk cId="3278340786" sldId="322"/>
            <ac:spMk id="3" creationId="{CAB9DD9D-8ADF-9D94-6F03-B61AAAD1FEC7}"/>
          </ac:spMkLst>
        </pc:spChg>
        <pc:spChg chg="mod ord">
          <ac:chgData name="Majumdar, Abhijan (Cognizant)" userId="4bb79d37-e6fa-4d15-9b62-cf35cbb2da07" providerId="ADAL" clId="{2072EFBA-5F06-4C9C-8519-738134FAE76F}" dt="2023-08-12T18:52:42.946" v="243" actId="20577"/>
          <ac:spMkLst>
            <pc:docMk/>
            <pc:sldMk cId="3278340786" sldId="322"/>
            <ac:spMk id="4" creationId="{00000000-0000-0000-0000-000000000000}"/>
          </ac:spMkLst>
        </pc:spChg>
        <pc:spChg chg="mod ord">
          <ac:chgData name="Majumdar, Abhijan (Cognizant)" userId="4bb79d37-e6fa-4d15-9b62-cf35cbb2da07" providerId="ADAL" clId="{2072EFBA-5F06-4C9C-8519-738134FAE76F}" dt="2023-08-12T18:52:14.428" v="234" actId="700"/>
          <ac:spMkLst>
            <pc:docMk/>
            <pc:sldMk cId="3278340786" sldId="322"/>
            <ac:spMk id="5" creationId="{00000000-0000-0000-0000-000000000000}"/>
          </ac:spMkLst>
        </pc:spChg>
        <pc:spChg chg="mod">
          <ac:chgData name="Majumdar, Abhijan (Cognizant)" userId="4bb79d37-e6fa-4d15-9b62-cf35cbb2da07" providerId="ADAL" clId="{2072EFBA-5F06-4C9C-8519-738134FAE76F}" dt="2023-08-12T18:52:38.363" v="239" actId="1076"/>
          <ac:spMkLst>
            <pc:docMk/>
            <pc:sldMk cId="3278340786" sldId="322"/>
            <ac:spMk id="6" creationId="{00000000-0000-0000-0000-000000000000}"/>
          </ac:spMkLst>
        </pc:spChg>
        <pc:spChg chg="add mod ord">
          <ac:chgData name="Majumdar, Abhijan (Cognizant)" userId="4bb79d37-e6fa-4d15-9b62-cf35cbb2da07" providerId="ADAL" clId="{2072EFBA-5F06-4C9C-8519-738134FAE76F}" dt="2023-08-12T18:52:14.428" v="234" actId="700"/>
          <ac:spMkLst>
            <pc:docMk/>
            <pc:sldMk cId="3278340786" sldId="322"/>
            <ac:spMk id="7" creationId="{330CBBDF-8AA0-4193-675F-4AD786C78D5C}"/>
          </ac:spMkLst>
        </pc:spChg>
      </pc:sldChg>
      <pc:sldChg chg="modSp mod chgLayout">
        <pc:chgData name="Majumdar, Abhijan (Cognizant)" userId="4bb79d37-e6fa-4d15-9b62-cf35cbb2da07" providerId="ADAL" clId="{2072EFBA-5F06-4C9C-8519-738134FAE76F}" dt="2023-08-12T16:28:30.147" v="113" actId="1076"/>
        <pc:sldMkLst>
          <pc:docMk/>
          <pc:sldMk cId="3964451976" sldId="323"/>
        </pc:sldMkLst>
        <pc:spChg chg="mod ord">
          <ac:chgData name="Majumdar, Abhijan (Cognizant)" userId="4bb79d37-e6fa-4d15-9b62-cf35cbb2da07" providerId="ADAL" clId="{2072EFBA-5F06-4C9C-8519-738134FAE76F}" dt="2023-08-12T16:28:19.171" v="107" actId="1076"/>
          <ac:spMkLst>
            <pc:docMk/>
            <pc:sldMk cId="3964451976" sldId="323"/>
            <ac:spMk id="3" creationId="{00000000-0000-0000-0000-000000000000}"/>
          </ac:spMkLst>
        </pc:spChg>
        <pc:spChg chg="mod ord">
          <ac:chgData name="Majumdar, Abhijan (Cognizant)" userId="4bb79d37-e6fa-4d15-9b62-cf35cbb2da07" providerId="ADAL" clId="{2072EFBA-5F06-4C9C-8519-738134FAE76F}" dt="2023-08-12T16:28:11.157" v="104" actId="700"/>
          <ac:spMkLst>
            <pc:docMk/>
            <pc:sldMk cId="3964451976" sldId="323"/>
            <ac:spMk id="4" creationId="{00000000-0000-0000-0000-000000000000}"/>
          </ac:spMkLst>
        </pc:spChg>
        <pc:spChg chg="mod ord">
          <ac:chgData name="Majumdar, Abhijan (Cognizant)" userId="4bb79d37-e6fa-4d15-9b62-cf35cbb2da07" providerId="ADAL" clId="{2072EFBA-5F06-4C9C-8519-738134FAE76F}" dt="2023-08-12T16:28:25.806" v="112" actId="20577"/>
          <ac:spMkLst>
            <pc:docMk/>
            <pc:sldMk cId="3964451976" sldId="323"/>
            <ac:spMk id="9" creationId="{00000000-0000-0000-0000-000000000000}"/>
          </ac:spMkLst>
        </pc:spChg>
        <pc:spChg chg="mod ord">
          <ac:chgData name="Majumdar, Abhijan (Cognizant)" userId="4bb79d37-e6fa-4d15-9b62-cf35cbb2da07" providerId="ADAL" clId="{2072EFBA-5F06-4C9C-8519-738134FAE76F}" dt="2023-08-12T16:28:30.147" v="113" actId="1076"/>
          <ac:spMkLst>
            <pc:docMk/>
            <pc:sldMk cId="3964451976" sldId="323"/>
            <ac:spMk id="10" creationId="{00000000-0000-0000-0000-000000000000}"/>
          </ac:spMkLst>
        </pc:spChg>
      </pc:sldChg>
      <pc:sldChg chg="addSp delSp modSp mod modClrScheme chgLayout">
        <pc:chgData name="Majumdar, Abhijan (Cognizant)" userId="4bb79d37-e6fa-4d15-9b62-cf35cbb2da07" providerId="ADAL" clId="{2072EFBA-5F06-4C9C-8519-738134FAE76F}" dt="2023-08-12T16:29:23.164" v="125" actId="20577"/>
        <pc:sldMkLst>
          <pc:docMk/>
          <pc:sldMk cId="3228656535" sldId="324"/>
        </pc:sldMkLst>
        <pc:spChg chg="add del mod ord">
          <ac:chgData name="Majumdar, Abhijan (Cognizant)" userId="4bb79d37-e6fa-4d15-9b62-cf35cbb2da07" providerId="ADAL" clId="{2072EFBA-5F06-4C9C-8519-738134FAE76F}" dt="2023-08-12T16:28:57.449" v="115" actId="21"/>
          <ac:spMkLst>
            <pc:docMk/>
            <pc:sldMk cId="3228656535" sldId="324"/>
            <ac:spMk id="2" creationId="{F014A9BA-2007-5094-F11F-BA8DDD79B8BF}"/>
          </ac:spMkLst>
        </pc:spChg>
        <pc:spChg chg="add del mod ord">
          <ac:chgData name="Majumdar, Abhijan (Cognizant)" userId="4bb79d37-e6fa-4d15-9b62-cf35cbb2da07" providerId="ADAL" clId="{2072EFBA-5F06-4C9C-8519-738134FAE76F}" dt="2023-08-12T16:28:59.881" v="116" actId="21"/>
          <ac:spMkLst>
            <pc:docMk/>
            <pc:sldMk cId="3228656535" sldId="324"/>
            <ac:spMk id="3" creationId="{9DBBB51A-785C-3EC1-0870-251ECA7EBB93}"/>
          </ac:spMkLst>
        </pc:spChg>
        <pc:spChg chg="mod ord">
          <ac:chgData name="Majumdar, Abhijan (Cognizant)" userId="4bb79d37-e6fa-4d15-9b62-cf35cbb2da07" providerId="ADAL" clId="{2072EFBA-5F06-4C9C-8519-738134FAE76F}" dt="2023-08-12T16:29:23.164" v="125" actId="20577"/>
          <ac:spMkLst>
            <pc:docMk/>
            <pc:sldMk cId="3228656535" sldId="324"/>
            <ac:spMk id="4" creationId="{00000000-0000-0000-0000-000000000000}"/>
          </ac:spMkLst>
        </pc:spChg>
        <pc:spChg chg="mod ord">
          <ac:chgData name="Majumdar, Abhijan (Cognizant)" userId="4bb79d37-e6fa-4d15-9b62-cf35cbb2da07" providerId="ADAL" clId="{2072EFBA-5F06-4C9C-8519-738134FAE76F}" dt="2023-08-12T16:28:53.373" v="114" actId="700"/>
          <ac:spMkLst>
            <pc:docMk/>
            <pc:sldMk cId="3228656535" sldId="324"/>
            <ac:spMk id="5" creationId="{00000000-0000-0000-0000-000000000000}"/>
          </ac:spMkLst>
        </pc:spChg>
        <pc:spChg chg="mod">
          <ac:chgData name="Majumdar, Abhijan (Cognizant)" userId="4bb79d37-e6fa-4d15-9b62-cf35cbb2da07" providerId="ADAL" clId="{2072EFBA-5F06-4C9C-8519-738134FAE76F}" dt="2023-08-12T16:29:21.137" v="121" actId="1076"/>
          <ac:spMkLst>
            <pc:docMk/>
            <pc:sldMk cId="3228656535" sldId="324"/>
            <ac:spMk id="6" creationId="{00000000-0000-0000-0000-000000000000}"/>
          </ac:spMkLst>
        </pc:spChg>
        <pc:spChg chg="add mod ord">
          <ac:chgData name="Majumdar, Abhijan (Cognizant)" userId="4bb79d37-e6fa-4d15-9b62-cf35cbb2da07" providerId="ADAL" clId="{2072EFBA-5F06-4C9C-8519-738134FAE76F}" dt="2023-08-12T16:28:53.373" v="114" actId="700"/>
          <ac:spMkLst>
            <pc:docMk/>
            <pc:sldMk cId="3228656535" sldId="324"/>
            <ac:spMk id="7" creationId="{1916E1AB-0270-C127-47BF-6F4EED0F5BAA}"/>
          </ac:spMkLst>
        </pc:spChg>
      </pc:sldChg>
      <pc:sldChg chg="modSp mod modClrScheme chgLayout">
        <pc:chgData name="Majumdar, Abhijan (Cognizant)" userId="4bb79d37-e6fa-4d15-9b62-cf35cbb2da07" providerId="ADAL" clId="{2072EFBA-5F06-4C9C-8519-738134FAE76F}" dt="2023-08-12T19:19:16.609" v="541" actId="20577"/>
        <pc:sldMkLst>
          <pc:docMk/>
          <pc:sldMk cId="528178824" sldId="325"/>
        </pc:sldMkLst>
        <pc:spChg chg="mod ord">
          <ac:chgData name="Majumdar, Abhijan (Cognizant)" userId="4bb79d37-e6fa-4d15-9b62-cf35cbb2da07" providerId="ADAL" clId="{2072EFBA-5F06-4C9C-8519-738134FAE76F}" dt="2023-08-12T19:12:15.402" v="443" actId="1076"/>
          <ac:spMkLst>
            <pc:docMk/>
            <pc:sldMk cId="528178824" sldId="325"/>
            <ac:spMk id="2" creationId="{00000000-0000-0000-0000-000000000000}"/>
          </ac:spMkLst>
        </pc:spChg>
        <pc:spChg chg="mod">
          <ac:chgData name="Majumdar, Abhijan (Cognizant)" userId="4bb79d37-e6fa-4d15-9b62-cf35cbb2da07" providerId="ADAL" clId="{2072EFBA-5F06-4C9C-8519-738134FAE76F}" dt="2023-08-12T19:12:27.930" v="448" actId="20577"/>
          <ac:spMkLst>
            <pc:docMk/>
            <pc:sldMk cId="528178824" sldId="325"/>
            <ac:spMk id="5" creationId="{00000000-0000-0000-0000-000000000000}"/>
          </ac:spMkLst>
        </pc:spChg>
        <pc:spChg chg="mod ord">
          <ac:chgData name="Majumdar, Abhijan (Cognizant)" userId="4bb79d37-e6fa-4d15-9b62-cf35cbb2da07" providerId="ADAL" clId="{2072EFBA-5F06-4C9C-8519-738134FAE76F}" dt="2023-08-12T19:19:16.609" v="541" actId="20577"/>
          <ac:spMkLst>
            <pc:docMk/>
            <pc:sldMk cId="528178824" sldId="325"/>
            <ac:spMk id="6" creationId="{00000000-0000-0000-0000-000000000000}"/>
          </ac:spMkLst>
        </pc:spChg>
        <pc:graphicFrameChg chg="mod">
          <ac:chgData name="Majumdar, Abhijan (Cognizant)" userId="4bb79d37-e6fa-4d15-9b62-cf35cbb2da07" providerId="ADAL" clId="{2072EFBA-5F06-4C9C-8519-738134FAE76F}" dt="2023-08-12T19:12:06.060" v="441" actId="1076"/>
          <ac:graphicFrameMkLst>
            <pc:docMk/>
            <pc:sldMk cId="528178824" sldId="325"/>
            <ac:graphicFrameMk id="7" creationId="{00000000-0000-0000-0000-000000000000}"/>
          </ac:graphicFrameMkLst>
        </pc:graphicFrameChg>
        <pc:graphicFrameChg chg="mod modGraphic">
          <ac:chgData name="Majumdar, Abhijan (Cognizant)" userId="4bb79d37-e6fa-4d15-9b62-cf35cbb2da07" providerId="ADAL" clId="{2072EFBA-5F06-4C9C-8519-738134FAE76F}" dt="2023-08-12T19:12:03.525" v="440" actId="207"/>
          <ac:graphicFrameMkLst>
            <pc:docMk/>
            <pc:sldMk cId="528178824" sldId="325"/>
            <ac:graphicFrameMk id="23" creationId="{00000000-0000-0000-0000-000000000000}"/>
          </ac:graphicFrameMkLst>
        </pc:graphicFrameChg>
      </pc:sldChg>
      <pc:sldChg chg="modSp mod modClrScheme chgLayout">
        <pc:chgData name="Majumdar, Abhijan (Cognizant)" userId="4bb79d37-e6fa-4d15-9b62-cf35cbb2da07" providerId="ADAL" clId="{2072EFBA-5F06-4C9C-8519-738134FAE76F}" dt="2023-08-12T19:19:22.450" v="549" actId="20577"/>
        <pc:sldMkLst>
          <pc:docMk/>
          <pc:sldMk cId="3399263016" sldId="326"/>
        </pc:sldMkLst>
        <pc:spChg chg="mod ord">
          <ac:chgData name="Majumdar, Abhijan (Cognizant)" userId="4bb79d37-e6fa-4d15-9b62-cf35cbb2da07" providerId="ADAL" clId="{2072EFBA-5F06-4C9C-8519-738134FAE76F}" dt="2023-08-12T19:13:21.231" v="456" actId="1076"/>
          <ac:spMkLst>
            <pc:docMk/>
            <pc:sldMk cId="3399263016" sldId="326"/>
            <ac:spMk id="2" creationId="{00000000-0000-0000-0000-000000000000}"/>
          </ac:spMkLst>
        </pc:spChg>
        <pc:spChg chg="mod">
          <ac:chgData name="Majumdar, Abhijan (Cognizant)" userId="4bb79d37-e6fa-4d15-9b62-cf35cbb2da07" providerId="ADAL" clId="{2072EFBA-5F06-4C9C-8519-738134FAE76F}" dt="2023-08-12T19:13:27.216" v="463" actId="20577"/>
          <ac:spMkLst>
            <pc:docMk/>
            <pc:sldMk cId="3399263016" sldId="326"/>
            <ac:spMk id="5" creationId="{00000000-0000-0000-0000-000000000000}"/>
          </ac:spMkLst>
        </pc:spChg>
        <pc:spChg chg="mod ord">
          <ac:chgData name="Majumdar, Abhijan (Cognizant)" userId="4bb79d37-e6fa-4d15-9b62-cf35cbb2da07" providerId="ADAL" clId="{2072EFBA-5F06-4C9C-8519-738134FAE76F}" dt="2023-08-12T19:19:22.450" v="549" actId="20577"/>
          <ac:spMkLst>
            <pc:docMk/>
            <pc:sldMk cId="3399263016" sldId="326"/>
            <ac:spMk id="6" creationId="{00000000-0000-0000-0000-000000000000}"/>
          </ac:spMkLst>
        </pc:spChg>
        <pc:graphicFrameChg chg="mod">
          <ac:chgData name="Majumdar, Abhijan (Cognizant)" userId="4bb79d37-e6fa-4d15-9b62-cf35cbb2da07" providerId="ADAL" clId="{2072EFBA-5F06-4C9C-8519-738134FAE76F}" dt="2023-08-12T19:13:12.639" v="454" actId="1076"/>
          <ac:graphicFrameMkLst>
            <pc:docMk/>
            <pc:sldMk cId="3399263016" sldId="326"/>
            <ac:graphicFrameMk id="7" creationId="{00000000-0000-0000-0000-000000000000}"/>
          </ac:graphicFrameMkLst>
        </pc:graphicFrameChg>
        <pc:graphicFrameChg chg="mod modGraphic">
          <ac:chgData name="Majumdar, Abhijan (Cognizant)" userId="4bb79d37-e6fa-4d15-9b62-cf35cbb2da07" providerId="ADAL" clId="{2072EFBA-5F06-4C9C-8519-738134FAE76F}" dt="2023-08-12T19:13:07.713" v="453" actId="207"/>
          <ac:graphicFrameMkLst>
            <pc:docMk/>
            <pc:sldMk cId="3399263016" sldId="326"/>
            <ac:graphicFrameMk id="23" creationId="{00000000-0000-0000-0000-000000000000}"/>
          </ac:graphicFrameMkLst>
        </pc:graphicFrameChg>
      </pc:sldChg>
      <pc:sldChg chg="modSp mod modClrScheme chgLayout">
        <pc:chgData name="Majumdar, Abhijan (Cognizant)" userId="4bb79d37-e6fa-4d15-9b62-cf35cbb2da07" providerId="ADAL" clId="{2072EFBA-5F06-4C9C-8519-738134FAE76F}" dt="2023-08-12T19:19:27.761" v="553" actId="20577"/>
        <pc:sldMkLst>
          <pc:docMk/>
          <pc:sldMk cId="1110454090" sldId="327"/>
        </pc:sldMkLst>
        <pc:spChg chg="mod ord">
          <ac:chgData name="Majumdar, Abhijan (Cognizant)" userId="4bb79d37-e6fa-4d15-9b62-cf35cbb2da07" providerId="ADAL" clId="{2072EFBA-5F06-4C9C-8519-738134FAE76F}" dt="2023-08-12T19:14:18.464" v="470" actId="1076"/>
          <ac:spMkLst>
            <pc:docMk/>
            <pc:sldMk cId="1110454090" sldId="327"/>
            <ac:spMk id="2" creationId="{00000000-0000-0000-0000-000000000000}"/>
          </ac:spMkLst>
        </pc:spChg>
        <pc:spChg chg="mod">
          <ac:chgData name="Majumdar, Abhijan (Cognizant)" userId="4bb79d37-e6fa-4d15-9b62-cf35cbb2da07" providerId="ADAL" clId="{2072EFBA-5F06-4C9C-8519-738134FAE76F}" dt="2023-08-12T19:14:25.148" v="475" actId="20577"/>
          <ac:spMkLst>
            <pc:docMk/>
            <pc:sldMk cId="1110454090" sldId="327"/>
            <ac:spMk id="5" creationId="{00000000-0000-0000-0000-000000000000}"/>
          </ac:spMkLst>
        </pc:spChg>
        <pc:spChg chg="mod ord">
          <ac:chgData name="Majumdar, Abhijan (Cognizant)" userId="4bb79d37-e6fa-4d15-9b62-cf35cbb2da07" providerId="ADAL" clId="{2072EFBA-5F06-4C9C-8519-738134FAE76F}" dt="2023-08-12T19:19:27.761" v="553" actId="20577"/>
          <ac:spMkLst>
            <pc:docMk/>
            <pc:sldMk cId="1110454090" sldId="327"/>
            <ac:spMk id="6" creationId="{00000000-0000-0000-0000-000000000000}"/>
          </ac:spMkLst>
        </pc:spChg>
        <pc:graphicFrameChg chg="mod">
          <ac:chgData name="Majumdar, Abhijan (Cognizant)" userId="4bb79d37-e6fa-4d15-9b62-cf35cbb2da07" providerId="ADAL" clId="{2072EFBA-5F06-4C9C-8519-738134FAE76F}" dt="2023-08-12T19:14:08.328" v="468" actId="1076"/>
          <ac:graphicFrameMkLst>
            <pc:docMk/>
            <pc:sldMk cId="1110454090" sldId="327"/>
            <ac:graphicFrameMk id="7" creationId="{00000000-0000-0000-0000-000000000000}"/>
          </ac:graphicFrameMkLst>
        </pc:graphicFrameChg>
        <pc:graphicFrameChg chg="mod modGraphic">
          <ac:chgData name="Majumdar, Abhijan (Cognizant)" userId="4bb79d37-e6fa-4d15-9b62-cf35cbb2da07" providerId="ADAL" clId="{2072EFBA-5F06-4C9C-8519-738134FAE76F}" dt="2023-08-12T19:14:03.686" v="467" actId="207"/>
          <ac:graphicFrameMkLst>
            <pc:docMk/>
            <pc:sldMk cId="1110454090" sldId="327"/>
            <ac:graphicFrameMk id="23" creationId="{00000000-0000-0000-0000-000000000000}"/>
          </ac:graphicFrameMkLst>
        </pc:graphicFrameChg>
      </pc:sldChg>
      <pc:sldChg chg="modSp mod modClrScheme chgLayout">
        <pc:chgData name="Majumdar, Abhijan (Cognizant)" userId="4bb79d37-e6fa-4d15-9b62-cf35cbb2da07" providerId="ADAL" clId="{2072EFBA-5F06-4C9C-8519-738134FAE76F}" dt="2023-08-12T19:19:32.132" v="557" actId="20577"/>
        <pc:sldMkLst>
          <pc:docMk/>
          <pc:sldMk cId="2237789439" sldId="328"/>
        </pc:sldMkLst>
        <pc:spChg chg="mod ord">
          <ac:chgData name="Majumdar, Abhijan (Cognizant)" userId="4bb79d37-e6fa-4d15-9b62-cf35cbb2da07" providerId="ADAL" clId="{2072EFBA-5F06-4C9C-8519-738134FAE76F}" dt="2023-08-12T19:15:11.066" v="482" actId="1076"/>
          <ac:spMkLst>
            <pc:docMk/>
            <pc:sldMk cId="2237789439" sldId="328"/>
            <ac:spMk id="2" creationId="{00000000-0000-0000-0000-000000000000}"/>
          </ac:spMkLst>
        </pc:spChg>
        <pc:spChg chg="mod">
          <ac:chgData name="Majumdar, Abhijan (Cognizant)" userId="4bb79d37-e6fa-4d15-9b62-cf35cbb2da07" providerId="ADAL" clId="{2072EFBA-5F06-4C9C-8519-738134FAE76F}" dt="2023-08-12T19:15:17.629" v="487" actId="20577"/>
          <ac:spMkLst>
            <pc:docMk/>
            <pc:sldMk cId="2237789439" sldId="328"/>
            <ac:spMk id="5" creationId="{00000000-0000-0000-0000-000000000000}"/>
          </ac:spMkLst>
        </pc:spChg>
        <pc:spChg chg="mod ord">
          <ac:chgData name="Majumdar, Abhijan (Cognizant)" userId="4bb79d37-e6fa-4d15-9b62-cf35cbb2da07" providerId="ADAL" clId="{2072EFBA-5F06-4C9C-8519-738134FAE76F}" dt="2023-08-12T19:19:32.132" v="557" actId="20577"/>
          <ac:spMkLst>
            <pc:docMk/>
            <pc:sldMk cId="2237789439" sldId="328"/>
            <ac:spMk id="6" creationId="{00000000-0000-0000-0000-000000000000}"/>
          </ac:spMkLst>
        </pc:spChg>
        <pc:graphicFrameChg chg="mod">
          <ac:chgData name="Majumdar, Abhijan (Cognizant)" userId="4bb79d37-e6fa-4d15-9b62-cf35cbb2da07" providerId="ADAL" clId="{2072EFBA-5F06-4C9C-8519-738134FAE76F}" dt="2023-08-12T19:15:04.348" v="480" actId="1076"/>
          <ac:graphicFrameMkLst>
            <pc:docMk/>
            <pc:sldMk cId="2237789439" sldId="328"/>
            <ac:graphicFrameMk id="7" creationId="{00000000-0000-0000-0000-000000000000}"/>
          </ac:graphicFrameMkLst>
        </pc:graphicFrameChg>
        <pc:graphicFrameChg chg="mod modGraphic">
          <ac:chgData name="Majumdar, Abhijan (Cognizant)" userId="4bb79d37-e6fa-4d15-9b62-cf35cbb2da07" providerId="ADAL" clId="{2072EFBA-5F06-4C9C-8519-738134FAE76F}" dt="2023-08-12T19:15:01.429" v="479" actId="207"/>
          <ac:graphicFrameMkLst>
            <pc:docMk/>
            <pc:sldMk cId="2237789439" sldId="328"/>
            <ac:graphicFrameMk id="23" creationId="{00000000-0000-0000-0000-000000000000}"/>
          </ac:graphicFrameMkLst>
        </pc:graphicFrameChg>
      </pc:sldChg>
      <pc:sldChg chg="modSp mod modClrScheme chgLayout">
        <pc:chgData name="Majumdar, Abhijan (Cognizant)" userId="4bb79d37-e6fa-4d15-9b62-cf35cbb2da07" providerId="ADAL" clId="{2072EFBA-5F06-4C9C-8519-738134FAE76F}" dt="2023-08-12T19:19:36.260" v="561" actId="20577"/>
        <pc:sldMkLst>
          <pc:docMk/>
          <pc:sldMk cId="875100110" sldId="329"/>
        </pc:sldMkLst>
        <pc:spChg chg="mod ord">
          <ac:chgData name="Majumdar, Abhijan (Cognizant)" userId="4bb79d37-e6fa-4d15-9b62-cf35cbb2da07" providerId="ADAL" clId="{2072EFBA-5F06-4C9C-8519-738134FAE76F}" dt="2023-08-12T19:16:14.313" v="503" actId="1076"/>
          <ac:spMkLst>
            <pc:docMk/>
            <pc:sldMk cId="875100110" sldId="329"/>
            <ac:spMk id="2" creationId="{00000000-0000-0000-0000-000000000000}"/>
          </ac:spMkLst>
        </pc:spChg>
        <pc:spChg chg="mod">
          <ac:chgData name="Majumdar, Abhijan (Cognizant)" userId="4bb79d37-e6fa-4d15-9b62-cf35cbb2da07" providerId="ADAL" clId="{2072EFBA-5F06-4C9C-8519-738134FAE76F}" dt="2023-08-12T19:16:05.650" v="501" actId="20577"/>
          <ac:spMkLst>
            <pc:docMk/>
            <pc:sldMk cId="875100110" sldId="329"/>
            <ac:spMk id="5" creationId="{00000000-0000-0000-0000-000000000000}"/>
          </ac:spMkLst>
        </pc:spChg>
        <pc:spChg chg="mod ord">
          <ac:chgData name="Majumdar, Abhijan (Cognizant)" userId="4bb79d37-e6fa-4d15-9b62-cf35cbb2da07" providerId="ADAL" clId="{2072EFBA-5F06-4C9C-8519-738134FAE76F}" dt="2023-08-12T19:19:36.260" v="561" actId="20577"/>
          <ac:spMkLst>
            <pc:docMk/>
            <pc:sldMk cId="875100110" sldId="329"/>
            <ac:spMk id="6" creationId="{00000000-0000-0000-0000-000000000000}"/>
          </ac:spMkLst>
        </pc:spChg>
        <pc:graphicFrameChg chg="mod">
          <ac:chgData name="Majumdar, Abhijan (Cognizant)" userId="4bb79d37-e6fa-4d15-9b62-cf35cbb2da07" providerId="ADAL" clId="{2072EFBA-5F06-4C9C-8519-738134FAE76F}" dt="2023-08-12T19:15:57.250" v="493" actId="1076"/>
          <ac:graphicFrameMkLst>
            <pc:docMk/>
            <pc:sldMk cId="875100110" sldId="329"/>
            <ac:graphicFrameMk id="7" creationId="{00000000-0000-0000-0000-000000000000}"/>
          </ac:graphicFrameMkLst>
        </pc:graphicFrameChg>
        <pc:graphicFrameChg chg="mod modGraphic">
          <ac:chgData name="Majumdar, Abhijan (Cognizant)" userId="4bb79d37-e6fa-4d15-9b62-cf35cbb2da07" providerId="ADAL" clId="{2072EFBA-5F06-4C9C-8519-738134FAE76F}" dt="2023-08-12T19:15:51.970" v="491" actId="207"/>
          <ac:graphicFrameMkLst>
            <pc:docMk/>
            <pc:sldMk cId="875100110" sldId="329"/>
            <ac:graphicFrameMk id="23" creationId="{00000000-0000-0000-0000-000000000000}"/>
          </ac:graphicFrameMkLst>
        </pc:graphicFrameChg>
      </pc:sldChg>
      <pc:sldChg chg="modSp add mod">
        <pc:chgData name="Majumdar, Abhijan (Cognizant)" userId="4bb79d37-e6fa-4d15-9b62-cf35cbb2da07" providerId="ADAL" clId="{2072EFBA-5F06-4C9C-8519-738134FAE76F}" dt="2023-08-12T16:24:43.983" v="58" actId="1076"/>
        <pc:sldMkLst>
          <pc:docMk/>
          <pc:sldMk cId="2682367817" sldId="330"/>
        </pc:sldMkLst>
        <pc:spChg chg="mod">
          <ac:chgData name="Majumdar, Abhijan (Cognizant)" userId="4bb79d37-e6fa-4d15-9b62-cf35cbb2da07" providerId="ADAL" clId="{2072EFBA-5F06-4C9C-8519-738134FAE76F}" dt="2023-08-12T16:24:43.983" v="58" actId="1076"/>
          <ac:spMkLst>
            <pc:docMk/>
            <pc:sldMk cId="2682367817" sldId="330"/>
            <ac:spMk id="2" creationId="{6DD6D1A9-B0C5-D73A-BAE7-E3FCBDA3F0BA}"/>
          </ac:spMkLst>
        </pc:spChg>
      </pc:sldChg>
      <pc:sldChg chg="modSp add mod">
        <pc:chgData name="Majumdar, Abhijan (Cognizant)" userId="4bb79d37-e6fa-4d15-9b62-cf35cbb2da07" providerId="ADAL" clId="{2072EFBA-5F06-4C9C-8519-738134FAE76F}" dt="2023-08-12T16:25:33.113" v="66" actId="108"/>
        <pc:sldMkLst>
          <pc:docMk/>
          <pc:sldMk cId="2309930151" sldId="331"/>
        </pc:sldMkLst>
        <pc:graphicFrameChg chg="mod modGraphic">
          <ac:chgData name="Majumdar, Abhijan (Cognizant)" userId="4bb79d37-e6fa-4d15-9b62-cf35cbb2da07" providerId="ADAL" clId="{2072EFBA-5F06-4C9C-8519-738134FAE76F}" dt="2023-08-12T16:25:33.113" v="66" actId="108"/>
          <ac:graphicFrameMkLst>
            <pc:docMk/>
            <pc:sldMk cId="2309930151" sldId="331"/>
            <ac:graphicFrameMk id="7" creationId="{8BB9C977-D092-225C-1B5D-24298FA3D4CF}"/>
          </ac:graphicFrameMkLst>
        </pc:graphicFrameChg>
      </pc:sldChg>
      <pc:sldChg chg="add del">
        <pc:chgData name="Majumdar, Abhijan (Cognizant)" userId="4bb79d37-e6fa-4d15-9b62-cf35cbb2da07" providerId="ADAL" clId="{2072EFBA-5F06-4C9C-8519-738134FAE76F}" dt="2023-08-12T16:25:13.710" v="61" actId="47"/>
        <pc:sldMkLst>
          <pc:docMk/>
          <pc:sldMk cId="179362370" sldId="332"/>
        </pc:sldMkLst>
      </pc:sldChg>
      <pc:sldChg chg="add del">
        <pc:chgData name="Majumdar, Abhijan (Cognizant)" userId="4bb79d37-e6fa-4d15-9b62-cf35cbb2da07" providerId="ADAL" clId="{2072EFBA-5F06-4C9C-8519-738134FAE76F}" dt="2023-08-12T19:17:23.809" v="514" actId="47"/>
        <pc:sldMkLst>
          <pc:docMk/>
          <pc:sldMk cId="1905292904" sldId="332"/>
        </pc:sldMkLst>
      </pc:sldChg>
      <pc:sldChg chg="modSp add mod">
        <pc:chgData name="Majumdar, Abhijan (Cognizant)" userId="4bb79d37-e6fa-4d15-9b62-cf35cbb2da07" providerId="ADAL" clId="{2072EFBA-5F06-4C9C-8519-738134FAE76F}" dt="2023-08-12T19:18:43.383" v="534"/>
        <pc:sldMkLst>
          <pc:docMk/>
          <pc:sldMk cId="2921011842" sldId="332"/>
        </pc:sldMkLst>
        <pc:spChg chg="mod">
          <ac:chgData name="Majumdar, Abhijan (Cognizant)" userId="4bb79d37-e6fa-4d15-9b62-cf35cbb2da07" providerId="ADAL" clId="{2072EFBA-5F06-4C9C-8519-738134FAE76F}" dt="2023-08-12T19:18:43.383" v="534"/>
          <ac:spMkLst>
            <pc:docMk/>
            <pc:sldMk cId="2921011842" sldId="332"/>
            <ac:spMk id="4" creationId="{00000000-0000-0000-0000-000000000000}"/>
          </ac:spMkLst>
        </pc:spChg>
      </pc:sldChg>
      <pc:sldChg chg="add del">
        <pc:chgData name="Majumdar, Abhijan (Cognizant)" userId="4bb79d37-e6fa-4d15-9b62-cf35cbb2da07" providerId="ADAL" clId="{2072EFBA-5F06-4C9C-8519-738134FAE76F}" dt="2023-08-12T19:12:31.426" v="449" actId="47"/>
        <pc:sldMkLst>
          <pc:docMk/>
          <pc:sldMk cId="3430997485" sldId="332"/>
        </pc:sldMkLst>
      </pc:sldChg>
      <pc:sldChg chg="add del">
        <pc:chgData name="Majumdar, Abhijan (Cognizant)" userId="4bb79d37-e6fa-4d15-9b62-cf35cbb2da07" providerId="ADAL" clId="{2072EFBA-5F06-4C9C-8519-738134FAE76F}" dt="2023-08-12T16:25:15.580" v="62" actId="47"/>
        <pc:sldMkLst>
          <pc:docMk/>
          <pc:sldMk cId="3430997485" sldId="333"/>
        </pc:sldMkLst>
      </pc:sldChg>
      <pc:sldChg chg="add del">
        <pc:chgData name="Majumdar, Abhijan (Cognizant)" userId="4bb79d37-e6fa-4d15-9b62-cf35cbb2da07" providerId="ADAL" clId="{2072EFBA-5F06-4C9C-8519-738134FAE76F}" dt="2023-08-12T16:25:16.777" v="63" actId="47"/>
        <pc:sldMkLst>
          <pc:docMk/>
          <pc:sldMk cId="1905292904" sldId="334"/>
        </pc:sldMkLst>
      </pc:sldChg>
      <pc:sldChg chg="add del">
        <pc:chgData name="Majumdar, Abhijan (Cognizant)" userId="4bb79d37-e6fa-4d15-9b62-cf35cbb2da07" providerId="ADAL" clId="{2072EFBA-5F06-4C9C-8519-738134FAE76F}" dt="2023-08-12T16:24:54.992" v="60" actId="47"/>
        <pc:sldMkLst>
          <pc:docMk/>
          <pc:sldMk cId="2921011842" sldId="335"/>
        </pc:sldMkLst>
      </pc:sldChg>
      <pc:sldChg chg="add del">
        <pc:chgData name="Majumdar, Abhijan (Cognizant)" userId="4bb79d37-e6fa-4d15-9b62-cf35cbb2da07" providerId="ADAL" clId="{2072EFBA-5F06-4C9C-8519-738134FAE76F}" dt="2023-08-12T16:23:58.867" v="53" actId="47"/>
        <pc:sldMkLst>
          <pc:docMk/>
          <pc:sldMk cId="2233555132" sldId="336"/>
        </pc:sldMkLst>
      </pc:sldChg>
      <pc:sldChg chg="add del">
        <pc:chgData name="Majumdar, Abhijan (Cognizant)" userId="4bb79d37-e6fa-4d15-9b62-cf35cbb2da07" providerId="ADAL" clId="{2072EFBA-5F06-4C9C-8519-738134FAE76F}" dt="2023-08-12T16:24:14.924" v="55" actId="47"/>
        <pc:sldMkLst>
          <pc:docMk/>
          <pc:sldMk cId="2352015148" sldId="336"/>
        </pc:sldMkLst>
      </pc:sldChg>
      <pc:sldChg chg="add del">
        <pc:chgData name="Majumdar, Abhijan (Cognizant)" userId="4bb79d37-e6fa-4d15-9b62-cf35cbb2da07" providerId="ADAL" clId="{2072EFBA-5F06-4C9C-8519-738134FAE76F}" dt="2023-08-12T16:23:55.353" v="51" actId="47"/>
        <pc:sldMkLst>
          <pc:docMk/>
          <pc:sldMk cId="3796850032" sldId="336"/>
        </pc:sldMkLst>
      </pc:sldChg>
      <pc:sldMasterChg chg="add del addSldLayout delSldLayout">
        <pc:chgData name="Majumdar, Abhijan (Cognizant)" userId="4bb79d37-e6fa-4d15-9b62-cf35cbb2da07" providerId="ADAL" clId="{2072EFBA-5F06-4C9C-8519-738134FAE76F}" dt="2023-08-12T19:16:40.330" v="504" actId="27028"/>
        <pc:sldMasterMkLst>
          <pc:docMk/>
          <pc:sldMasterMk cId="216168790" sldId="2147483648"/>
        </pc:sldMasterMkLst>
        <pc:sldLayoutChg chg="add del">
          <pc:chgData name="Majumdar, Abhijan (Cognizant)" userId="4bb79d37-e6fa-4d15-9b62-cf35cbb2da07" providerId="ADAL" clId="{2072EFBA-5F06-4C9C-8519-738134FAE76F}" dt="2023-08-12T16:25:16.777" v="63" actId="47"/>
          <pc:sldLayoutMkLst>
            <pc:docMk/>
            <pc:sldMasterMk cId="216168790" sldId="2147483648"/>
            <pc:sldLayoutMk cId="660590956" sldId="2147483773"/>
          </pc:sldLayoutMkLst>
        </pc:sldLayoutChg>
        <pc:sldLayoutChg chg="add del">
          <pc:chgData name="Majumdar, Abhijan (Cognizant)" userId="4bb79d37-e6fa-4d15-9b62-cf35cbb2da07" providerId="ADAL" clId="{2072EFBA-5F06-4C9C-8519-738134FAE76F}" dt="2023-08-12T19:16:40.330" v="504" actId="27028"/>
          <pc:sldLayoutMkLst>
            <pc:docMk/>
            <pc:sldMasterMk cId="216168790" sldId="2147483648"/>
            <pc:sldLayoutMk cId="1260293168" sldId="2147483817"/>
          </pc:sldLayoutMkLst>
        </pc:sldLayoutChg>
      </pc:sldMasterChg>
      <pc:sldMasterChg chg="delSldLayout modSldLayout">
        <pc:chgData name="Majumdar, Abhijan (Cognizant)" userId="4bb79d37-e6fa-4d15-9b62-cf35cbb2da07" providerId="ADAL" clId="{2072EFBA-5F06-4C9C-8519-738134FAE76F}" dt="2023-08-12T19:18:46.333" v="535" actId="47"/>
        <pc:sldMasterMkLst>
          <pc:docMk/>
          <pc:sldMasterMk cId="440358670" sldId="2147483674"/>
        </pc:sldMasterMkLst>
        <pc:sldLayoutChg chg="del">
          <pc:chgData name="Majumdar, Abhijan (Cognizant)" userId="4bb79d37-e6fa-4d15-9b62-cf35cbb2da07" providerId="ADAL" clId="{2072EFBA-5F06-4C9C-8519-738134FAE76F}" dt="2023-08-12T16:25:46.739" v="67" actId="47"/>
          <pc:sldLayoutMkLst>
            <pc:docMk/>
            <pc:sldMasterMk cId="440358670" sldId="2147483674"/>
            <pc:sldLayoutMk cId="0" sldId="2147483690"/>
          </pc:sldLayoutMkLst>
        </pc:sldLayoutChg>
        <pc:sldLayoutChg chg="del">
          <pc:chgData name="Majumdar, Abhijan (Cognizant)" userId="4bb79d37-e6fa-4d15-9b62-cf35cbb2da07" providerId="ADAL" clId="{2072EFBA-5F06-4C9C-8519-738134FAE76F}" dt="2023-08-12T19:18:46.333" v="535" actId="47"/>
          <pc:sldLayoutMkLst>
            <pc:docMk/>
            <pc:sldMasterMk cId="440358670" sldId="2147483674"/>
            <pc:sldLayoutMk cId="0" sldId="2147483692"/>
          </pc:sldLayoutMkLst>
        </pc:sldLayoutChg>
        <pc:sldLayoutChg chg="replId">
          <pc:chgData name="Majumdar, Abhijan (Cognizant)" userId="4bb79d37-e6fa-4d15-9b62-cf35cbb2da07" providerId="ADAL" clId="{2072EFBA-5F06-4C9C-8519-738134FAE76F}" dt="2023-08-12T16:22:33.584" v="38" actId="27028"/>
          <pc:sldLayoutMkLst>
            <pc:docMk/>
            <pc:sldMasterMk cId="440358670" sldId="2147483674"/>
            <pc:sldLayoutMk cId="431574387" sldId="2147483697"/>
          </pc:sldLayoutMkLst>
        </pc:sldLayoutChg>
        <pc:sldLayoutChg chg="replId">
          <pc:chgData name="Majumdar, Abhijan (Cognizant)" userId="4bb79d37-e6fa-4d15-9b62-cf35cbb2da07" providerId="ADAL" clId="{2072EFBA-5F06-4C9C-8519-738134FAE76F}" dt="2023-08-12T16:22:38.380" v="40" actId="27028"/>
          <pc:sldLayoutMkLst>
            <pc:docMk/>
            <pc:sldMasterMk cId="440358670" sldId="2147483674"/>
            <pc:sldLayoutMk cId="3770325337" sldId="2147483698"/>
          </pc:sldLayoutMkLst>
        </pc:sldLayoutChg>
        <pc:sldLayoutChg chg="del">
          <pc:chgData name="Majumdar, Abhijan (Cognizant)" userId="4bb79d37-e6fa-4d15-9b62-cf35cbb2da07" providerId="ADAL" clId="{2072EFBA-5F06-4C9C-8519-738134FAE76F}" dt="2023-08-12T16:23:58.867" v="53" actId="47"/>
          <pc:sldLayoutMkLst>
            <pc:docMk/>
            <pc:sldMasterMk cId="440358670" sldId="2147483674"/>
            <pc:sldLayoutMk cId="928645049" sldId="2147483827"/>
          </pc:sldLayoutMkLst>
        </pc:sldLayoutChg>
        <pc:sldLayoutChg chg="del">
          <pc:chgData name="Majumdar, Abhijan (Cognizant)" userId="4bb79d37-e6fa-4d15-9b62-cf35cbb2da07" providerId="ADAL" clId="{2072EFBA-5F06-4C9C-8519-738134FAE76F}" dt="2023-08-12T16:23:55.353" v="51" actId="47"/>
          <pc:sldLayoutMkLst>
            <pc:docMk/>
            <pc:sldMasterMk cId="440358670" sldId="2147483674"/>
            <pc:sldLayoutMk cId="1023673693" sldId="2147483827"/>
          </pc:sldLayoutMkLst>
        </pc:sldLayoutChg>
        <pc:sldLayoutChg chg="del">
          <pc:chgData name="Majumdar, Abhijan (Cognizant)" userId="4bb79d37-e6fa-4d15-9b62-cf35cbb2da07" providerId="ADAL" clId="{2072EFBA-5F06-4C9C-8519-738134FAE76F}" dt="2023-08-12T16:24:14.924" v="55" actId="47"/>
          <pc:sldLayoutMkLst>
            <pc:docMk/>
            <pc:sldMasterMk cId="440358670" sldId="2147483674"/>
            <pc:sldLayoutMk cId="1628856969" sldId="2147483827"/>
          </pc:sldLayoutMkLst>
        </pc:sldLayoutChg>
      </pc:sldMasterChg>
      <pc:sldMasterChg chg="add addSldLayout">
        <pc:chgData name="Majumdar, Abhijan (Cognizant)" userId="4bb79d37-e6fa-4d15-9b62-cf35cbb2da07" providerId="ADAL" clId="{2072EFBA-5F06-4C9C-8519-738134FAE76F}" dt="2023-08-12T16:22:38.380" v="40" actId="27028"/>
        <pc:sldMasterMkLst>
          <pc:docMk/>
          <pc:sldMasterMk cId="440358670" sldId="2147483696"/>
        </pc:sldMasterMkLst>
        <pc:sldLayoutChg chg="add">
          <pc:chgData name="Majumdar, Abhijan (Cognizant)" userId="4bb79d37-e6fa-4d15-9b62-cf35cbb2da07" providerId="ADAL" clId="{2072EFBA-5F06-4C9C-8519-738134FAE76F}" dt="2023-08-12T16:22:33.584" v="38" actId="27028"/>
          <pc:sldLayoutMkLst>
            <pc:docMk/>
            <pc:sldMasterMk cId="440358670" sldId="2147483696"/>
            <pc:sldLayoutMk cId="2871592216" sldId="2147483694"/>
          </pc:sldLayoutMkLst>
        </pc:sldLayoutChg>
        <pc:sldLayoutChg chg="add">
          <pc:chgData name="Majumdar, Abhijan (Cognizant)" userId="4bb79d37-e6fa-4d15-9b62-cf35cbb2da07" providerId="ADAL" clId="{2072EFBA-5F06-4C9C-8519-738134FAE76F}" dt="2023-08-12T16:22:38.380" v="40" actId="27028"/>
          <pc:sldLayoutMkLst>
            <pc:docMk/>
            <pc:sldMasterMk cId="440358670" sldId="2147483696"/>
            <pc:sldLayoutMk cId="1770713744" sldId="2147483695"/>
          </pc:sldLayoutMkLst>
        </pc:sldLayoutChg>
      </pc:sldMasterChg>
      <pc:sldMasterChg chg="add del addSldLayout delSldLayout">
        <pc:chgData name="Majumdar, Abhijan (Cognizant)" userId="4bb79d37-e6fa-4d15-9b62-cf35cbb2da07" providerId="ADAL" clId="{2072EFBA-5F06-4C9C-8519-738134FAE76F}" dt="2023-08-12T19:11:27.852" v="435" actId="27028"/>
        <pc:sldMasterMkLst>
          <pc:docMk/>
          <pc:sldMasterMk cId="3433887231" sldId="2147483819"/>
        </pc:sldMasterMkLst>
        <pc:sldLayoutChg chg="add del">
          <pc:chgData name="Majumdar, Abhijan (Cognizant)" userId="4bb79d37-e6fa-4d15-9b62-cf35cbb2da07" providerId="ADAL" clId="{2072EFBA-5F06-4C9C-8519-738134FAE76F}" dt="2023-08-12T19:11:27.852" v="435" actId="27028"/>
          <pc:sldLayoutMkLst>
            <pc:docMk/>
            <pc:sldMasterMk cId="3433887231" sldId="2147483819"/>
            <pc:sldLayoutMk cId="799818550"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26044F-8E1D-4D64-AB27-355D002069B2}" type="doc">
      <dgm:prSet loTypeId="urn:microsoft.com/office/officeart/2005/8/layout/process1" loCatId="process" qsTypeId="urn:microsoft.com/office/officeart/2005/8/quickstyle/simple1" qsCatId="simple" csTypeId="urn:microsoft.com/office/officeart/2005/8/colors/accent1_2" csCatId="accent1" phldr="1"/>
      <dgm:spPr/>
    </dgm:pt>
    <dgm:pt modelId="{00332EA2-D8D3-4234-A423-3368E5A5A53C}">
      <dgm:prSet phldrT="[Text]" custT="1"/>
      <dgm:spPr/>
      <dgm:t>
        <a:bodyPr/>
        <a:lstStyle/>
        <a:p>
          <a:r>
            <a:rPr lang="en-US" sz="2000" dirty="0"/>
            <a:t>Create new Custom Field in Product Metrics object</a:t>
          </a:r>
        </a:p>
      </dgm:t>
    </dgm:pt>
    <dgm:pt modelId="{27A1C50E-090D-415D-8D27-1BB96EC94339}" type="parTrans" cxnId="{2CDA1F19-E204-40B0-8BE0-8C07A65ECFB4}">
      <dgm:prSet/>
      <dgm:spPr/>
      <dgm:t>
        <a:bodyPr/>
        <a:lstStyle/>
        <a:p>
          <a:endParaRPr lang="en-US" sz="1400"/>
        </a:p>
      </dgm:t>
    </dgm:pt>
    <dgm:pt modelId="{AB2977B1-71D3-44BC-BCAC-DBD88764EA24}" type="sibTrans" cxnId="{2CDA1F19-E204-40B0-8BE0-8C07A65ECFB4}">
      <dgm:prSet custT="1"/>
      <dgm:spPr/>
      <dgm:t>
        <a:bodyPr/>
        <a:lstStyle/>
        <a:p>
          <a:endParaRPr lang="en-US" sz="1800"/>
        </a:p>
      </dgm:t>
    </dgm:pt>
    <dgm:pt modelId="{0AFA5EA8-DF93-4D87-BA58-B20E5F112633}">
      <dgm:prSet phldrT="[Text]" custT="1"/>
      <dgm:spPr/>
      <dgm:t>
        <a:bodyPr/>
        <a:lstStyle/>
        <a:p>
          <a:r>
            <a:rPr lang="en-US" sz="2000" dirty="0"/>
            <a:t>Create Metric Configuration record for the new Product Metrics field</a:t>
          </a:r>
        </a:p>
      </dgm:t>
    </dgm:pt>
    <dgm:pt modelId="{2C474C65-CD17-46D2-8A6A-DD9583E5C8F1}" type="parTrans" cxnId="{1DA5F6B0-B6AA-4174-A1E9-44B227A9281D}">
      <dgm:prSet/>
      <dgm:spPr/>
      <dgm:t>
        <a:bodyPr/>
        <a:lstStyle/>
        <a:p>
          <a:endParaRPr lang="en-US" sz="1400"/>
        </a:p>
      </dgm:t>
    </dgm:pt>
    <dgm:pt modelId="{F61FC698-AEE4-487D-9348-A37C77567EAD}" type="sibTrans" cxnId="{1DA5F6B0-B6AA-4174-A1E9-44B227A9281D}">
      <dgm:prSet/>
      <dgm:spPr/>
      <dgm:t>
        <a:bodyPr/>
        <a:lstStyle/>
        <a:p>
          <a:endParaRPr lang="en-US" sz="1400"/>
        </a:p>
      </dgm:t>
    </dgm:pt>
    <dgm:pt modelId="{F7982C90-CDEE-4869-AD6E-EA74996A940C}" type="pres">
      <dgm:prSet presAssocID="{3A26044F-8E1D-4D64-AB27-355D002069B2}" presName="Name0" presStyleCnt="0">
        <dgm:presLayoutVars>
          <dgm:dir/>
          <dgm:resizeHandles val="exact"/>
        </dgm:presLayoutVars>
      </dgm:prSet>
      <dgm:spPr/>
    </dgm:pt>
    <dgm:pt modelId="{5A778A11-400A-41DE-AE08-FFFBEA21126C}" type="pres">
      <dgm:prSet presAssocID="{00332EA2-D8D3-4234-A423-3368E5A5A53C}" presName="node" presStyleLbl="node1" presStyleIdx="0" presStyleCnt="2">
        <dgm:presLayoutVars>
          <dgm:bulletEnabled val="1"/>
        </dgm:presLayoutVars>
      </dgm:prSet>
      <dgm:spPr/>
    </dgm:pt>
    <dgm:pt modelId="{420A8E2D-A86A-415B-939D-5AC2611EBB22}" type="pres">
      <dgm:prSet presAssocID="{AB2977B1-71D3-44BC-BCAC-DBD88764EA24}" presName="sibTrans" presStyleLbl="sibTrans2D1" presStyleIdx="0" presStyleCnt="1"/>
      <dgm:spPr/>
    </dgm:pt>
    <dgm:pt modelId="{C1353D34-E84F-4F65-BFD5-C1E971C7A5C8}" type="pres">
      <dgm:prSet presAssocID="{AB2977B1-71D3-44BC-BCAC-DBD88764EA24}" presName="connectorText" presStyleLbl="sibTrans2D1" presStyleIdx="0" presStyleCnt="1"/>
      <dgm:spPr/>
    </dgm:pt>
    <dgm:pt modelId="{5F6516A8-028B-4930-B530-3894789920CD}" type="pres">
      <dgm:prSet presAssocID="{0AFA5EA8-DF93-4D87-BA58-B20E5F112633}" presName="node" presStyleLbl="node1" presStyleIdx="1" presStyleCnt="2">
        <dgm:presLayoutVars>
          <dgm:bulletEnabled val="1"/>
        </dgm:presLayoutVars>
      </dgm:prSet>
      <dgm:spPr/>
    </dgm:pt>
  </dgm:ptLst>
  <dgm:cxnLst>
    <dgm:cxn modelId="{D50E9310-070F-4B38-85F1-2EA0ADE6BE53}" type="presOf" srcId="{00332EA2-D8D3-4234-A423-3368E5A5A53C}" destId="{5A778A11-400A-41DE-AE08-FFFBEA21126C}" srcOrd="0" destOrd="0" presId="urn:microsoft.com/office/officeart/2005/8/layout/process1"/>
    <dgm:cxn modelId="{2CDA1F19-E204-40B0-8BE0-8C07A65ECFB4}" srcId="{3A26044F-8E1D-4D64-AB27-355D002069B2}" destId="{00332EA2-D8D3-4234-A423-3368E5A5A53C}" srcOrd="0" destOrd="0" parTransId="{27A1C50E-090D-415D-8D27-1BB96EC94339}" sibTransId="{AB2977B1-71D3-44BC-BCAC-DBD88764EA24}"/>
    <dgm:cxn modelId="{4A0C375C-DC29-4BA9-8ADB-CCDF95C7D021}" type="presOf" srcId="{AB2977B1-71D3-44BC-BCAC-DBD88764EA24}" destId="{C1353D34-E84F-4F65-BFD5-C1E971C7A5C8}" srcOrd="1" destOrd="0" presId="urn:microsoft.com/office/officeart/2005/8/layout/process1"/>
    <dgm:cxn modelId="{C624B673-BE35-47EB-A37A-47A0153F116E}" type="presOf" srcId="{3A26044F-8E1D-4D64-AB27-355D002069B2}" destId="{F7982C90-CDEE-4869-AD6E-EA74996A940C}" srcOrd="0" destOrd="0" presId="urn:microsoft.com/office/officeart/2005/8/layout/process1"/>
    <dgm:cxn modelId="{1DA5F6B0-B6AA-4174-A1E9-44B227A9281D}" srcId="{3A26044F-8E1D-4D64-AB27-355D002069B2}" destId="{0AFA5EA8-DF93-4D87-BA58-B20E5F112633}" srcOrd="1" destOrd="0" parTransId="{2C474C65-CD17-46D2-8A6A-DD9583E5C8F1}" sibTransId="{F61FC698-AEE4-487D-9348-A37C77567EAD}"/>
    <dgm:cxn modelId="{192333D3-CF42-4A2E-872D-C6A7F7355EF0}" type="presOf" srcId="{AB2977B1-71D3-44BC-BCAC-DBD88764EA24}" destId="{420A8E2D-A86A-415B-939D-5AC2611EBB22}" srcOrd="0" destOrd="0" presId="urn:microsoft.com/office/officeart/2005/8/layout/process1"/>
    <dgm:cxn modelId="{4B141AFC-F9ED-4EE7-BE0B-9936C64D4CE6}" type="presOf" srcId="{0AFA5EA8-DF93-4D87-BA58-B20E5F112633}" destId="{5F6516A8-028B-4930-B530-3894789920CD}" srcOrd="0" destOrd="0" presId="urn:microsoft.com/office/officeart/2005/8/layout/process1"/>
    <dgm:cxn modelId="{A14EC633-A835-489C-9D99-66901C8636CC}" type="presParOf" srcId="{F7982C90-CDEE-4869-AD6E-EA74996A940C}" destId="{5A778A11-400A-41DE-AE08-FFFBEA21126C}" srcOrd="0" destOrd="0" presId="urn:microsoft.com/office/officeart/2005/8/layout/process1"/>
    <dgm:cxn modelId="{44F2B282-1CD6-44B2-B44C-FF2FDAEDE689}" type="presParOf" srcId="{F7982C90-CDEE-4869-AD6E-EA74996A940C}" destId="{420A8E2D-A86A-415B-939D-5AC2611EBB22}" srcOrd="1" destOrd="0" presId="urn:microsoft.com/office/officeart/2005/8/layout/process1"/>
    <dgm:cxn modelId="{5DEEE9EA-9C13-47A3-9322-8CF7AAE9E7CC}" type="presParOf" srcId="{420A8E2D-A86A-415B-939D-5AC2611EBB22}" destId="{C1353D34-E84F-4F65-BFD5-C1E971C7A5C8}" srcOrd="0" destOrd="0" presId="urn:microsoft.com/office/officeart/2005/8/layout/process1"/>
    <dgm:cxn modelId="{8CF2FC1E-2EB1-44F4-B540-6DC9EFF981F8}" type="presParOf" srcId="{F7982C90-CDEE-4869-AD6E-EA74996A940C}" destId="{5F6516A8-028B-4930-B530-3894789920CD}"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What are the types of supported Product Metrics?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Box Picklist</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32E3756-6416-4976-A32A-8300576B8C88}">
      <dgm:prSet custT="1"/>
      <dgm:spPr/>
      <dgm:t>
        <a:bodyPr/>
        <a:lstStyle/>
        <a:p>
          <a:r>
            <a:rPr lang="en-US" sz="1800" dirty="0">
              <a:solidFill>
                <a:schemeClr val="bg1"/>
              </a:solidFill>
              <a:latin typeface="Arial" panose="020B0604020202020204" pitchFamily="34" charset="0"/>
              <a:cs typeface="Arial" panose="020B0604020202020204" pitchFamily="34" charset="0"/>
            </a:rPr>
            <a:t>Text Picklist</a:t>
          </a:r>
        </a:p>
      </dgm:t>
    </dgm:pt>
    <dgm:pt modelId="{A9092044-572E-4F60-899E-AD60525A2806}" type="parTrans" cxnId="{5286AE32-15A1-4B48-8A39-638649A81A41}">
      <dgm:prSet/>
      <dgm:spPr/>
      <dgm:t>
        <a:bodyPr/>
        <a:lstStyle/>
        <a:p>
          <a:endParaRPr lang="en-US"/>
        </a:p>
      </dgm:t>
    </dgm:pt>
    <dgm:pt modelId="{48F94816-44EF-493E-963E-EDECAD085E2E}" type="sibTrans" cxnId="{5286AE32-15A1-4B48-8A39-638649A81A41}">
      <dgm:prSet/>
      <dgm:spPr/>
      <dgm:t>
        <a:bodyPr/>
        <a:lstStyle/>
        <a:p>
          <a:endParaRPr lang="en-US"/>
        </a:p>
      </dgm:t>
    </dgm:pt>
    <dgm:pt modelId="{A88277CF-0401-4452-B62C-E55D79DF840C}">
      <dgm:prSet custT="1"/>
      <dgm:spPr/>
      <dgm:t>
        <a:bodyPr/>
        <a:lstStyle/>
        <a:p>
          <a:r>
            <a:rPr lang="en-US" sz="1800" dirty="0">
              <a:solidFill>
                <a:schemeClr val="bg1"/>
              </a:solidFill>
              <a:latin typeface="Arial" panose="020B0604020202020204" pitchFamily="34" charset="0"/>
              <a:cs typeface="Arial" panose="020B0604020202020204" pitchFamily="34" charset="0"/>
            </a:rPr>
            <a:t>Arrows</a:t>
          </a:r>
        </a:p>
      </dgm:t>
    </dgm:pt>
    <dgm:pt modelId="{95FC545D-5085-4929-9456-D8932BDF3BD8}" type="parTrans" cxnId="{CDE857BB-5DDD-49D5-8B84-8D35115A17E9}">
      <dgm:prSet/>
      <dgm:spPr/>
      <dgm:t>
        <a:bodyPr/>
        <a:lstStyle/>
        <a:p>
          <a:endParaRPr lang="en-US"/>
        </a:p>
      </dgm:t>
    </dgm:pt>
    <dgm:pt modelId="{E31F3E4E-0917-4590-848F-EF575D182565}" type="sibTrans" cxnId="{CDE857BB-5DDD-49D5-8B84-8D35115A17E9}">
      <dgm:prSet/>
      <dgm:spPr/>
      <dgm:t>
        <a:bodyPr/>
        <a:lstStyle/>
        <a:p>
          <a:endParaRPr lang="en-US"/>
        </a:p>
      </dgm:t>
    </dgm:pt>
    <dgm:pt modelId="{4D155DAE-BDFF-49B8-AB92-F05AE8CDC430}">
      <dgm:prSet custT="1"/>
      <dgm:spPr/>
      <dgm:t>
        <a:bodyPr/>
        <a:lstStyle/>
        <a:p>
          <a:r>
            <a:rPr lang="en-US" sz="1800" dirty="0">
              <a:solidFill>
                <a:schemeClr val="bg1"/>
              </a:solidFill>
              <a:latin typeface="Arial" panose="020B0604020202020204" pitchFamily="34" charset="0"/>
              <a:cs typeface="Arial" panose="020B0604020202020204" pitchFamily="34" charset="0"/>
            </a:rPr>
            <a:t>All of the above</a:t>
          </a:r>
        </a:p>
      </dgm:t>
    </dgm:pt>
    <dgm:pt modelId="{A0C099D5-414A-44C3-8AEA-1D267BAF47AF}" type="parTrans" cxnId="{15ACBFC9-D6F2-4559-A6B6-DC9B156567DC}">
      <dgm:prSet/>
      <dgm:spPr/>
      <dgm:t>
        <a:bodyPr/>
        <a:lstStyle/>
        <a:p>
          <a:endParaRPr lang="en-US"/>
        </a:p>
      </dgm:t>
    </dgm:pt>
    <dgm:pt modelId="{8AF018A4-355D-4466-A3FE-975BE025230B}" type="sibTrans" cxnId="{15ACBFC9-D6F2-4559-A6B6-DC9B156567D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5C34BC17-2D89-4722-B86A-F006F6214DC0}" type="presOf" srcId="{932E3756-6416-4976-A32A-8300576B8C88}" destId="{0EBE7C70-51AD-4402-A9D8-36889ADBC56A}" srcOrd="0" destOrd="1" presId="urn:microsoft.com/office/officeart/2005/8/layout/vList2"/>
    <dgm:cxn modelId="{5286AE32-15A1-4B48-8A39-638649A81A41}" srcId="{2C8EA471-3542-4573-A8BF-295862507B6E}" destId="{932E3756-6416-4976-A32A-8300576B8C88}" srcOrd="1" destOrd="0" parTransId="{A9092044-572E-4F60-899E-AD60525A2806}" sibTransId="{48F94816-44EF-493E-963E-EDECAD085E2E}"/>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CDE857BB-5DDD-49D5-8B84-8D35115A17E9}" srcId="{2C8EA471-3542-4573-A8BF-295862507B6E}" destId="{A88277CF-0401-4452-B62C-E55D79DF840C}" srcOrd="2" destOrd="0" parTransId="{95FC545D-5085-4929-9456-D8932BDF3BD8}" sibTransId="{E31F3E4E-0917-4590-848F-EF575D182565}"/>
    <dgm:cxn modelId="{42C701BD-9304-43B0-BEE0-4718A400C443}" type="presOf" srcId="{D073AE1F-622F-41F3-83F6-04C7A451C39E}" destId="{0EBE7C70-51AD-4402-A9D8-36889ADBC56A}" srcOrd="0" destOrd="0" presId="urn:microsoft.com/office/officeart/2005/8/layout/vList2"/>
    <dgm:cxn modelId="{15ACBFC9-D6F2-4559-A6B6-DC9B156567DC}" srcId="{2C8EA471-3542-4573-A8BF-295862507B6E}" destId="{4D155DAE-BDFF-49B8-AB92-F05AE8CDC430}" srcOrd="3" destOrd="0" parTransId="{A0C099D5-414A-44C3-8AEA-1D267BAF47AF}" sibTransId="{8AF018A4-355D-4466-A3FE-975BE025230B}"/>
    <dgm:cxn modelId="{B6B07DCD-C81C-4FCA-BF17-16FEA268FC45}" type="presOf" srcId="{4D155DAE-BDFF-49B8-AB92-F05AE8CDC430}" destId="{0EBE7C70-51AD-4402-A9D8-36889ADBC56A}" srcOrd="0" destOrd="3" presId="urn:microsoft.com/office/officeart/2005/8/layout/vList2"/>
    <dgm:cxn modelId="{CAD5E5DB-0C4F-49DA-8C55-3609F13321D8}" type="presOf" srcId="{A88277CF-0401-4452-B62C-E55D79DF840C}"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All of the above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2. Product Metrics information can be captured at Child Account level? </a:t>
          </a:r>
        </a:p>
        <a:p>
          <a:r>
            <a:rPr lang="en-US" sz="1800" dirty="0">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32E3756-6416-4976-A32A-8300576B8C88}">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A9092044-572E-4F60-899E-AD60525A2806}" type="parTrans" cxnId="{5286AE32-15A1-4B48-8A39-638649A81A41}">
      <dgm:prSet/>
      <dgm:spPr/>
      <dgm:t>
        <a:bodyPr/>
        <a:lstStyle/>
        <a:p>
          <a:endParaRPr lang="en-US"/>
        </a:p>
      </dgm:t>
    </dgm:pt>
    <dgm:pt modelId="{48F94816-44EF-493E-963E-EDECAD085E2E}" type="sibTrans" cxnId="{5286AE32-15A1-4B48-8A39-638649A81A4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7480" custLinFactNeighborY="10893">
        <dgm:presLayoutVars>
          <dgm:bulletEnabled val="1"/>
        </dgm:presLayoutVars>
      </dgm:prSet>
      <dgm:spPr/>
    </dgm:pt>
  </dgm:ptLst>
  <dgm:cxnLst>
    <dgm:cxn modelId="{5C34BC17-2D89-4722-B86A-F006F6214DC0}" type="presOf" srcId="{932E3756-6416-4976-A32A-8300576B8C88}" destId="{0EBE7C70-51AD-4402-A9D8-36889ADBC56A}" srcOrd="0" destOrd="1" presId="urn:microsoft.com/office/officeart/2005/8/layout/vList2"/>
    <dgm:cxn modelId="{5286AE32-15A1-4B48-8A39-638649A81A41}" srcId="{2C8EA471-3542-4573-A8BF-295862507B6E}" destId="{932E3756-6416-4976-A32A-8300576B8C88}" srcOrd="1" destOrd="0" parTransId="{A9092044-572E-4F60-899E-AD60525A2806}" sibTransId="{48F94816-44EF-493E-963E-EDECAD085E2E}"/>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3. Name the s-control used to display Product Metrics in Account profile.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err="1">
              <a:solidFill>
                <a:schemeClr val="bg1"/>
              </a:solidFill>
              <a:latin typeface="Arial" panose="020B0604020202020204" pitchFamily="34" charset="0"/>
              <a:cs typeface="Arial" panose="020B0604020202020204" pitchFamily="34" charset="0"/>
            </a:rPr>
            <a:t>Product_Metrics_vod</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BC865F4C-C9B4-4778-A259-A3D5B7E6FA92}">
      <dgm:prSet custT="1"/>
      <dgm:spPr/>
      <dgm:t>
        <a:bodyPr/>
        <a:lstStyle/>
        <a:p>
          <a:r>
            <a:rPr lang="en-US" sz="1800" dirty="0" err="1">
              <a:solidFill>
                <a:schemeClr val="bg1"/>
              </a:solidFill>
              <a:latin typeface="Arial" panose="020B0604020202020204" pitchFamily="34" charset="0"/>
              <a:cs typeface="Arial" panose="020B0604020202020204" pitchFamily="34" charset="0"/>
            </a:rPr>
            <a:t>Ratings_vod</a:t>
          </a:r>
          <a:endParaRPr lang="en-US" sz="1800" dirty="0">
            <a:solidFill>
              <a:schemeClr val="bg1"/>
            </a:solidFill>
            <a:latin typeface="Arial" panose="020B0604020202020204" pitchFamily="34" charset="0"/>
            <a:cs typeface="Arial" panose="020B0604020202020204" pitchFamily="34" charset="0"/>
          </a:endParaRPr>
        </a:p>
      </dgm:t>
    </dgm:pt>
    <dgm:pt modelId="{75027E51-C84E-4FEC-AB1A-E247C4965CB7}" type="parTrans" cxnId="{C8F9E953-B122-4F78-A8B3-51BEA1428E27}">
      <dgm:prSet/>
      <dgm:spPr/>
      <dgm:t>
        <a:bodyPr/>
        <a:lstStyle/>
        <a:p>
          <a:endParaRPr lang="en-US"/>
        </a:p>
      </dgm:t>
    </dgm:pt>
    <dgm:pt modelId="{798B8C85-C16E-4E12-B4E6-F8D78EDD0B6F}" type="sibTrans" cxnId="{C8F9E953-B122-4F78-A8B3-51BEA1428E27}">
      <dgm:prSet/>
      <dgm:spPr/>
      <dgm:t>
        <a:bodyPr/>
        <a:lstStyle/>
        <a:p>
          <a:endParaRPr lang="en-US"/>
        </a:p>
      </dgm:t>
    </dgm:pt>
    <dgm:pt modelId="{EB74F3BC-0DE5-486D-AF1F-51E43A17EEA9}">
      <dgm:prSet custT="1"/>
      <dgm:spPr/>
      <dgm:t>
        <a:bodyPr/>
        <a:lstStyle/>
        <a:p>
          <a:r>
            <a:rPr lang="en-US" sz="1800" dirty="0" err="1">
              <a:solidFill>
                <a:schemeClr val="bg1"/>
              </a:solidFill>
              <a:latin typeface="Arial" panose="020B0604020202020204" pitchFamily="34" charset="0"/>
              <a:cs typeface="Arial" panose="020B0604020202020204" pitchFamily="34" charset="0"/>
            </a:rPr>
            <a:t>Ratings_and_Evaluations_vod</a:t>
          </a:r>
          <a:endParaRPr lang="en-US" sz="1800" dirty="0">
            <a:solidFill>
              <a:schemeClr val="bg1"/>
            </a:solidFill>
            <a:latin typeface="Arial" panose="020B0604020202020204" pitchFamily="34" charset="0"/>
            <a:cs typeface="Arial" panose="020B0604020202020204" pitchFamily="34" charset="0"/>
          </a:endParaRPr>
        </a:p>
      </dgm:t>
    </dgm:pt>
    <dgm:pt modelId="{2BCE8E5F-F743-46AD-94DC-E00489E26E80}" type="parTrans" cxnId="{53A673B9-6870-48AB-A705-B4E6DC182CB6}">
      <dgm:prSet/>
      <dgm:spPr/>
      <dgm:t>
        <a:bodyPr/>
        <a:lstStyle/>
        <a:p>
          <a:endParaRPr lang="en-US"/>
        </a:p>
      </dgm:t>
    </dgm:pt>
    <dgm:pt modelId="{CBF4BC2D-E387-4F3B-AAA0-ABA20AA7721C}" type="sibTrans" cxnId="{53A673B9-6870-48AB-A705-B4E6DC182CB6}">
      <dgm:prSet/>
      <dgm:spPr/>
      <dgm:t>
        <a:bodyPr/>
        <a:lstStyle/>
        <a:p>
          <a:endParaRPr lang="en-US"/>
        </a:p>
      </dgm:t>
    </dgm:pt>
    <dgm:pt modelId="{3EDEDE3F-22D8-4484-B57B-9FB95280697E}">
      <dgm:prSet custT="1"/>
      <dgm:spPr/>
      <dgm:t>
        <a:bodyPr/>
        <a:lstStyle/>
        <a:p>
          <a:r>
            <a:rPr lang="en-US" sz="1800" dirty="0">
              <a:solidFill>
                <a:schemeClr val="bg1"/>
              </a:solidFill>
              <a:latin typeface="Arial" panose="020B0604020202020204" pitchFamily="34" charset="0"/>
              <a:cs typeface="Arial" panose="020B0604020202020204" pitchFamily="34" charset="0"/>
            </a:rPr>
            <a:t>None of the above</a:t>
          </a:r>
        </a:p>
      </dgm:t>
    </dgm:pt>
    <dgm:pt modelId="{1F419FC8-DBB8-4036-AF9B-199B0945023A}" type="parTrans" cxnId="{D3A7ABD0-047C-4B72-A74B-ECB6F493B4AA}">
      <dgm:prSet/>
      <dgm:spPr/>
      <dgm:t>
        <a:bodyPr/>
        <a:lstStyle/>
        <a:p>
          <a:endParaRPr lang="en-US"/>
        </a:p>
      </dgm:t>
    </dgm:pt>
    <dgm:pt modelId="{4106AC82-BA92-46FB-8ADD-E5BE48F86711}" type="sibTrans" cxnId="{D3A7ABD0-047C-4B72-A74B-ECB6F493B4AA}">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7480" custLinFactNeighborY="10893">
        <dgm:presLayoutVars>
          <dgm:bulletEnabled val="1"/>
        </dgm:presLayoutVars>
      </dgm:prSet>
      <dgm:spPr/>
    </dgm:pt>
  </dgm:ptLst>
  <dgm:cxnLst>
    <dgm:cxn modelId="{F5521C2A-764A-4369-B7A3-AB59AC9DEC16}" type="presOf" srcId="{EB74F3BC-0DE5-486D-AF1F-51E43A17EEA9}" destId="{0EBE7C70-51AD-4402-A9D8-36889ADBC56A}" srcOrd="0" destOrd="2" presId="urn:microsoft.com/office/officeart/2005/8/layout/vList2"/>
    <dgm:cxn modelId="{43F19F36-A121-4FDE-BEC9-E63D6C1E290E}" type="presOf" srcId="{3EDEDE3F-22D8-4484-B57B-9FB95280697E}" destId="{0EBE7C70-51AD-4402-A9D8-36889ADBC56A}" srcOrd="0" destOrd="3" presId="urn:microsoft.com/office/officeart/2005/8/layout/vList2"/>
    <dgm:cxn modelId="{C8F9E953-B122-4F78-A8B3-51BEA1428E27}" srcId="{2C8EA471-3542-4573-A8BF-295862507B6E}" destId="{BC865F4C-C9B4-4778-A259-A3D5B7E6FA92}" srcOrd="1" destOrd="0" parTransId="{75027E51-C84E-4FEC-AB1A-E247C4965CB7}" sibTransId="{798B8C85-C16E-4E12-B4E6-F8D78EDD0B6F}"/>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53A673B9-6870-48AB-A705-B4E6DC182CB6}" srcId="{2C8EA471-3542-4573-A8BF-295862507B6E}" destId="{EB74F3BC-0DE5-486D-AF1F-51E43A17EEA9}" srcOrd="2" destOrd="0" parTransId="{2BCE8E5F-F743-46AD-94DC-E00489E26E80}" sibTransId="{CBF4BC2D-E387-4F3B-AAA0-ABA20AA7721C}"/>
    <dgm:cxn modelId="{42C701BD-9304-43B0-BEE0-4718A400C443}" type="presOf" srcId="{D073AE1F-622F-41F3-83F6-04C7A451C39E}" destId="{0EBE7C70-51AD-4402-A9D8-36889ADBC56A}" srcOrd="0" destOrd="0" presId="urn:microsoft.com/office/officeart/2005/8/layout/vList2"/>
    <dgm:cxn modelId="{D3A7ABD0-047C-4B72-A74B-ECB6F493B4AA}" srcId="{2C8EA471-3542-4573-A8BF-295862507B6E}" destId="{3EDEDE3F-22D8-4484-B57B-9FB95280697E}" srcOrd="3" destOrd="0" parTransId="{1F419FC8-DBB8-4036-AF9B-199B0945023A}" sibTransId="{4106AC82-BA92-46FB-8ADD-E5BE48F86711}"/>
    <dgm:cxn modelId="{B2BA0FF6-E8EA-4D44-BC2A-9494486DE99F}" type="presOf" srcId="{BC865F4C-C9B4-4778-A259-A3D5B7E6FA92}"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err="1">
              <a:latin typeface="Arial" panose="020B0604020202020204" pitchFamily="34" charset="0"/>
              <a:cs typeface="Arial" panose="020B0604020202020204" pitchFamily="34" charset="0"/>
            </a:rPr>
            <a:t>Ratings_vod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4. Which of the following is not a supported field type for Product Metrics?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Checkbox</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7D5E8978-5C32-40CA-AAD2-55E6C7E6AEC1}">
      <dgm:prSet custT="1"/>
      <dgm:spPr/>
      <dgm:t>
        <a:bodyPr/>
        <a:lstStyle/>
        <a:p>
          <a:r>
            <a:rPr lang="en-US" sz="1800">
              <a:solidFill>
                <a:schemeClr val="bg1"/>
              </a:solidFill>
              <a:latin typeface="Arial" panose="020B0604020202020204" pitchFamily="34" charset="0"/>
              <a:cs typeface="Arial" panose="020B0604020202020204" pitchFamily="34" charset="0"/>
            </a:rPr>
            <a:t>Text</a:t>
          </a:r>
          <a:endParaRPr lang="en-US" sz="1800" dirty="0">
            <a:solidFill>
              <a:schemeClr val="bg1"/>
            </a:solidFill>
            <a:latin typeface="Arial" panose="020B0604020202020204" pitchFamily="34" charset="0"/>
            <a:cs typeface="Arial" panose="020B0604020202020204" pitchFamily="34" charset="0"/>
          </a:endParaRPr>
        </a:p>
      </dgm:t>
    </dgm:pt>
    <dgm:pt modelId="{4BAB5E5B-1D1A-42B2-A1A9-AF940D6A5017}" type="parTrans" cxnId="{51D544CC-84C8-4E1E-B148-CDB132FA1F6D}">
      <dgm:prSet/>
      <dgm:spPr/>
      <dgm:t>
        <a:bodyPr/>
        <a:lstStyle/>
        <a:p>
          <a:endParaRPr lang="en-US"/>
        </a:p>
      </dgm:t>
    </dgm:pt>
    <dgm:pt modelId="{94BFE1C1-E47D-4BF0-A226-55B357A363B6}" type="sibTrans" cxnId="{51D544CC-84C8-4E1E-B148-CDB132FA1F6D}">
      <dgm:prSet/>
      <dgm:spPr/>
      <dgm:t>
        <a:bodyPr/>
        <a:lstStyle/>
        <a:p>
          <a:endParaRPr lang="en-US"/>
        </a:p>
      </dgm:t>
    </dgm:pt>
    <dgm:pt modelId="{2B219BF8-9CD9-4F3C-A3A6-A32F312328E4}">
      <dgm:prSet custT="1"/>
      <dgm:spPr/>
      <dgm:t>
        <a:bodyPr/>
        <a:lstStyle/>
        <a:p>
          <a:r>
            <a:rPr lang="en-US" sz="1800" dirty="0">
              <a:solidFill>
                <a:schemeClr val="bg1"/>
              </a:solidFill>
              <a:latin typeface="Arial" panose="020B0604020202020204" pitchFamily="34" charset="0"/>
              <a:cs typeface="Arial" panose="020B0604020202020204" pitchFamily="34" charset="0"/>
            </a:rPr>
            <a:t>Currency</a:t>
          </a:r>
        </a:p>
      </dgm:t>
    </dgm:pt>
    <dgm:pt modelId="{66BA5836-D471-471D-B281-040E7F243859}" type="parTrans" cxnId="{2BEA4808-CD9A-426E-9F06-842DFB33AED8}">
      <dgm:prSet/>
      <dgm:spPr/>
      <dgm:t>
        <a:bodyPr/>
        <a:lstStyle/>
        <a:p>
          <a:endParaRPr lang="en-US"/>
        </a:p>
      </dgm:t>
    </dgm:pt>
    <dgm:pt modelId="{84B62886-A0AD-4345-ABE2-D8C4D187DC60}" type="sibTrans" cxnId="{2BEA4808-CD9A-426E-9F06-842DFB33AED8}">
      <dgm:prSet/>
      <dgm:spPr/>
      <dgm:t>
        <a:bodyPr/>
        <a:lstStyle/>
        <a:p>
          <a:endParaRPr lang="en-US"/>
        </a:p>
      </dgm:t>
    </dgm:pt>
    <dgm:pt modelId="{6E5738C7-59E4-427E-AF45-FDC227D75D51}">
      <dgm:prSet custT="1"/>
      <dgm:spPr/>
      <dgm:t>
        <a:bodyPr/>
        <a:lstStyle/>
        <a:p>
          <a:r>
            <a:rPr lang="en-US" sz="1800" dirty="0">
              <a:solidFill>
                <a:schemeClr val="bg1"/>
              </a:solidFill>
              <a:latin typeface="Arial" panose="020B0604020202020204" pitchFamily="34" charset="0"/>
              <a:cs typeface="Arial" panose="020B0604020202020204" pitchFamily="34" charset="0"/>
            </a:rPr>
            <a:t>Number</a:t>
          </a:r>
        </a:p>
      </dgm:t>
    </dgm:pt>
    <dgm:pt modelId="{DDE4C227-ED85-42DF-B73C-02D95D04EC15}" type="parTrans" cxnId="{FD3769EF-D5B6-4C7D-AFDD-8801EFF70E13}">
      <dgm:prSet/>
      <dgm:spPr/>
      <dgm:t>
        <a:bodyPr/>
        <a:lstStyle/>
        <a:p>
          <a:endParaRPr lang="en-US"/>
        </a:p>
      </dgm:t>
    </dgm:pt>
    <dgm:pt modelId="{8F8D8074-EB16-4D0E-868F-28F4AA7165E6}" type="sibTrans" cxnId="{FD3769EF-D5B6-4C7D-AFDD-8801EFF70E13}">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7480" custLinFactNeighborY="10893">
        <dgm:presLayoutVars>
          <dgm:bulletEnabled val="1"/>
        </dgm:presLayoutVars>
      </dgm:prSet>
      <dgm:spPr/>
    </dgm:pt>
  </dgm:ptLst>
  <dgm:cxnLst>
    <dgm:cxn modelId="{2BEA4808-CD9A-426E-9F06-842DFB33AED8}" srcId="{2C8EA471-3542-4573-A8BF-295862507B6E}" destId="{2B219BF8-9CD9-4F3C-A3A6-A32F312328E4}" srcOrd="2" destOrd="0" parTransId="{66BA5836-D471-471D-B281-040E7F243859}" sibTransId="{84B62886-A0AD-4345-ABE2-D8C4D187DC60}"/>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D5F434AF-3E5C-47F4-951C-F285E877ACA3}" type="presOf" srcId="{6E5738C7-59E4-427E-AF45-FDC227D75D51}" destId="{0EBE7C70-51AD-4402-A9D8-36889ADBC56A}" srcOrd="0" destOrd="3" presId="urn:microsoft.com/office/officeart/2005/8/layout/vList2"/>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56EF4FC0-031C-4805-9264-71ED1707E570}" type="presOf" srcId="{2B219BF8-9CD9-4F3C-A3A6-A32F312328E4}" destId="{0EBE7C70-51AD-4402-A9D8-36889ADBC56A}" srcOrd="0" destOrd="2" presId="urn:microsoft.com/office/officeart/2005/8/layout/vList2"/>
    <dgm:cxn modelId="{51D544CC-84C8-4E1E-B148-CDB132FA1F6D}" srcId="{2C8EA471-3542-4573-A8BF-295862507B6E}" destId="{7D5E8978-5C32-40CA-AAD2-55E6C7E6AEC1}" srcOrd="1" destOrd="0" parTransId="{4BAB5E5B-1D1A-42B2-A1A9-AF940D6A5017}" sibTransId="{94BFE1C1-E47D-4BF0-A226-55B357A363B6}"/>
    <dgm:cxn modelId="{BB328AEB-1FA0-4156-8A89-1E36BDAD046B}" type="presOf" srcId="{7D5E8978-5C32-40CA-AAD2-55E6C7E6AEC1}" destId="{0EBE7C70-51AD-4402-A9D8-36889ADBC56A}" srcOrd="0" destOrd="1" presId="urn:microsoft.com/office/officeart/2005/8/layout/vList2"/>
    <dgm:cxn modelId="{FD3769EF-D5B6-4C7D-AFDD-8801EFF70E13}" srcId="{2C8EA471-3542-4573-A8BF-295862507B6E}" destId="{6E5738C7-59E4-427E-AF45-FDC227D75D51}" srcOrd="3" destOrd="0" parTransId="{DDE4C227-ED85-42DF-B73C-02D95D04EC15}" sibTransId="{8F8D8074-EB16-4D0E-868F-28F4AA7165E6}"/>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Currency</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5. Metric Configuration can be created for Detail Group as well. </a:t>
          </a:r>
        </a:p>
        <a:p>
          <a:r>
            <a:rPr lang="en-US" sz="1800" dirty="0">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32E3756-6416-4976-A32A-8300576B8C88}">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A9092044-572E-4F60-899E-AD60525A2806}" type="parTrans" cxnId="{5286AE32-15A1-4B48-8A39-638649A81A41}">
      <dgm:prSet/>
      <dgm:spPr/>
      <dgm:t>
        <a:bodyPr/>
        <a:lstStyle/>
        <a:p>
          <a:endParaRPr lang="en-US"/>
        </a:p>
      </dgm:t>
    </dgm:pt>
    <dgm:pt modelId="{48F94816-44EF-493E-963E-EDECAD085E2E}" type="sibTrans" cxnId="{5286AE32-15A1-4B48-8A39-638649A81A4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7480" custLinFactNeighborY="10893">
        <dgm:presLayoutVars>
          <dgm:bulletEnabled val="1"/>
        </dgm:presLayoutVars>
      </dgm:prSet>
      <dgm:spPr/>
    </dgm:pt>
  </dgm:ptLst>
  <dgm:cxnLst>
    <dgm:cxn modelId="{5C34BC17-2D89-4722-B86A-F006F6214DC0}" type="presOf" srcId="{932E3756-6416-4976-A32A-8300576B8C88}" destId="{0EBE7C70-51AD-4402-A9D8-36889ADBC56A}" srcOrd="0" destOrd="1" presId="urn:microsoft.com/office/officeart/2005/8/layout/vList2"/>
    <dgm:cxn modelId="{5286AE32-15A1-4B48-8A39-638649A81A41}" srcId="{2C8EA471-3542-4573-A8BF-295862507B6E}" destId="{932E3756-6416-4976-A32A-8300576B8C88}" srcOrd="1" destOrd="0" parTransId="{A9092044-572E-4F60-899E-AD60525A2806}" sibTransId="{48F94816-44EF-493E-963E-EDECAD085E2E}"/>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5441" custLinFactNeighborY="3275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778A11-400A-41DE-AE08-FFFBEA21126C}">
      <dsp:nvSpPr>
        <dsp:cNvPr id="0" name=""/>
        <dsp:cNvSpPr/>
      </dsp:nvSpPr>
      <dsp:spPr>
        <a:xfrm>
          <a:off x="1393" y="0"/>
          <a:ext cx="2971509" cy="17147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Create new Custom Field in Product Metrics object</a:t>
          </a:r>
        </a:p>
      </dsp:txBody>
      <dsp:txXfrm>
        <a:off x="51615" y="50222"/>
        <a:ext cx="2871065" cy="1614273"/>
      </dsp:txXfrm>
    </dsp:sp>
    <dsp:sp modelId="{420A8E2D-A86A-415B-939D-5AC2611EBB22}">
      <dsp:nvSpPr>
        <dsp:cNvPr id="0" name=""/>
        <dsp:cNvSpPr/>
      </dsp:nvSpPr>
      <dsp:spPr>
        <a:xfrm>
          <a:off x="3270054" y="488891"/>
          <a:ext cx="629960" cy="7369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3270054" y="636278"/>
        <a:ext cx="440972" cy="442160"/>
      </dsp:txXfrm>
    </dsp:sp>
    <dsp:sp modelId="{5F6516A8-028B-4930-B530-3894789920CD}">
      <dsp:nvSpPr>
        <dsp:cNvPr id="0" name=""/>
        <dsp:cNvSpPr/>
      </dsp:nvSpPr>
      <dsp:spPr>
        <a:xfrm>
          <a:off x="4161506" y="0"/>
          <a:ext cx="2971509" cy="17147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Create Metric Configuration record for the new Product Metrics field</a:t>
          </a:r>
        </a:p>
      </dsp:txBody>
      <dsp:txXfrm>
        <a:off x="4211728" y="50222"/>
        <a:ext cx="2871065" cy="16142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37095"/>
          <a:ext cx="8333885" cy="900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What are the types of supported Product Metrics?</a:t>
          </a:r>
          <a:endParaRPr lang="en-US" sz="1800" kern="1200" dirty="0">
            <a:solidFill>
              <a:schemeClr val="bg1"/>
            </a:solidFill>
            <a:latin typeface="Arial" panose="020B0604020202020204" pitchFamily="34" charset="0"/>
            <a:cs typeface="Arial" panose="020B0604020202020204" pitchFamily="34" charset="0"/>
          </a:endParaRPr>
        </a:p>
      </dsp:txBody>
      <dsp:txXfrm>
        <a:off x="43954" y="381049"/>
        <a:ext cx="8245977" cy="812499"/>
      </dsp:txXfrm>
    </dsp:sp>
    <dsp:sp modelId="{0EBE7C70-51AD-4402-A9D8-36889ADBC56A}">
      <dsp:nvSpPr>
        <dsp:cNvPr id="0" name=""/>
        <dsp:cNvSpPr/>
      </dsp:nvSpPr>
      <dsp:spPr>
        <a:xfrm>
          <a:off x="0" y="1527244"/>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Box Picklist</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Text Picklist</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Arrows</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All of the above</a:t>
          </a:r>
        </a:p>
      </dsp:txBody>
      <dsp:txXfrm>
        <a:off x="0" y="1527244"/>
        <a:ext cx="8333885" cy="1177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All of the above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22228"/>
          <a:ext cx="8333885" cy="900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2. Product Metrics information can be captured at Child Account level?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43954" y="566182"/>
        <a:ext cx="8245977" cy="812499"/>
      </dsp:txXfrm>
    </dsp:sp>
    <dsp:sp modelId="{0EBE7C70-51AD-4402-A9D8-36889ADBC56A}">
      <dsp:nvSpPr>
        <dsp:cNvPr id="0" name=""/>
        <dsp:cNvSpPr/>
      </dsp:nvSpPr>
      <dsp:spPr>
        <a:xfrm>
          <a:off x="0" y="1698902"/>
          <a:ext cx="8333885" cy="83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698902"/>
        <a:ext cx="8333885" cy="8339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7045"/>
          <a:ext cx="8333885" cy="88568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3. Name the s-control used to display Product Metrics in Account profile.</a:t>
          </a:r>
          <a:endParaRPr lang="en-US" sz="1800" kern="1200" dirty="0">
            <a:solidFill>
              <a:schemeClr val="bg1"/>
            </a:solidFill>
            <a:latin typeface="Arial" panose="020B0604020202020204" pitchFamily="34" charset="0"/>
            <a:cs typeface="Arial" panose="020B0604020202020204" pitchFamily="34" charset="0"/>
          </a:endParaRPr>
        </a:p>
      </dsp:txBody>
      <dsp:txXfrm>
        <a:off x="43236" y="530281"/>
        <a:ext cx="8247413" cy="799217"/>
      </dsp:txXfrm>
    </dsp:sp>
    <dsp:sp modelId="{0EBE7C70-51AD-4402-A9D8-36889ADBC56A}">
      <dsp:nvSpPr>
        <dsp:cNvPr id="0" name=""/>
        <dsp:cNvSpPr/>
      </dsp:nvSpPr>
      <dsp:spPr>
        <a:xfrm>
          <a:off x="0" y="1657739"/>
          <a:ext cx="8333885" cy="89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Product_Metrics_vod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Ratings_vod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Ratings_and_Evaluations_vod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None of the above</a:t>
          </a:r>
        </a:p>
      </dsp:txBody>
      <dsp:txXfrm>
        <a:off x="0" y="1657739"/>
        <a:ext cx="8333885" cy="89727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err="1">
              <a:latin typeface="Arial" panose="020B0604020202020204" pitchFamily="34" charset="0"/>
              <a:cs typeface="Arial" panose="020B0604020202020204" pitchFamily="34" charset="0"/>
            </a:rPr>
            <a:t>Ratings_vod</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7045"/>
          <a:ext cx="8333885" cy="88568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4. Which of the following is not a supported field type for Product Metrics?</a:t>
          </a:r>
          <a:endParaRPr lang="en-US" sz="1800" kern="1200" dirty="0">
            <a:solidFill>
              <a:schemeClr val="bg1"/>
            </a:solidFill>
            <a:latin typeface="Arial" panose="020B0604020202020204" pitchFamily="34" charset="0"/>
            <a:cs typeface="Arial" panose="020B0604020202020204" pitchFamily="34" charset="0"/>
          </a:endParaRPr>
        </a:p>
      </dsp:txBody>
      <dsp:txXfrm>
        <a:off x="43236" y="530281"/>
        <a:ext cx="8247413" cy="799217"/>
      </dsp:txXfrm>
    </dsp:sp>
    <dsp:sp modelId="{0EBE7C70-51AD-4402-A9D8-36889ADBC56A}">
      <dsp:nvSpPr>
        <dsp:cNvPr id="0" name=""/>
        <dsp:cNvSpPr/>
      </dsp:nvSpPr>
      <dsp:spPr>
        <a:xfrm>
          <a:off x="0" y="1657739"/>
          <a:ext cx="8333885" cy="89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Checkbox</a:t>
          </a:r>
        </a:p>
        <a:p>
          <a:pPr marL="171450" lvl="1" indent="-171450" algn="l" defTabSz="800100">
            <a:lnSpc>
              <a:spcPct val="90000"/>
            </a:lnSpc>
            <a:spcBef>
              <a:spcPct val="0"/>
            </a:spcBef>
            <a:spcAft>
              <a:spcPct val="20000"/>
            </a:spcAft>
            <a:buChar char="•"/>
          </a:pPr>
          <a:r>
            <a:rPr lang="en-US" sz="1800" kern="1200">
              <a:solidFill>
                <a:schemeClr val="bg1"/>
              </a:solidFill>
              <a:latin typeface="Arial" panose="020B0604020202020204" pitchFamily="34" charset="0"/>
              <a:cs typeface="Arial" panose="020B0604020202020204" pitchFamily="34" charset="0"/>
            </a:rPr>
            <a:t>Text</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Currency</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Number</a:t>
          </a:r>
        </a:p>
      </dsp:txBody>
      <dsp:txXfrm>
        <a:off x="0" y="1657739"/>
        <a:ext cx="8333885" cy="89727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Currency</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22228"/>
          <a:ext cx="8333885" cy="900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5. Metric Configuration can be created for Detail Group as well.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43954" y="566182"/>
        <a:ext cx="8245977" cy="812499"/>
      </dsp:txXfrm>
    </dsp:sp>
    <dsp:sp modelId="{0EBE7C70-51AD-4402-A9D8-36889ADBC56A}">
      <dsp:nvSpPr>
        <dsp:cNvPr id="0" name=""/>
        <dsp:cNvSpPr/>
      </dsp:nvSpPr>
      <dsp:spPr>
        <a:xfrm>
          <a:off x="0" y="1698902"/>
          <a:ext cx="8333885" cy="83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698902"/>
        <a:ext cx="8333885" cy="83399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4.xml"/><Relationship Id="rId5" Type="http://schemas.openxmlformats.org/officeDocument/2006/relationships/image" Target="../media/image8.png"/><Relationship Id="rId4"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7.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with Content">
    <p:spTree>
      <p:nvGrpSpPr>
        <p:cNvPr id="1" name=""/>
        <p:cNvGrpSpPr/>
        <p:nvPr/>
      </p:nvGrpSpPr>
      <p:grpSpPr>
        <a:xfrm>
          <a:off x="0" y="0"/>
          <a:ext cx="0" cy="0"/>
          <a:chOff x="0" y="0"/>
          <a:chExt cx="0" cy="0"/>
        </a:xfrm>
      </p:grpSpPr>
      <p:sp>
        <p:nvSpPr>
          <p:cNvPr id="4" name="Content Placeholder 2"/>
          <p:cNvSpPr>
            <a:spLocks noGrp="1"/>
          </p:cNvSpPr>
          <p:nvPr>
            <p:ph sz="quarter" idx="10"/>
          </p:nvPr>
        </p:nvSpPr>
        <p:spPr>
          <a:xfrm>
            <a:off x="1605482" y="1308100"/>
            <a:ext cx="9005180" cy="4343400"/>
          </a:xfrm>
          <a:prstGeom prst="rect">
            <a:avLst/>
          </a:prstGeom>
        </p:spPr>
        <p:txBody>
          <a:bodyPr/>
          <a:lstStyle>
            <a:lvl1pPr>
              <a:defRPr sz="998">
                <a:latin typeface="Arial" panose="020B0604020202020204" pitchFamily="34" charset="0"/>
                <a:cs typeface="Arial" panose="020B0604020202020204" pitchFamily="34" charset="0"/>
              </a:defRPr>
            </a:lvl1pPr>
            <a:lvl2pPr>
              <a:defRPr sz="998">
                <a:latin typeface="Arial" panose="020B0604020202020204" pitchFamily="34" charset="0"/>
                <a:cs typeface="Arial" panose="020B0604020202020204" pitchFamily="34" charset="0"/>
              </a:defRPr>
            </a:lvl2pPr>
            <a:lvl3pPr>
              <a:defRPr sz="998">
                <a:latin typeface="Arial" panose="020B0604020202020204" pitchFamily="34" charset="0"/>
                <a:cs typeface="Arial" panose="020B0604020202020204" pitchFamily="34" charset="0"/>
              </a:defRPr>
            </a:lvl3pPr>
            <a:lvl4pPr>
              <a:defRPr sz="998">
                <a:latin typeface="Arial" panose="020B0604020202020204" pitchFamily="34" charset="0"/>
                <a:cs typeface="Arial" panose="020B0604020202020204" pitchFamily="34" charset="0"/>
              </a:defRPr>
            </a:lvl4pPr>
            <a:lvl5pPr>
              <a:defRPr sz="998">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6"/>
          <p:cNvSpPr>
            <a:spLocks noGrp="1"/>
          </p:cNvSpPr>
          <p:nvPr>
            <p:ph type="title" hasCustomPrompt="1"/>
          </p:nvPr>
        </p:nvSpPr>
        <p:spPr>
          <a:xfrm>
            <a:off x="2891073" y="1"/>
            <a:ext cx="8468008" cy="622300"/>
          </a:xfrm>
          <a:prstGeom prst="rect">
            <a:avLst/>
          </a:prstGeom>
        </p:spPr>
        <p:txBody>
          <a:bodyPr anchor="ctr"/>
          <a:lstStyle>
            <a:lvl1pPr>
              <a:defRPr sz="1568" b="1" baseline="0">
                <a:solidFill>
                  <a:schemeClr val="bg1"/>
                </a:solidFill>
                <a:latin typeface="Arial" panose="020B0604020202020204" pitchFamily="34" charset="0"/>
                <a:cs typeface="Arial" panose="020B0604020202020204" pitchFamily="34" charset="0"/>
              </a:defRPr>
            </a:lvl1pPr>
          </a:lstStyle>
          <a:p>
            <a:r>
              <a:rPr lang="en-US" dirty="0"/>
              <a:t>Click to add topic name here</a:t>
            </a:r>
          </a:p>
        </p:txBody>
      </p:sp>
      <p:sp>
        <p:nvSpPr>
          <p:cNvPr id="7" name="Footer Placeholder 4"/>
          <p:cNvSpPr>
            <a:spLocks noGrp="1"/>
          </p:cNvSpPr>
          <p:nvPr>
            <p:ph type="ftr" sz="quarter" idx="11"/>
          </p:nvPr>
        </p:nvSpPr>
        <p:spPr>
          <a:xfrm>
            <a:off x="9676" y="6553200"/>
            <a:ext cx="1828800" cy="228600"/>
          </a:xfrm>
        </p:spPr>
        <p:txBody>
          <a:bodyPr/>
          <a:lstStyle/>
          <a:p>
            <a:r>
              <a:rPr lang="en-US" dirty="0"/>
              <a:t>© Cognizant 2015</a:t>
            </a:r>
          </a:p>
        </p:txBody>
      </p:sp>
      <p:sp>
        <p:nvSpPr>
          <p:cNvPr id="10" name="Slide Number Placeholder 5"/>
          <p:cNvSpPr>
            <a:spLocks noGrp="1"/>
          </p:cNvSpPr>
          <p:nvPr>
            <p:ph type="sldNum" sz="quarter" idx="12"/>
          </p:nvPr>
        </p:nvSpPr>
        <p:spPr>
          <a:xfrm>
            <a:off x="11480800" y="6629401"/>
            <a:ext cx="711195" cy="228597"/>
          </a:xfrm>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55367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431574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770325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1533403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93" r:id="rId8"/>
    <p:sldLayoutId id="2147483697" r:id="rId9"/>
    <p:sldLayoutId id="2147483698" r:id="rId10"/>
  </p:sldLayoutIdLst>
  <p:hf hdr="0" ft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95" r:id="rId1"/>
    <p:sldLayoutId id="2147483694" r:id="rId2"/>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7" r:id="rId1"/>
    <p:sldLayoutId id="214748382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13.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hyperlink" Target="https://trailhead.salesforce.com/en/home" TargetMode="External"/><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4.xml"/><Relationship Id="rId4" Type="http://schemas.openxmlformats.org/officeDocument/2006/relationships/image" Target="../media/image34.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33400" y="2185063"/>
            <a:ext cx="6245891" cy="1828469"/>
          </a:xfrm>
        </p:spPr>
        <p:txBody>
          <a:bodyPr anchor="ctr"/>
          <a:lstStyle/>
          <a:p>
            <a:pPr marL="238125" lvl="1"/>
            <a:r>
              <a:rPr lang="en-US" sz="3600" b="1" dirty="0">
                <a:solidFill>
                  <a:srgbClr val="00718F"/>
                </a:solidFill>
                <a:latin typeface="Arial" panose="020B0604020202020204" pitchFamily="34" charset="0"/>
                <a:cs typeface="Arial" panose="020B0604020202020204" pitchFamily="34" charset="0"/>
              </a:rPr>
              <a:t>VEEVA Product Metrics Configuration</a:t>
            </a:r>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759393269"/>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l"/>
                      <a:r>
                        <a:rPr kumimoji="0" lang="en-US" sz="1800" b="0" i="0" u="none" strike="noStrike" kern="1200" cap="none" normalizeH="0" baseline="0" dirty="0">
                          <a:ln>
                            <a:noFill/>
                          </a:ln>
                          <a:solidFill>
                            <a:schemeClr val="tx1"/>
                          </a:solidFill>
                          <a:effectLst/>
                          <a:latin typeface="+mn-lt"/>
                          <a:ea typeface="+mn-ea"/>
                          <a:cs typeface="+mn-cs"/>
                        </a:rPr>
                        <a:t>Subham Chowdhury,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Associate – Projects;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22-Jan-2018, V1.1: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1981200" y="229235"/>
            <a:ext cx="9144000" cy="479425"/>
          </a:xfrm>
        </p:spPr>
        <p:txBody>
          <a:bodyPr/>
          <a:lstStyle/>
          <a:p>
            <a:r>
              <a:rPr lang="en-US" sz="2400" dirty="0">
                <a:solidFill>
                  <a:schemeClr val="tx1"/>
                </a:solidFill>
              </a:rPr>
              <a:t>Recap ... </a:t>
            </a:r>
          </a:p>
        </p:txBody>
      </p:sp>
      <p:sp>
        <p:nvSpPr>
          <p:cNvPr id="3" name="Content Placeholder 2"/>
          <p:cNvSpPr>
            <a:spLocks noGrp="1"/>
          </p:cNvSpPr>
          <p:nvPr>
            <p:ph idx="4294967295"/>
          </p:nvPr>
        </p:nvSpPr>
        <p:spPr>
          <a:xfrm>
            <a:off x="633247" y="1258706"/>
            <a:ext cx="9067800" cy="4983162"/>
          </a:xfrm>
        </p:spPr>
        <p:txBody>
          <a:bodyPr/>
          <a:lstStyle/>
          <a:p>
            <a:pPr marL="0" indent="0">
              <a:buNone/>
            </a:pPr>
            <a:r>
              <a:rPr lang="en-US" dirty="0">
                <a:solidFill>
                  <a:schemeClr val="tx1"/>
                </a:solidFill>
              </a:rPr>
              <a:t>In the previous Module - </a:t>
            </a:r>
            <a:r>
              <a:rPr lang="en-US" i="1" dirty="0">
                <a:solidFill>
                  <a:schemeClr val="tx1"/>
                </a:solidFill>
              </a:rPr>
              <a:t>Products and My Setup</a:t>
            </a:r>
            <a:r>
              <a:rPr lang="en-US" dirty="0">
                <a:solidFill>
                  <a:schemeClr val="tx1"/>
                </a:solidFill>
              </a:rPr>
              <a:t>, you learnt to:</a:t>
            </a:r>
          </a:p>
          <a:p>
            <a:pPr marL="0" indent="0">
              <a:buNone/>
            </a:pPr>
            <a:endParaRPr lang="en-US" dirty="0">
              <a:solidFill>
                <a:schemeClr val="tx1"/>
              </a:solidFill>
            </a:endParaRPr>
          </a:p>
          <a:p>
            <a:pPr lvl="1"/>
            <a:r>
              <a:rPr lang="en-US" altLang="ja-JP" dirty="0">
                <a:solidFill>
                  <a:schemeClr val="tx1">
                    <a:lumMod val="95000"/>
                    <a:lumOff val="5000"/>
                  </a:schemeClr>
                </a:solidFill>
              </a:rPr>
              <a:t>Review the Products Data Model</a:t>
            </a:r>
          </a:p>
          <a:p>
            <a:pPr lvl="1"/>
            <a:r>
              <a:rPr lang="en-US" altLang="ja-JP" dirty="0">
                <a:solidFill>
                  <a:schemeClr val="tx1">
                    <a:lumMod val="95000"/>
                    <a:lumOff val="5000"/>
                  </a:schemeClr>
                </a:solidFill>
              </a:rPr>
              <a:t>Create and Configure Products:</a:t>
            </a:r>
          </a:p>
          <a:p>
            <a:pPr lvl="2"/>
            <a:r>
              <a:rPr lang="en-US" altLang="ja-JP" sz="1800" dirty="0">
                <a:solidFill>
                  <a:schemeClr val="tx1">
                    <a:lumMod val="95000"/>
                    <a:lumOff val="5000"/>
                  </a:schemeClr>
                </a:solidFill>
              </a:rPr>
              <a:t>Product Catalog</a:t>
            </a:r>
          </a:p>
          <a:p>
            <a:pPr lvl="2"/>
            <a:r>
              <a:rPr lang="en-US" altLang="ja-JP" sz="1800" dirty="0">
                <a:solidFill>
                  <a:schemeClr val="tx1">
                    <a:lumMod val="95000"/>
                    <a:lumOff val="5000"/>
                  </a:schemeClr>
                </a:solidFill>
              </a:rPr>
              <a:t>My Setup</a:t>
            </a:r>
          </a:p>
          <a:p>
            <a:pPr lvl="2"/>
            <a:r>
              <a:rPr lang="en-US" altLang="ja-JP" sz="1800" dirty="0">
                <a:solidFill>
                  <a:schemeClr val="tx1">
                    <a:lumMod val="95000"/>
                    <a:lumOff val="5000"/>
                  </a:schemeClr>
                </a:solidFill>
              </a:rPr>
              <a:t>Detail Favorites</a:t>
            </a:r>
          </a:p>
          <a:p>
            <a:pPr lvl="2"/>
            <a:r>
              <a:rPr lang="en-US" altLang="ja-JP" sz="1800" dirty="0">
                <a:solidFill>
                  <a:schemeClr val="tx1">
                    <a:lumMod val="95000"/>
                    <a:lumOff val="5000"/>
                  </a:schemeClr>
                </a:solidFill>
              </a:rPr>
              <a:t>Detail Topics</a:t>
            </a:r>
          </a:p>
          <a:p>
            <a:pPr lvl="2"/>
            <a:r>
              <a:rPr lang="en-US" altLang="ja-JP" sz="1800" dirty="0">
                <a:solidFill>
                  <a:schemeClr val="tx1">
                    <a:lumMod val="95000"/>
                    <a:lumOff val="5000"/>
                  </a:schemeClr>
                </a:solidFill>
              </a:rPr>
              <a:t>Detail Groups</a:t>
            </a:r>
            <a:endParaRPr lang="en-US" sz="1800" dirty="0">
              <a:solidFill>
                <a:schemeClr val="tx1">
                  <a:lumMod val="95000"/>
                  <a:lumOff val="5000"/>
                </a:schemeClr>
              </a:solidFill>
            </a:endParaRPr>
          </a:p>
          <a:p>
            <a:pPr marL="0" indent="0">
              <a:buNone/>
            </a:pPr>
            <a:r>
              <a:rPr lang="en-US" i="1" dirty="0">
                <a:solidFill>
                  <a:schemeClr val="tx1"/>
                </a:solidFill>
              </a:rPr>
              <a:t> </a:t>
            </a:r>
          </a:p>
          <a:p>
            <a:pPr marL="0" indent="0">
              <a:buNone/>
            </a:pPr>
            <a:r>
              <a:rPr lang="en-US" dirty="0">
                <a:solidFill>
                  <a:schemeClr val="tx1"/>
                </a:solidFill>
              </a:rPr>
              <a:t>And now ... </a:t>
            </a:r>
          </a:p>
        </p:txBody>
      </p:sp>
    </p:spTree>
    <p:extLst>
      <p:ext uri="{BB962C8B-B14F-4D97-AF65-F5344CB8AC3E}">
        <p14:creationId xmlns:p14="http://schemas.microsoft.com/office/powerpoint/2010/main" val="2216453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1752600" y="277560"/>
            <a:ext cx="9144000" cy="479425"/>
          </a:xfrm>
        </p:spPr>
        <p:txBody>
          <a:bodyPr vert="horz" lIns="91440" tIns="45720" rIns="91440" bIns="45720" rtlCol="0" anchor="ctr">
            <a:noAutofit/>
          </a:bodyPr>
          <a:lstStyle/>
          <a:p>
            <a:r>
              <a:rPr lang="en-US" sz="2400" dirty="0">
                <a:solidFill>
                  <a:schemeClr val="tx1"/>
                </a:solidFill>
              </a:rPr>
              <a:t>Objectives</a:t>
            </a:r>
          </a:p>
        </p:txBody>
      </p:sp>
      <p:sp>
        <p:nvSpPr>
          <p:cNvPr id="12" name="Content Placeholder 5"/>
          <p:cNvSpPr>
            <a:spLocks noGrp="1"/>
          </p:cNvSpPr>
          <p:nvPr>
            <p:ph sz="quarter" idx="4294967295"/>
          </p:nvPr>
        </p:nvSpPr>
        <p:spPr>
          <a:xfrm>
            <a:off x="576206" y="1338612"/>
            <a:ext cx="7696200" cy="4343400"/>
          </a:xfrm>
          <a:prstGeom prst="rect">
            <a:avLst/>
          </a:prstGeom>
        </p:spPr>
        <p:txBody>
          <a:bodyPr/>
          <a:lstStyle/>
          <a:p>
            <a:pPr marL="0" indent="0">
              <a:buNone/>
            </a:pPr>
            <a:r>
              <a:rPr lang="en-US" dirty="0">
                <a:solidFill>
                  <a:schemeClr val="tx1"/>
                </a:solidFill>
              </a:rPr>
              <a:t>After completing this chapter, you will learn to:</a:t>
            </a:r>
          </a:p>
          <a:p>
            <a:pPr marL="0" indent="0">
              <a:buNone/>
            </a:pPr>
            <a:endParaRPr lang="en-US" dirty="0">
              <a:solidFill>
                <a:schemeClr val="tx1"/>
              </a:solidFill>
            </a:endParaRPr>
          </a:p>
          <a:p>
            <a:pPr lvl="1"/>
            <a:r>
              <a:rPr lang="en-US" dirty="0">
                <a:solidFill>
                  <a:schemeClr val="tx1"/>
                </a:solidFill>
              </a:rPr>
              <a:t>Define Product Metrics</a:t>
            </a:r>
          </a:p>
          <a:p>
            <a:pPr lvl="1"/>
            <a:r>
              <a:rPr lang="en-US" dirty="0">
                <a:solidFill>
                  <a:schemeClr val="tx1"/>
                </a:solidFill>
              </a:rPr>
              <a:t>Define different types of Metric fields</a:t>
            </a:r>
          </a:p>
          <a:p>
            <a:pPr lvl="1"/>
            <a:r>
              <a:rPr lang="en-US" dirty="0">
                <a:solidFill>
                  <a:schemeClr val="tx1"/>
                </a:solidFill>
              </a:rPr>
              <a:t>Configure Product Metrics section on Account profile</a:t>
            </a:r>
          </a:p>
          <a:p>
            <a:pPr lvl="1"/>
            <a:r>
              <a:rPr lang="en-US" dirty="0">
                <a:solidFill>
                  <a:schemeClr val="tx1"/>
                </a:solidFill>
              </a:rPr>
              <a:t>Create a new Product Metrics</a:t>
            </a:r>
          </a:p>
          <a:p>
            <a:pPr lvl="1"/>
            <a:r>
              <a:rPr lang="en-US" dirty="0">
                <a:solidFill>
                  <a:schemeClr val="tx1"/>
                </a:solidFill>
              </a:rPr>
              <a:t>Create Metric Configuration</a:t>
            </a:r>
          </a:p>
          <a:p>
            <a:pPr lvl="1"/>
            <a:r>
              <a:rPr lang="en-US" dirty="0">
                <a:solidFill>
                  <a:schemeClr val="tx1"/>
                </a:solidFill>
              </a:rPr>
              <a:t>Explain how users can control Metric on Account Profile</a:t>
            </a:r>
            <a:endParaRPr lang="en-US" sz="1600" dirty="0">
              <a:solidFill>
                <a:schemeClr val="tx1"/>
              </a:solidFill>
            </a:endParaRPr>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708588" y="1989844"/>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1752600" y="288358"/>
            <a:ext cx="9144000" cy="479425"/>
          </a:xfrm>
        </p:spPr>
        <p:txBody>
          <a:bodyPr vert="horz" lIns="91440" tIns="45720" rIns="91440" bIns="45720" rtlCol="0" anchor="ctr">
            <a:noAutofit/>
          </a:bodyPr>
          <a:lstStyle/>
          <a:p>
            <a:r>
              <a:rPr lang="en-US" sz="2400" dirty="0">
                <a:solidFill>
                  <a:schemeClr val="tx1"/>
                </a:solidFill>
              </a:rPr>
              <a:t>Overview</a:t>
            </a:r>
          </a:p>
        </p:txBody>
      </p:sp>
      <p:sp>
        <p:nvSpPr>
          <p:cNvPr id="15" name="Content Placeholder 7"/>
          <p:cNvSpPr>
            <a:spLocks noGrp="1"/>
          </p:cNvSpPr>
          <p:nvPr>
            <p:ph sz="quarter" idx="4294967295"/>
          </p:nvPr>
        </p:nvSpPr>
        <p:spPr>
          <a:xfrm>
            <a:off x="381000" y="1206499"/>
            <a:ext cx="6400800" cy="4343400"/>
          </a:xfrm>
          <a:prstGeom prst="rect">
            <a:avLst/>
          </a:prstGeom>
        </p:spPr>
        <p:txBody>
          <a:bodyPr/>
          <a:lstStyle/>
          <a:p>
            <a:r>
              <a:rPr lang="en-US" sz="1800" dirty="0">
                <a:solidFill>
                  <a:schemeClr val="tx1"/>
                </a:solidFill>
              </a:rPr>
              <a:t>Product Metrics are very important information in Life Sciences industry</a:t>
            </a:r>
          </a:p>
          <a:p>
            <a:endParaRPr lang="en-US" sz="1800" dirty="0">
              <a:solidFill>
                <a:schemeClr val="tx1"/>
              </a:solidFill>
            </a:endParaRPr>
          </a:p>
          <a:p>
            <a:r>
              <a:rPr lang="en-US" sz="1800" dirty="0">
                <a:solidFill>
                  <a:schemeClr val="tx1"/>
                </a:solidFill>
              </a:rPr>
              <a:t>Product Metrics are a set of attributes captured against each Accounts for each particular product</a:t>
            </a:r>
          </a:p>
          <a:p>
            <a:endParaRPr lang="en-US" sz="1800" dirty="0">
              <a:solidFill>
                <a:schemeClr val="tx1"/>
              </a:solidFill>
            </a:endParaRPr>
          </a:p>
          <a:p>
            <a:r>
              <a:rPr lang="en-US" sz="1800" dirty="0">
                <a:solidFill>
                  <a:schemeClr val="tx1"/>
                </a:solidFill>
              </a:rPr>
              <a:t>This information provides an insight into several aspects including prescribing habits of a Health Care Provider and other relevant information which are useful to users while recording Calls with an Account</a:t>
            </a:r>
          </a:p>
        </p:txBody>
      </p:sp>
      <p:sp>
        <p:nvSpPr>
          <p:cNvPr id="8" name="Rectangle 7"/>
          <p:cNvSpPr/>
          <p:nvPr/>
        </p:nvSpPr>
        <p:spPr>
          <a:xfrm>
            <a:off x="7122887" y="990601"/>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descr="D:\Images\Images\Overview\shutterstock_726892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6963" y="1046161"/>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1905000" y="229235"/>
            <a:ext cx="9144000" cy="479425"/>
          </a:xfrm>
        </p:spPr>
        <p:txBody>
          <a:bodyPr vert="horz" lIns="91440" tIns="45720" rIns="91440" bIns="45720" rtlCol="0" anchor="ctr">
            <a:noAutofit/>
          </a:bodyPr>
          <a:lstStyle/>
          <a:p>
            <a:r>
              <a:rPr lang="en-US" sz="2400" dirty="0">
                <a:solidFill>
                  <a:schemeClr val="tx1"/>
                </a:solidFill>
              </a:rPr>
              <a:t>Do You Know ... 1</a:t>
            </a:r>
          </a:p>
        </p:txBody>
      </p:sp>
      <p:sp>
        <p:nvSpPr>
          <p:cNvPr id="10" name="Content Placeholder 4"/>
          <p:cNvSpPr>
            <a:spLocks noGrp="1"/>
          </p:cNvSpPr>
          <p:nvPr>
            <p:ph sz="quarter" idx="4294967295"/>
          </p:nvPr>
        </p:nvSpPr>
        <p:spPr>
          <a:xfrm>
            <a:off x="295461" y="1116012"/>
            <a:ext cx="10901363" cy="3711575"/>
          </a:xfrm>
          <a:prstGeom prst="rect">
            <a:avLst/>
          </a:prstGeom>
        </p:spPr>
        <p:txBody>
          <a:bodyPr/>
          <a:lstStyle/>
          <a:p>
            <a:r>
              <a:rPr lang="en-US" sz="1800" dirty="0">
                <a:solidFill>
                  <a:schemeClr val="tx1"/>
                </a:solidFill>
              </a:rPr>
              <a:t>Product Metrics in VEEVA contain information pertaining to Product specific attributes of an Account</a:t>
            </a:r>
          </a:p>
          <a:p>
            <a:endParaRPr lang="en-US" sz="1800" dirty="0">
              <a:solidFill>
                <a:schemeClr val="tx1"/>
              </a:solidFill>
            </a:endParaRPr>
          </a:p>
          <a:p>
            <a:r>
              <a:rPr lang="en-US" sz="1800" dirty="0">
                <a:solidFill>
                  <a:schemeClr val="tx1"/>
                </a:solidFill>
              </a:rPr>
              <a:t>There are five types of supported Product Metrics: Box picklist, Text picklist, Number, Arrows, Checkbox</a:t>
            </a:r>
          </a:p>
          <a:p>
            <a:endParaRPr lang="en-US" sz="1800" dirty="0">
              <a:solidFill>
                <a:schemeClr val="tx1"/>
              </a:solidFill>
            </a:endParaRPr>
          </a:p>
          <a:p>
            <a:r>
              <a:rPr lang="en-US" sz="1800" dirty="0">
                <a:solidFill>
                  <a:schemeClr val="tx1"/>
                </a:solidFill>
              </a:rPr>
              <a:t>The Product Metrics information in VEEVA is stored in the object named </a:t>
            </a:r>
            <a:r>
              <a:rPr lang="en-US" sz="1800" dirty="0" err="1">
                <a:solidFill>
                  <a:schemeClr val="tx1"/>
                </a:solidFill>
              </a:rPr>
              <a:t>Product_Metrics_vod</a:t>
            </a:r>
            <a:endParaRPr lang="en-US" sz="1800" dirty="0">
              <a:solidFill>
                <a:schemeClr val="tx1"/>
              </a:solidFill>
            </a:endParaRPr>
          </a:p>
          <a:p>
            <a:endParaRPr lang="en-US" sz="1800" dirty="0">
              <a:solidFill>
                <a:schemeClr val="tx1"/>
              </a:solidFill>
            </a:endParaRPr>
          </a:p>
          <a:p>
            <a:r>
              <a:rPr lang="en-US" sz="1800" dirty="0">
                <a:solidFill>
                  <a:schemeClr val="tx1"/>
                </a:solidFill>
              </a:rPr>
              <a:t>Product Metrics information is displayed though an S-control named </a:t>
            </a:r>
            <a:r>
              <a:rPr lang="en-US" sz="1800" i="1" dirty="0" err="1">
                <a:solidFill>
                  <a:schemeClr val="tx1"/>
                </a:solidFill>
              </a:rPr>
              <a:t>Ratings_vod</a:t>
            </a:r>
            <a:r>
              <a:rPr lang="en-US" sz="1800" i="1" dirty="0">
                <a:solidFill>
                  <a:schemeClr val="tx1"/>
                </a:solidFill>
              </a:rPr>
              <a:t> </a:t>
            </a:r>
            <a:r>
              <a:rPr lang="en-US" sz="1800" dirty="0">
                <a:solidFill>
                  <a:schemeClr val="tx1"/>
                </a:solidFill>
              </a:rPr>
              <a:t>which can be placed on any Account Page layout</a:t>
            </a:r>
            <a:endParaRPr lang="en-US" sz="1800" i="1" dirty="0">
              <a:solidFill>
                <a:schemeClr val="tx1"/>
              </a:solidFill>
            </a:endParaRPr>
          </a:p>
          <a:p>
            <a:endParaRPr lang="en-US" sz="1800" dirty="0">
              <a:solidFill>
                <a:schemeClr val="tx1"/>
              </a:solidFill>
            </a:endParaRPr>
          </a:p>
          <a:p>
            <a:r>
              <a:rPr lang="en-US" sz="1800" dirty="0">
                <a:solidFill>
                  <a:schemeClr val="tx1"/>
                </a:solidFill>
              </a:rPr>
              <a:t>Product Metrics can be enabled for Child Accounts</a:t>
            </a:r>
          </a:p>
        </p:txBody>
      </p:sp>
      <p:sp>
        <p:nvSpPr>
          <p:cNvPr id="9" name="Rectangle 8"/>
          <p:cNvSpPr/>
          <p:nvPr/>
        </p:nvSpPr>
        <p:spPr>
          <a:xfrm>
            <a:off x="8610600" y="3886200"/>
            <a:ext cx="3275053" cy="241800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647392" y="3922248"/>
            <a:ext cx="3171252" cy="23459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7</a:t>
            </a:fld>
            <a:endParaRPr lang="en-US" dirty="0"/>
          </a:p>
        </p:txBody>
      </p:sp>
      <p:sp>
        <p:nvSpPr>
          <p:cNvPr id="3" name="Title 2"/>
          <p:cNvSpPr>
            <a:spLocks noGrp="1"/>
          </p:cNvSpPr>
          <p:nvPr>
            <p:ph type="title" idx="4294967295"/>
          </p:nvPr>
        </p:nvSpPr>
        <p:spPr>
          <a:xfrm>
            <a:off x="1828800" y="314083"/>
            <a:ext cx="9144000" cy="479425"/>
          </a:xfrm>
        </p:spPr>
        <p:txBody>
          <a:bodyPr vert="horz" lIns="91440" tIns="45720" rIns="91440" bIns="45720" rtlCol="0" anchor="ctr">
            <a:noAutofit/>
          </a:bodyPr>
          <a:lstStyle/>
          <a:p>
            <a:r>
              <a:rPr lang="en-US" sz="2400" dirty="0">
                <a:solidFill>
                  <a:schemeClr val="tx1"/>
                </a:solidFill>
              </a:rPr>
              <a:t>Do You Know ... 2</a:t>
            </a:r>
          </a:p>
        </p:txBody>
      </p:sp>
      <p:sp>
        <p:nvSpPr>
          <p:cNvPr id="10" name="Content Placeholder 4"/>
          <p:cNvSpPr>
            <a:spLocks noGrp="1"/>
          </p:cNvSpPr>
          <p:nvPr>
            <p:ph sz="quarter" idx="4294967295"/>
          </p:nvPr>
        </p:nvSpPr>
        <p:spPr>
          <a:xfrm>
            <a:off x="492125" y="1471173"/>
            <a:ext cx="11207750" cy="2057400"/>
          </a:xfrm>
          <a:prstGeom prst="rect">
            <a:avLst/>
          </a:prstGeom>
        </p:spPr>
        <p:txBody>
          <a:bodyPr/>
          <a:lstStyle/>
          <a:p>
            <a:r>
              <a:rPr lang="en-US" sz="1800" dirty="0">
                <a:solidFill>
                  <a:schemeClr val="tx1"/>
                </a:solidFill>
              </a:rPr>
              <a:t>Adding a new Product Metric to an account profile is a 2-step process:</a:t>
            </a:r>
          </a:p>
          <a:p>
            <a:endParaRPr lang="en-US" sz="1800" dirty="0">
              <a:solidFill>
                <a:schemeClr val="tx1"/>
              </a:solidFill>
            </a:endParaRPr>
          </a:p>
          <a:p>
            <a:pPr lvl="1"/>
            <a:r>
              <a:rPr lang="en-US" dirty="0">
                <a:solidFill>
                  <a:schemeClr val="tx1"/>
                </a:solidFill>
              </a:rPr>
              <a:t>Create new Custom Field in Product Metrics object</a:t>
            </a:r>
          </a:p>
          <a:p>
            <a:pPr lvl="1"/>
            <a:endParaRPr lang="en-US" dirty="0">
              <a:solidFill>
                <a:schemeClr val="tx1"/>
              </a:solidFill>
            </a:endParaRPr>
          </a:p>
          <a:p>
            <a:pPr lvl="1"/>
            <a:r>
              <a:rPr lang="en-US" dirty="0">
                <a:solidFill>
                  <a:schemeClr val="tx1"/>
                </a:solidFill>
              </a:rPr>
              <a:t>Create Metric Configuration record for the new Product Metrics field</a:t>
            </a:r>
          </a:p>
          <a:p>
            <a:endParaRPr lang="en-US" sz="1800" dirty="0">
              <a:solidFill>
                <a:schemeClr val="tx1"/>
              </a:solidFill>
            </a:endParaRPr>
          </a:p>
          <a:p>
            <a:r>
              <a:rPr lang="en-US" sz="1800" dirty="0">
                <a:solidFill>
                  <a:schemeClr val="tx1"/>
                </a:solidFill>
              </a:rPr>
              <a:t>Users can have permissions to turn ON/OFF tabs while viewing the Product Metrics information on </a:t>
            </a:r>
          </a:p>
          <a:p>
            <a:pPr marL="0" indent="0">
              <a:buNone/>
            </a:pPr>
            <a:r>
              <a:rPr lang="en-US" sz="1800" dirty="0">
                <a:solidFill>
                  <a:schemeClr val="tx1"/>
                </a:solidFill>
              </a:rPr>
              <a:t>Account profile</a:t>
            </a:r>
          </a:p>
        </p:txBody>
      </p:sp>
      <p:sp>
        <p:nvSpPr>
          <p:cNvPr id="6" name="Rectangle 5"/>
          <p:cNvSpPr/>
          <p:nvPr/>
        </p:nvSpPr>
        <p:spPr>
          <a:xfrm>
            <a:off x="8610600" y="3886200"/>
            <a:ext cx="3275053" cy="241800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647392" y="3922248"/>
            <a:ext cx="3171252" cy="234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451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1916E1AB-0270-C127-47BF-6F4EED0F5BAA}"/>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8</a:t>
            </a:fld>
            <a:endParaRPr lang="en-US" dirty="0"/>
          </a:p>
        </p:txBody>
      </p:sp>
      <p:sp>
        <p:nvSpPr>
          <p:cNvPr id="6" name="Rectangle 5"/>
          <p:cNvSpPr/>
          <p:nvPr/>
        </p:nvSpPr>
        <p:spPr>
          <a:xfrm>
            <a:off x="762000" y="28956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8125" lvl="1"/>
            <a:r>
              <a:rPr lang="en-US" sz="3600" b="1" dirty="0">
                <a:solidFill>
                  <a:srgbClr val="00718F"/>
                </a:solidFill>
                <a:latin typeface="Arial" panose="020B0604020202020204" pitchFamily="34" charset="0"/>
                <a:cs typeface="Arial" panose="020B0604020202020204" pitchFamily="34" charset="0"/>
              </a:rPr>
              <a:t>Product Metrics</a:t>
            </a:r>
          </a:p>
        </p:txBody>
      </p:sp>
    </p:spTree>
    <p:extLst>
      <p:ext uri="{BB962C8B-B14F-4D97-AF65-F5344CB8AC3E}">
        <p14:creationId xmlns:p14="http://schemas.microsoft.com/office/powerpoint/2010/main" val="322865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9</a:t>
            </a:fld>
            <a:endParaRPr lang="en-US"/>
          </a:p>
        </p:txBody>
      </p:sp>
      <p:sp>
        <p:nvSpPr>
          <p:cNvPr id="3" name="Title 2"/>
          <p:cNvSpPr>
            <a:spLocks noGrp="1"/>
          </p:cNvSpPr>
          <p:nvPr>
            <p:ph type="title" idx="4294967295"/>
          </p:nvPr>
        </p:nvSpPr>
        <p:spPr>
          <a:xfrm>
            <a:off x="1981200" y="229235"/>
            <a:ext cx="7113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What are Product Metrics? ... 1</a:t>
            </a:r>
          </a:p>
        </p:txBody>
      </p:sp>
      <p:sp>
        <p:nvSpPr>
          <p:cNvPr id="5" name="Content Placeholder 4"/>
          <p:cNvSpPr>
            <a:spLocks noGrp="1"/>
          </p:cNvSpPr>
          <p:nvPr>
            <p:ph sz="quarter" idx="4294967295"/>
          </p:nvPr>
        </p:nvSpPr>
        <p:spPr>
          <a:xfrm>
            <a:off x="457199" y="1089364"/>
            <a:ext cx="10896600" cy="4800600"/>
          </a:xfrm>
        </p:spPr>
        <p:txBody>
          <a:bodyPr/>
          <a:lstStyle/>
          <a:p>
            <a:r>
              <a:rPr lang="en-US" sz="1800" dirty="0">
                <a:solidFill>
                  <a:schemeClr val="tx1"/>
                </a:solidFill>
              </a:rPr>
              <a:t>Product Metrics in VEEVA contain information pertaining to Product specific attributes of </a:t>
            </a:r>
          </a:p>
          <a:p>
            <a:pPr marL="0" indent="0">
              <a:buNone/>
            </a:pPr>
            <a:r>
              <a:rPr lang="en-US" sz="1800" dirty="0">
                <a:solidFill>
                  <a:schemeClr val="tx1"/>
                </a:solidFill>
              </a:rPr>
              <a:t>an Account.</a:t>
            </a:r>
          </a:p>
          <a:p>
            <a:pPr lvl="1"/>
            <a:r>
              <a:rPr lang="en-US" sz="1800" dirty="0">
                <a:solidFill>
                  <a:schemeClr val="tx1"/>
                </a:solidFill>
              </a:rPr>
              <a:t>For example, the Level of Adoption of a Product by an Account, the Segment in which an </a:t>
            </a:r>
          </a:p>
          <a:p>
            <a:pPr marL="457200" lvl="1" indent="0">
              <a:buNone/>
            </a:pPr>
            <a:r>
              <a:rPr lang="en-US" sz="1800" dirty="0">
                <a:solidFill>
                  <a:schemeClr val="tx1"/>
                </a:solidFill>
              </a:rPr>
              <a:t>Account is placed with respect to a product, Formulary Status of an Account for a particular </a:t>
            </a:r>
          </a:p>
          <a:p>
            <a:pPr marL="457200" lvl="1" indent="0">
              <a:buNone/>
            </a:pPr>
            <a:r>
              <a:rPr lang="en-US" sz="1800" dirty="0">
                <a:solidFill>
                  <a:schemeClr val="tx1"/>
                </a:solidFill>
              </a:rPr>
              <a:t>product and many more such information is displayed in the Product Metrics section in Account profile</a:t>
            </a:r>
          </a:p>
          <a:p>
            <a:pPr marL="457200" lvl="1" indent="0">
              <a:buNone/>
            </a:pPr>
            <a:endParaRPr lang="en-US" sz="1800" dirty="0">
              <a:solidFill>
                <a:schemeClr val="tx1"/>
              </a:solidFill>
            </a:endParaRPr>
          </a:p>
          <a:p>
            <a:r>
              <a:rPr lang="en-US" sz="1800" dirty="0">
                <a:solidFill>
                  <a:schemeClr val="tx1"/>
                </a:solidFill>
              </a:rPr>
              <a:t>Further, the prescribing habits of a Health Care Professional can also be based on the organization he/she is associated with</a:t>
            </a:r>
          </a:p>
          <a:p>
            <a:endParaRPr lang="en-US" sz="1800" dirty="0">
              <a:solidFill>
                <a:schemeClr val="tx1"/>
              </a:solidFill>
            </a:endParaRPr>
          </a:p>
          <a:p>
            <a:r>
              <a:rPr lang="en-US" sz="1800" dirty="0">
                <a:solidFill>
                  <a:schemeClr val="tx1"/>
                </a:solidFill>
              </a:rPr>
              <a:t>Hence VEEVA allows capturing Product Metric information at Child Account (Child_Account_vod_c) record level</a:t>
            </a:r>
          </a:p>
          <a:p>
            <a:r>
              <a:rPr lang="en-US" sz="1800" dirty="0">
                <a:solidFill>
                  <a:schemeClr val="tx1"/>
                </a:solidFill>
              </a:rPr>
              <a:t>This can help users to record the doctor’s position on products at a particular location and have that information available when recording a Call</a:t>
            </a:r>
          </a:p>
          <a:p>
            <a:r>
              <a:rPr lang="en-US" sz="1800" dirty="0">
                <a:solidFill>
                  <a:schemeClr val="tx1"/>
                </a:solidFill>
              </a:rPr>
              <a:t>With this feature user can view and update Product Metrics from the Child Account detail page</a:t>
            </a:r>
            <a:endParaRPr lang="en-US" sz="1100" dirty="0">
              <a:solidFill>
                <a:schemeClr val="tx1"/>
              </a:solidFill>
            </a:endParaRPr>
          </a:p>
        </p:txBody>
      </p:sp>
    </p:spTree>
    <p:extLst>
      <p:ext uri="{BB962C8B-B14F-4D97-AF65-F5344CB8AC3E}">
        <p14:creationId xmlns:p14="http://schemas.microsoft.com/office/powerpoint/2010/main" val="2361479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E7AF38FF-B38D-4060-8B8D-2D16AAFBAAC1}" type="slidenum">
              <a:rPr lang="en-US" smtClean="0"/>
              <a:pPr/>
              <a:t>10</a:t>
            </a:fld>
            <a:endParaRPr lang="en-US"/>
          </a:p>
        </p:txBody>
      </p:sp>
      <p:sp>
        <p:nvSpPr>
          <p:cNvPr id="2" name="Content Placeholder 1"/>
          <p:cNvSpPr>
            <a:spLocks noGrp="1"/>
          </p:cNvSpPr>
          <p:nvPr>
            <p:ph sz="quarter" idx="4294967295"/>
          </p:nvPr>
        </p:nvSpPr>
        <p:spPr>
          <a:xfrm>
            <a:off x="481531" y="1600200"/>
            <a:ext cx="10566400" cy="3048000"/>
          </a:xfrm>
        </p:spPr>
        <p:txBody>
          <a:bodyPr/>
          <a:lstStyle/>
          <a:p>
            <a:r>
              <a:rPr lang="en-US" sz="1800" dirty="0">
                <a:solidFill>
                  <a:schemeClr val="tx1"/>
                </a:solidFill>
              </a:rPr>
              <a:t>Different sales reps can view different attributes in the Product Metrics section in Account </a:t>
            </a:r>
          </a:p>
          <a:p>
            <a:pPr marL="0" indent="0">
              <a:buNone/>
            </a:pPr>
            <a:r>
              <a:rPr lang="en-US" sz="1800" dirty="0">
                <a:solidFill>
                  <a:schemeClr val="tx1"/>
                </a:solidFill>
              </a:rPr>
              <a:t>profile</a:t>
            </a:r>
          </a:p>
          <a:p>
            <a:endParaRPr lang="en-US" sz="1800" dirty="0">
              <a:solidFill>
                <a:schemeClr val="tx1"/>
              </a:solidFill>
            </a:endParaRPr>
          </a:p>
          <a:p>
            <a:r>
              <a:rPr lang="en-US" sz="1800" dirty="0">
                <a:solidFill>
                  <a:schemeClr val="tx1"/>
                </a:solidFill>
              </a:rPr>
              <a:t>Users can only view Product Metric information for products (both Company and Competitor products) which are present in their My Setup</a:t>
            </a:r>
          </a:p>
          <a:p>
            <a:endParaRPr lang="en-US" sz="1800" dirty="0">
              <a:solidFill>
                <a:schemeClr val="tx1"/>
              </a:solidFill>
            </a:endParaRPr>
          </a:p>
          <a:p>
            <a:r>
              <a:rPr lang="en-US" sz="1800" dirty="0">
                <a:solidFill>
                  <a:schemeClr val="tx1"/>
                </a:solidFill>
              </a:rPr>
              <a:t>Users can also be allowed to update the various key product metrics for an account</a:t>
            </a:r>
          </a:p>
          <a:p>
            <a:endParaRPr lang="en-US" sz="1800" dirty="0">
              <a:solidFill>
                <a:schemeClr val="tx1"/>
              </a:solidFill>
            </a:endParaRPr>
          </a:p>
          <a:p>
            <a:r>
              <a:rPr lang="en-US" sz="1800" dirty="0">
                <a:solidFill>
                  <a:schemeClr val="tx1"/>
                </a:solidFill>
              </a:rPr>
              <a:t>Product Metrics can be defined for Detail Groups and Detail Topics in the same way they are used for Products</a:t>
            </a:r>
            <a:endParaRPr lang="en-US" sz="1600" dirty="0">
              <a:solidFill>
                <a:schemeClr val="tx1"/>
              </a:solidFill>
            </a:endParaRPr>
          </a:p>
        </p:txBody>
      </p:sp>
      <p:sp>
        <p:nvSpPr>
          <p:cNvPr id="7" name="Title 2"/>
          <p:cNvSpPr>
            <a:spLocks noGrp="1"/>
          </p:cNvSpPr>
          <p:nvPr>
            <p:ph type="title" idx="4294967295"/>
          </p:nvPr>
        </p:nvSpPr>
        <p:spPr>
          <a:xfrm>
            <a:off x="2207938" y="342424"/>
            <a:ext cx="7113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What are Product Metrics? ... 2</a:t>
            </a:r>
          </a:p>
        </p:txBody>
      </p:sp>
    </p:spTree>
    <p:extLst>
      <p:ext uri="{BB962C8B-B14F-4D97-AF65-F5344CB8AC3E}">
        <p14:creationId xmlns:p14="http://schemas.microsoft.com/office/powerpoint/2010/main" val="3700550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438400" y="1121135"/>
            <a:ext cx="6858000" cy="5112296"/>
          </a:xfrm>
          <a:prstGeom prst="rect">
            <a:avLst/>
          </a:prstGeom>
          <a:ln w="228600" cap="sq" cmpd="thickThin">
            <a:solidFill>
              <a:srgbClr val="000000"/>
            </a:solidFill>
            <a:prstDash val="solid"/>
            <a:miter lim="800000"/>
          </a:ln>
          <a:effectLst>
            <a:innerShdw blurRad="76200">
              <a:srgbClr val="000000"/>
            </a:innerShdw>
          </a:effectLst>
        </p:spPr>
      </p:pic>
      <p:sp>
        <p:nvSpPr>
          <p:cNvPr id="6"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11</a:t>
            </a:fld>
            <a:endParaRPr lang="en-US"/>
          </a:p>
        </p:txBody>
      </p:sp>
      <p:sp>
        <p:nvSpPr>
          <p:cNvPr id="9" name="Title 2"/>
          <p:cNvSpPr txBox="1">
            <a:spLocks/>
          </p:cNvSpPr>
          <p:nvPr/>
        </p:nvSpPr>
        <p:spPr>
          <a:xfrm>
            <a:off x="1143000" y="229235"/>
            <a:ext cx="7147711" cy="622300"/>
          </a:xfrm>
          <a:prstGeom prst="rect">
            <a:avLst/>
          </a:prstGeom>
        </p:spPr>
        <p:txBody>
          <a:bodyPr vert="horz" lIns="91440" tIns="45720" rIns="91440" bIns="45720" rtlCol="0" anchor="ctr">
            <a:noAutofit/>
          </a:bodyPr>
          <a:lstStyle>
            <a:lvl1pPr>
              <a:spcBef>
                <a:spcPct val="0"/>
              </a:spcBef>
              <a:buNone/>
              <a:defRPr lang="en-US" sz="1700" b="0" baseline="0">
                <a:solidFill>
                  <a:schemeClr val="bg1"/>
                </a:solidFill>
                <a:latin typeface="Arial Rounded MT Bold" pitchFamily="34" charset="0"/>
              </a:defRPr>
            </a:lvl1pPr>
          </a:lstStyle>
          <a:p>
            <a:r>
              <a:rPr lang="en-US" sz="2400" dirty="0">
                <a:solidFill>
                  <a:schemeClr val="tx1"/>
                </a:solidFill>
              </a:rPr>
              <a:t>What are Product Metrics? ... 3</a:t>
            </a:r>
          </a:p>
        </p:txBody>
      </p:sp>
    </p:spTree>
    <p:extLst>
      <p:ext uri="{BB962C8B-B14F-4D97-AF65-F5344CB8AC3E}">
        <p14:creationId xmlns:p14="http://schemas.microsoft.com/office/powerpoint/2010/main" val="1197257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E171AE39-1E77-F1C8-1FB8-A4A45DEAB220}"/>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12</a:t>
            </a:fld>
            <a:endParaRPr lang="en-US" dirty="0"/>
          </a:p>
        </p:txBody>
      </p:sp>
      <p:sp>
        <p:nvSpPr>
          <p:cNvPr id="6" name="Rectangle 5"/>
          <p:cNvSpPr/>
          <p:nvPr/>
        </p:nvSpPr>
        <p:spPr>
          <a:xfrm>
            <a:off x="152400" y="29718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8125" lvl="1"/>
            <a:r>
              <a:rPr lang="en-US" sz="3600" b="1" dirty="0">
                <a:solidFill>
                  <a:srgbClr val="00718F"/>
                </a:solidFill>
                <a:latin typeface="Arial" panose="020B0604020202020204" pitchFamily="34" charset="0"/>
                <a:cs typeface="Arial" panose="020B0604020202020204" pitchFamily="34" charset="0"/>
              </a:rPr>
              <a:t>Types of Metric fields</a:t>
            </a:r>
          </a:p>
        </p:txBody>
      </p:sp>
    </p:spTree>
    <p:extLst>
      <p:ext uri="{BB962C8B-B14F-4D97-AF65-F5344CB8AC3E}">
        <p14:creationId xmlns:p14="http://schemas.microsoft.com/office/powerpoint/2010/main" val="324305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7AF38FF-B38D-4060-8B8D-2D16AAFBAAC1}" type="slidenum">
              <a:rPr lang="en-US" smtClean="0"/>
              <a:pPr/>
              <a:t>13</a:t>
            </a:fld>
            <a:endParaRPr lang="en-US"/>
          </a:p>
        </p:txBody>
      </p:sp>
      <p:sp>
        <p:nvSpPr>
          <p:cNvPr id="3" name="Title 2"/>
          <p:cNvSpPr>
            <a:spLocks noGrp="1"/>
          </p:cNvSpPr>
          <p:nvPr>
            <p:ph type="title" idx="4294967295"/>
          </p:nvPr>
        </p:nvSpPr>
        <p:spPr>
          <a:xfrm>
            <a:off x="2057400" y="338136"/>
            <a:ext cx="72659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Field Types ... 1</a:t>
            </a:r>
          </a:p>
        </p:txBody>
      </p:sp>
      <p:sp>
        <p:nvSpPr>
          <p:cNvPr id="7" name="Content Placeholder 4"/>
          <p:cNvSpPr>
            <a:spLocks noGrp="1"/>
          </p:cNvSpPr>
          <p:nvPr>
            <p:ph sz="quarter" idx="4294967295"/>
          </p:nvPr>
        </p:nvSpPr>
        <p:spPr>
          <a:xfrm>
            <a:off x="457199" y="1310639"/>
            <a:ext cx="10287000" cy="4953000"/>
          </a:xfrm>
        </p:spPr>
        <p:txBody>
          <a:bodyPr/>
          <a:lstStyle/>
          <a:p>
            <a:pPr marL="0" indent="0">
              <a:buNone/>
            </a:pPr>
            <a:r>
              <a:rPr lang="en-US" sz="2000" dirty="0">
                <a:solidFill>
                  <a:schemeClr val="tx1"/>
                </a:solidFill>
              </a:rPr>
              <a:t>There are five types of supported Product Metrics:</a:t>
            </a:r>
          </a:p>
          <a:p>
            <a:pPr marL="0" indent="0">
              <a:buNone/>
            </a:pPr>
            <a:endParaRPr lang="en-US" sz="1800" dirty="0">
              <a:solidFill>
                <a:schemeClr val="tx1"/>
              </a:solidFill>
            </a:endParaRPr>
          </a:p>
          <a:p>
            <a:r>
              <a:rPr lang="en-US" sz="2000" b="1" dirty="0">
                <a:solidFill>
                  <a:schemeClr val="tx1"/>
                </a:solidFill>
              </a:rPr>
              <a:t>Box Picklist</a:t>
            </a:r>
          </a:p>
          <a:p>
            <a:pPr marL="457200" lvl="1" indent="0">
              <a:buNone/>
            </a:pPr>
            <a:r>
              <a:rPr lang="en-US" sz="1800" dirty="0">
                <a:solidFill>
                  <a:schemeClr val="tx1"/>
                </a:solidFill>
              </a:rPr>
              <a:t>A visual indicator in form of boxes with colors ranging from red to green. This type of Product Metrics can be used to indicate progress along with text value</a:t>
            </a:r>
          </a:p>
          <a:p>
            <a:pPr marL="0" indent="0">
              <a:buNone/>
            </a:pPr>
            <a:endParaRPr lang="en-US" sz="1800" dirty="0">
              <a:solidFill>
                <a:schemeClr val="tx1"/>
              </a:solidFill>
            </a:endParaRPr>
          </a:p>
          <a:p>
            <a:r>
              <a:rPr lang="en-US" sz="2000" b="1" dirty="0">
                <a:solidFill>
                  <a:schemeClr val="tx1"/>
                </a:solidFill>
              </a:rPr>
              <a:t>Text Picklist</a:t>
            </a:r>
          </a:p>
          <a:p>
            <a:pPr marL="457200" lvl="1" indent="0">
              <a:buNone/>
            </a:pPr>
            <a:r>
              <a:rPr lang="en-US" sz="1800" dirty="0">
                <a:solidFill>
                  <a:schemeClr val="tx1"/>
                </a:solidFill>
              </a:rPr>
              <a:t>This type of Product Metrics can be used to display a text value. For example, Segment, Formulary Status etc. can be displayed using a Text Picklist metric </a:t>
            </a:r>
          </a:p>
          <a:p>
            <a:pPr marL="0" indent="0">
              <a:buNone/>
            </a:pPr>
            <a:endParaRPr lang="en-US" sz="1800" dirty="0">
              <a:solidFill>
                <a:schemeClr val="tx1"/>
              </a:solidFill>
            </a:endParaRPr>
          </a:p>
          <a:p>
            <a:r>
              <a:rPr lang="en-US" sz="2000" b="1" dirty="0">
                <a:solidFill>
                  <a:schemeClr val="tx1"/>
                </a:solidFill>
              </a:rPr>
              <a:t>Number</a:t>
            </a:r>
            <a:endParaRPr lang="en-US" sz="1800" b="1" dirty="0">
              <a:solidFill>
                <a:schemeClr val="tx1"/>
              </a:solidFill>
            </a:endParaRPr>
          </a:p>
          <a:p>
            <a:pPr marL="457200" lvl="1" indent="0">
              <a:buNone/>
            </a:pPr>
            <a:r>
              <a:rPr lang="en-US" sz="1800" dirty="0">
                <a:solidFill>
                  <a:schemeClr val="tx1"/>
                </a:solidFill>
              </a:rPr>
              <a:t>As the name suggests, this Product Metrics can be used to display a numeric value</a:t>
            </a:r>
          </a:p>
          <a:p>
            <a:pPr marL="457200" lvl="1" indent="0">
              <a:buNone/>
            </a:pPr>
            <a:endParaRPr lang="en-US" sz="1800" dirty="0">
              <a:solidFill>
                <a:schemeClr val="tx1"/>
              </a:solidFill>
            </a:endParaRPr>
          </a:p>
        </p:txBody>
      </p:sp>
      <p:pic>
        <p:nvPicPr>
          <p:cNvPr id="8" name="Picture 7"/>
          <p:cNvPicPr>
            <a:picLocks noChangeAspect="1"/>
          </p:cNvPicPr>
          <p:nvPr/>
        </p:nvPicPr>
        <p:blipFill>
          <a:blip r:embed="rId2"/>
          <a:stretch>
            <a:fillRect/>
          </a:stretch>
        </p:blipFill>
        <p:spPr>
          <a:xfrm>
            <a:off x="3159257" y="2120128"/>
            <a:ext cx="764571" cy="203972"/>
          </a:xfrm>
          <a:prstGeom prst="rect">
            <a:avLst/>
          </a:prstGeom>
          <a:ln w="6350">
            <a:noFill/>
          </a:ln>
        </p:spPr>
      </p:pic>
      <p:pic>
        <p:nvPicPr>
          <p:cNvPr id="9" name="Picture 8"/>
          <p:cNvPicPr>
            <a:picLocks noChangeAspect="1"/>
          </p:cNvPicPr>
          <p:nvPr/>
        </p:nvPicPr>
        <p:blipFill>
          <a:blip r:embed="rId3"/>
          <a:stretch>
            <a:fillRect/>
          </a:stretch>
        </p:blipFill>
        <p:spPr>
          <a:xfrm>
            <a:off x="3124200" y="3352801"/>
            <a:ext cx="936908" cy="250825"/>
          </a:xfrm>
          <a:prstGeom prst="rect">
            <a:avLst/>
          </a:prstGeom>
          <a:ln w="6350">
            <a:noFill/>
          </a:ln>
        </p:spPr>
      </p:pic>
      <p:sp>
        <p:nvSpPr>
          <p:cNvPr id="10" name="Footer Placeholder 4"/>
          <p:cNvSpPr txBox="1">
            <a:spLocks/>
          </p:cNvSpPr>
          <p:nvPr/>
        </p:nvSpPr>
        <p:spPr>
          <a:xfrm>
            <a:off x="0" y="6553200"/>
            <a:ext cx="1371600" cy="228600"/>
          </a:xfrm>
          <a:prstGeom prst="rect">
            <a:avLst/>
          </a:prstGeom>
        </p:spPr>
        <p:txBody>
          <a:bodyPr vert="horz" lIns="91440" tIns="45720" rIns="91440" bIns="45720" rtlCol="0" anchor="ctr"/>
          <a:lstStyle>
            <a:defPPr>
              <a:defRPr lang="en-US"/>
            </a:defPPr>
            <a:lvl1pPr marL="0" algn="l" defTabSz="914400" rtl="0" eaLnBrk="1" latinLnBrk="0" hangingPunct="1">
              <a:defRPr lang="en-US" sz="1200" b="1" kern="1200" dirty="0" smtClean="0">
                <a:solidFill>
                  <a:schemeClr val="bg1">
                    <a:lumMod val="50000"/>
                  </a:schemeClr>
                </a:solidFill>
                <a:latin typeface="Arial Narrow"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Cognizant 2023</a:t>
            </a:r>
          </a:p>
        </p:txBody>
      </p:sp>
    </p:spTree>
    <p:extLst>
      <p:ext uri="{BB962C8B-B14F-4D97-AF65-F5344CB8AC3E}">
        <p14:creationId xmlns:p14="http://schemas.microsoft.com/office/powerpoint/2010/main" val="787407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E7AF38FF-B38D-4060-8B8D-2D16AAFBAAC1}" type="slidenum">
              <a:rPr lang="en-US" smtClean="0"/>
              <a:pPr/>
              <a:t>14</a:t>
            </a:fld>
            <a:endParaRPr lang="en-US"/>
          </a:p>
        </p:txBody>
      </p:sp>
      <p:sp>
        <p:nvSpPr>
          <p:cNvPr id="2" name="Content Placeholder 1"/>
          <p:cNvSpPr>
            <a:spLocks noGrp="1"/>
          </p:cNvSpPr>
          <p:nvPr>
            <p:ph sz="quarter" idx="4294967295"/>
          </p:nvPr>
        </p:nvSpPr>
        <p:spPr>
          <a:xfrm>
            <a:off x="633247" y="1600200"/>
            <a:ext cx="9906000" cy="2844800"/>
          </a:xfrm>
        </p:spPr>
        <p:txBody>
          <a:bodyPr/>
          <a:lstStyle/>
          <a:p>
            <a:r>
              <a:rPr lang="en-US" sz="2000" b="1" dirty="0">
                <a:solidFill>
                  <a:schemeClr val="tx1"/>
                </a:solidFill>
              </a:rPr>
              <a:t>Arrows</a:t>
            </a:r>
            <a:endParaRPr lang="en-US" sz="1800" b="1" dirty="0">
              <a:solidFill>
                <a:schemeClr val="tx1"/>
              </a:solidFill>
            </a:endParaRPr>
          </a:p>
          <a:p>
            <a:pPr marL="457200" lvl="1" indent="0">
              <a:buNone/>
            </a:pPr>
            <a:r>
              <a:rPr lang="en-US" sz="1800" dirty="0">
                <a:solidFill>
                  <a:schemeClr val="tx1"/>
                </a:solidFill>
              </a:rPr>
              <a:t>Up/Down or Horizontal arrows in 3 colors – red, yellow and green – are used to indicate change in numeric data </a:t>
            </a:r>
          </a:p>
          <a:p>
            <a:pPr>
              <a:buFont typeface="Wingdings" panose="05000000000000000000" pitchFamily="2" charset="2"/>
              <a:buChar char="q"/>
            </a:pPr>
            <a:endParaRPr lang="en-US" sz="1800" dirty="0">
              <a:solidFill>
                <a:schemeClr val="tx1"/>
              </a:solidFill>
            </a:endParaRPr>
          </a:p>
          <a:p>
            <a:r>
              <a:rPr lang="en-US" sz="2000" b="1" dirty="0">
                <a:solidFill>
                  <a:schemeClr val="tx1"/>
                </a:solidFill>
              </a:rPr>
              <a:t>Checkbox</a:t>
            </a:r>
            <a:endParaRPr lang="en-US" sz="1800" b="1" dirty="0">
              <a:solidFill>
                <a:schemeClr val="tx1"/>
              </a:solidFill>
            </a:endParaRPr>
          </a:p>
          <a:p>
            <a:pPr marL="457200" lvl="1" indent="0">
              <a:buNone/>
            </a:pPr>
            <a:r>
              <a:rPr lang="en-US" sz="1800" dirty="0">
                <a:solidFill>
                  <a:schemeClr val="tx1"/>
                </a:solidFill>
              </a:rPr>
              <a:t>A Checkbox Product Metrics can be used to display true/false information such as whether an Account is a Speaker for a particular product</a:t>
            </a:r>
            <a:endParaRPr lang="en-US" sz="1000" dirty="0"/>
          </a:p>
        </p:txBody>
      </p:sp>
      <p:sp>
        <p:nvSpPr>
          <p:cNvPr id="3" name="Title 2"/>
          <p:cNvSpPr>
            <a:spLocks noGrp="1"/>
          </p:cNvSpPr>
          <p:nvPr>
            <p:ph type="title" idx="4294967295"/>
          </p:nvPr>
        </p:nvSpPr>
        <p:spPr>
          <a:xfrm>
            <a:off x="1371600" y="363782"/>
            <a:ext cx="8467725" cy="622300"/>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Field Types ... 2</a:t>
            </a:r>
          </a:p>
        </p:txBody>
      </p:sp>
      <p:pic>
        <p:nvPicPr>
          <p:cNvPr id="5" name="Picture 4"/>
          <p:cNvPicPr>
            <a:picLocks noChangeAspect="1"/>
          </p:cNvPicPr>
          <p:nvPr/>
        </p:nvPicPr>
        <p:blipFill>
          <a:blip r:embed="rId2"/>
          <a:stretch>
            <a:fillRect/>
          </a:stretch>
        </p:blipFill>
        <p:spPr>
          <a:xfrm>
            <a:off x="2403697" y="1670068"/>
            <a:ext cx="820722" cy="280988"/>
          </a:xfrm>
          <a:prstGeom prst="rect">
            <a:avLst/>
          </a:prstGeom>
          <a:ln w="6350">
            <a:noFill/>
          </a:ln>
        </p:spPr>
      </p:pic>
      <p:pic>
        <p:nvPicPr>
          <p:cNvPr id="6" name="Picture 5"/>
          <p:cNvPicPr>
            <a:picLocks noChangeAspect="1"/>
          </p:cNvPicPr>
          <p:nvPr/>
        </p:nvPicPr>
        <p:blipFill>
          <a:blip r:embed="rId3"/>
          <a:stretch>
            <a:fillRect/>
          </a:stretch>
        </p:blipFill>
        <p:spPr>
          <a:xfrm>
            <a:off x="2685676" y="2874160"/>
            <a:ext cx="256763" cy="323868"/>
          </a:xfrm>
          <a:prstGeom prst="rect">
            <a:avLst/>
          </a:prstGeom>
          <a:ln w="6350">
            <a:noFill/>
          </a:ln>
        </p:spPr>
      </p:pic>
    </p:spTree>
    <p:extLst>
      <p:ext uri="{BB962C8B-B14F-4D97-AF65-F5344CB8AC3E}">
        <p14:creationId xmlns:p14="http://schemas.microsoft.com/office/powerpoint/2010/main" val="348589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15</a:t>
            </a:fld>
            <a:endParaRPr lang="en-US"/>
          </a:p>
        </p:txBody>
      </p:sp>
      <p:sp>
        <p:nvSpPr>
          <p:cNvPr id="3" name="Title 2"/>
          <p:cNvSpPr>
            <a:spLocks noGrp="1"/>
          </p:cNvSpPr>
          <p:nvPr>
            <p:ph type="title" idx="4294967295"/>
          </p:nvPr>
        </p:nvSpPr>
        <p:spPr>
          <a:xfrm>
            <a:off x="2229709" y="311467"/>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Object</a:t>
            </a:r>
          </a:p>
        </p:txBody>
      </p:sp>
      <p:sp>
        <p:nvSpPr>
          <p:cNvPr id="4" name="Content Placeholder 4"/>
          <p:cNvSpPr>
            <a:spLocks noGrp="1"/>
          </p:cNvSpPr>
          <p:nvPr>
            <p:ph sz="quarter" idx="4294967295"/>
          </p:nvPr>
        </p:nvSpPr>
        <p:spPr>
          <a:xfrm>
            <a:off x="685813" y="914400"/>
            <a:ext cx="10134600" cy="4572000"/>
          </a:xfrm>
        </p:spPr>
        <p:txBody>
          <a:bodyPr/>
          <a:lstStyle/>
          <a:p>
            <a:endParaRPr lang="en-US" sz="1800" dirty="0">
              <a:solidFill>
                <a:schemeClr val="tx1"/>
              </a:solidFill>
            </a:endParaRPr>
          </a:p>
          <a:p>
            <a:r>
              <a:rPr lang="en-US" sz="1800" dirty="0">
                <a:solidFill>
                  <a:schemeClr val="tx1"/>
                </a:solidFill>
              </a:rPr>
              <a:t>The Product Metrics information in VEEVA is stored in the object named </a:t>
            </a:r>
          </a:p>
          <a:p>
            <a:pPr marL="0" indent="0">
              <a:buNone/>
            </a:pPr>
            <a:r>
              <a:rPr lang="en-US" sz="1800" dirty="0" err="1">
                <a:solidFill>
                  <a:schemeClr val="tx1"/>
                </a:solidFill>
              </a:rPr>
              <a:t>Product_Metrics_vod</a:t>
            </a: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rPr>
              <a:t>Product_Metrics_vod is a child object of the Account object, that is, it is placed at the detail end of a master-detail relationship with Account object</a:t>
            </a:r>
          </a:p>
          <a:p>
            <a:endParaRPr lang="en-US" sz="1800" dirty="0">
              <a:solidFill>
                <a:schemeClr val="tx1"/>
              </a:solidFill>
            </a:endParaRPr>
          </a:p>
          <a:p>
            <a:r>
              <a:rPr lang="en-US" sz="1800" dirty="0">
                <a:solidFill>
                  <a:schemeClr val="tx1"/>
                </a:solidFill>
              </a:rPr>
              <a:t>Data for the Product Metrics is stored in the Product_Metrics_vod custom object with one row for every account/product combination</a:t>
            </a:r>
            <a:endParaRPr lang="en-US" sz="1600" dirty="0">
              <a:solidFill>
                <a:schemeClr val="tx1"/>
              </a:solidFill>
            </a:endParaRPr>
          </a:p>
        </p:txBody>
      </p:sp>
      <p:pic>
        <p:nvPicPr>
          <p:cNvPr id="9" name="Picture 8">
            <a:extLst>
              <a:ext uri="{FF2B5EF4-FFF2-40B4-BE49-F238E27FC236}">
                <a16:creationId xmlns:a16="http://schemas.microsoft.com/office/drawing/2014/main" id="{391C1F8A-D380-C964-1D39-2722CFE4897B}"/>
              </a:ext>
            </a:extLst>
          </p:cNvPr>
          <p:cNvPicPr>
            <a:picLocks noChangeAspect="1"/>
          </p:cNvPicPr>
          <p:nvPr/>
        </p:nvPicPr>
        <p:blipFill>
          <a:blip r:embed="rId2"/>
          <a:stretch>
            <a:fillRect/>
          </a:stretch>
        </p:blipFill>
        <p:spPr>
          <a:xfrm>
            <a:off x="2229709" y="1981200"/>
            <a:ext cx="7436232" cy="1752600"/>
          </a:xfrm>
          <a:prstGeom prst="rect">
            <a:avLst/>
          </a:prstGeom>
        </p:spPr>
      </p:pic>
    </p:spTree>
    <p:extLst>
      <p:ext uri="{BB962C8B-B14F-4D97-AF65-F5344CB8AC3E}">
        <p14:creationId xmlns:p14="http://schemas.microsoft.com/office/powerpoint/2010/main" val="2615249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16</a:t>
            </a:fld>
            <a:endParaRPr lang="en-US"/>
          </a:p>
        </p:txBody>
      </p:sp>
      <p:sp>
        <p:nvSpPr>
          <p:cNvPr id="3" name="Title 2"/>
          <p:cNvSpPr>
            <a:spLocks noGrp="1"/>
          </p:cNvSpPr>
          <p:nvPr>
            <p:ph type="title" idx="4294967295"/>
          </p:nvPr>
        </p:nvSpPr>
        <p:spPr>
          <a:xfrm>
            <a:off x="2362200" y="292961"/>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Visibility ... 1</a:t>
            </a:r>
          </a:p>
        </p:txBody>
      </p:sp>
      <p:sp>
        <p:nvSpPr>
          <p:cNvPr id="4" name="Content Placeholder 4"/>
          <p:cNvSpPr>
            <a:spLocks noGrp="1"/>
          </p:cNvSpPr>
          <p:nvPr>
            <p:ph sz="quarter" idx="4294967295"/>
          </p:nvPr>
        </p:nvSpPr>
        <p:spPr>
          <a:xfrm>
            <a:off x="457199" y="990600"/>
            <a:ext cx="10795000" cy="4876800"/>
          </a:xfrm>
        </p:spPr>
        <p:txBody>
          <a:bodyPr/>
          <a:lstStyle/>
          <a:p>
            <a:r>
              <a:rPr lang="en-US" sz="2000" dirty="0">
                <a:solidFill>
                  <a:schemeClr val="tx1"/>
                </a:solidFill>
              </a:rPr>
              <a:t>The visibility of Product Metrics in VEEVA is governed by the following:</a:t>
            </a:r>
          </a:p>
          <a:p>
            <a:endParaRPr lang="en-US" sz="2000" dirty="0">
              <a:solidFill>
                <a:schemeClr val="tx1"/>
              </a:solidFill>
            </a:endParaRPr>
          </a:p>
          <a:p>
            <a:pPr lvl="1"/>
            <a:r>
              <a:rPr lang="en-US" sz="1800" dirty="0">
                <a:solidFill>
                  <a:schemeClr val="tx1"/>
                </a:solidFill>
              </a:rPr>
              <a:t>Product Metrics information is displayed though an S-control named </a:t>
            </a:r>
            <a:r>
              <a:rPr lang="en-US" sz="1800" i="1" dirty="0">
                <a:solidFill>
                  <a:schemeClr val="tx1"/>
                </a:solidFill>
              </a:rPr>
              <a:t>Ratings_vod </a:t>
            </a:r>
            <a:r>
              <a:rPr lang="en-US" sz="1800" dirty="0">
                <a:solidFill>
                  <a:schemeClr val="tx1"/>
                </a:solidFill>
              </a:rPr>
              <a:t>which </a:t>
            </a:r>
          </a:p>
          <a:p>
            <a:pPr marL="457200" lvl="1" indent="0">
              <a:buNone/>
            </a:pPr>
            <a:r>
              <a:rPr lang="en-US" sz="1800" dirty="0">
                <a:solidFill>
                  <a:schemeClr val="tx1"/>
                </a:solidFill>
              </a:rPr>
              <a:t>can be placed on any Account Page layout</a:t>
            </a:r>
          </a:p>
          <a:p>
            <a:pPr lvl="1"/>
            <a:endParaRPr lang="en-US" sz="1800" i="1" dirty="0">
              <a:solidFill>
                <a:schemeClr val="tx1"/>
              </a:solidFill>
            </a:endParaRPr>
          </a:p>
          <a:p>
            <a:pPr lvl="1"/>
            <a:r>
              <a:rPr lang="en-US" sz="1800" dirty="0">
                <a:solidFill>
                  <a:schemeClr val="tx1"/>
                </a:solidFill>
              </a:rPr>
              <a:t>FLS can be used to govern which Metrics information (field) will be visible to a user and whether it will be editable</a:t>
            </a:r>
          </a:p>
          <a:p>
            <a:pPr lvl="1"/>
            <a:endParaRPr lang="en-US" sz="1800" dirty="0">
              <a:solidFill>
                <a:schemeClr val="tx1"/>
              </a:solidFill>
            </a:endParaRPr>
          </a:p>
          <a:p>
            <a:pPr lvl="1"/>
            <a:r>
              <a:rPr lang="en-US" sz="1800" dirty="0">
                <a:solidFill>
                  <a:schemeClr val="tx1"/>
                </a:solidFill>
              </a:rPr>
              <a:t>Product Metrics data can be accessed in Salesforce.com Reports module, through queries and can also be displayed on </a:t>
            </a:r>
            <a:r>
              <a:rPr lang="en-US" sz="1800" i="1" dirty="0">
                <a:solidFill>
                  <a:schemeClr val="tx1"/>
                </a:solidFill>
              </a:rPr>
              <a:t>My Accounts</a:t>
            </a:r>
            <a:r>
              <a:rPr lang="en-US" sz="1800" dirty="0">
                <a:solidFill>
                  <a:schemeClr val="tx1"/>
                </a:solidFill>
              </a:rPr>
              <a:t> page</a:t>
            </a:r>
          </a:p>
          <a:p>
            <a:pPr lvl="1"/>
            <a:endParaRPr lang="en-US" sz="1800" dirty="0">
              <a:solidFill>
                <a:schemeClr val="tx1"/>
              </a:solidFill>
            </a:endParaRPr>
          </a:p>
          <a:p>
            <a:pPr lvl="1"/>
            <a:r>
              <a:rPr lang="en-US" sz="1800" dirty="0">
                <a:solidFill>
                  <a:schemeClr val="tx1"/>
                </a:solidFill>
              </a:rPr>
              <a:t>Accounts records in </a:t>
            </a:r>
            <a:r>
              <a:rPr lang="en-US" sz="1800" i="1" dirty="0">
                <a:solidFill>
                  <a:schemeClr val="tx1"/>
                </a:solidFill>
              </a:rPr>
              <a:t>My Accounts </a:t>
            </a:r>
            <a:r>
              <a:rPr lang="en-US" sz="1800" dirty="0">
                <a:solidFill>
                  <a:schemeClr val="tx1"/>
                </a:solidFill>
              </a:rPr>
              <a:t>list can be filtered using Product Metrics</a:t>
            </a:r>
          </a:p>
          <a:p>
            <a:pPr lvl="1"/>
            <a:endParaRPr lang="en-US" sz="1800" dirty="0">
              <a:solidFill>
                <a:schemeClr val="tx1"/>
              </a:solidFill>
            </a:endParaRPr>
          </a:p>
          <a:p>
            <a:pPr lvl="1"/>
            <a:r>
              <a:rPr lang="en-US" sz="1800" dirty="0">
                <a:solidFill>
                  <a:schemeClr val="tx1"/>
                </a:solidFill>
              </a:rPr>
              <a:t>Users can only view Product Metric information for products (both Company and Competitor products) which are present in their </a:t>
            </a:r>
            <a:r>
              <a:rPr lang="en-US" sz="1800" i="1" dirty="0">
                <a:solidFill>
                  <a:schemeClr val="tx1"/>
                </a:solidFill>
              </a:rPr>
              <a:t>My Setup</a:t>
            </a:r>
            <a:endParaRPr lang="en-US" sz="1800" dirty="0">
              <a:solidFill>
                <a:schemeClr val="tx1"/>
              </a:solidFill>
            </a:endParaRPr>
          </a:p>
        </p:txBody>
      </p:sp>
    </p:spTree>
    <p:extLst>
      <p:ext uri="{BB962C8B-B14F-4D97-AF65-F5344CB8AC3E}">
        <p14:creationId xmlns:p14="http://schemas.microsoft.com/office/powerpoint/2010/main" val="2235312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17</a:t>
            </a:fld>
            <a:endParaRPr lang="en-US"/>
          </a:p>
        </p:txBody>
      </p:sp>
      <p:sp>
        <p:nvSpPr>
          <p:cNvPr id="3" name="Title 2"/>
          <p:cNvSpPr>
            <a:spLocks noGrp="1"/>
          </p:cNvSpPr>
          <p:nvPr>
            <p:ph type="title" idx="4294967295"/>
          </p:nvPr>
        </p:nvSpPr>
        <p:spPr>
          <a:xfrm>
            <a:off x="1447800" y="381000"/>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Visibility ... 2</a:t>
            </a:r>
          </a:p>
        </p:txBody>
      </p:sp>
      <p:sp>
        <p:nvSpPr>
          <p:cNvPr id="4" name="Content Placeholder 4"/>
          <p:cNvSpPr>
            <a:spLocks noGrp="1"/>
          </p:cNvSpPr>
          <p:nvPr>
            <p:ph sz="quarter" idx="4294967295"/>
          </p:nvPr>
        </p:nvSpPr>
        <p:spPr>
          <a:xfrm>
            <a:off x="0" y="1524000"/>
            <a:ext cx="10439400" cy="2590800"/>
          </a:xfrm>
        </p:spPr>
        <p:txBody>
          <a:bodyPr/>
          <a:lstStyle/>
          <a:p>
            <a:pPr lvl="1"/>
            <a:endParaRPr lang="en-US" sz="1800" dirty="0">
              <a:solidFill>
                <a:schemeClr val="tx1"/>
              </a:solidFill>
            </a:endParaRPr>
          </a:p>
          <a:p>
            <a:pPr lvl="1"/>
            <a:r>
              <a:rPr lang="en-US" sz="1800" dirty="0">
                <a:solidFill>
                  <a:schemeClr val="tx1"/>
                </a:solidFill>
              </a:rPr>
              <a:t>The </a:t>
            </a:r>
            <a:r>
              <a:rPr lang="en-US" sz="1800" i="1" dirty="0">
                <a:solidFill>
                  <a:schemeClr val="tx1"/>
                </a:solidFill>
              </a:rPr>
              <a:t>No_Metrics_vod_c </a:t>
            </a:r>
            <a:r>
              <a:rPr lang="en-US" sz="1800" dirty="0">
                <a:solidFill>
                  <a:schemeClr val="tx1"/>
                </a:solidFill>
              </a:rPr>
              <a:t>field on the </a:t>
            </a:r>
            <a:r>
              <a:rPr lang="en-US" sz="1800" i="1" dirty="0">
                <a:solidFill>
                  <a:schemeClr val="tx1"/>
                </a:solidFill>
              </a:rPr>
              <a:t>Product_Catalog_vod</a:t>
            </a:r>
            <a:r>
              <a:rPr lang="en-US" sz="1800" dirty="0">
                <a:solidFill>
                  <a:schemeClr val="tx1"/>
                </a:solidFill>
              </a:rPr>
              <a:t> object can be used if a company does not want to capture Product Metrics information for a product and hence does not want the product to be displayed in the Product Metrics section</a:t>
            </a:r>
          </a:p>
          <a:p>
            <a:pPr lvl="1"/>
            <a:endParaRPr lang="en-US" sz="1800" dirty="0">
              <a:solidFill>
                <a:schemeClr val="tx1"/>
              </a:solidFill>
            </a:endParaRPr>
          </a:p>
          <a:p>
            <a:pPr lvl="1"/>
            <a:r>
              <a:rPr lang="en-US" sz="1800" dirty="0">
                <a:solidFill>
                  <a:schemeClr val="tx1"/>
                </a:solidFill>
              </a:rPr>
              <a:t>For company products, the Product Name in Product Metrics appears in bold (textual representation)</a:t>
            </a:r>
          </a:p>
        </p:txBody>
      </p:sp>
    </p:spTree>
    <p:extLst>
      <p:ext uri="{BB962C8B-B14F-4D97-AF65-F5344CB8AC3E}">
        <p14:creationId xmlns:p14="http://schemas.microsoft.com/office/powerpoint/2010/main" val="2312290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330CBBDF-8AA0-4193-675F-4AD786C78D5C}"/>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18</a:t>
            </a:fld>
            <a:endParaRPr lang="en-US" dirty="0"/>
          </a:p>
        </p:txBody>
      </p:sp>
      <p:sp>
        <p:nvSpPr>
          <p:cNvPr id="6" name="Rectangle 5"/>
          <p:cNvSpPr/>
          <p:nvPr/>
        </p:nvSpPr>
        <p:spPr>
          <a:xfrm>
            <a:off x="457200" y="2819400"/>
            <a:ext cx="9362923"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8125" lvl="1"/>
            <a:r>
              <a:rPr lang="en-US" sz="3600" b="1" dirty="0">
                <a:solidFill>
                  <a:srgbClr val="00718F"/>
                </a:solidFill>
                <a:latin typeface="Arial" panose="020B0604020202020204" pitchFamily="34" charset="0"/>
                <a:cs typeface="Arial" panose="020B0604020202020204" pitchFamily="34" charset="0"/>
              </a:rPr>
              <a:t>Configuration of Product Metrics section on Account profile</a:t>
            </a:r>
          </a:p>
        </p:txBody>
      </p:sp>
    </p:spTree>
    <p:extLst>
      <p:ext uri="{BB962C8B-B14F-4D97-AF65-F5344CB8AC3E}">
        <p14:creationId xmlns:p14="http://schemas.microsoft.com/office/powerpoint/2010/main" val="327834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19</a:t>
            </a:fld>
            <a:endParaRPr lang="en-US"/>
          </a:p>
        </p:txBody>
      </p:sp>
      <p:sp>
        <p:nvSpPr>
          <p:cNvPr id="3" name="Title 2"/>
          <p:cNvSpPr>
            <a:spLocks noGrp="1"/>
          </p:cNvSpPr>
          <p:nvPr>
            <p:ph type="title" idx="4294967295"/>
          </p:nvPr>
        </p:nvSpPr>
        <p:spPr>
          <a:xfrm>
            <a:off x="2057400" y="204787"/>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Account Layout Configuration</a:t>
            </a:r>
          </a:p>
        </p:txBody>
      </p:sp>
      <p:sp>
        <p:nvSpPr>
          <p:cNvPr id="4" name="Content Placeholder 4"/>
          <p:cNvSpPr>
            <a:spLocks noGrp="1"/>
          </p:cNvSpPr>
          <p:nvPr>
            <p:ph sz="quarter" idx="4294967295"/>
          </p:nvPr>
        </p:nvSpPr>
        <p:spPr>
          <a:xfrm>
            <a:off x="76200" y="634029"/>
            <a:ext cx="10668000" cy="2373313"/>
          </a:xfrm>
        </p:spPr>
        <p:txBody>
          <a:bodyPr/>
          <a:lstStyle/>
          <a:p>
            <a:endParaRPr lang="en-US" sz="2000" dirty="0">
              <a:solidFill>
                <a:schemeClr val="tx1"/>
              </a:solidFill>
            </a:endParaRPr>
          </a:p>
          <a:p>
            <a:r>
              <a:rPr lang="en-US" sz="2000" dirty="0">
                <a:solidFill>
                  <a:schemeClr val="tx1"/>
                </a:solidFill>
              </a:rPr>
              <a:t>Display the Products Metrics section in Account page layout using the below steps:</a:t>
            </a:r>
          </a:p>
          <a:p>
            <a:endParaRPr lang="en-US" sz="1800" dirty="0">
              <a:solidFill>
                <a:schemeClr val="tx1"/>
              </a:solidFill>
            </a:endParaRPr>
          </a:p>
          <a:p>
            <a:pPr lvl="1"/>
            <a:r>
              <a:rPr lang="en-US" sz="1800" dirty="0">
                <a:solidFill>
                  <a:schemeClr val="tx1"/>
                </a:solidFill>
              </a:rPr>
              <a:t>Create a new section in Account Page Layout with an appropriate name such as </a:t>
            </a:r>
            <a:r>
              <a:rPr lang="en-US" sz="1800" i="1" dirty="0">
                <a:solidFill>
                  <a:schemeClr val="tx1"/>
                </a:solidFill>
              </a:rPr>
              <a:t>Ratings and Evaluations </a:t>
            </a:r>
            <a:r>
              <a:rPr lang="en-US" sz="1800" dirty="0">
                <a:solidFill>
                  <a:schemeClr val="tx1"/>
                </a:solidFill>
              </a:rPr>
              <a:t>or </a:t>
            </a:r>
            <a:r>
              <a:rPr lang="en-US" sz="1800" i="1" dirty="0">
                <a:solidFill>
                  <a:schemeClr val="tx1"/>
                </a:solidFill>
              </a:rPr>
              <a:t>Key Indicators</a:t>
            </a:r>
            <a:r>
              <a:rPr lang="en-US" sz="1800" dirty="0">
                <a:solidFill>
                  <a:schemeClr val="tx1"/>
                </a:solidFill>
              </a:rPr>
              <a:t> or simply </a:t>
            </a:r>
            <a:r>
              <a:rPr lang="en-US" sz="1800" i="1" dirty="0">
                <a:solidFill>
                  <a:schemeClr val="tx1"/>
                </a:solidFill>
              </a:rPr>
              <a:t>Product Metrics</a:t>
            </a:r>
          </a:p>
          <a:p>
            <a:pPr lvl="1"/>
            <a:endParaRPr lang="en-US" sz="1800" i="1" dirty="0">
              <a:solidFill>
                <a:schemeClr val="tx1"/>
              </a:solidFill>
            </a:endParaRPr>
          </a:p>
          <a:p>
            <a:pPr lvl="1"/>
            <a:r>
              <a:rPr lang="en-US" sz="1800" dirty="0">
                <a:solidFill>
                  <a:schemeClr val="tx1"/>
                </a:solidFill>
              </a:rPr>
              <a:t>Place the s-control Ratings_vod in the section created in the above step</a:t>
            </a:r>
            <a:endParaRPr lang="en-US" sz="2000" dirty="0"/>
          </a:p>
        </p:txBody>
      </p:sp>
      <p:pic>
        <p:nvPicPr>
          <p:cNvPr id="5" name="Picture 4"/>
          <p:cNvPicPr>
            <a:picLocks noChangeAspect="1"/>
          </p:cNvPicPr>
          <p:nvPr/>
        </p:nvPicPr>
        <p:blipFill>
          <a:blip r:embed="rId2"/>
          <a:stretch>
            <a:fillRect/>
          </a:stretch>
        </p:blipFill>
        <p:spPr>
          <a:xfrm>
            <a:off x="2209800" y="3071952"/>
            <a:ext cx="7795226" cy="1357680"/>
          </a:xfrm>
          <a:prstGeom prst="rect">
            <a:avLst/>
          </a:prstGeom>
        </p:spPr>
      </p:pic>
      <p:pic>
        <p:nvPicPr>
          <p:cNvPr id="7" name="Picture 6"/>
          <p:cNvPicPr>
            <a:picLocks noChangeAspect="1"/>
          </p:cNvPicPr>
          <p:nvPr/>
        </p:nvPicPr>
        <p:blipFill>
          <a:blip r:embed="rId3"/>
          <a:stretch>
            <a:fillRect/>
          </a:stretch>
        </p:blipFill>
        <p:spPr>
          <a:xfrm>
            <a:off x="2209800" y="4449903"/>
            <a:ext cx="7795226" cy="1930627"/>
          </a:xfrm>
          <a:prstGeom prst="rect">
            <a:avLst/>
          </a:prstGeom>
        </p:spPr>
      </p:pic>
      <p:grpSp>
        <p:nvGrpSpPr>
          <p:cNvPr id="8" name="Group 7"/>
          <p:cNvGrpSpPr/>
          <p:nvPr/>
        </p:nvGrpSpPr>
        <p:grpSpPr>
          <a:xfrm>
            <a:off x="2209800" y="3041472"/>
            <a:ext cx="1154546" cy="1152525"/>
            <a:chOff x="8148204" y="1803401"/>
            <a:chExt cx="1154546" cy="1152525"/>
          </a:xfrm>
        </p:grpSpPr>
        <p:sp>
          <p:nvSpPr>
            <p:cNvPr id="9" name="Rectangle 8"/>
            <p:cNvSpPr/>
            <p:nvPr/>
          </p:nvSpPr>
          <p:spPr>
            <a:xfrm>
              <a:off x="8150225" y="1803401"/>
              <a:ext cx="1152525" cy="55244"/>
            </a:xfrm>
            <a:prstGeom prst="rect">
              <a:avLst/>
            </a:prstGeom>
            <a:solidFill>
              <a:srgbClr val="0072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rot="5400000">
              <a:off x="7599563" y="2352042"/>
              <a:ext cx="1152525" cy="55244"/>
            </a:xfrm>
            <a:prstGeom prst="rect">
              <a:avLst/>
            </a:prstGeom>
            <a:solidFill>
              <a:srgbClr val="0072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rot="10800000">
            <a:off x="8903268" y="5248275"/>
            <a:ext cx="1154546" cy="1152525"/>
            <a:chOff x="8148204" y="1803401"/>
            <a:chExt cx="1154546" cy="1152525"/>
          </a:xfrm>
        </p:grpSpPr>
        <p:sp>
          <p:nvSpPr>
            <p:cNvPr id="12" name="Rectangle 11"/>
            <p:cNvSpPr/>
            <p:nvPr/>
          </p:nvSpPr>
          <p:spPr>
            <a:xfrm>
              <a:off x="8150225" y="1803401"/>
              <a:ext cx="1152525" cy="55244"/>
            </a:xfrm>
            <a:prstGeom prst="rect">
              <a:avLst/>
            </a:prstGeom>
            <a:solidFill>
              <a:srgbClr val="0072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7599563" y="2352042"/>
              <a:ext cx="1152525" cy="55244"/>
            </a:xfrm>
            <a:prstGeom prst="rect">
              <a:avLst/>
            </a:prstGeom>
            <a:solidFill>
              <a:srgbClr val="0072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52463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20</a:t>
            </a:fld>
            <a:endParaRPr lang="en-US"/>
          </a:p>
        </p:txBody>
      </p:sp>
      <p:sp>
        <p:nvSpPr>
          <p:cNvPr id="3" name="Title 2"/>
          <p:cNvSpPr>
            <a:spLocks noGrp="1"/>
          </p:cNvSpPr>
          <p:nvPr>
            <p:ph type="title" idx="4294967295"/>
          </p:nvPr>
        </p:nvSpPr>
        <p:spPr>
          <a:xfrm>
            <a:off x="1524000" y="303847"/>
            <a:ext cx="7239000"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Configuring Product Metrics for Child Accounts </a:t>
            </a:r>
            <a:r>
              <a:rPr lang="en-US" sz="1700" b="0" dirty="0">
                <a:latin typeface="Arial Rounded MT Bold" pitchFamily="34" charset="0"/>
                <a:cs typeface="+mn-cs"/>
              </a:rPr>
              <a:t>... 1</a:t>
            </a:r>
          </a:p>
        </p:txBody>
      </p:sp>
      <p:sp>
        <p:nvSpPr>
          <p:cNvPr id="4" name="Content Placeholder 4"/>
          <p:cNvSpPr>
            <a:spLocks noGrp="1"/>
          </p:cNvSpPr>
          <p:nvPr>
            <p:ph sz="quarter" idx="4294967295"/>
          </p:nvPr>
        </p:nvSpPr>
        <p:spPr>
          <a:xfrm>
            <a:off x="304800" y="1066800"/>
            <a:ext cx="10515600" cy="4433887"/>
          </a:xfrm>
        </p:spPr>
        <p:txBody>
          <a:bodyPr/>
          <a:lstStyle/>
          <a:p>
            <a:r>
              <a:rPr lang="en-US" sz="2000" dirty="0">
                <a:solidFill>
                  <a:schemeClr val="tx1"/>
                </a:solidFill>
              </a:rPr>
              <a:t>In order to enable Product Metrics for Child Accounts the below steps need to be performed:</a:t>
            </a:r>
          </a:p>
          <a:p>
            <a:endParaRPr lang="en-US" sz="1800" dirty="0">
              <a:solidFill>
                <a:schemeClr val="tx1"/>
              </a:solidFill>
            </a:endParaRPr>
          </a:p>
          <a:p>
            <a:pPr lvl="1"/>
            <a:r>
              <a:rPr lang="en-US" sz="1800" dirty="0">
                <a:solidFill>
                  <a:schemeClr val="tx1"/>
                </a:solidFill>
              </a:rPr>
              <a:t>Navigate to Setup </a:t>
            </a:r>
            <a:r>
              <a:rPr lang="en-US" sz="1800" dirty="0">
                <a:solidFill>
                  <a:schemeClr val="tx1"/>
                </a:solidFill>
                <a:sym typeface="Wingdings" panose="05000000000000000000" pitchFamily="2" charset="2"/>
              </a:rPr>
              <a:t> Develop  Custom Settings  VEEVA Settings and click the Manage button</a:t>
            </a:r>
          </a:p>
          <a:p>
            <a:pPr lvl="1"/>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Change the value of </a:t>
            </a:r>
            <a:r>
              <a:rPr lang="en-US" sz="1800" i="1" dirty="0">
                <a:solidFill>
                  <a:schemeClr val="tx1"/>
                </a:solidFill>
                <a:sym typeface="Wingdings" panose="05000000000000000000" pitchFamily="2" charset="2"/>
              </a:rPr>
              <a:t>Enable Child Account</a:t>
            </a:r>
            <a:r>
              <a:rPr lang="en-US" sz="1800" dirty="0">
                <a:solidFill>
                  <a:schemeClr val="tx1"/>
                </a:solidFill>
                <a:sym typeface="Wingdings" panose="05000000000000000000" pitchFamily="2" charset="2"/>
              </a:rPr>
              <a:t> (</a:t>
            </a:r>
            <a:r>
              <a:rPr lang="en-US" sz="1800" dirty="0">
                <a:solidFill>
                  <a:schemeClr val="tx1"/>
                </a:solidFill>
              </a:rPr>
              <a:t>Enable_Child_Account_vod_c</a:t>
            </a:r>
            <a:r>
              <a:rPr lang="en-US" sz="1800" dirty="0">
                <a:solidFill>
                  <a:schemeClr val="tx1"/>
                </a:solidFill>
                <a:sym typeface="Wingdings" panose="05000000000000000000" pitchFamily="2" charset="2"/>
              </a:rPr>
              <a:t>) checkbox to TRUE</a:t>
            </a:r>
          </a:p>
          <a:p>
            <a:pPr lvl="1"/>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Provide users with FLS Read access to the following fields:</a:t>
            </a:r>
          </a:p>
          <a:p>
            <a:pPr lvl="2"/>
            <a:r>
              <a:rPr lang="en-US" sz="1800" b="1" i="1" dirty="0">
                <a:solidFill>
                  <a:schemeClr val="tx1"/>
                </a:solidFill>
                <a:sym typeface="Wingdings" panose="05000000000000000000" pitchFamily="2" charset="2"/>
              </a:rPr>
              <a:t>Location_Parent_vod_c </a:t>
            </a:r>
            <a:r>
              <a:rPr lang="en-US" sz="1800" b="1" dirty="0">
                <a:solidFill>
                  <a:schemeClr val="tx1"/>
                </a:solidFill>
                <a:sym typeface="Wingdings" panose="05000000000000000000" pitchFamily="2" charset="2"/>
              </a:rPr>
              <a:t>in </a:t>
            </a:r>
            <a:r>
              <a:rPr lang="en-US" sz="1800" b="1" i="1" dirty="0">
                <a:solidFill>
                  <a:schemeClr val="tx1"/>
                </a:solidFill>
                <a:sym typeface="Wingdings" panose="05000000000000000000" pitchFamily="2" charset="2"/>
              </a:rPr>
              <a:t>Product_Metrics_vod_c </a:t>
            </a:r>
            <a:r>
              <a:rPr lang="en-US" sz="1800" b="1" dirty="0">
                <a:solidFill>
                  <a:schemeClr val="tx1"/>
                </a:solidFill>
                <a:sym typeface="Wingdings" panose="05000000000000000000" pitchFamily="2" charset="2"/>
              </a:rPr>
              <a:t>object</a:t>
            </a:r>
          </a:p>
          <a:p>
            <a:pPr lvl="2"/>
            <a:r>
              <a:rPr lang="en-US" sz="1800" b="1" i="1" dirty="0">
                <a:solidFill>
                  <a:schemeClr val="tx1"/>
                </a:solidFill>
                <a:sym typeface="Wingdings" panose="05000000000000000000" pitchFamily="2" charset="2"/>
              </a:rPr>
              <a:t>Location_Child_vod_c</a:t>
            </a:r>
            <a:r>
              <a:rPr lang="en-US" sz="1800" b="1" dirty="0">
                <a:solidFill>
                  <a:schemeClr val="tx1"/>
                </a:solidFill>
                <a:sym typeface="Wingdings" panose="05000000000000000000" pitchFamily="2" charset="2"/>
              </a:rPr>
              <a:t> in </a:t>
            </a:r>
            <a:r>
              <a:rPr lang="en-US" sz="1800" b="1" i="1" dirty="0">
                <a:solidFill>
                  <a:schemeClr val="tx1"/>
                </a:solidFill>
                <a:sym typeface="Wingdings" panose="05000000000000000000" pitchFamily="2" charset="2"/>
              </a:rPr>
              <a:t>Product_Metrics_vod_c </a:t>
            </a:r>
            <a:r>
              <a:rPr lang="en-US" sz="1800" b="1" dirty="0">
                <a:solidFill>
                  <a:schemeClr val="tx1"/>
                </a:solidFill>
                <a:sym typeface="Wingdings" panose="05000000000000000000" pitchFamily="2" charset="2"/>
              </a:rPr>
              <a:t>object</a:t>
            </a:r>
          </a:p>
          <a:p>
            <a:pPr lvl="2"/>
            <a:r>
              <a:rPr lang="en-US" sz="1800" b="1" i="1" dirty="0">
                <a:solidFill>
                  <a:schemeClr val="tx1"/>
                </a:solidFill>
              </a:rPr>
              <a:t>Location_vod_c </a:t>
            </a:r>
            <a:r>
              <a:rPr lang="en-US" sz="1800" b="1" dirty="0">
                <a:solidFill>
                  <a:schemeClr val="tx1"/>
                </a:solidFill>
                <a:sym typeface="Wingdings" panose="05000000000000000000" pitchFamily="2" charset="2"/>
              </a:rPr>
              <a:t>in </a:t>
            </a:r>
            <a:r>
              <a:rPr lang="en-US" sz="1800" b="1" i="1" dirty="0">
                <a:solidFill>
                  <a:schemeClr val="tx1"/>
                </a:solidFill>
                <a:sym typeface="Wingdings" panose="05000000000000000000" pitchFamily="2" charset="2"/>
              </a:rPr>
              <a:t>Product_Metrics_vod_c </a:t>
            </a:r>
            <a:r>
              <a:rPr lang="en-US" sz="1800" b="1" dirty="0">
                <a:solidFill>
                  <a:schemeClr val="tx1"/>
                </a:solidFill>
                <a:sym typeface="Wingdings" panose="05000000000000000000" pitchFamily="2" charset="2"/>
              </a:rPr>
              <a:t>object</a:t>
            </a:r>
          </a:p>
          <a:p>
            <a:pPr lvl="2"/>
            <a:r>
              <a:rPr lang="en-US" sz="1800" b="1" i="1" dirty="0">
                <a:solidFill>
                  <a:schemeClr val="tx1"/>
                </a:solidFill>
                <a:sym typeface="Wingdings" panose="05000000000000000000" pitchFamily="2" charset="2"/>
              </a:rPr>
              <a:t>zvod_Child_Account_Ratings_vod_c </a:t>
            </a:r>
            <a:r>
              <a:rPr lang="en-US" sz="1800" b="1" dirty="0">
                <a:solidFill>
                  <a:schemeClr val="tx1"/>
                </a:solidFill>
                <a:sym typeface="Wingdings" panose="05000000000000000000" pitchFamily="2" charset="2"/>
              </a:rPr>
              <a:t>field in </a:t>
            </a:r>
            <a:r>
              <a:rPr lang="en-US" sz="1800" b="1" i="1" dirty="0">
                <a:solidFill>
                  <a:schemeClr val="tx1"/>
                </a:solidFill>
                <a:sym typeface="Wingdings" panose="05000000000000000000" pitchFamily="2" charset="2"/>
              </a:rPr>
              <a:t>Child_Account_vod_c </a:t>
            </a:r>
            <a:r>
              <a:rPr lang="en-US" sz="1800" b="1" dirty="0">
                <a:solidFill>
                  <a:schemeClr val="tx1"/>
                </a:solidFill>
                <a:sym typeface="Wingdings" panose="05000000000000000000" pitchFamily="2" charset="2"/>
              </a:rPr>
              <a:t>object</a:t>
            </a:r>
            <a:endParaRPr lang="en-US" sz="1800" b="1" dirty="0">
              <a:solidFill>
                <a:schemeClr val="tx1"/>
              </a:solidFill>
            </a:endParaRPr>
          </a:p>
        </p:txBody>
      </p:sp>
    </p:spTree>
    <p:extLst>
      <p:ext uri="{BB962C8B-B14F-4D97-AF65-F5344CB8AC3E}">
        <p14:creationId xmlns:p14="http://schemas.microsoft.com/office/powerpoint/2010/main" val="3545442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21</a:t>
            </a:fld>
            <a:endParaRPr lang="en-US"/>
          </a:p>
        </p:txBody>
      </p:sp>
      <p:sp>
        <p:nvSpPr>
          <p:cNvPr id="3" name="Title 2"/>
          <p:cNvSpPr>
            <a:spLocks noGrp="1"/>
          </p:cNvSpPr>
          <p:nvPr>
            <p:ph type="title" idx="4294967295"/>
          </p:nvPr>
        </p:nvSpPr>
        <p:spPr>
          <a:xfrm>
            <a:off x="1295400" y="381000"/>
            <a:ext cx="8382000" cy="5953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Configuring Product Metrics for Child Accounts ... 2</a:t>
            </a:r>
          </a:p>
        </p:txBody>
      </p:sp>
      <p:sp>
        <p:nvSpPr>
          <p:cNvPr id="4" name="Content Placeholder 4"/>
          <p:cNvSpPr>
            <a:spLocks noGrp="1"/>
          </p:cNvSpPr>
          <p:nvPr>
            <p:ph sz="quarter" idx="4294967295"/>
          </p:nvPr>
        </p:nvSpPr>
        <p:spPr>
          <a:xfrm>
            <a:off x="342900" y="1600200"/>
            <a:ext cx="10287000" cy="2590800"/>
          </a:xfrm>
        </p:spPr>
        <p:txBody>
          <a:bodyPr/>
          <a:lstStyle/>
          <a:p>
            <a:pPr lvl="1"/>
            <a:r>
              <a:rPr lang="en-US" sz="1800" dirty="0">
                <a:solidFill>
                  <a:schemeClr val="tx1"/>
                </a:solidFill>
                <a:sym typeface="Wingdings" panose="05000000000000000000" pitchFamily="2" charset="2"/>
              </a:rPr>
              <a:t>Place the zvod_Child_Account_Ratings_vod_c field in Child Account page layout</a:t>
            </a:r>
          </a:p>
          <a:p>
            <a:pPr lvl="1"/>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Update the </a:t>
            </a:r>
            <a:r>
              <a:rPr lang="en-US" sz="1800" i="1" dirty="0">
                <a:solidFill>
                  <a:schemeClr val="tx1"/>
                </a:solidFill>
                <a:sym typeface="Wingdings" panose="05000000000000000000" pitchFamily="2" charset="2"/>
              </a:rPr>
              <a:t>Where</a:t>
            </a:r>
            <a:r>
              <a:rPr lang="en-US" sz="1800" dirty="0">
                <a:solidFill>
                  <a:schemeClr val="tx1"/>
                </a:solidFill>
                <a:sym typeface="Wingdings" panose="05000000000000000000" pitchFamily="2" charset="2"/>
              </a:rPr>
              <a:t> clause in Product_Metric_vod VMOC with the following:</a:t>
            </a:r>
          </a:p>
          <a:p>
            <a:pPr lvl="1"/>
            <a:endParaRPr lang="en-US" sz="1800" dirty="0">
              <a:solidFill>
                <a:schemeClr val="tx1"/>
              </a:solidFill>
              <a:sym typeface="Wingdings" panose="05000000000000000000" pitchFamily="2" charset="2"/>
            </a:endParaRPr>
          </a:p>
          <a:p>
            <a:pPr lvl="2"/>
            <a:r>
              <a:rPr lang="en-US" sz="1800" b="1" dirty="0">
                <a:solidFill>
                  <a:schemeClr val="tx1"/>
                </a:solidFill>
                <a:sym typeface="Wingdings" panose="05000000000000000000" pitchFamily="2" charset="2"/>
              </a:rPr>
              <a:t>WHERE (Account_vod_r.Name != null ) or (Location_vod_r.Child_Account_vod_r.Name != null and Location_vod_r.Parent_Account_vod_r.Name != null)</a:t>
            </a:r>
            <a:endParaRPr lang="en-US" sz="1800" b="1" dirty="0">
              <a:solidFill>
                <a:schemeClr val="tx1"/>
              </a:solidFill>
            </a:endParaRPr>
          </a:p>
        </p:txBody>
      </p:sp>
    </p:spTree>
    <p:extLst>
      <p:ext uri="{BB962C8B-B14F-4D97-AF65-F5344CB8AC3E}">
        <p14:creationId xmlns:p14="http://schemas.microsoft.com/office/powerpoint/2010/main" val="1613238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8CB0ED8B-B669-3AB0-4A30-F2A916C5BD0F}"/>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22</a:t>
            </a:fld>
            <a:endParaRPr lang="en-US"/>
          </a:p>
        </p:txBody>
      </p:sp>
      <p:sp>
        <p:nvSpPr>
          <p:cNvPr id="6" name="Rectangle 5"/>
          <p:cNvSpPr/>
          <p:nvPr/>
        </p:nvSpPr>
        <p:spPr>
          <a:xfrm>
            <a:off x="838200" y="2819400"/>
            <a:ext cx="75438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Product Metrics </a:t>
            </a:r>
          </a:p>
          <a:p>
            <a:r>
              <a:rPr lang="en-US" sz="3600" b="1" dirty="0">
                <a:solidFill>
                  <a:srgbClr val="00718F"/>
                </a:solidFill>
                <a:latin typeface="Arial" panose="020B0604020202020204" pitchFamily="34" charset="0"/>
                <a:cs typeface="Arial" panose="020B0604020202020204" pitchFamily="34" charset="0"/>
              </a:rPr>
              <a:t>Configuration</a:t>
            </a:r>
          </a:p>
        </p:txBody>
      </p:sp>
    </p:spTree>
    <p:extLst>
      <p:ext uri="{BB962C8B-B14F-4D97-AF65-F5344CB8AC3E}">
        <p14:creationId xmlns:p14="http://schemas.microsoft.com/office/powerpoint/2010/main" val="2138484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23</a:t>
            </a:fld>
            <a:endParaRPr lang="en-US"/>
          </a:p>
        </p:txBody>
      </p:sp>
      <p:sp>
        <p:nvSpPr>
          <p:cNvPr id="3" name="Title 2"/>
          <p:cNvSpPr>
            <a:spLocks noGrp="1"/>
          </p:cNvSpPr>
          <p:nvPr>
            <p:ph type="title" idx="4294967295"/>
          </p:nvPr>
        </p:nvSpPr>
        <p:spPr>
          <a:xfrm>
            <a:off x="1981200" y="304800"/>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Creating a New Product Metric</a:t>
            </a:r>
          </a:p>
        </p:txBody>
      </p:sp>
      <p:sp>
        <p:nvSpPr>
          <p:cNvPr id="4" name="Content Placeholder 4"/>
          <p:cNvSpPr>
            <a:spLocks noGrp="1"/>
          </p:cNvSpPr>
          <p:nvPr>
            <p:ph sz="quarter" idx="4294967295"/>
          </p:nvPr>
        </p:nvSpPr>
        <p:spPr>
          <a:xfrm>
            <a:off x="776639" y="1600200"/>
            <a:ext cx="9067800" cy="3295650"/>
          </a:xfrm>
        </p:spPr>
        <p:txBody>
          <a:bodyPr/>
          <a:lstStyle/>
          <a:p>
            <a:r>
              <a:rPr lang="en-US" sz="2000" dirty="0">
                <a:solidFill>
                  <a:schemeClr val="tx1"/>
                </a:solidFill>
              </a:rPr>
              <a:t>Adding a new Product Metric to an account profile is a 2-step process</a:t>
            </a:r>
          </a:p>
          <a:p>
            <a:pPr marL="0" indent="0">
              <a:buNone/>
            </a:pPr>
            <a:endParaRPr lang="en-US" sz="2000" dirty="0">
              <a:solidFill>
                <a:schemeClr val="tx1"/>
              </a:solidFill>
            </a:endParaRPr>
          </a:p>
          <a:p>
            <a:endParaRPr lang="en-US" sz="2000" dirty="0">
              <a:solidFill>
                <a:schemeClr val="tx1"/>
              </a:solidFill>
            </a:endParaRPr>
          </a:p>
          <a:p>
            <a:pPr marL="0" indent="0">
              <a:buNone/>
            </a:pPr>
            <a:endParaRPr lang="en-US" sz="2000" dirty="0">
              <a:solidFill>
                <a:schemeClr val="tx1"/>
              </a:solidFill>
            </a:endParaRPr>
          </a:p>
          <a:p>
            <a:pPr marL="0" indent="0">
              <a:buNone/>
            </a:pPr>
            <a:endParaRPr lang="en-US" sz="2000" dirty="0">
              <a:solidFill>
                <a:schemeClr val="tx1"/>
              </a:solidFill>
            </a:endParaRPr>
          </a:p>
        </p:txBody>
      </p:sp>
      <p:graphicFrame>
        <p:nvGraphicFramePr>
          <p:cNvPr id="5" name="Diagram 4"/>
          <p:cNvGraphicFramePr/>
          <p:nvPr>
            <p:extLst>
              <p:ext uri="{D42A27DB-BD31-4B8C-83A1-F6EECF244321}">
                <p14:modId xmlns:p14="http://schemas.microsoft.com/office/powerpoint/2010/main" val="1525347967"/>
              </p:ext>
            </p:extLst>
          </p:nvPr>
        </p:nvGraphicFramePr>
        <p:xfrm>
          <a:off x="2553146" y="2514601"/>
          <a:ext cx="7134410" cy="17147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1575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24</a:t>
            </a:fld>
            <a:endParaRPr lang="en-US"/>
          </a:p>
        </p:txBody>
      </p:sp>
      <p:sp>
        <p:nvSpPr>
          <p:cNvPr id="3" name="Title 2"/>
          <p:cNvSpPr>
            <a:spLocks noGrp="1"/>
          </p:cNvSpPr>
          <p:nvPr>
            <p:ph type="title" idx="4294967295"/>
          </p:nvPr>
        </p:nvSpPr>
        <p:spPr>
          <a:xfrm>
            <a:off x="1608848" y="342424"/>
            <a:ext cx="6858000"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Custom Field in Product Metrics object ... 1</a:t>
            </a:r>
          </a:p>
        </p:txBody>
      </p:sp>
      <p:sp>
        <p:nvSpPr>
          <p:cNvPr id="4" name="Content Placeholder 4"/>
          <p:cNvSpPr>
            <a:spLocks noGrp="1"/>
          </p:cNvSpPr>
          <p:nvPr>
            <p:ph sz="quarter" idx="4294967295"/>
          </p:nvPr>
        </p:nvSpPr>
        <p:spPr>
          <a:xfrm>
            <a:off x="457199" y="1219200"/>
            <a:ext cx="10744200" cy="4191000"/>
          </a:xfrm>
        </p:spPr>
        <p:txBody>
          <a:bodyPr/>
          <a:lstStyle/>
          <a:p>
            <a:r>
              <a:rPr lang="en-US" sz="2000" dirty="0">
                <a:solidFill>
                  <a:schemeClr val="tx1"/>
                </a:solidFill>
              </a:rPr>
              <a:t>Create a new custom field in Product_Metrics_vod_c object by following the </a:t>
            </a:r>
          </a:p>
          <a:p>
            <a:pPr marL="0" indent="0">
              <a:buNone/>
            </a:pPr>
            <a:r>
              <a:rPr lang="en-US" sz="2000" dirty="0">
                <a:solidFill>
                  <a:schemeClr val="tx1"/>
                </a:solidFill>
              </a:rPr>
              <a:t>below steps:</a:t>
            </a:r>
          </a:p>
          <a:p>
            <a:endParaRPr lang="en-US" sz="2000" dirty="0">
              <a:solidFill>
                <a:schemeClr val="tx1"/>
              </a:solidFill>
            </a:endParaRPr>
          </a:p>
          <a:p>
            <a:pPr lvl="1"/>
            <a:r>
              <a:rPr lang="en-US" sz="1800" dirty="0">
                <a:solidFill>
                  <a:schemeClr val="tx1"/>
                </a:solidFill>
              </a:rPr>
              <a:t>Navigate to Setup </a:t>
            </a:r>
            <a:r>
              <a:rPr lang="en-US" sz="1800" dirty="0">
                <a:solidFill>
                  <a:schemeClr val="tx1"/>
                </a:solidFill>
                <a:sym typeface="Wingdings" panose="05000000000000000000" pitchFamily="2" charset="2"/>
              </a:rPr>
              <a:t> Create  Objects  Product Metrics</a:t>
            </a:r>
          </a:p>
          <a:p>
            <a:pPr lvl="1"/>
            <a:endParaRPr lang="en-US" sz="1800" dirty="0">
              <a:solidFill>
                <a:schemeClr val="tx1"/>
              </a:solidFill>
              <a:sym typeface="Wingdings" panose="05000000000000000000" pitchFamily="2" charset="2"/>
            </a:endParaRPr>
          </a:p>
          <a:p>
            <a:pPr lvl="1"/>
            <a:r>
              <a:rPr lang="en-US" sz="1800" dirty="0">
                <a:solidFill>
                  <a:schemeClr val="tx1"/>
                </a:solidFill>
              </a:rPr>
              <a:t>Click the </a:t>
            </a:r>
            <a:r>
              <a:rPr lang="en-US" sz="1800" i="1" dirty="0">
                <a:solidFill>
                  <a:schemeClr val="tx1"/>
                </a:solidFill>
              </a:rPr>
              <a:t>New</a:t>
            </a:r>
            <a:r>
              <a:rPr lang="en-US" sz="1800" dirty="0">
                <a:solidFill>
                  <a:schemeClr val="tx1"/>
                </a:solidFill>
              </a:rPr>
              <a:t> button to create a custom field for your metric</a:t>
            </a:r>
          </a:p>
          <a:p>
            <a:pPr lvl="1"/>
            <a:endParaRPr lang="en-US" sz="1800" dirty="0">
              <a:solidFill>
                <a:schemeClr val="tx1"/>
              </a:solidFill>
            </a:endParaRPr>
          </a:p>
          <a:p>
            <a:pPr lvl="2"/>
            <a:r>
              <a:rPr lang="en-US" sz="1800" dirty="0">
                <a:solidFill>
                  <a:schemeClr val="tx1"/>
                </a:solidFill>
              </a:rPr>
              <a:t>Choose the field type</a:t>
            </a:r>
          </a:p>
          <a:p>
            <a:pPr marL="914400" lvl="2" indent="0">
              <a:buNone/>
            </a:pPr>
            <a:r>
              <a:rPr lang="en-US" sz="1800" dirty="0">
                <a:solidFill>
                  <a:schemeClr val="tx1"/>
                </a:solidFill>
              </a:rPr>
              <a:t>The following field types are supported:</a:t>
            </a:r>
          </a:p>
          <a:p>
            <a:pPr lvl="3"/>
            <a:r>
              <a:rPr lang="en-US" sz="1600" dirty="0">
                <a:solidFill>
                  <a:schemeClr val="tx1"/>
                </a:solidFill>
              </a:rPr>
              <a:t>Checkbox</a:t>
            </a:r>
          </a:p>
          <a:p>
            <a:pPr lvl="3"/>
            <a:r>
              <a:rPr lang="en-US" sz="1600" dirty="0">
                <a:solidFill>
                  <a:schemeClr val="tx1"/>
                </a:solidFill>
              </a:rPr>
              <a:t>Currency</a:t>
            </a:r>
          </a:p>
          <a:p>
            <a:pPr lvl="3"/>
            <a:r>
              <a:rPr lang="en-US" sz="1600" dirty="0">
                <a:solidFill>
                  <a:schemeClr val="tx1"/>
                </a:solidFill>
              </a:rPr>
              <a:t>Number</a:t>
            </a:r>
          </a:p>
          <a:p>
            <a:pPr lvl="3"/>
            <a:r>
              <a:rPr lang="en-US" sz="1600" dirty="0">
                <a:solidFill>
                  <a:schemeClr val="tx1"/>
                </a:solidFill>
              </a:rPr>
              <a:t>Percent</a:t>
            </a:r>
          </a:p>
          <a:p>
            <a:pPr lvl="3"/>
            <a:r>
              <a:rPr lang="en-US" sz="1600" dirty="0">
                <a:solidFill>
                  <a:schemeClr val="tx1"/>
                </a:solidFill>
              </a:rPr>
              <a:t>Picklist</a:t>
            </a:r>
          </a:p>
        </p:txBody>
      </p:sp>
    </p:spTree>
    <p:extLst>
      <p:ext uri="{BB962C8B-B14F-4D97-AF65-F5344CB8AC3E}">
        <p14:creationId xmlns:p14="http://schemas.microsoft.com/office/powerpoint/2010/main" val="3087739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25</a:t>
            </a:fld>
            <a:endParaRPr lang="en-US"/>
          </a:p>
        </p:txBody>
      </p:sp>
      <p:sp>
        <p:nvSpPr>
          <p:cNvPr id="3" name="Title 2"/>
          <p:cNvSpPr>
            <a:spLocks noGrp="1"/>
          </p:cNvSpPr>
          <p:nvPr>
            <p:ph type="title" idx="4294967295"/>
          </p:nvPr>
        </p:nvSpPr>
        <p:spPr>
          <a:xfrm>
            <a:off x="1042416" y="381000"/>
            <a:ext cx="7061075"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Custom Field in Product Metrics object ... 2</a:t>
            </a:r>
          </a:p>
        </p:txBody>
      </p:sp>
      <p:sp>
        <p:nvSpPr>
          <p:cNvPr id="4" name="Content Placeholder 4"/>
          <p:cNvSpPr>
            <a:spLocks noGrp="1"/>
          </p:cNvSpPr>
          <p:nvPr>
            <p:ph sz="quarter" idx="4294967295"/>
          </p:nvPr>
        </p:nvSpPr>
        <p:spPr>
          <a:xfrm>
            <a:off x="-457200" y="1447800"/>
            <a:ext cx="10744200" cy="2911475"/>
          </a:xfrm>
        </p:spPr>
        <p:txBody>
          <a:bodyPr/>
          <a:lstStyle/>
          <a:p>
            <a:pPr lvl="2"/>
            <a:r>
              <a:rPr lang="en-US" sz="1800" dirty="0">
                <a:solidFill>
                  <a:schemeClr val="tx1"/>
                </a:solidFill>
              </a:rPr>
              <a:t>Enter details of the new field. The help text for each field displays next to the corresponding column in the Ratings control and on the Product Metric Record Page Layout</a:t>
            </a:r>
          </a:p>
          <a:p>
            <a:pPr lvl="2"/>
            <a:endParaRPr lang="en-US" sz="1800" dirty="0">
              <a:solidFill>
                <a:schemeClr val="tx1"/>
              </a:solidFill>
            </a:endParaRPr>
          </a:p>
          <a:p>
            <a:pPr lvl="2"/>
            <a:r>
              <a:rPr lang="en-US" sz="1800" dirty="0">
                <a:solidFill>
                  <a:schemeClr val="tx1"/>
                </a:solidFill>
              </a:rPr>
              <a:t>Set relevant FLS to control access to the field</a:t>
            </a:r>
          </a:p>
          <a:p>
            <a:pPr lvl="2"/>
            <a:endParaRPr lang="en-US" sz="1800" dirty="0">
              <a:solidFill>
                <a:schemeClr val="tx1"/>
              </a:solidFill>
            </a:endParaRPr>
          </a:p>
          <a:p>
            <a:pPr lvl="2"/>
            <a:r>
              <a:rPr lang="en-US" sz="1800" dirty="0">
                <a:solidFill>
                  <a:schemeClr val="tx1"/>
                </a:solidFill>
              </a:rPr>
              <a:t>Add the field to page layouts if relevant. This step is not required to configure a new metric</a:t>
            </a:r>
          </a:p>
          <a:p>
            <a:pPr lvl="2"/>
            <a:endParaRPr lang="en-US" sz="1800" dirty="0">
              <a:solidFill>
                <a:schemeClr val="tx1"/>
              </a:solidFill>
            </a:endParaRPr>
          </a:p>
          <a:p>
            <a:pPr lvl="2"/>
            <a:r>
              <a:rPr lang="en-US" sz="1800" dirty="0">
                <a:solidFill>
                  <a:schemeClr val="tx1"/>
                </a:solidFill>
              </a:rPr>
              <a:t>Click Save to create the new Metric field</a:t>
            </a:r>
          </a:p>
        </p:txBody>
      </p:sp>
    </p:spTree>
    <p:extLst>
      <p:ext uri="{BB962C8B-B14F-4D97-AF65-F5344CB8AC3E}">
        <p14:creationId xmlns:p14="http://schemas.microsoft.com/office/powerpoint/2010/main" val="2667771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460D40C2-E17B-516C-8F98-B47DEEA90A3D}"/>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26</a:t>
            </a:fld>
            <a:endParaRPr lang="en-US" dirty="0"/>
          </a:p>
        </p:txBody>
      </p:sp>
      <p:sp>
        <p:nvSpPr>
          <p:cNvPr id="6" name="Rectangle 5"/>
          <p:cNvSpPr/>
          <p:nvPr/>
        </p:nvSpPr>
        <p:spPr>
          <a:xfrm>
            <a:off x="1042416" y="28194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Create Metric </a:t>
            </a:r>
          </a:p>
          <a:p>
            <a:r>
              <a:rPr lang="en-US" sz="3600" b="1" dirty="0">
                <a:solidFill>
                  <a:srgbClr val="00718F"/>
                </a:solidFill>
                <a:latin typeface="Arial" panose="020B0604020202020204" pitchFamily="34" charset="0"/>
                <a:cs typeface="Arial" panose="020B0604020202020204" pitchFamily="34" charset="0"/>
              </a:rPr>
              <a:t>Configuration</a:t>
            </a:r>
          </a:p>
        </p:txBody>
      </p:sp>
    </p:spTree>
    <p:extLst>
      <p:ext uri="{BB962C8B-B14F-4D97-AF65-F5344CB8AC3E}">
        <p14:creationId xmlns:p14="http://schemas.microsoft.com/office/powerpoint/2010/main" val="602159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27</a:t>
            </a:fld>
            <a:endParaRPr lang="en-US"/>
          </a:p>
        </p:txBody>
      </p:sp>
      <p:sp>
        <p:nvSpPr>
          <p:cNvPr id="3" name="Title 2"/>
          <p:cNvSpPr>
            <a:spLocks noGrp="1"/>
          </p:cNvSpPr>
          <p:nvPr>
            <p:ph type="title" idx="4294967295"/>
          </p:nvPr>
        </p:nvSpPr>
        <p:spPr>
          <a:xfrm>
            <a:off x="1905000" y="229235"/>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Create Metric Configuration ... 1</a:t>
            </a:r>
          </a:p>
        </p:txBody>
      </p:sp>
      <p:sp>
        <p:nvSpPr>
          <p:cNvPr id="2" name="Rectangle 1"/>
          <p:cNvSpPr/>
          <p:nvPr/>
        </p:nvSpPr>
        <p:spPr>
          <a:xfrm>
            <a:off x="362858" y="762000"/>
            <a:ext cx="10490200" cy="36804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In order to display the new Product Metric custom field created, we will require to create a new record in Metric Configurations object to control the display of the field</a:t>
            </a:r>
          </a:p>
          <a:p>
            <a:pPr marL="285750"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Please follow below steps to create Metric Configurations record:</a:t>
            </a:r>
          </a:p>
          <a:p>
            <a:pPr marL="800100" lvl="1" indent="-34290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Navigate to Metric Configurations Tab</a:t>
            </a:r>
          </a:p>
          <a:p>
            <a:pPr marL="800100" lvl="1" indent="-34290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Click the New button to create a new record</a:t>
            </a:r>
          </a:p>
          <a:p>
            <a:pPr marL="800100" lvl="1" indent="-34290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Provide value for the Name field of the Metric Configuration record</a:t>
            </a:r>
          </a:p>
          <a:p>
            <a:pPr lvl="1">
              <a:spcBef>
                <a:spcPct val="20000"/>
              </a:spcBef>
            </a:pPr>
            <a:endParaRPr lang="en-US" dirty="0">
              <a:latin typeface="Arial" panose="020B0604020202020204" pitchFamily="34" charset="0"/>
              <a:ea typeface="Arial Unicode MS" pitchFamily="34" charset="-128"/>
              <a:cs typeface="Arial" panose="020B0604020202020204" pitchFamily="34" charset="0"/>
            </a:endParaRPr>
          </a:p>
          <a:p>
            <a:pPr lvl="1">
              <a:spcBef>
                <a:spcPct val="20000"/>
              </a:spcBef>
            </a:pPr>
            <a:r>
              <a:rPr lang="en-US" dirty="0">
                <a:latin typeface="Arial" panose="020B0604020202020204" pitchFamily="34" charset="0"/>
                <a:ea typeface="Arial Unicode MS" pitchFamily="34" charset="-128"/>
                <a:cs typeface="Arial" panose="020B0604020202020204" pitchFamily="34" charset="0"/>
              </a:rPr>
              <a:t>This must exactly match with the API Name of the custom field created in the Product Metrics object. Please note that this field is case sensitive</a:t>
            </a:r>
          </a:p>
        </p:txBody>
      </p:sp>
      <p:pic>
        <p:nvPicPr>
          <p:cNvPr id="6" name="Picture 5">
            <a:extLst>
              <a:ext uri="{FF2B5EF4-FFF2-40B4-BE49-F238E27FC236}">
                <a16:creationId xmlns:a16="http://schemas.microsoft.com/office/drawing/2014/main" id="{A2E48F9D-9788-0AC9-90C3-613F61B5E8F6}"/>
              </a:ext>
            </a:extLst>
          </p:cNvPr>
          <p:cNvPicPr>
            <a:picLocks noChangeAspect="1"/>
          </p:cNvPicPr>
          <p:nvPr/>
        </p:nvPicPr>
        <p:blipFill>
          <a:blip r:embed="rId2"/>
          <a:stretch>
            <a:fillRect/>
          </a:stretch>
        </p:blipFill>
        <p:spPr>
          <a:xfrm>
            <a:off x="655018" y="3977639"/>
            <a:ext cx="5736771" cy="2286000"/>
          </a:xfrm>
          <a:prstGeom prst="rect">
            <a:avLst/>
          </a:prstGeom>
        </p:spPr>
      </p:pic>
      <p:pic>
        <p:nvPicPr>
          <p:cNvPr id="8" name="Picture 7">
            <a:extLst>
              <a:ext uri="{FF2B5EF4-FFF2-40B4-BE49-F238E27FC236}">
                <a16:creationId xmlns:a16="http://schemas.microsoft.com/office/drawing/2014/main" id="{72CDF525-7B82-D260-F77B-9571E0E55029}"/>
              </a:ext>
            </a:extLst>
          </p:cNvPr>
          <p:cNvPicPr>
            <a:picLocks noChangeAspect="1"/>
          </p:cNvPicPr>
          <p:nvPr/>
        </p:nvPicPr>
        <p:blipFill>
          <a:blip r:embed="rId3"/>
          <a:stretch>
            <a:fillRect/>
          </a:stretch>
        </p:blipFill>
        <p:spPr>
          <a:xfrm>
            <a:off x="6552785" y="3977639"/>
            <a:ext cx="5254171" cy="2286000"/>
          </a:xfrm>
          <a:prstGeom prst="rect">
            <a:avLst/>
          </a:prstGeom>
        </p:spPr>
      </p:pic>
    </p:spTree>
    <p:extLst>
      <p:ext uri="{BB962C8B-B14F-4D97-AF65-F5344CB8AC3E}">
        <p14:creationId xmlns:p14="http://schemas.microsoft.com/office/powerpoint/2010/main" val="4165365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28</a:t>
            </a:fld>
            <a:endParaRPr lang="en-US"/>
          </a:p>
        </p:txBody>
      </p:sp>
      <p:sp>
        <p:nvSpPr>
          <p:cNvPr id="3" name="Title 2"/>
          <p:cNvSpPr>
            <a:spLocks noGrp="1"/>
          </p:cNvSpPr>
          <p:nvPr>
            <p:ph type="title" idx="4294967295"/>
          </p:nvPr>
        </p:nvSpPr>
        <p:spPr>
          <a:xfrm>
            <a:off x="2057400" y="282416"/>
            <a:ext cx="66817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Create Metric Configuration ... 2</a:t>
            </a:r>
          </a:p>
        </p:txBody>
      </p:sp>
      <p:sp>
        <p:nvSpPr>
          <p:cNvPr id="4" name="Content Placeholder 4"/>
          <p:cNvSpPr>
            <a:spLocks noGrp="1"/>
          </p:cNvSpPr>
          <p:nvPr>
            <p:ph sz="quarter" idx="4294967295"/>
          </p:nvPr>
        </p:nvSpPr>
        <p:spPr>
          <a:xfrm>
            <a:off x="0" y="990600"/>
            <a:ext cx="10718800" cy="4481513"/>
          </a:xfrm>
        </p:spPr>
        <p:txBody>
          <a:bodyPr/>
          <a:lstStyle/>
          <a:p>
            <a:pPr lvl="1"/>
            <a:r>
              <a:rPr lang="en-US" sz="1800" dirty="0">
                <a:solidFill>
                  <a:schemeClr val="tx1"/>
                </a:solidFill>
              </a:rPr>
              <a:t>Enter the </a:t>
            </a:r>
            <a:r>
              <a:rPr lang="en-US" sz="1800" b="1" i="1" dirty="0">
                <a:solidFill>
                  <a:schemeClr val="tx1"/>
                </a:solidFill>
              </a:rPr>
              <a:t>Display Order </a:t>
            </a:r>
            <a:r>
              <a:rPr lang="en-US" sz="1800" dirty="0">
                <a:solidFill>
                  <a:schemeClr val="tx1"/>
                </a:solidFill>
              </a:rPr>
              <a:t>which is a numeric value in the Display Order field that </a:t>
            </a:r>
          </a:p>
          <a:p>
            <a:pPr marL="457200" lvl="1" indent="0">
              <a:buNone/>
            </a:pPr>
            <a:r>
              <a:rPr lang="en-US" sz="1800" dirty="0">
                <a:solidFill>
                  <a:schemeClr val="tx1"/>
                </a:solidFill>
              </a:rPr>
              <a:t>corresponds to the order in which this metric is displayed</a:t>
            </a:r>
          </a:p>
          <a:p>
            <a:pPr lvl="1"/>
            <a:r>
              <a:rPr lang="en-US" sz="1800" dirty="0">
                <a:solidFill>
                  <a:schemeClr val="tx1"/>
                </a:solidFill>
              </a:rPr>
              <a:t>In the </a:t>
            </a:r>
            <a:r>
              <a:rPr lang="en-US" sz="1800" b="1" i="1" dirty="0">
                <a:solidFill>
                  <a:schemeClr val="tx1"/>
                </a:solidFill>
              </a:rPr>
              <a:t>Applies To</a:t>
            </a:r>
            <a:r>
              <a:rPr lang="en-US" sz="1800" i="1" dirty="0">
                <a:solidFill>
                  <a:schemeClr val="tx1"/>
                </a:solidFill>
              </a:rPr>
              <a:t> </a:t>
            </a:r>
            <a:r>
              <a:rPr lang="en-US" sz="1800" dirty="0">
                <a:solidFill>
                  <a:schemeClr val="tx1"/>
                </a:solidFill>
              </a:rPr>
              <a:t>field choose all Account record types for which this Product Metric will be applicable</a:t>
            </a:r>
          </a:p>
          <a:p>
            <a:pPr lvl="1"/>
            <a:r>
              <a:rPr lang="en-US" sz="1800" dirty="0">
                <a:solidFill>
                  <a:schemeClr val="tx1"/>
                </a:solidFill>
              </a:rPr>
              <a:t>The </a:t>
            </a:r>
            <a:r>
              <a:rPr lang="en-US" sz="1800" b="1" i="1" dirty="0">
                <a:solidFill>
                  <a:schemeClr val="tx1"/>
                </a:solidFill>
              </a:rPr>
              <a:t>Metric Type </a:t>
            </a:r>
            <a:r>
              <a:rPr lang="en-US" sz="1800" dirty="0">
                <a:solidFill>
                  <a:schemeClr val="tx1"/>
                </a:solidFill>
              </a:rPr>
              <a:t>field defines what how the metric should be displayed – Box, Text, Number, Arrow, Checkbox</a:t>
            </a:r>
          </a:p>
          <a:p>
            <a:pPr lvl="1"/>
            <a:r>
              <a:rPr lang="en-US" sz="1800" dirty="0">
                <a:solidFill>
                  <a:schemeClr val="tx1"/>
                </a:solidFill>
              </a:rPr>
              <a:t>Click </a:t>
            </a:r>
            <a:r>
              <a:rPr lang="en-US" sz="1800" b="1" i="1" dirty="0">
                <a:solidFill>
                  <a:schemeClr val="tx1"/>
                </a:solidFill>
              </a:rPr>
              <a:t>Save</a:t>
            </a:r>
            <a:r>
              <a:rPr lang="en-US" sz="1800" dirty="0">
                <a:solidFill>
                  <a:schemeClr val="tx1"/>
                </a:solidFill>
              </a:rPr>
              <a:t> to create a new Metric Configuration record</a:t>
            </a:r>
          </a:p>
        </p:txBody>
      </p:sp>
      <p:pic>
        <p:nvPicPr>
          <p:cNvPr id="2" name="Picture 1">
            <a:extLst>
              <a:ext uri="{FF2B5EF4-FFF2-40B4-BE49-F238E27FC236}">
                <a16:creationId xmlns:a16="http://schemas.microsoft.com/office/drawing/2014/main" id="{6D5FAB04-5681-8034-AEA2-202E5797E228}"/>
              </a:ext>
            </a:extLst>
          </p:cNvPr>
          <p:cNvPicPr>
            <a:picLocks noChangeAspect="1"/>
          </p:cNvPicPr>
          <p:nvPr/>
        </p:nvPicPr>
        <p:blipFill>
          <a:blip r:embed="rId2"/>
          <a:stretch>
            <a:fillRect/>
          </a:stretch>
        </p:blipFill>
        <p:spPr>
          <a:xfrm>
            <a:off x="2971800" y="3548743"/>
            <a:ext cx="5254171" cy="2286000"/>
          </a:xfrm>
          <a:prstGeom prst="rect">
            <a:avLst/>
          </a:prstGeom>
        </p:spPr>
      </p:pic>
    </p:spTree>
    <p:extLst>
      <p:ext uri="{BB962C8B-B14F-4D97-AF65-F5344CB8AC3E}">
        <p14:creationId xmlns:p14="http://schemas.microsoft.com/office/powerpoint/2010/main" val="3314258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29</a:t>
            </a:fld>
            <a:endParaRPr lang="en-US"/>
          </a:p>
        </p:txBody>
      </p:sp>
      <p:sp>
        <p:nvSpPr>
          <p:cNvPr id="4" name="Content Placeholder 4"/>
          <p:cNvSpPr>
            <a:spLocks noGrp="1"/>
          </p:cNvSpPr>
          <p:nvPr>
            <p:ph sz="quarter" idx="4294967295"/>
          </p:nvPr>
        </p:nvSpPr>
        <p:spPr>
          <a:xfrm>
            <a:off x="431872" y="824208"/>
            <a:ext cx="9475788" cy="411162"/>
          </a:xfrm>
        </p:spPr>
        <p:txBody>
          <a:bodyPr/>
          <a:lstStyle/>
          <a:p>
            <a:pPr algn="just">
              <a:lnSpc>
                <a:spcPct val="90000"/>
              </a:lnSpc>
              <a:spcBef>
                <a:spcPts val="1000"/>
              </a:spcBef>
            </a:pPr>
            <a:r>
              <a:rPr lang="en-US" sz="1800" dirty="0">
                <a:solidFill>
                  <a:schemeClr val="tx1"/>
                </a:solidFill>
                <a:ea typeface="+mn-ea"/>
              </a:rPr>
              <a:t>Please refer to the below table for mapping Product Metric field type to Metric Type</a:t>
            </a:r>
          </a:p>
        </p:txBody>
      </p:sp>
      <p:graphicFrame>
        <p:nvGraphicFramePr>
          <p:cNvPr id="5" name="Table 4"/>
          <p:cNvGraphicFramePr>
            <a:graphicFrameLocks noGrp="1"/>
          </p:cNvGraphicFramePr>
          <p:nvPr>
            <p:extLst>
              <p:ext uri="{D42A27DB-BD31-4B8C-83A1-F6EECF244321}">
                <p14:modId xmlns:p14="http://schemas.microsoft.com/office/powerpoint/2010/main" val="4026121637"/>
              </p:ext>
            </p:extLst>
          </p:nvPr>
        </p:nvGraphicFramePr>
        <p:xfrm>
          <a:off x="2362200" y="1143000"/>
          <a:ext cx="6414448" cy="2225040"/>
        </p:xfrm>
        <a:graphic>
          <a:graphicData uri="http://schemas.openxmlformats.org/drawingml/2006/table">
            <a:tbl>
              <a:tblPr firstRow="1" bandRow="1">
                <a:tableStyleId>{5C22544A-7EE6-4342-B048-85BDC9FD1C3A}</a:tableStyleId>
              </a:tblPr>
              <a:tblGrid>
                <a:gridCol w="3207224">
                  <a:extLst>
                    <a:ext uri="{9D8B030D-6E8A-4147-A177-3AD203B41FA5}">
                      <a16:colId xmlns:a16="http://schemas.microsoft.com/office/drawing/2014/main" val="2981464651"/>
                    </a:ext>
                  </a:extLst>
                </a:gridCol>
                <a:gridCol w="3207224">
                  <a:extLst>
                    <a:ext uri="{9D8B030D-6E8A-4147-A177-3AD203B41FA5}">
                      <a16:colId xmlns:a16="http://schemas.microsoft.com/office/drawing/2014/main" val="155362005"/>
                    </a:ext>
                  </a:extLst>
                </a:gridCol>
              </a:tblGrid>
              <a:tr h="370840">
                <a:tc>
                  <a:txBody>
                    <a:bodyPr/>
                    <a:lstStyle/>
                    <a:p>
                      <a:pPr algn="ctr"/>
                      <a:r>
                        <a:rPr lang="en-US" dirty="0"/>
                        <a:t>Metric Type</a:t>
                      </a:r>
                    </a:p>
                  </a:txBody>
                  <a:tcPr/>
                </a:tc>
                <a:tc>
                  <a:txBody>
                    <a:bodyPr/>
                    <a:lstStyle/>
                    <a:p>
                      <a:pPr algn="ctr"/>
                      <a:r>
                        <a:rPr lang="en-US" dirty="0"/>
                        <a:t>Product Metric Field Type</a:t>
                      </a:r>
                    </a:p>
                  </a:txBody>
                  <a:tcPr/>
                </a:tc>
                <a:extLst>
                  <a:ext uri="{0D108BD9-81ED-4DB2-BD59-A6C34878D82A}">
                    <a16:rowId xmlns:a16="http://schemas.microsoft.com/office/drawing/2014/main" val="481296494"/>
                  </a:ext>
                </a:extLst>
              </a:tr>
              <a:tr h="370840">
                <a:tc>
                  <a:txBody>
                    <a:bodyPr/>
                    <a:lstStyle/>
                    <a:p>
                      <a:r>
                        <a:rPr lang="en-US" dirty="0"/>
                        <a:t>Box</a:t>
                      </a:r>
                    </a:p>
                  </a:txBody>
                  <a:tcPr/>
                </a:tc>
                <a:tc>
                  <a:txBody>
                    <a:bodyPr/>
                    <a:lstStyle/>
                    <a:p>
                      <a:r>
                        <a:rPr lang="en-US" dirty="0"/>
                        <a:t>Picklist</a:t>
                      </a:r>
                    </a:p>
                  </a:txBody>
                  <a:tcPr/>
                </a:tc>
                <a:extLst>
                  <a:ext uri="{0D108BD9-81ED-4DB2-BD59-A6C34878D82A}">
                    <a16:rowId xmlns:a16="http://schemas.microsoft.com/office/drawing/2014/main" val="94633815"/>
                  </a:ext>
                </a:extLst>
              </a:tr>
              <a:tr h="370840">
                <a:tc>
                  <a:txBody>
                    <a:bodyPr/>
                    <a:lstStyle/>
                    <a:p>
                      <a:r>
                        <a:rPr lang="en-US" dirty="0"/>
                        <a:t>Text Picklist</a:t>
                      </a:r>
                    </a:p>
                  </a:txBody>
                  <a:tcPr/>
                </a:tc>
                <a:tc>
                  <a:txBody>
                    <a:bodyPr/>
                    <a:lstStyle/>
                    <a:p>
                      <a:r>
                        <a:rPr lang="en-US" dirty="0"/>
                        <a:t>Picklist</a:t>
                      </a:r>
                    </a:p>
                  </a:txBody>
                  <a:tcPr/>
                </a:tc>
                <a:extLst>
                  <a:ext uri="{0D108BD9-81ED-4DB2-BD59-A6C34878D82A}">
                    <a16:rowId xmlns:a16="http://schemas.microsoft.com/office/drawing/2014/main" val="975718497"/>
                  </a:ext>
                </a:extLst>
              </a:tr>
              <a:tr h="370840">
                <a:tc>
                  <a:txBody>
                    <a:bodyPr/>
                    <a:lstStyle/>
                    <a:p>
                      <a:r>
                        <a:rPr lang="en-US" dirty="0"/>
                        <a:t>Number</a:t>
                      </a:r>
                    </a:p>
                  </a:txBody>
                  <a:tcPr/>
                </a:tc>
                <a:tc>
                  <a:txBody>
                    <a:bodyPr/>
                    <a:lstStyle/>
                    <a:p>
                      <a:r>
                        <a:rPr lang="en-US" dirty="0"/>
                        <a:t>Number, Currency, Percent</a:t>
                      </a:r>
                    </a:p>
                  </a:txBody>
                  <a:tcPr/>
                </a:tc>
                <a:extLst>
                  <a:ext uri="{0D108BD9-81ED-4DB2-BD59-A6C34878D82A}">
                    <a16:rowId xmlns:a16="http://schemas.microsoft.com/office/drawing/2014/main" val="3761174066"/>
                  </a:ext>
                </a:extLst>
              </a:tr>
              <a:tr h="370840">
                <a:tc>
                  <a:txBody>
                    <a:bodyPr/>
                    <a:lstStyle/>
                    <a:p>
                      <a:r>
                        <a:rPr lang="en-US" dirty="0"/>
                        <a:t>Arrow</a:t>
                      </a:r>
                    </a:p>
                  </a:txBody>
                  <a:tcPr/>
                </a:tc>
                <a:tc>
                  <a:txBody>
                    <a:bodyPr/>
                    <a:lstStyle/>
                    <a:p>
                      <a:r>
                        <a:rPr lang="en-US" dirty="0"/>
                        <a:t>Number, Currency, Percent</a:t>
                      </a:r>
                    </a:p>
                  </a:txBody>
                  <a:tcPr/>
                </a:tc>
                <a:extLst>
                  <a:ext uri="{0D108BD9-81ED-4DB2-BD59-A6C34878D82A}">
                    <a16:rowId xmlns:a16="http://schemas.microsoft.com/office/drawing/2014/main" val="310337676"/>
                  </a:ext>
                </a:extLst>
              </a:tr>
              <a:tr h="370840">
                <a:tc>
                  <a:txBody>
                    <a:bodyPr/>
                    <a:lstStyle/>
                    <a:p>
                      <a:r>
                        <a:rPr lang="en-US" dirty="0"/>
                        <a:t>Checkbox</a:t>
                      </a:r>
                    </a:p>
                  </a:txBody>
                  <a:tcPr/>
                </a:tc>
                <a:tc>
                  <a:txBody>
                    <a:bodyPr/>
                    <a:lstStyle/>
                    <a:p>
                      <a:r>
                        <a:rPr lang="en-US" dirty="0"/>
                        <a:t>Checkbox</a:t>
                      </a:r>
                    </a:p>
                  </a:txBody>
                  <a:tcPr/>
                </a:tc>
                <a:extLst>
                  <a:ext uri="{0D108BD9-81ED-4DB2-BD59-A6C34878D82A}">
                    <a16:rowId xmlns:a16="http://schemas.microsoft.com/office/drawing/2014/main" val="1187967717"/>
                  </a:ext>
                </a:extLst>
              </a:tr>
            </a:tbl>
          </a:graphicData>
        </a:graphic>
      </p:graphicFrame>
      <p:sp>
        <p:nvSpPr>
          <p:cNvPr id="7" name="Content Placeholder 4"/>
          <p:cNvSpPr txBox="1">
            <a:spLocks/>
          </p:cNvSpPr>
          <p:nvPr/>
        </p:nvSpPr>
        <p:spPr>
          <a:xfrm>
            <a:off x="457199" y="3429000"/>
            <a:ext cx="10642600" cy="2590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For Metric Type Arrows, please enter the threshold values as below:</a:t>
            </a:r>
          </a:p>
          <a:p>
            <a:endParaRPr lang="en-US" sz="1600" dirty="0"/>
          </a:p>
          <a:p>
            <a:pPr lvl="1">
              <a:buFont typeface="Arial" panose="020B0604020202020204" pitchFamily="34" charset="0"/>
              <a:buChar char="-"/>
            </a:pPr>
            <a:r>
              <a:rPr lang="en-US" sz="1800" dirty="0"/>
              <a:t>Enter a numeric value in </a:t>
            </a:r>
            <a:r>
              <a:rPr lang="en-US" sz="1800" b="1" i="1" dirty="0"/>
              <a:t>Red/Yellow</a:t>
            </a:r>
            <a:r>
              <a:rPr lang="en-US" sz="1800" dirty="0"/>
              <a:t> field. This value should be the one at which the arrow will change direction and color. Any value less than this threshold displays with a down red arrow</a:t>
            </a:r>
          </a:p>
          <a:p>
            <a:pPr lvl="1">
              <a:buFont typeface="Arial" panose="020B0604020202020204" pitchFamily="34" charset="0"/>
              <a:buChar char="-"/>
            </a:pPr>
            <a:endParaRPr lang="en-US" sz="1800" dirty="0"/>
          </a:p>
          <a:p>
            <a:pPr lvl="1">
              <a:buFont typeface="Arial" panose="020B0604020202020204" pitchFamily="34" charset="0"/>
              <a:buChar char="-"/>
            </a:pPr>
            <a:r>
              <a:rPr lang="en-US" sz="1800" dirty="0"/>
              <a:t>In the </a:t>
            </a:r>
            <a:r>
              <a:rPr lang="en-US" sz="1800" b="1" i="1" dirty="0"/>
              <a:t>Yellow/Green</a:t>
            </a:r>
            <a:r>
              <a:rPr lang="en-US" sz="1800" b="1" dirty="0"/>
              <a:t> </a:t>
            </a:r>
            <a:r>
              <a:rPr lang="en-US" sz="1800" dirty="0"/>
              <a:t>field, enter the numeric value. Any value greater than this threshold displays with a green up arrow</a:t>
            </a:r>
          </a:p>
          <a:p>
            <a:pPr marL="0" indent="0">
              <a:buNone/>
            </a:pPr>
            <a:r>
              <a:rPr lang="en-US" sz="1800" dirty="0"/>
              <a:t>For any numeric value which falls between the above thresholds is displayed as a horizontal yellow arrow</a:t>
            </a:r>
          </a:p>
        </p:txBody>
      </p:sp>
      <p:sp>
        <p:nvSpPr>
          <p:cNvPr id="9" name="Title 2"/>
          <p:cNvSpPr txBox="1">
            <a:spLocks/>
          </p:cNvSpPr>
          <p:nvPr/>
        </p:nvSpPr>
        <p:spPr>
          <a:xfrm>
            <a:off x="1828800" y="229235"/>
            <a:ext cx="6681933" cy="443620"/>
          </a:xfrm>
          <a:prstGeom prst="rect">
            <a:avLst/>
          </a:prstGeom>
        </p:spPr>
        <p:txBody>
          <a:bodyPr vert="horz" lIns="91440" tIns="45720" rIns="91440" bIns="45720" rtlCol="0" anchor="ctr">
            <a:noAutofit/>
          </a:bodyPr>
          <a:lstStyle>
            <a:lvl1pPr>
              <a:spcBef>
                <a:spcPct val="0"/>
              </a:spcBef>
              <a:buNone/>
              <a:defRPr lang="en-US" sz="1700" b="0" baseline="0">
                <a:solidFill>
                  <a:schemeClr val="bg1"/>
                </a:solidFill>
                <a:latin typeface="Arial Rounded MT Bold" pitchFamily="34" charset="0"/>
              </a:defRPr>
            </a:lvl1pPr>
          </a:lstStyle>
          <a:p>
            <a:r>
              <a:rPr lang="en-US" sz="2400" dirty="0">
                <a:solidFill>
                  <a:schemeClr val="tx1"/>
                </a:solidFill>
              </a:rPr>
              <a:t>Create Metric Configuration ... 3</a:t>
            </a:r>
          </a:p>
        </p:txBody>
      </p:sp>
    </p:spTree>
    <p:extLst>
      <p:ext uri="{BB962C8B-B14F-4D97-AF65-F5344CB8AC3E}">
        <p14:creationId xmlns:p14="http://schemas.microsoft.com/office/powerpoint/2010/main" val="759377722"/>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30</a:t>
            </a:fld>
            <a:endParaRPr lang="en-US"/>
          </a:p>
        </p:txBody>
      </p:sp>
      <p:sp>
        <p:nvSpPr>
          <p:cNvPr id="3" name="Title 2"/>
          <p:cNvSpPr>
            <a:spLocks noGrp="1"/>
          </p:cNvSpPr>
          <p:nvPr>
            <p:ph type="title" idx="4294967295"/>
          </p:nvPr>
        </p:nvSpPr>
        <p:spPr>
          <a:xfrm>
            <a:off x="1447800" y="229235"/>
            <a:ext cx="6858000"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Create Metric Configuration for Detail Group</a:t>
            </a:r>
          </a:p>
        </p:txBody>
      </p:sp>
      <p:sp>
        <p:nvSpPr>
          <p:cNvPr id="4" name="Content Placeholder 4"/>
          <p:cNvSpPr>
            <a:spLocks noGrp="1"/>
          </p:cNvSpPr>
          <p:nvPr>
            <p:ph sz="quarter" idx="4294967295"/>
          </p:nvPr>
        </p:nvSpPr>
        <p:spPr>
          <a:xfrm>
            <a:off x="457199" y="1150196"/>
            <a:ext cx="10972800" cy="2260600"/>
          </a:xfrm>
        </p:spPr>
        <p:txBody>
          <a:bodyPr/>
          <a:lstStyle/>
          <a:p>
            <a:pPr marL="0" indent="0">
              <a:buNone/>
            </a:pPr>
            <a:r>
              <a:rPr lang="en-US" sz="1800" dirty="0">
                <a:solidFill>
                  <a:schemeClr val="tx1"/>
                </a:solidFill>
              </a:rPr>
              <a:t>Metric Configuration can be created for Detail Group as well. To do so follow the same </a:t>
            </a:r>
          </a:p>
          <a:p>
            <a:pPr marL="0" indent="0">
              <a:buNone/>
            </a:pPr>
            <a:r>
              <a:rPr lang="en-US" sz="1800" dirty="0">
                <a:solidFill>
                  <a:schemeClr val="tx1"/>
                </a:solidFill>
              </a:rPr>
              <a:t>process as needed to create a Metric Configuration for a Product followed by the below step:</a:t>
            </a:r>
          </a:p>
          <a:p>
            <a:pPr marL="0" indent="0">
              <a:buNone/>
            </a:pPr>
            <a:endParaRPr lang="en-US" sz="1600" dirty="0">
              <a:solidFill>
                <a:schemeClr val="tx1"/>
              </a:solidFill>
            </a:endParaRPr>
          </a:p>
          <a:p>
            <a:pPr lvl="1">
              <a:buFont typeface="Arial" panose="020B0604020202020204" pitchFamily="34" charset="0"/>
              <a:buChar char="•"/>
            </a:pPr>
            <a:r>
              <a:rPr lang="en-US" sz="1800" dirty="0">
                <a:solidFill>
                  <a:schemeClr val="tx1"/>
                </a:solidFill>
              </a:rPr>
              <a:t>Select </a:t>
            </a:r>
            <a:r>
              <a:rPr lang="en-US" sz="1800" b="1" i="1" dirty="0">
                <a:solidFill>
                  <a:schemeClr val="tx1"/>
                </a:solidFill>
              </a:rPr>
              <a:t>Detail Group </a:t>
            </a:r>
            <a:r>
              <a:rPr lang="en-US" sz="1800" dirty="0">
                <a:solidFill>
                  <a:schemeClr val="tx1"/>
                </a:solidFill>
              </a:rPr>
              <a:t>in order to enable the Metric for all Products associated to the Detail </a:t>
            </a:r>
          </a:p>
          <a:p>
            <a:pPr marL="457200" lvl="1" indent="0">
              <a:buNone/>
            </a:pPr>
            <a:r>
              <a:rPr lang="en-US" sz="1800" dirty="0">
                <a:solidFill>
                  <a:schemeClr val="tx1"/>
                </a:solidFill>
              </a:rPr>
              <a:t>Group</a:t>
            </a:r>
          </a:p>
        </p:txBody>
      </p:sp>
      <p:pic>
        <p:nvPicPr>
          <p:cNvPr id="5" name="Picture 4">
            <a:extLst>
              <a:ext uri="{FF2B5EF4-FFF2-40B4-BE49-F238E27FC236}">
                <a16:creationId xmlns:a16="http://schemas.microsoft.com/office/drawing/2014/main" id="{D925C24C-9B4A-39A5-6D48-2ECB210AC1C1}"/>
              </a:ext>
            </a:extLst>
          </p:cNvPr>
          <p:cNvPicPr>
            <a:picLocks noChangeAspect="1"/>
          </p:cNvPicPr>
          <p:nvPr/>
        </p:nvPicPr>
        <p:blipFill>
          <a:blip r:embed="rId2"/>
          <a:stretch>
            <a:fillRect/>
          </a:stretch>
        </p:blipFill>
        <p:spPr>
          <a:xfrm>
            <a:off x="2133600" y="2989941"/>
            <a:ext cx="7162800" cy="2717863"/>
          </a:xfrm>
          <a:prstGeom prst="rect">
            <a:avLst/>
          </a:prstGeom>
        </p:spPr>
      </p:pic>
    </p:spTree>
    <p:extLst>
      <p:ext uri="{BB962C8B-B14F-4D97-AF65-F5344CB8AC3E}">
        <p14:creationId xmlns:p14="http://schemas.microsoft.com/office/powerpoint/2010/main" val="2436392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8A5ACA10-2593-A0DD-8D02-9B889DD84EB1}"/>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31</a:t>
            </a:fld>
            <a:endParaRPr lang="en-US" dirty="0"/>
          </a:p>
        </p:txBody>
      </p:sp>
      <p:sp>
        <p:nvSpPr>
          <p:cNvPr id="6" name="Rectangle 5"/>
          <p:cNvSpPr/>
          <p:nvPr/>
        </p:nvSpPr>
        <p:spPr>
          <a:xfrm>
            <a:off x="762000" y="2971800"/>
            <a:ext cx="7620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Controlling Metric on </a:t>
            </a:r>
          </a:p>
          <a:p>
            <a:r>
              <a:rPr lang="en-US" sz="3600" b="1" dirty="0">
                <a:solidFill>
                  <a:srgbClr val="00718F"/>
                </a:solidFill>
                <a:latin typeface="Arial" panose="020B0604020202020204" pitchFamily="34" charset="0"/>
                <a:cs typeface="Arial" panose="020B0604020202020204" pitchFamily="34" charset="0"/>
              </a:rPr>
              <a:t>Account Profile</a:t>
            </a:r>
          </a:p>
        </p:txBody>
      </p:sp>
    </p:spTree>
    <p:extLst>
      <p:ext uri="{BB962C8B-B14F-4D97-AF65-F5344CB8AC3E}">
        <p14:creationId xmlns:p14="http://schemas.microsoft.com/office/powerpoint/2010/main" val="2038561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1"/>
          </p:nvPr>
        </p:nvSpPr>
        <p:spPr/>
        <p:txBody>
          <a:bodyPr/>
          <a:lstStyle/>
          <a:p>
            <a:r>
              <a:rPr lang="en-US" dirty="0"/>
              <a:t>© Cognizant 2023</a:t>
            </a:r>
          </a:p>
        </p:txBody>
      </p:sp>
      <p:sp>
        <p:nvSpPr>
          <p:cNvPr id="2" name="Slide Number Placeholder 1"/>
          <p:cNvSpPr>
            <a:spLocks noGrp="1"/>
          </p:cNvSpPr>
          <p:nvPr>
            <p:ph type="sldNum" sz="quarter" idx="12"/>
          </p:nvPr>
        </p:nvSpPr>
        <p:spPr/>
        <p:txBody>
          <a:bodyPr/>
          <a:lstStyle/>
          <a:p>
            <a:fld id="{E7AF38FF-B38D-4060-8B8D-2D16AAFBAAC1}" type="slidenum">
              <a:rPr lang="en-US" smtClean="0"/>
              <a:pPr/>
              <a:t>32</a:t>
            </a:fld>
            <a:endParaRPr lang="en-US"/>
          </a:p>
        </p:txBody>
      </p:sp>
      <p:sp>
        <p:nvSpPr>
          <p:cNvPr id="3" name="Title 2"/>
          <p:cNvSpPr>
            <a:spLocks noGrp="1"/>
          </p:cNvSpPr>
          <p:nvPr>
            <p:ph type="title" idx="4294967295"/>
          </p:nvPr>
        </p:nvSpPr>
        <p:spPr>
          <a:xfrm>
            <a:off x="2133600" y="229235"/>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Metrics control in Account Profile</a:t>
            </a:r>
          </a:p>
        </p:txBody>
      </p:sp>
      <p:sp>
        <p:nvSpPr>
          <p:cNvPr id="4" name="Content Placeholder 4"/>
          <p:cNvSpPr>
            <a:spLocks noGrp="1"/>
          </p:cNvSpPr>
          <p:nvPr>
            <p:ph sz="quarter" idx="4294967295"/>
          </p:nvPr>
        </p:nvSpPr>
        <p:spPr>
          <a:xfrm>
            <a:off x="228600" y="878159"/>
            <a:ext cx="7162800" cy="5600700"/>
          </a:xfrm>
        </p:spPr>
        <p:txBody>
          <a:bodyPr/>
          <a:lstStyle/>
          <a:p>
            <a:r>
              <a:rPr lang="en-US" sz="1800" dirty="0">
                <a:solidFill>
                  <a:schemeClr val="tx1"/>
                </a:solidFill>
              </a:rPr>
              <a:t>Users can turn ON/OFF tabs while viewing the Product Metrics information on Account profile </a:t>
            </a:r>
          </a:p>
          <a:p>
            <a:endParaRPr lang="en-US" sz="1800" dirty="0">
              <a:solidFill>
                <a:schemeClr val="tx1"/>
              </a:solidFill>
            </a:endParaRPr>
          </a:p>
          <a:p>
            <a:r>
              <a:rPr lang="en-US" sz="1800" dirty="0">
                <a:solidFill>
                  <a:schemeClr val="tx1"/>
                </a:solidFill>
              </a:rPr>
              <a:t>Clicking a tab displays the metrics for that particular Detail Group. Users can choose to display or remove a Tab from the Product Metrics section</a:t>
            </a:r>
          </a:p>
          <a:p>
            <a:endParaRPr lang="en-US" sz="1800" dirty="0">
              <a:solidFill>
                <a:schemeClr val="tx1"/>
              </a:solidFill>
            </a:endParaRPr>
          </a:p>
          <a:p>
            <a:r>
              <a:rPr lang="en-US" sz="1800" dirty="0">
                <a:solidFill>
                  <a:schemeClr val="tx1"/>
                </a:solidFill>
              </a:rPr>
              <a:t>However, the Common tab containing products not associated with a Detail Group is always displayed</a:t>
            </a:r>
          </a:p>
          <a:p>
            <a:endParaRPr lang="en-US" sz="1800" dirty="0">
              <a:solidFill>
                <a:schemeClr val="tx1"/>
              </a:solidFill>
            </a:endParaRPr>
          </a:p>
          <a:p>
            <a:r>
              <a:rPr lang="en-US" sz="1800" dirty="0">
                <a:solidFill>
                  <a:schemeClr val="tx1"/>
                </a:solidFill>
              </a:rPr>
              <a:t>In order to provide users with this permission the below steps need to be performed:</a:t>
            </a:r>
          </a:p>
          <a:p>
            <a:pPr lvl="1"/>
            <a:r>
              <a:rPr lang="en-US" sz="1800" dirty="0">
                <a:solidFill>
                  <a:schemeClr val="tx1"/>
                </a:solidFill>
              </a:rPr>
              <a:t>Provide users with Create and Delete permissions on Product Metrics object</a:t>
            </a:r>
          </a:p>
          <a:p>
            <a:pPr lvl="1"/>
            <a:r>
              <a:rPr lang="en-US" sz="1800" dirty="0">
                <a:solidFill>
                  <a:schemeClr val="tx1"/>
                </a:solidFill>
              </a:rPr>
              <a:t>Uncheck the </a:t>
            </a:r>
            <a:r>
              <a:rPr lang="en-US" sz="1800" i="1" dirty="0">
                <a:solidFill>
                  <a:schemeClr val="tx1"/>
                </a:solidFill>
              </a:rPr>
              <a:t>Disable Edit Account Metrics Tab</a:t>
            </a:r>
            <a:r>
              <a:rPr lang="en-US" sz="1800" dirty="0">
                <a:solidFill>
                  <a:schemeClr val="tx1"/>
                </a:solidFill>
              </a:rPr>
              <a:t> VEEVA Settings. If this value is TRUE, users cannot turn ON/OFF the Product Metrics tabs</a:t>
            </a:r>
          </a:p>
        </p:txBody>
      </p:sp>
      <p:pic>
        <p:nvPicPr>
          <p:cNvPr id="5" name="Picture 4"/>
          <p:cNvPicPr>
            <a:picLocks noChangeAspect="1"/>
          </p:cNvPicPr>
          <p:nvPr/>
        </p:nvPicPr>
        <p:blipFill>
          <a:blip r:embed="rId2"/>
          <a:stretch>
            <a:fillRect/>
          </a:stretch>
        </p:blipFill>
        <p:spPr>
          <a:xfrm>
            <a:off x="7613400" y="1143000"/>
            <a:ext cx="4222997" cy="4857133"/>
          </a:xfrm>
          <a:prstGeom prst="rect">
            <a:avLst/>
          </a:prstGeom>
          <a:ln>
            <a:solidFill>
              <a:schemeClr val="bg2">
                <a:lumMod val="75000"/>
              </a:schemeClr>
            </a:solidFill>
          </a:ln>
        </p:spPr>
      </p:pic>
    </p:spTree>
    <p:extLst>
      <p:ext uri="{BB962C8B-B14F-4D97-AF65-F5344CB8AC3E}">
        <p14:creationId xmlns:p14="http://schemas.microsoft.com/office/powerpoint/2010/main" val="928621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E7AF38FF-B38D-4060-8B8D-2D16AAFBAAC1}" type="slidenum">
              <a:rPr lang="en-US" smtClean="0"/>
              <a:pPr/>
              <a:t>33</a:t>
            </a:fld>
            <a:endParaRPr lang="en-US"/>
          </a:p>
        </p:txBody>
      </p:sp>
      <p:sp>
        <p:nvSpPr>
          <p:cNvPr id="3" name="Title 2"/>
          <p:cNvSpPr>
            <a:spLocks noGrp="1"/>
          </p:cNvSpPr>
          <p:nvPr>
            <p:ph type="title" idx="4294967295"/>
          </p:nvPr>
        </p:nvSpPr>
        <p:spPr>
          <a:xfrm>
            <a:off x="1981200" y="303847"/>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in </a:t>
            </a:r>
            <a:r>
              <a:rPr lang="en-US" sz="2400" b="0" dirty="0" err="1">
                <a:solidFill>
                  <a:schemeClr val="tx1"/>
                </a:solidFill>
                <a:latin typeface="Arial Rounded MT Bold" pitchFamily="34" charset="0"/>
                <a:cs typeface="+mn-cs"/>
              </a:rPr>
              <a:t>iRep</a:t>
            </a:r>
            <a:r>
              <a:rPr lang="en-US" sz="2400" b="0" dirty="0">
                <a:solidFill>
                  <a:schemeClr val="tx1"/>
                </a:solidFill>
                <a:latin typeface="Arial Rounded MT Bold" pitchFamily="34" charset="0"/>
                <a:cs typeface="+mn-cs"/>
              </a:rPr>
              <a:t> ... 1</a:t>
            </a:r>
          </a:p>
        </p:txBody>
      </p:sp>
      <p:pic>
        <p:nvPicPr>
          <p:cNvPr id="2" name="Picture 1"/>
          <p:cNvPicPr>
            <a:picLocks noChangeAspect="1"/>
          </p:cNvPicPr>
          <p:nvPr/>
        </p:nvPicPr>
        <p:blipFill>
          <a:blip r:embed="rId2"/>
          <a:stretch>
            <a:fillRect/>
          </a:stretch>
        </p:blipFill>
        <p:spPr>
          <a:xfrm>
            <a:off x="1042416" y="1164771"/>
            <a:ext cx="9356356" cy="4724400"/>
          </a:xfrm>
          <a:prstGeom prst="rect">
            <a:avLst/>
          </a:prstGeom>
        </p:spPr>
      </p:pic>
    </p:spTree>
    <p:extLst>
      <p:ext uri="{BB962C8B-B14F-4D97-AF65-F5344CB8AC3E}">
        <p14:creationId xmlns:p14="http://schemas.microsoft.com/office/powerpoint/2010/main" val="3996694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E7AF38FF-B38D-4060-8B8D-2D16AAFBAAC1}" type="slidenum">
              <a:rPr lang="en-US" smtClean="0"/>
              <a:pPr/>
              <a:t>34</a:t>
            </a:fld>
            <a:endParaRPr lang="en-US"/>
          </a:p>
        </p:txBody>
      </p:sp>
      <p:sp>
        <p:nvSpPr>
          <p:cNvPr id="3" name="Title 2"/>
          <p:cNvSpPr>
            <a:spLocks noGrp="1"/>
          </p:cNvSpPr>
          <p:nvPr>
            <p:ph type="title" idx="4294967295"/>
          </p:nvPr>
        </p:nvSpPr>
        <p:spPr>
          <a:xfrm>
            <a:off x="1981200" y="318613"/>
            <a:ext cx="6351587" cy="442913"/>
          </a:xfrm>
        </p:spPr>
        <p:txBody>
          <a:bodyPr vert="horz" lIns="91440" tIns="45720" rIns="91440" bIns="45720" rtlCol="0" anchor="ctr">
            <a:noAutofit/>
          </a:bodyPr>
          <a:lstStyle/>
          <a:p>
            <a:r>
              <a:rPr lang="en-US" sz="2400" b="0" dirty="0">
                <a:solidFill>
                  <a:schemeClr val="tx1"/>
                </a:solidFill>
                <a:latin typeface="Arial Rounded MT Bold" pitchFamily="34" charset="0"/>
                <a:cs typeface="+mn-cs"/>
              </a:rPr>
              <a:t>Product Metrics in </a:t>
            </a:r>
            <a:r>
              <a:rPr lang="en-US" sz="2400" b="0" dirty="0" err="1">
                <a:solidFill>
                  <a:schemeClr val="tx1"/>
                </a:solidFill>
                <a:latin typeface="Arial Rounded MT Bold" pitchFamily="34" charset="0"/>
                <a:cs typeface="+mn-cs"/>
              </a:rPr>
              <a:t>iRep</a:t>
            </a:r>
            <a:r>
              <a:rPr lang="en-US" sz="2400" b="0" dirty="0">
                <a:solidFill>
                  <a:schemeClr val="tx1"/>
                </a:solidFill>
                <a:latin typeface="Arial Rounded MT Bold" pitchFamily="34" charset="0"/>
                <a:cs typeface="+mn-cs"/>
              </a:rPr>
              <a:t> ... 2</a:t>
            </a:r>
          </a:p>
        </p:txBody>
      </p:sp>
      <p:pic>
        <p:nvPicPr>
          <p:cNvPr id="2" name="Picture 1"/>
          <p:cNvPicPr>
            <a:picLocks noChangeAspect="1"/>
          </p:cNvPicPr>
          <p:nvPr/>
        </p:nvPicPr>
        <p:blipFill>
          <a:blip r:embed="rId2"/>
          <a:stretch>
            <a:fillRect/>
          </a:stretch>
        </p:blipFill>
        <p:spPr>
          <a:xfrm>
            <a:off x="1042416" y="1142999"/>
            <a:ext cx="9120338" cy="4572001"/>
          </a:xfrm>
          <a:prstGeom prst="rect">
            <a:avLst/>
          </a:prstGeom>
        </p:spPr>
      </p:pic>
    </p:spTree>
    <p:extLst>
      <p:ext uri="{BB962C8B-B14F-4D97-AF65-F5344CB8AC3E}">
        <p14:creationId xmlns:p14="http://schemas.microsoft.com/office/powerpoint/2010/main" val="2755045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35</a:t>
            </a:r>
          </a:p>
        </p:txBody>
      </p:sp>
      <p:sp>
        <p:nvSpPr>
          <p:cNvPr id="2" name="Title 1"/>
          <p:cNvSpPr>
            <a:spLocks noGrp="1"/>
          </p:cNvSpPr>
          <p:nvPr>
            <p:ph type="ctrTitle"/>
          </p:nvPr>
        </p:nvSpPr>
        <p:spPr>
          <a:xfrm>
            <a:off x="644135" y="152400"/>
            <a:ext cx="9381744" cy="1107996"/>
          </a:xfrm>
        </p:spPr>
        <p:txBody>
          <a:bodyPr vert="horz" lIns="91440" tIns="45720" rIns="91440" bIns="45720" rtlCol="0" anchor="ctr">
            <a:noAutofit/>
          </a:bodyPr>
          <a:lstStyle/>
          <a:p>
            <a:r>
              <a:rPr lang="en-US" sz="3200" dirty="0"/>
              <a:t>Check Your Understanding ... 1</a:t>
            </a:r>
          </a:p>
        </p:txBody>
      </p:sp>
      <p:graphicFrame>
        <p:nvGraphicFramePr>
          <p:cNvPr id="23" name="Diagram 22"/>
          <p:cNvGraphicFramePr/>
          <p:nvPr>
            <p:extLst>
              <p:ext uri="{D42A27DB-BD31-4B8C-83A1-F6EECF244321}">
                <p14:modId xmlns:p14="http://schemas.microsoft.com/office/powerpoint/2010/main" val="1112675995"/>
              </p:ext>
            </p:extLst>
          </p:nvPr>
        </p:nvGraphicFramePr>
        <p:xfrm>
          <a:off x="633249" y="1165897"/>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853380789"/>
              </p:ext>
            </p:extLst>
          </p:nvPr>
        </p:nvGraphicFramePr>
        <p:xfrm>
          <a:off x="633249" y="4249699"/>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2817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36</a:t>
            </a:r>
          </a:p>
        </p:txBody>
      </p:sp>
      <p:sp>
        <p:nvSpPr>
          <p:cNvPr id="2" name="Title 1"/>
          <p:cNvSpPr>
            <a:spLocks noGrp="1"/>
          </p:cNvSpPr>
          <p:nvPr>
            <p:ph type="ctrTitle"/>
          </p:nvPr>
        </p:nvSpPr>
        <p:spPr>
          <a:xfrm>
            <a:off x="809298" y="228601"/>
            <a:ext cx="9381744" cy="1107996"/>
          </a:xfrm>
        </p:spPr>
        <p:txBody>
          <a:bodyPr vert="horz" lIns="91440" tIns="45720" rIns="91440" bIns="45720" rtlCol="0" anchor="ctr">
            <a:noAutofit/>
          </a:bodyPr>
          <a:lstStyle/>
          <a:p>
            <a:r>
              <a:rPr lang="en-US" sz="3200" dirty="0"/>
              <a:t>Check Your Understanding ... 2</a:t>
            </a:r>
          </a:p>
        </p:txBody>
      </p:sp>
      <p:graphicFrame>
        <p:nvGraphicFramePr>
          <p:cNvPr id="23" name="Diagram 22"/>
          <p:cNvGraphicFramePr/>
          <p:nvPr>
            <p:extLst>
              <p:ext uri="{D42A27DB-BD31-4B8C-83A1-F6EECF244321}">
                <p14:modId xmlns:p14="http://schemas.microsoft.com/office/powerpoint/2010/main" val="1774272044"/>
              </p:ext>
            </p:extLst>
          </p:nvPr>
        </p:nvGraphicFramePr>
        <p:xfrm>
          <a:off x="633249"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78367" y="6472405"/>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3487692671"/>
              </p:ext>
            </p:extLst>
          </p:nvPr>
        </p:nvGraphicFramePr>
        <p:xfrm>
          <a:off x="633248" y="3828301"/>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9926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37</a:t>
            </a:r>
          </a:p>
        </p:txBody>
      </p:sp>
      <p:sp>
        <p:nvSpPr>
          <p:cNvPr id="2" name="Title 1"/>
          <p:cNvSpPr>
            <a:spLocks noGrp="1"/>
          </p:cNvSpPr>
          <p:nvPr>
            <p:ph type="ctrTitle"/>
          </p:nvPr>
        </p:nvSpPr>
        <p:spPr>
          <a:xfrm>
            <a:off x="765755" y="228601"/>
            <a:ext cx="9381744" cy="1107996"/>
          </a:xfrm>
        </p:spPr>
        <p:txBody>
          <a:bodyPr vert="horz" lIns="91440" tIns="45720" rIns="91440" bIns="45720" rtlCol="0" anchor="ctr">
            <a:noAutofit/>
          </a:bodyPr>
          <a:lstStyle/>
          <a:p>
            <a:r>
              <a:rPr lang="en-US" sz="3200" dirty="0"/>
              <a:t>Check Your Understanding ... 3</a:t>
            </a:r>
          </a:p>
        </p:txBody>
      </p:sp>
      <p:graphicFrame>
        <p:nvGraphicFramePr>
          <p:cNvPr id="23" name="Diagram 22"/>
          <p:cNvGraphicFramePr/>
          <p:nvPr>
            <p:extLst>
              <p:ext uri="{D42A27DB-BD31-4B8C-83A1-F6EECF244321}">
                <p14:modId xmlns:p14="http://schemas.microsoft.com/office/powerpoint/2010/main" val="3969610737"/>
              </p:ext>
            </p:extLst>
          </p:nvPr>
        </p:nvGraphicFramePr>
        <p:xfrm>
          <a:off x="787527" y="1159891"/>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787526"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2878383431"/>
              </p:ext>
            </p:extLst>
          </p:nvPr>
        </p:nvGraphicFramePr>
        <p:xfrm>
          <a:off x="787526" y="4417253"/>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1045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38</a:t>
            </a:r>
          </a:p>
        </p:txBody>
      </p:sp>
      <p:sp>
        <p:nvSpPr>
          <p:cNvPr id="2" name="Title 1"/>
          <p:cNvSpPr>
            <a:spLocks noGrp="1"/>
          </p:cNvSpPr>
          <p:nvPr>
            <p:ph type="ctrTitle"/>
          </p:nvPr>
        </p:nvSpPr>
        <p:spPr>
          <a:xfrm>
            <a:off x="841955" y="223057"/>
            <a:ext cx="9381744" cy="1107996"/>
          </a:xfrm>
        </p:spPr>
        <p:txBody>
          <a:bodyPr vert="horz" lIns="91440" tIns="45720" rIns="91440" bIns="45720" rtlCol="0" anchor="ctr">
            <a:noAutofit/>
          </a:bodyPr>
          <a:lstStyle/>
          <a:p>
            <a:r>
              <a:rPr lang="en-US" sz="3200" dirty="0"/>
              <a:t>Check Your Understanding ... 4</a:t>
            </a:r>
          </a:p>
        </p:txBody>
      </p:sp>
      <p:graphicFrame>
        <p:nvGraphicFramePr>
          <p:cNvPr id="23" name="Diagram 22"/>
          <p:cNvGraphicFramePr/>
          <p:nvPr>
            <p:extLst>
              <p:ext uri="{D42A27DB-BD31-4B8C-83A1-F6EECF244321}">
                <p14:modId xmlns:p14="http://schemas.microsoft.com/office/powerpoint/2010/main" val="3460261308"/>
              </p:ext>
            </p:extLst>
          </p:nvPr>
        </p:nvGraphicFramePr>
        <p:xfrm>
          <a:off x="809298" y="1005518"/>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87375"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421219676"/>
              </p:ext>
            </p:extLst>
          </p:nvPr>
        </p:nvGraphicFramePr>
        <p:xfrm>
          <a:off x="809298" y="4300282"/>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3778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39</a:t>
            </a:r>
          </a:p>
        </p:txBody>
      </p:sp>
      <p:sp>
        <p:nvSpPr>
          <p:cNvPr id="2" name="Title 1"/>
          <p:cNvSpPr>
            <a:spLocks noGrp="1"/>
          </p:cNvSpPr>
          <p:nvPr>
            <p:ph type="ctrTitle"/>
          </p:nvPr>
        </p:nvSpPr>
        <p:spPr>
          <a:xfrm>
            <a:off x="869648" y="228600"/>
            <a:ext cx="9381744" cy="1107996"/>
          </a:xfrm>
        </p:spPr>
        <p:txBody>
          <a:bodyPr vert="horz" lIns="91440" tIns="45720" rIns="91440" bIns="45720" rtlCol="0" anchor="ctr">
            <a:noAutofit/>
          </a:bodyPr>
          <a:lstStyle/>
          <a:p>
            <a:r>
              <a:rPr lang="en-US" sz="3200" dirty="0"/>
              <a:t>Check Your Understanding ... 5</a:t>
            </a:r>
          </a:p>
        </p:txBody>
      </p:sp>
      <p:graphicFrame>
        <p:nvGraphicFramePr>
          <p:cNvPr id="23" name="Diagram 22"/>
          <p:cNvGraphicFramePr/>
          <p:nvPr>
            <p:extLst>
              <p:ext uri="{D42A27DB-BD31-4B8C-83A1-F6EECF244321}">
                <p14:modId xmlns:p14="http://schemas.microsoft.com/office/powerpoint/2010/main" val="1032707065"/>
              </p:ext>
            </p:extLst>
          </p:nvPr>
        </p:nvGraphicFramePr>
        <p:xfrm>
          <a:off x="809298"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69648"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2892418306"/>
              </p:ext>
            </p:extLst>
          </p:nvPr>
        </p:nvGraphicFramePr>
        <p:xfrm>
          <a:off x="809297" y="4124300"/>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7510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40</a:t>
            </a:fld>
            <a:endParaRPr lang="en-US" dirty="0"/>
          </a:p>
        </p:txBody>
      </p:sp>
      <p:sp>
        <p:nvSpPr>
          <p:cNvPr id="3" name="Title 2"/>
          <p:cNvSpPr>
            <a:spLocks noGrp="1"/>
          </p:cNvSpPr>
          <p:nvPr>
            <p:ph type="title" idx="4294967295"/>
          </p:nvPr>
        </p:nvSpPr>
        <p:spPr>
          <a:xfrm>
            <a:off x="1641505" y="254718"/>
            <a:ext cx="9144000" cy="369332"/>
          </a:xfrm>
        </p:spPr>
        <p:txBody>
          <a:bodyPr/>
          <a:lstStyle/>
          <a:p>
            <a:r>
              <a:rPr lang="en-US" dirty="0"/>
              <a:t>Summary</a:t>
            </a:r>
          </a:p>
        </p:txBody>
      </p:sp>
      <p:sp>
        <p:nvSpPr>
          <p:cNvPr id="10" name="Content Placeholder 1"/>
          <p:cNvSpPr>
            <a:spLocks noGrp="1"/>
          </p:cNvSpPr>
          <p:nvPr>
            <p:ph sz="quarter" idx="4294967295"/>
          </p:nvPr>
        </p:nvSpPr>
        <p:spPr>
          <a:xfrm>
            <a:off x="784912" y="1265793"/>
            <a:ext cx="7162800" cy="2662238"/>
          </a:xfrm>
          <a:prstGeom prst="rect">
            <a:avLst/>
          </a:prstGeom>
        </p:spPr>
        <p:txBody>
          <a:bodyPr/>
          <a:lstStyle/>
          <a:p>
            <a:r>
              <a:rPr lang="en-US" altLang="ja-JP" dirty="0">
                <a:solidFill>
                  <a:schemeClr val="tx1"/>
                </a:solidFill>
              </a:rPr>
              <a:t>In this module, you have learnt to:</a:t>
            </a:r>
            <a:endParaRPr lang="en-US" dirty="0">
              <a:solidFill>
                <a:schemeClr val="tx1"/>
              </a:solidFill>
            </a:endParaRPr>
          </a:p>
          <a:p>
            <a:endParaRPr lang="en-US" sz="1800" dirty="0">
              <a:solidFill>
                <a:schemeClr val="tx1"/>
              </a:solidFill>
            </a:endParaRPr>
          </a:p>
          <a:p>
            <a:pPr lvl="1"/>
            <a:r>
              <a:rPr lang="en-US" dirty="0">
                <a:solidFill>
                  <a:schemeClr val="tx1"/>
                </a:solidFill>
              </a:rPr>
              <a:t>Define Product Metrics</a:t>
            </a:r>
          </a:p>
          <a:p>
            <a:pPr lvl="1"/>
            <a:r>
              <a:rPr lang="en-US" dirty="0">
                <a:solidFill>
                  <a:schemeClr val="tx1"/>
                </a:solidFill>
              </a:rPr>
              <a:t>Define different types of Metric fields</a:t>
            </a:r>
          </a:p>
          <a:p>
            <a:pPr lvl="1"/>
            <a:r>
              <a:rPr lang="en-US" dirty="0">
                <a:solidFill>
                  <a:schemeClr val="tx1"/>
                </a:solidFill>
              </a:rPr>
              <a:t>Configure Product Metrics section on Account profile</a:t>
            </a:r>
          </a:p>
          <a:p>
            <a:pPr lvl="1"/>
            <a:r>
              <a:rPr lang="en-US" dirty="0">
                <a:solidFill>
                  <a:schemeClr val="tx1"/>
                </a:solidFill>
              </a:rPr>
              <a:t>Create a new Product Metrics</a:t>
            </a:r>
          </a:p>
          <a:p>
            <a:pPr lvl="1"/>
            <a:r>
              <a:rPr lang="en-US" dirty="0">
                <a:solidFill>
                  <a:schemeClr val="tx1"/>
                </a:solidFill>
              </a:rPr>
              <a:t>Create Metric Configuration</a:t>
            </a:r>
          </a:p>
          <a:p>
            <a:pPr lvl="1"/>
            <a:r>
              <a:rPr lang="en-US" dirty="0">
                <a:solidFill>
                  <a:schemeClr val="tx1"/>
                </a:solidFill>
              </a:rPr>
              <a:t>Explain how users can control Metric on Account Profile</a:t>
            </a:r>
            <a:endParaRPr lang="en-US" sz="1600" dirty="0">
              <a:solidFill>
                <a:schemeClr val="tx1"/>
              </a:solidFill>
            </a:endParaRPr>
          </a:p>
        </p:txBody>
      </p:sp>
      <p:sp>
        <p:nvSpPr>
          <p:cNvPr id="6" name="Rectangle 5"/>
          <p:cNvSpPr/>
          <p:nvPr/>
        </p:nvSpPr>
        <p:spPr>
          <a:xfrm>
            <a:off x="6837146" y="4038600"/>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D:\Images\Images\Objective\shutterstock_1282021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0196" y="4127399"/>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41</a:t>
            </a:fld>
            <a:endParaRPr lang="en-US" dirty="0"/>
          </a:p>
        </p:txBody>
      </p:sp>
      <p:sp>
        <p:nvSpPr>
          <p:cNvPr id="3" name="Title 2"/>
          <p:cNvSpPr>
            <a:spLocks noGrp="1"/>
          </p:cNvSpPr>
          <p:nvPr>
            <p:ph type="title" idx="4294967295"/>
          </p:nvPr>
        </p:nvSpPr>
        <p:spPr>
          <a:xfrm>
            <a:off x="1562100" y="377074"/>
            <a:ext cx="9144000" cy="369332"/>
          </a:xfrm>
        </p:spPr>
        <p:txBody>
          <a:bodyPr/>
          <a:lstStyle/>
          <a:p>
            <a:r>
              <a:rPr lang="en-US" dirty="0"/>
              <a:t>Source</a:t>
            </a:r>
          </a:p>
        </p:txBody>
      </p:sp>
      <p:sp>
        <p:nvSpPr>
          <p:cNvPr id="2" name="Content Placeholder 1"/>
          <p:cNvSpPr>
            <a:spLocks noGrp="1"/>
          </p:cNvSpPr>
          <p:nvPr>
            <p:ph idx="4294967295"/>
          </p:nvPr>
        </p:nvSpPr>
        <p:spPr>
          <a:xfrm>
            <a:off x="809296" y="1426344"/>
            <a:ext cx="6324600" cy="4983163"/>
          </a:xfrm>
        </p:spPr>
        <p:txBody>
          <a:bodyPr/>
          <a:lstStyle/>
          <a:p>
            <a:pPr>
              <a:defRPr/>
            </a:pPr>
            <a:r>
              <a:rPr lang="en-US" dirty="0">
                <a:hlinkClick r:id="rId2"/>
              </a:rPr>
              <a:t>https://crmhelp.VEEVA.com/doc/Content/Home.htm</a:t>
            </a:r>
            <a:endParaRPr lang="en-US" dirty="0"/>
          </a:p>
          <a:p>
            <a:pPr>
              <a:defRPr/>
            </a:pPr>
            <a:r>
              <a:rPr lang="en-US" dirty="0">
                <a:hlinkClick r:id="rId3"/>
              </a:rPr>
              <a:t>https://trailhead.salesforce.com/en/home</a:t>
            </a:r>
            <a:endParaRPr lang="en-US" dirty="0"/>
          </a:p>
          <a:p>
            <a:pPr>
              <a:defRPr/>
            </a:pPr>
            <a:endParaRPr lang="en-US" dirty="0"/>
          </a:p>
        </p:txBody>
      </p:sp>
      <p:sp>
        <p:nvSpPr>
          <p:cNvPr id="7" name="Text Box 4"/>
          <p:cNvSpPr txBox="1">
            <a:spLocks noChangeArrowheads="1"/>
          </p:cNvSpPr>
          <p:nvPr/>
        </p:nvSpPr>
        <p:spPr bwMode="auto">
          <a:xfrm>
            <a:off x="1219200" y="4821925"/>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4943" y="1509486"/>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853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20123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42</a:t>
            </a:fld>
            <a:endParaRPr lang="en-US" dirty="0"/>
          </a:p>
        </p:txBody>
      </p:sp>
      <p:sp>
        <p:nvSpPr>
          <p:cNvPr id="3" name="Content Placeholder 2"/>
          <p:cNvSpPr>
            <a:spLocks noGrp="1"/>
          </p:cNvSpPr>
          <p:nvPr>
            <p:ph idx="4294967295"/>
          </p:nvPr>
        </p:nvSpPr>
        <p:spPr>
          <a:xfrm>
            <a:off x="633247" y="1242971"/>
            <a:ext cx="10972800" cy="4983163"/>
          </a:xfrm>
        </p:spPr>
        <p:txBody>
          <a:bodyPr/>
          <a:lstStyle/>
          <a:p>
            <a:pPr marL="0" indent="0">
              <a:buNone/>
            </a:pPr>
            <a:r>
              <a:rPr lang="en-US" dirty="0">
                <a:solidFill>
                  <a:schemeClr val="tx1"/>
                </a:solidFill>
              </a:rPr>
              <a:t>In the upcoming module - </a:t>
            </a:r>
            <a:r>
              <a:rPr lang="en-US" i="1" dirty="0">
                <a:solidFill>
                  <a:schemeClr val="tx1"/>
                </a:solidFill>
              </a:rPr>
              <a:t>Online Application UI settings, </a:t>
            </a:r>
            <a:r>
              <a:rPr lang="en-US" dirty="0">
                <a:solidFill>
                  <a:schemeClr val="tx1"/>
                </a:solidFill>
              </a:rPr>
              <a:t>you will learn about:</a:t>
            </a:r>
          </a:p>
          <a:p>
            <a:pPr marL="0" indent="0">
              <a:buNone/>
            </a:pPr>
            <a:endParaRPr lang="en-US" sz="2400" dirty="0">
              <a:solidFill>
                <a:schemeClr val="tx1"/>
              </a:solidFill>
            </a:endParaRPr>
          </a:p>
          <a:p>
            <a:pPr lvl="1"/>
            <a:r>
              <a:rPr lang="en-US" altLang="ja-JP" dirty="0">
                <a:solidFill>
                  <a:schemeClr val="tx1">
                    <a:lumMod val="95000"/>
                    <a:lumOff val="5000"/>
                  </a:schemeClr>
                </a:solidFill>
              </a:rPr>
              <a:t>Overview of Call Data Model</a:t>
            </a:r>
          </a:p>
          <a:p>
            <a:pPr lvl="1"/>
            <a:r>
              <a:rPr lang="en-US" altLang="ja-JP" dirty="0">
                <a:solidFill>
                  <a:schemeClr val="tx1">
                    <a:lumMod val="95000"/>
                    <a:lumOff val="5000"/>
                  </a:schemeClr>
                </a:solidFill>
              </a:rPr>
              <a:t>Review Marker Fields and Section Signals</a:t>
            </a:r>
          </a:p>
          <a:p>
            <a:pPr lvl="1"/>
            <a:r>
              <a:rPr lang="en-US" altLang="ja-JP" dirty="0">
                <a:solidFill>
                  <a:schemeClr val="tx1">
                    <a:lumMod val="95000"/>
                    <a:lumOff val="5000"/>
                  </a:schemeClr>
                </a:solidFill>
              </a:rPr>
              <a:t>Define call page layout sections including:</a:t>
            </a:r>
          </a:p>
          <a:p>
            <a:pPr lvl="3">
              <a:buFont typeface="Arial" panose="020B0604020202020204" pitchFamily="34" charset="0"/>
              <a:buChar char="•"/>
            </a:pPr>
            <a:r>
              <a:rPr lang="en-US" altLang="ja-JP" sz="1800" dirty="0">
                <a:solidFill>
                  <a:schemeClr val="tx1">
                    <a:lumMod val="95000"/>
                    <a:lumOff val="5000"/>
                  </a:schemeClr>
                </a:solidFill>
              </a:rPr>
              <a:t>Call Attendees</a:t>
            </a:r>
          </a:p>
          <a:p>
            <a:pPr lvl="3">
              <a:buFont typeface="Arial" panose="020B0604020202020204" pitchFamily="34" charset="0"/>
              <a:buChar char="•"/>
            </a:pPr>
            <a:r>
              <a:rPr lang="en-US" altLang="ja-JP" sz="1800" dirty="0">
                <a:solidFill>
                  <a:schemeClr val="tx1">
                    <a:lumMod val="95000"/>
                    <a:lumOff val="5000"/>
                  </a:schemeClr>
                </a:solidFill>
              </a:rPr>
              <a:t>Product Details</a:t>
            </a:r>
          </a:p>
          <a:p>
            <a:pPr lvl="3">
              <a:buFont typeface="Arial" panose="020B0604020202020204" pitchFamily="34" charset="0"/>
              <a:buChar char="•"/>
            </a:pPr>
            <a:r>
              <a:rPr lang="en-US" altLang="ja-JP" sz="1800" dirty="0">
                <a:solidFill>
                  <a:schemeClr val="tx1">
                    <a:lumMod val="95000"/>
                    <a:lumOff val="5000"/>
                  </a:schemeClr>
                </a:solidFill>
              </a:rPr>
              <a:t>Key Messages</a:t>
            </a:r>
          </a:p>
          <a:p>
            <a:pPr lvl="3">
              <a:buFont typeface="Arial" panose="020B0604020202020204" pitchFamily="34" charset="0"/>
              <a:buChar char="•"/>
            </a:pPr>
            <a:r>
              <a:rPr lang="en-US" altLang="ja-JP" sz="1800" dirty="0">
                <a:solidFill>
                  <a:schemeClr val="tx1">
                    <a:lumMod val="95000"/>
                    <a:lumOff val="5000"/>
                  </a:schemeClr>
                </a:solidFill>
              </a:rPr>
              <a:t>Pre and Post Call Notes</a:t>
            </a:r>
          </a:p>
          <a:p>
            <a:pPr lvl="1"/>
            <a:r>
              <a:rPr lang="en-US" altLang="ja-JP" dirty="0">
                <a:solidFill>
                  <a:schemeClr val="tx1">
                    <a:lumMod val="95000"/>
                    <a:lumOff val="5000"/>
                  </a:schemeClr>
                </a:solidFill>
              </a:rPr>
              <a:t>Configure call page layout assignment</a:t>
            </a:r>
          </a:p>
          <a:p>
            <a:pPr lvl="1"/>
            <a:r>
              <a:rPr lang="en-US" altLang="ja-JP" dirty="0">
                <a:solidFill>
                  <a:schemeClr val="tx1">
                    <a:lumMod val="95000"/>
                    <a:lumOff val="5000"/>
                  </a:schemeClr>
                </a:solidFill>
              </a:rPr>
              <a:t>Restrict and default Call types by Account record types</a:t>
            </a:r>
            <a:endParaRPr lang="en-US" dirty="0">
              <a:solidFill>
                <a:schemeClr val="tx1">
                  <a:lumMod val="95000"/>
                  <a:lumOff val="5000"/>
                </a:schemeClr>
              </a:solidFill>
            </a:endParaRPr>
          </a:p>
          <a:p>
            <a:endParaRPr lang="en-US" dirty="0"/>
          </a:p>
        </p:txBody>
      </p:sp>
      <p:sp>
        <p:nvSpPr>
          <p:cNvPr id="2" name="Rectangle 1"/>
          <p:cNvSpPr/>
          <p:nvPr/>
        </p:nvSpPr>
        <p:spPr>
          <a:xfrm>
            <a:off x="1752600" y="381764"/>
            <a:ext cx="2533835" cy="461665"/>
          </a:xfrm>
          <a:prstGeom prst="rect">
            <a:avLst/>
          </a:prstGeom>
        </p:spPr>
        <p:txBody>
          <a:bodyPr wrap="none">
            <a:spAutoFit/>
          </a:bodyPr>
          <a:lstStyle/>
          <a:p>
            <a:r>
              <a:rPr lang="en-US" sz="2400" dirty="0">
                <a:latin typeface="Arial Rounded MT Bold" panose="020F0704030504030204" pitchFamily="34" charset="0"/>
              </a:rPr>
              <a:t>Coming Next ... </a:t>
            </a:r>
          </a:p>
        </p:txBody>
      </p:sp>
    </p:spTree>
    <p:extLst>
      <p:ext uri="{BB962C8B-B14F-4D97-AF65-F5344CB8AC3E}">
        <p14:creationId xmlns:p14="http://schemas.microsoft.com/office/powerpoint/2010/main" val="7832342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sz="2800" b="1" dirty="0">
                <a:solidFill>
                  <a:srgbClr val="00718F"/>
                </a:solidFill>
                <a:latin typeface="Arial" panose="020B0604020202020204" pitchFamily="34" charset="0"/>
                <a:cs typeface="Arial" panose="020B0604020202020204" pitchFamily="34" charset="0"/>
              </a:rPr>
              <a:t>VEEVA Product Metrics Configuration</a:t>
            </a: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4.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2.xml><?xml version="1.0" encoding="utf-8"?>
<ds:datastoreItem xmlns:ds="http://schemas.openxmlformats.org/officeDocument/2006/customXml" ds:itemID="{9312F568-C303-4F2F-9599-1837CD5D2CDA}"/>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3996</TotalTime>
  <Words>2526</Words>
  <Application>Microsoft Office PowerPoint</Application>
  <PresentationFormat>Widescreen</PresentationFormat>
  <Paragraphs>387</Paragraphs>
  <Slides>43</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43</vt:i4>
      </vt:variant>
    </vt:vector>
  </HeadingPairs>
  <TitlesOfParts>
    <vt:vector size="55" baseType="lpstr">
      <vt:lpstr>Arial</vt:lpstr>
      <vt:lpstr>Arial Narrow</vt:lpstr>
      <vt:lpstr>Arial Rounded MT Bold</vt:lpstr>
      <vt:lpstr>Arial Unicode MS</vt:lpstr>
      <vt:lpstr>Calibri</vt:lpstr>
      <vt:lpstr>Cambria</vt:lpstr>
      <vt:lpstr>Verdana</vt:lpstr>
      <vt:lpstr>Wingdings</vt:lpstr>
      <vt:lpstr>Custom Design</vt:lpstr>
      <vt:lpstr>Custom Design</vt:lpstr>
      <vt:lpstr>Theme2</vt:lpstr>
      <vt:lpstr>Office Theme</vt:lpstr>
      <vt:lpstr>VEEVA Product Metrics Configuration</vt:lpstr>
      <vt:lpstr>About the Author</vt:lpstr>
      <vt:lpstr>Recap ... </vt:lpstr>
      <vt:lpstr>Objectives</vt:lpstr>
      <vt:lpstr>Overview</vt:lpstr>
      <vt:lpstr>Do You Know ... 1</vt:lpstr>
      <vt:lpstr>Do You Know ... 2</vt:lpstr>
      <vt:lpstr>PowerPoint Presentation</vt:lpstr>
      <vt:lpstr>What are Product Metrics? ... 1</vt:lpstr>
      <vt:lpstr>What are Product Metrics? ... 2</vt:lpstr>
      <vt:lpstr>PowerPoint Presentation</vt:lpstr>
      <vt:lpstr>PowerPoint Presentation</vt:lpstr>
      <vt:lpstr>Product Metrics Field Types ... 1</vt:lpstr>
      <vt:lpstr>Product Metrics Field Types ... 2</vt:lpstr>
      <vt:lpstr>Product Metrics Object</vt:lpstr>
      <vt:lpstr>Product Metrics Visibility ... 1</vt:lpstr>
      <vt:lpstr>Product Metrics Visibility ... 2</vt:lpstr>
      <vt:lpstr>PowerPoint Presentation</vt:lpstr>
      <vt:lpstr>Account Layout Configuration</vt:lpstr>
      <vt:lpstr>Configuring Product Metrics for Child Accounts ... 1</vt:lpstr>
      <vt:lpstr>Configuring Product Metrics for Child Accounts ... 2</vt:lpstr>
      <vt:lpstr>PowerPoint Presentation</vt:lpstr>
      <vt:lpstr>Creating a New Product Metric</vt:lpstr>
      <vt:lpstr>Custom Field in Product Metrics object ... 1</vt:lpstr>
      <vt:lpstr>Custom Field in Product Metrics object ... 2</vt:lpstr>
      <vt:lpstr>PowerPoint Presentation</vt:lpstr>
      <vt:lpstr>Create Metric Configuration ... 1</vt:lpstr>
      <vt:lpstr>Create Metric Configuration ... 2</vt:lpstr>
      <vt:lpstr>PowerPoint Presentation</vt:lpstr>
      <vt:lpstr>Create Metric Configuration for Detail Group</vt:lpstr>
      <vt:lpstr>PowerPoint Presentation</vt:lpstr>
      <vt:lpstr>Metrics control in Account Profile</vt:lpstr>
      <vt:lpstr>Product Metrics in iRep ... 1</vt:lpstr>
      <vt:lpstr>Product Metrics in iRep ... 2</vt:lpstr>
      <vt:lpstr>Check Your Understanding ... 1</vt:lpstr>
      <vt:lpstr>Check Your Understanding ... 2</vt:lpstr>
      <vt:lpstr>Check Your Understanding ... 3</vt:lpstr>
      <vt:lpstr>Check Your Understanding ... 4</vt:lpstr>
      <vt:lpstr>Check Your Understanding ... 5</vt:lpstr>
      <vt:lpstr>Summary</vt:lpstr>
      <vt:lpstr>Source</vt:lpstr>
      <vt:lpstr>PowerPoint Presentation</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Majumdar, Abhijan (Cognizant)</cp:lastModifiedBy>
  <cp:revision>145</cp:revision>
  <dcterms:created xsi:type="dcterms:W3CDTF">2011-06-15T11:24:59Z</dcterms:created>
  <dcterms:modified xsi:type="dcterms:W3CDTF">2023-08-12T19:19:40Z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_dlc_DocIdItemGuid">
    <vt:lpwstr>1c19f327-3998-48ba-bd4d-be7aee79e354</vt:lpwstr>
  </property>
</Properties>
</file>