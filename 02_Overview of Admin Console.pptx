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95" r:id="rId5"/>
    <p:sldMasterId id="2147483727" r:id="rId6"/>
  </p:sldMasterIdLst>
  <p:notesMasterIdLst>
    <p:notesMasterId r:id="rId43"/>
  </p:notesMasterIdLst>
  <p:sldIdLst>
    <p:sldId id="256" r:id="rId7"/>
    <p:sldId id="259" r:id="rId8"/>
    <p:sldId id="339" r:id="rId9"/>
    <p:sldId id="338" r:id="rId10"/>
    <p:sldId id="340" r:id="rId11"/>
    <p:sldId id="717" r:id="rId12"/>
    <p:sldId id="718" r:id="rId13"/>
    <p:sldId id="719" r:id="rId14"/>
    <p:sldId id="720" r:id="rId15"/>
    <p:sldId id="721" r:id="rId16"/>
    <p:sldId id="722" r:id="rId17"/>
    <p:sldId id="723" r:id="rId18"/>
    <p:sldId id="724" r:id="rId19"/>
    <p:sldId id="725" r:id="rId20"/>
    <p:sldId id="726" r:id="rId21"/>
    <p:sldId id="727" r:id="rId22"/>
    <p:sldId id="729" r:id="rId23"/>
    <p:sldId id="730" r:id="rId24"/>
    <p:sldId id="731" r:id="rId25"/>
    <p:sldId id="732" r:id="rId26"/>
    <p:sldId id="733" r:id="rId27"/>
    <p:sldId id="734" r:id="rId28"/>
    <p:sldId id="735" r:id="rId29"/>
    <p:sldId id="736" r:id="rId30"/>
    <p:sldId id="737" r:id="rId31"/>
    <p:sldId id="738" r:id="rId32"/>
    <p:sldId id="739" r:id="rId33"/>
    <p:sldId id="740" r:id="rId34"/>
    <p:sldId id="741" r:id="rId35"/>
    <p:sldId id="716" r:id="rId36"/>
    <p:sldId id="742" r:id="rId37"/>
    <p:sldId id="743" r:id="rId38"/>
    <p:sldId id="744" r:id="rId39"/>
    <p:sldId id="745" r:id="rId40"/>
    <p:sldId id="265" r:id="rId41"/>
    <p:sldId id="28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83A4A9-7574-C5E3-3C0A-3011BC3A7CBE}" name="Biswas, Souvik (Cognizant)" initials="BS(" userId="S::848854@cognizant.com::bc0f958c-b2bb-43fd-a0f4-66d25c03bf1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agopalan, Anusha (Cognizant)" initials="RA(" lastIdx="2" clrIdx="0">
    <p:extLst>
      <p:ext uri="{19B8F6BF-5375-455C-9EA6-DF929625EA0E}">
        <p15:presenceInfo xmlns:p15="http://schemas.microsoft.com/office/powerpoint/2012/main" userId="S-1-5-21-1178368992-402679808-390482200-1532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F030"/>
    <a:srgbClr val="A8EE9C"/>
    <a:srgbClr val="276C1E"/>
    <a:srgbClr val="692D56"/>
    <a:srgbClr val="A44687"/>
    <a:srgbClr val="682252"/>
    <a:srgbClr val="933F79"/>
    <a:srgbClr val="008080"/>
    <a:srgbClr val="5E2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491" autoAdjust="0"/>
  </p:normalViewPr>
  <p:slideViewPr>
    <p:cSldViewPr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, Krushna (Cognizant)" userId="S::2037090@cognizant.com::3b1209a7-d479-4cea-80ca-3cdad6c6de9c" providerId="AD" clId="Web-{8AB8D7E9-7009-1AB5-4BF7-3DE1B38D1BE0}"/>
    <pc:docChg chg="modSld">
      <pc:chgData name="Manal, Krushna (Cognizant)" userId="S::2037090@cognizant.com::3b1209a7-d479-4cea-80ca-3cdad6c6de9c" providerId="AD" clId="Web-{8AB8D7E9-7009-1AB5-4BF7-3DE1B38D1BE0}" dt="2023-10-17T06:21:39.671" v="1" actId="1076"/>
      <pc:docMkLst>
        <pc:docMk/>
      </pc:docMkLst>
      <pc:sldChg chg="modSp">
        <pc:chgData name="Manal, Krushna (Cognizant)" userId="S::2037090@cognizant.com::3b1209a7-d479-4cea-80ca-3cdad6c6de9c" providerId="AD" clId="Web-{8AB8D7E9-7009-1AB5-4BF7-3DE1B38D1BE0}" dt="2023-10-17T06:21:39.671" v="1" actId="1076"/>
        <pc:sldMkLst>
          <pc:docMk/>
          <pc:sldMk cId="2682367817" sldId="256"/>
        </pc:sldMkLst>
      </pc:sldChg>
    </pc:docChg>
  </pc:docChgLst>
  <pc:docChgLst>
    <pc:chgData name="Reddy, Laxmi (Cognizant)" userId="S::2096600@cognizant.com::23f5fa8b-0eb7-4ed4-8656-9fab6c0cd501" providerId="AD" clId="Web-{41828911-5B07-714D-CA62-92A0459D98B9}"/>
    <pc:docChg chg="modSld">
      <pc:chgData name="Reddy, Laxmi (Cognizant)" userId="S::2096600@cognizant.com::23f5fa8b-0eb7-4ed4-8656-9fab6c0cd501" providerId="AD" clId="Web-{41828911-5B07-714D-CA62-92A0459D98B9}" dt="2024-11-05T00:52:45.309" v="0" actId="1076"/>
      <pc:docMkLst>
        <pc:docMk/>
      </pc:docMkLst>
      <pc:sldChg chg="modSp">
        <pc:chgData name="Reddy, Laxmi (Cognizant)" userId="S::2096600@cognizant.com::23f5fa8b-0eb7-4ed4-8656-9fab6c0cd501" providerId="AD" clId="Web-{41828911-5B07-714D-CA62-92A0459D98B9}" dt="2024-11-05T00:52:45.309" v="0" actId="1076"/>
        <pc:sldMkLst>
          <pc:docMk/>
          <pc:sldMk cId="1544313151" sldId="735"/>
        </pc:sldMkLst>
      </pc:sldChg>
    </pc:docChg>
  </pc:docChgLst>
  <pc:docChgLst>
    <pc:chgData name="Mukherjee, Chuyachandan (Cognizant)" userId="944d2069-1912-4e40-a89b-00bc2ffaed4f" providerId="ADAL" clId="{22443C99-B30B-40E7-AAD3-335FB4F19FBD}"/>
    <pc:docChg chg="undo custSel addSld delSld">
      <pc:chgData name="Mukherjee, Chuyachandan (Cognizant)" userId="944d2069-1912-4e40-a89b-00bc2ffaed4f" providerId="ADAL" clId="{22443C99-B30B-40E7-AAD3-335FB4F19FBD}" dt="2023-08-11T07:00:22.218" v="2" actId="2696"/>
      <pc:docMkLst>
        <pc:docMk/>
      </pc:docMkLst>
      <pc:sldChg chg="add del">
        <pc:chgData name="Mukherjee, Chuyachandan (Cognizant)" userId="944d2069-1912-4e40-a89b-00bc2ffaed4f" providerId="ADAL" clId="{22443C99-B30B-40E7-AAD3-335FB4F19FBD}" dt="2023-08-11T07:00:22.218" v="2" actId="2696"/>
        <pc:sldMkLst>
          <pc:docMk/>
          <pc:sldMk cId="3351425535" sldId="728"/>
        </pc:sldMkLst>
      </pc:sldChg>
    </pc:docChg>
  </pc:docChgLst>
  <pc:docChgLst>
    <pc:chgData name="Biswas, Souvik (Cognizant)" userId="bc0f958c-b2bb-43fd-a0f4-66d25c03bf18" providerId="ADAL" clId="{1E3A2686-71CB-42FB-BB56-38068EA730B8}"/>
    <pc:docChg chg="undo custSel addSld delSld modSld sldOrd">
      <pc:chgData name="Biswas, Souvik (Cognizant)" userId="bc0f958c-b2bb-43fd-a0f4-66d25c03bf18" providerId="ADAL" clId="{1E3A2686-71CB-42FB-BB56-38068EA730B8}" dt="2023-07-21T19:18:12.070" v="516" actId="400"/>
      <pc:docMkLst>
        <pc:docMk/>
      </pc:docMkLst>
      <pc:sldChg chg="modSp add mod">
        <pc:chgData name="Biswas, Souvik (Cognizant)" userId="bc0f958c-b2bb-43fd-a0f4-66d25c03bf18" providerId="ADAL" clId="{1E3A2686-71CB-42FB-BB56-38068EA730B8}" dt="2023-07-02T16:27:46.625" v="498" actId="12"/>
        <pc:sldMkLst>
          <pc:docMk/>
          <pc:sldMk cId="3090349151" sldId="265"/>
        </pc:sldMkLst>
      </pc:sldChg>
      <pc:sldChg chg="modSp add mod">
        <pc:chgData name="Biswas, Souvik (Cognizant)" userId="bc0f958c-b2bb-43fd-a0f4-66d25c03bf18" providerId="ADAL" clId="{1E3A2686-71CB-42FB-BB56-38068EA730B8}" dt="2023-07-02T16:30:29.805" v="510" actId="20577"/>
        <pc:sldMkLst>
          <pc:docMk/>
          <pc:sldMk cId="3158841849" sldId="268"/>
        </pc:sldMkLst>
      </pc:sldChg>
      <pc:sldChg chg="del">
        <pc:chgData name="Biswas, Souvik (Cognizant)" userId="bc0f958c-b2bb-43fd-a0f4-66d25c03bf18" providerId="ADAL" clId="{1E3A2686-71CB-42FB-BB56-38068EA730B8}" dt="2023-07-02T16:28:07.655" v="499" actId="47"/>
        <pc:sldMkLst>
          <pc:docMk/>
          <pc:sldMk cId="0" sldId="277"/>
        </pc:sldMkLst>
      </pc:sldChg>
      <pc:sldChg chg="del">
        <pc:chgData name="Biswas, Souvik (Cognizant)" userId="bc0f958c-b2bb-43fd-a0f4-66d25c03bf18" providerId="ADAL" clId="{1E3A2686-71CB-42FB-BB56-38068EA730B8}" dt="2023-07-02T16:28:53.620" v="501" actId="47"/>
        <pc:sldMkLst>
          <pc:docMk/>
          <pc:sldMk cId="0" sldId="278"/>
        </pc:sldMkLst>
      </pc:sldChg>
      <pc:sldChg chg="del">
        <pc:chgData name="Biswas, Souvik (Cognizant)" userId="bc0f958c-b2bb-43fd-a0f4-66d25c03bf18" providerId="ADAL" clId="{1E3A2686-71CB-42FB-BB56-38068EA730B8}" dt="2023-07-02T16:30:34.404" v="511" actId="47"/>
        <pc:sldMkLst>
          <pc:docMk/>
          <pc:sldMk cId="0" sldId="279"/>
        </pc:sldMkLst>
      </pc:sldChg>
      <pc:sldChg chg="add">
        <pc:chgData name="Biswas, Souvik (Cognizant)" userId="bc0f958c-b2bb-43fd-a0f4-66d25c03bf18" providerId="ADAL" clId="{1E3A2686-71CB-42FB-BB56-38068EA730B8}" dt="2023-07-02T16:28:47.287" v="500"/>
        <pc:sldMkLst>
          <pc:docMk/>
          <pc:sldMk cId="563797236" sldId="287"/>
        </pc:sldMkLst>
      </pc:sldChg>
      <pc:sldChg chg="modSp add mod">
        <pc:chgData name="Biswas, Souvik (Cognizant)" userId="bc0f958c-b2bb-43fd-a0f4-66d25c03bf18" providerId="ADAL" clId="{1E3A2686-71CB-42FB-BB56-38068EA730B8}" dt="2023-07-18T04:49:08.215" v="514"/>
        <pc:sldMkLst>
          <pc:docMk/>
          <pc:sldMk cId="3511727540" sldId="288"/>
        </pc:sldMkLst>
      </pc:sldChg>
      <pc:sldChg chg="del">
        <pc:chgData name="Biswas, Souvik (Cognizant)" userId="bc0f958c-b2bb-43fd-a0f4-66d25c03bf18" providerId="ADAL" clId="{1E3A2686-71CB-42FB-BB56-38068EA730B8}" dt="2023-07-02T16:02:46.089" v="462" actId="2696"/>
        <pc:sldMkLst>
          <pc:docMk/>
          <pc:sldMk cId="2871974939" sldId="302"/>
        </pc:sldMkLst>
      </pc:sldChg>
      <pc:sldChg chg="del">
        <pc:chgData name="Biswas, Souvik (Cognizant)" userId="bc0f958c-b2bb-43fd-a0f4-66d25c03bf18" providerId="ADAL" clId="{1E3A2686-71CB-42FB-BB56-38068EA730B8}" dt="2023-07-02T14:09:36.949" v="8" actId="2696"/>
        <pc:sldMkLst>
          <pc:docMk/>
          <pc:sldMk cId="3737347104" sldId="304"/>
        </pc:sldMkLst>
      </pc:sldChg>
      <pc:sldChg chg="add del">
        <pc:chgData name="Biswas, Souvik (Cognizant)" userId="bc0f958c-b2bb-43fd-a0f4-66d25c03bf18" providerId="ADAL" clId="{1E3A2686-71CB-42FB-BB56-38068EA730B8}" dt="2023-07-02T14:16:54.440" v="128" actId="2696"/>
        <pc:sldMkLst>
          <pc:docMk/>
          <pc:sldMk cId="905350829" sldId="305"/>
        </pc:sldMkLst>
      </pc:sldChg>
      <pc:sldChg chg="del">
        <pc:chgData name="Biswas, Souvik (Cognizant)" userId="bc0f958c-b2bb-43fd-a0f4-66d25c03bf18" providerId="ADAL" clId="{1E3A2686-71CB-42FB-BB56-38068EA730B8}" dt="2023-07-02T14:18:53.112" v="156" actId="2696"/>
        <pc:sldMkLst>
          <pc:docMk/>
          <pc:sldMk cId="2601306332" sldId="306"/>
        </pc:sldMkLst>
      </pc:sldChg>
      <pc:sldChg chg="modSp del mod">
        <pc:chgData name="Biswas, Souvik (Cognizant)" userId="bc0f958c-b2bb-43fd-a0f4-66d25c03bf18" providerId="ADAL" clId="{1E3A2686-71CB-42FB-BB56-38068EA730B8}" dt="2023-07-02T14:25:04.601" v="184" actId="2696"/>
        <pc:sldMkLst>
          <pc:docMk/>
          <pc:sldMk cId="3364407657" sldId="307"/>
        </pc:sldMkLst>
      </pc:sldChg>
      <pc:sldChg chg="del">
        <pc:chgData name="Biswas, Souvik (Cognizant)" userId="bc0f958c-b2bb-43fd-a0f4-66d25c03bf18" providerId="ADAL" clId="{1E3A2686-71CB-42FB-BB56-38068EA730B8}" dt="2023-07-02T14:34:38.686" v="214" actId="2696"/>
        <pc:sldMkLst>
          <pc:docMk/>
          <pc:sldMk cId="1243368987" sldId="308"/>
        </pc:sldMkLst>
      </pc:sldChg>
      <pc:sldChg chg="addSp modSp del">
        <pc:chgData name="Biswas, Souvik (Cognizant)" userId="bc0f958c-b2bb-43fd-a0f4-66d25c03bf18" providerId="ADAL" clId="{1E3A2686-71CB-42FB-BB56-38068EA730B8}" dt="2023-07-02T14:38:43.763" v="246" actId="2696"/>
        <pc:sldMkLst>
          <pc:docMk/>
          <pc:sldMk cId="2473277598" sldId="310"/>
        </pc:sldMkLst>
      </pc:sldChg>
      <pc:sldChg chg="del">
        <pc:chgData name="Biswas, Souvik (Cognizant)" userId="bc0f958c-b2bb-43fd-a0f4-66d25c03bf18" providerId="ADAL" clId="{1E3A2686-71CB-42FB-BB56-38068EA730B8}" dt="2023-07-02T15:07:47.084" v="312" actId="2696"/>
        <pc:sldMkLst>
          <pc:docMk/>
          <pc:sldMk cId="3371029367" sldId="311"/>
        </pc:sldMkLst>
      </pc:sldChg>
      <pc:sldChg chg="del">
        <pc:chgData name="Biswas, Souvik (Cognizant)" userId="bc0f958c-b2bb-43fd-a0f4-66d25c03bf18" providerId="ADAL" clId="{1E3A2686-71CB-42FB-BB56-38068EA730B8}" dt="2023-07-02T15:12:26.848" v="326" actId="2696"/>
        <pc:sldMkLst>
          <pc:docMk/>
          <pc:sldMk cId="1737943301" sldId="312"/>
        </pc:sldMkLst>
      </pc:sldChg>
      <pc:sldChg chg="del">
        <pc:chgData name="Biswas, Souvik (Cognizant)" userId="bc0f958c-b2bb-43fd-a0f4-66d25c03bf18" providerId="ADAL" clId="{1E3A2686-71CB-42FB-BB56-38068EA730B8}" dt="2023-07-02T14:52:04.870" v="271" actId="2696"/>
        <pc:sldMkLst>
          <pc:docMk/>
          <pc:sldMk cId="4209414334" sldId="313"/>
        </pc:sldMkLst>
      </pc:sldChg>
      <pc:sldChg chg="del">
        <pc:chgData name="Biswas, Souvik (Cognizant)" userId="bc0f958c-b2bb-43fd-a0f4-66d25c03bf18" providerId="ADAL" clId="{1E3A2686-71CB-42FB-BB56-38068EA730B8}" dt="2023-07-02T15:31:43.960" v="368" actId="2696"/>
        <pc:sldMkLst>
          <pc:docMk/>
          <pc:sldMk cId="562849418" sldId="315"/>
        </pc:sldMkLst>
      </pc:sldChg>
      <pc:sldChg chg="del">
        <pc:chgData name="Biswas, Souvik (Cognizant)" userId="bc0f958c-b2bb-43fd-a0f4-66d25c03bf18" providerId="ADAL" clId="{1E3A2686-71CB-42FB-BB56-38068EA730B8}" dt="2023-07-02T15:44:10.023" v="377" actId="2696"/>
        <pc:sldMkLst>
          <pc:docMk/>
          <pc:sldMk cId="2953987585" sldId="316"/>
        </pc:sldMkLst>
      </pc:sldChg>
      <pc:sldChg chg="del">
        <pc:chgData name="Biswas, Souvik (Cognizant)" userId="bc0f958c-b2bb-43fd-a0f4-66d25c03bf18" providerId="ADAL" clId="{1E3A2686-71CB-42FB-BB56-38068EA730B8}" dt="2023-07-02T15:54:54.907" v="411" actId="2696"/>
        <pc:sldMkLst>
          <pc:docMk/>
          <pc:sldMk cId="4170463238" sldId="317"/>
        </pc:sldMkLst>
      </pc:sldChg>
      <pc:sldChg chg="del">
        <pc:chgData name="Biswas, Souvik (Cognizant)" userId="bc0f958c-b2bb-43fd-a0f4-66d25c03bf18" providerId="ADAL" clId="{1E3A2686-71CB-42FB-BB56-38068EA730B8}" dt="2023-07-02T15:49:38.340" v="397" actId="2696"/>
        <pc:sldMkLst>
          <pc:docMk/>
          <pc:sldMk cId="1905135674" sldId="319"/>
        </pc:sldMkLst>
      </pc:sldChg>
      <pc:sldChg chg="del">
        <pc:chgData name="Biswas, Souvik (Cognizant)" userId="bc0f958c-b2bb-43fd-a0f4-66d25c03bf18" providerId="ADAL" clId="{1E3A2686-71CB-42FB-BB56-38068EA730B8}" dt="2023-07-02T15:47:11.527" v="388" actId="2696"/>
        <pc:sldMkLst>
          <pc:docMk/>
          <pc:sldMk cId="3219821733" sldId="320"/>
        </pc:sldMkLst>
      </pc:sldChg>
      <pc:sldChg chg="del">
        <pc:chgData name="Biswas, Souvik (Cognizant)" userId="bc0f958c-b2bb-43fd-a0f4-66d25c03bf18" providerId="ADAL" clId="{1E3A2686-71CB-42FB-BB56-38068EA730B8}" dt="2023-07-02T16:01:57.924" v="453" actId="2696"/>
        <pc:sldMkLst>
          <pc:docMk/>
          <pc:sldMk cId="2791635264" sldId="321"/>
        </pc:sldMkLst>
      </pc:sldChg>
      <pc:sldChg chg="modSp del mod">
        <pc:chgData name="Biswas, Souvik (Cognizant)" userId="bc0f958c-b2bb-43fd-a0f4-66d25c03bf18" providerId="ADAL" clId="{1E3A2686-71CB-42FB-BB56-38068EA730B8}" dt="2023-07-02T15:03:10.032" v="287" actId="2696"/>
        <pc:sldMkLst>
          <pc:docMk/>
          <pc:sldMk cId="1509836533" sldId="322"/>
        </pc:sldMkLst>
      </pc:sldChg>
      <pc:sldChg chg="del">
        <pc:chgData name="Biswas, Souvik (Cognizant)" userId="bc0f958c-b2bb-43fd-a0f4-66d25c03bf18" providerId="ADAL" clId="{1E3A2686-71CB-42FB-BB56-38068EA730B8}" dt="2023-07-02T16:28:07.655" v="499" actId="47"/>
        <pc:sldMkLst>
          <pc:docMk/>
          <pc:sldMk cId="3943001176" sldId="325"/>
        </pc:sldMkLst>
      </pc:sldChg>
      <pc:sldChg chg="modSp del mod">
        <pc:chgData name="Biswas, Souvik (Cognizant)" userId="bc0f958c-b2bb-43fd-a0f4-66d25c03bf18" providerId="ADAL" clId="{1E3A2686-71CB-42FB-BB56-38068EA730B8}" dt="2023-07-02T16:28:07.655" v="499" actId="47"/>
        <pc:sldMkLst>
          <pc:docMk/>
          <pc:sldMk cId="237375609" sldId="326"/>
        </pc:sldMkLst>
      </pc:sldChg>
      <pc:sldChg chg="modSp del mod">
        <pc:chgData name="Biswas, Souvik (Cognizant)" userId="bc0f958c-b2bb-43fd-a0f4-66d25c03bf18" providerId="ADAL" clId="{1E3A2686-71CB-42FB-BB56-38068EA730B8}" dt="2023-07-02T16:28:07.655" v="499" actId="47"/>
        <pc:sldMkLst>
          <pc:docMk/>
          <pc:sldMk cId="1419610706" sldId="327"/>
        </pc:sldMkLst>
      </pc:sldChg>
      <pc:sldChg chg="modSp del mod">
        <pc:chgData name="Biswas, Souvik (Cognizant)" userId="bc0f958c-b2bb-43fd-a0f4-66d25c03bf18" providerId="ADAL" clId="{1E3A2686-71CB-42FB-BB56-38068EA730B8}" dt="2023-07-02T16:28:07.655" v="499" actId="47"/>
        <pc:sldMkLst>
          <pc:docMk/>
          <pc:sldMk cId="2889598962" sldId="328"/>
        </pc:sldMkLst>
      </pc:sldChg>
      <pc:sldChg chg="modSp del mod">
        <pc:chgData name="Biswas, Souvik (Cognizant)" userId="bc0f958c-b2bb-43fd-a0f4-66d25c03bf18" providerId="ADAL" clId="{1E3A2686-71CB-42FB-BB56-38068EA730B8}" dt="2023-07-02T16:28:07.655" v="499" actId="47"/>
        <pc:sldMkLst>
          <pc:docMk/>
          <pc:sldMk cId="399975498" sldId="329"/>
        </pc:sldMkLst>
      </pc:sldChg>
      <pc:sldChg chg="del">
        <pc:chgData name="Biswas, Souvik (Cognizant)" userId="bc0f958c-b2bb-43fd-a0f4-66d25c03bf18" providerId="ADAL" clId="{1E3A2686-71CB-42FB-BB56-38068EA730B8}" dt="2023-07-02T16:29:48.913" v="506" actId="2696"/>
        <pc:sldMkLst>
          <pc:docMk/>
          <pc:sldMk cId="3249052525" sldId="330"/>
        </pc:sldMkLst>
      </pc:sldChg>
      <pc:sldChg chg="del">
        <pc:chgData name="Biswas, Souvik (Cognizant)" userId="bc0f958c-b2bb-43fd-a0f4-66d25c03bf18" providerId="ADAL" clId="{1E3A2686-71CB-42FB-BB56-38068EA730B8}" dt="2023-07-02T15:27:02.268" v="360" actId="2696"/>
        <pc:sldMkLst>
          <pc:docMk/>
          <pc:sldMk cId="3116410670" sldId="334"/>
        </pc:sldMkLst>
      </pc:sldChg>
      <pc:sldChg chg="del">
        <pc:chgData name="Biswas, Souvik (Cognizant)" userId="bc0f958c-b2bb-43fd-a0f4-66d25c03bf18" providerId="ADAL" clId="{1E3A2686-71CB-42FB-BB56-38068EA730B8}" dt="2023-07-02T15:53:28.359" v="403" actId="2696"/>
        <pc:sldMkLst>
          <pc:docMk/>
          <pc:sldMk cId="3966979374" sldId="335"/>
        </pc:sldMkLst>
      </pc:sldChg>
      <pc:sldChg chg="del">
        <pc:chgData name="Biswas, Souvik (Cognizant)" userId="bc0f958c-b2bb-43fd-a0f4-66d25c03bf18" providerId="ADAL" clId="{1E3A2686-71CB-42FB-BB56-38068EA730B8}" dt="2023-07-02T14:32:04.796" v="198" actId="2696"/>
        <pc:sldMkLst>
          <pc:docMk/>
          <pc:sldMk cId="2369334229" sldId="336"/>
        </pc:sldMkLst>
      </pc:sldChg>
      <pc:sldChg chg="modSp del mod">
        <pc:chgData name="Biswas, Souvik (Cognizant)" userId="bc0f958c-b2bb-43fd-a0f4-66d25c03bf18" providerId="ADAL" clId="{1E3A2686-71CB-42FB-BB56-38068EA730B8}" dt="2023-07-02T15:16:55.848" v="354" actId="2696"/>
        <pc:sldMkLst>
          <pc:docMk/>
          <pc:sldMk cId="1366527028" sldId="337"/>
        </pc:sldMkLst>
      </pc:sldChg>
      <pc:sldChg chg="addSp delSp modSp add mod delAnim modAnim">
        <pc:chgData name="Biswas, Souvik (Cognizant)" userId="bc0f958c-b2bb-43fd-a0f4-66d25c03bf18" providerId="ADAL" clId="{1E3A2686-71CB-42FB-BB56-38068EA730B8}" dt="2023-07-02T16:23:08.122" v="481" actId="207"/>
        <pc:sldMkLst>
          <pc:docMk/>
          <pc:sldMk cId="117732452" sldId="716"/>
        </pc:sldMkLst>
      </pc:sldChg>
      <pc:sldChg chg="addSp modSp add mod ord">
        <pc:chgData name="Biswas, Souvik (Cognizant)" userId="bc0f958c-b2bb-43fd-a0f4-66d25c03bf18" providerId="ADAL" clId="{1E3A2686-71CB-42FB-BB56-38068EA730B8}" dt="2023-07-02T14:10:34.813" v="23" actId="1076"/>
        <pc:sldMkLst>
          <pc:docMk/>
          <pc:sldMk cId="1892229776" sldId="720"/>
        </pc:sldMkLst>
      </pc:sldChg>
      <pc:sldChg chg="delSp modSp add mod">
        <pc:chgData name="Biswas, Souvik (Cognizant)" userId="bc0f958c-b2bb-43fd-a0f4-66d25c03bf18" providerId="ADAL" clId="{1E3A2686-71CB-42FB-BB56-38068EA730B8}" dt="2023-07-02T14:16:38.229" v="127" actId="20577"/>
        <pc:sldMkLst>
          <pc:docMk/>
          <pc:sldMk cId="4133498346" sldId="721"/>
        </pc:sldMkLst>
      </pc:sldChg>
      <pc:sldChg chg="modSp add del mod">
        <pc:chgData name="Biswas, Souvik (Cognizant)" userId="bc0f958c-b2bb-43fd-a0f4-66d25c03bf18" providerId="ADAL" clId="{1E3A2686-71CB-42FB-BB56-38068EA730B8}" dt="2023-07-02T14:11:34.711" v="29" actId="2890"/>
        <pc:sldMkLst>
          <pc:docMk/>
          <pc:sldMk cId="3401546371" sldId="722"/>
        </pc:sldMkLst>
      </pc:sldChg>
      <pc:sldChg chg="addSp modSp add mod">
        <pc:chgData name="Biswas, Souvik (Cognizant)" userId="bc0f958c-b2bb-43fd-a0f4-66d25c03bf18" providerId="ADAL" clId="{1E3A2686-71CB-42FB-BB56-38068EA730B8}" dt="2023-07-02T14:18:41.592" v="155" actId="14100"/>
        <pc:sldMkLst>
          <pc:docMk/>
          <pc:sldMk cId="3485290728" sldId="722"/>
        </pc:sldMkLst>
      </pc:sldChg>
      <pc:sldChg chg="addSp delSp modSp add mod">
        <pc:chgData name="Biswas, Souvik (Cognizant)" userId="bc0f958c-b2bb-43fd-a0f4-66d25c03bf18" providerId="ADAL" clId="{1E3A2686-71CB-42FB-BB56-38068EA730B8}" dt="2023-07-02T14:24:36.931" v="183" actId="1076"/>
        <pc:sldMkLst>
          <pc:docMk/>
          <pc:sldMk cId="1597363799" sldId="723"/>
        </pc:sldMkLst>
      </pc:sldChg>
      <pc:sldChg chg="addSp delSp modSp add mod">
        <pc:chgData name="Biswas, Souvik (Cognizant)" userId="bc0f958c-b2bb-43fd-a0f4-66d25c03bf18" providerId="ADAL" clId="{1E3A2686-71CB-42FB-BB56-38068EA730B8}" dt="2023-07-02T14:30:54.801" v="197" actId="1076"/>
        <pc:sldMkLst>
          <pc:docMk/>
          <pc:sldMk cId="961227416" sldId="724"/>
        </pc:sldMkLst>
      </pc:sldChg>
      <pc:sldChg chg="addSp delSp modSp add mod ord">
        <pc:chgData name="Biswas, Souvik (Cognizant)" userId="bc0f958c-b2bb-43fd-a0f4-66d25c03bf18" providerId="ADAL" clId="{1E3A2686-71CB-42FB-BB56-38068EA730B8}" dt="2023-07-02T14:34:14.387" v="213" actId="1076"/>
        <pc:sldMkLst>
          <pc:docMk/>
          <pc:sldMk cId="580916183" sldId="725"/>
        </pc:sldMkLst>
      </pc:sldChg>
      <pc:sldChg chg="addSp delSp modSp add mod">
        <pc:chgData name="Biswas, Souvik (Cognizant)" userId="bc0f958c-b2bb-43fd-a0f4-66d25c03bf18" providerId="ADAL" clId="{1E3A2686-71CB-42FB-BB56-38068EA730B8}" dt="2023-07-02T14:38:30.196" v="245" actId="1076"/>
        <pc:sldMkLst>
          <pc:docMk/>
          <pc:sldMk cId="3422092473" sldId="726"/>
        </pc:sldMkLst>
      </pc:sldChg>
      <pc:sldChg chg="addSp delSp modSp add mod ord">
        <pc:chgData name="Biswas, Souvik (Cognizant)" userId="bc0f958c-b2bb-43fd-a0f4-66d25c03bf18" providerId="ADAL" clId="{1E3A2686-71CB-42FB-BB56-38068EA730B8}" dt="2023-07-02T14:51:51.994" v="268" actId="1076"/>
        <pc:sldMkLst>
          <pc:docMk/>
          <pc:sldMk cId="4002939092" sldId="727"/>
        </pc:sldMkLst>
      </pc:sldChg>
      <pc:sldChg chg="add del">
        <pc:chgData name="Biswas, Souvik (Cognizant)" userId="bc0f958c-b2bb-43fd-a0f4-66d25c03bf18" providerId="ADAL" clId="{1E3A2686-71CB-42FB-BB56-38068EA730B8}" dt="2023-07-02T14:52:00.698" v="270" actId="2890"/>
        <pc:sldMkLst>
          <pc:docMk/>
          <pc:sldMk cId="37323146" sldId="728"/>
        </pc:sldMkLst>
      </pc:sldChg>
      <pc:sldChg chg="addSp delSp modSp add mod addCm">
        <pc:chgData name="Biswas, Souvik (Cognizant)" userId="bc0f958c-b2bb-43fd-a0f4-66d25c03bf18" providerId="ADAL" clId="{1E3A2686-71CB-42FB-BB56-38068EA730B8}" dt="2023-07-21T19:18:12.070" v="516" actId="400"/>
        <pc:sldMkLst>
          <pc:docMk/>
          <pc:sldMk cId="3351425535" sldId="7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Biswas, Souvik (Cognizant)" userId="bc0f958c-b2bb-43fd-a0f4-66d25c03bf18" providerId="ADAL" clId="{1E3A2686-71CB-42FB-BB56-38068EA730B8}" dt="2023-07-02T16:46:59.722" v="512"/>
              <pc2:cmMkLst xmlns:pc2="http://schemas.microsoft.com/office/powerpoint/2019/9/main/command">
                <pc:docMk/>
                <pc:sldMk cId="3351425535" sldId="728"/>
                <pc2:cmMk id="{C3D42F2E-C629-4010-9BA9-03D0E0CF5C75}"/>
              </pc2:cmMkLst>
            </pc226:cmChg>
          </p:ext>
        </pc:extLst>
      </pc:sldChg>
      <pc:sldChg chg="addSp delSp modSp add mod">
        <pc:chgData name="Biswas, Souvik (Cognizant)" userId="bc0f958c-b2bb-43fd-a0f4-66d25c03bf18" providerId="ADAL" clId="{1E3A2686-71CB-42FB-BB56-38068EA730B8}" dt="2023-07-02T15:07:19.527" v="311" actId="12"/>
        <pc:sldMkLst>
          <pc:docMk/>
          <pc:sldMk cId="3749482968" sldId="729"/>
        </pc:sldMkLst>
      </pc:sldChg>
      <pc:sldChg chg="addSp delSp modSp add mod">
        <pc:chgData name="Biswas, Souvik (Cognizant)" userId="bc0f958c-b2bb-43fd-a0f4-66d25c03bf18" providerId="ADAL" clId="{1E3A2686-71CB-42FB-BB56-38068EA730B8}" dt="2023-07-02T15:11:54.796" v="325" actId="1076"/>
        <pc:sldMkLst>
          <pc:docMk/>
          <pc:sldMk cId="1489647315" sldId="730"/>
        </pc:sldMkLst>
      </pc:sldChg>
      <pc:sldChg chg="addSp delSp modSp add mod">
        <pc:chgData name="Biswas, Souvik (Cognizant)" userId="bc0f958c-b2bb-43fd-a0f4-66d25c03bf18" providerId="ADAL" clId="{1E3A2686-71CB-42FB-BB56-38068EA730B8}" dt="2023-07-02T15:16:15.332" v="353" actId="1076"/>
        <pc:sldMkLst>
          <pc:docMk/>
          <pc:sldMk cId="674500477" sldId="731"/>
        </pc:sldMkLst>
      </pc:sldChg>
      <pc:sldChg chg="modSp add mod ord">
        <pc:chgData name="Biswas, Souvik (Cognizant)" userId="bc0f958c-b2bb-43fd-a0f4-66d25c03bf18" providerId="ADAL" clId="{1E3A2686-71CB-42FB-BB56-38068EA730B8}" dt="2023-07-02T15:26:50.369" v="359" actId="207"/>
        <pc:sldMkLst>
          <pc:docMk/>
          <pc:sldMk cId="2798348588" sldId="732"/>
        </pc:sldMkLst>
      </pc:sldChg>
      <pc:sldChg chg="modSp add mod ord">
        <pc:chgData name="Biswas, Souvik (Cognizant)" userId="bc0f958c-b2bb-43fd-a0f4-66d25c03bf18" providerId="ADAL" clId="{1E3A2686-71CB-42FB-BB56-38068EA730B8}" dt="2023-07-02T15:31:36.692" v="367" actId="14100"/>
        <pc:sldMkLst>
          <pc:docMk/>
          <pc:sldMk cId="3244613998" sldId="733"/>
        </pc:sldMkLst>
      </pc:sldChg>
      <pc:sldChg chg="addSp modSp add mod">
        <pc:chgData name="Biswas, Souvik (Cognizant)" userId="bc0f958c-b2bb-43fd-a0f4-66d25c03bf18" providerId="ADAL" clId="{1E3A2686-71CB-42FB-BB56-38068EA730B8}" dt="2023-07-02T15:43:50.716" v="376" actId="208"/>
        <pc:sldMkLst>
          <pc:docMk/>
          <pc:sldMk cId="3804455903" sldId="734"/>
        </pc:sldMkLst>
      </pc:sldChg>
      <pc:sldChg chg="addSp modSp add mod ord">
        <pc:chgData name="Biswas, Souvik (Cognizant)" userId="bc0f958c-b2bb-43fd-a0f4-66d25c03bf18" providerId="ADAL" clId="{1E3A2686-71CB-42FB-BB56-38068EA730B8}" dt="2023-07-02T15:47:05.752" v="387" actId="208"/>
        <pc:sldMkLst>
          <pc:docMk/>
          <pc:sldMk cId="1544313151" sldId="735"/>
        </pc:sldMkLst>
      </pc:sldChg>
      <pc:sldChg chg="addSp modSp add mod ord">
        <pc:chgData name="Biswas, Souvik (Cognizant)" userId="bc0f958c-b2bb-43fd-a0f4-66d25c03bf18" providerId="ADAL" clId="{1E3A2686-71CB-42FB-BB56-38068EA730B8}" dt="2023-07-02T15:49:25.658" v="396" actId="208"/>
        <pc:sldMkLst>
          <pc:docMk/>
          <pc:sldMk cId="3578125296" sldId="736"/>
        </pc:sldMkLst>
      </pc:sldChg>
      <pc:sldChg chg="modSp add mod ord">
        <pc:chgData name="Biswas, Souvik (Cognizant)" userId="bc0f958c-b2bb-43fd-a0f4-66d25c03bf18" providerId="ADAL" clId="{1E3A2686-71CB-42FB-BB56-38068EA730B8}" dt="2023-07-02T15:52:35.932" v="402" actId="207"/>
        <pc:sldMkLst>
          <pc:docMk/>
          <pc:sldMk cId="1039148363" sldId="737"/>
        </pc:sldMkLst>
      </pc:sldChg>
      <pc:sldChg chg="modSp add mod ord">
        <pc:chgData name="Biswas, Souvik (Cognizant)" userId="bc0f958c-b2bb-43fd-a0f4-66d25c03bf18" providerId="ADAL" clId="{1E3A2686-71CB-42FB-BB56-38068EA730B8}" dt="2023-07-02T15:54:47.053" v="410" actId="1076"/>
        <pc:sldMkLst>
          <pc:docMk/>
          <pc:sldMk cId="3845880035" sldId="738"/>
        </pc:sldMkLst>
      </pc:sldChg>
      <pc:sldChg chg="addSp modSp add mod">
        <pc:chgData name="Biswas, Souvik (Cognizant)" userId="bc0f958c-b2bb-43fd-a0f4-66d25c03bf18" providerId="ADAL" clId="{1E3A2686-71CB-42FB-BB56-38068EA730B8}" dt="2023-07-02T15:56:14.497" v="426" actId="14100"/>
        <pc:sldMkLst>
          <pc:docMk/>
          <pc:sldMk cId="3307353656" sldId="739"/>
        </pc:sldMkLst>
      </pc:sldChg>
      <pc:sldChg chg="addSp delSp modSp add mod ord">
        <pc:chgData name="Biswas, Souvik (Cognizant)" userId="bc0f958c-b2bb-43fd-a0f4-66d25c03bf18" providerId="ADAL" clId="{1E3A2686-71CB-42FB-BB56-38068EA730B8}" dt="2023-07-02T16:01:50.307" v="452" actId="14100"/>
        <pc:sldMkLst>
          <pc:docMk/>
          <pc:sldMk cId="1143314509" sldId="740"/>
        </pc:sldMkLst>
      </pc:sldChg>
      <pc:sldChg chg="modSp add mod ord">
        <pc:chgData name="Biswas, Souvik (Cognizant)" userId="bc0f958c-b2bb-43fd-a0f4-66d25c03bf18" providerId="ADAL" clId="{1E3A2686-71CB-42FB-BB56-38068EA730B8}" dt="2023-07-02T16:02:42.008" v="461" actId="5793"/>
        <pc:sldMkLst>
          <pc:docMk/>
          <pc:sldMk cId="3220773139" sldId="741"/>
        </pc:sldMkLst>
      </pc:sldChg>
      <pc:sldChg chg="addSp modSp add mod ord modAnim">
        <pc:chgData name="Biswas, Souvik (Cognizant)" userId="bc0f958c-b2bb-43fd-a0f4-66d25c03bf18" providerId="ADAL" clId="{1E3A2686-71CB-42FB-BB56-38068EA730B8}" dt="2023-07-02T16:24:58.915" v="486" actId="1076"/>
        <pc:sldMkLst>
          <pc:docMk/>
          <pc:sldMk cId="2768202625" sldId="742"/>
        </pc:sldMkLst>
      </pc:sldChg>
      <pc:sldChg chg="addSp modSp add mod ord modAnim">
        <pc:chgData name="Biswas, Souvik (Cognizant)" userId="bc0f958c-b2bb-43fd-a0f4-66d25c03bf18" providerId="ADAL" clId="{1E3A2686-71CB-42FB-BB56-38068EA730B8}" dt="2023-07-02T16:25:56.156" v="489" actId="1076"/>
        <pc:sldMkLst>
          <pc:docMk/>
          <pc:sldMk cId="357628846" sldId="743"/>
        </pc:sldMkLst>
      </pc:sldChg>
      <pc:sldChg chg="addSp modSp add mod ord modAnim">
        <pc:chgData name="Biswas, Souvik (Cognizant)" userId="bc0f958c-b2bb-43fd-a0f4-66d25c03bf18" providerId="ADAL" clId="{1E3A2686-71CB-42FB-BB56-38068EA730B8}" dt="2023-07-02T16:26:33.999" v="492" actId="1076"/>
        <pc:sldMkLst>
          <pc:docMk/>
          <pc:sldMk cId="1364702998" sldId="744"/>
        </pc:sldMkLst>
      </pc:sldChg>
      <pc:sldChg chg="addSp modSp add mod ord modAnim">
        <pc:chgData name="Biswas, Souvik (Cognizant)" userId="bc0f958c-b2bb-43fd-a0f4-66d25c03bf18" providerId="ADAL" clId="{1E3A2686-71CB-42FB-BB56-38068EA730B8}" dt="2023-07-02T16:27:01.594" v="495" actId="1076"/>
        <pc:sldMkLst>
          <pc:docMk/>
          <pc:sldMk cId="1689793292" sldId="745"/>
        </pc:sldMkLst>
      </pc:sldChg>
      <pc:sldMasterChg chg="delSldLayout">
        <pc:chgData name="Biswas, Souvik (Cognizant)" userId="bc0f958c-b2bb-43fd-a0f4-66d25c03bf18" providerId="ADAL" clId="{1E3A2686-71CB-42FB-BB56-38068EA730B8}" dt="2023-07-02T16:30:34.404" v="511" actId="47"/>
        <pc:sldMasterMkLst>
          <pc:docMk/>
          <pc:sldMasterMk cId="440358670" sldId="2147483674"/>
        </pc:sldMasterMkLst>
        <pc:sldLayoutChg chg="del">
          <pc:chgData name="Biswas, Souvik (Cognizant)" userId="bc0f958c-b2bb-43fd-a0f4-66d25c03bf18" providerId="ADAL" clId="{1E3A2686-71CB-42FB-BB56-38068EA730B8}" dt="2023-07-02T16:30:34.404" v="511" actId="47"/>
          <pc:sldLayoutMkLst>
            <pc:docMk/>
            <pc:sldMasterMk cId="440358670" sldId="2147483674"/>
            <pc:sldLayoutMk cId="0" sldId="2147483692"/>
          </pc:sldLayoutMkLst>
        </pc:sldLayoutChg>
        <pc:sldLayoutChg chg="del">
          <pc:chgData name="Biswas, Souvik (Cognizant)" userId="bc0f958c-b2bb-43fd-a0f4-66d25c03bf18" providerId="ADAL" clId="{1E3A2686-71CB-42FB-BB56-38068EA730B8}" dt="2023-07-02T16:28:07.655" v="499" actId="47"/>
          <pc:sldLayoutMkLst>
            <pc:docMk/>
            <pc:sldMasterMk cId="440358670" sldId="2147483674"/>
            <pc:sldLayoutMk cId="2351044425" sldId="2147483693"/>
          </pc:sldLayoutMkLst>
        </pc:sldLayoutChg>
        <pc:sldLayoutChg chg="del">
          <pc:chgData name="Biswas, Souvik (Cognizant)" userId="bc0f958c-b2bb-43fd-a0f4-66d25c03bf18" providerId="ADAL" clId="{1E3A2686-71CB-42FB-BB56-38068EA730B8}" dt="2023-07-02T15:53:28.359" v="403" actId="2696"/>
          <pc:sldLayoutMkLst>
            <pc:docMk/>
            <pc:sldMasterMk cId="440358670" sldId="2147483674"/>
            <pc:sldLayoutMk cId="2844777450" sldId="2147483694"/>
          </pc:sldLayoutMkLst>
        </pc:sldLayoutChg>
      </pc:sldMasterChg>
    </pc:docChg>
  </pc:docChgLst>
  <pc:docChgLst>
    <pc:chgData name="Reddy, Laxmi (Cognizant)" userId="23f5fa8b-0eb7-4ed4-8656-9fab6c0cd501" providerId="ADAL" clId="{2A0E49F4-68DF-4DC6-8828-352DF2D9A2B0}"/>
    <pc:docChg chg="delSld delMainMaster">
      <pc:chgData name="Reddy, Laxmi (Cognizant)" userId="23f5fa8b-0eb7-4ed4-8656-9fab6c0cd501" providerId="ADAL" clId="{2A0E49F4-68DF-4DC6-8828-352DF2D9A2B0}" dt="2025-07-21T03:29:18.926" v="2" actId="47"/>
      <pc:docMkLst>
        <pc:docMk/>
      </pc:docMkLst>
      <pc:sldChg chg="del">
        <pc:chgData name="Reddy, Laxmi (Cognizant)" userId="23f5fa8b-0eb7-4ed4-8656-9fab6c0cd501" providerId="ADAL" clId="{2A0E49F4-68DF-4DC6-8828-352DF2D9A2B0}" dt="2025-07-21T03:29:03.349" v="1" actId="47"/>
        <pc:sldMkLst>
          <pc:docMk/>
          <pc:sldMk cId="3158841849" sldId="268"/>
        </pc:sldMkLst>
      </pc:sldChg>
      <pc:sldChg chg="del">
        <pc:chgData name="Reddy, Laxmi (Cognizant)" userId="23f5fa8b-0eb7-4ed4-8656-9fab6c0cd501" providerId="ADAL" clId="{2A0E49F4-68DF-4DC6-8828-352DF2D9A2B0}" dt="2025-07-21T03:29:18.926" v="2" actId="47"/>
        <pc:sldMkLst>
          <pc:docMk/>
          <pc:sldMk cId="563797236" sldId="287"/>
        </pc:sldMkLst>
      </pc:sldChg>
      <pc:sldChg chg="del">
        <pc:chgData name="Reddy, Laxmi (Cognizant)" userId="23f5fa8b-0eb7-4ed4-8656-9fab6c0cd501" providerId="ADAL" clId="{2A0E49F4-68DF-4DC6-8828-352DF2D9A2B0}" dt="2025-07-21T03:20:44.675" v="0" actId="47"/>
        <pc:sldMkLst>
          <pc:docMk/>
          <pc:sldMk cId="548515120" sldId="746"/>
        </pc:sldMkLst>
      </pc:sldChg>
      <pc:sldMasterChg chg="delSldLayout">
        <pc:chgData name="Reddy, Laxmi (Cognizant)" userId="23f5fa8b-0eb7-4ed4-8656-9fab6c0cd501" providerId="ADAL" clId="{2A0E49F4-68DF-4DC6-8828-352DF2D9A2B0}" dt="2025-07-21T03:20:44.675" v="0" actId="47"/>
        <pc:sldMasterMkLst>
          <pc:docMk/>
          <pc:sldMasterMk cId="440358670" sldId="2147483674"/>
        </pc:sldMasterMkLst>
        <pc:sldLayoutChg chg="del">
          <pc:chgData name="Reddy, Laxmi (Cognizant)" userId="23f5fa8b-0eb7-4ed4-8656-9fab6c0cd501" providerId="ADAL" clId="{2A0E49F4-68DF-4DC6-8828-352DF2D9A2B0}" dt="2025-07-21T03:20:44.675" v="0" actId="47"/>
          <pc:sldLayoutMkLst>
            <pc:docMk/>
            <pc:sldMasterMk cId="440358670" sldId="2147483674"/>
            <pc:sldLayoutMk cId="2935757314" sldId="2147483725"/>
          </pc:sldLayoutMkLst>
        </pc:sldLayoutChg>
      </pc:sldMasterChg>
      <pc:sldMasterChg chg="del delSldLayout">
        <pc:chgData name="Reddy, Laxmi (Cognizant)" userId="23f5fa8b-0eb7-4ed4-8656-9fab6c0cd501" providerId="ADAL" clId="{2A0E49F4-68DF-4DC6-8828-352DF2D9A2B0}" dt="2025-07-21T03:29:03.349" v="1" actId="47"/>
        <pc:sldMasterMkLst>
          <pc:docMk/>
          <pc:sldMasterMk cId="1188652617" sldId="2147483759"/>
        </pc:sldMasterMkLst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87865009" sldId="2147483760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2185657142" sldId="2147483761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566340368" sldId="2147483762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573596046" sldId="2147483763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453721236" sldId="2147483764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997815242" sldId="2147483765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13317038" sldId="2147483766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2636845700" sldId="2147483767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151733562" sldId="2147483768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203881154" sldId="2147483769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2816997076" sldId="2147483770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579167766" sldId="2147483771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239547679" sldId="2147483772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801772622" sldId="2147483773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813344979" sldId="2147483774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520127717" sldId="2147483775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2291132223" sldId="2147483776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01064540" sldId="2147483777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249936843" sldId="2147483778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941541878" sldId="2147483779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2141524018" sldId="2147483780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879399369" sldId="2147483781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2607297181" sldId="2147483782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775994454" sldId="2147483783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457684413" sldId="2147483784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345735491" sldId="2147483785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3544158135" sldId="2147483786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1793431507" sldId="2147483787"/>
          </pc:sldLayoutMkLst>
        </pc:sldLayoutChg>
        <pc:sldLayoutChg chg="del">
          <pc:chgData name="Reddy, Laxmi (Cognizant)" userId="23f5fa8b-0eb7-4ed4-8656-9fab6c0cd501" providerId="ADAL" clId="{2A0E49F4-68DF-4DC6-8828-352DF2D9A2B0}" dt="2025-07-21T03:29:03.349" v="1" actId="47"/>
          <pc:sldLayoutMkLst>
            <pc:docMk/>
            <pc:sldMasterMk cId="1188652617" sldId="2147483759"/>
            <pc:sldLayoutMk cId="2042745799" sldId="2147483788"/>
          </pc:sldLayoutMkLst>
        </pc:sldLayoutChg>
      </pc:sldMasterChg>
    </pc:docChg>
  </pc:docChgLst>
  <pc:docChgLst>
    <pc:chgData name="Biswas, Souvik (Cognizant)" userId="bc0f958c-b2bb-43fd-a0f4-66d25c03bf18" providerId="ADAL" clId="{986B9F2A-B78E-4A6A-8908-E8BCCBF274B2}"/>
    <pc:docChg chg="custSel addSld delSld modSld">
      <pc:chgData name="Biswas, Souvik (Cognizant)" userId="bc0f958c-b2bb-43fd-a0f4-66d25c03bf18" providerId="ADAL" clId="{986B9F2A-B78E-4A6A-8908-E8BCCBF274B2}" dt="2023-08-08T05:14:33.076" v="11" actId="47"/>
      <pc:docMkLst>
        <pc:docMk/>
      </pc:docMkLst>
      <pc:sldChg chg="del">
        <pc:chgData name="Biswas, Souvik (Cognizant)" userId="bc0f958c-b2bb-43fd-a0f4-66d25c03bf18" providerId="ADAL" clId="{986B9F2A-B78E-4A6A-8908-E8BCCBF274B2}" dt="2023-08-08T05:14:33.076" v="11" actId="47"/>
        <pc:sldMkLst>
          <pc:docMk/>
          <pc:sldMk cId="2309930151" sldId="289"/>
        </pc:sldMkLst>
      </pc:sldChg>
      <pc:sldChg chg="modSp add mod">
        <pc:chgData name="Biswas, Souvik (Cognizant)" userId="bc0f958c-b2bb-43fd-a0f4-66d25c03bf18" providerId="ADAL" clId="{986B9F2A-B78E-4A6A-8908-E8BCCBF274B2}" dt="2023-08-08T05:14:29.305" v="10" actId="207"/>
        <pc:sldMkLst>
          <pc:docMk/>
          <pc:sldMk cId="548515120" sldId="74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What should an admin do first to implement any requirement?</a:t>
          </a: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Configure VEEVA CRM application from online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E6CA5443-9EC3-481D-B046-EDEC46FA52EF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Synchronized offline using VMOC Org Wide Default</a:t>
          </a:r>
        </a:p>
      </dgm:t>
    </dgm:pt>
    <dgm:pt modelId="{5B4AA80C-7559-4F0E-92CA-E522B4E036C8}" type="parTrans" cxnId="{288CE02A-3246-4F4C-BB5A-4B7127F36919}">
      <dgm:prSet/>
      <dgm:spPr/>
      <dgm:t>
        <a:bodyPr/>
        <a:lstStyle/>
        <a:p>
          <a:endParaRPr lang="en-US"/>
        </a:p>
      </dgm:t>
    </dgm:pt>
    <dgm:pt modelId="{1298F798-6150-4C93-87E8-8A1A24394CE1}" type="sibTrans" cxnId="{288CE02A-3246-4F4C-BB5A-4B7127F36919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204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42616">
        <dgm:presLayoutVars>
          <dgm:bulletEnabled val="1"/>
        </dgm:presLayoutVars>
      </dgm:prSet>
      <dgm:spPr/>
    </dgm:pt>
  </dgm:ptLst>
  <dgm:cxnLst>
    <dgm:cxn modelId="{288CE02A-3246-4F4C-BB5A-4B7127F36919}" srcId="{2C8EA471-3542-4573-A8BF-295862507B6E}" destId="{E6CA5443-9EC3-481D-B046-EDEC46FA52EF}" srcOrd="1" destOrd="0" parTransId="{5B4AA80C-7559-4F0E-92CA-E522B4E036C8}" sibTransId="{1298F798-6150-4C93-87E8-8A1A24394CE1}"/>
    <dgm:cxn modelId="{9E3B216D-ADF6-4E7C-B375-FF2087C6E0E4}" type="presOf" srcId="{E6CA5443-9EC3-481D-B046-EDEC46FA52EF}" destId="{0EBE7C70-51AD-4402-A9D8-36889ADBC56A}" srcOrd="0" destOrd="1" presId="urn:microsoft.com/office/officeart/2005/8/layout/vList2"/>
    <dgm:cxn modelId="{82DEAC54-3532-4623-A402-37170CD4347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DFFA4CCC-4DE5-4613-9E60-157087680BB5}" type="presOf" srcId="{D073AE1F-622F-41F3-83F6-04C7A451C39E}" destId="{0EBE7C70-51AD-4402-A9D8-36889ADBC56A}" srcOrd="0" destOrd="0" presId="urn:microsoft.com/office/officeart/2005/8/layout/vList2"/>
    <dgm:cxn modelId="{1FB9F5E8-1B9D-432A-833A-BD8365CDD95C}" type="presOf" srcId="{2C8EA471-3542-4573-A8BF-295862507B6E}" destId="{B6F44C7D-37FA-4A88-A65B-56F3574B16C2}" srcOrd="0" destOrd="0" presId="urn:microsoft.com/office/officeart/2005/8/layout/vList2"/>
    <dgm:cxn modelId="{C35AB39B-3E67-4044-A9B0-A460AE1371CD}" type="presParOf" srcId="{C8FDD220-37AD-4C55-AA28-BC4D9DE2EF3E}" destId="{B6F44C7D-37FA-4A88-A65B-56F3574B16C2}" srcOrd="0" destOrd="0" presId="urn:microsoft.com/office/officeart/2005/8/layout/vList2"/>
    <dgm:cxn modelId="{D8A13036-04E3-4517-B59A-2C79EF43AFB0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Select the objects that are used and configured by VEEVA</a:t>
          </a: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Accounts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C0B4F605-EE03-4422-B880-4918704EFC2B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Contacts</a:t>
          </a:r>
        </a:p>
      </dgm:t>
    </dgm:pt>
    <dgm:pt modelId="{A680AFF6-9417-4BFB-99EA-E0748698BC11}" type="parTrans" cxnId="{9F03DF87-EC50-495B-9D8E-F43541D98743}">
      <dgm:prSet/>
      <dgm:spPr/>
      <dgm:t>
        <a:bodyPr/>
        <a:lstStyle/>
        <a:p>
          <a:endParaRPr lang="en-US"/>
        </a:p>
      </dgm:t>
    </dgm:pt>
    <dgm:pt modelId="{41E7D14F-F284-40A1-8519-FCF16BA34137}" type="sibTrans" cxnId="{9F03DF87-EC50-495B-9D8E-F43541D98743}">
      <dgm:prSet/>
      <dgm:spPr/>
      <dgm:t>
        <a:bodyPr/>
        <a:lstStyle/>
        <a:p>
          <a:endParaRPr lang="en-US"/>
        </a:p>
      </dgm:t>
    </dgm:pt>
    <dgm:pt modelId="{B73FD115-E96B-443B-A2CC-46B9DE571241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Agent Console</a:t>
          </a:r>
        </a:p>
      </dgm:t>
    </dgm:pt>
    <dgm:pt modelId="{3981CBD9-080D-4BA5-AA6B-A74F91240F6D}" type="parTrans" cxnId="{FA5AA6F3-ADBD-4997-B95A-873E5AA23787}">
      <dgm:prSet/>
      <dgm:spPr/>
      <dgm:t>
        <a:bodyPr/>
        <a:lstStyle/>
        <a:p>
          <a:endParaRPr lang="en-US"/>
        </a:p>
      </dgm:t>
    </dgm:pt>
    <dgm:pt modelId="{C28D48D1-E095-4DE9-A8A8-08E31AD46303}" type="sibTrans" cxnId="{FA5AA6F3-ADBD-4997-B95A-873E5AA23787}">
      <dgm:prSet/>
      <dgm:spPr/>
      <dgm:t>
        <a:bodyPr/>
        <a:lstStyle/>
        <a:p>
          <a:endParaRPr lang="en-US"/>
        </a:p>
      </dgm:t>
    </dgm:pt>
    <dgm:pt modelId="{85D1ECC9-94F6-4431-801C-906AF324693B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Scorecards</a:t>
          </a:r>
        </a:p>
      </dgm:t>
    </dgm:pt>
    <dgm:pt modelId="{D4216163-E169-432F-B6DB-CE93FAB8E36A}" type="parTrans" cxnId="{453D3DCA-3163-4F57-96DA-AD3DFD19555B}">
      <dgm:prSet/>
      <dgm:spPr/>
      <dgm:t>
        <a:bodyPr/>
        <a:lstStyle/>
        <a:p>
          <a:endParaRPr lang="en-US"/>
        </a:p>
      </dgm:t>
    </dgm:pt>
    <dgm:pt modelId="{E187FA5F-37EB-4F18-908C-9C42015ECC06}" type="sibTrans" cxnId="{453D3DCA-3163-4F57-96DA-AD3DFD19555B}">
      <dgm:prSet/>
      <dgm:spPr/>
      <dgm:t>
        <a:bodyPr/>
        <a:lstStyle/>
        <a:p>
          <a:endParaRPr lang="en-US"/>
        </a:p>
      </dgm:t>
    </dgm:pt>
    <dgm:pt modelId="{42C480C8-6F5D-46C1-B994-6E8DC21D44D8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Tab Names and Labels</a:t>
          </a:r>
        </a:p>
      </dgm:t>
    </dgm:pt>
    <dgm:pt modelId="{839F5981-8590-4DA0-B603-C46864E8886F}" type="parTrans" cxnId="{19B60700-2927-41AC-953F-269484F7A99A}">
      <dgm:prSet/>
      <dgm:spPr/>
      <dgm:t>
        <a:bodyPr/>
        <a:lstStyle/>
        <a:p>
          <a:endParaRPr lang="en-US"/>
        </a:p>
      </dgm:t>
    </dgm:pt>
    <dgm:pt modelId="{92EF3258-6FFC-44E7-B769-1B6E5CB8BB36}" type="sibTrans" cxnId="{19B60700-2927-41AC-953F-269484F7A99A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Ang="0" custScaleY="72042" custLinFactNeighborX="-73" custLinFactNeighborY="-28617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-7765">
        <dgm:presLayoutVars>
          <dgm:bulletEnabled val="1"/>
        </dgm:presLayoutVars>
      </dgm:prSet>
      <dgm:spPr/>
    </dgm:pt>
  </dgm:ptLst>
  <dgm:cxnLst>
    <dgm:cxn modelId="{19B60700-2927-41AC-953F-269484F7A99A}" srcId="{2C8EA471-3542-4573-A8BF-295862507B6E}" destId="{42C480C8-6F5D-46C1-B994-6E8DC21D44D8}" srcOrd="4" destOrd="0" parTransId="{839F5981-8590-4DA0-B603-C46864E8886F}" sibTransId="{92EF3258-6FFC-44E7-B769-1B6E5CB8BB36}"/>
    <dgm:cxn modelId="{401A0D20-4A83-4EB9-A4B9-336C5168E5ED}" type="presOf" srcId="{42C480C8-6F5D-46C1-B994-6E8DC21D44D8}" destId="{0EBE7C70-51AD-4402-A9D8-36889ADBC56A}" srcOrd="0" destOrd="4" presId="urn:microsoft.com/office/officeart/2005/8/layout/vList2"/>
    <dgm:cxn modelId="{82DEAC54-3532-4623-A402-37170CD43479}" type="presOf" srcId="{38FFED07-2629-46AB-A563-EAC94C2A86A4}" destId="{C8FDD220-37AD-4C55-AA28-BC4D9DE2EF3E}" srcOrd="0" destOrd="0" presId="urn:microsoft.com/office/officeart/2005/8/layout/vList2"/>
    <dgm:cxn modelId="{E702547E-B1A1-41ED-8E97-3FAEA4B8ED61}" type="presOf" srcId="{85D1ECC9-94F6-4431-801C-906AF324693B}" destId="{0EBE7C70-51AD-4402-A9D8-36889ADBC56A}" srcOrd="0" destOrd="3" presId="urn:microsoft.com/office/officeart/2005/8/layout/vList2"/>
    <dgm:cxn modelId="{9F03DF87-EC50-495B-9D8E-F43541D98743}" srcId="{2C8EA471-3542-4573-A8BF-295862507B6E}" destId="{C0B4F605-EE03-4422-B880-4918704EFC2B}" srcOrd="1" destOrd="0" parTransId="{A680AFF6-9417-4BFB-99EA-E0748698BC11}" sibTransId="{41E7D14F-F284-40A1-8519-FCF16BA34137}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809DCAC1-F90F-4056-B18B-09F99FD8574F}" type="presOf" srcId="{B73FD115-E96B-443B-A2CC-46B9DE571241}" destId="{0EBE7C70-51AD-4402-A9D8-36889ADBC56A}" srcOrd="0" destOrd="2" presId="urn:microsoft.com/office/officeart/2005/8/layout/vList2"/>
    <dgm:cxn modelId="{453D3DCA-3163-4F57-96DA-AD3DFD19555B}" srcId="{2C8EA471-3542-4573-A8BF-295862507B6E}" destId="{85D1ECC9-94F6-4431-801C-906AF324693B}" srcOrd="3" destOrd="0" parTransId="{D4216163-E169-432F-B6DB-CE93FAB8E36A}" sibTransId="{E187FA5F-37EB-4F18-908C-9C42015ECC06}"/>
    <dgm:cxn modelId="{DFFA4CCC-4DE5-4613-9E60-157087680BB5}" type="presOf" srcId="{D073AE1F-622F-41F3-83F6-04C7A451C39E}" destId="{0EBE7C70-51AD-4402-A9D8-36889ADBC56A}" srcOrd="0" destOrd="0" presId="urn:microsoft.com/office/officeart/2005/8/layout/vList2"/>
    <dgm:cxn modelId="{1FB9F5E8-1B9D-432A-833A-BD8365CDD95C}" type="presOf" srcId="{2C8EA471-3542-4573-A8BF-295862507B6E}" destId="{B6F44C7D-37FA-4A88-A65B-56F3574B16C2}" srcOrd="0" destOrd="0" presId="urn:microsoft.com/office/officeart/2005/8/layout/vList2"/>
    <dgm:cxn modelId="{FA5AA6F3-ADBD-4997-B95A-873E5AA23787}" srcId="{2C8EA471-3542-4573-A8BF-295862507B6E}" destId="{B73FD115-E96B-443B-A2CC-46B9DE571241}" srcOrd="2" destOrd="0" parTransId="{3981CBD9-080D-4BA5-AA6B-A74F91240F6D}" sibTransId="{C28D48D1-E095-4DE9-A8A8-08E31AD46303}"/>
    <dgm:cxn modelId="{D27E2EF8-47E5-412D-9C9A-C5F602862513}" type="presOf" srcId="{C0B4F605-EE03-4422-B880-4918704EFC2B}" destId="{0EBE7C70-51AD-4402-A9D8-36889ADBC56A}" srcOrd="0" destOrd="1" presId="urn:microsoft.com/office/officeart/2005/8/layout/vList2"/>
    <dgm:cxn modelId="{C35AB39B-3E67-4044-A9B0-A460AE1371CD}" type="presParOf" srcId="{C8FDD220-37AD-4C55-AA28-BC4D9DE2EF3E}" destId="{B6F44C7D-37FA-4A88-A65B-56F3574B16C2}" srcOrd="0" destOrd="0" presId="urn:microsoft.com/office/officeart/2005/8/layout/vList2"/>
    <dgm:cxn modelId="{D8A13036-04E3-4517-B59A-2C79EF43AFB0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Identify the menu item/items that is/are accessible to end users </a:t>
          </a: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App Set up 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80CB5ED5-849D-42EF-9E27-B1AD9A9BA55A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Personal Set up </a:t>
          </a:r>
        </a:p>
      </dgm:t>
    </dgm:pt>
    <dgm:pt modelId="{D925262E-F784-4156-9D59-B98466A377B8}" type="parTrans" cxnId="{608F49C0-86FA-4FC6-BA26-2808D32A805B}">
      <dgm:prSet/>
      <dgm:spPr/>
      <dgm:t>
        <a:bodyPr/>
        <a:lstStyle/>
        <a:p>
          <a:endParaRPr lang="en-US"/>
        </a:p>
      </dgm:t>
    </dgm:pt>
    <dgm:pt modelId="{9CFA2808-95ED-40CB-A17E-2A7EB623486F}" type="sibTrans" cxnId="{608F49C0-86FA-4FC6-BA26-2808D32A805B}">
      <dgm:prSet/>
      <dgm:spPr/>
      <dgm:t>
        <a:bodyPr/>
        <a:lstStyle/>
        <a:p>
          <a:endParaRPr lang="en-US"/>
        </a:p>
      </dgm:t>
    </dgm:pt>
    <dgm:pt modelId="{0FFCE27D-AEBF-46A5-8BAC-AC003BA1DBBC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Both </a:t>
          </a:r>
        </a:p>
      </dgm:t>
    </dgm:pt>
    <dgm:pt modelId="{BF22D81A-E525-4254-BC77-D4B7F392C726}" type="parTrans" cxnId="{F6FA1369-572C-482E-B702-066718229BF7}">
      <dgm:prSet/>
      <dgm:spPr/>
      <dgm:t>
        <a:bodyPr/>
        <a:lstStyle/>
        <a:p>
          <a:endParaRPr lang="en-US"/>
        </a:p>
      </dgm:t>
    </dgm:pt>
    <dgm:pt modelId="{4FE49A93-6D06-4E6B-B1E8-09B6AD121CC1}" type="sibTrans" cxnId="{F6FA1369-572C-482E-B702-066718229BF7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204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39521">
        <dgm:presLayoutVars>
          <dgm:bulletEnabled val="1"/>
        </dgm:presLayoutVars>
      </dgm:prSet>
      <dgm:spPr/>
    </dgm:pt>
  </dgm:ptLst>
  <dgm:cxnLst>
    <dgm:cxn modelId="{F6FA1369-572C-482E-B702-066718229BF7}" srcId="{2C8EA471-3542-4573-A8BF-295862507B6E}" destId="{0FFCE27D-AEBF-46A5-8BAC-AC003BA1DBBC}" srcOrd="2" destOrd="0" parTransId="{BF22D81A-E525-4254-BC77-D4B7F392C726}" sibTransId="{4FE49A93-6D06-4E6B-B1E8-09B6AD121CC1}"/>
    <dgm:cxn modelId="{64F0F770-1098-42C6-83B6-2DC8A86F699C}" type="presOf" srcId="{80CB5ED5-849D-42EF-9E27-B1AD9A9BA55A}" destId="{0EBE7C70-51AD-4402-A9D8-36889ADBC56A}" srcOrd="0" destOrd="1" presId="urn:microsoft.com/office/officeart/2005/8/layout/vList2"/>
    <dgm:cxn modelId="{82DEAC54-3532-4623-A402-37170CD43479}" type="presOf" srcId="{38FFED07-2629-46AB-A563-EAC94C2A86A4}" destId="{C8FDD220-37AD-4C55-AA28-BC4D9DE2EF3E}" srcOrd="0" destOrd="0" presId="urn:microsoft.com/office/officeart/2005/8/layout/vList2"/>
    <dgm:cxn modelId="{E212D488-6A0F-4886-A2DA-556AB0E2BA7F}" type="presOf" srcId="{0FFCE27D-AEBF-46A5-8BAC-AC003BA1DBBC}" destId="{0EBE7C70-51AD-4402-A9D8-36889ADBC56A}" srcOrd="0" destOrd="2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608F49C0-86FA-4FC6-BA26-2808D32A805B}" srcId="{2C8EA471-3542-4573-A8BF-295862507B6E}" destId="{80CB5ED5-849D-42EF-9E27-B1AD9A9BA55A}" srcOrd="1" destOrd="0" parTransId="{D925262E-F784-4156-9D59-B98466A377B8}" sibTransId="{9CFA2808-95ED-40CB-A17E-2A7EB623486F}"/>
    <dgm:cxn modelId="{DFFA4CCC-4DE5-4613-9E60-157087680BB5}" type="presOf" srcId="{D073AE1F-622F-41F3-83F6-04C7A451C39E}" destId="{0EBE7C70-51AD-4402-A9D8-36889ADBC56A}" srcOrd="0" destOrd="0" presId="urn:microsoft.com/office/officeart/2005/8/layout/vList2"/>
    <dgm:cxn modelId="{1FB9F5E8-1B9D-432A-833A-BD8365CDD95C}" type="presOf" srcId="{2C8EA471-3542-4573-A8BF-295862507B6E}" destId="{B6F44C7D-37FA-4A88-A65B-56F3574B16C2}" srcOrd="0" destOrd="0" presId="urn:microsoft.com/office/officeart/2005/8/layout/vList2"/>
    <dgm:cxn modelId="{C35AB39B-3E67-4044-A9B0-A460AE1371CD}" type="presParOf" srcId="{C8FDD220-37AD-4C55-AA28-BC4D9DE2EF3E}" destId="{B6F44C7D-37FA-4A88-A65B-56F3574B16C2}" srcOrd="0" destOrd="0" presId="urn:microsoft.com/office/officeart/2005/8/layout/vList2"/>
    <dgm:cxn modelId="{D8A13036-04E3-4517-B59A-2C79EF43AFB0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     Answer: 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Personal Set up 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67460" custLinFactNeighborX="4675" custLinFactNeighborY="174">
        <dgm:presLayoutVars>
          <dgm:chMax val="0"/>
          <dgm:bulletEnabled val="1"/>
        </dgm:presLayoutVars>
      </dgm:prSet>
      <dgm:spPr/>
    </dgm:pt>
  </dgm:ptLst>
  <dgm:cxnLst>
    <dgm:cxn modelId="{82DEAC54-3532-4623-A402-37170CD4347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1FB9F5E8-1B9D-432A-833A-BD8365CDD95C}" type="presOf" srcId="{2C8EA471-3542-4573-A8BF-295862507B6E}" destId="{B6F44C7D-37FA-4A88-A65B-56F3574B16C2}" srcOrd="0" destOrd="0" presId="urn:microsoft.com/office/officeart/2005/8/layout/vList2"/>
    <dgm:cxn modelId="{C35AB39B-3E67-4044-A9B0-A460AE1371CD}" type="presParOf" srcId="{C8FDD220-37AD-4C55-AA28-BC4D9DE2EF3E}" destId="{B6F44C7D-37FA-4A88-A65B-56F3574B16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Login access is granted to VEEVA admin to enable to login as an end user.    Which of the following statement holds good regarding the same?</a:t>
          </a: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applicable for online and offline modes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6BB2D2D3-B335-437A-A79C-3D222E7858AB}">
      <dgm:prSet phldrT="[Text]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Users will have the option to grant or revoke login access to administrators</a:t>
          </a:r>
        </a:p>
      </dgm:t>
    </dgm:pt>
    <dgm:pt modelId="{FFB29380-E298-45F1-9C89-E53629335F59}" type="parTrans" cxnId="{0A595245-A499-40B8-8BC4-9FB2139D6887}">
      <dgm:prSet/>
      <dgm:spPr/>
      <dgm:t>
        <a:bodyPr/>
        <a:lstStyle/>
        <a:p>
          <a:endParaRPr lang="en-US"/>
        </a:p>
      </dgm:t>
    </dgm:pt>
    <dgm:pt modelId="{498F82EE-8922-42E3-95F6-64B42F1BAB39}" type="sibTrans" cxnId="{0A595245-A499-40B8-8BC4-9FB2139D6887}">
      <dgm:prSet/>
      <dgm:spPr/>
      <dgm:t>
        <a:bodyPr/>
        <a:lstStyle/>
        <a:p>
          <a:endParaRPr lang="en-US"/>
        </a:p>
      </dgm:t>
    </dgm:pt>
    <dgm:pt modelId="{75C98E87-568A-4CF0-AC92-71212A02538B}">
      <dgm:prSet phldrT="[Text]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Access duration can be future dated</a:t>
          </a:r>
        </a:p>
      </dgm:t>
    </dgm:pt>
    <dgm:pt modelId="{82CA2F10-36EB-48E8-9E7E-4334B45E3C76}" type="parTrans" cxnId="{E7F7B95E-76A8-4C03-965F-C01220DDC825}">
      <dgm:prSet/>
      <dgm:spPr/>
      <dgm:t>
        <a:bodyPr/>
        <a:lstStyle/>
        <a:p>
          <a:endParaRPr lang="en-US"/>
        </a:p>
      </dgm:t>
    </dgm:pt>
    <dgm:pt modelId="{5606B29D-06B7-44C6-A2D3-495D1CD1D1F0}" type="sibTrans" cxnId="{E7F7B95E-76A8-4C03-965F-C01220DDC825}">
      <dgm:prSet/>
      <dgm:spPr/>
      <dgm:t>
        <a:bodyPr/>
        <a:lstStyle/>
        <a:p>
          <a:endParaRPr lang="en-US"/>
        </a:p>
      </dgm:t>
    </dgm:pt>
    <dgm:pt modelId="{18DB944F-E134-4562-A605-36259B030F1A}">
      <dgm:prSet phldrT="[Text]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option has to be selected in the Setup -&gt; Security Controls &gt; Login Access Policies</a:t>
          </a:r>
        </a:p>
      </dgm:t>
    </dgm:pt>
    <dgm:pt modelId="{2D9A2846-0FF1-41C4-9D4F-078C8E751C6E}" type="parTrans" cxnId="{15BC0ADB-AFCB-4C3E-B1DF-AFA7085C55B1}">
      <dgm:prSet/>
      <dgm:spPr/>
      <dgm:t>
        <a:bodyPr/>
        <a:lstStyle/>
        <a:p>
          <a:endParaRPr lang="en-US"/>
        </a:p>
      </dgm:t>
    </dgm:pt>
    <dgm:pt modelId="{7155338F-1BA4-4D4A-AEBE-E1ED5E7D6953}" type="sibTrans" cxnId="{15BC0ADB-AFCB-4C3E-B1DF-AFA7085C55B1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204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27739">
        <dgm:presLayoutVars>
          <dgm:bulletEnabled val="1"/>
        </dgm:presLayoutVars>
      </dgm:prSet>
      <dgm:spPr/>
    </dgm:pt>
  </dgm:ptLst>
  <dgm:cxnLst>
    <dgm:cxn modelId="{E7F7B95E-76A8-4C03-965F-C01220DDC825}" srcId="{2C8EA471-3542-4573-A8BF-295862507B6E}" destId="{75C98E87-568A-4CF0-AC92-71212A02538B}" srcOrd="2" destOrd="0" parTransId="{82CA2F10-36EB-48E8-9E7E-4334B45E3C76}" sibTransId="{5606B29D-06B7-44C6-A2D3-495D1CD1D1F0}"/>
    <dgm:cxn modelId="{0A595245-A499-40B8-8BC4-9FB2139D6887}" srcId="{2C8EA471-3542-4573-A8BF-295862507B6E}" destId="{6BB2D2D3-B335-437A-A79C-3D222E7858AB}" srcOrd="1" destOrd="0" parTransId="{FFB29380-E298-45F1-9C89-E53629335F59}" sibTransId="{498F82EE-8922-42E3-95F6-64B42F1BAB39}"/>
    <dgm:cxn modelId="{82DEAC54-3532-4623-A402-37170CD43479}" type="presOf" srcId="{38FFED07-2629-46AB-A563-EAC94C2A86A4}" destId="{C8FDD220-37AD-4C55-AA28-BC4D9DE2EF3E}" srcOrd="0" destOrd="0" presId="urn:microsoft.com/office/officeart/2005/8/layout/vList2"/>
    <dgm:cxn modelId="{A60DE77C-3573-46CE-A349-9451DA47D6A6}" type="presOf" srcId="{6BB2D2D3-B335-437A-A79C-3D222E7858AB}" destId="{0EBE7C70-51AD-4402-A9D8-36889ADBC56A}" srcOrd="0" destOrd="1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17A51AB3-DCE7-4DE9-B611-595E57B1CB58}" type="presOf" srcId="{75C98E87-568A-4CF0-AC92-71212A02538B}" destId="{0EBE7C70-51AD-4402-A9D8-36889ADBC56A}" srcOrd="0" destOrd="2" presId="urn:microsoft.com/office/officeart/2005/8/layout/vList2"/>
    <dgm:cxn modelId="{DFFA4CCC-4DE5-4613-9E60-157087680BB5}" type="presOf" srcId="{D073AE1F-622F-41F3-83F6-04C7A451C39E}" destId="{0EBE7C70-51AD-4402-A9D8-36889ADBC56A}" srcOrd="0" destOrd="0" presId="urn:microsoft.com/office/officeart/2005/8/layout/vList2"/>
    <dgm:cxn modelId="{15BC0ADB-AFCB-4C3E-B1DF-AFA7085C55B1}" srcId="{2C8EA471-3542-4573-A8BF-295862507B6E}" destId="{18DB944F-E134-4562-A605-36259B030F1A}" srcOrd="3" destOrd="0" parTransId="{2D9A2846-0FF1-41C4-9D4F-078C8E751C6E}" sibTransId="{7155338F-1BA4-4D4A-AEBE-E1ED5E7D6953}"/>
    <dgm:cxn modelId="{1FB9F5E8-1B9D-432A-833A-BD8365CDD95C}" type="presOf" srcId="{2C8EA471-3542-4573-A8BF-295862507B6E}" destId="{B6F44C7D-37FA-4A88-A65B-56F3574B16C2}" srcOrd="0" destOrd="0" presId="urn:microsoft.com/office/officeart/2005/8/layout/vList2"/>
    <dgm:cxn modelId="{53A4C3EC-D3C8-4DD9-8751-1924BBB19577}" type="presOf" srcId="{18DB944F-E134-4562-A605-36259B030F1A}" destId="{0EBE7C70-51AD-4402-A9D8-36889ADBC56A}" srcOrd="0" destOrd="3" presId="urn:microsoft.com/office/officeart/2005/8/layout/vList2"/>
    <dgm:cxn modelId="{C35AB39B-3E67-4044-A9B0-A460AE1371CD}" type="presParOf" srcId="{C8FDD220-37AD-4C55-AA28-BC4D9DE2EF3E}" destId="{B6F44C7D-37FA-4A88-A65B-56F3574B16C2}" srcOrd="0" destOrd="0" presId="urn:microsoft.com/office/officeart/2005/8/layout/vList2"/>
    <dgm:cxn modelId="{D8A13036-04E3-4517-B59A-2C79EF43AFB0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FFED07-2629-46AB-A563-EAC94C2A86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8EA471-3542-4573-A8BF-295862507B6E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Administrator Licenses are sufficient to manage the license information </a:t>
          </a:r>
        </a:p>
      </dgm:t>
    </dgm:pt>
    <dgm:pt modelId="{AF7DC3D0-D652-43AF-B3CB-750837B5EF03}" type="parTrans" cxnId="{000658AB-D335-46C3-867E-B3841245230D}">
      <dgm:prSet/>
      <dgm:spPr/>
      <dgm:t>
        <a:bodyPr/>
        <a:lstStyle/>
        <a:p>
          <a:endParaRPr lang="en-US"/>
        </a:p>
      </dgm:t>
    </dgm:pt>
    <dgm:pt modelId="{18524594-5873-4F44-B544-E376C161E2DA}" type="sibTrans" cxnId="{000658AB-D335-46C3-867E-B3841245230D}">
      <dgm:prSet/>
      <dgm:spPr/>
      <dgm:t>
        <a:bodyPr/>
        <a:lstStyle/>
        <a:p>
          <a:endParaRPr lang="en-US"/>
        </a:p>
      </dgm:t>
    </dgm:pt>
    <dgm:pt modelId="{D073AE1F-622F-41F3-83F6-04C7A451C39E}">
      <dgm:prSet phldrT="[Text]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TRUE</a:t>
          </a:r>
        </a:p>
      </dgm:t>
    </dgm:pt>
    <dgm:pt modelId="{307B74E0-6CC8-4E12-943C-8D699B7CEE93}" type="parTrans" cxnId="{30E816B2-03CA-497E-B4B6-B7CDF7FB1F79}">
      <dgm:prSet/>
      <dgm:spPr/>
      <dgm:t>
        <a:bodyPr/>
        <a:lstStyle/>
        <a:p>
          <a:endParaRPr lang="en-US"/>
        </a:p>
      </dgm:t>
    </dgm:pt>
    <dgm:pt modelId="{2575A064-0E92-424D-B276-19510188817A}" type="sibTrans" cxnId="{30E816B2-03CA-497E-B4B6-B7CDF7FB1F79}">
      <dgm:prSet/>
      <dgm:spPr/>
      <dgm:t>
        <a:bodyPr/>
        <a:lstStyle/>
        <a:p>
          <a:endParaRPr lang="en-US"/>
        </a:p>
      </dgm:t>
    </dgm:pt>
    <dgm:pt modelId="{562A1925-3252-4CE5-B0FA-659086B204BD}">
      <dgm:prSet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FALSE</a:t>
          </a:r>
        </a:p>
      </dgm:t>
    </dgm:pt>
    <dgm:pt modelId="{3D401BE5-C907-43A2-A655-1777C397E21D}" type="sibTrans" cxnId="{9B709561-F55D-4C5F-A869-C586732CADA2}">
      <dgm:prSet/>
      <dgm:spPr/>
      <dgm:t>
        <a:bodyPr/>
        <a:lstStyle/>
        <a:p>
          <a:endParaRPr lang="en-US"/>
        </a:p>
      </dgm:t>
    </dgm:pt>
    <dgm:pt modelId="{A764A0B1-9E07-4CFC-957D-318C2FECDD8B}" type="parTrans" cxnId="{9B709561-F55D-4C5F-A869-C586732CADA2}">
      <dgm:prSet/>
      <dgm:spPr/>
      <dgm:t>
        <a:bodyPr/>
        <a:lstStyle/>
        <a:p>
          <a:endParaRPr lang="en-US"/>
        </a:p>
      </dgm:t>
    </dgm:pt>
    <dgm:pt modelId="{C8FDD220-37AD-4C55-AA28-BC4D9DE2EF3E}" type="pres">
      <dgm:prSet presAssocID="{38FFED07-2629-46AB-A563-EAC94C2A86A4}" presName="linear" presStyleCnt="0">
        <dgm:presLayoutVars>
          <dgm:animLvl val="lvl"/>
          <dgm:resizeHandles val="exact"/>
        </dgm:presLayoutVars>
      </dgm:prSet>
      <dgm:spPr/>
    </dgm:pt>
    <dgm:pt modelId="{B6F44C7D-37FA-4A88-A65B-56F3574B16C2}" type="pres">
      <dgm:prSet presAssocID="{2C8EA471-3542-4573-A8BF-295862507B6E}" presName="parentText" presStyleLbl="node1" presStyleIdx="0" presStyleCnt="1" custScaleY="72042">
        <dgm:presLayoutVars>
          <dgm:chMax val="0"/>
          <dgm:bulletEnabled val="1"/>
        </dgm:presLayoutVars>
      </dgm:prSet>
      <dgm:spPr/>
    </dgm:pt>
    <dgm:pt modelId="{0EBE7C70-51AD-4402-A9D8-36889ADBC56A}" type="pres">
      <dgm:prSet presAssocID="{2C8EA471-3542-4573-A8BF-295862507B6E}" presName="childText" presStyleLbl="revTx" presStyleIdx="0" presStyleCnt="1" custLinFactNeighborY="45747">
        <dgm:presLayoutVars>
          <dgm:bulletEnabled val="1"/>
        </dgm:presLayoutVars>
      </dgm:prSet>
      <dgm:spPr/>
    </dgm:pt>
  </dgm:ptLst>
  <dgm:cxnLst>
    <dgm:cxn modelId="{9B709561-F55D-4C5F-A869-C586732CADA2}" srcId="{2C8EA471-3542-4573-A8BF-295862507B6E}" destId="{562A1925-3252-4CE5-B0FA-659086B204BD}" srcOrd="1" destOrd="0" parTransId="{A764A0B1-9E07-4CFC-957D-318C2FECDD8B}" sibTransId="{3D401BE5-C907-43A2-A655-1777C397E21D}"/>
    <dgm:cxn modelId="{41FD8F67-C5E6-4AFB-B922-78BEF0F94A53}" type="presOf" srcId="{562A1925-3252-4CE5-B0FA-659086B204BD}" destId="{0EBE7C70-51AD-4402-A9D8-36889ADBC56A}" srcOrd="0" destOrd="1" presId="urn:microsoft.com/office/officeart/2005/8/layout/vList2"/>
    <dgm:cxn modelId="{82DEAC54-3532-4623-A402-37170CD43479}" type="presOf" srcId="{38FFED07-2629-46AB-A563-EAC94C2A86A4}" destId="{C8FDD220-37AD-4C55-AA28-BC4D9DE2EF3E}" srcOrd="0" destOrd="0" presId="urn:microsoft.com/office/officeart/2005/8/layout/vList2"/>
    <dgm:cxn modelId="{000658AB-D335-46C3-867E-B3841245230D}" srcId="{38FFED07-2629-46AB-A563-EAC94C2A86A4}" destId="{2C8EA471-3542-4573-A8BF-295862507B6E}" srcOrd="0" destOrd="0" parTransId="{AF7DC3D0-D652-43AF-B3CB-750837B5EF03}" sibTransId="{18524594-5873-4F44-B544-E376C161E2DA}"/>
    <dgm:cxn modelId="{30E816B2-03CA-497E-B4B6-B7CDF7FB1F79}" srcId="{2C8EA471-3542-4573-A8BF-295862507B6E}" destId="{D073AE1F-622F-41F3-83F6-04C7A451C39E}" srcOrd="0" destOrd="0" parTransId="{307B74E0-6CC8-4E12-943C-8D699B7CEE93}" sibTransId="{2575A064-0E92-424D-B276-19510188817A}"/>
    <dgm:cxn modelId="{DFFA4CCC-4DE5-4613-9E60-157087680BB5}" type="presOf" srcId="{D073AE1F-622F-41F3-83F6-04C7A451C39E}" destId="{0EBE7C70-51AD-4402-A9D8-36889ADBC56A}" srcOrd="0" destOrd="0" presId="urn:microsoft.com/office/officeart/2005/8/layout/vList2"/>
    <dgm:cxn modelId="{1FB9F5E8-1B9D-432A-833A-BD8365CDD95C}" type="presOf" srcId="{2C8EA471-3542-4573-A8BF-295862507B6E}" destId="{B6F44C7D-37FA-4A88-A65B-56F3574B16C2}" srcOrd="0" destOrd="0" presId="urn:microsoft.com/office/officeart/2005/8/layout/vList2"/>
    <dgm:cxn modelId="{C35AB39B-3E67-4044-A9B0-A460AE1371CD}" type="presParOf" srcId="{C8FDD220-37AD-4C55-AA28-BC4D9DE2EF3E}" destId="{B6F44C7D-37FA-4A88-A65B-56F3574B16C2}" srcOrd="0" destOrd="0" presId="urn:microsoft.com/office/officeart/2005/8/layout/vList2"/>
    <dgm:cxn modelId="{D8A13036-04E3-4517-B59A-2C79EF43AFB0}" type="presParOf" srcId="{C8FDD220-37AD-4C55-AA28-BC4D9DE2EF3E}" destId="{0EBE7C70-51AD-4402-A9D8-36889ADBC5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518546"/>
          <a:ext cx="8375924" cy="8766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What should an admin do first to implement any requirement?</a:t>
          </a:r>
        </a:p>
      </dsp:txBody>
      <dsp:txXfrm>
        <a:off x="42792" y="561338"/>
        <a:ext cx="8290340" cy="791023"/>
      </dsp:txXfrm>
    </dsp:sp>
    <dsp:sp modelId="{0EBE7C70-51AD-4402-A9D8-36889ADBC56A}">
      <dsp:nvSpPr>
        <dsp:cNvPr id="0" name=""/>
        <dsp:cNvSpPr/>
      </dsp:nvSpPr>
      <dsp:spPr>
        <a:xfrm>
          <a:off x="0" y="1913700"/>
          <a:ext cx="8375924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936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Configure VEEVA CRM application from online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Synchronized offline using VMOC Org Wide Default</a:t>
          </a:r>
        </a:p>
      </dsp:txBody>
      <dsp:txXfrm>
        <a:off x="0" y="1913700"/>
        <a:ext cx="8375924" cy="1076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520700"/>
          <a:ext cx="8333885" cy="8766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Select the objects that are used and configured by VEEVA</a:t>
          </a:r>
        </a:p>
      </dsp:txBody>
      <dsp:txXfrm>
        <a:off x="42792" y="563492"/>
        <a:ext cx="8248301" cy="791023"/>
      </dsp:txXfrm>
    </dsp:sp>
    <dsp:sp modelId="{0EBE7C70-51AD-4402-A9D8-36889ADBC56A}">
      <dsp:nvSpPr>
        <dsp:cNvPr id="0" name=""/>
        <dsp:cNvSpPr/>
      </dsp:nvSpPr>
      <dsp:spPr>
        <a:xfrm>
          <a:off x="0" y="1678238"/>
          <a:ext cx="8333885" cy="131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Accounts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Contacts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Agent Console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Scorecards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Tab Names and Labels</a:t>
          </a:r>
        </a:p>
      </dsp:txBody>
      <dsp:txXfrm>
        <a:off x="0" y="1678238"/>
        <a:ext cx="8333885" cy="1311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547495"/>
          <a:ext cx="8319230" cy="8766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Identify the menu item/items that is/are accessible to end users </a:t>
          </a:r>
        </a:p>
      </dsp:txBody>
      <dsp:txXfrm>
        <a:off x="42792" y="590287"/>
        <a:ext cx="8233646" cy="791023"/>
      </dsp:txXfrm>
    </dsp:sp>
    <dsp:sp modelId="{0EBE7C70-51AD-4402-A9D8-36889ADBC56A}">
      <dsp:nvSpPr>
        <dsp:cNvPr id="0" name=""/>
        <dsp:cNvSpPr/>
      </dsp:nvSpPr>
      <dsp:spPr>
        <a:xfrm>
          <a:off x="0" y="1904994"/>
          <a:ext cx="831923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136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App Set up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Personal Set up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Both </a:t>
          </a:r>
        </a:p>
      </dsp:txBody>
      <dsp:txXfrm>
        <a:off x="0" y="1904994"/>
        <a:ext cx="8319230" cy="1076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955068"/>
          <a:ext cx="8333885" cy="820853"/>
        </a:xfrm>
        <a:prstGeom prst="round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     Answer: 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Personal Set up 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071" y="995139"/>
        <a:ext cx="8253743" cy="7407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302780"/>
          <a:ext cx="8333885" cy="8766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Login access is granted to VEEVA admin to enable to login as an end user.    Which of the following statement holds good regarding the same?</a:t>
          </a:r>
        </a:p>
      </dsp:txBody>
      <dsp:txXfrm>
        <a:off x="42792" y="345572"/>
        <a:ext cx="8248301" cy="791023"/>
      </dsp:txXfrm>
    </dsp:sp>
    <dsp:sp modelId="{0EBE7C70-51AD-4402-A9D8-36889ADBC56A}">
      <dsp:nvSpPr>
        <dsp:cNvPr id="0" name=""/>
        <dsp:cNvSpPr/>
      </dsp:nvSpPr>
      <dsp:spPr>
        <a:xfrm>
          <a:off x="0" y="1482167"/>
          <a:ext cx="8333885" cy="1244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601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applicable for online and offline modes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Users will have the option to grant or revoke login access to administrators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Access duration can be future dated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option has to be selected in the Setup -&gt; Security Controls &gt; Login Access Policies</a:t>
          </a:r>
        </a:p>
      </dsp:txBody>
      <dsp:txXfrm>
        <a:off x="0" y="1482167"/>
        <a:ext cx="8333885" cy="12445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44C7D-37FA-4A88-A65B-56F3574B16C2}">
      <dsp:nvSpPr>
        <dsp:cNvPr id="0" name=""/>
        <dsp:cNvSpPr/>
      </dsp:nvSpPr>
      <dsp:spPr>
        <a:xfrm>
          <a:off x="0" y="480446"/>
          <a:ext cx="8452124" cy="8766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Administrator Licenses are sufficient to manage the license information </a:t>
          </a:r>
        </a:p>
      </dsp:txBody>
      <dsp:txXfrm>
        <a:off x="42792" y="523238"/>
        <a:ext cx="8366540" cy="791023"/>
      </dsp:txXfrm>
    </dsp:sp>
    <dsp:sp modelId="{0EBE7C70-51AD-4402-A9D8-36889ADBC56A}">
      <dsp:nvSpPr>
        <dsp:cNvPr id="0" name=""/>
        <dsp:cNvSpPr/>
      </dsp:nvSpPr>
      <dsp:spPr>
        <a:xfrm>
          <a:off x="0" y="1837499"/>
          <a:ext cx="8452124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355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TRUE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FALSE</a:t>
          </a:r>
        </a:p>
      </dsp:txBody>
      <dsp:txXfrm>
        <a:off x="0" y="1837499"/>
        <a:ext cx="8452124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3A1FB-12CB-49E6-809F-DA2D2089BF59}" type="datetimeFigureOut">
              <a:rPr lang="en-US" smtClean="0"/>
              <a:pPr/>
              <a:t>7/21/2025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E77-EC63-4CD7-8F8A-914122582C5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7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911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51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230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93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2D6E04-3A2F-4B48-A297-666578EDF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577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5334000"/>
            <a:ext cx="95504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3507" y="6172200"/>
            <a:ext cx="5286707" cy="397014"/>
          </a:xfrm>
          <a:prstGeom prst="rect">
            <a:avLst/>
          </a:prstGeom>
          <a:solidFill>
            <a:schemeClr val="bg1">
              <a:lumMod val="65000"/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929693" y="6186041"/>
            <a:ext cx="286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- PRACTITIONER</a:t>
            </a:r>
          </a:p>
        </p:txBody>
      </p:sp>
    </p:spTree>
    <p:extLst>
      <p:ext uri="{BB962C8B-B14F-4D97-AF65-F5344CB8AC3E}">
        <p14:creationId xmlns:p14="http://schemas.microsoft.com/office/powerpoint/2010/main" val="5074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5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0"/>
            <a:ext cx="9143995" cy="4934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78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5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0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7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90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2304C-66B1-1120-5DD4-A7021E5113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643357"/>
            <a:ext cx="3289301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63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2304C-66B1-1120-5DD4-A7021E5113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643357"/>
            <a:ext cx="3289301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60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B0FDE3-4AD5-06C5-0E7D-9DF7ECBFCD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599" y="1643357"/>
            <a:ext cx="2330451" cy="2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83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2023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2" cy="5666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AF93B-9BFB-DBC8-B972-0D25E38EA4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732" y="1061948"/>
            <a:ext cx="4555068" cy="51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25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 - ligh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© 2023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5"/>
            <a:ext cx="3228341" cy="56667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8E3D3-C194-B841-B075-DAC84FCD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AFE488B-546A-F04A-B54A-A8A9E81A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785364-026C-1848-826F-235C8A0AC5F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353134-6BF9-DFD5-70C5-164F849E31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9732" y="1061948"/>
            <a:ext cx="4555068" cy="5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15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505-C9D5-403B-9D3B-321A20493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buClr>
                <a:schemeClr val="accent3"/>
              </a:buClr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TOC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993F8F-318A-E49E-F121-8CA6DC9998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0" y="291346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66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AB5934-A26E-90AB-75E0-11603F747A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755" y="1611578"/>
            <a:ext cx="4060795" cy="46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51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22E1-FE5F-B452-5DAE-DC0F0E349D1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23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33A01-9A20-FA3A-65AD-A11091DC9A8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18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5DA384-8066-CBB9-8393-7C5A5B46203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0" y="299664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3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10" t="10638" r="15648"/>
          <a:stretch/>
        </p:blipFill>
        <p:spPr>
          <a:xfrm>
            <a:off x="0" y="-1"/>
            <a:ext cx="12192000" cy="6866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0E8CFD-9DDE-024A-8B25-06FBC42612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B841D5-E729-0B48-838D-EA94F2CCBBD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017727-041F-8041-F2AF-6D03315B2C5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70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098" r="11765" b="30863"/>
          <a:stretch/>
        </p:blipFill>
        <p:spPr>
          <a:xfrm>
            <a:off x="0" y="-1"/>
            <a:ext cx="12192000" cy="691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550D2D-C709-0F4A-847A-CB0BEE38C3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41B291C-6CE8-F14B-BD0E-B1C3E37430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45C99C-BFD5-59DF-6BB7-382A55EA1B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23" t="14335" r="14839" b="41847"/>
          <a:stretch/>
        </p:blipFill>
        <p:spPr>
          <a:xfrm>
            <a:off x="-1" y="-1"/>
            <a:ext cx="12215813" cy="6930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C705F0-5703-9D4B-88FE-DB399EC06D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1812207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0840CD1-0279-BD46-8F25-1989D92D03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54D227-27D9-8D0B-5823-2759C913F81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8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5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C8F4C0-B128-9B4A-A493-3A158A484A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C83AEF-A41E-F3A5-41A0-A34DD19D6D7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03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EC0577B-E1A3-BB47-B7CB-EBF6A2B0F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937E25-B6F8-1610-09E3-7DE75BDF0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33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9CCFE82-B8A6-BC48-80D3-A5EA4ECAAE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C7B6A-8FDF-17C6-8EC9-542EE49909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6"/>
            <a:ext cx="2152968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430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2A29E-8145-764B-AB9A-2902135D28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52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DA4B1F-E5E3-9D31-C3C9-A07A6E13BF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41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83D89A3-7746-6A4C-A4B4-55083AFF42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790A18-D092-4631-6908-E29DFC1A71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65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B2312-B937-FFA8-EE1D-40CB7258FB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95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C3714E0-F154-3C48-95D7-D6542B904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55FE01-A547-E549-9FD2-968ECC91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086D4D-AE0E-994F-85B0-5741E54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C7A3CB3C-2056-274C-89F4-0A4481754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624BF2-1391-627C-C6F6-CD47F64D94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469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3C8674-C1AF-A1B3-6E27-58A5E03C11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88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FD6643-4875-0CEB-4F64-5CCD537918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921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9C8C99-BBA1-1042-9B2A-5F6540E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28E9AF-345F-4ECD-43ED-788F2A5E54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53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62E9631-BF87-CC43-9BC1-A43B69D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3F4B7D8-7EA5-AC4B-9A01-F35CCDF0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3586DF7-1DE2-054D-B3DF-425EEC22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CFE70C-14DB-2649-88BF-B8FC4CBAD9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E93ED9-18E2-2B49-8526-1C1145B04C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53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3FC64B-2A4E-8A47-001C-16CD186FA07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3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94AF2A-660C-A4FE-6E22-260BF9FBAF1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52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49D8A8-BD5D-7D07-52A0-C698DA6C65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53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8EDC15-D3AA-788C-27F9-E85E437D87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70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E30922-58AB-E547-4F7C-AC025171D8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6"/>
            <a:ext cx="2152960" cy="24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2"/>
            <a:ext cx="12192000" cy="6858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/>
        </p:nvSpPr>
        <p:spPr>
          <a:xfrm>
            <a:off x="-1367943" y="16824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9" y="381865"/>
            <a:ext cx="2067983" cy="620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2304C-66B1-1120-5DD4-A7021E511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43357"/>
            <a:ext cx="3289301" cy="3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835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49619" y="0"/>
            <a:ext cx="12153015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5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90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6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9" y="381864"/>
            <a:ext cx="2067983" cy="6203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B0FDE3-4AD5-06C5-0E7D-9DF7ECBFCD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1643358"/>
            <a:ext cx="2330451" cy="2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2423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4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1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4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2019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899" y="989146"/>
            <a:ext cx="3228343" cy="5666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1AF93B-9BFB-DBC8-B972-0D25E38EA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733" y="1061949"/>
            <a:ext cx="4555068" cy="51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31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 - ligh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4"/>
            <a:ext cx="1198179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2019 Cognizant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900" y="989146"/>
            <a:ext cx="3228341" cy="56667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8E3D3-C194-B841-B075-DAC84FCD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4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AFE488B-546A-F04A-B54A-A8A9E81A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1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785364-026C-1848-826F-235C8A0AC5F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9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2"/>
                </a:solidFill>
              </a:defRPr>
            </a:lvl2pPr>
            <a:lvl3pPr marL="914377" indent="0">
              <a:buNone/>
              <a:defRPr>
                <a:solidFill>
                  <a:schemeClr val="bg2"/>
                </a:solidFill>
              </a:defRPr>
            </a:lvl3pPr>
            <a:lvl4pPr marL="1371566" indent="0">
              <a:buNone/>
              <a:defRPr>
                <a:solidFill>
                  <a:schemeClr val="bg2"/>
                </a:solidFill>
              </a:defRPr>
            </a:lvl4pPr>
            <a:lvl5pPr marL="1828754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353134-6BF9-DFD5-70C5-164F849E3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9733" y="1061949"/>
            <a:ext cx="4555068" cy="5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3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505-C9D5-403B-9D3B-321A20493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buClr>
                <a:schemeClr val="accent3"/>
              </a:buClr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TOC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5"/>
            <a:ext cx="11368088" cy="3959081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45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289" indent="-230182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993F8F-318A-E49E-F121-8CA6DC999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0" y="291347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60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201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8" y="1903672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3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9" y="381864"/>
            <a:ext cx="2067983" cy="6203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AB5934-A26E-90AB-75E0-11603F747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756" y="1611579"/>
            <a:ext cx="4060795" cy="46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50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822E1-FE5F-B452-5DAE-DC0F0E349D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1" y="299665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381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33A01-9A20-FA3A-65AD-A11091DC9A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1" y="299665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9472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3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5DA384-8066-CBB9-8393-7C5A5B4620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2321" y="299665"/>
            <a:ext cx="2079948" cy="2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4066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10" t="10638" r="15648"/>
          <a:stretch/>
        </p:blipFill>
        <p:spPr>
          <a:xfrm>
            <a:off x="0" y="0"/>
            <a:ext cx="12192000" cy="6866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0E8CFD-9DDE-024A-8B25-06FBC42612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7" y="1812210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B841D5-E729-0B48-838D-EA94F2CCBB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017727-041F-8041-F2AF-6D03315B2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33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098" r="11765" b="30863"/>
          <a:stretch/>
        </p:blipFill>
        <p:spPr>
          <a:xfrm>
            <a:off x="0" y="0"/>
            <a:ext cx="12192000" cy="691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550D2D-C709-0F4A-847A-CB0BEE38C3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7" y="1812210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B41B291C-6CE8-F14B-BD0E-B1C3E3743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45C99C-BFD5-59DF-6BB7-382A55EA1B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4934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131AFB-45B4-604E-904C-658D3FDA7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23" t="14335" r="14839" b="41847"/>
          <a:stretch/>
        </p:blipFill>
        <p:spPr>
          <a:xfrm>
            <a:off x="-1" y="-1"/>
            <a:ext cx="12215813" cy="6930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C705F0-5703-9D4B-88FE-DB399EC06D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7" y="1812210"/>
            <a:ext cx="5172113" cy="2031325"/>
          </a:xfrm>
          <a:noFill/>
          <a:effectLst/>
        </p:spPr>
        <p:txBody>
          <a:bodyPr wrap="square" lIns="182880" tIns="182880" rIns="182880" bIns="182880" anchor="ctr" anchorCtr="0">
            <a:spAutoFit/>
          </a:bodyPr>
          <a:lstStyle>
            <a:lvl1pPr algn="l"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style, copy can go here on a few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0840CD1-0279-BD46-8F25-1989D92D03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54D227-27D9-8D0B-5823-2759C913F8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6041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729644-34C5-1543-86E0-550EBEFDAD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2" t="20936" r="6388" b="390"/>
          <a:stretch/>
        </p:blipFill>
        <p:spPr>
          <a:xfrm>
            <a:off x="11577" y="0"/>
            <a:ext cx="12180425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C8F4C0-B128-9B4A-A493-3A158A484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C83AEF-A41E-F3A5-41A0-A34DD19D6D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72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B358EE7-FC7D-E843-AF2C-8D996FE347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0" t="21108" r="64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EC0577B-E1A3-BB47-B7CB-EBF6A2B0F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937E25-B6F8-1610-09E3-7DE75BDF04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96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 divide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A9B71-FDBF-F042-A42A-6CCE179402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3" t="22108" r="6545" b="-1"/>
          <a:stretch/>
        </p:blipFill>
        <p:spPr>
          <a:xfrm>
            <a:off x="11575" y="1"/>
            <a:ext cx="12192000" cy="687246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9CCFE82-B8A6-BC48-80D3-A5EA4ECAA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C7B6A-8FDF-17C6-8EC9-542EE4990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0" y="291345"/>
            <a:ext cx="2152968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36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2A29E-8145-764B-AB9A-2902135D2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7624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DA4B1F-E5E3-9D31-C3C9-A07A6E13B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0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2" y="992029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1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83D89A3-7746-6A4C-A4B4-55083AFF4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790A18-D092-4631-6908-E29DFC1A7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3084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2" y="992029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1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1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2B2312-B937-FFA8-EE1D-40CB7258F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21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C3714E0-F154-3C48-95D7-D6542B904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55FE01-A547-E549-9FD2-968ECC91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086D4D-AE0E-994F-85B0-5741E54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C7A3CB3C-2056-274C-89F4-0A4481754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624BF2-1391-627C-C6F6-CD47F64D9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14038"/>
      </p:ext>
    </p:extLst>
  </p:cSld>
  <p:clrMapOvr>
    <a:masterClrMapping/>
  </p:clrMapOvr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7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3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3C8674-C1AF-A1B3-6E27-58A5E03C1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77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2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8" y="1196977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5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2" y="1735923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FD6643-4875-0CEB-4F64-5CCD53791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03669"/>
      </p:ext>
    </p:extLst>
  </p:cSld>
  <p:clrMapOvr>
    <a:masterClrMapping/>
  </p:clrMapOvr>
  <p:hf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9C8C99-BBA1-1042-9B2A-5F6540E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9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2" y="1196977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8" y="1196977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9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5" y="1735923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2" y="1735923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28E9AF-345F-4ECD-43ED-788F2A5E5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16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62E9631-BF87-CC43-9BC1-A43B69D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2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2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2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3F4B7D8-7EA5-AC4B-9A01-F35CCDF0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3586DF7-1DE2-054D-B3DF-425EEC22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CFE70C-14DB-2649-88BF-B8FC4CBAD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E93ED9-18E2-2B49-8526-1C1145B04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6570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2" y="5876093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438652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2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2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2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74" indent="-230182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17" indent="-228594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3FC64B-2A4E-8A47-001C-16CD186FA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1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8" y="4201641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189" indent="0">
              <a:buNone/>
              <a:defRPr>
                <a:solidFill>
                  <a:schemeClr val="accent5"/>
                </a:solidFill>
              </a:defRPr>
            </a:lvl2pPr>
            <a:lvl3pPr marL="914377" indent="0">
              <a:buNone/>
              <a:defRPr>
                <a:solidFill>
                  <a:schemeClr val="accent3"/>
                </a:solidFill>
              </a:defRPr>
            </a:lvl3pPr>
            <a:lvl4pPr marL="1371566" indent="0">
              <a:buNone/>
              <a:defRPr>
                <a:solidFill>
                  <a:schemeClr val="accent3"/>
                </a:solidFill>
              </a:defRPr>
            </a:lvl4pPr>
            <a:lvl5pPr marL="1828754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231107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94AF2A-660C-A4FE-6E22-260BF9FBAF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68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49D8A8-BD5D-7D07-52A0-C698DA6C6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9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5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1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8EDC15-D3AA-788C-27F9-E85E437D8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8"/>
            <a:ext cx="2152960" cy="24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41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7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1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E30922-58AB-E547-4F7C-AC025171D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9304" y="291345"/>
            <a:ext cx="2152960" cy="2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28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White Cover Slide,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BA977D-F01B-45A3-A788-241A0D7E09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35981"/>
            <a:ext cx="12192000" cy="9220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61C033-5F13-4DFF-B15B-CE7C811FF2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609600" y="2099452"/>
            <a:ext cx="6705600" cy="1559529"/>
          </a:xfrm>
        </p:spPr>
        <p:txBody>
          <a:bodyPr anchor="b">
            <a:spAutoFit/>
          </a:bodyPr>
          <a:lstStyle>
            <a:lvl1pPr algn="l">
              <a:defRPr sz="50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15D2C-FBBF-4872-8B9B-3345FADF0A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9600" y="4157473"/>
            <a:ext cx="6705600" cy="679673"/>
          </a:xfrm>
        </p:spPr>
        <p:txBody>
          <a:bodyPr>
            <a:sp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0" indent="0" algn="l">
              <a:buClr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2pPr>
            <a:lvl3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  <a:lvl6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6pPr>
            <a:lvl7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7pPr>
            <a:lvl8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8pPr>
            <a:lvl9pPr marL="304792" indent="-304792" algn="l">
              <a:spcBef>
                <a:spcPts val="800"/>
              </a:spcBef>
              <a:buClrTx/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Speaker’s Full Name</a:t>
            </a:r>
          </a:p>
          <a:p>
            <a:pPr lvl="1"/>
            <a:r>
              <a:rPr lang="en-US"/>
              <a:t>Speaker’s title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3BD8E8-263E-4363-B56A-C6544870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609600" y="6343036"/>
            <a:ext cx="1021113" cy="153888"/>
          </a:xfrm>
        </p:spPr>
        <p:txBody>
          <a:bodyPr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 marL="0" indent="0">
              <a:defRPr sz="1000">
                <a:solidFill>
                  <a:schemeClr val="bg1"/>
                </a:solidFill>
              </a:defRPr>
            </a:lvl2pPr>
            <a:lvl3pPr marL="0" indent="0">
              <a:defRPr sz="1000">
                <a:solidFill>
                  <a:schemeClr val="bg1"/>
                </a:solidFill>
              </a:defRPr>
            </a:lvl3pPr>
            <a:lvl4pPr marL="0" indent="0">
              <a:defRPr sz="1000">
                <a:solidFill>
                  <a:schemeClr val="bg1"/>
                </a:solidFill>
              </a:defRPr>
            </a:lvl4pPr>
            <a:lvl5pPr marL="0" indent="0">
              <a:defRPr sz="1000">
                <a:solidFill>
                  <a:schemeClr val="bg1"/>
                </a:solidFill>
              </a:defRPr>
            </a:lvl5pPr>
            <a:lvl6pPr marL="0" indent="0">
              <a:defRPr sz="1000">
                <a:solidFill>
                  <a:schemeClr val="bg1"/>
                </a:solidFill>
              </a:defRPr>
            </a:lvl6pPr>
            <a:lvl7pPr marL="0" indent="0">
              <a:defRPr sz="1000">
                <a:solidFill>
                  <a:schemeClr val="bg1"/>
                </a:solidFill>
              </a:defRPr>
            </a:lvl7pPr>
            <a:lvl8pPr marL="0" indent="0">
              <a:defRPr sz="1000">
                <a:solidFill>
                  <a:schemeClr val="bg1"/>
                </a:solidFill>
              </a:defRPr>
            </a:lvl8pPr>
            <a:lvl9pPr marL="0" indent="0">
              <a:defRPr sz="1000">
                <a:solidFill>
                  <a:schemeClr val="bg1"/>
                </a:solidFill>
              </a:defRPr>
            </a:lvl9pPr>
          </a:lstStyle>
          <a:p>
            <a:r>
              <a:rPr lang="en-US"/>
              <a:t>© 2019 Cognizant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D38650-2189-4A4F-AD30-9C41C4094C5F}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609600" y="3904765"/>
            <a:ext cx="3048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95" y="100820"/>
            <a:ext cx="6518669" cy="147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350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Header &amp; 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17DD-19FC-4C3A-8168-1354DEB9B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682496"/>
            <a:ext cx="11180064" cy="4425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D511AA-6A21-4D17-A7EA-84E88C35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8313F-8A13-4A41-A8D7-31FB2FB074CF}" type="datetime1">
              <a:rPr lang="en-US" smtClean="0"/>
              <a:t>7/21/2025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B1582F7-096C-4E61-A430-37DE800F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2019 Cognizant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DECEAA4-0F33-4B6D-A269-0A7754E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B07E44-2946-4C76-AAE8-51C4712E237F}"/>
              </a:ext>
            </a:extLst>
          </p:cNvPr>
          <p:cNvCxnSpPr>
            <a:cxnSpLocks/>
          </p:cNvCxnSpPr>
          <p:nvPr userDrawn="1"/>
        </p:nvCxnSpPr>
        <p:spPr>
          <a:xfrm>
            <a:off x="506567" y="6254496"/>
            <a:ext cx="1117886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542" y="6338156"/>
            <a:ext cx="2678892" cy="31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9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37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66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68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76" y="6553200"/>
            <a:ext cx="1828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b="1" kern="1200" dirty="0" smtClean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5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4" r:id="rId7"/>
    <p:sldLayoutId id="2147483726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3000" b="0" kern="1200" dirty="0" smtClean="0">
          <a:solidFill>
            <a:schemeClr val="bg1"/>
          </a:solidFill>
          <a:latin typeface="Arial Rounded MT Bold" pitchFamily="34" charset="0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8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6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785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7" y="6325194"/>
            <a:ext cx="1198179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2019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1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24" indent="-230182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66" indent="-230182" algn="l" defTabSz="914377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.salesforce.com/" TargetMode="External"/><Relationship Id="rId2" Type="http://schemas.openxmlformats.org/officeDocument/2006/relationships/hyperlink" Target="https://login.salesforce.com/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ogin.salesforce.com/packaging/installPackage.apexp?p0=04tF0000000JHh6" TargetMode="Externa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5098"/>
            <a:ext cx="6882385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VEEVA Admin Console</a:t>
            </a:r>
            <a:b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LEVEL - PRACTITIONER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6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40351"/>
            <a:ext cx="10807700" cy="4191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the previous Module – </a:t>
            </a:r>
            <a:r>
              <a:rPr lang="en-US" i="1" dirty="0"/>
              <a:t>Introduction to VEEVA</a:t>
            </a:r>
            <a:r>
              <a:rPr lang="en-US" dirty="0"/>
              <a:t>, you learnt to ...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Define VEEVA Systems</a:t>
            </a:r>
          </a:p>
          <a:p>
            <a:pPr lvl="1"/>
            <a:r>
              <a:rPr lang="en-US" dirty="0"/>
              <a:t>Explore VEEVA CRM Architecture &amp; VEEVA product suites</a:t>
            </a:r>
          </a:p>
          <a:p>
            <a:pPr lvl="1"/>
            <a:r>
              <a:rPr lang="en-US" dirty="0"/>
              <a:t>Identify CRM language interface compatibility </a:t>
            </a:r>
          </a:p>
          <a:p>
            <a:pPr lvl="1"/>
            <a:r>
              <a:rPr lang="en-US" dirty="0"/>
              <a:t>Choose supported platforms for VEEVA CRM</a:t>
            </a:r>
          </a:p>
          <a:p>
            <a:pPr lvl="1"/>
            <a:r>
              <a:rPr lang="en-US" dirty="0"/>
              <a:t>Identify Product upgrade and New feature releases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/>
              <a:t>And now</a:t>
            </a:r>
            <a:r>
              <a:rPr lang="en-US" sz="1800" dirty="0"/>
              <a:t> ...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Recap ...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16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40351"/>
            <a:ext cx="9035143" cy="12790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Admins can meet most of the business requirements with </a:t>
            </a:r>
            <a:r>
              <a:rPr lang="en-US" sz="1600" b="1" dirty="0"/>
              <a:t>out of the box </a:t>
            </a:r>
            <a:r>
              <a:rPr lang="en-US" sz="1600" dirty="0"/>
              <a:t>VEEVA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VEEVA admin must configure VEEVA CRM application from online first and then, synchronize offline using VMOC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Do You Know</a:t>
            </a:r>
            <a:endParaRPr lang="en-US" dirty="0"/>
          </a:p>
        </p:txBody>
      </p:sp>
      <p:pic>
        <p:nvPicPr>
          <p:cNvPr id="6" name="Picture 2" descr="D:\Images\Images\Question\shutterstock_157594730.jpg">
            <a:extLst>
              <a:ext uri="{FF2B5EF4-FFF2-40B4-BE49-F238E27FC236}">
                <a16:creationId xmlns:a16="http://schemas.microsoft.com/office/drawing/2014/main" id="{64592D1B-C34B-6ED6-EC9D-315FFBD643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2" b="14047"/>
          <a:stretch/>
        </p:blipFill>
        <p:spPr bwMode="auto">
          <a:xfrm>
            <a:off x="5257800" y="2820264"/>
            <a:ext cx="3376023" cy="249738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244506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676400"/>
            <a:ext cx="10807700" cy="4191000"/>
          </a:xfrm>
        </p:spPr>
        <p:txBody>
          <a:bodyPr/>
          <a:lstStyle/>
          <a:p>
            <a:r>
              <a:rPr lang="en-US" dirty="0"/>
              <a:t>After completing this chapter, you will learn to:</a:t>
            </a:r>
          </a:p>
          <a:p>
            <a:pPr marL="0" indent="0">
              <a:buNone/>
            </a:pPr>
            <a:endParaRPr lang="en-US" sz="1800" dirty="0"/>
          </a:p>
          <a:p>
            <a:pPr lvl="1"/>
            <a:r>
              <a:rPr lang="en-US" dirty="0"/>
              <a:t>Define typical VEEVA Administrator responsibilities</a:t>
            </a:r>
          </a:p>
          <a:p>
            <a:pPr lvl="1"/>
            <a:r>
              <a:rPr lang="en-US" dirty="0"/>
              <a:t>Visualize VEEVA CRM interface - look &amp; feel</a:t>
            </a:r>
          </a:p>
          <a:p>
            <a:pPr lvl="1"/>
            <a:r>
              <a:rPr lang="en-US" dirty="0"/>
              <a:t>Access the main areas of Admin Console</a:t>
            </a:r>
          </a:p>
          <a:p>
            <a:pPr lvl="1"/>
            <a:r>
              <a:rPr lang="en-US" dirty="0"/>
              <a:t>Work with Identity configuration in VEEVA</a:t>
            </a:r>
          </a:p>
          <a:p>
            <a:pPr lvl="1"/>
            <a:r>
              <a:rPr lang="en-US" dirty="0"/>
              <a:t>Manage Company 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805934"/>
            <a:ext cx="10807700" cy="369332"/>
          </a:xfrm>
        </p:spPr>
        <p:txBody>
          <a:bodyPr/>
          <a:lstStyle/>
          <a:p>
            <a:r>
              <a:rPr lang="en-US" sz="2400" dirty="0"/>
              <a:t>Objectives</a:t>
            </a:r>
            <a:endParaRPr lang="en-US" dirty="0"/>
          </a:p>
        </p:txBody>
      </p:sp>
      <p:pic>
        <p:nvPicPr>
          <p:cNvPr id="6" name="Picture 2" descr="D:\Images\Images\Objective\shutterstock_67901683.jpg">
            <a:extLst>
              <a:ext uri="{FF2B5EF4-FFF2-40B4-BE49-F238E27FC236}">
                <a16:creationId xmlns:a16="http://schemas.microsoft.com/office/drawing/2014/main" id="{33B263BB-93B3-C2C1-6244-642316024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00" y="609600"/>
            <a:ext cx="2748038" cy="41220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313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40351"/>
            <a:ext cx="4844143" cy="4191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VEEVA CRM, built-on SalesForce.com platform, is a customer relationship management product offering that is specialized for the Life Sciences industry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this module, we will see how VEEVA Administrators can manage and maintain the application (esp. metadata) using the declarative features of Salesforce.com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Overview</a:t>
            </a:r>
            <a:endParaRPr lang="en-US" dirty="0"/>
          </a:p>
        </p:txBody>
      </p:sp>
      <p:pic>
        <p:nvPicPr>
          <p:cNvPr id="6" name="Picture 2" descr="D:\Images\Images\Overview\shutterstock_72689296.jpg">
            <a:extLst>
              <a:ext uri="{FF2B5EF4-FFF2-40B4-BE49-F238E27FC236}">
                <a16:creationId xmlns:a16="http://schemas.microsoft.com/office/drawing/2014/main" id="{E85BE098-A9AC-9003-A158-D09D3DCDA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838200"/>
            <a:ext cx="2895601" cy="434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78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529" y="2133086"/>
            <a:ext cx="6245891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VEEVA Admin Console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4254250"/>
            <a:ext cx="5638800" cy="632150"/>
          </a:xfrm>
        </p:spPr>
        <p:txBody>
          <a:bodyPr/>
          <a:lstStyle/>
          <a:p>
            <a:r>
              <a:rPr lang="en-US" sz="3200" b="1" dirty="0"/>
              <a:t>VEEVA Admin Responsibilities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Cognizant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810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40351"/>
            <a:ext cx="10807700" cy="41910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b="1" dirty="0"/>
              <a:t>VEEVA Admin responsibilities are broadly classified into the following:</a:t>
            </a:r>
          </a:p>
          <a:p>
            <a:pPr>
              <a:defRPr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Gather, capture and document the Requirements of VEEVA Application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Configure the application based on the requirements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Set up &amp; manage - users, licenses, profiles, roles, territory hierarchy etc.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Import (set up) and maintain business data and functionality access in VEEVA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Territory Alignment for Accounts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Deploy and seed data to and from offline platforms like </a:t>
            </a:r>
            <a:r>
              <a:rPr lang="en-US" sz="1600" dirty="0" err="1"/>
              <a:t>iRep</a:t>
            </a:r>
            <a:r>
              <a:rPr lang="en-US" sz="1600" dirty="0"/>
              <a:t> &amp; Windows 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VEEVA Admin Responsibilities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56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529" y="2133086"/>
            <a:ext cx="6245891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VEEVA Admin Console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254250"/>
            <a:ext cx="6781799" cy="632150"/>
          </a:xfrm>
        </p:spPr>
        <p:txBody>
          <a:bodyPr/>
          <a:lstStyle/>
          <a:p>
            <a:r>
              <a:rPr lang="en-US" sz="3200" b="1" dirty="0"/>
              <a:t>VEEVA CRM Interface &amp; Administration Console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Cognizant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62000" y="5486400"/>
            <a:ext cx="4013178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40351"/>
            <a:ext cx="10025743" cy="41910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b="1" dirty="0"/>
              <a:t>VEEVA application - Login:</a:t>
            </a:r>
          </a:p>
          <a:p>
            <a:pPr>
              <a:defRPr/>
            </a:pPr>
            <a:endParaRPr lang="en-US" sz="1800" dirty="0"/>
          </a:p>
          <a:p>
            <a:pPr>
              <a:defRPr/>
            </a:pPr>
            <a:r>
              <a:rPr lang="en-US" sz="1800" dirty="0"/>
              <a:t>Similar to Salesforce.com, VEEVA CRM can be accessed from Production and Sandbox environments. Standard login URL formats apply</a:t>
            </a:r>
          </a:p>
          <a:p>
            <a:pPr lvl="1">
              <a:defRPr/>
            </a:pPr>
            <a:r>
              <a:rPr lang="en-US" sz="1600" dirty="0">
                <a:hlinkClick r:id="rId2"/>
              </a:rPr>
              <a:t>https://login.salesforce.com</a:t>
            </a:r>
            <a:r>
              <a:rPr lang="en-US" sz="1600" dirty="0"/>
              <a:t> – Production</a:t>
            </a:r>
          </a:p>
          <a:p>
            <a:pPr lvl="1">
              <a:defRPr/>
            </a:pPr>
            <a:r>
              <a:rPr lang="en-US" sz="1600" dirty="0">
                <a:hlinkClick r:id="rId3"/>
              </a:rPr>
              <a:t>https://test.salesforce.com</a:t>
            </a:r>
            <a:r>
              <a:rPr lang="en-US" sz="1600" dirty="0"/>
              <a:t> – Sandbox</a:t>
            </a:r>
          </a:p>
          <a:p>
            <a:pPr marL="0" indent="0">
              <a:buNone/>
              <a:defRPr/>
            </a:pP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VEEVA CRM Interface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6F11C-A120-4355-B4E4-620C0B642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505" y="3987164"/>
            <a:ext cx="5148263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2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52401" y="1540351"/>
            <a:ext cx="8763000" cy="4191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You must login as an VEEVA admin to configure VEEVA CRM application</a:t>
            </a:r>
          </a:p>
          <a:p>
            <a:pPr marL="285750" indent="-285750"/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All Metadata configuration is done through VEEVA CRM online application Setup Console</a:t>
            </a:r>
          </a:p>
          <a:p>
            <a:pPr marL="865188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Navigation: Login to VEEVA CRM as Administrator &gt; Admin User &gt;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Admin Console has </a:t>
            </a:r>
            <a:r>
              <a:rPr lang="en-US" sz="1800" b="1" dirty="0"/>
              <a:t>Three</a:t>
            </a:r>
            <a:r>
              <a:rPr lang="en-US" sz="1800" dirty="0"/>
              <a:t> Main Components, namely:</a:t>
            </a:r>
          </a:p>
          <a:p>
            <a:pPr marL="865188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Personal Setup</a:t>
            </a:r>
            <a:r>
              <a:rPr lang="en-US" dirty="0"/>
              <a:t>: Set up Personal Information, Email, Import, Desktop Settings etc.</a:t>
            </a:r>
          </a:p>
          <a:p>
            <a:pPr marL="865188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App Setup</a:t>
            </a:r>
            <a:r>
              <a:rPr lang="en-US" sz="1600" dirty="0"/>
              <a:t>: Manage Standard &amp; Custom Objects (fields, page layouts, others), Apex classes, VF components, Deployment options, etc.</a:t>
            </a:r>
          </a:p>
          <a:p>
            <a:pPr marL="865188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Administration Setup</a:t>
            </a:r>
            <a:r>
              <a:rPr lang="en-US" sz="1600" dirty="0"/>
              <a:t>: Manage users, apps, territories, company profile, Data Management, etc. 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Access the Setup Console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498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52401" y="1540351"/>
            <a:ext cx="8763000" cy="4191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Personal setup and customization options to help users personalize the application: 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dirty="0"/>
              <a:t>This is the only setup menu accessible to end users</a:t>
            </a:r>
          </a:p>
          <a:p>
            <a:pPr marL="392112" indent="-285750">
              <a:buFont typeface="Arial" panose="020B0604020202020204" pitchFamily="34" charset="0"/>
              <a:buChar char="•"/>
            </a:pPr>
            <a:r>
              <a:rPr lang="en-US" sz="1800" dirty="0"/>
              <a:t>End users need to be trained to access the following major information: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dirty="0"/>
              <a:t>Personal Information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dirty="0"/>
              <a:t>Change Password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dirty="0"/>
              <a:t>Grant Login Access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dirty="0"/>
              <a:t>Email Settings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Setup Console – Personal Setup</a:t>
            </a:r>
            <a:endParaRPr lang="en-US" dirty="0"/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073BBC8B-F145-5AE0-20BB-27B429DAD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402" y="3874819"/>
            <a:ext cx="2634705" cy="2561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F1548F-00DB-6CE2-B769-13951E1E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120" y="2743199"/>
            <a:ext cx="1942222" cy="371507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3809C61-FE4A-A74F-169B-67AC5F6850F2}"/>
              </a:ext>
            </a:extLst>
          </p:cNvPr>
          <p:cNvSpPr/>
          <p:nvPr/>
        </p:nvSpPr>
        <p:spPr>
          <a:xfrm>
            <a:off x="3296270" y="4814776"/>
            <a:ext cx="1881666" cy="13822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29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52400" y="1540351"/>
            <a:ext cx="9067799" cy="4191000"/>
          </a:xfrm>
        </p:spPr>
        <p:txBody>
          <a:bodyPr/>
          <a:lstStyle/>
          <a:p>
            <a:pPr marL="285750" indent="-285750"/>
            <a:r>
              <a:rPr lang="en-US" sz="1800" dirty="0"/>
              <a:t>App Setup area provides options to customize, create, develop, deploy and manage VEEVA (Salesforce.com) CRM, apart from the below mentioned options</a:t>
            </a:r>
          </a:p>
          <a:p>
            <a:pPr marL="685800" lvl="1"/>
            <a:r>
              <a:rPr lang="en-US" b="1" dirty="0"/>
              <a:t>Lightning App Builder: </a:t>
            </a:r>
            <a:r>
              <a:rPr lang="en-US" dirty="0"/>
              <a:t>Provides easy to use graphical interface for creating custom Lightning Pages for Salesforce Lightning Experience and mobile app</a:t>
            </a:r>
          </a:p>
          <a:p>
            <a:pPr marL="685800" lvl="1"/>
            <a:r>
              <a:rPr lang="en-US" b="1" dirty="0"/>
              <a:t>Canvas App Builder:</a:t>
            </a:r>
            <a:r>
              <a:rPr lang="en-US" dirty="0"/>
              <a:t> Provides preview of Canvas apps before publishing them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Setup Console – App Setup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F149D1-B4D5-DB73-FED6-2756E2EA0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429000"/>
            <a:ext cx="5806943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63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Setup Console – App Setup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3D08660-62E8-4155-2F9F-DA74EE697371}"/>
              </a:ext>
            </a:extLst>
          </p:cNvPr>
          <p:cNvSpPr txBox="1">
            <a:spLocks/>
          </p:cNvSpPr>
          <p:nvPr/>
        </p:nvSpPr>
        <p:spPr>
          <a:xfrm>
            <a:off x="-228600" y="605307"/>
            <a:ext cx="7613804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Font typeface="Arial" panose="020B0604020202020204" pitchFamily="34" charset="0"/>
              <a:buNone/>
            </a:pPr>
            <a:endParaRPr lang="en-US" b="1" dirty="0"/>
          </a:p>
          <a:p>
            <a:pPr marL="400050" lvl="1" indent="0">
              <a:buFont typeface="Arial" panose="020B0604020202020204" pitchFamily="34" charset="0"/>
              <a:buNone/>
            </a:pPr>
            <a:endParaRPr lang="en-US" b="1" dirty="0"/>
          </a:p>
          <a:p>
            <a:pPr marL="685800" lvl="1"/>
            <a:r>
              <a:rPr lang="en-US" b="1" dirty="0"/>
              <a:t>Installed Packages: </a:t>
            </a:r>
            <a:r>
              <a:rPr lang="en-US" dirty="0"/>
              <a:t>View and manage packages installed from AppExchange</a:t>
            </a:r>
            <a:endParaRPr lang="en-US" b="1" dirty="0"/>
          </a:p>
          <a:p>
            <a:pPr marL="685800" lvl="1"/>
            <a:r>
              <a:rPr lang="en-US" b="1" dirty="0"/>
              <a:t>AppExchange Marketplace: </a:t>
            </a:r>
            <a:r>
              <a:rPr lang="en-US" dirty="0"/>
              <a:t>App Store for Salesforce.com</a:t>
            </a:r>
          </a:p>
          <a:p>
            <a:pPr marL="40005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685800" lvl="1"/>
            <a:endParaRPr lang="en-US" dirty="0"/>
          </a:p>
          <a:p>
            <a:pPr marL="685800" lvl="1"/>
            <a:r>
              <a:rPr lang="en-US" b="1" dirty="0"/>
              <a:t>Critical Updates: </a:t>
            </a:r>
            <a:r>
              <a:rPr lang="en-US" dirty="0"/>
              <a:t>Admin can control critical updates enablement for the organization</a:t>
            </a:r>
          </a:p>
          <a:p>
            <a:pPr marL="40005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endParaRPr lang="en-US" sz="1800" dirty="0"/>
          </a:p>
          <a:p>
            <a:pPr marL="685800" lvl="1"/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B5A27A-69CE-42BC-A521-8F39B88D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3" y="2271490"/>
            <a:ext cx="2080440" cy="1539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D07A65-A853-FC52-3D81-F499F8A1B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807" y="2271490"/>
            <a:ext cx="4930567" cy="161558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9961532-A6AF-D8A9-3DF8-BE6A86F24E5E}"/>
              </a:ext>
            </a:extLst>
          </p:cNvPr>
          <p:cNvSpPr/>
          <p:nvPr/>
        </p:nvSpPr>
        <p:spPr>
          <a:xfrm>
            <a:off x="2321265" y="3579378"/>
            <a:ext cx="1850542" cy="762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1A2E2F-D723-DB0D-4A0D-A932E3B0C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725229"/>
            <a:ext cx="4320914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27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App Setup - Customize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6BFD7FE-172C-0CF8-3588-98CBBAC82FA7}"/>
              </a:ext>
            </a:extLst>
          </p:cNvPr>
          <p:cNvSpPr txBox="1">
            <a:spLocks/>
          </p:cNvSpPr>
          <p:nvPr/>
        </p:nvSpPr>
        <p:spPr>
          <a:xfrm>
            <a:off x="204776" y="1218565"/>
            <a:ext cx="10972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Customize under App Setup</a:t>
            </a:r>
          </a:p>
          <a:p>
            <a:pPr marL="285750" indent="-285750"/>
            <a:endParaRPr lang="en-US" sz="1800" dirty="0"/>
          </a:p>
          <a:p>
            <a:pPr marL="285750" indent="-285750"/>
            <a:r>
              <a:rPr lang="en-US" sz="1800" dirty="0"/>
              <a:t>Although all Salesforce objects are available in Admin Console (under App Setup &gt; Customize), only few standard objects are used by VEEVA and should be configured further  </a:t>
            </a:r>
          </a:p>
          <a:p>
            <a:pPr marL="685800" lvl="1"/>
            <a:r>
              <a:rPr lang="en-US" dirty="0"/>
              <a:t>Tab Names and Labels, Home, Activities</a:t>
            </a:r>
          </a:p>
          <a:p>
            <a:pPr marL="685800" lvl="1"/>
            <a:r>
              <a:rPr lang="en-US" dirty="0"/>
              <a:t>Accounts, Contacts</a:t>
            </a:r>
          </a:p>
          <a:p>
            <a:pPr marL="685800" lvl="1"/>
            <a:r>
              <a:rPr lang="en-US" dirty="0"/>
              <a:t>Users</a:t>
            </a:r>
          </a:p>
          <a:p>
            <a:pPr marL="685800" lvl="1"/>
            <a:r>
              <a:rPr lang="en-US" dirty="0"/>
              <a:t>Reports &amp; Dashboards, Search, Chatter, EMAIL (User Interface)</a:t>
            </a:r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endParaRPr lang="en-US" sz="1800" dirty="0"/>
          </a:p>
          <a:p>
            <a:pPr marL="685800" lvl="1"/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E1842D-DF44-B6E3-6F16-ACD586DE4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270" y="2610422"/>
            <a:ext cx="1700985" cy="17009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A0CC60-FB82-E2F8-3E3E-D2FC24E9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118" y="4460553"/>
            <a:ext cx="5072369" cy="14558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C556F3-700A-277F-3138-D084BFF31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23" y="3947345"/>
            <a:ext cx="5212661" cy="19260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9668B0-A432-25A5-6296-6C1C146BB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6" y="6065541"/>
            <a:ext cx="8913159" cy="3268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091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App Setup - Create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AFD4FA-2BE6-A6D4-92C9-56F2C98684F1}"/>
              </a:ext>
            </a:extLst>
          </p:cNvPr>
          <p:cNvSpPr txBox="1">
            <a:spLocks/>
          </p:cNvSpPr>
          <p:nvPr/>
        </p:nvSpPr>
        <p:spPr>
          <a:xfrm>
            <a:off x="152400" y="1171912"/>
            <a:ext cx="7239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  </a:t>
            </a:r>
            <a:r>
              <a:rPr lang="en-US" b="1" dirty="0"/>
              <a:t>Create under App Setup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area provides point-and-click tool to configure the VEEVA CRM application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dirty="0"/>
              <a:t>Admin does not require any coding skill for this configuration</a:t>
            </a:r>
          </a:p>
          <a:p>
            <a:pPr marL="161924" indent="-285750">
              <a:buFont typeface="Arial" panose="020B0604020202020204" pitchFamily="34" charset="0"/>
              <a:buChar char="•"/>
            </a:pPr>
            <a:r>
              <a:rPr lang="en-US" sz="1800" dirty="0"/>
              <a:t>VEEVA is a custom Salesforce application and provides many components out-of-the-box including the following: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Applications</a:t>
            </a:r>
            <a:r>
              <a:rPr lang="en-US" dirty="0"/>
              <a:t>: Manage custom apps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Objects</a:t>
            </a:r>
            <a:r>
              <a:rPr lang="en-US" dirty="0"/>
              <a:t>: Pharma specific metadata and business logic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Report Types</a:t>
            </a:r>
            <a:r>
              <a:rPr lang="en-US" dirty="0"/>
              <a:t>: Set of objects to create custom report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Tabs</a:t>
            </a:r>
            <a:r>
              <a:rPr lang="en-US" dirty="0"/>
              <a:t>: Manage custom object and visual force tabs</a:t>
            </a:r>
          </a:p>
          <a:p>
            <a:pPr marL="741362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Workflow and Approvals</a:t>
            </a:r>
            <a:r>
              <a:rPr lang="en-US" dirty="0"/>
              <a:t>: Create automated business processes that send email alerts, assign tasks, update fields</a:t>
            </a:r>
          </a:p>
          <a:p>
            <a:pPr marL="68580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pPr marL="685800" lvl="1"/>
            <a:endParaRPr lang="en-US" dirty="0"/>
          </a:p>
          <a:p>
            <a:endParaRPr lang="en-US" sz="1800" dirty="0"/>
          </a:p>
          <a:p>
            <a:pPr marL="685800" lvl="1"/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C5427-7323-3405-3CB6-1BCC126AB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902688"/>
            <a:ext cx="3833686" cy="1300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A8A62C-6A09-3EDA-58B6-5574FCB9F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04" y="2447571"/>
            <a:ext cx="2815275" cy="10207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B46721-2F2A-9686-467F-9E2661884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3810000"/>
            <a:ext cx="1596813" cy="2327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DFA51A-C0FA-20E4-AF55-9C4D30D5C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098" y="5028427"/>
            <a:ext cx="1444521" cy="1461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2B06EE-84CD-8B56-F522-A76E6B22D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4522" y="3810000"/>
            <a:ext cx="1336764" cy="20077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FB4524-3929-AD03-2C36-1818BD88A3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5674" y="4997325"/>
            <a:ext cx="1491872" cy="14756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2092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83502" y="1828800"/>
            <a:ext cx="10363200" cy="4191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Develop under App Setup</a:t>
            </a:r>
            <a:endParaRPr lang="en-US" sz="1800" dirty="0"/>
          </a:p>
          <a:p>
            <a:pPr marL="285750" indent="-285750"/>
            <a:r>
              <a:rPr lang="en-US" sz="1800" dirty="0"/>
              <a:t>This development menu contains components which implement VEEVA out of box application logic- </a:t>
            </a:r>
          </a:p>
          <a:p>
            <a:pPr lvl="1"/>
            <a:r>
              <a:rPr lang="en-US" sz="1600" b="1" dirty="0"/>
              <a:t>      Apex Class</a:t>
            </a:r>
          </a:p>
          <a:p>
            <a:pPr lvl="1"/>
            <a:r>
              <a:rPr lang="en-US" sz="1600" b="1" dirty="0"/>
              <a:t>      Apex Trigger</a:t>
            </a:r>
          </a:p>
          <a:p>
            <a:pPr lvl="1"/>
            <a:r>
              <a:rPr lang="en-US" sz="1600" b="1" dirty="0"/>
              <a:t>      Visualforce Page </a:t>
            </a:r>
          </a:p>
          <a:p>
            <a:pPr lvl="1"/>
            <a:r>
              <a:rPr lang="en-US" sz="1600" b="1" dirty="0"/>
              <a:t>      Custom Settings</a:t>
            </a:r>
          </a:p>
          <a:p>
            <a:r>
              <a:rPr lang="en-US" sz="1800" dirty="0"/>
              <a:t>Use customization </a:t>
            </a:r>
            <a:r>
              <a:rPr lang="en-US" sz="1800" b="1" dirty="0"/>
              <a:t>only if</a:t>
            </a:r>
            <a:r>
              <a:rPr lang="en-US" sz="1800" dirty="0"/>
              <a:t> the requirement cannot be met by using out of the box VEEVA functionalities or by any kind of configuration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1947" y="914400"/>
            <a:ext cx="10807700" cy="369332"/>
          </a:xfrm>
        </p:spPr>
        <p:txBody>
          <a:bodyPr/>
          <a:lstStyle/>
          <a:p>
            <a:r>
              <a:rPr lang="en-US" sz="2400" dirty="0"/>
              <a:t>App Setup – Develop 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4A7029-EBC4-F8BA-7EAF-2970BE8BD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3474477"/>
            <a:ext cx="1988992" cy="2789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1FD23-C571-CD0C-8A55-4C083D708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510887"/>
            <a:ext cx="1996613" cy="17527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6F2B1D-9C17-70F1-EC6E-AC957C2B6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754" y="4762369"/>
            <a:ext cx="2065199" cy="15012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2939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83502" y="1828800"/>
            <a:ext cx="7817498" cy="4191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Deploy under App Setup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area provides tools to migrate metadata between environments:</a:t>
            </a:r>
          </a:p>
          <a:p>
            <a:pPr marL="1027112" lvl="2" indent="-285750">
              <a:buFont typeface="Courier New" panose="02070309020205020404" pitchFamily="49" charset="0"/>
              <a:buChar char="o"/>
            </a:pPr>
            <a:r>
              <a:rPr lang="en-US" dirty="0"/>
              <a:t>Production environment</a:t>
            </a:r>
          </a:p>
          <a:p>
            <a:pPr marL="1027112" lvl="2" indent="-285750">
              <a:buFont typeface="Courier New" panose="02070309020205020404" pitchFamily="49" charset="0"/>
              <a:buChar char="o"/>
            </a:pPr>
            <a:r>
              <a:rPr lang="en-US" dirty="0"/>
              <a:t>Sandbox associated with same production</a:t>
            </a:r>
          </a:p>
          <a:p>
            <a:pPr marL="392112" indent="-285750">
              <a:buFont typeface="Arial" panose="020B0604020202020204" pitchFamily="34" charset="0"/>
              <a:buChar char="•"/>
            </a:pPr>
            <a:r>
              <a:rPr lang="en-US" sz="1800" dirty="0"/>
              <a:t>Change Set</a:t>
            </a:r>
          </a:p>
          <a:p>
            <a:pPr marL="1027112" lvl="2" indent="-285750">
              <a:buFont typeface="Courier New" panose="02070309020205020404" pitchFamily="49" charset="0"/>
              <a:buChar char="o"/>
            </a:pPr>
            <a:r>
              <a:rPr lang="en-US" dirty="0"/>
              <a:t>Collection of changes made in one org (Sandbox) and packaged to migrate to another related org (Production or other related Sandbox)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1947" y="914400"/>
            <a:ext cx="10807700" cy="369332"/>
          </a:xfrm>
        </p:spPr>
        <p:txBody>
          <a:bodyPr/>
          <a:lstStyle/>
          <a:p>
            <a:r>
              <a:rPr lang="en-US" sz="2400" dirty="0"/>
              <a:t>App Setup - Deploy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30132-1C77-00A3-87B5-35A367530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120" y="762000"/>
            <a:ext cx="2048124" cy="2514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743300-C69D-2172-1910-D3867FA3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20" y="3466826"/>
            <a:ext cx="2048124" cy="30574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9482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81947" y="1436132"/>
            <a:ext cx="7209453" cy="4191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area provides utilities to manipulate data in the application</a:t>
            </a:r>
          </a:p>
          <a:p>
            <a:pPr marL="0" indent="0">
              <a:buNone/>
            </a:pPr>
            <a:r>
              <a:rPr lang="en-US" sz="1800" dirty="0"/>
              <a:t>Primary focus areas for VEEVA CRM admin are:</a:t>
            </a:r>
          </a:p>
          <a:p>
            <a:pPr marL="685800" lvl="1"/>
            <a:r>
              <a:rPr lang="en-US" b="1" dirty="0"/>
              <a:t>Manage Users: </a:t>
            </a:r>
            <a:r>
              <a:rPr lang="en-US" dirty="0"/>
              <a:t>Manage user details, Configure Role, Profile and Permission Set</a:t>
            </a:r>
          </a:p>
          <a:p>
            <a:pPr marL="685800" lvl="1"/>
            <a:r>
              <a:rPr lang="en-US" b="1" dirty="0"/>
              <a:t>Manage Territories: </a:t>
            </a:r>
            <a:r>
              <a:rPr lang="en-US" dirty="0"/>
              <a:t>Territory hierarchy should be same as role hierarchy</a:t>
            </a:r>
          </a:p>
          <a:p>
            <a:pPr marL="685800" lvl="1"/>
            <a:r>
              <a:rPr lang="en-US" b="1" dirty="0"/>
              <a:t>Company Profile: </a:t>
            </a:r>
            <a:r>
              <a:rPr lang="en-US" dirty="0"/>
              <a:t>Manage organization details</a:t>
            </a:r>
          </a:p>
          <a:p>
            <a:pPr marL="685800" lvl="1"/>
            <a:r>
              <a:rPr lang="en-US" b="1" dirty="0"/>
              <a:t>Translation Workbench: </a:t>
            </a:r>
            <a:r>
              <a:rPr lang="en-US" dirty="0"/>
              <a:t>Provide translation for other languages Salesforce and VEEVA supports</a:t>
            </a:r>
          </a:p>
          <a:p>
            <a:pPr marL="685800" lvl="1"/>
            <a:r>
              <a:rPr lang="en-US" b="1" dirty="0"/>
              <a:t>Data Management: </a:t>
            </a:r>
            <a:r>
              <a:rPr lang="en-US" dirty="0"/>
              <a:t>Data loader and Sandboxes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1947" y="914400"/>
            <a:ext cx="10807700" cy="369332"/>
          </a:xfrm>
        </p:spPr>
        <p:txBody>
          <a:bodyPr/>
          <a:lstStyle/>
          <a:p>
            <a:r>
              <a:rPr lang="en-US" sz="2400" dirty="0"/>
              <a:t>Setup Console – Administration Setup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76C099-E79F-CB27-3E00-B40F0689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456" y="914400"/>
            <a:ext cx="1789027" cy="2487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32386E-CF1C-06A9-0404-5D104A3A4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944" y="896471"/>
            <a:ext cx="1846591" cy="28198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7829B1-7C76-5C99-DD32-E17F15483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919" y="3526942"/>
            <a:ext cx="1712103" cy="29719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8A9750-97B2-5408-3DC5-0D93D7B6E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47" y="3829037"/>
            <a:ext cx="1863098" cy="2445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B494C3-1398-5EB9-E106-88C744374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9287" y="4598376"/>
            <a:ext cx="2575213" cy="18960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9647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81947" y="1436132"/>
            <a:ext cx="7209453" cy="4191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area provides utilities to manipulate data in the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Primary focus areas for VEEVA CRM admin are:</a:t>
            </a:r>
          </a:p>
          <a:p>
            <a:pPr marL="865188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Security Controls: </a:t>
            </a:r>
            <a:r>
              <a:rPr lang="en-US" dirty="0"/>
              <a:t>Sharing and Security, Password policy, SSO, Audit Trail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1947" y="914400"/>
            <a:ext cx="10807700" cy="369332"/>
          </a:xfrm>
        </p:spPr>
        <p:txBody>
          <a:bodyPr/>
          <a:lstStyle/>
          <a:p>
            <a:r>
              <a:rPr lang="en-US" sz="2400" dirty="0"/>
              <a:t>Setup Console – Administration Setup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8E1530-BF8B-69C2-5366-317F9574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600622"/>
            <a:ext cx="4343400" cy="18311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517AEF-A5CE-178B-F2B3-84701657E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4507951"/>
            <a:ext cx="8001000" cy="18278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FCA19D-40FF-EDB1-2BBB-DC9F9E4D9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843" y="1953236"/>
            <a:ext cx="3599200" cy="24652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4500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529" y="2133086"/>
            <a:ext cx="6245891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VEEVA Admin Console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254250"/>
            <a:ext cx="6781799" cy="632150"/>
          </a:xfrm>
        </p:spPr>
        <p:txBody>
          <a:bodyPr/>
          <a:lstStyle/>
          <a:p>
            <a:r>
              <a:rPr lang="en-US" sz="3200" b="1" dirty="0"/>
              <a:t>Identity Configuration in VEEVA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Cognizant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62000" y="5486400"/>
            <a:ext cx="4013178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348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52400" y="1540351"/>
            <a:ext cx="9829799" cy="4191000"/>
          </a:xfrm>
        </p:spPr>
        <p:txBody>
          <a:bodyPr/>
          <a:lstStyle/>
          <a:p>
            <a:pPr>
              <a:defRPr/>
            </a:pPr>
            <a:r>
              <a:rPr lang="en-US" sz="1800" dirty="0"/>
              <a:t>Data security is of primary importance in VEEVA CRM</a:t>
            </a:r>
          </a:p>
          <a:p>
            <a:pPr>
              <a:defRPr/>
            </a:pPr>
            <a:r>
              <a:rPr lang="en-US" sz="1800" dirty="0"/>
              <a:t>VEEVA Admins, majority of the times, use </a:t>
            </a:r>
            <a:r>
              <a:rPr lang="en-US" sz="1800" b="1" dirty="0"/>
              <a:t>Trusted IP ranges </a:t>
            </a:r>
            <a:r>
              <a:rPr lang="en-US" sz="1800" dirty="0"/>
              <a:t>in addition to user login credentials as an extra layer of security</a:t>
            </a:r>
          </a:p>
          <a:p>
            <a:pPr>
              <a:defRPr/>
            </a:pPr>
            <a:r>
              <a:rPr lang="en-US" sz="1800" dirty="0"/>
              <a:t>Admins can use either of the following options:</a:t>
            </a:r>
          </a:p>
          <a:p>
            <a:pPr lvl="1">
              <a:defRPr/>
            </a:pPr>
            <a:r>
              <a:rPr lang="en-US" sz="1600" dirty="0"/>
              <a:t>White-list the IP ranges for the Org</a:t>
            </a:r>
          </a:p>
          <a:p>
            <a:pPr marL="400050" lvl="1" indent="0">
              <a:buNone/>
              <a:defRPr/>
            </a:pPr>
            <a:r>
              <a:rPr lang="en-US" sz="1600" dirty="0"/>
              <a:t>	OR</a:t>
            </a:r>
          </a:p>
          <a:p>
            <a:pPr lvl="1">
              <a:defRPr/>
            </a:pPr>
            <a:r>
              <a:rPr lang="en-US" sz="1600" dirty="0"/>
              <a:t>White-list all IP ranges to turn off IP Authentication for the Org by deploying a package available at - </a:t>
            </a:r>
            <a:r>
              <a:rPr lang="en-US" sz="1600" dirty="0">
                <a:hlinkClick r:id="rId2"/>
              </a:rPr>
              <a:t>https://login.salesforce.com/packaging/installPackage.apexp?p0=04tF0000000JHh6</a:t>
            </a:r>
            <a:r>
              <a:rPr lang="en-US" sz="1600" dirty="0"/>
              <a:t> 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Identity 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13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571029"/>
            <a:ext cx="9829799" cy="4191000"/>
          </a:xfrm>
        </p:spPr>
        <p:txBody>
          <a:bodyPr/>
          <a:lstStyle/>
          <a:p>
            <a:pPr>
              <a:defRPr/>
            </a:pPr>
            <a:r>
              <a:rPr lang="en-US" sz="1800" dirty="0"/>
              <a:t>Granting login access to VEEVA admin provides the ability for admin to login as an end user</a:t>
            </a:r>
          </a:p>
          <a:p>
            <a:pPr lvl="1">
              <a:defRPr/>
            </a:pPr>
            <a:r>
              <a:rPr lang="en-US" sz="1600" dirty="0"/>
              <a:t>This is applicable only for online application</a:t>
            </a:r>
          </a:p>
          <a:p>
            <a:pPr lvl="1">
              <a:defRPr/>
            </a:pPr>
            <a:r>
              <a:rPr lang="en-US" sz="1600" dirty="0"/>
              <a:t>This helps admin to monitor and troubleshoot</a:t>
            </a:r>
          </a:p>
          <a:p>
            <a:pPr>
              <a:defRPr/>
            </a:pPr>
            <a:r>
              <a:rPr lang="en-US" sz="1800" dirty="0"/>
              <a:t>Users need to follow below steps to provide login access</a:t>
            </a:r>
          </a:p>
          <a:p>
            <a:pPr lvl="1">
              <a:defRPr/>
            </a:pPr>
            <a:r>
              <a:rPr lang="en-US" sz="1600" b="1" dirty="0"/>
              <a:t>Navigate: Setup &gt; My Personal Settings&gt; Grant Login Access </a:t>
            </a:r>
          </a:p>
          <a:p>
            <a:pPr lvl="1">
              <a:defRPr/>
            </a:pPr>
            <a:r>
              <a:rPr lang="en-US" sz="1600" dirty="0"/>
              <a:t>Set</a:t>
            </a:r>
            <a:r>
              <a:rPr lang="en-US" sz="1600" b="1" dirty="0"/>
              <a:t> Access Duration </a:t>
            </a:r>
            <a:r>
              <a:rPr lang="en-US" sz="1600" dirty="0"/>
              <a:t>to a future 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Grant Administrators Login Access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516E0-D663-7B3D-AADE-7F5570A3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635851"/>
            <a:ext cx="6850743" cy="2769449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04455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61783" y="1072816"/>
            <a:ext cx="9829799" cy="4191000"/>
          </a:xfrm>
        </p:spPr>
        <p:txBody>
          <a:bodyPr/>
          <a:lstStyle/>
          <a:p>
            <a:pPr>
              <a:defRPr/>
            </a:pPr>
            <a:r>
              <a:rPr lang="en-US" dirty="0"/>
              <a:t>Admins can login as any user in her/his Org. without asking for login access</a:t>
            </a:r>
            <a:endParaRPr lang="en-US" sz="1800" dirty="0"/>
          </a:p>
          <a:p>
            <a:pPr lvl="1">
              <a:defRPr/>
            </a:pPr>
            <a:r>
              <a:rPr lang="en-US" dirty="0"/>
              <a:t>When enabled, users will not have the option to grant or revoke login access to administrators</a:t>
            </a:r>
          </a:p>
          <a:p>
            <a:pPr>
              <a:defRPr/>
            </a:pPr>
            <a:r>
              <a:rPr lang="en-US" dirty="0"/>
              <a:t>Steps to follow to enable this login access policy: </a:t>
            </a:r>
          </a:p>
          <a:p>
            <a:pPr lvl="1">
              <a:defRPr/>
            </a:pPr>
            <a:r>
              <a:rPr lang="en-US" dirty="0"/>
              <a:t>Create a Salesforce.com case to enable this feature</a:t>
            </a:r>
          </a:p>
          <a:p>
            <a:pPr lvl="1">
              <a:defRPr/>
            </a:pPr>
            <a:r>
              <a:rPr lang="en-US" dirty="0"/>
              <a:t>Then, as Administrator, go to </a:t>
            </a:r>
            <a:r>
              <a:rPr lang="en-US" b="1" dirty="0"/>
              <a:t>Setup &gt; Security Controls &gt; Login Access Policies </a:t>
            </a:r>
          </a:p>
          <a:p>
            <a:pPr lvl="1">
              <a:defRPr/>
            </a:pPr>
            <a:r>
              <a:rPr lang="en-US" dirty="0"/>
              <a:t>On the Login Access Policies page, set flag </a:t>
            </a:r>
            <a:r>
              <a:rPr lang="en-US" b="1" dirty="0"/>
              <a:t>‘Admin can log as any user’ </a:t>
            </a:r>
            <a:r>
              <a:rPr lang="en-US" dirty="0"/>
              <a:t>to</a:t>
            </a:r>
            <a:r>
              <a:rPr lang="en-US" b="1" dirty="0"/>
              <a:t> Yes</a:t>
            </a:r>
          </a:p>
          <a:p>
            <a:pPr lvl="1">
              <a:defRPr/>
            </a:pPr>
            <a:r>
              <a:rPr lang="en-US" dirty="0"/>
              <a:t>Click</a:t>
            </a:r>
            <a:r>
              <a:rPr lang="en-US" b="1" dirty="0"/>
              <a:t> Save</a:t>
            </a:r>
            <a:endParaRPr lang="en-US" dirty="0"/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Default Administrator Login Access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C7D7F-AE8C-A03C-3874-D4CF28A0A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29" y="3733800"/>
            <a:ext cx="6967502" cy="23147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44313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52400" y="1540351"/>
            <a:ext cx="9829799" cy="4191000"/>
          </a:xfrm>
        </p:spPr>
        <p:txBody>
          <a:bodyPr/>
          <a:lstStyle/>
          <a:p>
            <a:pPr>
              <a:defRPr/>
            </a:pPr>
            <a:r>
              <a:rPr lang="en-US" sz="1800" dirty="0"/>
              <a:t>VEEVA Admins often utilize out of box Audit Trail feature of Salesforce to enforce security</a:t>
            </a:r>
          </a:p>
          <a:p>
            <a:pPr lvl="1">
              <a:defRPr/>
            </a:pPr>
            <a:r>
              <a:rPr lang="en-US" sz="1600" b="1" dirty="0"/>
              <a:t>Steps to visit Audit trail: Setup &gt; &gt; Security Controls &gt; View Setup Audit trail </a:t>
            </a:r>
            <a:endParaRPr lang="en-US" sz="1400" b="1" dirty="0"/>
          </a:p>
          <a:p>
            <a:pPr>
              <a:defRPr/>
            </a:pPr>
            <a:r>
              <a:rPr lang="en-US" sz="1800" dirty="0"/>
              <a:t>The audit trail shows the following:</a:t>
            </a:r>
          </a:p>
          <a:p>
            <a:pPr lvl="1">
              <a:defRPr/>
            </a:pPr>
            <a:r>
              <a:rPr lang="en-US" sz="1600" dirty="0"/>
              <a:t>The configuration or customization changes done by admin</a:t>
            </a:r>
          </a:p>
          <a:p>
            <a:pPr lvl="1">
              <a:defRPr/>
            </a:pPr>
            <a:r>
              <a:rPr lang="en-US" sz="1600" dirty="0"/>
              <a:t>When the admin logs in and out as a user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Login History Audit Trail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5358B3-6A7F-C528-3D07-FC49F98548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235"/>
          <a:stretch/>
        </p:blipFill>
        <p:spPr>
          <a:xfrm>
            <a:off x="490329" y="3304279"/>
            <a:ext cx="8539163" cy="26932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78125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1A9-B0C5-D73A-BAE7-E3FCBDA3F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529" y="2133086"/>
            <a:ext cx="6245891" cy="1828469"/>
          </a:xfrm>
        </p:spPr>
        <p:txBody>
          <a:bodyPr/>
          <a:lstStyle/>
          <a:p>
            <a:r>
              <a:rPr lang="en-US" sz="36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VEEVA Admin Console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6DC3-F326-F107-FC8E-C78A1B588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254250"/>
            <a:ext cx="6781799" cy="632150"/>
          </a:xfrm>
        </p:spPr>
        <p:txBody>
          <a:bodyPr/>
          <a:lstStyle/>
          <a:p>
            <a:r>
              <a:rPr lang="en-US" sz="3200" b="1" dirty="0"/>
              <a:t>Company Information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F31B-9B69-DD8D-B05E-200752E9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2023 Cognizant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E133F-E69D-1B0A-B204-ED8872B1C09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62000" y="5486400"/>
            <a:ext cx="4013178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48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447800"/>
            <a:ext cx="9525000" cy="4191000"/>
          </a:xfrm>
        </p:spPr>
        <p:txBody>
          <a:bodyPr/>
          <a:lstStyle/>
          <a:p>
            <a:pPr>
              <a:defRPr/>
            </a:pPr>
            <a:r>
              <a:rPr lang="en-US" sz="1800" dirty="0"/>
              <a:t>Information provided about the company to VEEVA during purchase appears in Company Information</a:t>
            </a:r>
          </a:p>
          <a:p>
            <a:pPr>
              <a:defRPr/>
            </a:pPr>
            <a:r>
              <a:rPr lang="en-US" sz="1800" dirty="0"/>
              <a:t>Admin can manage the following for an Org:</a:t>
            </a:r>
          </a:p>
          <a:p>
            <a:pPr lvl="1">
              <a:defRPr/>
            </a:pPr>
            <a:r>
              <a:rPr lang="en-US" sz="1600" dirty="0"/>
              <a:t>Primary Contact</a:t>
            </a:r>
          </a:p>
          <a:p>
            <a:pPr lvl="1">
              <a:defRPr/>
            </a:pPr>
            <a:r>
              <a:rPr lang="en-US" sz="1600" dirty="0"/>
              <a:t>Default Language, Locale and time Zone</a:t>
            </a:r>
          </a:p>
          <a:p>
            <a:pPr lvl="1">
              <a:defRPr/>
            </a:pPr>
            <a:r>
              <a:rPr lang="en-US" sz="1600" dirty="0"/>
              <a:t>Organization IF- needed to log cases with Salesforce</a:t>
            </a:r>
          </a:p>
          <a:p>
            <a:pPr lvl="1">
              <a:defRPr/>
            </a:pPr>
            <a:r>
              <a:rPr lang="en-US" sz="1600" dirty="0"/>
              <a:t>Manage user Licenses</a:t>
            </a:r>
          </a:p>
          <a:p>
            <a:pPr lvl="1">
              <a:defRPr/>
            </a:pPr>
            <a:r>
              <a:rPr lang="en-US" sz="1600" dirty="0"/>
              <a:t>Setup Currencies</a:t>
            </a:r>
          </a:p>
          <a:p>
            <a:pPr lvl="1">
              <a:defRPr/>
            </a:pPr>
            <a:r>
              <a:rPr lang="en-US" sz="1600" dirty="0"/>
              <a:t>Fiscal Year Definition</a:t>
            </a:r>
          </a:p>
          <a:p>
            <a:pPr lvl="1">
              <a:defRPr/>
            </a:pPr>
            <a:r>
              <a:rPr lang="en-US" sz="1600" dirty="0"/>
              <a:t>Company Holidays: really helpful for small support staff group within the Org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Company Information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880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447799"/>
            <a:ext cx="9525000" cy="4815839"/>
          </a:xfrm>
        </p:spPr>
        <p:txBody>
          <a:bodyPr/>
          <a:lstStyle/>
          <a:p>
            <a:pPr>
              <a:defRPr/>
            </a:pPr>
            <a:r>
              <a:rPr lang="en-US" sz="1800" dirty="0"/>
              <a:t>VEEVA Admin can manage Company Settings via: </a:t>
            </a:r>
          </a:p>
          <a:p>
            <a:pPr lvl="1">
              <a:defRPr/>
            </a:pPr>
            <a:r>
              <a:rPr lang="en-US" sz="1600" b="1" dirty="0"/>
              <a:t>Setup &gt; Company Profile &gt; Company Information</a:t>
            </a:r>
          </a:p>
          <a:p>
            <a:pPr lvl="1">
              <a:defRPr/>
            </a:pPr>
            <a:endParaRPr lang="en-US" sz="1600" b="1" dirty="0"/>
          </a:p>
          <a:p>
            <a:pPr lvl="1">
              <a:defRPr/>
            </a:pPr>
            <a:endParaRPr lang="en-US" sz="1600" b="1" dirty="0"/>
          </a:p>
          <a:p>
            <a:pPr lvl="1">
              <a:defRPr/>
            </a:pPr>
            <a:endParaRPr lang="en-US" sz="1600" b="1" dirty="0"/>
          </a:p>
          <a:p>
            <a:pPr lvl="1">
              <a:defRPr/>
            </a:pPr>
            <a:endParaRPr lang="en-US" sz="1600" b="1" dirty="0"/>
          </a:p>
          <a:p>
            <a:pPr lvl="1">
              <a:defRPr/>
            </a:pPr>
            <a:endParaRPr lang="en-US" sz="1600" b="1" dirty="0"/>
          </a:p>
          <a:p>
            <a:pPr lvl="1">
              <a:defRPr/>
            </a:pPr>
            <a:endParaRPr lang="en-US" sz="1600" b="1" dirty="0"/>
          </a:p>
          <a:p>
            <a:pPr lvl="1">
              <a:defRPr/>
            </a:pPr>
            <a:endParaRPr lang="en-US" sz="1600" b="1" dirty="0"/>
          </a:p>
          <a:p>
            <a:pPr marL="349250" lvl="1" indent="0">
              <a:buNone/>
              <a:defRPr/>
            </a:pPr>
            <a:endParaRPr lang="en-US" sz="1600" b="1" dirty="0"/>
          </a:p>
          <a:p>
            <a:pPr>
              <a:defRPr/>
            </a:pPr>
            <a:r>
              <a:rPr lang="en-US" sz="1600" dirty="0"/>
              <a:t>Admins can also manage License information from this location</a:t>
            </a:r>
          </a:p>
          <a:p>
            <a:pPr lvl="1">
              <a:defRPr/>
            </a:pPr>
            <a:r>
              <a:rPr lang="en-US" sz="1600" b="1" dirty="0"/>
              <a:t>Salesforce – Administrator Licenses: </a:t>
            </a:r>
            <a:r>
              <a:rPr lang="en-US" sz="1600" dirty="0"/>
              <a:t>Normally, couple of licenses for Admins and system integration user id are required</a:t>
            </a:r>
          </a:p>
          <a:p>
            <a:pPr lvl="1">
              <a:defRPr/>
            </a:pPr>
            <a:r>
              <a:rPr lang="en-US" sz="1600" b="1" dirty="0"/>
              <a:t>Salesforce Platform – VEEVA Licenses: </a:t>
            </a:r>
            <a:r>
              <a:rPr lang="en-US" sz="1600" dirty="0"/>
              <a:t>Each active VEEVA User (for e.g. Sales Rep, Sales Manager, KAM) use Salesforce Platform Licenses</a:t>
            </a:r>
          </a:p>
          <a:p>
            <a:pPr lvl="1">
              <a:defRPr/>
            </a:pPr>
            <a:endParaRPr lang="en-US" sz="16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Managing Company Information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44220-B59A-3617-BC81-5D724D19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133600"/>
            <a:ext cx="6735416" cy="24033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07353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Managing Company Information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83AF7FC4-E131-07B7-0589-673DD0E59067}"/>
              </a:ext>
            </a:extLst>
          </p:cNvPr>
          <p:cNvSpPr txBox="1">
            <a:spLocks/>
          </p:cNvSpPr>
          <p:nvPr/>
        </p:nvSpPr>
        <p:spPr>
          <a:xfrm>
            <a:off x="227045" y="1069419"/>
            <a:ext cx="9448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/>
              <a:t>VEEVA Admin can manage Company Settings via: </a:t>
            </a:r>
          </a:p>
          <a:p>
            <a:pPr lvl="1">
              <a:defRPr/>
            </a:pPr>
            <a:r>
              <a:rPr lang="en-US" b="1" dirty="0"/>
              <a:t>Setup &gt; Company Profile &gt; Company Information</a:t>
            </a:r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endParaRPr lang="en-US" b="1" dirty="0"/>
          </a:p>
          <a:p>
            <a:pPr lvl="1">
              <a:defRPr/>
            </a:pPr>
            <a:endParaRPr lang="en-US" b="1" dirty="0"/>
          </a:p>
          <a:p>
            <a:pPr marL="349250" lvl="1" indent="0">
              <a:buNone/>
              <a:defRPr/>
            </a:pPr>
            <a:endParaRPr lang="en-US" b="1" dirty="0"/>
          </a:p>
          <a:p>
            <a:pPr marL="349250" lvl="1" indent="0">
              <a:buNone/>
              <a:defRPr/>
            </a:pPr>
            <a:endParaRPr lang="en-US" sz="1000" b="1" dirty="0"/>
          </a:p>
          <a:p>
            <a:pPr>
              <a:defRPr/>
            </a:pPr>
            <a:r>
              <a:rPr lang="en-US" dirty="0"/>
              <a:t>Admins can also manage License information from this location</a:t>
            </a:r>
          </a:p>
          <a:p>
            <a:pPr lvl="1">
              <a:defRPr/>
            </a:pPr>
            <a:r>
              <a:rPr lang="en-US" b="1" dirty="0"/>
              <a:t>Salesforce – Administrator Licenses: </a:t>
            </a:r>
            <a:r>
              <a:rPr lang="en-US" dirty="0"/>
              <a:t>Normally, couple of licenses for Admins and system integration user id are required</a:t>
            </a:r>
          </a:p>
          <a:p>
            <a:pPr lvl="1">
              <a:defRPr/>
            </a:pPr>
            <a:r>
              <a:rPr lang="en-US" b="1" dirty="0"/>
              <a:t>Salesforce Platform – VEEVA Licenses: </a:t>
            </a:r>
            <a:r>
              <a:rPr lang="en-US" dirty="0"/>
              <a:t>Each active VEEVA User (for e.g. Sales Rep, Sales Manager, KAM) use Salesforce Platform Licenses</a:t>
            </a:r>
          </a:p>
          <a:p>
            <a:pPr lvl="1">
              <a:defRPr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4D232-ECBD-0801-7199-9F8D74DA1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07" y="1781195"/>
            <a:ext cx="7924800" cy="28276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37A5ED-B775-D058-39C8-1726AD4387B2}"/>
              </a:ext>
            </a:extLst>
          </p:cNvPr>
          <p:cNvSpPr/>
          <p:nvPr/>
        </p:nvSpPr>
        <p:spPr>
          <a:xfrm>
            <a:off x="1066800" y="2057399"/>
            <a:ext cx="1600200" cy="228600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25ABAE-1002-601C-9763-39FCE8400F56}"/>
              </a:ext>
            </a:extLst>
          </p:cNvPr>
          <p:cNvSpPr/>
          <p:nvPr/>
        </p:nvSpPr>
        <p:spPr>
          <a:xfrm>
            <a:off x="4374107" y="3886199"/>
            <a:ext cx="2560093" cy="228600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D0019-033A-EAD4-D3AE-72171C0BCB4E}"/>
              </a:ext>
            </a:extLst>
          </p:cNvPr>
          <p:cNvSpPr/>
          <p:nvPr/>
        </p:nvSpPr>
        <p:spPr>
          <a:xfrm>
            <a:off x="4953000" y="2209799"/>
            <a:ext cx="3352800" cy="880448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37DEAF-9E9E-4931-871F-E0374406ED26}"/>
              </a:ext>
            </a:extLst>
          </p:cNvPr>
          <p:cNvSpPr/>
          <p:nvPr/>
        </p:nvSpPr>
        <p:spPr>
          <a:xfrm>
            <a:off x="990600" y="2725546"/>
            <a:ext cx="1676400" cy="228600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14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C52A-5D25-F04E-5173-7A0C9C12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C7FF1-A90F-78DA-4CB6-2BAA1576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63820-092F-35E6-E8BF-2B62EEE2113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1257" y="1447800"/>
            <a:ext cx="9525000" cy="4191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Admins can meet most of the business requirements with </a:t>
            </a:r>
            <a:r>
              <a:rPr lang="en-US" sz="1600" b="1" dirty="0"/>
              <a:t>out of the box </a:t>
            </a:r>
            <a:r>
              <a:rPr lang="en-US" sz="1600" dirty="0"/>
              <a:t>VEEVA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needed, Admins can define </a:t>
            </a:r>
            <a:r>
              <a:rPr lang="en-US" sz="1600" b="1" dirty="0"/>
              <a:t>custom objects/fields/layout </a:t>
            </a:r>
            <a:r>
              <a:rPr lang="en-US" sz="1600" dirty="0"/>
              <a:t>and/or switch on/off in-built functionality using </a:t>
            </a:r>
            <a:r>
              <a:rPr lang="en-US" sz="1600" b="1" dirty="0"/>
              <a:t>VEEVA Settings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Readily achieve business automations through configuration tools like </a:t>
            </a:r>
            <a:r>
              <a:rPr lang="en-US" sz="1600" b="1" dirty="0"/>
              <a:t>Validation Rules, Formulas, Workflows, Flow, Process Builder and Approval Processes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customization </a:t>
            </a:r>
            <a:r>
              <a:rPr lang="en-US" sz="1600" b="1" dirty="0"/>
              <a:t>only if</a:t>
            </a:r>
            <a:r>
              <a:rPr lang="en-US" sz="1600" dirty="0"/>
              <a:t> the requirement cannot be met by using out of the box VEEVA functionalities or by any kind of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Involve a developer to create visual force Pages, Triggers and Apex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Contact VEEVA prior to modifying VEEVA S-Controls</a:t>
            </a:r>
          </a:p>
          <a:p>
            <a:pPr>
              <a:defRPr/>
            </a:pP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8B3586-83C2-3951-7A86-9A7AC0F03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57" y="700087"/>
            <a:ext cx="10807700" cy="369332"/>
          </a:xfrm>
        </p:spPr>
        <p:txBody>
          <a:bodyPr/>
          <a:lstStyle/>
          <a:p>
            <a:r>
              <a:rPr lang="en-US" sz="2400" dirty="0"/>
              <a:t>Best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773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1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235F38A-231A-9BDC-5DD8-5F476D420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5782975"/>
              </p:ext>
            </p:extLst>
          </p:nvPr>
        </p:nvGraphicFramePr>
        <p:xfrm>
          <a:off x="775087" y="1143000"/>
          <a:ext cx="8375924" cy="299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B9272CA-74C7-ACC2-0A0A-9175AB635BA6}"/>
              </a:ext>
            </a:extLst>
          </p:cNvPr>
          <p:cNvGrpSpPr/>
          <p:nvPr/>
        </p:nvGrpSpPr>
        <p:grpSpPr>
          <a:xfrm>
            <a:off x="775086" y="4437901"/>
            <a:ext cx="8495065" cy="838199"/>
            <a:chOff x="0" y="925073"/>
            <a:chExt cx="8452342" cy="1006180"/>
          </a:xfrm>
        </p:grpSpPr>
        <p:sp>
          <p:nvSpPr>
            <p:cNvPr id="11" name="Rounded Rectangle 7">
              <a:extLst>
                <a:ext uri="{FF2B5EF4-FFF2-40B4-BE49-F238E27FC236}">
                  <a16:creationId xmlns:a16="http://schemas.microsoft.com/office/drawing/2014/main" id="{65D62971-9225-DD08-E000-6408BD45EC42}"/>
                </a:ext>
              </a:extLst>
            </p:cNvPr>
            <p:cNvSpPr/>
            <p:nvPr/>
          </p:nvSpPr>
          <p:spPr>
            <a:xfrm>
              <a:off x="0" y="925073"/>
              <a:ext cx="8333885" cy="876607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5A3C18F9-BC7E-5600-B08A-B754CF6F43B5}"/>
                </a:ext>
              </a:extLst>
            </p:cNvPr>
            <p:cNvSpPr txBox="1"/>
            <p:nvPr/>
          </p:nvSpPr>
          <p:spPr>
            <a:xfrm>
              <a:off x="204041" y="1140230"/>
              <a:ext cx="8248301" cy="7910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Answer: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Configure VEEVA CRM application from online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73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2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08C401E-7633-48CF-C7A1-45052520C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878451"/>
              </p:ext>
            </p:extLst>
          </p:nvPr>
        </p:nvGraphicFramePr>
        <p:xfrm>
          <a:off x="789082" y="1219200"/>
          <a:ext cx="8333885" cy="3980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615FA44-65D1-0503-B352-81E13C5CC52D}"/>
              </a:ext>
            </a:extLst>
          </p:cNvPr>
          <p:cNvGrpSpPr/>
          <p:nvPr/>
        </p:nvGrpSpPr>
        <p:grpSpPr>
          <a:xfrm>
            <a:off x="789082" y="4514101"/>
            <a:ext cx="8512875" cy="761999"/>
            <a:chOff x="0" y="925073"/>
            <a:chExt cx="8512875" cy="876607"/>
          </a:xfrm>
        </p:grpSpPr>
        <p:sp>
          <p:nvSpPr>
            <p:cNvPr id="6" name="Rounded Rectangle 8">
              <a:extLst>
                <a:ext uri="{FF2B5EF4-FFF2-40B4-BE49-F238E27FC236}">
                  <a16:creationId xmlns:a16="http://schemas.microsoft.com/office/drawing/2014/main" id="{6011C089-0FCA-64BF-477B-DC552D7D08A5}"/>
                </a:ext>
              </a:extLst>
            </p:cNvPr>
            <p:cNvSpPr/>
            <p:nvPr/>
          </p:nvSpPr>
          <p:spPr>
            <a:xfrm>
              <a:off x="0" y="925073"/>
              <a:ext cx="8333885" cy="876607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7C4F439C-BAA0-F235-213F-D54BCD846571}"/>
                </a:ext>
              </a:extLst>
            </p:cNvPr>
            <p:cNvSpPr txBox="1"/>
            <p:nvPr/>
          </p:nvSpPr>
          <p:spPr>
            <a:xfrm>
              <a:off x="264574" y="984724"/>
              <a:ext cx="8248301" cy="7461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dirty="0">
                <a:solidFill>
                  <a:schemeClr val="bg1"/>
                </a:solidFill>
              </a:endParaRPr>
            </a:p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Answer: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Accounts, Contacts, Tab Names and Labels</a:t>
              </a:r>
            </a:p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82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1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BFCEE7C-0302-3AD3-B9A5-F0CE55C34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2738676"/>
              </p:ext>
            </p:extLst>
          </p:nvPr>
        </p:nvGraphicFramePr>
        <p:xfrm>
          <a:off x="665493" y="1153632"/>
          <a:ext cx="8319230" cy="304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D349A02-9C48-E404-5988-CAA64C37F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1117385"/>
              </p:ext>
            </p:extLst>
          </p:nvPr>
        </p:nvGraphicFramePr>
        <p:xfrm>
          <a:off x="650837" y="3492508"/>
          <a:ext cx="8333885" cy="2726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5762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1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7513D1E-AA32-7C4F-1F5A-D2056060B0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1971533"/>
              </p:ext>
            </p:extLst>
          </p:nvPr>
        </p:nvGraphicFramePr>
        <p:xfrm>
          <a:off x="707759" y="1143000"/>
          <a:ext cx="8333885" cy="2726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3AAA466F-A4B8-DDC7-B845-CEBEA92747EC}"/>
              </a:ext>
            </a:extLst>
          </p:cNvPr>
          <p:cNvGrpSpPr/>
          <p:nvPr/>
        </p:nvGrpSpPr>
        <p:grpSpPr>
          <a:xfrm>
            <a:off x="640611" y="4209300"/>
            <a:ext cx="9128872" cy="1219200"/>
            <a:chOff x="-29982" y="849499"/>
            <a:chExt cx="9113993" cy="1209182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9040030-26D9-E795-4D57-2F1C6537CA1B}"/>
                </a:ext>
              </a:extLst>
            </p:cNvPr>
            <p:cNvSpPr/>
            <p:nvPr/>
          </p:nvSpPr>
          <p:spPr>
            <a:xfrm>
              <a:off x="0" y="925073"/>
              <a:ext cx="8333885" cy="876607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01B3569F-7CEE-7D15-DEA7-3F7DC801A41D}"/>
                </a:ext>
              </a:extLst>
            </p:cNvPr>
            <p:cNvSpPr txBox="1"/>
            <p:nvPr/>
          </p:nvSpPr>
          <p:spPr>
            <a:xfrm>
              <a:off x="-29982" y="849499"/>
              <a:ext cx="9113993" cy="12091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Answer: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Access duration can be future dated</a:t>
              </a:r>
            </a:p>
            <a:p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     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This option has to be selected in the Setup -&gt; Security Controls &gt; Login 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Access Policies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470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1E77C3-D8B4-4C79-BBE4-056C91CE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2019 Cognizant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B3A7-36BF-4F0B-90BE-9534ADFC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EF571-C9B4-4D92-A7F7-315B894862A8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0D6B93-CE79-4088-9EA6-938915E2F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493" y="493807"/>
            <a:ext cx="9381744" cy="553998"/>
          </a:xfrm>
        </p:spPr>
        <p:txBody>
          <a:bodyPr/>
          <a:lstStyle/>
          <a:p>
            <a:pPr lvl="0"/>
            <a:r>
              <a:rPr lang="en-US" sz="3600" dirty="0"/>
              <a:t>Check Your Understanding ... 1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A35181B-BEAE-2AF0-7C95-BE05D00F3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0346027"/>
              </p:ext>
            </p:extLst>
          </p:nvPr>
        </p:nvGraphicFramePr>
        <p:xfrm>
          <a:off x="736883" y="1219200"/>
          <a:ext cx="8452124" cy="2913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45D5CDA-6D14-B2F7-716F-F5D2FC123FDA}"/>
              </a:ext>
            </a:extLst>
          </p:cNvPr>
          <p:cNvGrpSpPr/>
          <p:nvPr/>
        </p:nvGrpSpPr>
        <p:grpSpPr>
          <a:xfrm>
            <a:off x="654607" y="4370077"/>
            <a:ext cx="8610599" cy="982223"/>
            <a:chOff x="0" y="925073"/>
            <a:chExt cx="8408294" cy="87660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6BF0096-3D80-5655-0762-1617603AA0F2}"/>
                </a:ext>
              </a:extLst>
            </p:cNvPr>
            <p:cNvSpPr/>
            <p:nvPr/>
          </p:nvSpPr>
          <p:spPr>
            <a:xfrm>
              <a:off x="0" y="925073"/>
              <a:ext cx="8333885" cy="876607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576CDF74-D147-061C-16A1-B78F19CDF152}"/>
                </a:ext>
              </a:extLst>
            </p:cNvPr>
            <p:cNvSpPr txBox="1"/>
            <p:nvPr/>
          </p:nvSpPr>
          <p:spPr>
            <a:xfrm>
              <a:off x="42792" y="967865"/>
              <a:ext cx="8365502" cy="7910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Answer:  FALSE. </a:t>
              </a:r>
            </a:p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     Salesforce Platform - VEEVA licenses are required for each active   </a:t>
              </a:r>
            </a:p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     VEEVA user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79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D2F748-67E4-BA36-3F4B-023D623E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71F873-015A-FB70-DC9C-379FD20C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280C7C4-AD6D-F440-1971-FBC38A6F1BD3}"/>
              </a:ext>
            </a:extLst>
          </p:cNvPr>
          <p:cNvSpPr txBox="1">
            <a:spLocks/>
          </p:cNvSpPr>
          <p:nvPr/>
        </p:nvSpPr>
        <p:spPr>
          <a:xfrm>
            <a:off x="633247" y="932330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Summary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325E288-3DD0-3289-1B46-700F55FF4848}"/>
              </a:ext>
            </a:extLst>
          </p:cNvPr>
          <p:cNvSpPr txBox="1">
            <a:spLocks/>
          </p:cNvSpPr>
          <p:nvPr/>
        </p:nvSpPr>
        <p:spPr>
          <a:xfrm>
            <a:off x="633247" y="1874837"/>
            <a:ext cx="8229600" cy="49831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/>
              <a:t>In this module, you have learnt to:</a:t>
            </a:r>
          </a:p>
          <a:p>
            <a:pPr marL="0" indent="0">
              <a:buNone/>
            </a:pP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Define the typical VEEVA Admin’s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Log in to VEEVA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Identify the main areas of Admin 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Define and demonstrate Identity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Describe how to manage Company Information</a:t>
            </a:r>
          </a:p>
        </p:txBody>
      </p:sp>
      <p:pic>
        <p:nvPicPr>
          <p:cNvPr id="6" name="Picture 2" descr="D:\Images\Images\Objective\shutterstock_128202194.jpg">
            <a:extLst>
              <a:ext uri="{FF2B5EF4-FFF2-40B4-BE49-F238E27FC236}">
                <a16:creationId xmlns:a16="http://schemas.microsoft.com/office/drawing/2014/main" id="{720B3D16-4F58-A86E-B2F4-AEA0328A9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861" y="1874837"/>
            <a:ext cx="3436154" cy="229121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349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D2F748-67E4-BA36-3F4B-023D623E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2023 Cognizant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71F873-015A-FB70-DC9C-379FD20C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280C7C4-AD6D-F440-1971-FBC38A6F1BD3}"/>
              </a:ext>
            </a:extLst>
          </p:cNvPr>
          <p:cNvSpPr txBox="1">
            <a:spLocks/>
          </p:cNvSpPr>
          <p:nvPr/>
        </p:nvSpPr>
        <p:spPr>
          <a:xfrm>
            <a:off x="633247" y="685800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Coming Next ...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325E288-3DD0-3289-1B46-700F55FF4848}"/>
              </a:ext>
            </a:extLst>
          </p:cNvPr>
          <p:cNvSpPr txBox="1">
            <a:spLocks/>
          </p:cNvSpPr>
          <p:nvPr/>
        </p:nvSpPr>
        <p:spPr>
          <a:xfrm>
            <a:off x="633247" y="1371600"/>
            <a:ext cx="8229600" cy="49831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the upcoming module – </a:t>
            </a:r>
            <a:r>
              <a:rPr lang="en-US" i="1" dirty="0"/>
              <a:t>Data Access And Security</a:t>
            </a:r>
            <a:r>
              <a:rPr lang="en-US" dirty="0"/>
              <a:t> you will learn to</a:t>
            </a:r>
            <a:r>
              <a:rPr lang="en-US" dirty="0">
                <a:solidFill>
                  <a:schemeClr val="tx1"/>
                </a:solidFill>
              </a:rPr>
              <a:t>, 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/>
              <a:t>Define Salesforce.com Data Access Security</a:t>
            </a:r>
          </a:p>
          <a:p>
            <a:r>
              <a:rPr lang="en-US" sz="1800" dirty="0"/>
              <a:t>Describe mechanisms for securing data access</a:t>
            </a:r>
            <a:r>
              <a:rPr lang="en-US" dirty="0"/>
              <a:t>:</a:t>
            </a:r>
          </a:p>
          <a:p>
            <a:pPr marL="685800" lvl="1"/>
            <a:r>
              <a:rPr lang="en-US" sz="1600" dirty="0"/>
              <a:t>Profiles</a:t>
            </a:r>
          </a:p>
          <a:p>
            <a:pPr marL="685800" lvl="1"/>
            <a:r>
              <a:rPr lang="en-US" sz="1600" dirty="0"/>
              <a:t>Permission Sets</a:t>
            </a:r>
          </a:p>
          <a:p>
            <a:pPr marL="685800" lvl="1"/>
            <a:r>
              <a:rPr lang="en-US" sz="1600" dirty="0"/>
              <a:t>FLS</a:t>
            </a:r>
          </a:p>
          <a:p>
            <a:pPr marL="685800" lvl="1"/>
            <a:r>
              <a:rPr lang="en-US" sz="1600" dirty="0"/>
              <a:t>Record Ownership</a:t>
            </a:r>
          </a:p>
          <a:p>
            <a:pPr marL="685800" lvl="1"/>
            <a:r>
              <a:rPr lang="en-US" sz="1600" dirty="0"/>
              <a:t>OWD</a:t>
            </a:r>
          </a:p>
          <a:p>
            <a:pPr marL="685800" lvl="1"/>
            <a:r>
              <a:rPr lang="en-US" sz="1600" dirty="0"/>
              <a:t>Role Hierarchy</a:t>
            </a:r>
          </a:p>
          <a:p>
            <a:pPr marL="685800" lvl="1"/>
            <a:r>
              <a:rPr lang="en-US" sz="1600" dirty="0"/>
              <a:t>Territory Hierarchy</a:t>
            </a:r>
          </a:p>
          <a:p>
            <a:pPr marL="685800" lvl="1"/>
            <a:r>
              <a:rPr lang="en-US" sz="1600" dirty="0"/>
              <a:t>Sharing rules</a:t>
            </a:r>
          </a:p>
          <a:p>
            <a:pPr marL="685800" lvl="1"/>
            <a:r>
              <a:rPr lang="en-US" sz="1600" dirty="0"/>
              <a:t>Manual sharing</a:t>
            </a:r>
          </a:p>
          <a:p>
            <a:r>
              <a:rPr lang="en-US" sz="1800" dirty="0"/>
              <a:t>Create and Manage User Accounts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7275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3.xml><?xml version="1.0" encoding="utf-8"?>
<a:theme xmlns:a="http://schemas.openxmlformats.org/drawingml/2006/main" name="Theme2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2" id="{56B626CA-8A14-4156-BF93-D68E07C61167}" vid="{0431F8BC-A74B-4BAE-BB49-089E99ED09F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C933FEF0C0674A996127B68FDC3420" ma:contentTypeVersion="6" ma:contentTypeDescription="Create a new document." ma:contentTypeScope="" ma:versionID="467fd860e439affda554b0e8fd635450">
  <xsd:schema xmlns:xsd="http://www.w3.org/2001/XMLSchema" xmlns:xs="http://www.w3.org/2001/XMLSchema" xmlns:p="http://schemas.microsoft.com/office/2006/metadata/properties" xmlns:ns2="fc8212d3-0522-415d-bf05-8cb4ef112812" xmlns:ns3="c87adb7a-312c-4840-9f22-562d3543171d" targetNamespace="http://schemas.microsoft.com/office/2006/metadata/properties" ma:root="true" ma:fieldsID="97a4d66715efea2c754f88516e87045d" ns2:_="" ns3:_="">
    <xsd:import namespace="fc8212d3-0522-415d-bf05-8cb4ef112812"/>
    <xsd:import namespace="c87adb7a-312c-4840-9f22-562d354317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212d3-0522-415d-bf05-8cb4ef1128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adb7a-312c-4840-9f22-562d3543171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8AAEEA49-3EED-4488-A043-7D1DC7843D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29DA16-7C85-41CE-879D-ED6C2B0FBD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8212d3-0522-415d-bf05-8cb4ef112812"/>
    <ds:schemaRef ds:uri="c87adb7a-312c-4840-9f22-562d354317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8FCE96-C8A4-4E92-8467-18B7198B1C7C}">
  <ds:schemaRefs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18504</TotalTime>
  <Words>2094</Words>
  <Application>Microsoft Office PowerPoint</Application>
  <PresentationFormat>Widescreen</PresentationFormat>
  <Paragraphs>367</Paragraphs>
  <Slides>36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Arial Narrow</vt:lpstr>
      <vt:lpstr>Arial Rounded MT Bold</vt:lpstr>
      <vt:lpstr>Calibri</vt:lpstr>
      <vt:lpstr>Cambria</vt:lpstr>
      <vt:lpstr>Courier New</vt:lpstr>
      <vt:lpstr>Custom Design</vt:lpstr>
      <vt:lpstr>Office Theme</vt:lpstr>
      <vt:lpstr>Theme2</vt:lpstr>
      <vt:lpstr>Overview of VEEVA Admin Console </vt:lpstr>
      <vt:lpstr>Recap ... </vt:lpstr>
      <vt:lpstr>Do You Know</vt:lpstr>
      <vt:lpstr>Objectives</vt:lpstr>
      <vt:lpstr>Overview</vt:lpstr>
      <vt:lpstr>Overview of VEEVA Admin Console</vt:lpstr>
      <vt:lpstr>VEEVA Admin Responsibilities</vt:lpstr>
      <vt:lpstr>Overview of VEEVA Admin Console</vt:lpstr>
      <vt:lpstr>VEEVA CRM Interface</vt:lpstr>
      <vt:lpstr>Access the Setup Console</vt:lpstr>
      <vt:lpstr>Setup Console – Personal Setup</vt:lpstr>
      <vt:lpstr>Setup Console – App Setup</vt:lpstr>
      <vt:lpstr>Setup Console – App Setup</vt:lpstr>
      <vt:lpstr>App Setup - Customize</vt:lpstr>
      <vt:lpstr>App Setup - Create</vt:lpstr>
      <vt:lpstr>App Setup – Develop 1</vt:lpstr>
      <vt:lpstr>App Setup - Deploy</vt:lpstr>
      <vt:lpstr>Setup Console – Administration Setup</vt:lpstr>
      <vt:lpstr>Setup Console – Administration Setup</vt:lpstr>
      <vt:lpstr>Overview of VEEVA Admin Console</vt:lpstr>
      <vt:lpstr>Identity Configuration</vt:lpstr>
      <vt:lpstr>Grant Administrators Login Access</vt:lpstr>
      <vt:lpstr>Default Administrator Login Access</vt:lpstr>
      <vt:lpstr>Login History Audit Trail</vt:lpstr>
      <vt:lpstr>Overview of VEEVA Admin Console</vt:lpstr>
      <vt:lpstr>Company Information Overview</vt:lpstr>
      <vt:lpstr>Managing Company Information</vt:lpstr>
      <vt:lpstr>Managing Company Information</vt:lpstr>
      <vt:lpstr>Best Practice</vt:lpstr>
      <vt:lpstr>Check Your Understanding ... 1</vt:lpstr>
      <vt:lpstr>Check Your Understanding ... 2</vt:lpstr>
      <vt:lpstr>Check Your Understanding ... 1</vt:lpstr>
      <vt:lpstr>Check Your Understanding ... 1</vt:lpstr>
      <vt:lpstr>Check Your Understanding ... 1</vt:lpstr>
      <vt:lpstr>PowerPoint Presentation</vt:lpstr>
      <vt:lpstr>PowerPoint Presentation</vt:lpstr>
    </vt:vector>
  </TitlesOfParts>
  <Company>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Content_Development_Template_Practitioner</dc:title>
  <dc:creator>AssetDevelopmentTeam@cognizant.com</dc:creator>
  <cp:lastModifiedBy>Reddy, Laxmi (Cognizant)</cp:lastModifiedBy>
  <cp:revision>333</cp:revision>
  <dcterms:created xsi:type="dcterms:W3CDTF">2011-06-15T11:24:59Z</dcterms:created>
  <dcterms:modified xsi:type="dcterms:W3CDTF">2025-07-21T03:29:26Z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0x0101008CC933FEF0C0674A996127B68FDC3420</vt:lpwstr>
  </property>
  <property fmtid="{D5CDD505-2E9C-101B-9397-08002B2CF9AE}" pid="3" name="_dlc_DocIdItemGuid">
    <vt:lpwstr>1c19f327-3998-48ba-bd4d-be7aee79e354</vt:lpwstr>
  </property>
</Properties>
</file>