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819" r:id="rId5"/>
    <p:sldMasterId id="2147483648" r:id="rId6"/>
  </p:sldMasterIdLst>
  <p:notesMasterIdLst>
    <p:notesMasterId r:id="rId41"/>
  </p:notesMasterIdLst>
  <p:sldIdLst>
    <p:sldId id="313" r:id="rId7"/>
    <p:sldId id="314" r:id="rId8"/>
    <p:sldId id="308" r:id="rId9"/>
    <p:sldId id="264" r:id="rId10"/>
    <p:sldId id="258" r:id="rId11"/>
    <p:sldId id="263" r:id="rId12"/>
    <p:sldId id="302" r:id="rId13"/>
    <p:sldId id="309" r:id="rId14"/>
    <p:sldId id="265" r:id="rId15"/>
    <p:sldId id="281" r:id="rId16"/>
    <p:sldId id="282" r:id="rId17"/>
    <p:sldId id="283" r:id="rId18"/>
    <p:sldId id="284" r:id="rId19"/>
    <p:sldId id="285" r:id="rId20"/>
    <p:sldId id="286" r:id="rId21"/>
    <p:sldId id="287" r:id="rId22"/>
    <p:sldId id="288" r:id="rId23"/>
    <p:sldId id="289" r:id="rId24"/>
    <p:sldId id="290" r:id="rId25"/>
    <p:sldId id="291" r:id="rId26"/>
    <p:sldId id="306" r:id="rId27"/>
    <p:sldId id="292" r:id="rId28"/>
    <p:sldId id="293" r:id="rId29"/>
    <p:sldId id="294" r:id="rId30"/>
    <p:sldId id="295" r:id="rId31"/>
    <p:sldId id="310" r:id="rId32"/>
    <p:sldId id="296" r:id="rId33"/>
    <p:sldId id="297" r:id="rId34"/>
    <p:sldId id="311" r:id="rId35"/>
    <p:sldId id="312" r:id="rId36"/>
    <p:sldId id="299" r:id="rId37"/>
    <p:sldId id="303" r:id="rId38"/>
    <p:sldId id="307" r:id="rId39"/>
    <p:sldId id="31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F1C"/>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7FEC99-4BF6-4A13-8510-4627271B9D81}" v="8" dt="2023-08-12T15:42:30.5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91" autoAdjust="0"/>
  </p:normalViewPr>
  <p:slideViewPr>
    <p:cSldViewPr>
      <p:cViewPr varScale="1">
        <p:scale>
          <a:sx n="59" d="100"/>
          <a:sy n="59" d="100"/>
        </p:scale>
        <p:origin x="940"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umdar, Abhijan (Cognizant)" userId="4bb79d37-e6fa-4d15-9b62-cf35cbb2da07" providerId="ADAL" clId="{8054E43B-FB2A-4FE2-B506-3F02F82703E1}"/>
    <pc:docChg chg="undo custSel modSld">
      <pc:chgData name="Majumdar, Abhijan (Cognizant)" userId="4bb79d37-e6fa-4d15-9b62-cf35cbb2da07" providerId="ADAL" clId="{8054E43B-FB2A-4FE2-B506-3F02F82703E1}" dt="2023-07-25T04:25:03.892" v="241" actId="20577"/>
      <pc:docMkLst>
        <pc:docMk/>
      </pc:docMkLst>
      <pc:sldChg chg="addSp delSp modSp mod">
        <pc:chgData name="Majumdar, Abhijan (Cognizant)" userId="4bb79d37-e6fa-4d15-9b62-cf35cbb2da07" providerId="ADAL" clId="{8054E43B-FB2A-4FE2-B506-3F02F82703E1}" dt="2023-07-25T04:25:03.892" v="241" actId="20577"/>
        <pc:sldMkLst>
          <pc:docMk/>
          <pc:sldMk cId="0" sldId="265"/>
        </pc:sldMkLst>
        <pc:spChg chg="mod">
          <ac:chgData name="Majumdar, Abhijan (Cognizant)" userId="4bb79d37-e6fa-4d15-9b62-cf35cbb2da07" providerId="ADAL" clId="{8054E43B-FB2A-4FE2-B506-3F02F82703E1}" dt="2023-07-25T04:25:03.892" v="241" actId="20577"/>
          <ac:spMkLst>
            <pc:docMk/>
            <pc:sldMk cId="0" sldId="265"/>
            <ac:spMk id="2" creationId="{00000000-0000-0000-0000-000000000000}"/>
          </ac:spMkLst>
        </pc:spChg>
        <pc:spChg chg="mod ord">
          <ac:chgData name="Majumdar, Abhijan (Cognizant)" userId="4bb79d37-e6fa-4d15-9b62-cf35cbb2da07" providerId="ADAL" clId="{8054E43B-FB2A-4FE2-B506-3F02F82703E1}" dt="2023-07-25T04:24:54.233" v="236" actId="14100"/>
          <ac:spMkLst>
            <pc:docMk/>
            <pc:sldMk cId="0" sldId="265"/>
            <ac:spMk id="9" creationId="{00000000-0000-0000-0000-000000000000}"/>
          </ac:spMkLst>
        </pc:spChg>
        <pc:picChg chg="add del mod">
          <ac:chgData name="Majumdar, Abhijan (Cognizant)" userId="4bb79d37-e6fa-4d15-9b62-cf35cbb2da07" providerId="ADAL" clId="{8054E43B-FB2A-4FE2-B506-3F02F82703E1}" dt="2023-07-24T18:26:37.034" v="55" actId="22"/>
          <ac:picMkLst>
            <pc:docMk/>
            <pc:sldMk cId="0" sldId="265"/>
            <ac:picMk id="7" creationId="{0B5BE6DD-00DE-9090-7794-6B3ACCCE60E2}"/>
          </ac:picMkLst>
        </pc:picChg>
        <pc:picChg chg="add mod">
          <ac:chgData name="Majumdar, Abhijan (Cognizant)" userId="4bb79d37-e6fa-4d15-9b62-cf35cbb2da07" providerId="ADAL" clId="{8054E43B-FB2A-4FE2-B506-3F02F82703E1}" dt="2023-07-25T04:24:59.750" v="237" actId="14100"/>
          <ac:picMkLst>
            <pc:docMk/>
            <pc:sldMk cId="0" sldId="265"/>
            <ac:picMk id="7" creationId="{76EB7D31-D619-F309-E316-A9967D1F9F77}"/>
          </ac:picMkLst>
        </pc:picChg>
        <pc:picChg chg="add del">
          <ac:chgData name="Majumdar, Abhijan (Cognizant)" userId="4bb79d37-e6fa-4d15-9b62-cf35cbb2da07" providerId="ADAL" clId="{8054E43B-FB2A-4FE2-B506-3F02F82703E1}" dt="2023-07-24T18:26:58.900" v="66" actId="478"/>
          <ac:picMkLst>
            <pc:docMk/>
            <pc:sldMk cId="0" sldId="265"/>
            <ac:picMk id="8" creationId="{00000000-0000-0000-0000-000000000000}"/>
          </ac:picMkLst>
        </pc:picChg>
        <pc:picChg chg="add del mod">
          <ac:chgData name="Majumdar, Abhijan (Cognizant)" userId="4bb79d37-e6fa-4d15-9b62-cf35cbb2da07" providerId="ADAL" clId="{8054E43B-FB2A-4FE2-B506-3F02F82703E1}" dt="2023-07-25T04:24:17.295" v="217" actId="478"/>
          <ac:picMkLst>
            <pc:docMk/>
            <pc:sldMk cId="0" sldId="265"/>
            <ac:picMk id="11" creationId="{0B9DB7F5-A3AE-3A3A-83CF-9F48825D402B}"/>
          </ac:picMkLst>
        </pc:picChg>
      </pc:sldChg>
      <pc:sldChg chg="addSp delSp modSp mod">
        <pc:chgData name="Majumdar, Abhijan (Cognizant)" userId="4bb79d37-e6fa-4d15-9b62-cf35cbb2da07" providerId="ADAL" clId="{8054E43B-FB2A-4FE2-B506-3F02F82703E1}" dt="2023-07-24T18:40:28.385" v="216" actId="478"/>
        <pc:sldMkLst>
          <pc:docMk/>
          <pc:sldMk cId="1340756725" sldId="282"/>
        </pc:sldMkLst>
        <pc:spChg chg="add del mod ord">
          <ac:chgData name="Majumdar, Abhijan (Cognizant)" userId="4bb79d37-e6fa-4d15-9b62-cf35cbb2da07" providerId="ADAL" clId="{8054E43B-FB2A-4FE2-B506-3F02F82703E1}" dt="2023-07-24T18:40:06.411" v="210" actId="14100"/>
          <ac:spMkLst>
            <pc:docMk/>
            <pc:sldMk cId="1340756725" sldId="282"/>
            <ac:spMk id="8" creationId="{00000000-0000-0000-0000-000000000000}"/>
          </ac:spMkLst>
        </pc:spChg>
        <pc:spChg chg="add del ord">
          <ac:chgData name="Majumdar, Abhijan (Cognizant)" userId="4bb79d37-e6fa-4d15-9b62-cf35cbb2da07" providerId="ADAL" clId="{8054E43B-FB2A-4FE2-B506-3F02F82703E1}" dt="2023-07-24T18:40:28.385" v="216" actId="478"/>
          <ac:spMkLst>
            <pc:docMk/>
            <pc:sldMk cId="1340756725" sldId="282"/>
            <ac:spMk id="9" creationId="{00000000-0000-0000-0000-000000000000}"/>
          </ac:spMkLst>
        </pc:spChg>
        <pc:spChg chg="mod">
          <ac:chgData name="Majumdar, Abhijan (Cognizant)" userId="4bb79d37-e6fa-4d15-9b62-cf35cbb2da07" providerId="ADAL" clId="{8054E43B-FB2A-4FE2-B506-3F02F82703E1}" dt="2023-07-24T18:38:10.852" v="139" actId="1036"/>
          <ac:spMkLst>
            <pc:docMk/>
            <pc:sldMk cId="1340756725" sldId="282"/>
            <ac:spMk id="10" creationId="{00000000-0000-0000-0000-000000000000}"/>
          </ac:spMkLst>
        </pc:spChg>
        <pc:spChg chg="add del mod">
          <ac:chgData name="Majumdar, Abhijan (Cognizant)" userId="4bb79d37-e6fa-4d15-9b62-cf35cbb2da07" providerId="ADAL" clId="{8054E43B-FB2A-4FE2-B506-3F02F82703E1}" dt="2023-07-24T18:40:20.872" v="212" actId="478"/>
          <ac:spMkLst>
            <pc:docMk/>
            <pc:sldMk cId="1340756725" sldId="282"/>
            <ac:spMk id="11" creationId="{00000000-0000-0000-0000-000000000000}"/>
          </ac:spMkLst>
        </pc:spChg>
        <pc:spChg chg="add del">
          <ac:chgData name="Majumdar, Abhijan (Cognizant)" userId="4bb79d37-e6fa-4d15-9b62-cf35cbb2da07" providerId="ADAL" clId="{8054E43B-FB2A-4FE2-B506-3F02F82703E1}" dt="2023-07-24T18:40:21.863" v="213" actId="478"/>
          <ac:spMkLst>
            <pc:docMk/>
            <pc:sldMk cId="1340756725" sldId="282"/>
            <ac:spMk id="12" creationId="{00000000-0000-0000-0000-000000000000}"/>
          </ac:spMkLst>
        </pc:spChg>
        <pc:spChg chg="mod">
          <ac:chgData name="Majumdar, Abhijan (Cognizant)" userId="4bb79d37-e6fa-4d15-9b62-cf35cbb2da07" providerId="ADAL" clId="{8054E43B-FB2A-4FE2-B506-3F02F82703E1}" dt="2023-07-24T18:40:16.367" v="211" actId="1076"/>
          <ac:spMkLst>
            <pc:docMk/>
            <pc:sldMk cId="1340756725" sldId="282"/>
            <ac:spMk id="13" creationId="{00000000-0000-0000-0000-000000000000}"/>
          </ac:spMkLst>
        </pc:spChg>
        <pc:spChg chg="mod ord">
          <ac:chgData name="Majumdar, Abhijan (Cognizant)" userId="4bb79d37-e6fa-4d15-9b62-cf35cbb2da07" providerId="ADAL" clId="{8054E43B-FB2A-4FE2-B506-3F02F82703E1}" dt="2023-07-24T18:38:43.707" v="176" actId="1076"/>
          <ac:spMkLst>
            <pc:docMk/>
            <pc:sldMk cId="1340756725" sldId="282"/>
            <ac:spMk id="18" creationId="{00000000-0000-0000-0000-000000000000}"/>
          </ac:spMkLst>
        </pc:spChg>
        <pc:spChg chg="mod ord">
          <ac:chgData name="Majumdar, Abhijan (Cognizant)" userId="4bb79d37-e6fa-4d15-9b62-cf35cbb2da07" providerId="ADAL" clId="{8054E43B-FB2A-4FE2-B506-3F02F82703E1}" dt="2023-07-24T18:39:19.555" v="198" actId="1076"/>
          <ac:spMkLst>
            <pc:docMk/>
            <pc:sldMk cId="1340756725" sldId="282"/>
            <ac:spMk id="19" creationId="{00000000-0000-0000-0000-000000000000}"/>
          </ac:spMkLst>
        </pc:spChg>
        <pc:picChg chg="del">
          <ac:chgData name="Majumdar, Abhijan (Cognizant)" userId="4bb79d37-e6fa-4d15-9b62-cf35cbb2da07" providerId="ADAL" clId="{8054E43B-FB2A-4FE2-B506-3F02F82703E1}" dt="2023-07-24T18:37:13.132" v="121" actId="478"/>
          <ac:picMkLst>
            <pc:docMk/>
            <pc:sldMk cId="1340756725" sldId="282"/>
            <ac:picMk id="7" creationId="{00000000-0000-0000-0000-000000000000}"/>
          </ac:picMkLst>
        </pc:picChg>
        <pc:picChg chg="add del mod">
          <ac:chgData name="Majumdar, Abhijan (Cognizant)" userId="4bb79d37-e6fa-4d15-9b62-cf35cbb2da07" providerId="ADAL" clId="{8054E43B-FB2A-4FE2-B506-3F02F82703E1}" dt="2023-07-24T18:40:26.111" v="215" actId="478"/>
          <ac:picMkLst>
            <pc:docMk/>
            <pc:sldMk cId="1340756725" sldId="282"/>
            <ac:picMk id="14" creationId="{48B1AE5F-2420-2E88-936F-91B2796A67A7}"/>
          </ac:picMkLst>
        </pc:picChg>
      </pc:sldChg>
    </pc:docChg>
  </pc:docChgLst>
  <pc:docChgLst>
    <pc:chgData name="Majumdar, Abhijan (Cognizant)" userId="4bb79d37-e6fa-4d15-9b62-cf35cbb2da07" providerId="ADAL" clId="{F57FEC99-4BF6-4A13-8510-4627271B9D81}"/>
    <pc:docChg chg="undo custSel addSld delSld modSld addMainMaster modMainMaster">
      <pc:chgData name="Majumdar, Abhijan (Cognizant)" userId="4bb79d37-e6fa-4d15-9b62-cf35cbb2da07" providerId="ADAL" clId="{F57FEC99-4BF6-4A13-8510-4627271B9D81}" dt="2023-08-12T15:42:45.432" v="378" actId="47"/>
      <pc:docMkLst>
        <pc:docMk/>
      </pc:docMkLst>
      <pc:sldChg chg="del">
        <pc:chgData name="Majumdar, Abhijan (Cognizant)" userId="4bb79d37-e6fa-4d15-9b62-cf35cbb2da07" providerId="ADAL" clId="{F57FEC99-4BF6-4A13-8510-4627271B9D81}" dt="2023-08-12T13:41:55.201" v="5" actId="47"/>
        <pc:sldMkLst>
          <pc:docMk/>
          <pc:sldMk cId="0" sldId="257"/>
        </pc:sldMkLst>
      </pc:sldChg>
      <pc:sldChg chg="modSp mod chgLayout">
        <pc:chgData name="Majumdar, Abhijan (Cognizant)" userId="4bb79d37-e6fa-4d15-9b62-cf35cbb2da07" providerId="ADAL" clId="{F57FEC99-4BF6-4A13-8510-4627271B9D81}" dt="2023-08-12T15:06:42.790" v="42" actId="20577"/>
        <pc:sldMkLst>
          <pc:docMk/>
          <pc:sldMk cId="0" sldId="258"/>
        </pc:sldMkLst>
        <pc:spChg chg="mod ord">
          <ac:chgData name="Majumdar, Abhijan (Cognizant)" userId="4bb79d37-e6fa-4d15-9b62-cf35cbb2da07" providerId="ADAL" clId="{F57FEC99-4BF6-4A13-8510-4627271B9D81}" dt="2023-08-12T15:06:38.450" v="38" actId="1076"/>
          <ac:spMkLst>
            <pc:docMk/>
            <pc:sldMk cId="0" sldId="258"/>
            <ac:spMk id="2" creationId="{00000000-0000-0000-0000-000000000000}"/>
          </ac:spMkLst>
        </pc:spChg>
        <pc:spChg chg="mod ord">
          <ac:chgData name="Majumdar, Abhijan (Cognizant)" userId="4bb79d37-e6fa-4d15-9b62-cf35cbb2da07" providerId="ADAL" clId="{F57FEC99-4BF6-4A13-8510-4627271B9D81}" dt="2023-08-12T15:06:36.768" v="37" actId="1076"/>
          <ac:spMkLst>
            <pc:docMk/>
            <pc:sldMk cId="0" sldId="258"/>
            <ac:spMk id="3" creationId="{00000000-0000-0000-0000-000000000000}"/>
          </ac:spMkLst>
        </pc:spChg>
        <pc:spChg chg="mod ord">
          <ac:chgData name="Majumdar, Abhijan (Cognizant)" userId="4bb79d37-e6fa-4d15-9b62-cf35cbb2da07" providerId="ADAL" clId="{F57FEC99-4BF6-4A13-8510-4627271B9D81}" dt="2023-08-12T15:06:28.127" v="34" actId="700"/>
          <ac:spMkLst>
            <pc:docMk/>
            <pc:sldMk cId="0" sldId="258"/>
            <ac:spMk id="4" creationId="{00000000-0000-0000-0000-000000000000}"/>
          </ac:spMkLst>
        </pc:spChg>
        <pc:spChg chg="mod ord">
          <ac:chgData name="Majumdar, Abhijan (Cognizant)" userId="4bb79d37-e6fa-4d15-9b62-cf35cbb2da07" providerId="ADAL" clId="{F57FEC99-4BF6-4A13-8510-4627271B9D81}" dt="2023-08-12T15:06:42.790" v="42" actId="20577"/>
          <ac:spMkLst>
            <pc:docMk/>
            <pc:sldMk cId="0" sldId="258"/>
            <ac:spMk id="7" creationId="{00000000-0000-0000-0000-000000000000}"/>
          </ac:spMkLst>
        </pc:spChg>
      </pc:sldChg>
      <pc:sldChg chg="del">
        <pc:chgData name="Majumdar, Abhijan (Cognizant)" userId="4bb79d37-e6fa-4d15-9b62-cf35cbb2da07" providerId="ADAL" clId="{F57FEC99-4BF6-4A13-8510-4627271B9D81}" dt="2023-08-12T15:03:55.995" v="10" actId="47"/>
        <pc:sldMkLst>
          <pc:docMk/>
          <pc:sldMk cId="0" sldId="261"/>
        </pc:sldMkLst>
      </pc:sldChg>
      <pc:sldChg chg="modSp mod chgLayout">
        <pc:chgData name="Majumdar, Abhijan (Cognizant)" userId="4bb79d37-e6fa-4d15-9b62-cf35cbb2da07" providerId="ADAL" clId="{F57FEC99-4BF6-4A13-8510-4627271B9D81}" dt="2023-08-12T15:14:47.905" v="57" actId="20577"/>
        <pc:sldMkLst>
          <pc:docMk/>
          <pc:sldMk cId="0" sldId="263"/>
        </pc:sldMkLst>
        <pc:spChg chg="mod ord">
          <ac:chgData name="Majumdar, Abhijan (Cognizant)" userId="4bb79d37-e6fa-4d15-9b62-cf35cbb2da07" providerId="ADAL" clId="{F57FEC99-4BF6-4A13-8510-4627271B9D81}" dt="2023-08-12T15:14:43.337" v="47" actId="1076"/>
          <ac:spMkLst>
            <pc:docMk/>
            <pc:sldMk cId="0" sldId="263"/>
            <ac:spMk id="2" creationId="{00000000-0000-0000-0000-000000000000}"/>
          </ac:spMkLst>
        </pc:spChg>
        <pc:spChg chg="mod ord">
          <ac:chgData name="Majumdar, Abhijan (Cognizant)" userId="4bb79d37-e6fa-4d15-9b62-cf35cbb2da07" providerId="ADAL" clId="{F57FEC99-4BF6-4A13-8510-4627271B9D81}" dt="2023-08-12T15:14:41.037" v="46" actId="1076"/>
          <ac:spMkLst>
            <pc:docMk/>
            <pc:sldMk cId="0" sldId="263"/>
            <ac:spMk id="3" creationId="{00000000-0000-0000-0000-000000000000}"/>
          </ac:spMkLst>
        </pc:spChg>
        <pc:spChg chg="mod ord">
          <ac:chgData name="Majumdar, Abhijan (Cognizant)" userId="4bb79d37-e6fa-4d15-9b62-cf35cbb2da07" providerId="ADAL" clId="{F57FEC99-4BF6-4A13-8510-4627271B9D81}" dt="2023-08-12T15:14:31.286" v="43" actId="700"/>
          <ac:spMkLst>
            <pc:docMk/>
            <pc:sldMk cId="0" sldId="263"/>
            <ac:spMk id="4" creationId="{00000000-0000-0000-0000-000000000000}"/>
          </ac:spMkLst>
        </pc:spChg>
        <pc:spChg chg="mod ord">
          <ac:chgData name="Majumdar, Abhijan (Cognizant)" userId="4bb79d37-e6fa-4d15-9b62-cf35cbb2da07" providerId="ADAL" clId="{F57FEC99-4BF6-4A13-8510-4627271B9D81}" dt="2023-08-12T15:14:47.905" v="57" actId="20577"/>
          <ac:spMkLst>
            <pc:docMk/>
            <pc:sldMk cId="0" sldId="263"/>
            <ac:spMk id="5" creationId="{00000000-0000-0000-0000-000000000000}"/>
          </ac:spMkLst>
        </pc:spChg>
      </pc:sldChg>
      <pc:sldChg chg="modSp mod chgLayout">
        <pc:chgData name="Majumdar, Abhijan (Cognizant)" userId="4bb79d37-e6fa-4d15-9b62-cf35cbb2da07" providerId="ADAL" clId="{F57FEC99-4BF6-4A13-8510-4627271B9D81}" dt="2023-08-12T15:06:13.333" v="33" actId="20577"/>
        <pc:sldMkLst>
          <pc:docMk/>
          <pc:sldMk cId="0" sldId="264"/>
        </pc:sldMkLst>
        <pc:spChg chg="mod ord">
          <ac:chgData name="Majumdar, Abhijan (Cognizant)" userId="4bb79d37-e6fa-4d15-9b62-cf35cbb2da07" providerId="ADAL" clId="{F57FEC99-4BF6-4A13-8510-4627271B9D81}" dt="2023-08-12T15:06:11.118" v="29" actId="1076"/>
          <ac:spMkLst>
            <pc:docMk/>
            <pc:sldMk cId="0" sldId="264"/>
            <ac:spMk id="2" creationId="{00000000-0000-0000-0000-000000000000}"/>
          </ac:spMkLst>
        </pc:spChg>
        <pc:spChg chg="mod ord">
          <ac:chgData name="Majumdar, Abhijan (Cognizant)" userId="4bb79d37-e6fa-4d15-9b62-cf35cbb2da07" providerId="ADAL" clId="{F57FEC99-4BF6-4A13-8510-4627271B9D81}" dt="2023-08-12T15:06:08.635" v="28" actId="1076"/>
          <ac:spMkLst>
            <pc:docMk/>
            <pc:sldMk cId="0" sldId="264"/>
            <ac:spMk id="3" creationId="{00000000-0000-0000-0000-000000000000}"/>
          </ac:spMkLst>
        </pc:spChg>
        <pc:spChg chg="mod ord">
          <ac:chgData name="Majumdar, Abhijan (Cognizant)" userId="4bb79d37-e6fa-4d15-9b62-cf35cbb2da07" providerId="ADAL" clId="{F57FEC99-4BF6-4A13-8510-4627271B9D81}" dt="2023-08-12T15:05:58.824" v="25" actId="700"/>
          <ac:spMkLst>
            <pc:docMk/>
            <pc:sldMk cId="0" sldId="264"/>
            <ac:spMk id="4" creationId="{00000000-0000-0000-0000-000000000000}"/>
          </ac:spMkLst>
        </pc:spChg>
        <pc:spChg chg="mod ord">
          <ac:chgData name="Majumdar, Abhijan (Cognizant)" userId="4bb79d37-e6fa-4d15-9b62-cf35cbb2da07" providerId="ADAL" clId="{F57FEC99-4BF6-4A13-8510-4627271B9D81}" dt="2023-08-12T15:06:13.333" v="33" actId="20577"/>
          <ac:spMkLst>
            <pc:docMk/>
            <pc:sldMk cId="0" sldId="264"/>
            <ac:spMk id="5" creationId="{00000000-0000-0000-0000-000000000000}"/>
          </ac:spMkLst>
        </pc:spChg>
      </pc:sldChg>
      <pc:sldChg chg="modSp mod chgLayout">
        <pc:chgData name="Majumdar, Abhijan (Cognizant)" userId="4bb79d37-e6fa-4d15-9b62-cf35cbb2da07" providerId="ADAL" clId="{F57FEC99-4BF6-4A13-8510-4627271B9D81}" dt="2023-08-12T15:17:05.100" v="99" actId="20577"/>
        <pc:sldMkLst>
          <pc:docMk/>
          <pc:sldMk cId="0" sldId="265"/>
        </pc:sldMkLst>
        <pc:spChg chg="mod ord">
          <ac:chgData name="Majumdar, Abhijan (Cognizant)" userId="4bb79d37-e6fa-4d15-9b62-cf35cbb2da07" providerId="ADAL" clId="{F57FEC99-4BF6-4A13-8510-4627271B9D81}" dt="2023-08-12T15:16:43.399" v="84" actId="1076"/>
          <ac:spMkLst>
            <pc:docMk/>
            <pc:sldMk cId="0" sldId="265"/>
            <ac:spMk id="2" creationId="{00000000-0000-0000-0000-000000000000}"/>
          </ac:spMkLst>
        </pc:spChg>
        <pc:spChg chg="mod ord">
          <ac:chgData name="Majumdar, Abhijan (Cognizant)" userId="4bb79d37-e6fa-4d15-9b62-cf35cbb2da07" providerId="ADAL" clId="{F57FEC99-4BF6-4A13-8510-4627271B9D81}" dt="2023-08-12T15:17:01.378" v="95" actId="1076"/>
          <ac:spMkLst>
            <pc:docMk/>
            <pc:sldMk cId="0" sldId="265"/>
            <ac:spMk id="3" creationId="{00000000-0000-0000-0000-000000000000}"/>
          </ac:spMkLst>
        </pc:spChg>
        <pc:spChg chg="mod ord">
          <ac:chgData name="Majumdar, Abhijan (Cognizant)" userId="4bb79d37-e6fa-4d15-9b62-cf35cbb2da07" providerId="ADAL" clId="{F57FEC99-4BF6-4A13-8510-4627271B9D81}" dt="2023-08-12T15:16:16" v="77" actId="700"/>
          <ac:spMkLst>
            <pc:docMk/>
            <pc:sldMk cId="0" sldId="265"/>
            <ac:spMk id="4" creationId="{00000000-0000-0000-0000-000000000000}"/>
          </ac:spMkLst>
        </pc:spChg>
        <pc:spChg chg="mod ord">
          <ac:chgData name="Majumdar, Abhijan (Cognizant)" userId="4bb79d37-e6fa-4d15-9b62-cf35cbb2da07" providerId="ADAL" clId="{F57FEC99-4BF6-4A13-8510-4627271B9D81}" dt="2023-08-12T15:17:05.100" v="99" actId="20577"/>
          <ac:spMkLst>
            <pc:docMk/>
            <pc:sldMk cId="0" sldId="265"/>
            <ac:spMk id="5" creationId="{00000000-0000-0000-0000-000000000000}"/>
          </ac:spMkLst>
        </pc:spChg>
        <pc:spChg chg="mod">
          <ac:chgData name="Majumdar, Abhijan (Cognizant)" userId="4bb79d37-e6fa-4d15-9b62-cf35cbb2da07" providerId="ADAL" clId="{F57FEC99-4BF6-4A13-8510-4627271B9D81}" dt="2023-08-12T15:16:54.534" v="94" actId="1036"/>
          <ac:spMkLst>
            <pc:docMk/>
            <pc:sldMk cId="0" sldId="265"/>
            <ac:spMk id="9" creationId="{00000000-0000-0000-0000-000000000000}"/>
          </ac:spMkLst>
        </pc:spChg>
        <pc:picChg chg="mod">
          <ac:chgData name="Majumdar, Abhijan (Cognizant)" userId="4bb79d37-e6fa-4d15-9b62-cf35cbb2da07" providerId="ADAL" clId="{F57FEC99-4BF6-4A13-8510-4627271B9D81}" dt="2023-08-12T15:16:47.766" v="90" actId="1036"/>
          <ac:picMkLst>
            <pc:docMk/>
            <pc:sldMk cId="0" sldId="265"/>
            <ac:picMk id="7" creationId="{76EB7D31-D619-F309-E316-A9967D1F9F77}"/>
          </ac:picMkLst>
        </pc:picChg>
      </pc:sldChg>
      <pc:sldChg chg="modSp mod chgLayout">
        <pc:chgData name="Majumdar, Abhijan (Cognizant)" userId="4bb79d37-e6fa-4d15-9b62-cf35cbb2da07" providerId="ADAL" clId="{F57FEC99-4BF6-4A13-8510-4627271B9D81}" dt="2023-08-12T15:17:43.054" v="108" actId="20577"/>
        <pc:sldMkLst>
          <pc:docMk/>
          <pc:sldMk cId="781535351" sldId="281"/>
        </pc:sldMkLst>
        <pc:spChg chg="mod ord">
          <ac:chgData name="Majumdar, Abhijan (Cognizant)" userId="4bb79d37-e6fa-4d15-9b62-cf35cbb2da07" providerId="ADAL" clId="{F57FEC99-4BF6-4A13-8510-4627271B9D81}" dt="2023-08-12T15:17:39.349" v="104" actId="1076"/>
          <ac:spMkLst>
            <pc:docMk/>
            <pc:sldMk cId="781535351" sldId="281"/>
            <ac:spMk id="2" creationId="{00000000-0000-0000-0000-000000000000}"/>
          </ac:spMkLst>
        </pc:spChg>
        <pc:spChg chg="mod ord">
          <ac:chgData name="Majumdar, Abhijan (Cognizant)" userId="4bb79d37-e6fa-4d15-9b62-cf35cbb2da07" providerId="ADAL" clId="{F57FEC99-4BF6-4A13-8510-4627271B9D81}" dt="2023-08-12T15:17:33.269" v="103" actId="1076"/>
          <ac:spMkLst>
            <pc:docMk/>
            <pc:sldMk cId="781535351" sldId="281"/>
            <ac:spMk id="3" creationId="{00000000-0000-0000-0000-000000000000}"/>
          </ac:spMkLst>
        </pc:spChg>
        <pc:spChg chg="mod ord">
          <ac:chgData name="Majumdar, Abhijan (Cognizant)" userId="4bb79d37-e6fa-4d15-9b62-cf35cbb2da07" providerId="ADAL" clId="{F57FEC99-4BF6-4A13-8510-4627271B9D81}" dt="2023-08-12T15:17:24.018" v="100" actId="700"/>
          <ac:spMkLst>
            <pc:docMk/>
            <pc:sldMk cId="781535351" sldId="281"/>
            <ac:spMk id="4" creationId="{00000000-0000-0000-0000-000000000000}"/>
          </ac:spMkLst>
        </pc:spChg>
        <pc:spChg chg="mod ord">
          <ac:chgData name="Majumdar, Abhijan (Cognizant)" userId="4bb79d37-e6fa-4d15-9b62-cf35cbb2da07" providerId="ADAL" clId="{F57FEC99-4BF6-4A13-8510-4627271B9D81}" dt="2023-08-12T15:17:43.054" v="108" actId="20577"/>
          <ac:spMkLst>
            <pc:docMk/>
            <pc:sldMk cId="781535351" sldId="281"/>
            <ac:spMk id="5" creationId="{00000000-0000-0000-0000-000000000000}"/>
          </ac:spMkLst>
        </pc:spChg>
      </pc:sldChg>
      <pc:sldChg chg="modSp mod chgLayout">
        <pc:chgData name="Majumdar, Abhijan (Cognizant)" userId="4bb79d37-e6fa-4d15-9b62-cf35cbb2da07" providerId="ADAL" clId="{F57FEC99-4BF6-4A13-8510-4627271B9D81}" dt="2023-08-12T15:18:17.544" v="118" actId="20577"/>
        <pc:sldMkLst>
          <pc:docMk/>
          <pc:sldMk cId="1340756725" sldId="282"/>
        </pc:sldMkLst>
        <pc:spChg chg="mod ord">
          <ac:chgData name="Majumdar, Abhijan (Cognizant)" userId="4bb79d37-e6fa-4d15-9b62-cf35cbb2da07" providerId="ADAL" clId="{F57FEC99-4BF6-4A13-8510-4627271B9D81}" dt="2023-08-12T15:18:15.437" v="114" actId="1076"/>
          <ac:spMkLst>
            <pc:docMk/>
            <pc:sldMk cId="1340756725" sldId="282"/>
            <ac:spMk id="2" creationId="{00000000-0000-0000-0000-000000000000}"/>
          </ac:spMkLst>
        </pc:spChg>
        <pc:spChg chg="mod ord">
          <ac:chgData name="Majumdar, Abhijan (Cognizant)" userId="4bb79d37-e6fa-4d15-9b62-cf35cbb2da07" providerId="ADAL" clId="{F57FEC99-4BF6-4A13-8510-4627271B9D81}" dt="2023-08-12T15:18:04.364" v="112" actId="1076"/>
          <ac:spMkLst>
            <pc:docMk/>
            <pc:sldMk cId="1340756725" sldId="282"/>
            <ac:spMk id="3" creationId="{00000000-0000-0000-0000-000000000000}"/>
          </ac:spMkLst>
        </pc:spChg>
        <pc:spChg chg="mod ord">
          <ac:chgData name="Majumdar, Abhijan (Cognizant)" userId="4bb79d37-e6fa-4d15-9b62-cf35cbb2da07" providerId="ADAL" clId="{F57FEC99-4BF6-4A13-8510-4627271B9D81}" dt="2023-08-12T15:17:56.074" v="109" actId="700"/>
          <ac:spMkLst>
            <pc:docMk/>
            <pc:sldMk cId="1340756725" sldId="282"/>
            <ac:spMk id="4" creationId="{00000000-0000-0000-0000-000000000000}"/>
          </ac:spMkLst>
        </pc:spChg>
        <pc:spChg chg="mod ord">
          <ac:chgData name="Majumdar, Abhijan (Cognizant)" userId="4bb79d37-e6fa-4d15-9b62-cf35cbb2da07" providerId="ADAL" clId="{F57FEC99-4BF6-4A13-8510-4627271B9D81}" dt="2023-08-12T15:18:17.544" v="118" actId="20577"/>
          <ac:spMkLst>
            <pc:docMk/>
            <pc:sldMk cId="1340756725" sldId="282"/>
            <ac:spMk id="5" creationId="{00000000-0000-0000-0000-000000000000}"/>
          </ac:spMkLst>
        </pc:spChg>
      </pc:sldChg>
      <pc:sldChg chg="modSp mod chgLayout">
        <pc:chgData name="Majumdar, Abhijan (Cognizant)" userId="4bb79d37-e6fa-4d15-9b62-cf35cbb2da07" providerId="ADAL" clId="{F57FEC99-4BF6-4A13-8510-4627271B9D81}" dt="2023-08-12T15:18:51.335" v="128" actId="20577"/>
        <pc:sldMkLst>
          <pc:docMk/>
          <pc:sldMk cId="4006893800" sldId="283"/>
        </pc:sldMkLst>
        <pc:spChg chg="mod ord">
          <ac:chgData name="Majumdar, Abhijan (Cognizant)" userId="4bb79d37-e6fa-4d15-9b62-cf35cbb2da07" providerId="ADAL" clId="{F57FEC99-4BF6-4A13-8510-4627271B9D81}" dt="2023-08-12T15:18:42.954" v="123" actId="1076"/>
          <ac:spMkLst>
            <pc:docMk/>
            <pc:sldMk cId="4006893800" sldId="283"/>
            <ac:spMk id="2" creationId="{00000000-0000-0000-0000-000000000000}"/>
          </ac:spMkLst>
        </pc:spChg>
        <pc:spChg chg="mod ord">
          <ac:chgData name="Majumdar, Abhijan (Cognizant)" userId="4bb79d37-e6fa-4d15-9b62-cf35cbb2da07" providerId="ADAL" clId="{F57FEC99-4BF6-4A13-8510-4627271B9D81}" dt="2023-08-12T15:18:51.335" v="128" actId="20577"/>
          <ac:spMkLst>
            <pc:docMk/>
            <pc:sldMk cId="4006893800" sldId="283"/>
            <ac:spMk id="3" creationId="{00000000-0000-0000-0000-000000000000}"/>
          </ac:spMkLst>
        </pc:spChg>
        <pc:spChg chg="mod ord">
          <ac:chgData name="Majumdar, Abhijan (Cognizant)" userId="4bb79d37-e6fa-4d15-9b62-cf35cbb2da07" providerId="ADAL" clId="{F57FEC99-4BF6-4A13-8510-4627271B9D81}" dt="2023-08-12T15:18:31.277" v="119" actId="700"/>
          <ac:spMkLst>
            <pc:docMk/>
            <pc:sldMk cId="4006893800" sldId="283"/>
            <ac:spMk id="4" creationId="{00000000-0000-0000-0000-000000000000}"/>
          </ac:spMkLst>
        </pc:spChg>
        <pc:spChg chg="mod ord">
          <ac:chgData name="Majumdar, Abhijan (Cognizant)" userId="4bb79d37-e6fa-4d15-9b62-cf35cbb2da07" providerId="ADAL" clId="{F57FEC99-4BF6-4A13-8510-4627271B9D81}" dt="2023-08-12T15:18:44.415" v="127" actId="20577"/>
          <ac:spMkLst>
            <pc:docMk/>
            <pc:sldMk cId="4006893800" sldId="283"/>
            <ac:spMk id="5" creationId="{00000000-0000-0000-0000-000000000000}"/>
          </ac:spMkLst>
        </pc:spChg>
      </pc:sldChg>
      <pc:sldChg chg="modSp mod chgLayout">
        <pc:chgData name="Majumdar, Abhijan (Cognizant)" userId="4bb79d37-e6fa-4d15-9b62-cf35cbb2da07" providerId="ADAL" clId="{F57FEC99-4BF6-4A13-8510-4627271B9D81}" dt="2023-08-12T15:20:43.846" v="138" actId="20577"/>
        <pc:sldMkLst>
          <pc:docMk/>
          <pc:sldMk cId="3509096491" sldId="284"/>
        </pc:sldMkLst>
        <pc:spChg chg="mod ord">
          <ac:chgData name="Majumdar, Abhijan (Cognizant)" userId="4bb79d37-e6fa-4d15-9b62-cf35cbb2da07" providerId="ADAL" clId="{F57FEC99-4BF6-4A13-8510-4627271B9D81}" dt="2023-08-12T15:20:29.053" v="133" actId="1076"/>
          <ac:spMkLst>
            <pc:docMk/>
            <pc:sldMk cId="3509096491" sldId="284"/>
            <ac:spMk id="2" creationId="{00000000-0000-0000-0000-000000000000}"/>
          </ac:spMkLst>
        </pc:spChg>
        <pc:spChg chg="mod ord">
          <ac:chgData name="Majumdar, Abhijan (Cognizant)" userId="4bb79d37-e6fa-4d15-9b62-cf35cbb2da07" providerId="ADAL" clId="{F57FEC99-4BF6-4A13-8510-4627271B9D81}" dt="2023-08-12T15:20:43.846" v="138" actId="20577"/>
          <ac:spMkLst>
            <pc:docMk/>
            <pc:sldMk cId="3509096491" sldId="284"/>
            <ac:spMk id="3" creationId="{00000000-0000-0000-0000-000000000000}"/>
          </ac:spMkLst>
        </pc:spChg>
        <pc:spChg chg="mod ord">
          <ac:chgData name="Majumdar, Abhijan (Cognizant)" userId="4bb79d37-e6fa-4d15-9b62-cf35cbb2da07" providerId="ADAL" clId="{F57FEC99-4BF6-4A13-8510-4627271B9D81}" dt="2023-08-12T15:20:05.557" v="129" actId="700"/>
          <ac:spMkLst>
            <pc:docMk/>
            <pc:sldMk cId="3509096491" sldId="284"/>
            <ac:spMk id="4" creationId="{00000000-0000-0000-0000-000000000000}"/>
          </ac:spMkLst>
        </pc:spChg>
        <pc:spChg chg="mod ord">
          <ac:chgData name="Majumdar, Abhijan (Cognizant)" userId="4bb79d37-e6fa-4d15-9b62-cf35cbb2da07" providerId="ADAL" clId="{F57FEC99-4BF6-4A13-8510-4627271B9D81}" dt="2023-08-12T15:20:32.901" v="137" actId="20577"/>
          <ac:spMkLst>
            <pc:docMk/>
            <pc:sldMk cId="3509096491" sldId="284"/>
            <ac:spMk id="5" creationId="{00000000-0000-0000-0000-000000000000}"/>
          </ac:spMkLst>
        </pc:spChg>
      </pc:sldChg>
      <pc:sldChg chg="modSp mod chgLayout">
        <pc:chgData name="Majumdar, Abhijan (Cognizant)" userId="4bb79d37-e6fa-4d15-9b62-cf35cbb2da07" providerId="ADAL" clId="{F57FEC99-4BF6-4A13-8510-4627271B9D81}" dt="2023-08-12T15:21:10.538" v="148" actId="20577"/>
        <pc:sldMkLst>
          <pc:docMk/>
          <pc:sldMk cId="2408026333" sldId="285"/>
        </pc:sldMkLst>
        <pc:spChg chg="mod ord">
          <ac:chgData name="Majumdar, Abhijan (Cognizant)" userId="4bb79d37-e6fa-4d15-9b62-cf35cbb2da07" providerId="ADAL" clId="{F57FEC99-4BF6-4A13-8510-4627271B9D81}" dt="2023-08-12T15:21:03.328" v="143" actId="1076"/>
          <ac:spMkLst>
            <pc:docMk/>
            <pc:sldMk cId="2408026333" sldId="285"/>
            <ac:spMk id="2" creationId="{00000000-0000-0000-0000-000000000000}"/>
          </ac:spMkLst>
        </pc:spChg>
        <pc:spChg chg="mod ord">
          <ac:chgData name="Majumdar, Abhijan (Cognizant)" userId="4bb79d37-e6fa-4d15-9b62-cf35cbb2da07" providerId="ADAL" clId="{F57FEC99-4BF6-4A13-8510-4627271B9D81}" dt="2023-08-12T15:21:10.538" v="148" actId="20577"/>
          <ac:spMkLst>
            <pc:docMk/>
            <pc:sldMk cId="2408026333" sldId="285"/>
            <ac:spMk id="3" creationId="{00000000-0000-0000-0000-000000000000}"/>
          </ac:spMkLst>
        </pc:spChg>
        <pc:spChg chg="mod ord">
          <ac:chgData name="Majumdar, Abhijan (Cognizant)" userId="4bb79d37-e6fa-4d15-9b62-cf35cbb2da07" providerId="ADAL" clId="{F57FEC99-4BF6-4A13-8510-4627271B9D81}" dt="2023-08-12T15:20:49.417" v="139" actId="700"/>
          <ac:spMkLst>
            <pc:docMk/>
            <pc:sldMk cId="2408026333" sldId="285"/>
            <ac:spMk id="4" creationId="{00000000-0000-0000-0000-000000000000}"/>
          </ac:spMkLst>
        </pc:spChg>
        <pc:spChg chg="mod ord">
          <ac:chgData name="Majumdar, Abhijan (Cognizant)" userId="4bb79d37-e6fa-4d15-9b62-cf35cbb2da07" providerId="ADAL" clId="{F57FEC99-4BF6-4A13-8510-4627271B9D81}" dt="2023-08-12T15:21:05.653" v="147" actId="20577"/>
          <ac:spMkLst>
            <pc:docMk/>
            <pc:sldMk cId="2408026333" sldId="285"/>
            <ac:spMk id="5" creationId="{00000000-0000-0000-0000-000000000000}"/>
          </ac:spMkLst>
        </pc:spChg>
      </pc:sldChg>
      <pc:sldChg chg="modSp mod chgLayout">
        <pc:chgData name="Majumdar, Abhijan (Cognizant)" userId="4bb79d37-e6fa-4d15-9b62-cf35cbb2da07" providerId="ADAL" clId="{F57FEC99-4BF6-4A13-8510-4627271B9D81}" dt="2023-08-12T15:21:41.968" v="160" actId="20577"/>
        <pc:sldMkLst>
          <pc:docMk/>
          <pc:sldMk cId="2389713346" sldId="286"/>
        </pc:sldMkLst>
        <pc:spChg chg="mod ord">
          <ac:chgData name="Majumdar, Abhijan (Cognizant)" userId="4bb79d37-e6fa-4d15-9b62-cf35cbb2da07" providerId="ADAL" clId="{F57FEC99-4BF6-4A13-8510-4627271B9D81}" dt="2023-08-12T15:21:34.424" v="155" actId="1076"/>
          <ac:spMkLst>
            <pc:docMk/>
            <pc:sldMk cId="2389713346" sldId="286"/>
            <ac:spMk id="2" creationId="{00000000-0000-0000-0000-000000000000}"/>
          </ac:spMkLst>
        </pc:spChg>
        <pc:spChg chg="mod ord">
          <ac:chgData name="Majumdar, Abhijan (Cognizant)" userId="4bb79d37-e6fa-4d15-9b62-cf35cbb2da07" providerId="ADAL" clId="{F57FEC99-4BF6-4A13-8510-4627271B9D81}" dt="2023-08-12T15:21:41.968" v="160" actId="20577"/>
          <ac:spMkLst>
            <pc:docMk/>
            <pc:sldMk cId="2389713346" sldId="286"/>
            <ac:spMk id="3" creationId="{00000000-0000-0000-0000-000000000000}"/>
          </ac:spMkLst>
        </pc:spChg>
        <pc:spChg chg="mod ord">
          <ac:chgData name="Majumdar, Abhijan (Cognizant)" userId="4bb79d37-e6fa-4d15-9b62-cf35cbb2da07" providerId="ADAL" clId="{F57FEC99-4BF6-4A13-8510-4627271B9D81}" dt="2023-08-12T15:21:19.152" v="149" actId="700"/>
          <ac:spMkLst>
            <pc:docMk/>
            <pc:sldMk cId="2389713346" sldId="286"/>
            <ac:spMk id="4" creationId="{00000000-0000-0000-0000-000000000000}"/>
          </ac:spMkLst>
        </pc:spChg>
        <pc:spChg chg="mod ord">
          <ac:chgData name="Majumdar, Abhijan (Cognizant)" userId="4bb79d37-e6fa-4d15-9b62-cf35cbb2da07" providerId="ADAL" clId="{F57FEC99-4BF6-4A13-8510-4627271B9D81}" dt="2023-08-12T15:21:37.238" v="159" actId="20577"/>
          <ac:spMkLst>
            <pc:docMk/>
            <pc:sldMk cId="2389713346" sldId="286"/>
            <ac:spMk id="5" creationId="{00000000-0000-0000-0000-000000000000}"/>
          </ac:spMkLst>
        </pc:spChg>
      </pc:sldChg>
      <pc:sldChg chg="modSp mod chgLayout">
        <pc:chgData name="Majumdar, Abhijan (Cognizant)" userId="4bb79d37-e6fa-4d15-9b62-cf35cbb2da07" providerId="ADAL" clId="{F57FEC99-4BF6-4A13-8510-4627271B9D81}" dt="2023-08-12T15:22:34.540" v="175" actId="20577"/>
        <pc:sldMkLst>
          <pc:docMk/>
          <pc:sldMk cId="1575685283" sldId="287"/>
        </pc:sldMkLst>
        <pc:spChg chg="mod ord">
          <ac:chgData name="Majumdar, Abhijan (Cognizant)" userId="4bb79d37-e6fa-4d15-9b62-cf35cbb2da07" providerId="ADAL" clId="{F57FEC99-4BF6-4A13-8510-4627271B9D81}" dt="2023-08-12T15:22:14.587" v="165" actId="1076"/>
          <ac:spMkLst>
            <pc:docMk/>
            <pc:sldMk cId="1575685283" sldId="287"/>
            <ac:spMk id="2" creationId="{00000000-0000-0000-0000-000000000000}"/>
          </ac:spMkLst>
        </pc:spChg>
        <pc:spChg chg="mod ord">
          <ac:chgData name="Majumdar, Abhijan (Cognizant)" userId="4bb79d37-e6fa-4d15-9b62-cf35cbb2da07" providerId="ADAL" clId="{F57FEC99-4BF6-4A13-8510-4627271B9D81}" dt="2023-08-12T15:22:34.540" v="175" actId="20577"/>
          <ac:spMkLst>
            <pc:docMk/>
            <pc:sldMk cId="1575685283" sldId="287"/>
            <ac:spMk id="3" creationId="{00000000-0000-0000-0000-000000000000}"/>
          </ac:spMkLst>
        </pc:spChg>
        <pc:spChg chg="mod ord">
          <ac:chgData name="Majumdar, Abhijan (Cognizant)" userId="4bb79d37-e6fa-4d15-9b62-cf35cbb2da07" providerId="ADAL" clId="{F57FEC99-4BF6-4A13-8510-4627271B9D81}" dt="2023-08-12T15:22:02.732" v="161" actId="700"/>
          <ac:spMkLst>
            <pc:docMk/>
            <pc:sldMk cId="1575685283" sldId="287"/>
            <ac:spMk id="4" creationId="{00000000-0000-0000-0000-000000000000}"/>
          </ac:spMkLst>
        </pc:spChg>
        <pc:spChg chg="mod ord">
          <ac:chgData name="Majumdar, Abhijan (Cognizant)" userId="4bb79d37-e6fa-4d15-9b62-cf35cbb2da07" providerId="ADAL" clId="{F57FEC99-4BF6-4A13-8510-4627271B9D81}" dt="2023-08-12T15:22:32.594" v="174" actId="20577"/>
          <ac:spMkLst>
            <pc:docMk/>
            <pc:sldMk cId="1575685283" sldId="287"/>
            <ac:spMk id="5" creationId="{00000000-0000-0000-0000-000000000000}"/>
          </ac:spMkLst>
        </pc:spChg>
      </pc:sldChg>
      <pc:sldChg chg="modSp mod chgLayout">
        <pc:chgData name="Majumdar, Abhijan (Cognizant)" userId="4bb79d37-e6fa-4d15-9b62-cf35cbb2da07" providerId="ADAL" clId="{F57FEC99-4BF6-4A13-8510-4627271B9D81}" dt="2023-08-12T15:23:04.013" v="186" actId="20577"/>
        <pc:sldMkLst>
          <pc:docMk/>
          <pc:sldMk cId="1845323632" sldId="288"/>
        </pc:sldMkLst>
        <pc:spChg chg="mod ord">
          <ac:chgData name="Majumdar, Abhijan (Cognizant)" userId="4bb79d37-e6fa-4d15-9b62-cf35cbb2da07" providerId="ADAL" clId="{F57FEC99-4BF6-4A13-8510-4627271B9D81}" dt="2023-08-12T15:22:57.211" v="180" actId="1076"/>
          <ac:spMkLst>
            <pc:docMk/>
            <pc:sldMk cId="1845323632" sldId="288"/>
            <ac:spMk id="2" creationId="{00000000-0000-0000-0000-000000000000}"/>
          </ac:spMkLst>
        </pc:spChg>
        <pc:spChg chg="mod ord">
          <ac:chgData name="Majumdar, Abhijan (Cognizant)" userId="4bb79d37-e6fa-4d15-9b62-cf35cbb2da07" providerId="ADAL" clId="{F57FEC99-4BF6-4A13-8510-4627271B9D81}" dt="2023-08-12T15:22:54.339" v="179" actId="1076"/>
          <ac:spMkLst>
            <pc:docMk/>
            <pc:sldMk cId="1845323632" sldId="288"/>
            <ac:spMk id="3" creationId="{00000000-0000-0000-0000-000000000000}"/>
          </ac:spMkLst>
        </pc:spChg>
        <pc:spChg chg="mod ord">
          <ac:chgData name="Majumdar, Abhijan (Cognizant)" userId="4bb79d37-e6fa-4d15-9b62-cf35cbb2da07" providerId="ADAL" clId="{F57FEC99-4BF6-4A13-8510-4627271B9D81}" dt="2023-08-12T15:22:45.914" v="176" actId="700"/>
          <ac:spMkLst>
            <pc:docMk/>
            <pc:sldMk cId="1845323632" sldId="288"/>
            <ac:spMk id="4" creationId="{00000000-0000-0000-0000-000000000000}"/>
          </ac:spMkLst>
        </pc:spChg>
        <pc:spChg chg="mod ord">
          <ac:chgData name="Majumdar, Abhijan (Cognizant)" userId="4bb79d37-e6fa-4d15-9b62-cf35cbb2da07" providerId="ADAL" clId="{F57FEC99-4BF6-4A13-8510-4627271B9D81}" dt="2023-08-12T15:23:04.013" v="186" actId="20577"/>
          <ac:spMkLst>
            <pc:docMk/>
            <pc:sldMk cId="1845323632" sldId="288"/>
            <ac:spMk id="5" creationId="{00000000-0000-0000-0000-000000000000}"/>
          </ac:spMkLst>
        </pc:spChg>
        <pc:picChg chg="mod">
          <ac:chgData name="Majumdar, Abhijan (Cognizant)" userId="4bb79d37-e6fa-4d15-9b62-cf35cbb2da07" providerId="ADAL" clId="{F57FEC99-4BF6-4A13-8510-4627271B9D81}" dt="2023-08-12T15:23:00.525" v="182" actId="1076"/>
          <ac:picMkLst>
            <pc:docMk/>
            <pc:sldMk cId="1845323632" sldId="288"/>
            <ac:picMk id="7" creationId="{00000000-0000-0000-0000-000000000000}"/>
          </ac:picMkLst>
        </pc:picChg>
      </pc:sldChg>
      <pc:sldChg chg="modSp mod chgLayout">
        <pc:chgData name="Majumdar, Abhijan (Cognizant)" userId="4bb79d37-e6fa-4d15-9b62-cf35cbb2da07" providerId="ADAL" clId="{F57FEC99-4BF6-4A13-8510-4627271B9D81}" dt="2023-08-12T15:23:38.089" v="195" actId="20577"/>
        <pc:sldMkLst>
          <pc:docMk/>
          <pc:sldMk cId="2640857056" sldId="289"/>
        </pc:sldMkLst>
        <pc:spChg chg="mod ord">
          <ac:chgData name="Majumdar, Abhijan (Cognizant)" userId="4bb79d37-e6fa-4d15-9b62-cf35cbb2da07" providerId="ADAL" clId="{F57FEC99-4BF6-4A13-8510-4627271B9D81}" dt="2023-08-12T15:23:34.162" v="191" actId="1076"/>
          <ac:spMkLst>
            <pc:docMk/>
            <pc:sldMk cId="2640857056" sldId="289"/>
            <ac:spMk id="2" creationId="{00000000-0000-0000-0000-000000000000}"/>
          </ac:spMkLst>
        </pc:spChg>
        <pc:spChg chg="mod ord">
          <ac:chgData name="Majumdar, Abhijan (Cognizant)" userId="4bb79d37-e6fa-4d15-9b62-cf35cbb2da07" providerId="ADAL" clId="{F57FEC99-4BF6-4A13-8510-4627271B9D81}" dt="2023-08-12T15:23:29.630" v="190" actId="1076"/>
          <ac:spMkLst>
            <pc:docMk/>
            <pc:sldMk cId="2640857056" sldId="289"/>
            <ac:spMk id="3" creationId="{00000000-0000-0000-0000-000000000000}"/>
          </ac:spMkLst>
        </pc:spChg>
        <pc:spChg chg="mod ord">
          <ac:chgData name="Majumdar, Abhijan (Cognizant)" userId="4bb79d37-e6fa-4d15-9b62-cf35cbb2da07" providerId="ADAL" clId="{F57FEC99-4BF6-4A13-8510-4627271B9D81}" dt="2023-08-12T15:23:20.840" v="187" actId="700"/>
          <ac:spMkLst>
            <pc:docMk/>
            <pc:sldMk cId="2640857056" sldId="289"/>
            <ac:spMk id="4" creationId="{00000000-0000-0000-0000-000000000000}"/>
          </ac:spMkLst>
        </pc:spChg>
        <pc:spChg chg="mod ord">
          <ac:chgData name="Majumdar, Abhijan (Cognizant)" userId="4bb79d37-e6fa-4d15-9b62-cf35cbb2da07" providerId="ADAL" clId="{F57FEC99-4BF6-4A13-8510-4627271B9D81}" dt="2023-08-12T15:23:38.089" v="195" actId="20577"/>
          <ac:spMkLst>
            <pc:docMk/>
            <pc:sldMk cId="2640857056" sldId="289"/>
            <ac:spMk id="5" creationId="{00000000-0000-0000-0000-000000000000}"/>
          </ac:spMkLst>
        </pc:spChg>
      </pc:sldChg>
      <pc:sldChg chg="modSp mod chgLayout">
        <pc:chgData name="Majumdar, Abhijan (Cognizant)" userId="4bb79d37-e6fa-4d15-9b62-cf35cbb2da07" providerId="ADAL" clId="{F57FEC99-4BF6-4A13-8510-4627271B9D81}" dt="2023-08-12T15:24:04.836" v="204" actId="20577"/>
        <pc:sldMkLst>
          <pc:docMk/>
          <pc:sldMk cId="1582221085" sldId="290"/>
        </pc:sldMkLst>
        <pc:spChg chg="mod ord">
          <ac:chgData name="Majumdar, Abhijan (Cognizant)" userId="4bb79d37-e6fa-4d15-9b62-cf35cbb2da07" providerId="ADAL" clId="{F57FEC99-4BF6-4A13-8510-4627271B9D81}" dt="2023-08-12T15:24:03.176" v="200" actId="1076"/>
          <ac:spMkLst>
            <pc:docMk/>
            <pc:sldMk cId="1582221085" sldId="290"/>
            <ac:spMk id="2" creationId="{00000000-0000-0000-0000-000000000000}"/>
          </ac:spMkLst>
        </pc:spChg>
        <pc:spChg chg="mod ord">
          <ac:chgData name="Majumdar, Abhijan (Cognizant)" userId="4bb79d37-e6fa-4d15-9b62-cf35cbb2da07" providerId="ADAL" clId="{F57FEC99-4BF6-4A13-8510-4627271B9D81}" dt="2023-08-12T15:23:59.025" v="199" actId="1076"/>
          <ac:spMkLst>
            <pc:docMk/>
            <pc:sldMk cId="1582221085" sldId="290"/>
            <ac:spMk id="3" creationId="{00000000-0000-0000-0000-000000000000}"/>
          </ac:spMkLst>
        </pc:spChg>
        <pc:spChg chg="mod ord">
          <ac:chgData name="Majumdar, Abhijan (Cognizant)" userId="4bb79d37-e6fa-4d15-9b62-cf35cbb2da07" providerId="ADAL" clId="{F57FEC99-4BF6-4A13-8510-4627271B9D81}" dt="2023-08-12T15:23:48.980" v="196" actId="700"/>
          <ac:spMkLst>
            <pc:docMk/>
            <pc:sldMk cId="1582221085" sldId="290"/>
            <ac:spMk id="4" creationId="{00000000-0000-0000-0000-000000000000}"/>
          </ac:spMkLst>
        </pc:spChg>
        <pc:spChg chg="mod ord">
          <ac:chgData name="Majumdar, Abhijan (Cognizant)" userId="4bb79d37-e6fa-4d15-9b62-cf35cbb2da07" providerId="ADAL" clId="{F57FEC99-4BF6-4A13-8510-4627271B9D81}" dt="2023-08-12T15:24:04.836" v="204" actId="20577"/>
          <ac:spMkLst>
            <pc:docMk/>
            <pc:sldMk cId="1582221085" sldId="290"/>
            <ac:spMk id="5" creationId="{00000000-0000-0000-0000-000000000000}"/>
          </ac:spMkLst>
        </pc:spChg>
      </pc:sldChg>
      <pc:sldChg chg="modSp mod chgLayout">
        <pc:chgData name="Majumdar, Abhijan (Cognizant)" userId="4bb79d37-e6fa-4d15-9b62-cf35cbb2da07" providerId="ADAL" clId="{F57FEC99-4BF6-4A13-8510-4627271B9D81}" dt="2023-08-12T15:24:30.987" v="213" actId="20577"/>
        <pc:sldMkLst>
          <pc:docMk/>
          <pc:sldMk cId="1909561071" sldId="291"/>
        </pc:sldMkLst>
        <pc:spChg chg="mod ord">
          <ac:chgData name="Majumdar, Abhijan (Cognizant)" userId="4bb79d37-e6fa-4d15-9b62-cf35cbb2da07" providerId="ADAL" clId="{F57FEC99-4BF6-4A13-8510-4627271B9D81}" dt="2023-08-12T15:24:28.754" v="209" actId="1076"/>
          <ac:spMkLst>
            <pc:docMk/>
            <pc:sldMk cId="1909561071" sldId="291"/>
            <ac:spMk id="2" creationId="{00000000-0000-0000-0000-000000000000}"/>
          </ac:spMkLst>
        </pc:spChg>
        <pc:spChg chg="mod ord">
          <ac:chgData name="Majumdar, Abhijan (Cognizant)" userId="4bb79d37-e6fa-4d15-9b62-cf35cbb2da07" providerId="ADAL" clId="{F57FEC99-4BF6-4A13-8510-4627271B9D81}" dt="2023-08-12T15:24:24.010" v="208" actId="1076"/>
          <ac:spMkLst>
            <pc:docMk/>
            <pc:sldMk cId="1909561071" sldId="291"/>
            <ac:spMk id="3" creationId="{00000000-0000-0000-0000-000000000000}"/>
          </ac:spMkLst>
        </pc:spChg>
        <pc:spChg chg="mod ord">
          <ac:chgData name="Majumdar, Abhijan (Cognizant)" userId="4bb79d37-e6fa-4d15-9b62-cf35cbb2da07" providerId="ADAL" clId="{F57FEC99-4BF6-4A13-8510-4627271B9D81}" dt="2023-08-12T15:24:15.130" v="205" actId="700"/>
          <ac:spMkLst>
            <pc:docMk/>
            <pc:sldMk cId="1909561071" sldId="291"/>
            <ac:spMk id="4" creationId="{00000000-0000-0000-0000-000000000000}"/>
          </ac:spMkLst>
        </pc:spChg>
        <pc:spChg chg="mod ord">
          <ac:chgData name="Majumdar, Abhijan (Cognizant)" userId="4bb79d37-e6fa-4d15-9b62-cf35cbb2da07" providerId="ADAL" clId="{F57FEC99-4BF6-4A13-8510-4627271B9D81}" dt="2023-08-12T15:24:30.987" v="213" actId="20577"/>
          <ac:spMkLst>
            <pc:docMk/>
            <pc:sldMk cId="1909561071" sldId="291"/>
            <ac:spMk id="5" creationId="{00000000-0000-0000-0000-000000000000}"/>
          </ac:spMkLst>
        </pc:spChg>
      </pc:sldChg>
      <pc:sldChg chg="modSp mod chgLayout">
        <pc:chgData name="Majumdar, Abhijan (Cognizant)" userId="4bb79d37-e6fa-4d15-9b62-cf35cbb2da07" providerId="ADAL" clId="{F57FEC99-4BF6-4A13-8510-4627271B9D81}" dt="2023-08-12T15:26:27.597" v="237" actId="20577"/>
        <pc:sldMkLst>
          <pc:docMk/>
          <pc:sldMk cId="1297448134" sldId="292"/>
        </pc:sldMkLst>
        <pc:spChg chg="mod ord">
          <ac:chgData name="Majumdar, Abhijan (Cognizant)" userId="4bb79d37-e6fa-4d15-9b62-cf35cbb2da07" providerId="ADAL" clId="{F57FEC99-4BF6-4A13-8510-4627271B9D81}" dt="2023-08-12T15:26:23.444" v="233" actId="1076"/>
          <ac:spMkLst>
            <pc:docMk/>
            <pc:sldMk cId="1297448134" sldId="292"/>
            <ac:spMk id="2" creationId="{00000000-0000-0000-0000-000000000000}"/>
          </ac:spMkLst>
        </pc:spChg>
        <pc:spChg chg="mod ord">
          <ac:chgData name="Majumdar, Abhijan (Cognizant)" userId="4bb79d37-e6fa-4d15-9b62-cf35cbb2da07" providerId="ADAL" clId="{F57FEC99-4BF6-4A13-8510-4627271B9D81}" dt="2023-08-12T15:26:19.504" v="232" actId="1076"/>
          <ac:spMkLst>
            <pc:docMk/>
            <pc:sldMk cId="1297448134" sldId="292"/>
            <ac:spMk id="3" creationId="{00000000-0000-0000-0000-000000000000}"/>
          </ac:spMkLst>
        </pc:spChg>
        <pc:spChg chg="mod ord">
          <ac:chgData name="Majumdar, Abhijan (Cognizant)" userId="4bb79d37-e6fa-4d15-9b62-cf35cbb2da07" providerId="ADAL" clId="{F57FEC99-4BF6-4A13-8510-4627271B9D81}" dt="2023-08-12T15:26:11.187" v="229" actId="700"/>
          <ac:spMkLst>
            <pc:docMk/>
            <pc:sldMk cId="1297448134" sldId="292"/>
            <ac:spMk id="4" creationId="{00000000-0000-0000-0000-000000000000}"/>
          </ac:spMkLst>
        </pc:spChg>
        <pc:spChg chg="mod ord">
          <ac:chgData name="Majumdar, Abhijan (Cognizant)" userId="4bb79d37-e6fa-4d15-9b62-cf35cbb2da07" providerId="ADAL" clId="{F57FEC99-4BF6-4A13-8510-4627271B9D81}" dt="2023-08-12T15:26:27.597" v="237" actId="20577"/>
          <ac:spMkLst>
            <pc:docMk/>
            <pc:sldMk cId="1297448134" sldId="292"/>
            <ac:spMk id="5" creationId="{00000000-0000-0000-0000-000000000000}"/>
          </ac:spMkLst>
        </pc:spChg>
      </pc:sldChg>
      <pc:sldChg chg="modSp mod chgLayout">
        <pc:chgData name="Majumdar, Abhijan (Cognizant)" userId="4bb79d37-e6fa-4d15-9b62-cf35cbb2da07" providerId="ADAL" clId="{F57FEC99-4BF6-4A13-8510-4627271B9D81}" dt="2023-08-12T15:26:57.990" v="248" actId="20577"/>
        <pc:sldMkLst>
          <pc:docMk/>
          <pc:sldMk cId="4376441" sldId="293"/>
        </pc:sldMkLst>
        <pc:spChg chg="mod ord">
          <ac:chgData name="Majumdar, Abhijan (Cognizant)" userId="4bb79d37-e6fa-4d15-9b62-cf35cbb2da07" providerId="ADAL" clId="{F57FEC99-4BF6-4A13-8510-4627271B9D81}" dt="2023-08-12T15:26:49.111" v="242" actId="1076"/>
          <ac:spMkLst>
            <pc:docMk/>
            <pc:sldMk cId="4376441" sldId="293"/>
            <ac:spMk id="2" creationId="{00000000-0000-0000-0000-000000000000}"/>
          </ac:spMkLst>
        </pc:spChg>
        <pc:spChg chg="mod ord">
          <ac:chgData name="Majumdar, Abhijan (Cognizant)" userId="4bb79d37-e6fa-4d15-9b62-cf35cbb2da07" providerId="ADAL" clId="{F57FEC99-4BF6-4A13-8510-4627271B9D81}" dt="2023-08-12T15:26:57.990" v="248" actId="20577"/>
          <ac:spMkLst>
            <pc:docMk/>
            <pc:sldMk cId="4376441" sldId="293"/>
            <ac:spMk id="3" creationId="{00000000-0000-0000-0000-000000000000}"/>
          </ac:spMkLst>
        </pc:spChg>
        <pc:spChg chg="mod ord">
          <ac:chgData name="Majumdar, Abhijan (Cognizant)" userId="4bb79d37-e6fa-4d15-9b62-cf35cbb2da07" providerId="ADAL" clId="{F57FEC99-4BF6-4A13-8510-4627271B9D81}" dt="2023-08-12T15:26:38.056" v="238" actId="700"/>
          <ac:spMkLst>
            <pc:docMk/>
            <pc:sldMk cId="4376441" sldId="293"/>
            <ac:spMk id="4" creationId="{00000000-0000-0000-0000-000000000000}"/>
          </ac:spMkLst>
        </pc:spChg>
        <pc:spChg chg="mod ord">
          <ac:chgData name="Majumdar, Abhijan (Cognizant)" userId="4bb79d37-e6fa-4d15-9b62-cf35cbb2da07" providerId="ADAL" clId="{F57FEC99-4BF6-4A13-8510-4627271B9D81}" dt="2023-08-12T15:26:54.890" v="247" actId="20577"/>
          <ac:spMkLst>
            <pc:docMk/>
            <pc:sldMk cId="4376441" sldId="293"/>
            <ac:spMk id="5" creationId="{00000000-0000-0000-0000-000000000000}"/>
          </ac:spMkLst>
        </pc:spChg>
        <pc:picChg chg="mod">
          <ac:chgData name="Majumdar, Abhijan (Cognizant)" userId="4bb79d37-e6fa-4d15-9b62-cf35cbb2da07" providerId="ADAL" clId="{F57FEC99-4BF6-4A13-8510-4627271B9D81}" dt="2023-08-12T15:26:52.719" v="243" actId="1076"/>
          <ac:picMkLst>
            <pc:docMk/>
            <pc:sldMk cId="4376441" sldId="293"/>
            <ac:picMk id="7" creationId="{00000000-0000-0000-0000-000000000000}"/>
          </ac:picMkLst>
        </pc:picChg>
      </pc:sldChg>
      <pc:sldChg chg="modSp mod chgLayout">
        <pc:chgData name="Majumdar, Abhijan (Cognizant)" userId="4bb79d37-e6fa-4d15-9b62-cf35cbb2da07" providerId="ADAL" clId="{F57FEC99-4BF6-4A13-8510-4627271B9D81}" dt="2023-08-12T15:28:44.122" v="258" actId="20577"/>
        <pc:sldMkLst>
          <pc:docMk/>
          <pc:sldMk cId="3558155121" sldId="294"/>
        </pc:sldMkLst>
        <pc:spChg chg="mod ord">
          <ac:chgData name="Majumdar, Abhijan (Cognizant)" userId="4bb79d37-e6fa-4d15-9b62-cf35cbb2da07" providerId="ADAL" clId="{F57FEC99-4BF6-4A13-8510-4627271B9D81}" dt="2023-08-12T15:28:37.611" v="253" actId="1076"/>
          <ac:spMkLst>
            <pc:docMk/>
            <pc:sldMk cId="3558155121" sldId="294"/>
            <ac:spMk id="2" creationId="{00000000-0000-0000-0000-000000000000}"/>
          </ac:spMkLst>
        </pc:spChg>
        <pc:spChg chg="mod ord">
          <ac:chgData name="Majumdar, Abhijan (Cognizant)" userId="4bb79d37-e6fa-4d15-9b62-cf35cbb2da07" providerId="ADAL" clId="{F57FEC99-4BF6-4A13-8510-4627271B9D81}" dt="2023-08-12T15:28:44.122" v="258" actId="20577"/>
          <ac:spMkLst>
            <pc:docMk/>
            <pc:sldMk cId="3558155121" sldId="294"/>
            <ac:spMk id="3" creationId="{00000000-0000-0000-0000-000000000000}"/>
          </ac:spMkLst>
        </pc:spChg>
        <pc:spChg chg="mod ord">
          <ac:chgData name="Majumdar, Abhijan (Cognizant)" userId="4bb79d37-e6fa-4d15-9b62-cf35cbb2da07" providerId="ADAL" clId="{F57FEC99-4BF6-4A13-8510-4627271B9D81}" dt="2023-08-12T15:28:25.751" v="249" actId="700"/>
          <ac:spMkLst>
            <pc:docMk/>
            <pc:sldMk cId="3558155121" sldId="294"/>
            <ac:spMk id="4" creationId="{00000000-0000-0000-0000-000000000000}"/>
          </ac:spMkLst>
        </pc:spChg>
        <pc:spChg chg="mod ord">
          <ac:chgData name="Majumdar, Abhijan (Cognizant)" userId="4bb79d37-e6fa-4d15-9b62-cf35cbb2da07" providerId="ADAL" clId="{F57FEC99-4BF6-4A13-8510-4627271B9D81}" dt="2023-08-12T15:28:39.574" v="257" actId="20577"/>
          <ac:spMkLst>
            <pc:docMk/>
            <pc:sldMk cId="3558155121" sldId="294"/>
            <ac:spMk id="5" creationId="{00000000-0000-0000-0000-000000000000}"/>
          </ac:spMkLst>
        </pc:spChg>
      </pc:sldChg>
      <pc:sldChg chg="modSp mod chgLayout">
        <pc:chgData name="Majumdar, Abhijan (Cognizant)" userId="4bb79d37-e6fa-4d15-9b62-cf35cbb2da07" providerId="ADAL" clId="{F57FEC99-4BF6-4A13-8510-4627271B9D81}" dt="2023-08-12T15:30:10.601" v="269" actId="20577"/>
        <pc:sldMkLst>
          <pc:docMk/>
          <pc:sldMk cId="4053953418" sldId="295"/>
        </pc:sldMkLst>
        <pc:spChg chg="mod ord">
          <ac:chgData name="Majumdar, Abhijan (Cognizant)" userId="4bb79d37-e6fa-4d15-9b62-cf35cbb2da07" providerId="ADAL" clId="{F57FEC99-4BF6-4A13-8510-4627271B9D81}" dt="2023-08-12T15:29:58.543" v="263" actId="1076"/>
          <ac:spMkLst>
            <pc:docMk/>
            <pc:sldMk cId="4053953418" sldId="295"/>
            <ac:spMk id="2" creationId="{00000000-0000-0000-0000-000000000000}"/>
          </ac:spMkLst>
        </pc:spChg>
        <pc:spChg chg="mod ord">
          <ac:chgData name="Majumdar, Abhijan (Cognizant)" userId="4bb79d37-e6fa-4d15-9b62-cf35cbb2da07" providerId="ADAL" clId="{F57FEC99-4BF6-4A13-8510-4627271B9D81}" dt="2023-08-12T15:30:10.601" v="269" actId="20577"/>
          <ac:spMkLst>
            <pc:docMk/>
            <pc:sldMk cId="4053953418" sldId="295"/>
            <ac:spMk id="3" creationId="{00000000-0000-0000-0000-000000000000}"/>
          </ac:spMkLst>
        </pc:spChg>
        <pc:spChg chg="mod ord">
          <ac:chgData name="Majumdar, Abhijan (Cognizant)" userId="4bb79d37-e6fa-4d15-9b62-cf35cbb2da07" providerId="ADAL" clId="{F57FEC99-4BF6-4A13-8510-4627271B9D81}" dt="2023-08-12T15:29:47.544" v="259" actId="700"/>
          <ac:spMkLst>
            <pc:docMk/>
            <pc:sldMk cId="4053953418" sldId="295"/>
            <ac:spMk id="4" creationId="{00000000-0000-0000-0000-000000000000}"/>
          </ac:spMkLst>
        </pc:spChg>
        <pc:spChg chg="mod ord">
          <ac:chgData name="Majumdar, Abhijan (Cognizant)" userId="4bb79d37-e6fa-4d15-9b62-cf35cbb2da07" providerId="ADAL" clId="{F57FEC99-4BF6-4A13-8510-4627271B9D81}" dt="2023-08-12T15:30:03.164" v="268" actId="20577"/>
          <ac:spMkLst>
            <pc:docMk/>
            <pc:sldMk cId="4053953418" sldId="295"/>
            <ac:spMk id="5" creationId="{00000000-0000-0000-0000-000000000000}"/>
          </ac:spMkLst>
        </pc:spChg>
        <pc:picChg chg="mod">
          <ac:chgData name="Majumdar, Abhijan (Cognizant)" userId="4bb79d37-e6fa-4d15-9b62-cf35cbb2da07" providerId="ADAL" clId="{F57FEC99-4BF6-4A13-8510-4627271B9D81}" dt="2023-08-12T15:30:01.048" v="264" actId="1076"/>
          <ac:picMkLst>
            <pc:docMk/>
            <pc:sldMk cId="4053953418" sldId="295"/>
            <ac:picMk id="6" creationId="{00000000-0000-0000-0000-000000000000}"/>
          </ac:picMkLst>
        </pc:picChg>
      </pc:sldChg>
      <pc:sldChg chg="modSp mod chgLayout">
        <pc:chgData name="Majumdar, Abhijan (Cognizant)" userId="4bb79d37-e6fa-4d15-9b62-cf35cbb2da07" providerId="ADAL" clId="{F57FEC99-4BF6-4A13-8510-4627271B9D81}" dt="2023-08-12T15:31:07.261" v="290" actId="20577"/>
        <pc:sldMkLst>
          <pc:docMk/>
          <pc:sldMk cId="1400983289" sldId="296"/>
        </pc:sldMkLst>
        <pc:spChg chg="mod ord">
          <ac:chgData name="Majumdar, Abhijan (Cognizant)" userId="4bb79d37-e6fa-4d15-9b62-cf35cbb2da07" providerId="ADAL" clId="{F57FEC99-4BF6-4A13-8510-4627271B9D81}" dt="2023-08-12T15:31:03.825" v="286" actId="1076"/>
          <ac:spMkLst>
            <pc:docMk/>
            <pc:sldMk cId="1400983289" sldId="296"/>
            <ac:spMk id="2" creationId="{00000000-0000-0000-0000-000000000000}"/>
          </ac:spMkLst>
        </pc:spChg>
        <pc:spChg chg="mod ord">
          <ac:chgData name="Majumdar, Abhijan (Cognizant)" userId="4bb79d37-e6fa-4d15-9b62-cf35cbb2da07" providerId="ADAL" clId="{F57FEC99-4BF6-4A13-8510-4627271B9D81}" dt="2023-08-12T15:30:58.880" v="285" actId="1076"/>
          <ac:spMkLst>
            <pc:docMk/>
            <pc:sldMk cId="1400983289" sldId="296"/>
            <ac:spMk id="3" creationId="{00000000-0000-0000-0000-000000000000}"/>
          </ac:spMkLst>
        </pc:spChg>
        <pc:spChg chg="mod ord">
          <ac:chgData name="Majumdar, Abhijan (Cognizant)" userId="4bb79d37-e6fa-4d15-9b62-cf35cbb2da07" providerId="ADAL" clId="{F57FEC99-4BF6-4A13-8510-4627271B9D81}" dt="2023-08-12T15:30:48.719" v="282" actId="700"/>
          <ac:spMkLst>
            <pc:docMk/>
            <pc:sldMk cId="1400983289" sldId="296"/>
            <ac:spMk id="4" creationId="{00000000-0000-0000-0000-000000000000}"/>
          </ac:spMkLst>
        </pc:spChg>
        <pc:spChg chg="mod ord">
          <ac:chgData name="Majumdar, Abhijan (Cognizant)" userId="4bb79d37-e6fa-4d15-9b62-cf35cbb2da07" providerId="ADAL" clId="{F57FEC99-4BF6-4A13-8510-4627271B9D81}" dt="2023-08-12T15:31:07.261" v="290" actId="20577"/>
          <ac:spMkLst>
            <pc:docMk/>
            <pc:sldMk cId="1400983289" sldId="296"/>
            <ac:spMk id="5" creationId="{00000000-0000-0000-0000-000000000000}"/>
          </ac:spMkLst>
        </pc:spChg>
      </pc:sldChg>
      <pc:sldChg chg="modSp mod chgLayout">
        <pc:chgData name="Majumdar, Abhijan (Cognizant)" userId="4bb79d37-e6fa-4d15-9b62-cf35cbb2da07" providerId="ADAL" clId="{F57FEC99-4BF6-4A13-8510-4627271B9D81}" dt="2023-08-12T15:31:33.874" v="299" actId="20577"/>
        <pc:sldMkLst>
          <pc:docMk/>
          <pc:sldMk cId="3357051017" sldId="297"/>
        </pc:sldMkLst>
        <pc:spChg chg="mod ord">
          <ac:chgData name="Majumdar, Abhijan (Cognizant)" userId="4bb79d37-e6fa-4d15-9b62-cf35cbb2da07" providerId="ADAL" clId="{F57FEC99-4BF6-4A13-8510-4627271B9D81}" dt="2023-08-12T15:31:31.123" v="295" actId="1076"/>
          <ac:spMkLst>
            <pc:docMk/>
            <pc:sldMk cId="3357051017" sldId="297"/>
            <ac:spMk id="2" creationId="{00000000-0000-0000-0000-000000000000}"/>
          </ac:spMkLst>
        </pc:spChg>
        <pc:spChg chg="mod ord">
          <ac:chgData name="Majumdar, Abhijan (Cognizant)" userId="4bb79d37-e6fa-4d15-9b62-cf35cbb2da07" providerId="ADAL" clId="{F57FEC99-4BF6-4A13-8510-4627271B9D81}" dt="2023-08-12T15:31:28.307" v="294" actId="1076"/>
          <ac:spMkLst>
            <pc:docMk/>
            <pc:sldMk cId="3357051017" sldId="297"/>
            <ac:spMk id="3" creationId="{00000000-0000-0000-0000-000000000000}"/>
          </ac:spMkLst>
        </pc:spChg>
        <pc:spChg chg="mod ord">
          <ac:chgData name="Majumdar, Abhijan (Cognizant)" userId="4bb79d37-e6fa-4d15-9b62-cf35cbb2da07" providerId="ADAL" clId="{F57FEC99-4BF6-4A13-8510-4627271B9D81}" dt="2023-08-12T15:31:17.984" v="291" actId="700"/>
          <ac:spMkLst>
            <pc:docMk/>
            <pc:sldMk cId="3357051017" sldId="297"/>
            <ac:spMk id="4" creationId="{00000000-0000-0000-0000-000000000000}"/>
          </ac:spMkLst>
        </pc:spChg>
        <pc:spChg chg="mod ord">
          <ac:chgData name="Majumdar, Abhijan (Cognizant)" userId="4bb79d37-e6fa-4d15-9b62-cf35cbb2da07" providerId="ADAL" clId="{F57FEC99-4BF6-4A13-8510-4627271B9D81}" dt="2023-08-12T15:31:33.874" v="299" actId="20577"/>
          <ac:spMkLst>
            <pc:docMk/>
            <pc:sldMk cId="3357051017" sldId="297"/>
            <ac:spMk id="6" creationId="{00000000-0000-0000-0000-000000000000}"/>
          </ac:spMkLst>
        </pc:spChg>
      </pc:sldChg>
      <pc:sldChg chg="modSp mod modClrScheme chgLayout">
        <pc:chgData name="Majumdar, Abhijan (Cognizant)" userId="4bb79d37-e6fa-4d15-9b62-cf35cbb2da07" providerId="ADAL" clId="{F57FEC99-4BF6-4A13-8510-4627271B9D81}" dt="2023-08-12T15:39:56.586" v="343" actId="20577"/>
        <pc:sldMkLst>
          <pc:docMk/>
          <pc:sldMk cId="2383354746" sldId="299"/>
        </pc:sldMkLst>
        <pc:spChg chg="mod ord">
          <ac:chgData name="Majumdar, Abhijan (Cognizant)" userId="4bb79d37-e6fa-4d15-9b62-cf35cbb2da07" providerId="ADAL" clId="{F57FEC99-4BF6-4A13-8510-4627271B9D81}" dt="2023-08-12T15:39:52.647" v="339" actId="1076"/>
          <ac:spMkLst>
            <pc:docMk/>
            <pc:sldMk cId="2383354746" sldId="299"/>
            <ac:spMk id="2" creationId="{00000000-0000-0000-0000-000000000000}"/>
          </ac:spMkLst>
        </pc:spChg>
        <pc:spChg chg="mod ord">
          <ac:chgData name="Majumdar, Abhijan (Cognizant)" userId="4bb79d37-e6fa-4d15-9b62-cf35cbb2da07" providerId="ADAL" clId="{F57FEC99-4BF6-4A13-8510-4627271B9D81}" dt="2023-08-12T15:39:47.493" v="338" actId="1076"/>
          <ac:spMkLst>
            <pc:docMk/>
            <pc:sldMk cId="2383354746" sldId="299"/>
            <ac:spMk id="3" creationId="{00000000-0000-0000-0000-000000000000}"/>
          </ac:spMkLst>
        </pc:spChg>
        <pc:spChg chg="mod ord">
          <ac:chgData name="Majumdar, Abhijan (Cognizant)" userId="4bb79d37-e6fa-4d15-9b62-cf35cbb2da07" providerId="ADAL" clId="{F57FEC99-4BF6-4A13-8510-4627271B9D81}" dt="2023-08-12T15:39:27.495" v="332" actId="700"/>
          <ac:spMkLst>
            <pc:docMk/>
            <pc:sldMk cId="2383354746" sldId="299"/>
            <ac:spMk id="4" creationId="{00000000-0000-0000-0000-000000000000}"/>
          </ac:spMkLst>
        </pc:spChg>
        <pc:spChg chg="mod ord">
          <ac:chgData name="Majumdar, Abhijan (Cognizant)" userId="4bb79d37-e6fa-4d15-9b62-cf35cbb2da07" providerId="ADAL" clId="{F57FEC99-4BF6-4A13-8510-4627271B9D81}" dt="2023-08-12T15:39:56.586" v="343" actId="20577"/>
          <ac:spMkLst>
            <pc:docMk/>
            <pc:sldMk cId="2383354746" sldId="299"/>
            <ac:spMk id="5" creationId="{00000000-0000-0000-0000-000000000000}"/>
          </ac:spMkLst>
        </pc:spChg>
      </pc:sldChg>
      <pc:sldChg chg="del">
        <pc:chgData name="Majumdar, Abhijan (Cognizant)" userId="4bb79d37-e6fa-4d15-9b62-cf35cbb2da07" providerId="ADAL" clId="{F57FEC99-4BF6-4A13-8510-4627271B9D81}" dt="2023-08-12T15:42:45.432" v="378" actId="47"/>
        <pc:sldMkLst>
          <pc:docMk/>
          <pc:sldMk cId="987623109" sldId="301"/>
        </pc:sldMkLst>
      </pc:sldChg>
      <pc:sldChg chg="addSp delSp modSp mod modClrScheme chgLayout">
        <pc:chgData name="Majumdar, Abhijan (Cognizant)" userId="4bb79d37-e6fa-4d15-9b62-cf35cbb2da07" providerId="ADAL" clId="{F57FEC99-4BF6-4A13-8510-4627271B9D81}" dt="2023-08-12T15:15:28.737" v="67" actId="20577"/>
        <pc:sldMkLst>
          <pc:docMk/>
          <pc:sldMk cId="3772980394" sldId="302"/>
        </pc:sldMkLst>
        <pc:spChg chg="add del mod ord">
          <ac:chgData name="Majumdar, Abhijan (Cognizant)" userId="4bb79d37-e6fa-4d15-9b62-cf35cbb2da07" providerId="ADAL" clId="{F57FEC99-4BF6-4A13-8510-4627271B9D81}" dt="2023-08-12T15:15:06.600" v="59" actId="21"/>
          <ac:spMkLst>
            <pc:docMk/>
            <pc:sldMk cId="3772980394" sldId="302"/>
            <ac:spMk id="2" creationId="{12A095ED-91D1-D157-3AA3-75AEC3BB7B92}"/>
          </ac:spMkLst>
        </pc:spChg>
        <pc:spChg chg="add del mod ord">
          <ac:chgData name="Majumdar, Abhijan (Cognizant)" userId="4bb79d37-e6fa-4d15-9b62-cf35cbb2da07" providerId="ADAL" clId="{F57FEC99-4BF6-4A13-8510-4627271B9D81}" dt="2023-08-12T15:15:09.731" v="60" actId="21"/>
          <ac:spMkLst>
            <pc:docMk/>
            <pc:sldMk cId="3772980394" sldId="302"/>
            <ac:spMk id="3" creationId="{4AB64532-5377-DC04-7151-7060B0F7DB7E}"/>
          </ac:spMkLst>
        </pc:spChg>
        <pc:spChg chg="mod ord">
          <ac:chgData name="Majumdar, Abhijan (Cognizant)" userId="4bb79d37-e6fa-4d15-9b62-cf35cbb2da07" providerId="ADAL" clId="{F57FEC99-4BF6-4A13-8510-4627271B9D81}" dt="2023-08-12T15:15:28.737" v="67" actId="20577"/>
          <ac:spMkLst>
            <pc:docMk/>
            <pc:sldMk cId="3772980394" sldId="302"/>
            <ac:spMk id="4" creationId="{00000000-0000-0000-0000-000000000000}"/>
          </ac:spMkLst>
        </pc:spChg>
        <pc:spChg chg="mod ord">
          <ac:chgData name="Majumdar, Abhijan (Cognizant)" userId="4bb79d37-e6fa-4d15-9b62-cf35cbb2da07" providerId="ADAL" clId="{F57FEC99-4BF6-4A13-8510-4627271B9D81}" dt="2023-08-12T15:15:00.562" v="58" actId="700"/>
          <ac:spMkLst>
            <pc:docMk/>
            <pc:sldMk cId="3772980394" sldId="302"/>
            <ac:spMk id="5" creationId="{00000000-0000-0000-0000-000000000000}"/>
          </ac:spMkLst>
        </pc:spChg>
        <pc:spChg chg="mod">
          <ac:chgData name="Majumdar, Abhijan (Cognizant)" userId="4bb79d37-e6fa-4d15-9b62-cf35cbb2da07" providerId="ADAL" clId="{F57FEC99-4BF6-4A13-8510-4627271B9D81}" dt="2023-08-12T15:15:25.217" v="63" actId="1076"/>
          <ac:spMkLst>
            <pc:docMk/>
            <pc:sldMk cId="3772980394" sldId="302"/>
            <ac:spMk id="6" creationId="{00000000-0000-0000-0000-000000000000}"/>
          </ac:spMkLst>
        </pc:spChg>
        <pc:spChg chg="add mod ord">
          <ac:chgData name="Majumdar, Abhijan (Cognizant)" userId="4bb79d37-e6fa-4d15-9b62-cf35cbb2da07" providerId="ADAL" clId="{F57FEC99-4BF6-4A13-8510-4627271B9D81}" dt="2023-08-12T15:15:00.562" v="58" actId="700"/>
          <ac:spMkLst>
            <pc:docMk/>
            <pc:sldMk cId="3772980394" sldId="302"/>
            <ac:spMk id="7" creationId="{21864738-E246-7A3D-4BCA-47027B18DBD8}"/>
          </ac:spMkLst>
        </pc:spChg>
      </pc:sldChg>
      <pc:sldChg chg="modSp mod modClrScheme chgLayout">
        <pc:chgData name="Majumdar, Abhijan (Cognizant)" userId="4bb79d37-e6fa-4d15-9b62-cf35cbb2da07" providerId="ADAL" clId="{F57FEC99-4BF6-4A13-8510-4627271B9D81}" dt="2023-08-12T15:40:24.923" v="353" actId="20577"/>
        <pc:sldMkLst>
          <pc:docMk/>
          <pc:sldMk cId="1138070118" sldId="303"/>
        </pc:sldMkLst>
        <pc:spChg chg="mod ord">
          <ac:chgData name="Majumdar, Abhijan (Cognizant)" userId="4bb79d37-e6fa-4d15-9b62-cf35cbb2da07" providerId="ADAL" clId="{F57FEC99-4BF6-4A13-8510-4627271B9D81}" dt="2023-08-12T15:40:19.654" v="348" actId="1076"/>
          <ac:spMkLst>
            <pc:docMk/>
            <pc:sldMk cId="1138070118" sldId="303"/>
            <ac:spMk id="2" creationId="{00000000-0000-0000-0000-000000000000}"/>
          </ac:spMkLst>
        </pc:spChg>
        <pc:spChg chg="mod ord">
          <ac:chgData name="Majumdar, Abhijan (Cognizant)" userId="4bb79d37-e6fa-4d15-9b62-cf35cbb2da07" providerId="ADAL" clId="{F57FEC99-4BF6-4A13-8510-4627271B9D81}" dt="2023-08-12T15:40:17.148" v="347" actId="1076"/>
          <ac:spMkLst>
            <pc:docMk/>
            <pc:sldMk cId="1138070118" sldId="303"/>
            <ac:spMk id="3" creationId="{00000000-0000-0000-0000-000000000000}"/>
          </ac:spMkLst>
        </pc:spChg>
        <pc:spChg chg="mod ord">
          <ac:chgData name="Majumdar, Abhijan (Cognizant)" userId="4bb79d37-e6fa-4d15-9b62-cf35cbb2da07" providerId="ADAL" clId="{F57FEC99-4BF6-4A13-8510-4627271B9D81}" dt="2023-08-12T15:40:09.804" v="345" actId="700"/>
          <ac:spMkLst>
            <pc:docMk/>
            <pc:sldMk cId="1138070118" sldId="303"/>
            <ac:spMk id="4" creationId="{00000000-0000-0000-0000-000000000000}"/>
          </ac:spMkLst>
        </pc:spChg>
        <pc:spChg chg="mod ord">
          <ac:chgData name="Majumdar, Abhijan (Cognizant)" userId="4bb79d37-e6fa-4d15-9b62-cf35cbb2da07" providerId="ADAL" clId="{F57FEC99-4BF6-4A13-8510-4627271B9D81}" dt="2023-08-12T15:40:24.923" v="353" actId="20577"/>
          <ac:spMkLst>
            <pc:docMk/>
            <pc:sldMk cId="1138070118" sldId="303"/>
            <ac:spMk id="5" creationId="{00000000-0000-0000-0000-000000000000}"/>
          </ac:spMkLst>
        </pc:spChg>
        <pc:spChg chg="mod">
          <ac:chgData name="Majumdar, Abhijan (Cognizant)" userId="4bb79d37-e6fa-4d15-9b62-cf35cbb2da07" providerId="ADAL" clId="{F57FEC99-4BF6-4A13-8510-4627271B9D81}" dt="2023-08-12T15:40:22.292" v="349" actId="1076"/>
          <ac:spMkLst>
            <pc:docMk/>
            <pc:sldMk cId="1138070118" sldId="303"/>
            <ac:spMk id="7" creationId="{00000000-0000-0000-0000-000000000000}"/>
          </ac:spMkLst>
        </pc:spChg>
      </pc:sldChg>
      <pc:sldChg chg="addSp delSp modSp mod modClrScheme chgLayout">
        <pc:chgData name="Majumdar, Abhijan (Cognizant)" userId="4bb79d37-e6fa-4d15-9b62-cf35cbb2da07" providerId="ADAL" clId="{F57FEC99-4BF6-4A13-8510-4627271B9D81}" dt="2023-08-12T15:25:58.337" v="228" actId="20577"/>
        <pc:sldMkLst>
          <pc:docMk/>
          <pc:sldMk cId="3243767152" sldId="306"/>
        </pc:sldMkLst>
        <pc:spChg chg="add del mod ord">
          <ac:chgData name="Majumdar, Abhijan (Cognizant)" userId="4bb79d37-e6fa-4d15-9b62-cf35cbb2da07" providerId="ADAL" clId="{F57FEC99-4BF6-4A13-8510-4627271B9D81}" dt="2023-08-12T15:25:12.114" v="215" actId="21"/>
          <ac:spMkLst>
            <pc:docMk/>
            <pc:sldMk cId="3243767152" sldId="306"/>
            <ac:spMk id="2" creationId="{E737498B-8CB6-C3F2-A77A-6144C126064B}"/>
          </ac:spMkLst>
        </pc:spChg>
        <pc:spChg chg="add del mod ord">
          <ac:chgData name="Majumdar, Abhijan (Cognizant)" userId="4bb79d37-e6fa-4d15-9b62-cf35cbb2da07" providerId="ADAL" clId="{F57FEC99-4BF6-4A13-8510-4627271B9D81}" dt="2023-08-12T15:25:18.615" v="216" actId="478"/>
          <ac:spMkLst>
            <pc:docMk/>
            <pc:sldMk cId="3243767152" sldId="306"/>
            <ac:spMk id="3" creationId="{D43CEC06-FD17-CBDC-0280-941980303F06}"/>
          </ac:spMkLst>
        </pc:spChg>
        <pc:spChg chg="mod ord">
          <ac:chgData name="Majumdar, Abhijan (Cognizant)" userId="4bb79d37-e6fa-4d15-9b62-cf35cbb2da07" providerId="ADAL" clId="{F57FEC99-4BF6-4A13-8510-4627271B9D81}" dt="2023-08-12T15:25:58.337" v="228" actId="20577"/>
          <ac:spMkLst>
            <pc:docMk/>
            <pc:sldMk cId="3243767152" sldId="306"/>
            <ac:spMk id="4" creationId="{00000000-0000-0000-0000-000000000000}"/>
          </ac:spMkLst>
        </pc:spChg>
        <pc:spChg chg="mod ord">
          <ac:chgData name="Majumdar, Abhijan (Cognizant)" userId="4bb79d37-e6fa-4d15-9b62-cf35cbb2da07" providerId="ADAL" clId="{F57FEC99-4BF6-4A13-8510-4627271B9D81}" dt="2023-08-12T15:25:06.381" v="214" actId="700"/>
          <ac:spMkLst>
            <pc:docMk/>
            <pc:sldMk cId="3243767152" sldId="306"/>
            <ac:spMk id="5" creationId="{00000000-0000-0000-0000-000000000000}"/>
          </ac:spMkLst>
        </pc:spChg>
        <pc:spChg chg="mod">
          <ac:chgData name="Majumdar, Abhijan (Cognizant)" userId="4bb79d37-e6fa-4d15-9b62-cf35cbb2da07" providerId="ADAL" clId="{F57FEC99-4BF6-4A13-8510-4627271B9D81}" dt="2023-08-12T15:25:49.242" v="224" actId="1076"/>
          <ac:spMkLst>
            <pc:docMk/>
            <pc:sldMk cId="3243767152" sldId="306"/>
            <ac:spMk id="6" creationId="{00000000-0000-0000-0000-000000000000}"/>
          </ac:spMkLst>
        </pc:spChg>
        <pc:spChg chg="add mod ord">
          <ac:chgData name="Majumdar, Abhijan (Cognizant)" userId="4bb79d37-e6fa-4d15-9b62-cf35cbb2da07" providerId="ADAL" clId="{F57FEC99-4BF6-4A13-8510-4627271B9D81}" dt="2023-08-12T15:25:06.381" v="214" actId="700"/>
          <ac:spMkLst>
            <pc:docMk/>
            <pc:sldMk cId="3243767152" sldId="306"/>
            <ac:spMk id="7" creationId="{81B391E2-189C-A70E-5609-B0672D78C49C}"/>
          </ac:spMkLst>
        </pc:spChg>
      </pc:sldChg>
      <pc:sldChg chg="addSp modSp mod modClrScheme chgLayout">
        <pc:chgData name="Majumdar, Abhijan (Cognizant)" userId="4bb79d37-e6fa-4d15-9b62-cf35cbb2da07" providerId="ADAL" clId="{F57FEC99-4BF6-4A13-8510-4627271B9D81}" dt="2023-08-12T15:42:08.717" v="375" actId="20577"/>
        <pc:sldMkLst>
          <pc:docMk/>
          <pc:sldMk cId="2567807412" sldId="307"/>
        </pc:sldMkLst>
        <pc:spChg chg="add mod">
          <ac:chgData name="Majumdar, Abhijan (Cognizant)" userId="4bb79d37-e6fa-4d15-9b62-cf35cbb2da07" providerId="ADAL" clId="{F57FEC99-4BF6-4A13-8510-4627271B9D81}" dt="2023-08-12T15:41:11.664" v="360"/>
          <ac:spMkLst>
            <pc:docMk/>
            <pc:sldMk cId="2567807412" sldId="307"/>
            <ac:spMk id="2" creationId="{2B31D3EA-F3E4-4CDF-027E-2406FCACC309}"/>
          </ac:spMkLst>
        </pc:spChg>
        <pc:spChg chg="mod ord">
          <ac:chgData name="Majumdar, Abhijan (Cognizant)" userId="4bb79d37-e6fa-4d15-9b62-cf35cbb2da07" providerId="ADAL" clId="{F57FEC99-4BF6-4A13-8510-4627271B9D81}" dt="2023-08-12T15:40:53.743" v="359" actId="1076"/>
          <ac:spMkLst>
            <pc:docMk/>
            <pc:sldMk cId="2567807412" sldId="307"/>
            <ac:spMk id="3" creationId="{00000000-0000-0000-0000-000000000000}"/>
          </ac:spMkLst>
        </pc:spChg>
        <pc:spChg chg="mod ord">
          <ac:chgData name="Majumdar, Abhijan (Cognizant)" userId="4bb79d37-e6fa-4d15-9b62-cf35cbb2da07" providerId="ADAL" clId="{F57FEC99-4BF6-4A13-8510-4627271B9D81}" dt="2023-08-12T15:42:08.717" v="375" actId="20577"/>
          <ac:spMkLst>
            <pc:docMk/>
            <pc:sldMk cId="2567807412" sldId="307"/>
            <ac:spMk id="4" creationId="{00000000-0000-0000-0000-000000000000}"/>
          </ac:spMkLst>
        </pc:spChg>
        <pc:spChg chg="mod ord">
          <ac:chgData name="Majumdar, Abhijan (Cognizant)" userId="4bb79d37-e6fa-4d15-9b62-cf35cbb2da07" providerId="ADAL" clId="{F57FEC99-4BF6-4A13-8510-4627271B9D81}" dt="2023-08-12T15:40:51.043" v="358" actId="1076"/>
          <ac:spMkLst>
            <pc:docMk/>
            <pc:sldMk cId="2567807412" sldId="307"/>
            <ac:spMk id="5" creationId="{00000000-0000-0000-0000-000000000000}"/>
          </ac:spMkLst>
        </pc:spChg>
      </pc:sldChg>
      <pc:sldChg chg="modSp mod chgLayout">
        <pc:chgData name="Majumdar, Abhijan (Cognizant)" userId="4bb79d37-e6fa-4d15-9b62-cf35cbb2da07" providerId="ADAL" clId="{F57FEC99-4BF6-4A13-8510-4627271B9D81}" dt="2023-08-12T15:05:43.009" v="23" actId="20577"/>
        <pc:sldMkLst>
          <pc:docMk/>
          <pc:sldMk cId="2052152954" sldId="308"/>
        </pc:sldMkLst>
        <pc:spChg chg="mod ord">
          <ac:chgData name="Majumdar, Abhijan (Cognizant)" userId="4bb79d37-e6fa-4d15-9b62-cf35cbb2da07" providerId="ADAL" clId="{F57FEC99-4BF6-4A13-8510-4627271B9D81}" dt="2023-08-12T15:05:39.574" v="19" actId="1076"/>
          <ac:spMkLst>
            <pc:docMk/>
            <pc:sldMk cId="2052152954" sldId="308"/>
            <ac:spMk id="2" creationId="{00000000-0000-0000-0000-000000000000}"/>
          </ac:spMkLst>
        </pc:spChg>
        <pc:spChg chg="mod ord">
          <ac:chgData name="Majumdar, Abhijan (Cognizant)" userId="4bb79d37-e6fa-4d15-9b62-cf35cbb2da07" providerId="ADAL" clId="{F57FEC99-4BF6-4A13-8510-4627271B9D81}" dt="2023-08-12T15:05:25.628" v="17" actId="1076"/>
          <ac:spMkLst>
            <pc:docMk/>
            <pc:sldMk cId="2052152954" sldId="308"/>
            <ac:spMk id="3" creationId="{00000000-0000-0000-0000-000000000000}"/>
          </ac:spMkLst>
        </pc:spChg>
        <pc:spChg chg="mod ord">
          <ac:chgData name="Majumdar, Abhijan (Cognizant)" userId="4bb79d37-e6fa-4d15-9b62-cf35cbb2da07" providerId="ADAL" clId="{F57FEC99-4BF6-4A13-8510-4627271B9D81}" dt="2023-08-12T15:05:43.009" v="23" actId="20577"/>
          <ac:spMkLst>
            <pc:docMk/>
            <pc:sldMk cId="2052152954" sldId="308"/>
            <ac:spMk id="4" creationId="{00000000-0000-0000-0000-000000000000}"/>
          </ac:spMkLst>
        </pc:spChg>
        <pc:spChg chg="mod ord">
          <ac:chgData name="Majumdar, Abhijan (Cognizant)" userId="4bb79d37-e6fa-4d15-9b62-cf35cbb2da07" providerId="ADAL" clId="{F57FEC99-4BF6-4A13-8510-4627271B9D81}" dt="2023-08-12T15:05:07.439" v="13" actId="700"/>
          <ac:spMkLst>
            <pc:docMk/>
            <pc:sldMk cId="2052152954" sldId="308"/>
            <ac:spMk id="5" creationId="{00000000-0000-0000-0000-000000000000}"/>
          </ac:spMkLst>
        </pc:spChg>
      </pc:sldChg>
      <pc:sldChg chg="modSp mod chgLayout">
        <pc:chgData name="Majumdar, Abhijan (Cognizant)" userId="4bb79d37-e6fa-4d15-9b62-cf35cbb2da07" providerId="ADAL" clId="{F57FEC99-4BF6-4A13-8510-4627271B9D81}" dt="2023-08-12T15:16:00.866" v="76" actId="20577"/>
        <pc:sldMkLst>
          <pc:docMk/>
          <pc:sldMk cId="441548190" sldId="309"/>
        </pc:sldMkLst>
        <pc:spChg chg="mod ord">
          <ac:chgData name="Majumdar, Abhijan (Cognizant)" userId="4bb79d37-e6fa-4d15-9b62-cf35cbb2da07" providerId="ADAL" clId="{F57FEC99-4BF6-4A13-8510-4627271B9D81}" dt="2023-08-12T15:15:57.719" v="72" actId="1076"/>
          <ac:spMkLst>
            <pc:docMk/>
            <pc:sldMk cId="441548190" sldId="309"/>
            <ac:spMk id="2" creationId="{00000000-0000-0000-0000-000000000000}"/>
          </ac:spMkLst>
        </pc:spChg>
        <pc:spChg chg="mod ord">
          <ac:chgData name="Majumdar, Abhijan (Cognizant)" userId="4bb79d37-e6fa-4d15-9b62-cf35cbb2da07" providerId="ADAL" clId="{F57FEC99-4BF6-4A13-8510-4627271B9D81}" dt="2023-08-12T15:15:53.768" v="71" actId="1076"/>
          <ac:spMkLst>
            <pc:docMk/>
            <pc:sldMk cId="441548190" sldId="309"/>
            <ac:spMk id="3" creationId="{00000000-0000-0000-0000-000000000000}"/>
          </ac:spMkLst>
        </pc:spChg>
        <pc:spChg chg="mod ord">
          <ac:chgData name="Majumdar, Abhijan (Cognizant)" userId="4bb79d37-e6fa-4d15-9b62-cf35cbb2da07" providerId="ADAL" clId="{F57FEC99-4BF6-4A13-8510-4627271B9D81}" dt="2023-08-12T15:15:44.900" v="68" actId="700"/>
          <ac:spMkLst>
            <pc:docMk/>
            <pc:sldMk cId="441548190" sldId="309"/>
            <ac:spMk id="4" creationId="{00000000-0000-0000-0000-000000000000}"/>
          </ac:spMkLst>
        </pc:spChg>
        <pc:spChg chg="mod ord">
          <ac:chgData name="Majumdar, Abhijan (Cognizant)" userId="4bb79d37-e6fa-4d15-9b62-cf35cbb2da07" providerId="ADAL" clId="{F57FEC99-4BF6-4A13-8510-4627271B9D81}" dt="2023-08-12T15:16:00.866" v="76" actId="20577"/>
          <ac:spMkLst>
            <pc:docMk/>
            <pc:sldMk cId="441548190" sldId="309"/>
            <ac:spMk id="5" creationId="{00000000-0000-0000-0000-000000000000}"/>
          </ac:spMkLst>
        </pc:spChg>
      </pc:sldChg>
      <pc:sldChg chg="addSp delSp modSp mod modClrScheme chgLayout">
        <pc:chgData name="Majumdar, Abhijan (Cognizant)" userId="4bb79d37-e6fa-4d15-9b62-cf35cbb2da07" providerId="ADAL" clId="{F57FEC99-4BF6-4A13-8510-4627271B9D81}" dt="2023-08-12T15:30:38.237" v="281" actId="20577"/>
        <pc:sldMkLst>
          <pc:docMk/>
          <pc:sldMk cId="3166476358" sldId="310"/>
        </pc:sldMkLst>
        <pc:spChg chg="add del mod ord">
          <ac:chgData name="Majumdar, Abhijan (Cognizant)" userId="4bb79d37-e6fa-4d15-9b62-cf35cbb2da07" providerId="ADAL" clId="{F57FEC99-4BF6-4A13-8510-4627271B9D81}" dt="2023-08-12T15:30:20.268" v="271" actId="21"/>
          <ac:spMkLst>
            <pc:docMk/>
            <pc:sldMk cId="3166476358" sldId="310"/>
            <ac:spMk id="2" creationId="{F4A38B6F-9293-7E3E-9AF9-8332D0051B6C}"/>
          </ac:spMkLst>
        </pc:spChg>
        <pc:spChg chg="add del mod ord">
          <ac:chgData name="Majumdar, Abhijan (Cognizant)" userId="4bb79d37-e6fa-4d15-9b62-cf35cbb2da07" providerId="ADAL" clId="{F57FEC99-4BF6-4A13-8510-4627271B9D81}" dt="2023-08-12T15:30:23.223" v="272" actId="21"/>
          <ac:spMkLst>
            <pc:docMk/>
            <pc:sldMk cId="3166476358" sldId="310"/>
            <ac:spMk id="3" creationId="{9940EAB3-3E10-4102-DFF1-D2429737F52D}"/>
          </ac:spMkLst>
        </pc:spChg>
        <pc:spChg chg="mod ord">
          <ac:chgData name="Majumdar, Abhijan (Cognizant)" userId="4bb79d37-e6fa-4d15-9b62-cf35cbb2da07" providerId="ADAL" clId="{F57FEC99-4BF6-4A13-8510-4627271B9D81}" dt="2023-08-12T15:30:38.237" v="281" actId="20577"/>
          <ac:spMkLst>
            <pc:docMk/>
            <pc:sldMk cId="3166476358" sldId="310"/>
            <ac:spMk id="4" creationId="{00000000-0000-0000-0000-000000000000}"/>
          </ac:spMkLst>
        </pc:spChg>
        <pc:spChg chg="mod ord">
          <ac:chgData name="Majumdar, Abhijan (Cognizant)" userId="4bb79d37-e6fa-4d15-9b62-cf35cbb2da07" providerId="ADAL" clId="{F57FEC99-4BF6-4A13-8510-4627271B9D81}" dt="2023-08-12T15:30:17.120" v="270" actId="700"/>
          <ac:spMkLst>
            <pc:docMk/>
            <pc:sldMk cId="3166476358" sldId="310"/>
            <ac:spMk id="5" creationId="{00000000-0000-0000-0000-000000000000}"/>
          </ac:spMkLst>
        </pc:spChg>
        <pc:spChg chg="mod">
          <ac:chgData name="Majumdar, Abhijan (Cognizant)" userId="4bb79d37-e6fa-4d15-9b62-cf35cbb2da07" providerId="ADAL" clId="{F57FEC99-4BF6-4A13-8510-4627271B9D81}" dt="2023-08-12T15:30:35.672" v="275" actId="1076"/>
          <ac:spMkLst>
            <pc:docMk/>
            <pc:sldMk cId="3166476358" sldId="310"/>
            <ac:spMk id="6" creationId="{00000000-0000-0000-0000-000000000000}"/>
          </ac:spMkLst>
        </pc:spChg>
        <pc:spChg chg="add mod ord">
          <ac:chgData name="Majumdar, Abhijan (Cognizant)" userId="4bb79d37-e6fa-4d15-9b62-cf35cbb2da07" providerId="ADAL" clId="{F57FEC99-4BF6-4A13-8510-4627271B9D81}" dt="2023-08-12T15:30:17.120" v="270" actId="700"/>
          <ac:spMkLst>
            <pc:docMk/>
            <pc:sldMk cId="3166476358" sldId="310"/>
            <ac:spMk id="7" creationId="{1F8696B4-BFCF-23B6-4F5C-1E6F0DAEE8DE}"/>
          </ac:spMkLst>
        </pc:spChg>
      </pc:sldChg>
      <pc:sldChg chg="addSp delSp modSp mod modClrScheme chgLayout">
        <pc:chgData name="Majumdar, Abhijan (Cognizant)" userId="4bb79d37-e6fa-4d15-9b62-cf35cbb2da07" providerId="ADAL" clId="{F57FEC99-4BF6-4A13-8510-4627271B9D81}" dt="2023-08-12T15:37:41.268" v="326" actId="1076"/>
        <pc:sldMkLst>
          <pc:docMk/>
          <pc:sldMk cId="2623177583" sldId="311"/>
        </pc:sldMkLst>
        <pc:spChg chg="mod ord">
          <ac:chgData name="Majumdar, Abhijan (Cognizant)" userId="4bb79d37-e6fa-4d15-9b62-cf35cbb2da07" providerId="ADAL" clId="{F57FEC99-4BF6-4A13-8510-4627271B9D81}" dt="2023-08-12T15:37:36.460" v="324" actId="1076"/>
          <ac:spMkLst>
            <pc:docMk/>
            <pc:sldMk cId="2623177583" sldId="311"/>
            <ac:spMk id="2" creationId="{00000000-0000-0000-0000-000000000000}"/>
          </ac:spMkLst>
        </pc:spChg>
        <pc:spChg chg="add mod">
          <ac:chgData name="Majumdar, Abhijan (Cognizant)" userId="4bb79d37-e6fa-4d15-9b62-cf35cbb2da07" providerId="ADAL" clId="{F57FEC99-4BF6-4A13-8510-4627271B9D81}" dt="2023-08-12T15:36:22.737" v="314"/>
          <ac:spMkLst>
            <pc:docMk/>
            <pc:sldMk cId="2623177583" sldId="311"/>
            <ac:spMk id="4" creationId="{3B336737-1DD7-7402-6ADE-B7DFEC12AC15}"/>
          </ac:spMkLst>
        </pc:spChg>
        <pc:spChg chg="mod ord">
          <ac:chgData name="Majumdar, Abhijan (Cognizant)" userId="4bb79d37-e6fa-4d15-9b62-cf35cbb2da07" providerId="ADAL" clId="{F57FEC99-4BF6-4A13-8510-4627271B9D81}" dt="2023-08-12T15:35:06.754" v="302" actId="700"/>
          <ac:spMkLst>
            <pc:docMk/>
            <pc:sldMk cId="2623177583" sldId="311"/>
            <ac:spMk id="7" creationId="{00000000-0000-0000-0000-000000000000}"/>
          </ac:spMkLst>
        </pc:spChg>
        <pc:graphicFrameChg chg="mod">
          <ac:chgData name="Majumdar, Abhijan (Cognizant)" userId="4bb79d37-e6fa-4d15-9b62-cf35cbb2da07" providerId="ADAL" clId="{F57FEC99-4BF6-4A13-8510-4627271B9D81}" dt="2023-08-12T15:37:41.268" v="326" actId="1076"/>
          <ac:graphicFrameMkLst>
            <pc:docMk/>
            <pc:sldMk cId="2623177583" sldId="311"/>
            <ac:graphicFrameMk id="6" creationId="{00000000-0000-0000-0000-000000000000}"/>
          </ac:graphicFrameMkLst>
        </pc:graphicFrameChg>
        <pc:graphicFrameChg chg="mod modGraphic">
          <ac:chgData name="Majumdar, Abhijan (Cognizant)" userId="4bb79d37-e6fa-4d15-9b62-cf35cbb2da07" providerId="ADAL" clId="{F57FEC99-4BF6-4A13-8510-4627271B9D81}" dt="2023-08-12T15:37:38.740" v="325" actId="1076"/>
          <ac:graphicFrameMkLst>
            <pc:docMk/>
            <pc:sldMk cId="2623177583" sldId="311"/>
            <ac:graphicFrameMk id="23" creationId="{00000000-0000-0000-0000-000000000000}"/>
          </ac:graphicFrameMkLst>
        </pc:graphicFrameChg>
        <pc:picChg chg="del mod">
          <ac:chgData name="Majumdar, Abhijan (Cognizant)" userId="4bb79d37-e6fa-4d15-9b62-cf35cbb2da07" providerId="ADAL" clId="{F57FEC99-4BF6-4A13-8510-4627271B9D81}" dt="2023-08-12T15:36:22.417" v="313" actId="478"/>
          <ac:picMkLst>
            <pc:docMk/>
            <pc:sldMk cId="2623177583" sldId="311"/>
            <ac:picMk id="3" creationId="{00000000-0000-0000-0000-000000000000}"/>
          </ac:picMkLst>
        </pc:picChg>
      </pc:sldChg>
      <pc:sldChg chg="addSp delSp modSp mod modClrScheme chgLayout">
        <pc:chgData name="Majumdar, Abhijan (Cognizant)" userId="4bb79d37-e6fa-4d15-9b62-cf35cbb2da07" providerId="ADAL" clId="{F57FEC99-4BF6-4A13-8510-4627271B9D81}" dt="2023-08-12T15:37:25.878" v="323"/>
        <pc:sldMkLst>
          <pc:docMk/>
          <pc:sldMk cId="1254496850" sldId="312"/>
        </pc:sldMkLst>
        <pc:spChg chg="mod ord">
          <ac:chgData name="Majumdar, Abhijan (Cognizant)" userId="4bb79d37-e6fa-4d15-9b62-cf35cbb2da07" providerId="ADAL" clId="{F57FEC99-4BF6-4A13-8510-4627271B9D81}" dt="2023-08-12T15:37:17.272" v="321" actId="255"/>
          <ac:spMkLst>
            <pc:docMk/>
            <pc:sldMk cId="1254496850" sldId="312"/>
            <ac:spMk id="2" creationId="{00000000-0000-0000-0000-000000000000}"/>
          </ac:spMkLst>
        </pc:spChg>
        <pc:spChg chg="add mod">
          <ac:chgData name="Majumdar, Abhijan (Cognizant)" userId="4bb79d37-e6fa-4d15-9b62-cf35cbb2da07" providerId="ADAL" clId="{F57FEC99-4BF6-4A13-8510-4627271B9D81}" dt="2023-08-12T15:37:25.878" v="323"/>
          <ac:spMkLst>
            <pc:docMk/>
            <pc:sldMk cId="1254496850" sldId="312"/>
            <ac:spMk id="3" creationId="{1C7233A0-8953-05C8-CE96-05DDDAEDE2FD}"/>
          </ac:spMkLst>
        </pc:spChg>
        <pc:spChg chg="mod ord">
          <ac:chgData name="Majumdar, Abhijan (Cognizant)" userId="4bb79d37-e6fa-4d15-9b62-cf35cbb2da07" providerId="ADAL" clId="{F57FEC99-4BF6-4A13-8510-4627271B9D81}" dt="2023-08-12T15:36:39.283" v="316" actId="700"/>
          <ac:spMkLst>
            <pc:docMk/>
            <pc:sldMk cId="1254496850" sldId="312"/>
            <ac:spMk id="6" creationId="{00000000-0000-0000-0000-000000000000}"/>
          </ac:spMkLst>
        </pc:spChg>
        <pc:graphicFrameChg chg="mod">
          <ac:chgData name="Majumdar, Abhijan (Cognizant)" userId="4bb79d37-e6fa-4d15-9b62-cf35cbb2da07" providerId="ADAL" clId="{F57FEC99-4BF6-4A13-8510-4627271B9D81}" dt="2023-08-12T15:37:02.788" v="319" actId="1076"/>
          <ac:graphicFrameMkLst>
            <pc:docMk/>
            <pc:sldMk cId="1254496850" sldId="312"/>
            <ac:graphicFrameMk id="7" creationId="{00000000-0000-0000-0000-000000000000}"/>
          </ac:graphicFrameMkLst>
        </pc:graphicFrameChg>
        <pc:graphicFrameChg chg="mod modGraphic">
          <ac:chgData name="Majumdar, Abhijan (Cognizant)" userId="4bb79d37-e6fa-4d15-9b62-cf35cbb2da07" providerId="ADAL" clId="{F57FEC99-4BF6-4A13-8510-4627271B9D81}" dt="2023-08-12T15:37:06.960" v="320" actId="207"/>
          <ac:graphicFrameMkLst>
            <pc:docMk/>
            <pc:sldMk cId="1254496850" sldId="312"/>
            <ac:graphicFrameMk id="23" creationId="{00000000-0000-0000-0000-000000000000}"/>
          </ac:graphicFrameMkLst>
        </pc:graphicFrameChg>
        <pc:picChg chg="del">
          <ac:chgData name="Majumdar, Abhijan (Cognizant)" userId="4bb79d37-e6fa-4d15-9b62-cf35cbb2da07" providerId="ADAL" clId="{F57FEC99-4BF6-4A13-8510-4627271B9D81}" dt="2023-08-12T15:37:25.601" v="322" actId="478"/>
          <ac:picMkLst>
            <pc:docMk/>
            <pc:sldMk cId="1254496850" sldId="312"/>
            <ac:picMk id="5" creationId="{00000000-0000-0000-0000-000000000000}"/>
          </ac:picMkLst>
        </pc:picChg>
      </pc:sldChg>
      <pc:sldChg chg="modSp add mod">
        <pc:chgData name="Majumdar, Abhijan (Cognizant)" userId="4bb79d37-e6fa-4d15-9b62-cf35cbb2da07" providerId="ADAL" clId="{F57FEC99-4BF6-4A13-8510-4627271B9D81}" dt="2023-08-12T13:41:44.212" v="4" actId="1076"/>
        <pc:sldMkLst>
          <pc:docMk/>
          <pc:sldMk cId="2682367817" sldId="313"/>
        </pc:sldMkLst>
        <pc:spChg chg="mod">
          <ac:chgData name="Majumdar, Abhijan (Cognizant)" userId="4bb79d37-e6fa-4d15-9b62-cf35cbb2da07" providerId="ADAL" clId="{F57FEC99-4BF6-4A13-8510-4627271B9D81}" dt="2023-08-12T13:41:44.212" v="4" actId="1076"/>
          <ac:spMkLst>
            <pc:docMk/>
            <pc:sldMk cId="2682367817" sldId="313"/>
            <ac:spMk id="2" creationId="{6DD6D1A9-B0C5-D73A-BAE7-E3FCBDA3F0BA}"/>
          </ac:spMkLst>
        </pc:spChg>
      </pc:sldChg>
      <pc:sldChg chg="modSp add mod">
        <pc:chgData name="Majumdar, Abhijan (Cognizant)" userId="4bb79d37-e6fa-4d15-9b62-cf35cbb2da07" providerId="ADAL" clId="{F57FEC99-4BF6-4A13-8510-4627271B9D81}" dt="2023-08-12T15:03:45.081" v="9" actId="20577"/>
        <pc:sldMkLst>
          <pc:docMk/>
          <pc:sldMk cId="2309930151" sldId="314"/>
        </pc:sldMkLst>
        <pc:graphicFrameChg chg="modGraphic">
          <ac:chgData name="Majumdar, Abhijan (Cognizant)" userId="4bb79d37-e6fa-4d15-9b62-cf35cbb2da07" providerId="ADAL" clId="{F57FEC99-4BF6-4A13-8510-4627271B9D81}" dt="2023-08-12T15:03:45.081" v="9" actId="20577"/>
          <ac:graphicFrameMkLst>
            <pc:docMk/>
            <pc:sldMk cId="2309930151" sldId="314"/>
            <ac:graphicFrameMk id="7" creationId="{8BB9C977-D092-225C-1B5D-24298FA3D4CF}"/>
          </ac:graphicFrameMkLst>
        </pc:graphicFrameChg>
      </pc:sldChg>
      <pc:sldChg chg="add del">
        <pc:chgData name="Majumdar, Abhijan (Cognizant)" userId="4bb79d37-e6fa-4d15-9b62-cf35cbb2da07" providerId="ADAL" clId="{F57FEC99-4BF6-4A13-8510-4627271B9D81}" dt="2023-08-12T15:05:49.618" v="24" actId="47"/>
        <pc:sldMkLst>
          <pc:docMk/>
          <pc:sldMk cId="179362370" sldId="315"/>
        </pc:sldMkLst>
      </pc:sldChg>
      <pc:sldChg chg="add del">
        <pc:chgData name="Majumdar, Abhijan (Cognizant)" userId="4bb79d37-e6fa-4d15-9b62-cf35cbb2da07" providerId="ADAL" clId="{F57FEC99-4BF6-4A13-8510-4627271B9D81}" dt="2023-08-12T15:40:04.343" v="344" actId="47"/>
        <pc:sldMkLst>
          <pc:docMk/>
          <pc:sldMk cId="1905292904" sldId="315"/>
        </pc:sldMkLst>
      </pc:sldChg>
      <pc:sldChg chg="modSp add mod">
        <pc:chgData name="Majumdar, Abhijan (Cognizant)" userId="4bb79d37-e6fa-4d15-9b62-cf35cbb2da07" providerId="ADAL" clId="{F57FEC99-4BF6-4A13-8510-4627271B9D81}" dt="2023-08-12T15:42:42.451" v="377"/>
        <pc:sldMkLst>
          <pc:docMk/>
          <pc:sldMk cId="2921011842" sldId="315"/>
        </pc:sldMkLst>
        <pc:spChg chg="mod">
          <ac:chgData name="Majumdar, Abhijan (Cognizant)" userId="4bb79d37-e6fa-4d15-9b62-cf35cbb2da07" providerId="ADAL" clId="{F57FEC99-4BF6-4A13-8510-4627271B9D81}" dt="2023-08-12T15:42:42.451" v="377"/>
          <ac:spMkLst>
            <pc:docMk/>
            <pc:sldMk cId="2921011842" sldId="315"/>
            <ac:spMk id="4" creationId="{00000000-0000-0000-0000-000000000000}"/>
          </ac:spMkLst>
        </pc:spChg>
      </pc:sldChg>
      <pc:sldChg chg="add del">
        <pc:chgData name="Majumdar, Abhijan (Cognizant)" userId="4bb79d37-e6fa-4d15-9b62-cf35cbb2da07" providerId="ADAL" clId="{F57FEC99-4BF6-4A13-8510-4627271B9D81}" dt="2023-08-12T15:36:30.493" v="315" actId="47"/>
        <pc:sldMkLst>
          <pc:docMk/>
          <pc:sldMk cId="3430997485" sldId="315"/>
        </pc:sldMkLst>
      </pc:sldChg>
      <pc:sldChg chg="add del">
        <pc:chgData name="Majumdar, Abhijan (Cognizant)" userId="4bb79d37-e6fa-4d15-9b62-cf35cbb2da07" providerId="ADAL" clId="{F57FEC99-4BF6-4A13-8510-4627271B9D81}" dt="2023-08-12T15:38:57.784" v="329" actId="47"/>
        <pc:sldMkLst>
          <pc:docMk/>
          <pc:sldMk cId="3699960858" sldId="315"/>
        </pc:sldMkLst>
      </pc:sldChg>
      <pc:sldMasterChg chg="add addSldLayout">
        <pc:chgData name="Majumdar, Abhijan (Cognizant)" userId="4bb79d37-e6fa-4d15-9b62-cf35cbb2da07" providerId="ADAL" clId="{F57FEC99-4BF6-4A13-8510-4627271B9D81}" dt="2023-08-12T15:39:16.849" v="330" actId="27028"/>
        <pc:sldMasterMkLst>
          <pc:docMk/>
          <pc:sldMasterMk cId="216168790" sldId="2147483648"/>
        </pc:sldMasterMkLst>
        <pc:sldLayoutChg chg="add">
          <pc:chgData name="Majumdar, Abhijan (Cognizant)" userId="4bb79d37-e6fa-4d15-9b62-cf35cbb2da07" providerId="ADAL" clId="{F57FEC99-4BF6-4A13-8510-4627271B9D81}" dt="2023-08-12T15:39:16.849" v="330" actId="27028"/>
          <pc:sldLayoutMkLst>
            <pc:docMk/>
            <pc:sldMasterMk cId="216168790" sldId="2147483648"/>
            <pc:sldLayoutMk cId="1260293168" sldId="2147483817"/>
          </pc:sldLayoutMkLst>
        </pc:sldLayoutChg>
      </pc:sldMasterChg>
      <pc:sldMasterChg chg="addSldLayout delSldLayout modSldLayout">
        <pc:chgData name="Majumdar, Abhijan (Cognizant)" userId="4bb79d37-e6fa-4d15-9b62-cf35cbb2da07" providerId="ADAL" clId="{F57FEC99-4BF6-4A13-8510-4627271B9D81}" dt="2023-08-12T15:42:45.432" v="378" actId="47"/>
        <pc:sldMasterMkLst>
          <pc:docMk/>
          <pc:sldMasterMk cId="440358670" sldId="2147483674"/>
        </pc:sldMasterMkLst>
        <pc:sldLayoutChg chg="del">
          <pc:chgData name="Majumdar, Abhijan (Cognizant)" userId="4bb79d37-e6fa-4d15-9b62-cf35cbb2da07" providerId="ADAL" clId="{F57FEC99-4BF6-4A13-8510-4627271B9D81}" dt="2023-08-12T15:03:55.995" v="10" actId="47"/>
          <pc:sldLayoutMkLst>
            <pc:docMk/>
            <pc:sldMasterMk cId="440358670" sldId="2147483674"/>
            <pc:sldLayoutMk cId="0" sldId="2147483690"/>
          </pc:sldLayoutMkLst>
        </pc:sldLayoutChg>
        <pc:sldLayoutChg chg="del">
          <pc:chgData name="Majumdar, Abhijan (Cognizant)" userId="4bb79d37-e6fa-4d15-9b62-cf35cbb2da07" providerId="ADAL" clId="{F57FEC99-4BF6-4A13-8510-4627271B9D81}" dt="2023-08-12T15:42:45.432" v="378" actId="47"/>
          <pc:sldLayoutMkLst>
            <pc:docMk/>
            <pc:sldMasterMk cId="440358670" sldId="2147483674"/>
            <pc:sldLayoutMk cId="1817619389" sldId="2147483692"/>
          </pc:sldLayoutMkLst>
        </pc:sldLayoutChg>
        <pc:sldLayoutChg chg="add">
          <pc:chgData name="Majumdar, Abhijan (Cognizant)" userId="4bb79d37-e6fa-4d15-9b62-cf35cbb2da07" providerId="ADAL" clId="{F57FEC99-4BF6-4A13-8510-4627271B9D81}" dt="2023-08-12T13:39:45.300" v="0" actId="27028"/>
          <pc:sldLayoutMkLst>
            <pc:docMk/>
            <pc:sldMasterMk cId="440358670" sldId="2147483674"/>
            <pc:sldLayoutMk cId="2871592216" sldId="2147483694"/>
          </pc:sldLayoutMkLst>
        </pc:sldLayoutChg>
        <pc:sldLayoutChg chg="add">
          <pc:chgData name="Majumdar, Abhijan (Cognizant)" userId="4bb79d37-e6fa-4d15-9b62-cf35cbb2da07" providerId="ADAL" clId="{F57FEC99-4BF6-4A13-8510-4627271B9D81}" dt="2023-08-12T15:03:21.163" v="6" actId="27028"/>
          <pc:sldLayoutMkLst>
            <pc:docMk/>
            <pc:sldMasterMk cId="440358670" sldId="2147483674"/>
            <pc:sldLayoutMk cId="1770713744" sldId="2147483695"/>
          </pc:sldLayoutMkLst>
        </pc:sldLayoutChg>
        <pc:sldLayoutChg chg="replId">
          <pc:chgData name="Majumdar, Abhijan (Cognizant)" userId="4bb79d37-e6fa-4d15-9b62-cf35cbb2da07" providerId="ADAL" clId="{F57FEC99-4BF6-4A13-8510-4627271B9D81}" dt="2023-08-12T15:03:21.163" v="6" actId="27028"/>
          <pc:sldLayoutMkLst>
            <pc:docMk/>
            <pc:sldMasterMk cId="440358670" sldId="2147483674"/>
            <pc:sldLayoutMk cId="198659531" sldId="2147483696"/>
          </pc:sldLayoutMkLst>
        </pc:sldLayoutChg>
      </pc:sldMasterChg>
      <pc:sldMasterChg chg="add addSldLayout">
        <pc:chgData name="Majumdar, Abhijan (Cognizant)" userId="4bb79d37-e6fa-4d15-9b62-cf35cbb2da07" providerId="ADAL" clId="{F57FEC99-4BF6-4A13-8510-4627271B9D81}" dt="2023-08-12T15:34:56.244" v="300" actId="27028"/>
        <pc:sldMasterMkLst>
          <pc:docMk/>
          <pc:sldMasterMk cId="3433887231" sldId="2147483819"/>
        </pc:sldMasterMkLst>
        <pc:sldLayoutChg chg="add">
          <pc:chgData name="Majumdar, Abhijan (Cognizant)" userId="4bb79d37-e6fa-4d15-9b62-cf35cbb2da07" providerId="ADAL" clId="{F57FEC99-4BF6-4A13-8510-4627271B9D81}" dt="2023-08-12T15:34:56.244" v="300" actId="27028"/>
          <pc:sldLayoutMkLst>
            <pc:docMk/>
            <pc:sldMasterMk cId="3433887231" sldId="2147483819"/>
            <pc:sldLayoutMk cId="799818550" sldId="214748382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My Schedule shows which of the following tabs?</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Day</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C6987BE0-F1A0-4265-9204-7D95AAC80F81}">
      <dgm:prSet phldrT="[Text]" custT="1"/>
      <dgm:spPr/>
      <dgm:t>
        <a:bodyPr/>
        <a:lstStyle/>
        <a:p>
          <a:r>
            <a:rPr lang="en-US" sz="1600" dirty="0">
              <a:solidFill>
                <a:schemeClr val="bg1"/>
              </a:solidFill>
              <a:latin typeface="Arial" panose="020B0604020202020204" pitchFamily="34" charset="0"/>
              <a:cs typeface="Arial" panose="020B0604020202020204" pitchFamily="34" charset="0"/>
            </a:rPr>
            <a:t>Week</a:t>
          </a:r>
        </a:p>
      </dgm:t>
    </dgm:pt>
    <dgm:pt modelId="{D4BB0355-1A84-4C38-80A0-30584F5FAD77}" type="parTrans" cxnId="{5835F2C0-4009-4ADC-A91B-2210C39F85D1}">
      <dgm:prSet/>
      <dgm:spPr/>
      <dgm:t>
        <a:bodyPr/>
        <a:lstStyle/>
        <a:p>
          <a:endParaRPr lang="en-US"/>
        </a:p>
      </dgm:t>
    </dgm:pt>
    <dgm:pt modelId="{209D4AD2-0E00-4DD9-90FE-9831D1F66C29}" type="sibTrans" cxnId="{5835F2C0-4009-4ADC-A91B-2210C39F85D1}">
      <dgm:prSet/>
      <dgm:spPr/>
      <dgm:t>
        <a:bodyPr/>
        <a:lstStyle/>
        <a:p>
          <a:endParaRPr lang="en-US"/>
        </a:p>
      </dgm:t>
    </dgm:pt>
    <dgm:pt modelId="{5B8115D6-AA4D-42E2-BF43-FD5CF1326F23}">
      <dgm:prSet phldrT="[Text]" custT="1"/>
      <dgm:spPr/>
      <dgm:t>
        <a:bodyPr/>
        <a:lstStyle/>
        <a:p>
          <a:r>
            <a:rPr lang="en-US" sz="1600" dirty="0">
              <a:solidFill>
                <a:schemeClr val="bg1"/>
              </a:solidFill>
              <a:latin typeface="Arial" panose="020B0604020202020204" pitchFamily="34" charset="0"/>
              <a:cs typeface="Arial" panose="020B0604020202020204" pitchFamily="34" charset="0"/>
            </a:rPr>
            <a:t>Month</a:t>
          </a:r>
        </a:p>
      </dgm:t>
    </dgm:pt>
    <dgm:pt modelId="{E65287BF-3034-4E05-8633-CEEFBB4C87D6}" type="parTrans" cxnId="{AFEDFA2E-10A6-4323-A743-C8130965CA8D}">
      <dgm:prSet/>
      <dgm:spPr/>
      <dgm:t>
        <a:bodyPr/>
        <a:lstStyle/>
        <a:p>
          <a:endParaRPr lang="en-US"/>
        </a:p>
      </dgm:t>
    </dgm:pt>
    <dgm:pt modelId="{ACF98C59-C0A1-4053-B83D-D8FBA171AAE1}" type="sibTrans" cxnId="{AFEDFA2E-10A6-4323-A743-C8130965CA8D}">
      <dgm:prSet/>
      <dgm:spPr/>
      <dgm:t>
        <a:bodyPr/>
        <a:lstStyle/>
        <a:p>
          <a:endParaRPr lang="en-US"/>
        </a:p>
      </dgm:t>
    </dgm:pt>
    <dgm:pt modelId="{E107ACCC-D5EA-4D53-BC4E-C05D0D882211}">
      <dgm:prSet phldrT="[Text]" custT="1"/>
      <dgm:spPr/>
      <dgm:t>
        <a:bodyPr/>
        <a:lstStyle/>
        <a:p>
          <a:r>
            <a:rPr lang="en-US" sz="1600" dirty="0">
              <a:solidFill>
                <a:schemeClr val="bg1"/>
              </a:solidFill>
              <a:latin typeface="Arial" panose="020B0604020202020204" pitchFamily="34" charset="0"/>
              <a:cs typeface="Arial" panose="020B0604020202020204" pitchFamily="34" charset="0"/>
            </a:rPr>
            <a:t>Cycle</a:t>
          </a:r>
        </a:p>
      </dgm:t>
    </dgm:pt>
    <dgm:pt modelId="{18258E30-D23A-4B18-BF0C-CF1891C1AC17}" type="parTrans" cxnId="{4C5D117C-CC6E-4C5E-B140-B420D09E41E8}">
      <dgm:prSet/>
      <dgm:spPr/>
      <dgm:t>
        <a:bodyPr/>
        <a:lstStyle/>
        <a:p>
          <a:endParaRPr lang="en-US"/>
        </a:p>
      </dgm:t>
    </dgm:pt>
    <dgm:pt modelId="{8D45D27A-2E4F-4597-B2DD-372FB2247E74}" type="sibTrans" cxnId="{4C5D117C-CC6E-4C5E-B140-B420D09E41E8}">
      <dgm:prSet/>
      <dgm:spPr/>
      <dgm:t>
        <a:bodyPr/>
        <a:lstStyle/>
        <a:p>
          <a:endParaRPr lang="en-US"/>
        </a:p>
      </dgm:t>
    </dgm:pt>
    <dgm:pt modelId="{12B02E02-7C2A-4C5D-B64F-88088C88E64C}">
      <dgm:prSet phldrT="[Text]" custT="1"/>
      <dgm:spPr/>
      <dgm:t>
        <a:bodyPr/>
        <a:lstStyle/>
        <a:p>
          <a:r>
            <a:rPr lang="en-US" sz="1600" dirty="0">
              <a:solidFill>
                <a:schemeClr val="bg1"/>
              </a:solidFill>
              <a:latin typeface="Arial" panose="020B0604020202020204" pitchFamily="34" charset="0"/>
              <a:cs typeface="Arial" panose="020B0604020202020204" pitchFamily="34" charset="0"/>
            </a:rPr>
            <a:t>All of the </a:t>
          </a:r>
          <a:r>
            <a:rPr lang="en-US" sz="1600" dirty="0">
              <a:latin typeface="Arial" panose="020B0604020202020204" pitchFamily="34" charset="0"/>
              <a:cs typeface="Arial" panose="020B0604020202020204" pitchFamily="34" charset="0"/>
            </a:rPr>
            <a:t>above</a:t>
          </a:r>
        </a:p>
      </dgm:t>
    </dgm:pt>
    <dgm:pt modelId="{8D68D352-4399-47E2-AF46-FB4B91941398}" type="parTrans" cxnId="{0CD0781D-13D6-4D83-8FC1-8EF8B73EADCB}">
      <dgm:prSet/>
      <dgm:spPr/>
      <dgm:t>
        <a:bodyPr/>
        <a:lstStyle/>
        <a:p>
          <a:endParaRPr lang="en-US"/>
        </a:p>
      </dgm:t>
    </dgm:pt>
    <dgm:pt modelId="{525FACC1-D833-43C2-8110-D2383DD4A989}" type="sibTrans" cxnId="{0CD0781D-13D6-4D83-8FC1-8EF8B73EADCB}">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D9638309-18C6-4593-8B5A-284673C4E69E}" type="presOf" srcId="{E107ACCC-D5EA-4D53-BC4E-C05D0D882211}" destId="{0EBE7C70-51AD-4402-A9D8-36889ADBC56A}" srcOrd="0" destOrd="3" presId="urn:microsoft.com/office/officeart/2005/8/layout/vList2"/>
    <dgm:cxn modelId="{0CD0781D-13D6-4D83-8FC1-8EF8B73EADCB}" srcId="{2C8EA471-3542-4573-A8BF-295862507B6E}" destId="{12B02E02-7C2A-4C5D-B64F-88088C88E64C}" srcOrd="4" destOrd="0" parTransId="{8D68D352-4399-47E2-AF46-FB4B91941398}" sibTransId="{525FACC1-D833-43C2-8110-D2383DD4A989}"/>
    <dgm:cxn modelId="{AFEDFA2E-10A6-4323-A743-C8130965CA8D}" srcId="{2C8EA471-3542-4573-A8BF-295862507B6E}" destId="{5B8115D6-AA4D-42E2-BF43-FD5CF1326F23}" srcOrd="2" destOrd="0" parTransId="{E65287BF-3034-4E05-8633-CEEFBB4C87D6}" sibTransId="{ACF98C59-C0A1-4053-B83D-D8FBA171AAE1}"/>
    <dgm:cxn modelId="{7208F761-68DB-48A9-80D5-56F4C7B4C27F}" type="presOf" srcId="{12B02E02-7C2A-4C5D-B64F-88088C88E64C}" destId="{0EBE7C70-51AD-4402-A9D8-36889ADBC56A}" srcOrd="0" destOrd="4" presId="urn:microsoft.com/office/officeart/2005/8/layout/vList2"/>
    <dgm:cxn modelId="{82DEAC54-3532-4623-A402-37170CD43479}" type="presOf" srcId="{38FFED07-2629-46AB-A563-EAC94C2A86A4}" destId="{C8FDD220-37AD-4C55-AA28-BC4D9DE2EF3E}" srcOrd="0" destOrd="0" presId="urn:microsoft.com/office/officeart/2005/8/layout/vList2"/>
    <dgm:cxn modelId="{4C5D117C-CC6E-4C5E-B140-B420D09E41E8}" srcId="{2C8EA471-3542-4573-A8BF-295862507B6E}" destId="{E107ACCC-D5EA-4D53-BC4E-C05D0D882211}" srcOrd="3" destOrd="0" parTransId="{18258E30-D23A-4B18-BF0C-CF1891C1AC17}" sibTransId="{8D45D27A-2E4F-4597-B2DD-372FB2247E74}"/>
    <dgm:cxn modelId="{7A7F587F-D08F-4CC0-8477-0317FD2C2D4E}" srcId="{2C8EA471-3542-4573-A8BF-295862507B6E}" destId="{C963391F-9B22-4206-A700-8520E04934C9}" srcOrd="5" destOrd="0" parTransId="{AAA05218-474E-4B89-B846-CFA41306222E}" sibTransId="{E65CFCA8-FD79-4A4B-84EE-4695BE91880A}"/>
    <dgm:cxn modelId="{F3493F89-839D-42C5-A6A1-9D387287E062}" type="presOf" srcId="{C6987BE0-F1A0-4265-9204-7D95AAC80F81}" destId="{0EBE7C70-51AD-4402-A9D8-36889ADBC56A}" srcOrd="0" destOrd="1" presId="urn:microsoft.com/office/officeart/2005/8/layout/vList2"/>
    <dgm:cxn modelId="{D88680AA-2D8B-466A-B160-0656FA53F606}" type="presOf" srcId="{C963391F-9B22-4206-A700-8520E04934C9}" destId="{0EBE7C70-51AD-4402-A9D8-36889ADBC56A}" srcOrd="0" destOrd="5"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D6C3B0C0-949E-48D6-936D-8C91DB82FBC7}" type="presOf" srcId="{5B8115D6-AA4D-42E2-BF43-FD5CF1326F23}" destId="{0EBE7C70-51AD-4402-A9D8-36889ADBC56A}" srcOrd="0" destOrd="2" presId="urn:microsoft.com/office/officeart/2005/8/layout/vList2"/>
    <dgm:cxn modelId="{5835F2C0-4009-4ADC-A91B-2210C39F85D1}" srcId="{2C8EA471-3542-4573-A8BF-295862507B6E}" destId="{C6987BE0-F1A0-4265-9204-7D95AAC80F81}" srcOrd="1" destOrd="0" parTransId="{D4BB0355-1A84-4C38-80A0-30584F5FAD77}" sibTransId="{209D4AD2-0E00-4DD9-90FE-9831D1F66C29}"/>
    <dgm:cxn modelId="{DFFA4CCC-4DE5-4613-9E60-157087680BB5}" type="presOf" srcId="{D073AE1F-622F-41F3-83F6-04C7A451C39E}" destId="{0EBE7C70-51AD-4402-A9D8-36889ADBC56A}" srcOrd="0" destOrd="0" presId="urn:microsoft.com/office/officeart/2005/8/layout/vList2"/>
    <dgm:cxn modelId="{1FB9F5E8-1B9D-432A-833A-BD8365CDD95C}" type="presOf" srcId="{2C8EA471-3542-4573-A8BF-295862507B6E}" destId="{B6F44C7D-37FA-4A88-A65B-56F3574B16C2}" srcOrd="0" destOrd="0" presId="urn:microsoft.com/office/officeart/2005/8/layout/vList2"/>
    <dgm:cxn modelId="{C35AB39B-3E67-4044-A9B0-A460AE1371CD}" type="presParOf" srcId="{C8FDD220-37AD-4C55-AA28-BC4D9DE2EF3E}" destId="{B6F44C7D-37FA-4A88-A65B-56F3574B16C2}" srcOrd="0" destOrd="0" presId="urn:microsoft.com/office/officeart/2005/8/layout/vList2"/>
    <dgm:cxn modelId="{D8A13036-04E3-4517-B59A-2C79EF43AFB0}"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600" dirty="0">
              <a:latin typeface="Arial" panose="020B0604020202020204" pitchFamily="34" charset="0"/>
              <a:cs typeface="Arial" panose="020B0604020202020204" pitchFamily="34" charset="0"/>
            </a:rPr>
            <a:t>Answer: All of the above</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595" custLinFactNeighborY="-36709">
        <dgm:presLayoutVars>
          <dgm:chMax val="0"/>
          <dgm:bulletEnabled val="1"/>
        </dgm:presLayoutVars>
      </dgm:prSet>
      <dgm:spPr/>
    </dgm:pt>
  </dgm:ptLst>
  <dgm:cxnLst>
    <dgm:cxn modelId="{82DEAC54-3532-4623-A402-37170CD43479}" type="presOf" srcId="{38FFED07-2629-46AB-A563-EAC94C2A86A4}" destId="{C8FDD220-37AD-4C55-AA28-BC4D9DE2EF3E}" srcOrd="0" destOrd="0" presId="urn:microsoft.com/office/officeart/2005/8/layout/vList2"/>
    <dgm:cxn modelId="{88595D7B-511A-4043-A814-BDA1B14E1BB8}" type="presOf" srcId="{15BDAB5A-7A6C-4B36-8402-059C7375B2B7}" destId="{ECFE2E18-2A2C-47CF-9012-1B73D49004F2}"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DE793397-5A57-45B5-A3F6-315688F3A23F}"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Which custom setting must be set to </a:t>
          </a:r>
          <a:r>
            <a:rPr lang="en-US" sz="1800" b="1" dirty="0">
              <a:latin typeface="Arial" panose="020B0604020202020204" pitchFamily="34" charset="0"/>
              <a:cs typeface="Arial" panose="020B0604020202020204" pitchFamily="34" charset="0"/>
            </a:rPr>
            <a:t>True</a:t>
          </a:r>
          <a:r>
            <a:rPr lang="en-US" sz="1800" dirty="0">
              <a:latin typeface="Arial" panose="020B0604020202020204" pitchFamily="34" charset="0"/>
              <a:cs typeface="Arial" panose="020B0604020202020204" pitchFamily="34" charset="0"/>
            </a:rPr>
            <a:t> to use the VEEVA My Schedule offline on CRM (iRep)?</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b="0" dirty="0">
              <a:solidFill>
                <a:schemeClr val="bg1"/>
              </a:solidFill>
              <a:latin typeface="Arial" panose="020B0604020202020204" pitchFamily="34" charset="0"/>
              <a:cs typeface="Arial" panose="020B0604020202020204" pitchFamily="34" charset="0"/>
            </a:rPr>
            <a:t>New iPad Calendar</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078CC211-84DA-4BD1-B155-1C8AE44D9D51}">
      <dgm:prSet phldrT="[Text]" custT="1"/>
      <dgm:spPr/>
      <dgm:t>
        <a:bodyPr/>
        <a:lstStyle/>
        <a:p>
          <a:r>
            <a:rPr lang="en-US" sz="1600" b="0" dirty="0">
              <a:solidFill>
                <a:schemeClr val="bg1"/>
              </a:solidFill>
              <a:latin typeface="Arial" panose="020B0604020202020204" pitchFamily="34" charset="0"/>
              <a:cs typeface="Arial" panose="020B0604020202020204" pitchFamily="34" charset="0"/>
            </a:rPr>
            <a:t>Enable iPad Calendar</a:t>
          </a:r>
        </a:p>
      </dgm:t>
    </dgm:pt>
    <dgm:pt modelId="{A8F78468-E587-492C-8DB4-1EE4E4046DF6}" type="parTrans" cxnId="{CF639B35-8CDA-42A5-905F-D801ABCA4176}">
      <dgm:prSet/>
      <dgm:spPr/>
      <dgm:t>
        <a:bodyPr/>
        <a:lstStyle/>
        <a:p>
          <a:endParaRPr lang="en-US"/>
        </a:p>
      </dgm:t>
    </dgm:pt>
    <dgm:pt modelId="{48764827-6E61-407D-A675-E16988B38B59}" type="sibTrans" cxnId="{CF639B35-8CDA-42A5-905F-D801ABCA4176}">
      <dgm:prSet/>
      <dgm:spPr/>
      <dgm:t>
        <a:bodyPr/>
        <a:lstStyle/>
        <a:p>
          <a:endParaRPr lang="en-US"/>
        </a:p>
      </dgm:t>
    </dgm:pt>
    <dgm:pt modelId="{20727D9F-0149-4A93-8E64-CF1D206C1B43}">
      <dgm:prSet phldrT="[Text]" custT="1"/>
      <dgm:spPr/>
      <dgm:t>
        <a:bodyPr/>
        <a:lstStyle/>
        <a:p>
          <a:r>
            <a:rPr lang="en-US" sz="1600" b="0" dirty="0">
              <a:solidFill>
                <a:schemeClr val="bg1"/>
              </a:solidFill>
              <a:latin typeface="Arial" panose="020B0604020202020204" pitchFamily="34" charset="0"/>
              <a:cs typeface="Arial" panose="020B0604020202020204" pitchFamily="34" charset="0"/>
            </a:rPr>
            <a:t>Show iPad Calendar</a:t>
          </a:r>
        </a:p>
      </dgm:t>
    </dgm:pt>
    <dgm:pt modelId="{8C135821-233E-47DA-8CDD-ED01713FD7D1}" type="parTrans" cxnId="{FD1BAEEE-DA92-4175-A714-B42D754E84AA}">
      <dgm:prSet/>
      <dgm:spPr/>
      <dgm:t>
        <a:bodyPr/>
        <a:lstStyle/>
        <a:p>
          <a:endParaRPr lang="en-US"/>
        </a:p>
      </dgm:t>
    </dgm:pt>
    <dgm:pt modelId="{9E49DB7E-99D6-4711-93E7-0D2D5751F500}" type="sibTrans" cxnId="{FD1BAEEE-DA92-4175-A714-B42D754E84AA}">
      <dgm:prSet/>
      <dgm:spPr/>
      <dgm:t>
        <a:bodyPr/>
        <a:lstStyle/>
        <a:p>
          <a:endParaRPr lang="en-US"/>
        </a:p>
      </dgm:t>
    </dgm:pt>
    <dgm:pt modelId="{1C03498F-99F4-4831-B817-3F2C5DC39EE7}">
      <dgm:prSet phldrT="[Text]" custT="1"/>
      <dgm:spPr/>
      <dgm:t>
        <a:bodyPr/>
        <a:lstStyle/>
        <a:p>
          <a:r>
            <a:rPr lang="en-US" sz="1600" b="0" dirty="0">
              <a:solidFill>
                <a:schemeClr val="bg1"/>
              </a:solidFill>
              <a:latin typeface="Arial" panose="020B0604020202020204" pitchFamily="34" charset="0"/>
              <a:cs typeface="Arial" panose="020B0604020202020204" pitchFamily="34" charset="0"/>
            </a:rPr>
            <a:t>Enable My Schedule </a:t>
          </a:r>
        </a:p>
      </dgm:t>
    </dgm:pt>
    <dgm:pt modelId="{1E6759E9-F9AE-433A-BFC5-F1A67DF27829}" type="parTrans" cxnId="{5F8B7F55-4850-41EB-BDEF-49A5135DE86E}">
      <dgm:prSet/>
      <dgm:spPr/>
      <dgm:t>
        <a:bodyPr/>
        <a:lstStyle/>
        <a:p>
          <a:endParaRPr lang="en-US"/>
        </a:p>
      </dgm:t>
    </dgm:pt>
    <dgm:pt modelId="{0B6176EC-86C0-4310-8B77-0581C5DD0247}" type="sibTrans" cxnId="{5F8B7F55-4850-41EB-BDEF-49A5135DE86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8DCBE215-09FB-4CD0-AD98-E2B37E211807}" type="presOf" srcId="{078CC211-84DA-4BD1-B155-1C8AE44D9D51}" destId="{0EBE7C70-51AD-4402-A9D8-36889ADBC56A}" srcOrd="0" destOrd="1" presId="urn:microsoft.com/office/officeart/2005/8/layout/vList2"/>
    <dgm:cxn modelId="{556ABB33-CBAD-4392-86B1-A009AC1DE430}" type="presOf" srcId="{20727D9F-0149-4A93-8E64-CF1D206C1B43}" destId="{0EBE7C70-51AD-4402-A9D8-36889ADBC56A}" srcOrd="0" destOrd="2" presId="urn:microsoft.com/office/officeart/2005/8/layout/vList2"/>
    <dgm:cxn modelId="{CF639B35-8CDA-42A5-905F-D801ABCA4176}" srcId="{2C8EA471-3542-4573-A8BF-295862507B6E}" destId="{078CC211-84DA-4BD1-B155-1C8AE44D9D51}" srcOrd="1" destOrd="0" parTransId="{A8F78468-E587-492C-8DB4-1EE4E4046DF6}" sibTransId="{48764827-6E61-407D-A675-E16988B38B59}"/>
    <dgm:cxn modelId="{82DEAC54-3532-4623-A402-37170CD43479}" type="presOf" srcId="{38FFED07-2629-46AB-A563-EAC94C2A86A4}" destId="{C8FDD220-37AD-4C55-AA28-BC4D9DE2EF3E}" srcOrd="0" destOrd="0" presId="urn:microsoft.com/office/officeart/2005/8/layout/vList2"/>
    <dgm:cxn modelId="{5F8B7F55-4850-41EB-BDEF-49A5135DE86E}" srcId="{2C8EA471-3542-4573-A8BF-295862507B6E}" destId="{1C03498F-99F4-4831-B817-3F2C5DC39EE7}" srcOrd="3" destOrd="0" parTransId="{1E6759E9-F9AE-433A-BFC5-F1A67DF27829}" sibTransId="{0B6176EC-86C0-4310-8B77-0581C5DD0247}"/>
    <dgm:cxn modelId="{7A7F587F-D08F-4CC0-8477-0317FD2C2D4E}" srcId="{2C8EA471-3542-4573-A8BF-295862507B6E}" destId="{C963391F-9B22-4206-A700-8520E04934C9}" srcOrd="4" destOrd="0" parTransId="{AAA05218-474E-4B89-B846-CFA41306222E}" sibTransId="{E65CFCA8-FD79-4A4B-84EE-4695BE91880A}"/>
    <dgm:cxn modelId="{0C0F2A93-DCE9-487C-84DF-E07D2011F108}" type="presOf" srcId="{1C03498F-99F4-4831-B817-3F2C5DC39EE7}" destId="{0EBE7C70-51AD-4402-A9D8-36889ADBC56A}" srcOrd="0" destOrd="3" presId="urn:microsoft.com/office/officeart/2005/8/layout/vList2"/>
    <dgm:cxn modelId="{D88680AA-2D8B-466A-B160-0656FA53F606}" type="presOf" srcId="{C963391F-9B22-4206-A700-8520E04934C9}" destId="{0EBE7C70-51AD-4402-A9D8-36889ADBC56A}" srcOrd="0" destOrd="4"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DFFA4CCC-4DE5-4613-9E60-157087680BB5}" type="presOf" srcId="{D073AE1F-622F-41F3-83F6-04C7A451C39E}" destId="{0EBE7C70-51AD-4402-A9D8-36889ADBC56A}" srcOrd="0" destOrd="0" presId="urn:microsoft.com/office/officeart/2005/8/layout/vList2"/>
    <dgm:cxn modelId="{1FB9F5E8-1B9D-432A-833A-BD8365CDD95C}" type="presOf" srcId="{2C8EA471-3542-4573-A8BF-295862507B6E}" destId="{B6F44C7D-37FA-4A88-A65B-56F3574B16C2}" srcOrd="0" destOrd="0" presId="urn:microsoft.com/office/officeart/2005/8/layout/vList2"/>
    <dgm:cxn modelId="{FD1BAEEE-DA92-4175-A714-B42D754E84AA}" srcId="{2C8EA471-3542-4573-A8BF-295862507B6E}" destId="{20727D9F-0149-4A93-8E64-CF1D206C1B43}" srcOrd="2" destOrd="0" parTransId="{8C135821-233E-47DA-8CDD-ED01713FD7D1}" sibTransId="{9E49DB7E-99D6-4711-93E7-0D2D5751F500}"/>
    <dgm:cxn modelId="{C35AB39B-3E67-4044-A9B0-A460AE1371CD}" type="presParOf" srcId="{C8FDD220-37AD-4C55-AA28-BC4D9DE2EF3E}" destId="{B6F44C7D-37FA-4A88-A65B-56F3574B16C2}" srcOrd="0" destOrd="0" presId="urn:microsoft.com/office/officeart/2005/8/layout/vList2"/>
    <dgm:cxn modelId="{D8A13036-04E3-4517-B59A-2C79EF43AFB0}"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b="0" dirty="0">
              <a:latin typeface="Arial" panose="020B0604020202020204" pitchFamily="34" charset="0"/>
              <a:cs typeface="Arial" panose="020B0604020202020204" pitchFamily="34" charset="0"/>
            </a:rPr>
            <a:t>New iPad Calendar </a:t>
          </a:r>
        </a:p>
      </dgm:t>
    </dgm:pt>
    <dgm:pt modelId="{DC967284-3FCC-4458-980C-DAD748995322}" type="sibTrans" cxnId="{6A694AE2-82BF-44D2-8A04-19C6980E4DCC}">
      <dgm:prSet/>
      <dgm:spPr/>
      <dgm:t>
        <a:bodyPr/>
        <a:lstStyle/>
        <a:p>
          <a:endParaRPr lang="en-US"/>
        </a:p>
      </dgm:t>
    </dgm:pt>
    <dgm:pt modelId="{FAD6FA71-9A29-42E8-A157-BD328AE69490}" type="par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46" custLinFactNeighborY="-66645">
        <dgm:presLayoutVars>
          <dgm:chMax val="0"/>
          <dgm:bulletEnabled val="1"/>
        </dgm:presLayoutVars>
      </dgm:prSet>
      <dgm:spPr/>
    </dgm:pt>
  </dgm:ptLst>
  <dgm:cxnLst>
    <dgm:cxn modelId="{82DEAC54-3532-4623-A402-37170CD43479}" type="presOf" srcId="{38FFED07-2629-46AB-A563-EAC94C2A86A4}" destId="{C8FDD220-37AD-4C55-AA28-BC4D9DE2EF3E}" srcOrd="0" destOrd="0" presId="urn:microsoft.com/office/officeart/2005/8/layout/vList2"/>
    <dgm:cxn modelId="{88595D7B-511A-4043-A814-BDA1B14E1BB8}" type="presOf" srcId="{15BDAB5A-7A6C-4B36-8402-059C7375B2B7}" destId="{ECFE2E18-2A2C-47CF-9012-1B73D49004F2}"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DE793397-5A57-45B5-A3F6-315688F3A23F}"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51411"/>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My Schedule shows which of the following tabs?</a:t>
          </a:r>
        </a:p>
      </dsp:txBody>
      <dsp:txXfrm>
        <a:off x="42792" y="194203"/>
        <a:ext cx="8248301" cy="791023"/>
      </dsp:txXfrm>
    </dsp:sp>
    <dsp:sp modelId="{0EBE7C70-51AD-4402-A9D8-36889ADBC56A}">
      <dsp:nvSpPr>
        <dsp:cNvPr id="0" name=""/>
        <dsp:cNvSpPr/>
      </dsp:nvSpPr>
      <dsp:spPr>
        <a:xfrm>
          <a:off x="0" y="1160564"/>
          <a:ext cx="8333885" cy="1547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Day</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Week</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Month</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Cycle</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All of the </a:t>
          </a:r>
          <a:r>
            <a:rPr lang="en-US" sz="1600" kern="1200" dirty="0">
              <a:latin typeface="Arial" panose="020B0604020202020204" pitchFamily="34" charset="0"/>
              <a:cs typeface="Arial" panose="020B0604020202020204" pitchFamily="34" charset="0"/>
            </a:rPr>
            <a:t>above</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160564"/>
        <a:ext cx="8333885" cy="15473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543388"/>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All of the above</a:t>
          </a:r>
          <a:endParaRPr lang="en-US" sz="1600" b="1" kern="1200" dirty="0">
            <a:latin typeface="Arial" panose="020B0604020202020204" pitchFamily="34" charset="0"/>
            <a:cs typeface="Arial" panose="020B0604020202020204" pitchFamily="34" charset="0"/>
          </a:endParaRPr>
        </a:p>
      </dsp:txBody>
      <dsp:txXfrm>
        <a:off x="36447" y="579835"/>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69142"/>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Which custom setting must be set to </a:t>
          </a:r>
          <a:r>
            <a:rPr lang="en-US" sz="1800" b="1" kern="1200" dirty="0">
              <a:latin typeface="Arial" panose="020B0604020202020204" pitchFamily="34" charset="0"/>
              <a:cs typeface="Arial" panose="020B0604020202020204" pitchFamily="34" charset="0"/>
            </a:rPr>
            <a:t>True</a:t>
          </a:r>
          <a:r>
            <a:rPr lang="en-US" sz="1800" kern="1200" dirty="0">
              <a:latin typeface="Arial" panose="020B0604020202020204" pitchFamily="34" charset="0"/>
              <a:cs typeface="Arial" panose="020B0604020202020204" pitchFamily="34" charset="0"/>
            </a:rPr>
            <a:t> to use the VEEVA My Schedule offline on CRM (iRep)?</a:t>
          </a:r>
          <a:endParaRPr lang="en-US" sz="1800" kern="1200" dirty="0">
            <a:solidFill>
              <a:schemeClr val="bg1"/>
            </a:solidFill>
            <a:latin typeface="Arial" panose="020B0604020202020204" pitchFamily="34" charset="0"/>
            <a:cs typeface="Arial" panose="020B0604020202020204" pitchFamily="34" charset="0"/>
          </a:endParaRPr>
        </a:p>
      </dsp:txBody>
      <dsp:txXfrm>
        <a:off x="42792" y="311934"/>
        <a:ext cx="8248301" cy="791023"/>
      </dsp:txXfrm>
    </dsp:sp>
    <dsp:sp modelId="{0EBE7C70-51AD-4402-A9D8-36889ADBC56A}">
      <dsp:nvSpPr>
        <dsp:cNvPr id="0" name=""/>
        <dsp:cNvSpPr/>
      </dsp:nvSpPr>
      <dsp:spPr>
        <a:xfrm>
          <a:off x="0" y="1278295"/>
          <a:ext cx="8333885"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b="0" kern="1200" dirty="0">
              <a:solidFill>
                <a:schemeClr val="bg1"/>
              </a:solidFill>
              <a:latin typeface="Arial" panose="020B0604020202020204" pitchFamily="34" charset="0"/>
              <a:cs typeface="Arial" panose="020B0604020202020204" pitchFamily="34" charset="0"/>
            </a:rPr>
            <a:t>New iPad Calendar</a:t>
          </a:r>
        </a:p>
        <a:p>
          <a:pPr marL="171450" lvl="1" indent="-171450" algn="l" defTabSz="711200">
            <a:lnSpc>
              <a:spcPct val="90000"/>
            </a:lnSpc>
            <a:spcBef>
              <a:spcPct val="0"/>
            </a:spcBef>
            <a:spcAft>
              <a:spcPct val="20000"/>
            </a:spcAft>
            <a:buChar char="•"/>
          </a:pPr>
          <a:r>
            <a:rPr lang="en-US" sz="1600" b="0" kern="1200" dirty="0">
              <a:solidFill>
                <a:schemeClr val="bg1"/>
              </a:solidFill>
              <a:latin typeface="Arial" panose="020B0604020202020204" pitchFamily="34" charset="0"/>
              <a:cs typeface="Arial" panose="020B0604020202020204" pitchFamily="34" charset="0"/>
            </a:rPr>
            <a:t>Enable iPad Calendar</a:t>
          </a:r>
        </a:p>
        <a:p>
          <a:pPr marL="171450" lvl="1" indent="-171450" algn="l" defTabSz="711200">
            <a:lnSpc>
              <a:spcPct val="90000"/>
            </a:lnSpc>
            <a:spcBef>
              <a:spcPct val="0"/>
            </a:spcBef>
            <a:spcAft>
              <a:spcPct val="20000"/>
            </a:spcAft>
            <a:buChar char="•"/>
          </a:pPr>
          <a:r>
            <a:rPr lang="en-US" sz="1600" b="0" kern="1200" dirty="0">
              <a:solidFill>
                <a:schemeClr val="bg1"/>
              </a:solidFill>
              <a:latin typeface="Arial" panose="020B0604020202020204" pitchFamily="34" charset="0"/>
              <a:cs typeface="Arial" panose="020B0604020202020204" pitchFamily="34" charset="0"/>
            </a:rPr>
            <a:t>Show iPad Calendar</a:t>
          </a:r>
        </a:p>
        <a:p>
          <a:pPr marL="171450" lvl="1" indent="-171450" algn="l" defTabSz="711200">
            <a:lnSpc>
              <a:spcPct val="90000"/>
            </a:lnSpc>
            <a:spcBef>
              <a:spcPct val="0"/>
            </a:spcBef>
            <a:spcAft>
              <a:spcPct val="20000"/>
            </a:spcAft>
            <a:buChar char="•"/>
          </a:pPr>
          <a:r>
            <a:rPr lang="en-US" sz="1600" b="0" kern="1200" dirty="0">
              <a:solidFill>
                <a:schemeClr val="bg1"/>
              </a:solidFill>
              <a:latin typeface="Arial" panose="020B0604020202020204" pitchFamily="34" charset="0"/>
              <a:cs typeface="Arial" panose="020B0604020202020204" pitchFamily="34" charset="0"/>
            </a:rPr>
            <a:t>Enable My Schedule </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278295"/>
        <a:ext cx="8333885" cy="13118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79126"/>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b="0" kern="1200" dirty="0">
              <a:latin typeface="Arial" panose="020B0604020202020204" pitchFamily="34" charset="0"/>
              <a:cs typeface="Arial" panose="020B0604020202020204" pitchFamily="34" charset="0"/>
            </a:rPr>
            <a:t>New iPad Calendar </a:t>
          </a:r>
        </a:p>
      </dsp:txBody>
      <dsp:txXfrm>
        <a:off x="36447" y="215573"/>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8/12/2023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dirty="0"/>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7707137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287159221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282522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1"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8786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71495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4143701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1373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83590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1823561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98659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35220232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2" name="Title Placeholder 1"/>
          <p:cNvSpPr>
            <a:spLocks noGrp="1"/>
          </p:cNvSpPr>
          <p:nvPr>
            <p:ph type="title"/>
          </p:nvPr>
        </p:nvSpPr>
        <p:spPr>
          <a:xfrm>
            <a:off x="3048001" y="3"/>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3"/>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dirty="0"/>
              <a:t>© Cognizant 2015</a:t>
            </a:r>
          </a:p>
        </p:txBody>
      </p:sp>
      <p:sp>
        <p:nvSpPr>
          <p:cNvPr id="6" name="Slide Number Placeholder 5"/>
          <p:cNvSpPr>
            <a:spLocks noGrp="1"/>
          </p:cNvSpPr>
          <p:nvPr>
            <p:ph type="sldNum" sz="quarter" idx="4"/>
          </p:nvPr>
        </p:nvSpPr>
        <p:spPr>
          <a:xfrm>
            <a:off x="11480801" y="6629403"/>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dirty="0"/>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95" r:id="rId1"/>
    <p:sldLayoutId id="2147483694" r:id="rId2"/>
    <p:sldLayoutId id="2147483675" r:id="rId3"/>
    <p:sldLayoutId id="2147483676" r:id="rId4"/>
    <p:sldLayoutId id="2147483678" r:id="rId5"/>
    <p:sldLayoutId id="2147483679" r:id="rId6"/>
    <p:sldLayoutId id="2147483680" r:id="rId7"/>
    <p:sldLayoutId id="2147483681" r:id="rId8"/>
    <p:sldLayoutId id="2147483684" r:id="rId9"/>
    <p:sldLayoutId id="2147483693" r:id="rId10"/>
    <p:sldLayoutId id="2147483696" r:id="rId11"/>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6" r:id="rId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7" r:id="rId1"/>
    <p:sldLayoutId id="2147483827"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3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hyperlink" Target="https://crmhelp.veeva.com/doc/Content/Home.htm" TargetMode="Externa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533400" y="2055098"/>
            <a:ext cx="6245891" cy="1828469"/>
          </a:xfrm>
        </p:spPr>
        <p:txBody>
          <a:bodyPr anchor="ctr"/>
          <a:lstStyle/>
          <a:p>
            <a:pPr marL="238125" lvl="1"/>
            <a:r>
              <a:rPr lang="en-US" sz="3600" b="1" dirty="0">
                <a:solidFill>
                  <a:srgbClr val="00718F"/>
                </a:solidFill>
                <a:latin typeface="Arial" panose="020B0604020202020204" pitchFamily="34" charset="0"/>
                <a:cs typeface="Arial" panose="020B0604020202020204" pitchFamily="34" charset="0"/>
              </a:rPr>
              <a:t>My Schedule, Calendar</a:t>
            </a:r>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dirty="0"/>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sz="2400" dirty="0">
                <a:solidFill>
                  <a:schemeClr val="tx2">
                    <a:lumMod val="50000"/>
                  </a:schemeClr>
                </a:solidFill>
              </a:rPr>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381761891"/>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Arpita Bhattacharya, Saibal Roy,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774224"/>
                  </a:ext>
                </a:extLst>
              </a:tr>
              <a:tr h="458632">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Associate – Projects; Sr. Consultant CRM – EAS Salesforce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V1: 25-Jan-2018, V1.1: August-2023: Updated with Lightning UI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Abhijan Majumdar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a:t>
            </a:fld>
            <a:endParaRPr lang="en-US" dirty="0"/>
          </a:p>
        </p:txBody>
      </p:sp>
      <p:sp>
        <p:nvSpPr>
          <p:cNvPr id="2" name="Title 1"/>
          <p:cNvSpPr>
            <a:spLocks noGrp="1"/>
          </p:cNvSpPr>
          <p:nvPr>
            <p:ph type="title" idx="4294967295"/>
          </p:nvPr>
        </p:nvSpPr>
        <p:spPr>
          <a:xfrm>
            <a:off x="1828800" y="381000"/>
            <a:ext cx="9144000" cy="479425"/>
          </a:xfrm>
        </p:spPr>
        <p:txBody>
          <a:bodyPr/>
          <a:lstStyle/>
          <a:p>
            <a:r>
              <a:rPr lang="en-US" sz="2400" dirty="0">
                <a:solidFill>
                  <a:schemeClr val="tx2">
                    <a:lumMod val="50000"/>
                  </a:schemeClr>
                </a:solidFill>
              </a:rPr>
              <a:t>Recap ... </a:t>
            </a:r>
          </a:p>
        </p:txBody>
      </p:sp>
      <p:sp>
        <p:nvSpPr>
          <p:cNvPr id="3" name="Content Placeholder 2"/>
          <p:cNvSpPr>
            <a:spLocks noGrp="1"/>
          </p:cNvSpPr>
          <p:nvPr>
            <p:ph idx="4294967295"/>
          </p:nvPr>
        </p:nvSpPr>
        <p:spPr>
          <a:xfrm>
            <a:off x="580571" y="1370965"/>
            <a:ext cx="10566400" cy="5257800"/>
          </a:xfrm>
        </p:spPr>
        <p:txBody>
          <a:bodyPr/>
          <a:lstStyle/>
          <a:p>
            <a:pPr marL="0" indent="0">
              <a:buNone/>
            </a:pPr>
            <a:r>
              <a:rPr lang="en-US" dirty="0"/>
              <a:t>In the previous Module – </a:t>
            </a:r>
            <a:r>
              <a:rPr lang="en-US" i="1" dirty="0"/>
              <a:t>Address, TSF and Account Merge, you learnt to </a:t>
            </a:r>
            <a:r>
              <a:rPr lang="en-US" sz="1800" dirty="0">
                <a:solidFill>
                  <a:schemeClr val="tx1"/>
                </a:solidFill>
              </a:rPr>
              <a:t>...</a:t>
            </a:r>
          </a:p>
          <a:p>
            <a:pPr marL="0" indent="0">
              <a:buNone/>
            </a:pPr>
            <a:endParaRPr lang="en-US" dirty="0">
              <a:solidFill>
                <a:schemeClr val="tx1"/>
              </a:solidFill>
            </a:endParaRPr>
          </a:p>
          <a:p>
            <a:r>
              <a:rPr lang="en-US" sz="1800" dirty="0"/>
              <a:t>De</a:t>
            </a:r>
            <a:r>
              <a:rPr lang="en-US" altLang="ja-JP" sz="1800" dirty="0"/>
              <a:t>fine and describe VEEVA Address, its specific fields &amp; type</a:t>
            </a:r>
            <a:endParaRPr lang="en-US" sz="1800" dirty="0"/>
          </a:p>
          <a:p>
            <a:r>
              <a:rPr lang="en-US" sz="1800" dirty="0"/>
              <a:t>Identify the objects used to hold a new Address, Territory Specific Fields(TSF), VEEVA managed attributes for TSF and TSF configuration</a:t>
            </a:r>
          </a:p>
          <a:p>
            <a:r>
              <a:rPr lang="en-US" altLang="ja-JP" sz="1800" dirty="0"/>
              <a:t>Merge two or more duplicate accounts using the VEEVA Account Merge functionality in order to maintain proper data</a:t>
            </a:r>
            <a:endParaRPr lang="en-US" sz="1800" dirty="0"/>
          </a:p>
          <a:p>
            <a:endParaRPr lang="en-US" sz="1800" dirty="0">
              <a:solidFill>
                <a:schemeClr val="tx1"/>
              </a:solidFill>
            </a:endParaRPr>
          </a:p>
          <a:p>
            <a:pPr marL="0" indent="0">
              <a:buNone/>
            </a:pPr>
            <a:r>
              <a:rPr lang="en-US" sz="1800" b="1" dirty="0"/>
              <a:t>And now ... </a:t>
            </a:r>
          </a:p>
          <a:p>
            <a:pPr marL="0" indent="0">
              <a:buNone/>
            </a:pPr>
            <a:endParaRPr lang="en-US" dirty="0">
              <a:solidFill>
                <a:schemeClr val="tx1"/>
              </a:solidFill>
            </a:endParaRPr>
          </a:p>
        </p:txBody>
      </p:sp>
    </p:spTree>
    <p:extLst>
      <p:ext uri="{BB962C8B-B14F-4D97-AF65-F5344CB8AC3E}">
        <p14:creationId xmlns:p14="http://schemas.microsoft.com/office/powerpoint/2010/main" val="2052152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a:t>
            </a:fld>
            <a:endParaRPr lang="en-US" dirty="0"/>
          </a:p>
        </p:txBody>
      </p:sp>
      <p:sp>
        <p:nvSpPr>
          <p:cNvPr id="3" name="Title 2"/>
          <p:cNvSpPr>
            <a:spLocks noGrp="1"/>
          </p:cNvSpPr>
          <p:nvPr>
            <p:ph type="title" idx="4294967295"/>
          </p:nvPr>
        </p:nvSpPr>
        <p:spPr>
          <a:xfrm>
            <a:off x="1981200" y="282576"/>
            <a:ext cx="9144000" cy="479425"/>
          </a:xfrm>
        </p:spPr>
        <p:txBody>
          <a:bodyPr/>
          <a:lstStyle/>
          <a:p>
            <a:r>
              <a:rPr lang="en-US" sz="2400" dirty="0">
                <a:solidFill>
                  <a:schemeClr val="tx2">
                    <a:lumMod val="50000"/>
                  </a:schemeClr>
                </a:solidFill>
              </a:rPr>
              <a:t>Do You Know</a:t>
            </a:r>
          </a:p>
        </p:txBody>
      </p:sp>
      <p:sp>
        <p:nvSpPr>
          <p:cNvPr id="2" name="Content Placeholder 1"/>
          <p:cNvSpPr>
            <a:spLocks noGrp="1"/>
          </p:cNvSpPr>
          <p:nvPr>
            <p:ph idx="4294967295"/>
          </p:nvPr>
        </p:nvSpPr>
        <p:spPr>
          <a:xfrm>
            <a:off x="304800" y="1012824"/>
            <a:ext cx="10515600" cy="5562600"/>
          </a:xfrm>
        </p:spPr>
        <p:txBody>
          <a:bodyPr/>
          <a:lstStyle/>
          <a:p>
            <a:endParaRPr lang="en-US" dirty="0"/>
          </a:p>
          <a:p>
            <a:r>
              <a:rPr lang="en-US" sz="1800" dirty="0"/>
              <a:t>My Schedule is a module provided to plan and schedule visits with medical professionals and businesses</a:t>
            </a:r>
          </a:p>
          <a:p>
            <a:r>
              <a:rPr lang="en-US" sz="1800" dirty="0"/>
              <a:t>A weekly calendar view is provided, and scheduling takes into consideration the user’s current calendar and best times to visit the professionals and businesses</a:t>
            </a:r>
          </a:p>
          <a:p>
            <a:r>
              <a:rPr lang="en-US" sz="1800" dirty="0"/>
              <a:t>This functionality is integrated with the existing salesforce.com calendar</a:t>
            </a:r>
          </a:p>
          <a:p>
            <a:r>
              <a:rPr lang="en-US" sz="1800" dirty="0"/>
              <a:t>My Schedule supports the display of Medical Events. </a:t>
            </a:r>
          </a:p>
          <a:p>
            <a:pPr marL="0" indent="0">
              <a:buNone/>
            </a:pPr>
            <a:r>
              <a:rPr lang="en-US" sz="1800" dirty="0"/>
              <a:t>     Users see Medical Events in My Schedule if they either </a:t>
            </a:r>
          </a:p>
          <a:p>
            <a:pPr marL="0" indent="0">
              <a:buNone/>
            </a:pPr>
            <a:r>
              <a:rPr lang="en-US" sz="1800" dirty="0"/>
              <a:t>     own the Medical Event or are listed as an attendee </a:t>
            </a:r>
          </a:p>
          <a:p>
            <a:pPr marL="0" indent="0">
              <a:buNone/>
            </a:pPr>
            <a:r>
              <a:rPr lang="en-US" sz="1800" dirty="0"/>
              <a:t>     (where status is not Rejected)</a:t>
            </a:r>
          </a:p>
          <a:p>
            <a:endParaRPr lang="en-US" sz="1800" dirty="0"/>
          </a:p>
          <a:p>
            <a:endParaRPr lang="en-US" sz="1600" dirty="0"/>
          </a:p>
          <a:p>
            <a:endParaRPr lang="en-US" sz="1600" dirty="0"/>
          </a:p>
          <a:p>
            <a:endParaRPr lang="en-US" sz="1600" dirty="0"/>
          </a:p>
        </p:txBody>
      </p:sp>
      <p:sp>
        <p:nvSpPr>
          <p:cNvPr id="6" name="Rectangle 5"/>
          <p:cNvSpPr/>
          <p:nvPr/>
        </p:nvSpPr>
        <p:spPr>
          <a:xfrm>
            <a:off x="8541657" y="3578629"/>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610600" y="3657600"/>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2133600" y="229235"/>
            <a:ext cx="9144000" cy="479425"/>
          </a:xfrm>
        </p:spPr>
        <p:txBody>
          <a:bodyPr/>
          <a:lstStyle/>
          <a:p>
            <a:r>
              <a:rPr lang="en-US" sz="2400" dirty="0">
                <a:solidFill>
                  <a:schemeClr val="tx2">
                    <a:lumMod val="50000"/>
                  </a:schemeClr>
                </a:solidFill>
              </a:rPr>
              <a:t>Overview</a:t>
            </a:r>
          </a:p>
        </p:txBody>
      </p:sp>
      <p:sp>
        <p:nvSpPr>
          <p:cNvPr id="2" name="Content Placeholder 1"/>
          <p:cNvSpPr>
            <a:spLocks noGrp="1"/>
          </p:cNvSpPr>
          <p:nvPr>
            <p:ph idx="4294967295"/>
          </p:nvPr>
        </p:nvSpPr>
        <p:spPr>
          <a:xfrm>
            <a:off x="457199" y="1148373"/>
            <a:ext cx="6172200" cy="5059363"/>
          </a:xfrm>
        </p:spPr>
        <p:txBody>
          <a:bodyPr/>
          <a:lstStyle/>
          <a:p>
            <a:r>
              <a:rPr lang="en-US" dirty="0"/>
              <a:t>VEEVA CRM allows two calendar modules</a:t>
            </a:r>
            <a:r>
              <a:rPr dirty="0"/>
              <a:t>:</a:t>
            </a:r>
          </a:p>
          <a:p>
            <a:pPr lvl="1"/>
            <a:r>
              <a:rPr lang="en-US" dirty="0"/>
              <a:t>My Schedule</a:t>
            </a:r>
          </a:p>
          <a:p>
            <a:pPr lvl="1"/>
            <a:r>
              <a:rPr lang="en-US" dirty="0"/>
              <a:t>SFDC Calendar</a:t>
            </a:r>
          </a:p>
        </p:txBody>
      </p:sp>
      <p:sp>
        <p:nvSpPr>
          <p:cNvPr id="8" name="Rectangle 7"/>
          <p:cNvSpPr/>
          <p:nvPr/>
        </p:nvSpPr>
        <p:spPr>
          <a:xfrm>
            <a:off x="7199089" y="841833"/>
            <a:ext cx="3257539" cy="4775199"/>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074" name="Picture 2" descr="D:\Images\Images\Overview\shutterstock_7268929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3163" y="897391"/>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1981200" y="266672"/>
            <a:ext cx="9144000" cy="479425"/>
          </a:xfrm>
        </p:spPr>
        <p:txBody>
          <a:bodyPr/>
          <a:lstStyle/>
          <a:p>
            <a:r>
              <a:rPr lang="en-US" sz="2400" dirty="0">
                <a:solidFill>
                  <a:schemeClr val="tx2">
                    <a:lumMod val="50000"/>
                  </a:schemeClr>
                </a:solidFill>
              </a:rPr>
              <a:t>Objectives</a:t>
            </a:r>
          </a:p>
        </p:txBody>
      </p:sp>
      <p:sp>
        <p:nvSpPr>
          <p:cNvPr id="2" name="Content Placeholder 1"/>
          <p:cNvSpPr>
            <a:spLocks noGrp="1"/>
          </p:cNvSpPr>
          <p:nvPr>
            <p:ph idx="4294967295"/>
          </p:nvPr>
        </p:nvSpPr>
        <p:spPr>
          <a:xfrm>
            <a:off x="635313" y="1295400"/>
            <a:ext cx="7696200" cy="3200400"/>
          </a:xfrm>
        </p:spPr>
        <p:txBody>
          <a:bodyPr/>
          <a:lstStyle/>
          <a:p>
            <a:r>
              <a:rPr dirty="0"/>
              <a:t>After completing this chapter, you will be able to define:</a:t>
            </a:r>
          </a:p>
          <a:p>
            <a:pPr lvl="1"/>
            <a:r>
              <a:rPr lang="en-US" dirty="0"/>
              <a:t>Components in My Schedule</a:t>
            </a:r>
          </a:p>
          <a:p>
            <a:pPr lvl="2" indent="-285750">
              <a:defRPr/>
            </a:pPr>
            <a:r>
              <a:rPr lang="en-US" dirty="0"/>
              <a:t>Weekly view </a:t>
            </a:r>
          </a:p>
          <a:p>
            <a:pPr lvl="2" indent="-285750">
              <a:defRPr/>
            </a:pPr>
            <a:r>
              <a:rPr lang="en-US" dirty="0"/>
              <a:t>Monthly view</a:t>
            </a:r>
          </a:p>
          <a:p>
            <a:pPr lvl="2" indent="-285750">
              <a:defRPr/>
            </a:pPr>
            <a:r>
              <a:rPr lang="en-US" dirty="0"/>
              <a:t>Calendar Sharing</a:t>
            </a:r>
          </a:p>
          <a:p>
            <a:pPr lvl="2" indent="-285750">
              <a:defRPr/>
            </a:pPr>
            <a:r>
              <a:rPr lang="en-US" dirty="0"/>
              <a:t>Cycle</a:t>
            </a:r>
          </a:p>
          <a:p>
            <a:pPr lvl="1"/>
            <a:r>
              <a:rPr lang="en-US" dirty="0"/>
              <a:t>SFDC Calendar</a:t>
            </a:r>
          </a:p>
        </p:txBody>
      </p:sp>
      <p:pic>
        <p:nvPicPr>
          <p:cNvPr id="4098" name="Picture 2" descr="D:\Images\Images\Objective\shutterstock_6790168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708588" y="1989846"/>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21864738-E246-7A3D-4BCA-47027B18DBD8}"/>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7</a:t>
            </a:fld>
            <a:endParaRPr lang="en-US" dirty="0"/>
          </a:p>
        </p:txBody>
      </p:sp>
      <p:sp>
        <p:nvSpPr>
          <p:cNvPr id="6" name="Rectangle 5"/>
          <p:cNvSpPr/>
          <p:nvPr/>
        </p:nvSpPr>
        <p:spPr>
          <a:xfrm>
            <a:off x="381000" y="2895600"/>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8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My Schedule</a:t>
            </a:r>
          </a:p>
        </p:txBody>
      </p:sp>
    </p:spTree>
    <p:extLst>
      <p:ext uri="{BB962C8B-B14F-4D97-AF65-F5344CB8AC3E}">
        <p14:creationId xmlns:p14="http://schemas.microsoft.com/office/powerpoint/2010/main" val="3772980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8</a:t>
            </a:fld>
            <a:endParaRPr lang="en-US" dirty="0"/>
          </a:p>
        </p:txBody>
      </p:sp>
      <p:sp>
        <p:nvSpPr>
          <p:cNvPr id="3" name="Title 2"/>
          <p:cNvSpPr>
            <a:spLocks noGrp="1"/>
          </p:cNvSpPr>
          <p:nvPr>
            <p:ph type="title" idx="4294967295"/>
          </p:nvPr>
        </p:nvSpPr>
        <p:spPr>
          <a:xfrm>
            <a:off x="2057400" y="310902"/>
            <a:ext cx="9144000" cy="479425"/>
          </a:xfrm>
        </p:spPr>
        <p:txBody>
          <a:bodyPr/>
          <a:lstStyle/>
          <a:p>
            <a:r>
              <a:rPr lang="en-US" sz="2400" dirty="0">
                <a:solidFill>
                  <a:schemeClr val="tx2">
                    <a:lumMod val="50000"/>
                  </a:schemeClr>
                </a:solidFill>
              </a:rPr>
              <a:t>Overview – My Schedule</a:t>
            </a:r>
          </a:p>
        </p:txBody>
      </p:sp>
      <p:sp>
        <p:nvSpPr>
          <p:cNvPr id="2" name="Content Placeholder 1"/>
          <p:cNvSpPr>
            <a:spLocks noGrp="1"/>
          </p:cNvSpPr>
          <p:nvPr>
            <p:ph idx="4294967295"/>
          </p:nvPr>
        </p:nvSpPr>
        <p:spPr>
          <a:xfrm>
            <a:off x="457199" y="1347210"/>
            <a:ext cx="9982200" cy="4862512"/>
          </a:xfrm>
        </p:spPr>
        <p:txBody>
          <a:bodyPr/>
          <a:lstStyle/>
          <a:p>
            <a:r>
              <a:rPr lang="en-US" sz="1800" dirty="0"/>
              <a:t>The My Schedule module displays all the user's activities in agenda, weekly, and monthly views</a:t>
            </a:r>
          </a:p>
          <a:p>
            <a:r>
              <a:rPr lang="en-US" sz="1800" dirty="0"/>
              <a:t>Users can create and modify activities in My Schedule as well as apply Call Cycles, map daily calls, and view office best times</a:t>
            </a:r>
          </a:p>
          <a:p>
            <a:r>
              <a:rPr lang="en-US" sz="1800" dirty="0"/>
              <a:t>The agenda view displays activities for each day in a list. Each activity type displays pertinent information about the activity including the color</a:t>
            </a:r>
          </a:p>
          <a:p>
            <a:r>
              <a:rPr lang="en-US" sz="1800" dirty="0"/>
              <a:t>Visibility of each view within the calendar can be controlled through individual VEEVA custom settings</a:t>
            </a:r>
          </a:p>
          <a:p>
            <a:r>
              <a:rPr lang="en-US" sz="1800" dirty="0"/>
              <a:t>If Enable New iPad Calendar is enabled but none of the </a:t>
            </a:r>
          </a:p>
          <a:p>
            <a:pPr marL="0" indent="0">
              <a:buNone/>
            </a:pPr>
            <a:r>
              <a:rPr lang="en-US" sz="1800" dirty="0"/>
              <a:t>      sub-panels are enabled, the page does not display properly</a:t>
            </a:r>
          </a:p>
          <a:p>
            <a:endParaRPr lang="en-US" sz="1800" dirty="0"/>
          </a:p>
          <a:p>
            <a:endParaRPr lang="en-US" sz="1800" dirty="0"/>
          </a:p>
          <a:p>
            <a:pPr marL="0" indent="0">
              <a:buNone/>
            </a:pPr>
            <a:endParaRPr lang="en-US" sz="1800" dirty="0"/>
          </a:p>
          <a:p>
            <a:endParaRPr lang="en-US" sz="1800" dirty="0"/>
          </a:p>
        </p:txBody>
      </p:sp>
      <p:sp>
        <p:nvSpPr>
          <p:cNvPr id="6" name="Rectangle 5"/>
          <p:cNvSpPr/>
          <p:nvPr/>
        </p:nvSpPr>
        <p:spPr>
          <a:xfrm>
            <a:off x="8236857" y="3746932"/>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305800" y="3810000"/>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548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9</a:t>
            </a:fld>
            <a:endParaRPr lang="en-US" dirty="0"/>
          </a:p>
        </p:txBody>
      </p:sp>
      <p:sp>
        <p:nvSpPr>
          <p:cNvPr id="3" name="Title 2"/>
          <p:cNvSpPr>
            <a:spLocks noGrp="1"/>
          </p:cNvSpPr>
          <p:nvPr>
            <p:ph type="title" idx="4294967295"/>
          </p:nvPr>
        </p:nvSpPr>
        <p:spPr>
          <a:xfrm>
            <a:off x="1815791" y="229235"/>
            <a:ext cx="6858000" cy="579438"/>
          </a:xfrm>
        </p:spPr>
        <p:txBody>
          <a:bodyPr/>
          <a:lstStyle/>
          <a:p>
            <a:r>
              <a:rPr lang="en-US" sz="2400" dirty="0">
                <a:solidFill>
                  <a:schemeClr val="tx2">
                    <a:lumMod val="50000"/>
                  </a:schemeClr>
                </a:solidFill>
              </a:rPr>
              <a:t>My Schedule.. 1</a:t>
            </a:r>
          </a:p>
        </p:txBody>
      </p:sp>
      <p:sp>
        <p:nvSpPr>
          <p:cNvPr id="2" name="Content Placeholder 1"/>
          <p:cNvSpPr>
            <a:spLocks noGrp="1"/>
          </p:cNvSpPr>
          <p:nvPr>
            <p:ph idx="4294967295"/>
          </p:nvPr>
        </p:nvSpPr>
        <p:spPr>
          <a:xfrm>
            <a:off x="633247" y="808673"/>
            <a:ext cx="10566400" cy="51054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b="1" dirty="0"/>
              <a:t>Contains FOUR Tabs:</a:t>
            </a:r>
          </a:p>
          <a:p>
            <a:pPr lvl="1">
              <a:defRPr/>
            </a:pPr>
            <a:r>
              <a:rPr lang="en-US" dirty="0"/>
              <a:t>Day		- Month </a:t>
            </a:r>
          </a:p>
          <a:p>
            <a:pPr lvl="1">
              <a:defRPr/>
            </a:pPr>
            <a:r>
              <a:rPr lang="en-US" dirty="0"/>
              <a:t>Week		- Cycle</a:t>
            </a:r>
          </a:p>
        </p:txBody>
      </p:sp>
      <p:pic>
        <p:nvPicPr>
          <p:cNvPr id="7" name="Picture 6">
            <a:extLst>
              <a:ext uri="{FF2B5EF4-FFF2-40B4-BE49-F238E27FC236}">
                <a16:creationId xmlns:a16="http://schemas.microsoft.com/office/drawing/2014/main" id="{76EB7D31-D619-F309-E316-A9967D1F9F77}"/>
              </a:ext>
            </a:extLst>
          </p:cNvPr>
          <p:cNvPicPr>
            <a:picLocks noChangeAspect="1"/>
          </p:cNvPicPr>
          <p:nvPr/>
        </p:nvPicPr>
        <p:blipFill>
          <a:blip r:embed="rId2"/>
          <a:stretch>
            <a:fillRect/>
          </a:stretch>
        </p:blipFill>
        <p:spPr>
          <a:xfrm>
            <a:off x="228600" y="1981198"/>
            <a:ext cx="11734800" cy="4267202"/>
          </a:xfrm>
          <a:prstGeom prst="rect">
            <a:avLst/>
          </a:prstGeom>
        </p:spPr>
      </p:pic>
      <p:sp>
        <p:nvSpPr>
          <p:cNvPr id="9" name="Rectangle 8"/>
          <p:cNvSpPr/>
          <p:nvPr/>
        </p:nvSpPr>
        <p:spPr>
          <a:xfrm>
            <a:off x="354983" y="1981200"/>
            <a:ext cx="2921617" cy="304800"/>
          </a:xfrm>
          <a:prstGeom prst="rect">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dirty="0"/>
          </a:p>
        </p:txBody>
      </p:sp>
      <p:sp>
        <p:nvSpPr>
          <p:cNvPr id="3" name="Title 2"/>
          <p:cNvSpPr>
            <a:spLocks noGrp="1"/>
          </p:cNvSpPr>
          <p:nvPr>
            <p:ph type="title" idx="4294967295"/>
          </p:nvPr>
        </p:nvSpPr>
        <p:spPr>
          <a:xfrm>
            <a:off x="1828800" y="297044"/>
            <a:ext cx="6858000" cy="487362"/>
          </a:xfrm>
        </p:spPr>
        <p:txBody>
          <a:bodyPr/>
          <a:lstStyle/>
          <a:p>
            <a:r>
              <a:rPr lang="en-US" sz="2400" dirty="0">
                <a:solidFill>
                  <a:schemeClr val="tx2">
                    <a:lumMod val="50000"/>
                  </a:schemeClr>
                </a:solidFill>
              </a:rPr>
              <a:t>My Schedule.. Configuring Calendar Views</a:t>
            </a:r>
          </a:p>
        </p:txBody>
      </p:sp>
      <p:sp>
        <p:nvSpPr>
          <p:cNvPr id="2" name="Content Placeholder 1"/>
          <p:cNvSpPr>
            <a:spLocks noGrp="1"/>
          </p:cNvSpPr>
          <p:nvPr>
            <p:ph idx="4294967295"/>
          </p:nvPr>
        </p:nvSpPr>
        <p:spPr>
          <a:xfrm>
            <a:off x="457199" y="970688"/>
            <a:ext cx="10820400" cy="54864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b="1" dirty="0"/>
              <a:t>My Schedule</a:t>
            </a:r>
            <a:endParaRPr lang="en-US" dirty="0"/>
          </a:p>
          <a:p>
            <a:pPr lvl="1">
              <a:defRPr/>
            </a:pPr>
            <a:r>
              <a:rPr lang="en-US" b="1" dirty="0"/>
              <a:t>ENABLE_NEW_CALENDAR_ONLINE</a:t>
            </a:r>
            <a:r>
              <a:rPr lang="en-US" dirty="0"/>
              <a:t> custom setting must be set to </a:t>
            </a:r>
            <a:r>
              <a:rPr lang="en-US" b="1" dirty="0"/>
              <a:t>True</a:t>
            </a:r>
            <a:r>
              <a:rPr lang="en-US" dirty="0"/>
              <a:t> to use the VEEVA My Schedule online</a:t>
            </a:r>
          </a:p>
          <a:p>
            <a:pPr lvl="1">
              <a:defRPr/>
            </a:pPr>
            <a:r>
              <a:rPr lang="en-US" dirty="0"/>
              <a:t>Enable </a:t>
            </a:r>
            <a:r>
              <a:rPr lang="en-US" b="1" dirty="0"/>
              <a:t>New iPad Calendar</a:t>
            </a:r>
            <a:r>
              <a:rPr lang="en-US" dirty="0"/>
              <a:t> custom setting must be set to </a:t>
            </a:r>
            <a:r>
              <a:rPr lang="en-US" b="1" dirty="0"/>
              <a:t>True</a:t>
            </a:r>
            <a:r>
              <a:rPr lang="en-US" dirty="0"/>
              <a:t> to use the VEEVA My Schedule offline on CRM (iRep). Once enabled, enable 1 or more of the following:</a:t>
            </a:r>
          </a:p>
          <a:p>
            <a:pPr lvl="2">
              <a:defRPr/>
            </a:pPr>
            <a:r>
              <a:rPr lang="en-US" dirty="0"/>
              <a:t>Enable Calendar Agenda View: Users only see calls that they own. Colors for calls are based upon status and date</a:t>
            </a:r>
          </a:p>
          <a:p>
            <a:pPr lvl="3">
              <a:buFont typeface="Wingdings" panose="05000000000000000000" pitchFamily="2" charset="2"/>
              <a:buChar char="Ø"/>
              <a:defRPr/>
            </a:pPr>
            <a:r>
              <a:rPr lang="en-US" sz="1600" dirty="0"/>
              <a:t>Planned: Clear, or custom</a:t>
            </a:r>
          </a:p>
          <a:p>
            <a:pPr lvl="3">
              <a:buFont typeface="Wingdings" panose="05000000000000000000" pitchFamily="2" charset="2"/>
              <a:buChar char="Ø"/>
              <a:defRPr/>
            </a:pPr>
            <a:r>
              <a:rPr lang="en-US" sz="1600" dirty="0"/>
              <a:t>Saved: Teal</a:t>
            </a:r>
          </a:p>
          <a:p>
            <a:pPr lvl="3">
              <a:buFont typeface="Wingdings" panose="05000000000000000000" pitchFamily="2" charset="2"/>
              <a:buChar char="Ø"/>
              <a:defRPr/>
            </a:pPr>
            <a:r>
              <a:rPr lang="en-US" sz="1600" dirty="0"/>
              <a:t>Submitted: Blue</a:t>
            </a:r>
          </a:p>
          <a:p>
            <a:pPr lvl="3">
              <a:buFont typeface="Wingdings" panose="05000000000000000000" pitchFamily="2" charset="2"/>
              <a:buChar char="Ø"/>
              <a:defRPr/>
            </a:pPr>
            <a:r>
              <a:rPr lang="en-US" sz="1600" dirty="0"/>
              <a:t>Planned, but in the past: Red</a:t>
            </a:r>
          </a:p>
          <a:p>
            <a:pPr lvl="2">
              <a:defRPr/>
            </a:pPr>
            <a:r>
              <a:rPr lang="en-US" dirty="0"/>
              <a:t>Enable Calendar Week View</a:t>
            </a:r>
          </a:p>
          <a:p>
            <a:pPr lvl="2">
              <a:defRPr/>
            </a:pPr>
            <a:r>
              <a:rPr lang="en-US" dirty="0"/>
              <a:t>Enable Calendar Month View</a:t>
            </a:r>
          </a:p>
          <a:p>
            <a:pPr lvl="1">
              <a:defRPr/>
            </a:pPr>
            <a:endParaRPr lang="en-US" sz="1600" dirty="0"/>
          </a:p>
          <a:p>
            <a:pPr marL="457200" lvl="1" indent="0">
              <a:buNone/>
              <a:defRPr/>
            </a:pPr>
            <a:r>
              <a:rPr lang="en-US" b="1" dirty="0"/>
              <a:t>Note</a:t>
            </a:r>
            <a:r>
              <a:rPr lang="en-US" dirty="0"/>
              <a:t>: Shortcut link to “Calendar” is </a:t>
            </a:r>
            <a:r>
              <a:rPr lang="en-US" b="1" dirty="0"/>
              <a:t>not the same </a:t>
            </a:r>
            <a:r>
              <a:rPr lang="en-US" dirty="0"/>
              <a:t>as My Schedule and is not used in the VEEVA application. If Enable New iPad Calendar is enabled but none of the sub-panels are enabled, the page does not display properly</a:t>
            </a:r>
          </a:p>
          <a:p>
            <a:pPr marL="457200" lvl="1" indent="0">
              <a:buNone/>
              <a:defRPr/>
            </a:pPr>
            <a:endParaRPr lang="en-US" sz="1400" dirty="0"/>
          </a:p>
        </p:txBody>
      </p:sp>
    </p:spTree>
    <p:extLst>
      <p:ext uri="{BB962C8B-B14F-4D97-AF65-F5344CB8AC3E}">
        <p14:creationId xmlns:p14="http://schemas.microsoft.com/office/powerpoint/2010/main" val="781535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dirty="0"/>
          </a:p>
        </p:txBody>
      </p:sp>
      <p:sp>
        <p:nvSpPr>
          <p:cNvPr id="3" name="Title 2"/>
          <p:cNvSpPr>
            <a:spLocks noGrp="1"/>
          </p:cNvSpPr>
          <p:nvPr>
            <p:ph type="title" idx="4294967295"/>
          </p:nvPr>
        </p:nvSpPr>
        <p:spPr>
          <a:xfrm>
            <a:off x="2296092" y="172302"/>
            <a:ext cx="6858000" cy="536575"/>
          </a:xfrm>
        </p:spPr>
        <p:txBody>
          <a:bodyPr/>
          <a:lstStyle/>
          <a:p>
            <a:r>
              <a:rPr lang="en-US" sz="2400" dirty="0">
                <a:solidFill>
                  <a:schemeClr val="tx2">
                    <a:lumMod val="50000"/>
                  </a:schemeClr>
                </a:solidFill>
              </a:rPr>
              <a:t>My Schedule.. 2</a:t>
            </a:r>
          </a:p>
        </p:txBody>
      </p:sp>
      <p:sp>
        <p:nvSpPr>
          <p:cNvPr id="2" name="Content Placeholder 1"/>
          <p:cNvSpPr>
            <a:spLocks noGrp="1"/>
          </p:cNvSpPr>
          <p:nvPr>
            <p:ph idx="4294967295"/>
          </p:nvPr>
        </p:nvSpPr>
        <p:spPr>
          <a:xfrm>
            <a:off x="518502" y="990600"/>
            <a:ext cx="4570413" cy="55626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b="1" dirty="0"/>
              <a:t>My Schedule</a:t>
            </a:r>
            <a:endParaRPr lang="en-US" sz="1800" dirty="0"/>
          </a:p>
          <a:p>
            <a:pPr lvl="1">
              <a:defRPr/>
            </a:pPr>
            <a:r>
              <a:rPr lang="en-US" dirty="0"/>
              <a:t>Allows users to schedule calls against Accounts from various </a:t>
            </a:r>
            <a:r>
              <a:rPr lang="en-US" b="1" dirty="0"/>
              <a:t>lists</a:t>
            </a:r>
            <a:r>
              <a:rPr lang="en-US" dirty="0"/>
              <a:t>, while viewing their schedule</a:t>
            </a:r>
          </a:p>
          <a:p>
            <a:pPr marL="457200" lvl="1" indent="0">
              <a:buNone/>
              <a:defRPr/>
            </a:pPr>
            <a:endParaRPr lang="en-US" dirty="0"/>
          </a:p>
          <a:p>
            <a:pPr lvl="1">
              <a:defRPr/>
            </a:pPr>
            <a:r>
              <a:rPr lang="en-US" dirty="0"/>
              <a:t>Lists available for selection:</a:t>
            </a:r>
          </a:p>
          <a:p>
            <a:pPr lvl="2">
              <a:buFont typeface="Wingdings" panose="05000000000000000000" pitchFamily="2" charset="2"/>
              <a:buChar char="§"/>
              <a:defRPr/>
            </a:pPr>
            <a:r>
              <a:rPr lang="en-US" dirty="0"/>
              <a:t>My Accounts Views</a:t>
            </a:r>
          </a:p>
          <a:p>
            <a:pPr lvl="2">
              <a:buFont typeface="Wingdings" panose="05000000000000000000" pitchFamily="2" charset="2"/>
              <a:buChar char="§"/>
              <a:defRPr/>
            </a:pPr>
            <a:r>
              <a:rPr lang="en-US" dirty="0"/>
              <a:t>Account Lists</a:t>
            </a:r>
          </a:p>
          <a:p>
            <a:pPr lvl="2">
              <a:buFont typeface="Wingdings" panose="05000000000000000000" pitchFamily="2" charset="2"/>
              <a:buChar char="§"/>
              <a:defRPr/>
            </a:pPr>
            <a:r>
              <a:rPr lang="en-US" dirty="0"/>
              <a:t>User’s active or future Cycle Plans</a:t>
            </a:r>
          </a:p>
          <a:p>
            <a:pPr marL="914400" lvl="2" indent="0">
              <a:buNone/>
              <a:defRPr/>
            </a:pPr>
            <a:endParaRPr lang="en-US" dirty="0"/>
          </a:p>
          <a:p>
            <a:pPr lvl="1">
              <a:defRPr/>
            </a:pPr>
            <a:r>
              <a:rPr lang="en-US" dirty="0"/>
              <a:t>Users need to drag and drop selected accounts onto the calendar to schedule a call for that account</a:t>
            </a:r>
          </a:p>
          <a:p>
            <a:pPr marL="457200" lvl="1" indent="0">
              <a:buNone/>
              <a:defRPr/>
            </a:pPr>
            <a:endParaRPr lang="en-US" dirty="0"/>
          </a:p>
        </p:txBody>
      </p:sp>
      <p:sp>
        <p:nvSpPr>
          <p:cNvPr id="10" name="Rectangle 9"/>
          <p:cNvSpPr/>
          <p:nvPr/>
        </p:nvSpPr>
        <p:spPr>
          <a:xfrm>
            <a:off x="9134148" y="1075258"/>
            <a:ext cx="1457652"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choose different views</a:t>
            </a:r>
          </a:p>
        </p:txBody>
      </p:sp>
      <p:sp>
        <p:nvSpPr>
          <p:cNvPr id="13" name="Right Arrow 12"/>
          <p:cNvSpPr/>
          <p:nvPr/>
        </p:nvSpPr>
        <p:spPr>
          <a:xfrm rot="10800000">
            <a:off x="8720007" y="1304055"/>
            <a:ext cx="390287" cy="230074"/>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p:nvPicPr>
        <p:blipFill>
          <a:blip r:embed="rId2"/>
          <a:stretch>
            <a:fillRect/>
          </a:stretch>
        </p:blipFill>
        <p:spPr>
          <a:xfrm>
            <a:off x="6475223" y="4877942"/>
            <a:ext cx="4421377" cy="1294258"/>
          </a:xfrm>
          <a:prstGeom prst="rect">
            <a:avLst/>
          </a:prstGeom>
        </p:spPr>
      </p:pic>
      <p:sp>
        <p:nvSpPr>
          <p:cNvPr id="20" name="Rectangle 19"/>
          <p:cNvSpPr/>
          <p:nvPr/>
        </p:nvSpPr>
        <p:spPr>
          <a:xfrm>
            <a:off x="9125044" y="3899533"/>
            <a:ext cx="1457652"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choose filters</a:t>
            </a:r>
          </a:p>
        </p:txBody>
      </p:sp>
      <p:pic>
        <p:nvPicPr>
          <p:cNvPr id="14" name="Picture 13">
            <a:extLst>
              <a:ext uri="{FF2B5EF4-FFF2-40B4-BE49-F238E27FC236}">
                <a16:creationId xmlns:a16="http://schemas.microsoft.com/office/drawing/2014/main" id="{48B1AE5F-2420-2E88-936F-91B2796A67A7}"/>
              </a:ext>
            </a:extLst>
          </p:cNvPr>
          <p:cNvPicPr>
            <a:picLocks noChangeAspect="1"/>
          </p:cNvPicPr>
          <p:nvPr/>
        </p:nvPicPr>
        <p:blipFill>
          <a:blip r:embed="rId3"/>
          <a:stretch>
            <a:fillRect/>
          </a:stretch>
        </p:blipFill>
        <p:spPr>
          <a:xfrm>
            <a:off x="5791440" y="990600"/>
            <a:ext cx="2933851" cy="3778444"/>
          </a:xfrm>
          <a:prstGeom prst="rect">
            <a:avLst/>
          </a:prstGeom>
        </p:spPr>
      </p:pic>
      <p:sp>
        <p:nvSpPr>
          <p:cNvPr id="8" name="Rectangle 7"/>
          <p:cNvSpPr/>
          <p:nvPr/>
        </p:nvSpPr>
        <p:spPr>
          <a:xfrm>
            <a:off x="5841383" y="1295400"/>
            <a:ext cx="2668066" cy="230075"/>
          </a:xfrm>
          <a:prstGeom prst="rect">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p:nvSpPr>
        <p:spPr>
          <a:xfrm>
            <a:off x="6019800" y="1896772"/>
            <a:ext cx="708829" cy="233095"/>
          </a:xfrm>
          <a:prstGeom prst="rect">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ight Arrow 18"/>
          <p:cNvSpPr/>
          <p:nvPr/>
        </p:nvSpPr>
        <p:spPr>
          <a:xfrm rot="3360261">
            <a:off x="5968244" y="3401873"/>
            <a:ext cx="3126160" cy="251266"/>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40756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12</a:t>
            </a:fld>
            <a:endParaRPr lang="en-US" dirty="0"/>
          </a:p>
        </p:txBody>
      </p:sp>
      <p:sp>
        <p:nvSpPr>
          <p:cNvPr id="3" name="Title 2"/>
          <p:cNvSpPr>
            <a:spLocks noGrp="1"/>
          </p:cNvSpPr>
          <p:nvPr>
            <p:ph type="title" idx="4294967295"/>
          </p:nvPr>
        </p:nvSpPr>
        <p:spPr>
          <a:xfrm>
            <a:off x="1905000" y="365760"/>
            <a:ext cx="6858000" cy="258763"/>
          </a:xfrm>
        </p:spPr>
        <p:txBody>
          <a:bodyPr/>
          <a:lstStyle/>
          <a:p>
            <a:r>
              <a:rPr lang="en-US" sz="2400" dirty="0">
                <a:solidFill>
                  <a:schemeClr val="tx2">
                    <a:lumMod val="50000"/>
                  </a:schemeClr>
                </a:solidFill>
              </a:rPr>
              <a:t>My Schedule - Configuration.. 1</a:t>
            </a:r>
          </a:p>
        </p:txBody>
      </p:sp>
      <p:sp>
        <p:nvSpPr>
          <p:cNvPr id="2" name="Content Placeholder 1"/>
          <p:cNvSpPr>
            <a:spLocks noGrp="1"/>
          </p:cNvSpPr>
          <p:nvPr>
            <p:ph idx="4294967295"/>
          </p:nvPr>
        </p:nvSpPr>
        <p:spPr>
          <a:xfrm>
            <a:off x="633247" y="1257300"/>
            <a:ext cx="9296400" cy="43434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dirty="0"/>
              <a:t>VEEVA admin needs to perform various configuration changes as per need:</a:t>
            </a:r>
          </a:p>
          <a:p>
            <a:pPr marL="0" indent="0">
              <a:buNone/>
              <a:defRPr/>
            </a:pPr>
            <a:endParaRPr lang="en-US" sz="1800" dirty="0"/>
          </a:p>
          <a:p>
            <a:pPr lvl="1">
              <a:defRPr/>
            </a:pPr>
            <a:r>
              <a:rPr lang="en-US" dirty="0"/>
              <a:t>Pre-Call Notes field visibility </a:t>
            </a:r>
            <a:r>
              <a:rPr lang="en-US" dirty="0">
                <a:sym typeface="Wingdings" panose="05000000000000000000" pitchFamily="2" charset="2"/>
              </a:rPr>
              <a:t> </a:t>
            </a:r>
            <a:endParaRPr lang="en-US" dirty="0"/>
          </a:p>
          <a:p>
            <a:pPr lvl="2">
              <a:buFont typeface="Wingdings" panose="05000000000000000000" pitchFamily="2" charset="2"/>
              <a:buChar char="§"/>
              <a:defRPr/>
            </a:pPr>
            <a:r>
              <a:rPr lang="en-US" dirty="0"/>
              <a:t>Use standard </a:t>
            </a:r>
            <a:r>
              <a:rPr lang="en-US" b="1" dirty="0"/>
              <a:t>field-level security</a:t>
            </a:r>
            <a:endParaRPr lang="en-US" dirty="0"/>
          </a:p>
          <a:p>
            <a:pPr lvl="1">
              <a:defRPr/>
            </a:pPr>
            <a:endParaRPr lang="en-US" dirty="0"/>
          </a:p>
          <a:p>
            <a:pPr lvl="1">
              <a:defRPr/>
            </a:pPr>
            <a:r>
              <a:rPr lang="en-US" dirty="0"/>
              <a:t>Address records may be suppressed </a:t>
            </a:r>
            <a:r>
              <a:rPr lang="en-US" dirty="0">
                <a:sym typeface="Wingdings" panose="05000000000000000000" pitchFamily="2" charset="2"/>
              </a:rPr>
              <a:t></a:t>
            </a:r>
            <a:endParaRPr lang="en-US" dirty="0"/>
          </a:p>
          <a:p>
            <a:pPr lvl="2">
              <a:buFont typeface="Wingdings" panose="05000000000000000000" pitchFamily="2" charset="2"/>
              <a:buChar char="§"/>
              <a:defRPr/>
            </a:pPr>
            <a:r>
              <a:rPr lang="en-US" dirty="0"/>
              <a:t>Use the </a:t>
            </a:r>
            <a:r>
              <a:rPr lang="en-US" b="1" dirty="0"/>
              <a:t>Inactive_vod</a:t>
            </a:r>
            <a:r>
              <a:rPr lang="en-US" dirty="0"/>
              <a:t> field</a:t>
            </a:r>
          </a:p>
          <a:p>
            <a:pPr lvl="1">
              <a:defRPr/>
            </a:pPr>
            <a:endParaRPr lang="en-US" dirty="0"/>
          </a:p>
          <a:p>
            <a:pPr lvl="1">
              <a:defRPr/>
            </a:pPr>
            <a:r>
              <a:rPr lang="en-US" dirty="0"/>
              <a:t>Number of attendees displayed on the day and week views for group calls </a:t>
            </a:r>
            <a:r>
              <a:rPr lang="en-US" dirty="0">
                <a:sym typeface="Wingdings" panose="05000000000000000000" pitchFamily="2" charset="2"/>
              </a:rPr>
              <a:t></a:t>
            </a:r>
            <a:endParaRPr lang="en-US" dirty="0"/>
          </a:p>
          <a:p>
            <a:pPr lvl="2">
              <a:buFont typeface="Wingdings" panose="05000000000000000000" pitchFamily="2" charset="2"/>
              <a:buChar char="§"/>
              <a:defRPr/>
            </a:pPr>
            <a:r>
              <a:rPr lang="en-US" dirty="0"/>
              <a:t>Set the VEEVA Custom Setting </a:t>
            </a:r>
            <a:r>
              <a:rPr lang="en-US" b="1" dirty="0"/>
              <a:t>Enable_Group_Call_Attendee_Display</a:t>
            </a:r>
            <a:r>
              <a:rPr lang="en-US" dirty="0"/>
              <a:t> to </a:t>
            </a:r>
            <a:r>
              <a:rPr lang="en-US" b="1" dirty="0"/>
              <a:t>TRUE</a:t>
            </a:r>
            <a:endParaRPr lang="en-US" dirty="0"/>
          </a:p>
        </p:txBody>
      </p:sp>
    </p:spTree>
    <p:extLst>
      <p:ext uri="{BB962C8B-B14F-4D97-AF65-F5344CB8AC3E}">
        <p14:creationId xmlns:p14="http://schemas.microsoft.com/office/powerpoint/2010/main" val="4006893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13</a:t>
            </a:fld>
            <a:endParaRPr lang="en-US" dirty="0"/>
          </a:p>
        </p:txBody>
      </p:sp>
      <p:sp>
        <p:nvSpPr>
          <p:cNvPr id="3" name="Title 2"/>
          <p:cNvSpPr>
            <a:spLocks noGrp="1"/>
          </p:cNvSpPr>
          <p:nvPr>
            <p:ph type="title" idx="4294967295"/>
          </p:nvPr>
        </p:nvSpPr>
        <p:spPr>
          <a:xfrm>
            <a:off x="2362200" y="327818"/>
            <a:ext cx="6858000" cy="258763"/>
          </a:xfrm>
        </p:spPr>
        <p:txBody>
          <a:bodyPr/>
          <a:lstStyle/>
          <a:p>
            <a:r>
              <a:rPr lang="en-US" sz="2400" dirty="0">
                <a:solidFill>
                  <a:schemeClr val="tx2">
                    <a:lumMod val="50000"/>
                  </a:schemeClr>
                </a:solidFill>
              </a:rPr>
              <a:t>My Schedule - Configuration.. 2</a:t>
            </a:r>
          </a:p>
        </p:txBody>
      </p:sp>
      <p:sp>
        <p:nvSpPr>
          <p:cNvPr id="2" name="Content Placeholder 1"/>
          <p:cNvSpPr>
            <a:spLocks noGrp="1"/>
          </p:cNvSpPr>
          <p:nvPr>
            <p:ph idx="4294967295"/>
          </p:nvPr>
        </p:nvSpPr>
        <p:spPr>
          <a:xfrm>
            <a:off x="152400" y="1036002"/>
            <a:ext cx="10566400" cy="54102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b="1" dirty="0"/>
              <a:t>My Schedule</a:t>
            </a:r>
            <a:endParaRPr lang="en-US" sz="1800" dirty="0"/>
          </a:p>
          <a:p>
            <a:pPr lvl="1">
              <a:defRPr/>
            </a:pPr>
            <a:r>
              <a:rPr lang="en-US" dirty="0"/>
              <a:t>Users can create a </a:t>
            </a:r>
            <a:r>
              <a:rPr lang="en-US" b="1" dirty="0"/>
              <a:t>Call Cycle</a:t>
            </a:r>
            <a:r>
              <a:rPr lang="en-US" dirty="0"/>
              <a:t> by copying an entire week’s schedule to a call cycle week</a:t>
            </a:r>
          </a:p>
          <a:p>
            <a:pPr lvl="1">
              <a:lnSpc>
                <a:spcPct val="200000"/>
              </a:lnSpc>
              <a:defRPr/>
            </a:pPr>
            <a:r>
              <a:rPr lang="en-US" dirty="0"/>
              <a:t>To enable the </a:t>
            </a:r>
            <a:r>
              <a:rPr lang="en-US" b="1" dirty="0"/>
              <a:t>Copy</a:t>
            </a:r>
            <a:r>
              <a:rPr lang="en-US" dirty="0"/>
              <a:t> button:</a:t>
            </a:r>
          </a:p>
          <a:p>
            <a:pPr lvl="2">
              <a:buFont typeface="Wingdings" panose="05000000000000000000" pitchFamily="2" charset="2"/>
              <a:buChar char="§"/>
              <a:defRPr/>
            </a:pPr>
            <a:r>
              <a:rPr lang="en-US" dirty="0"/>
              <a:t>Set </a:t>
            </a:r>
            <a:r>
              <a:rPr lang="en-US" b="1" dirty="0"/>
              <a:t>Enable_Copy_To_Call_Cycle_Button</a:t>
            </a:r>
            <a:r>
              <a:rPr lang="en-US" dirty="0"/>
              <a:t> Custom Setting to </a:t>
            </a:r>
            <a:r>
              <a:rPr lang="en-US" b="1" dirty="0"/>
              <a:t>True</a:t>
            </a:r>
            <a:endParaRPr lang="en-US" dirty="0"/>
          </a:p>
          <a:p>
            <a:pPr lvl="1">
              <a:defRPr/>
            </a:pPr>
            <a:endParaRPr lang="en-US" dirty="0"/>
          </a:p>
          <a:p>
            <a:pPr lvl="1">
              <a:defRPr/>
            </a:pPr>
            <a:endParaRPr lang="en-US" dirty="0"/>
          </a:p>
          <a:p>
            <a:pPr lvl="1">
              <a:defRPr/>
            </a:pPr>
            <a:endParaRPr lang="en-US" dirty="0"/>
          </a:p>
          <a:p>
            <a:pPr lvl="1">
              <a:defRPr/>
            </a:pPr>
            <a:endParaRPr lang="en-US" dirty="0"/>
          </a:p>
          <a:p>
            <a:pPr marL="457200" lvl="1" indent="0">
              <a:buNone/>
              <a:defRPr/>
            </a:pPr>
            <a:endParaRPr lang="en-US" dirty="0"/>
          </a:p>
          <a:p>
            <a:pPr lvl="1">
              <a:lnSpc>
                <a:spcPct val="300000"/>
              </a:lnSpc>
              <a:defRPr/>
            </a:pPr>
            <a:r>
              <a:rPr lang="en-US" dirty="0"/>
              <a:t>If not being used the Cycle tab can be </a:t>
            </a:r>
            <a:r>
              <a:rPr lang="en-US" b="1" dirty="0"/>
              <a:t>hidden</a:t>
            </a:r>
            <a:r>
              <a:rPr lang="en-US" dirty="0"/>
              <a:t> by:</a:t>
            </a:r>
          </a:p>
          <a:p>
            <a:pPr lvl="2">
              <a:buFont typeface="Wingdings" panose="05000000000000000000" pitchFamily="2" charset="2"/>
              <a:buChar char="§"/>
              <a:defRPr/>
            </a:pPr>
            <a:r>
              <a:rPr lang="en-US" dirty="0"/>
              <a:t>Checking the </a:t>
            </a:r>
            <a:r>
              <a:rPr lang="en-US" b="1" dirty="0"/>
              <a:t>Disable_Call_Cycle_View_vod</a:t>
            </a:r>
            <a:r>
              <a:rPr lang="en-US" dirty="0"/>
              <a:t> field on the </a:t>
            </a:r>
            <a:r>
              <a:rPr lang="en-US" b="1" dirty="0"/>
              <a:t>Preferences_vod</a:t>
            </a:r>
            <a:r>
              <a:rPr lang="en-US" dirty="0"/>
              <a:t> object or</a:t>
            </a:r>
          </a:p>
          <a:p>
            <a:pPr lvl="2">
              <a:buFont typeface="Wingdings" panose="05000000000000000000" pitchFamily="2" charset="2"/>
              <a:buChar char="§"/>
              <a:defRPr/>
            </a:pPr>
            <a:r>
              <a:rPr lang="en-US" dirty="0"/>
              <a:t>Removing access to the </a:t>
            </a:r>
            <a:r>
              <a:rPr lang="en-US" b="1" dirty="0"/>
              <a:t>Call_Cycle_Entry_vod</a:t>
            </a:r>
            <a:r>
              <a:rPr lang="en-US" dirty="0"/>
              <a:t> object</a:t>
            </a:r>
          </a:p>
          <a:p>
            <a:pPr lvl="1">
              <a:defRPr/>
            </a:pPr>
            <a:endParaRPr lang="en-US" dirty="0"/>
          </a:p>
        </p:txBody>
      </p:sp>
      <p:pic>
        <p:nvPicPr>
          <p:cNvPr id="6" name="Picture 5"/>
          <p:cNvPicPr>
            <a:picLocks noChangeAspect="1"/>
          </p:cNvPicPr>
          <p:nvPr/>
        </p:nvPicPr>
        <p:blipFill>
          <a:blip r:embed="rId2"/>
          <a:stretch>
            <a:fillRect/>
          </a:stretch>
        </p:blipFill>
        <p:spPr>
          <a:xfrm>
            <a:off x="3351041" y="2819400"/>
            <a:ext cx="5501640" cy="17373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09096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14</a:t>
            </a:fld>
            <a:endParaRPr lang="en-US" dirty="0"/>
          </a:p>
        </p:txBody>
      </p:sp>
      <p:sp>
        <p:nvSpPr>
          <p:cNvPr id="3" name="Title 2"/>
          <p:cNvSpPr>
            <a:spLocks noGrp="1"/>
          </p:cNvSpPr>
          <p:nvPr>
            <p:ph type="title" idx="4294967295"/>
          </p:nvPr>
        </p:nvSpPr>
        <p:spPr>
          <a:xfrm>
            <a:off x="2286000" y="306183"/>
            <a:ext cx="6858000" cy="258762"/>
          </a:xfrm>
        </p:spPr>
        <p:txBody>
          <a:bodyPr/>
          <a:lstStyle/>
          <a:p>
            <a:r>
              <a:rPr lang="en-US" sz="2400" dirty="0">
                <a:solidFill>
                  <a:schemeClr val="tx2">
                    <a:lumMod val="50000"/>
                  </a:schemeClr>
                </a:solidFill>
              </a:rPr>
              <a:t>My Schedule - List Filters</a:t>
            </a:r>
          </a:p>
        </p:txBody>
      </p:sp>
      <p:sp>
        <p:nvSpPr>
          <p:cNvPr id="2" name="Content Placeholder 1"/>
          <p:cNvSpPr>
            <a:spLocks noGrp="1"/>
          </p:cNvSpPr>
          <p:nvPr>
            <p:ph idx="4294967295"/>
          </p:nvPr>
        </p:nvSpPr>
        <p:spPr>
          <a:xfrm>
            <a:off x="381000" y="1003321"/>
            <a:ext cx="9601200" cy="49530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To define the available filters, populate the </a:t>
            </a:r>
            <a:r>
              <a:rPr lang="en-US" sz="1800" b="1" dirty="0"/>
              <a:t>SCHEDULER_FILTER_vod</a:t>
            </a:r>
            <a:r>
              <a:rPr lang="en-US" sz="1800" dirty="0"/>
              <a:t> Custom Setting with a comma-delimited list of API Field Names:</a:t>
            </a:r>
          </a:p>
          <a:p>
            <a:pPr>
              <a:defRPr/>
            </a:pPr>
            <a:endParaRPr lang="en-US" b="1" dirty="0"/>
          </a:p>
          <a:p>
            <a:pPr>
              <a:defRPr/>
            </a:pPr>
            <a:endParaRPr lang="en-US" b="1" dirty="0"/>
          </a:p>
          <a:p>
            <a:pPr>
              <a:defRPr/>
            </a:pPr>
            <a:endParaRPr lang="en-US" b="1" dirty="0"/>
          </a:p>
          <a:p>
            <a:pPr>
              <a:defRPr/>
            </a:pPr>
            <a:endParaRPr lang="en-US" b="1" dirty="0"/>
          </a:p>
          <a:p>
            <a:pPr>
              <a:defRPr/>
            </a:pPr>
            <a:endParaRPr lang="en-US" b="1" dirty="0"/>
          </a:p>
          <a:p>
            <a:pPr>
              <a:defRPr/>
            </a:pPr>
            <a:endParaRPr lang="en-US" dirty="0"/>
          </a:p>
          <a:p>
            <a:pPr>
              <a:defRPr/>
            </a:pPr>
            <a:endParaRPr lang="en-US" dirty="0"/>
          </a:p>
          <a:p>
            <a:pPr>
              <a:defRPr/>
            </a:pPr>
            <a:endParaRPr lang="en-US" dirty="0"/>
          </a:p>
          <a:p>
            <a:pPr>
              <a:defRPr/>
            </a:pPr>
            <a:endParaRPr lang="en-US" sz="1800" dirty="0"/>
          </a:p>
          <a:p>
            <a:pPr>
              <a:defRPr/>
            </a:pPr>
            <a:r>
              <a:rPr lang="en-US" sz="1800" dirty="0"/>
              <a:t>From these objects, only these types of fields are supported:</a:t>
            </a:r>
          </a:p>
          <a:p>
            <a:pPr lvl="1">
              <a:defRPr/>
            </a:pPr>
            <a:r>
              <a:rPr lang="en-US" b="1" dirty="0"/>
              <a:t>Date</a:t>
            </a:r>
            <a:r>
              <a:rPr lang="en-US" dirty="0"/>
              <a:t>, </a:t>
            </a:r>
            <a:r>
              <a:rPr lang="en-US" b="1" dirty="0"/>
              <a:t>Checkbox</a:t>
            </a:r>
            <a:r>
              <a:rPr lang="en-US" dirty="0"/>
              <a:t>, </a:t>
            </a:r>
            <a:r>
              <a:rPr lang="en-US" b="1" dirty="0"/>
              <a:t>Picklist</a:t>
            </a:r>
            <a:r>
              <a:rPr lang="en-US" dirty="0"/>
              <a:t>, and </a:t>
            </a:r>
            <a:r>
              <a:rPr lang="en-US" b="1" dirty="0"/>
              <a:t>Text</a:t>
            </a:r>
            <a:r>
              <a:rPr lang="en-US" dirty="0"/>
              <a:t>	</a:t>
            </a:r>
          </a:p>
          <a:p>
            <a:pPr lvl="1">
              <a:defRPr/>
            </a:pPr>
            <a:endParaRPr lang="en-US" dirty="0"/>
          </a:p>
        </p:txBody>
      </p:sp>
      <p:pic>
        <p:nvPicPr>
          <p:cNvPr id="7" name="Picture 6"/>
          <p:cNvPicPr>
            <a:picLocks noChangeAspect="1"/>
          </p:cNvPicPr>
          <p:nvPr/>
        </p:nvPicPr>
        <p:blipFill>
          <a:blip r:embed="rId2"/>
          <a:stretch>
            <a:fillRect/>
          </a:stretch>
        </p:blipFill>
        <p:spPr>
          <a:xfrm>
            <a:off x="2195791" y="1955446"/>
            <a:ext cx="3099479" cy="1524375"/>
          </a:xfrm>
          <a:prstGeom prst="rect">
            <a:avLst/>
          </a:prstGeom>
          <a:effectLst>
            <a:outerShdw blurRad="50800" dist="38100" dir="2700000" algn="tl" rotWithShape="0">
              <a:prstClr val="black">
                <a:alpha val="40000"/>
              </a:prstClr>
            </a:outerShdw>
          </a:effectLst>
        </p:spPr>
      </p:pic>
      <p:sp>
        <p:nvSpPr>
          <p:cNvPr id="9" name="TextBox 8"/>
          <p:cNvSpPr txBox="1"/>
          <p:nvPr/>
        </p:nvSpPr>
        <p:spPr>
          <a:xfrm>
            <a:off x="3786558" y="2209800"/>
            <a:ext cx="6195642" cy="1292662"/>
          </a:xfrm>
          <a:prstGeom prst="rect">
            <a:avLst/>
          </a:prstGeom>
          <a:noFill/>
        </p:spPr>
        <p:txBody>
          <a:bodyPr wrap="square" rtlCol="0">
            <a:spAutoFit/>
          </a:bodyPr>
          <a:lstStyle/>
          <a:p>
            <a:pPr lvl="4"/>
            <a:r>
              <a:rPr lang="en-US" dirty="0">
                <a:solidFill>
                  <a:schemeClr val="accent2">
                    <a:lumMod val="75000"/>
                  </a:schemeClr>
                </a:solidFill>
                <a:latin typeface="Arial" panose="020B0604020202020204" pitchFamily="34" charset="0"/>
                <a:cs typeface="Arial" panose="020B0604020202020204" pitchFamily="34" charset="0"/>
              </a:rPr>
              <a:t>•   </a:t>
            </a:r>
            <a:r>
              <a:rPr lang="en-US" b="1" dirty="0">
                <a:solidFill>
                  <a:srgbClr val="C00000"/>
                </a:solidFill>
                <a:latin typeface="Arial" panose="020B0604020202020204" pitchFamily="34" charset="0"/>
                <a:cs typeface="Arial" panose="020B0604020202020204" pitchFamily="34" charset="0"/>
              </a:rPr>
              <a:t>Account, Address, or TSF objects</a:t>
            </a:r>
          </a:p>
          <a:p>
            <a:pPr lvl="4"/>
            <a:r>
              <a:rPr lang="en-US" b="1" dirty="0">
                <a:solidFill>
                  <a:srgbClr val="C00000"/>
                </a:solidFill>
                <a:latin typeface="Arial" panose="020B0604020202020204" pitchFamily="34" charset="0"/>
                <a:cs typeface="Arial" panose="020B0604020202020204" pitchFamily="34" charset="0"/>
              </a:rPr>
              <a:t>		</a:t>
            </a:r>
          </a:p>
          <a:p>
            <a:pPr lvl="4"/>
            <a:r>
              <a:rPr lang="en-US" b="1" dirty="0">
                <a:solidFill>
                  <a:srgbClr val="C00000"/>
                </a:solidFill>
                <a:latin typeface="Arial" panose="020B0604020202020204" pitchFamily="34" charset="0"/>
                <a:cs typeface="Arial" panose="020B0604020202020204" pitchFamily="34" charset="0"/>
              </a:rPr>
              <a:t>•   [Object Code].[API Field Name]:</a:t>
            </a:r>
          </a:p>
          <a:p>
            <a:endParaRPr lang="en-US" sz="2400" dirty="0"/>
          </a:p>
        </p:txBody>
      </p:sp>
      <p:sp>
        <p:nvSpPr>
          <p:cNvPr id="10" name="TextBox 9"/>
          <p:cNvSpPr txBox="1"/>
          <p:nvPr/>
        </p:nvSpPr>
        <p:spPr>
          <a:xfrm>
            <a:off x="2286000" y="3493294"/>
            <a:ext cx="8443546" cy="1231106"/>
          </a:xfrm>
          <a:prstGeom prst="rect">
            <a:avLst/>
          </a:prstGeom>
          <a:noFill/>
        </p:spPr>
        <p:txBody>
          <a:bodyPr wrap="square" rtlCol="0">
            <a:spAutoFit/>
          </a:bodyPr>
          <a:lstStyle/>
          <a:p>
            <a:pPr lvl="4"/>
            <a:r>
              <a:rPr lang="en-US" sz="1400" b="1" dirty="0">
                <a:solidFill>
                  <a:schemeClr val="accent1">
                    <a:lumMod val="50000"/>
                  </a:schemeClr>
                </a:solidFill>
                <a:latin typeface="Arial" panose="020B0604020202020204" pitchFamily="34" charset="0"/>
                <a:cs typeface="Arial" panose="020B0604020202020204" pitchFamily="34" charset="0"/>
              </a:rPr>
              <a:t>		ACC= Account </a:t>
            </a:r>
            <a:r>
              <a:rPr lang="en-US" sz="1400" b="1" dirty="0">
                <a:solidFill>
                  <a:schemeClr val="accent2">
                    <a:lumMod val="75000"/>
                  </a:schemeClr>
                </a:solidFill>
                <a:latin typeface="Arial" panose="020B0604020202020204" pitchFamily="34" charset="0"/>
                <a:cs typeface="Arial" panose="020B0604020202020204" pitchFamily="34" charset="0"/>
              </a:rPr>
              <a:t>      	</a:t>
            </a:r>
            <a:r>
              <a:rPr lang="en-US" sz="1400" b="1" dirty="0">
                <a:solidFill>
                  <a:schemeClr val="tx1">
                    <a:lumMod val="95000"/>
                    <a:lumOff val="5000"/>
                  </a:schemeClr>
                </a:solidFill>
                <a:latin typeface="Arial" panose="020B0604020202020204" pitchFamily="34" charset="0"/>
                <a:cs typeface="Arial" panose="020B0604020202020204" pitchFamily="34" charset="0"/>
              </a:rPr>
              <a:t>For E.g., </a:t>
            </a:r>
          </a:p>
          <a:p>
            <a:pPr lvl="4"/>
            <a:r>
              <a:rPr lang="en-US" sz="1400" b="1" dirty="0">
                <a:solidFill>
                  <a:schemeClr val="accent1">
                    <a:lumMod val="50000"/>
                  </a:schemeClr>
                </a:solidFill>
                <a:latin typeface="Arial" panose="020B0604020202020204" pitchFamily="34" charset="0"/>
                <a:cs typeface="Arial" panose="020B0604020202020204" pitchFamily="34" charset="0"/>
              </a:rPr>
              <a:t>		ADD= Address</a:t>
            </a:r>
            <a:r>
              <a:rPr lang="en-US" sz="1400" b="1" dirty="0">
                <a:solidFill>
                  <a:schemeClr val="accent2">
                    <a:lumMod val="75000"/>
                  </a:schemeClr>
                </a:solidFill>
                <a:latin typeface="Arial" panose="020B0604020202020204" pitchFamily="34" charset="0"/>
                <a:cs typeface="Arial" panose="020B0604020202020204" pitchFamily="34" charset="0"/>
              </a:rPr>
              <a:t>	</a:t>
            </a:r>
            <a:r>
              <a:rPr lang="en-US" sz="1400" b="1" dirty="0">
                <a:solidFill>
                  <a:schemeClr val="tx1">
                    <a:lumMod val="95000"/>
                    <a:lumOff val="5000"/>
                  </a:schemeClr>
                </a:solidFill>
                <a:latin typeface="Arial" panose="020B0604020202020204" pitchFamily="34" charset="0"/>
                <a:cs typeface="Arial" panose="020B0604020202020204" pitchFamily="34" charset="0"/>
              </a:rPr>
              <a:t>ACC.Target__c</a:t>
            </a:r>
          </a:p>
          <a:p>
            <a:pPr lvl="4"/>
            <a:r>
              <a:rPr lang="en-US" sz="1400" b="1" dirty="0">
                <a:solidFill>
                  <a:schemeClr val="accent2">
                    <a:lumMod val="75000"/>
                  </a:schemeClr>
                </a:solidFill>
                <a:latin typeface="Arial" panose="020B0604020202020204" pitchFamily="34" charset="0"/>
                <a:cs typeface="Arial" panose="020B0604020202020204" pitchFamily="34" charset="0"/>
              </a:rPr>
              <a:t>		</a:t>
            </a:r>
            <a:r>
              <a:rPr lang="en-US" sz="1400" b="1" dirty="0">
                <a:solidFill>
                  <a:schemeClr val="accent1">
                    <a:lumMod val="50000"/>
                  </a:schemeClr>
                </a:solidFill>
                <a:latin typeface="Arial" panose="020B0604020202020204" pitchFamily="34" charset="0"/>
                <a:cs typeface="Arial" panose="020B0604020202020204" pitchFamily="34" charset="0"/>
              </a:rPr>
              <a:t>TSF= Territory</a:t>
            </a:r>
            <a:r>
              <a:rPr lang="en-US" sz="1400" b="1" dirty="0">
                <a:solidFill>
                  <a:schemeClr val="accent2">
                    <a:lumMod val="75000"/>
                  </a:schemeClr>
                </a:solidFill>
                <a:latin typeface="Arial" panose="020B0604020202020204" pitchFamily="34" charset="0"/>
                <a:cs typeface="Arial" panose="020B0604020202020204" pitchFamily="34" charset="0"/>
              </a:rPr>
              <a:t>	</a:t>
            </a:r>
            <a:r>
              <a:rPr lang="en-US" sz="1400" b="1" dirty="0">
                <a:solidFill>
                  <a:schemeClr val="tx1">
                    <a:lumMod val="95000"/>
                    <a:lumOff val="5000"/>
                  </a:schemeClr>
                </a:solidFill>
                <a:latin typeface="Arial" panose="020B0604020202020204" pitchFamily="34" charset="0"/>
                <a:cs typeface="Arial" panose="020B0604020202020204" pitchFamily="34" charset="0"/>
              </a:rPr>
              <a:t>ADD.Zip_vod__c</a:t>
            </a:r>
          </a:p>
          <a:p>
            <a:pPr lvl="4"/>
            <a:r>
              <a:rPr lang="en-US" sz="1400" b="1" dirty="0">
                <a:solidFill>
                  <a:schemeClr val="accent2">
                    <a:lumMod val="75000"/>
                  </a:schemeClr>
                </a:solidFill>
                <a:latin typeface="Arial" panose="020B0604020202020204" pitchFamily="34" charset="0"/>
                <a:cs typeface="Arial" panose="020B0604020202020204" pitchFamily="34" charset="0"/>
              </a:rPr>
              <a:t>		</a:t>
            </a:r>
            <a:r>
              <a:rPr lang="en-US" sz="1400" b="1" dirty="0">
                <a:solidFill>
                  <a:schemeClr val="accent1">
                    <a:lumMod val="50000"/>
                  </a:schemeClr>
                </a:solidFill>
                <a:latin typeface="Arial" panose="020B0604020202020204" pitchFamily="34" charset="0"/>
                <a:cs typeface="Arial" panose="020B0604020202020204" pitchFamily="34" charset="0"/>
              </a:rPr>
              <a:t>Specific Field</a:t>
            </a:r>
            <a:r>
              <a:rPr lang="en-US" sz="1400" b="1" dirty="0">
                <a:solidFill>
                  <a:schemeClr val="accent2">
                    <a:lumMod val="75000"/>
                  </a:schemeClr>
                </a:solidFill>
                <a:latin typeface="Arial" panose="020B0604020202020204" pitchFamily="34" charset="0"/>
                <a:cs typeface="Arial" panose="020B0604020202020204" pitchFamily="34" charset="0"/>
              </a:rPr>
              <a:t>	</a:t>
            </a:r>
            <a:r>
              <a:rPr lang="en-US" sz="1400" b="1" dirty="0">
                <a:solidFill>
                  <a:schemeClr val="tx1">
                    <a:lumMod val="95000"/>
                    <a:lumOff val="5000"/>
                  </a:schemeClr>
                </a:solidFill>
                <a:latin typeface="Arial" panose="020B0604020202020204" pitchFamily="34" charset="0"/>
                <a:cs typeface="Arial" panose="020B0604020202020204" pitchFamily="34" charset="0"/>
              </a:rPr>
              <a:t>TSF.Last_Activity_Date_vod__c</a:t>
            </a:r>
          </a:p>
          <a:p>
            <a:endParaRPr lang="en-US" dirty="0"/>
          </a:p>
        </p:txBody>
      </p:sp>
      <p:sp>
        <p:nvSpPr>
          <p:cNvPr id="6" name="Left Brace 5"/>
          <p:cNvSpPr/>
          <p:nvPr/>
        </p:nvSpPr>
        <p:spPr>
          <a:xfrm rot="16200000">
            <a:off x="6503991" y="2531495"/>
            <a:ext cx="357799" cy="1417028"/>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p>
        </p:txBody>
      </p:sp>
      <p:sp>
        <p:nvSpPr>
          <p:cNvPr id="11" name="Left Brace 10"/>
          <p:cNvSpPr/>
          <p:nvPr/>
        </p:nvSpPr>
        <p:spPr>
          <a:xfrm rot="16200000">
            <a:off x="8317404" y="2439910"/>
            <a:ext cx="357799" cy="1600201"/>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408026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15</a:t>
            </a:fld>
            <a:endParaRPr lang="en-US" dirty="0"/>
          </a:p>
        </p:txBody>
      </p:sp>
      <p:sp>
        <p:nvSpPr>
          <p:cNvPr id="3" name="Title 2"/>
          <p:cNvSpPr>
            <a:spLocks noGrp="1"/>
          </p:cNvSpPr>
          <p:nvPr>
            <p:ph type="title" idx="4294967295"/>
          </p:nvPr>
        </p:nvSpPr>
        <p:spPr>
          <a:xfrm>
            <a:off x="2133600" y="381000"/>
            <a:ext cx="6858000" cy="258763"/>
          </a:xfrm>
        </p:spPr>
        <p:txBody>
          <a:bodyPr/>
          <a:lstStyle/>
          <a:p>
            <a:r>
              <a:rPr lang="en-US" sz="2400" dirty="0">
                <a:solidFill>
                  <a:schemeClr val="tx2">
                    <a:lumMod val="50000"/>
                  </a:schemeClr>
                </a:solidFill>
              </a:rPr>
              <a:t>My Schedule - Bookmarks</a:t>
            </a:r>
          </a:p>
        </p:txBody>
      </p:sp>
      <p:sp>
        <p:nvSpPr>
          <p:cNvPr id="2" name="Content Placeholder 1"/>
          <p:cNvSpPr>
            <a:spLocks noGrp="1"/>
          </p:cNvSpPr>
          <p:nvPr>
            <p:ph idx="4294967295"/>
          </p:nvPr>
        </p:nvSpPr>
        <p:spPr>
          <a:xfrm>
            <a:off x="454586" y="1295400"/>
            <a:ext cx="9753600" cy="34290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Users can </a:t>
            </a:r>
            <a:r>
              <a:rPr lang="en-US" sz="1800" b="1" dirty="0"/>
              <a:t>bookmark previously used search criteria </a:t>
            </a:r>
            <a:r>
              <a:rPr lang="en-US" sz="1800" dirty="0"/>
              <a:t>eliminating the need to re-create commonly used search filters</a:t>
            </a:r>
          </a:p>
          <a:p>
            <a:pPr marL="0" indent="0">
              <a:buNone/>
              <a:defRPr/>
            </a:pPr>
            <a:endParaRPr lang="en-US" sz="1800" b="1" dirty="0"/>
          </a:p>
          <a:p>
            <a:pPr>
              <a:defRPr/>
            </a:pPr>
            <a:r>
              <a:rPr lang="en-US" sz="1800" dirty="0"/>
              <a:t>Bookmarks can be created </a:t>
            </a:r>
            <a:r>
              <a:rPr lang="en-US" sz="1800" b="1" dirty="0"/>
              <a:t>online only </a:t>
            </a:r>
            <a:r>
              <a:rPr lang="en-US" sz="1800" dirty="0"/>
              <a:t>and,</a:t>
            </a:r>
            <a:r>
              <a:rPr lang="en-US" sz="1800" b="1" dirty="0"/>
              <a:t> viewed online </a:t>
            </a:r>
            <a:r>
              <a:rPr lang="en-US" sz="1800" dirty="0"/>
              <a:t>and</a:t>
            </a:r>
            <a:r>
              <a:rPr lang="en-US" sz="1800" b="1" dirty="0"/>
              <a:t> offline</a:t>
            </a:r>
          </a:p>
          <a:p>
            <a:pPr>
              <a:defRPr/>
            </a:pPr>
            <a:endParaRPr lang="en-US" sz="1800" b="1" dirty="0"/>
          </a:p>
          <a:p>
            <a:r>
              <a:rPr lang="en-US" sz="1800" b="1" dirty="0"/>
              <a:t>To enable access to Bookmarks-</a:t>
            </a:r>
            <a:r>
              <a:rPr lang="en-US" sz="1800" dirty="0"/>
              <a:t> </a:t>
            </a:r>
          </a:p>
          <a:p>
            <a:pPr lvl="2">
              <a:buFont typeface="Arial" panose="020B0604020202020204" pitchFamily="34" charset="0"/>
              <a:buChar char="̶"/>
            </a:pPr>
            <a:r>
              <a:rPr lang="en-US" dirty="0"/>
              <a:t>Give profiles CRUD(Create-Read-Update-Delete) permission to the </a:t>
            </a:r>
            <a:r>
              <a:rPr lang="en-US" b="1" dirty="0"/>
              <a:t>Bookmark_vod object</a:t>
            </a:r>
          </a:p>
          <a:p>
            <a:pPr lvl="2">
              <a:buFont typeface="Arial" panose="020B0604020202020204" pitchFamily="34" charset="0"/>
              <a:buChar char="̶"/>
            </a:pPr>
            <a:r>
              <a:rPr lang="en-US" dirty="0"/>
              <a:t>Give profiles access to all Bookmark_vod </a:t>
            </a:r>
            <a:r>
              <a:rPr lang="en-US" b="1" dirty="0"/>
              <a:t>record types</a:t>
            </a:r>
          </a:p>
          <a:p>
            <a:pPr lvl="2">
              <a:buFont typeface="Arial" panose="020B0604020202020204" pitchFamily="34" charset="0"/>
              <a:buChar char="̶"/>
            </a:pPr>
            <a:r>
              <a:rPr lang="en-US" dirty="0"/>
              <a:t>Activate </a:t>
            </a:r>
            <a:r>
              <a:rPr lang="en-US" b="1" dirty="0"/>
              <a:t>Bookmark_vod__c VMOC record</a:t>
            </a:r>
          </a:p>
          <a:p>
            <a:pPr>
              <a:defRPr/>
            </a:pPr>
            <a:endParaRPr lang="en-US" b="1" dirty="0"/>
          </a:p>
          <a:p>
            <a:pPr>
              <a:defRPr/>
            </a:pPr>
            <a:endParaRPr lang="en-US" b="1" dirty="0"/>
          </a:p>
          <a:p>
            <a:pPr>
              <a:defRPr/>
            </a:pPr>
            <a:endParaRPr lang="en-US" dirty="0"/>
          </a:p>
          <a:p>
            <a:pPr marL="0" indent="0">
              <a:buNone/>
              <a:defRPr/>
            </a:pPr>
            <a:endParaRPr lang="en-US" dirty="0"/>
          </a:p>
        </p:txBody>
      </p:sp>
      <p:pic>
        <p:nvPicPr>
          <p:cNvPr id="11" name="Picture 10"/>
          <p:cNvPicPr>
            <a:picLocks noChangeAspect="1"/>
          </p:cNvPicPr>
          <p:nvPr/>
        </p:nvPicPr>
        <p:blipFill>
          <a:blip r:embed="rId2"/>
          <a:stretch>
            <a:fillRect/>
          </a:stretch>
        </p:blipFill>
        <p:spPr>
          <a:xfrm>
            <a:off x="5105400" y="4495803"/>
            <a:ext cx="2324100" cy="162877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8971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16</a:t>
            </a:fld>
            <a:endParaRPr lang="en-US" dirty="0"/>
          </a:p>
        </p:txBody>
      </p:sp>
      <p:sp>
        <p:nvSpPr>
          <p:cNvPr id="3" name="Title 2"/>
          <p:cNvSpPr>
            <a:spLocks noGrp="1"/>
          </p:cNvSpPr>
          <p:nvPr>
            <p:ph type="title" idx="4294967295"/>
          </p:nvPr>
        </p:nvSpPr>
        <p:spPr>
          <a:xfrm>
            <a:off x="1981200" y="381000"/>
            <a:ext cx="6858000" cy="381000"/>
          </a:xfrm>
        </p:spPr>
        <p:txBody>
          <a:bodyPr/>
          <a:lstStyle/>
          <a:p>
            <a:r>
              <a:rPr lang="en-US" sz="2400" dirty="0">
                <a:solidFill>
                  <a:schemeClr val="tx2">
                    <a:lumMod val="50000"/>
                  </a:schemeClr>
                </a:solidFill>
              </a:rPr>
              <a:t>My Schedule - Monthly View</a:t>
            </a:r>
          </a:p>
        </p:txBody>
      </p:sp>
      <p:sp>
        <p:nvSpPr>
          <p:cNvPr id="2" name="Content Placeholder 1"/>
          <p:cNvSpPr>
            <a:spLocks noGrp="1"/>
          </p:cNvSpPr>
          <p:nvPr>
            <p:ph idx="4294967295"/>
          </p:nvPr>
        </p:nvSpPr>
        <p:spPr>
          <a:xfrm>
            <a:off x="633247" y="1371600"/>
            <a:ext cx="9220200" cy="329565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My Schedule tab includes a </a:t>
            </a:r>
            <a:r>
              <a:rPr lang="en-US" sz="1800" b="1" dirty="0"/>
              <a:t>monthly view</a:t>
            </a:r>
            <a:endParaRPr lang="en-US" sz="1800" dirty="0"/>
          </a:p>
          <a:p>
            <a:pPr>
              <a:defRPr/>
            </a:pPr>
            <a:endParaRPr lang="en-US" sz="1800" dirty="0"/>
          </a:p>
          <a:p>
            <a:pPr>
              <a:defRPr/>
            </a:pPr>
            <a:r>
              <a:rPr lang="en-US" sz="1800" dirty="0"/>
              <a:t>Reps can view their schedule for a full month, create new calls, and drill into existing calls, events and Time Off Territory records</a:t>
            </a:r>
          </a:p>
          <a:p>
            <a:pPr>
              <a:defRPr/>
            </a:pPr>
            <a:endParaRPr lang="en-US" sz="1800" dirty="0"/>
          </a:p>
          <a:p>
            <a:pPr>
              <a:defRPr/>
            </a:pPr>
            <a:r>
              <a:rPr lang="en-US" sz="1800" dirty="0"/>
              <a:t>This feature is </a:t>
            </a:r>
            <a:r>
              <a:rPr lang="en-US" sz="1800" b="1" dirty="0"/>
              <a:t>on by default and does not require configuration</a:t>
            </a:r>
            <a:endParaRPr lang="en-US" sz="1800" dirty="0"/>
          </a:p>
          <a:p>
            <a:pPr>
              <a:defRPr/>
            </a:pPr>
            <a:endParaRPr lang="en-US" sz="1800" dirty="0"/>
          </a:p>
          <a:p>
            <a:pPr>
              <a:defRPr/>
            </a:pPr>
            <a:r>
              <a:rPr lang="en-US" sz="1800" dirty="0"/>
              <a:t>Available both on the online and offline platforms</a:t>
            </a:r>
          </a:p>
          <a:p>
            <a:pPr>
              <a:defRPr/>
            </a:pPr>
            <a:endParaRPr lang="en-US" b="1" dirty="0"/>
          </a:p>
          <a:p>
            <a:pPr>
              <a:defRPr/>
            </a:pPr>
            <a:endParaRPr lang="en-US" b="1" dirty="0"/>
          </a:p>
          <a:p>
            <a:pPr>
              <a:defRPr/>
            </a:pPr>
            <a:endParaRPr lang="en-US" dirty="0"/>
          </a:p>
          <a:p>
            <a:pPr marL="0" indent="0">
              <a:buNone/>
              <a:defRPr/>
            </a:pPr>
            <a:endParaRPr lang="en-US" dirty="0"/>
          </a:p>
        </p:txBody>
      </p:sp>
    </p:spTree>
    <p:extLst>
      <p:ext uri="{BB962C8B-B14F-4D97-AF65-F5344CB8AC3E}">
        <p14:creationId xmlns:p14="http://schemas.microsoft.com/office/powerpoint/2010/main" val="1575685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17</a:t>
            </a:fld>
            <a:endParaRPr lang="en-US" dirty="0"/>
          </a:p>
        </p:txBody>
      </p:sp>
      <p:sp>
        <p:nvSpPr>
          <p:cNvPr id="3" name="Title 2"/>
          <p:cNvSpPr>
            <a:spLocks noGrp="1"/>
          </p:cNvSpPr>
          <p:nvPr>
            <p:ph type="title" idx="4294967295"/>
          </p:nvPr>
        </p:nvSpPr>
        <p:spPr>
          <a:xfrm>
            <a:off x="1981200" y="327892"/>
            <a:ext cx="9144000" cy="479425"/>
          </a:xfrm>
        </p:spPr>
        <p:txBody>
          <a:bodyPr/>
          <a:lstStyle/>
          <a:p>
            <a:r>
              <a:rPr lang="en-US" sz="2400" dirty="0">
                <a:solidFill>
                  <a:schemeClr val="tx2">
                    <a:lumMod val="50000"/>
                  </a:schemeClr>
                </a:solidFill>
              </a:rPr>
              <a:t>Calendar Sharing</a:t>
            </a:r>
          </a:p>
        </p:txBody>
      </p:sp>
      <p:sp>
        <p:nvSpPr>
          <p:cNvPr id="2" name="Content Placeholder 1"/>
          <p:cNvSpPr>
            <a:spLocks noGrp="1"/>
          </p:cNvSpPr>
          <p:nvPr>
            <p:ph idx="4294967295"/>
          </p:nvPr>
        </p:nvSpPr>
        <p:spPr>
          <a:xfrm>
            <a:off x="431300" y="1143001"/>
            <a:ext cx="10972800" cy="49831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b="1" dirty="0"/>
              <a:t>Only available online</a:t>
            </a:r>
            <a:r>
              <a:rPr lang="en-US" sz="1800" dirty="0"/>
              <a:t>, allows users to overlay a read-only view of another user’s calendar on top of their own</a:t>
            </a:r>
            <a:endParaRPr sz="1800" dirty="0"/>
          </a:p>
          <a:p>
            <a:pPr lvl="1">
              <a:defRPr/>
            </a:pPr>
            <a:r>
              <a:rPr lang="en-US" dirty="0"/>
              <a:t>Helps users avoid call scheduling conflicts</a:t>
            </a:r>
            <a:endParaRPr dirty="0"/>
          </a:p>
        </p:txBody>
      </p:sp>
      <p:pic>
        <p:nvPicPr>
          <p:cNvPr id="7" name="Picture 6"/>
          <p:cNvPicPr>
            <a:picLocks noChangeAspect="1"/>
          </p:cNvPicPr>
          <p:nvPr/>
        </p:nvPicPr>
        <p:blipFill>
          <a:blip r:embed="rId2"/>
          <a:stretch>
            <a:fillRect/>
          </a:stretch>
        </p:blipFill>
        <p:spPr>
          <a:xfrm>
            <a:off x="1552869" y="2747293"/>
            <a:ext cx="8729663" cy="1774581"/>
          </a:xfrm>
          <a:prstGeom prst="rect">
            <a:avLst/>
          </a:prstGeom>
        </p:spPr>
      </p:pic>
      <p:sp>
        <p:nvSpPr>
          <p:cNvPr id="8" name="Rectangle 7"/>
          <p:cNvSpPr/>
          <p:nvPr/>
        </p:nvSpPr>
        <p:spPr>
          <a:xfrm>
            <a:off x="8915403" y="2731368"/>
            <a:ext cx="1402993" cy="1154832"/>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45323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00790" y="2514594"/>
            <a:ext cx="7196138" cy="2852728"/>
          </a:xfrm>
          <a:prstGeom prst="rect">
            <a:avLst/>
          </a:prstGeom>
          <a:ln>
            <a:solidFill>
              <a:schemeClr val="accent6">
                <a:lumMod val="50000"/>
              </a:schemeClr>
            </a:solidFill>
          </a:ln>
        </p:spPr>
      </p:pic>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18</a:t>
            </a:fld>
            <a:endParaRPr lang="en-US" dirty="0"/>
          </a:p>
        </p:txBody>
      </p:sp>
      <p:sp>
        <p:nvSpPr>
          <p:cNvPr id="3" name="Title 2"/>
          <p:cNvSpPr>
            <a:spLocks noGrp="1"/>
          </p:cNvSpPr>
          <p:nvPr>
            <p:ph type="title" idx="4294967295"/>
          </p:nvPr>
        </p:nvSpPr>
        <p:spPr>
          <a:xfrm>
            <a:off x="1752600" y="264561"/>
            <a:ext cx="9144000" cy="479425"/>
          </a:xfrm>
        </p:spPr>
        <p:txBody>
          <a:bodyPr/>
          <a:lstStyle/>
          <a:p>
            <a:r>
              <a:rPr lang="en-US" sz="2400" dirty="0">
                <a:solidFill>
                  <a:schemeClr val="tx2">
                    <a:lumMod val="50000"/>
                  </a:schemeClr>
                </a:solidFill>
              </a:rPr>
              <a:t>Enable Calendar Sharing</a:t>
            </a:r>
          </a:p>
        </p:txBody>
      </p:sp>
      <p:sp>
        <p:nvSpPr>
          <p:cNvPr id="2" name="Content Placeholder 1"/>
          <p:cNvSpPr>
            <a:spLocks noGrp="1"/>
          </p:cNvSpPr>
          <p:nvPr>
            <p:ph idx="4294967295"/>
          </p:nvPr>
        </p:nvSpPr>
        <p:spPr>
          <a:xfrm>
            <a:off x="457199" y="929639"/>
            <a:ext cx="10972800" cy="53340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To enable this feature, go to:</a:t>
            </a:r>
            <a:endParaRPr sz="1800" dirty="0"/>
          </a:p>
          <a:p>
            <a:pPr lvl="1">
              <a:defRPr/>
            </a:pPr>
            <a:r>
              <a:rPr lang="en-US" b="1" dirty="0"/>
              <a:t>Setup &gt; Create &gt; Objects &gt; Preferences</a:t>
            </a:r>
          </a:p>
          <a:p>
            <a:pPr lvl="1">
              <a:defRPr/>
            </a:pPr>
            <a:r>
              <a:rPr lang="en-US" dirty="0"/>
              <a:t>Grant user profiles visibility to the </a:t>
            </a:r>
            <a:r>
              <a:rPr lang="en-US" b="1" dirty="0"/>
              <a:t>Calendar_Share_Recent_Items_vod__c </a:t>
            </a:r>
            <a:r>
              <a:rPr lang="en-US" dirty="0"/>
              <a:t>field</a:t>
            </a:r>
          </a:p>
          <a:p>
            <a:pPr lvl="1">
              <a:defRPr/>
            </a:pPr>
            <a:r>
              <a:rPr lang="en-US" dirty="0"/>
              <a:t>Visibility is controlled through </a:t>
            </a:r>
            <a:r>
              <a:rPr lang="en-US" b="1" dirty="0"/>
              <a:t>roles or sharing rules for the Activity object</a:t>
            </a:r>
            <a:r>
              <a:rPr dirty="0"/>
              <a:t> </a:t>
            </a:r>
          </a:p>
        </p:txBody>
      </p:sp>
      <p:pic>
        <p:nvPicPr>
          <p:cNvPr id="7" name="Picture 6"/>
          <p:cNvPicPr>
            <a:picLocks noChangeAspect="1"/>
          </p:cNvPicPr>
          <p:nvPr/>
        </p:nvPicPr>
        <p:blipFill>
          <a:blip r:embed="rId3"/>
          <a:stretch>
            <a:fillRect/>
          </a:stretch>
        </p:blipFill>
        <p:spPr>
          <a:xfrm>
            <a:off x="5105400" y="2743200"/>
            <a:ext cx="6597328" cy="3482184"/>
          </a:xfrm>
          <a:prstGeom prst="rect">
            <a:avLst/>
          </a:prstGeom>
          <a:ln>
            <a:solidFill>
              <a:schemeClr val="accent6">
                <a:lumMod val="50000"/>
              </a:schemeClr>
            </a:solidFill>
          </a:ln>
        </p:spPr>
      </p:pic>
      <p:sp>
        <p:nvSpPr>
          <p:cNvPr id="8" name="Rectangle 7"/>
          <p:cNvSpPr/>
          <p:nvPr/>
        </p:nvSpPr>
        <p:spPr>
          <a:xfrm>
            <a:off x="9464702" y="4608138"/>
            <a:ext cx="914400" cy="1617242"/>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3174496" y="3276600"/>
            <a:ext cx="1092703" cy="304800"/>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urved Left Arrow 10"/>
          <p:cNvSpPr/>
          <p:nvPr/>
        </p:nvSpPr>
        <p:spPr>
          <a:xfrm rot="15395740">
            <a:off x="4457700" y="2016155"/>
            <a:ext cx="457199" cy="1557322"/>
          </a:xfrm>
          <a:prstGeom prst="curvedLeftArrow">
            <a:avLst/>
          </a:prstGeom>
          <a:solidFill>
            <a:schemeClr val="accent2"/>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40857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19</a:t>
            </a:fld>
            <a:endParaRPr lang="en-US" dirty="0"/>
          </a:p>
        </p:txBody>
      </p:sp>
      <p:sp>
        <p:nvSpPr>
          <p:cNvPr id="3" name="Title 2"/>
          <p:cNvSpPr>
            <a:spLocks noGrp="1"/>
          </p:cNvSpPr>
          <p:nvPr>
            <p:ph type="title" idx="4294967295"/>
          </p:nvPr>
        </p:nvSpPr>
        <p:spPr>
          <a:xfrm>
            <a:off x="1524000" y="229235"/>
            <a:ext cx="9144000" cy="479425"/>
          </a:xfrm>
        </p:spPr>
        <p:txBody>
          <a:bodyPr/>
          <a:lstStyle/>
          <a:p>
            <a:r>
              <a:rPr lang="en-US" sz="2400" dirty="0">
                <a:solidFill>
                  <a:schemeClr val="tx2">
                    <a:lumMod val="50000"/>
                  </a:schemeClr>
                </a:solidFill>
              </a:rPr>
              <a:t>Multi-Channel Calendar.. 1</a:t>
            </a:r>
          </a:p>
        </p:txBody>
      </p:sp>
      <p:sp>
        <p:nvSpPr>
          <p:cNvPr id="2" name="Content Placeholder 1"/>
          <p:cNvSpPr>
            <a:spLocks noGrp="1"/>
          </p:cNvSpPr>
          <p:nvPr>
            <p:ph idx="4294967295"/>
          </p:nvPr>
        </p:nvSpPr>
        <p:spPr>
          <a:xfrm>
            <a:off x="381000" y="1081548"/>
            <a:ext cx="7086600" cy="51054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Provides a </a:t>
            </a:r>
            <a:r>
              <a:rPr lang="en-US" sz="1800" b="1" dirty="0"/>
              <a:t>360-degree view of all interactions </a:t>
            </a:r>
            <a:r>
              <a:rPr lang="en-US" sz="1800" dirty="0"/>
              <a:t>with an account</a:t>
            </a:r>
          </a:p>
          <a:p>
            <a:pPr>
              <a:defRPr/>
            </a:pPr>
            <a:r>
              <a:rPr lang="en-US" sz="1800" b="1" dirty="0"/>
              <a:t>Month-at-a-time calendar</a:t>
            </a:r>
          </a:p>
          <a:p>
            <a:pPr>
              <a:defRPr/>
            </a:pPr>
            <a:r>
              <a:rPr lang="en-US" sz="1800" b="1" dirty="0"/>
              <a:t>Online and Tablet </a:t>
            </a:r>
            <a:r>
              <a:rPr lang="en-US" sz="1800" dirty="0"/>
              <a:t>editions</a:t>
            </a:r>
          </a:p>
          <a:p>
            <a:pPr>
              <a:defRPr/>
            </a:pPr>
            <a:r>
              <a:rPr lang="en-US" sz="1800" b="1" dirty="0"/>
              <a:t>Default colors are used for the various objects; users can change the color coding. </a:t>
            </a:r>
            <a:r>
              <a:rPr lang="en-US" sz="1800" dirty="0"/>
              <a:t>Default colors are the following:</a:t>
            </a:r>
          </a:p>
          <a:p>
            <a:pPr lvl="1">
              <a:defRPr/>
            </a:pPr>
            <a:r>
              <a:rPr lang="en-US" sz="1600" dirty="0"/>
              <a:t>Call</a:t>
            </a:r>
          </a:p>
          <a:p>
            <a:pPr lvl="2">
              <a:defRPr/>
            </a:pPr>
            <a:r>
              <a:rPr lang="en-US" dirty="0"/>
              <a:t>Submitted - Blue</a:t>
            </a:r>
          </a:p>
          <a:p>
            <a:pPr lvl="2">
              <a:defRPr/>
            </a:pPr>
            <a:r>
              <a:rPr lang="en-US" dirty="0"/>
              <a:t>Saved - Teal</a:t>
            </a:r>
          </a:p>
          <a:p>
            <a:pPr lvl="2">
              <a:defRPr/>
            </a:pPr>
            <a:r>
              <a:rPr lang="en-US" dirty="0"/>
              <a:t>Planned Call - Clear</a:t>
            </a:r>
          </a:p>
          <a:p>
            <a:pPr lvl="2">
              <a:defRPr/>
            </a:pPr>
            <a:r>
              <a:rPr lang="en-US" dirty="0"/>
              <a:t>Past-due Planned Call - Red</a:t>
            </a:r>
            <a:endParaRPr lang="en-US" sz="1400" dirty="0"/>
          </a:p>
          <a:p>
            <a:pPr lvl="1">
              <a:defRPr/>
            </a:pPr>
            <a:r>
              <a:rPr lang="en-US" sz="1600" dirty="0"/>
              <a:t>Medical Inquiry - Olive</a:t>
            </a:r>
          </a:p>
          <a:p>
            <a:pPr lvl="1">
              <a:defRPr/>
            </a:pPr>
            <a:r>
              <a:rPr lang="en-US" sz="1600" dirty="0"/>
              <a:t>Medical Event - Purple</a:t>
            </a:r>
          </a:p>
          <a:p>
            <a:pPr lvl="1">
              <a:defRPr/>
            </a:pPr>
            <a:r>
              <a:rPr lang="en-US" sz="1600" dirty="0"/>
              <a:t>Sent Email - Yellow</a:t>
            </a:r>
          </a:p>
          <a:p>
            <a:pPr lvl="1">
              <a:defRPr/>
            </a:pPr>
            <a:r>
              <a:rPr lang="en-US" sz="1600" dirty="0"/>
              <a:t>Event - Orange</a:t>
            </a:r>
          </a:p>
          <a:p>
            <a:pPr lvl="1">
              <a:defRPr/>
            </a:pPr>
            <a:r>
              <a:rPr lang="en-US" sz="1600" dirty="0"/>
              <a:t>Time Off Territory - Maroon</a:t>
            </a:r>
          </a:p>
          <a:p>
            <a:pPr>
              <a:defRPr/>
            </a:pPr>
            <a:r>
              <a:rPr lang="en-US" sz="1800" dirty="0"/>
              <a:t>Click the </a:t>
            </a:r>
            <a:r>
              <a:rPr lang="en-US" sz="1800" b="1" dirty="0"/>
              <a:t>Calendar button </a:t>
            </a:r>
            <a:r>
              <a:rPr lang="en-US" sz="1800" dirty="0"/>
              <a:t>on the Account detail page</a:t>
            </a:r>
            <a:endParaRPr sz="1800" dirty="0"/>
          </a:p>
        </p:txBody>
      </p:sp>
      <p:pic>
        <p:nvPicPr>
          <p:cNvPr id="6" name="Picture 5"/>
          <p:cNvPicPr>
            <a:picLocks noChangeAspect="1"/>
          </p:cNvPicPr>
          <p:nvPr/>
        </p:nvPicPr>
        <p:blipFill>
          <a:blip r:embed="rId2"/>
          <a:stretch>
            <a:fillRect/>
          </a:stretch>
        </p:blipFill>
        <p:spPr>
          <a:xfrm>
            <a:off x="8096867" y="1081548"/>
            <a:ext cx="2885154" cy="373806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82221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20</a:t>
            </a:fld>
            <a:endParaRPr lang="en-US" dirty="0"/>
          </a:p>
        </p:txBody>
      </p:sp>
      <p:sp>
        <p:nvSpPr>
          <p:cNvPr id="3" name="Title 2"/>
          <p:cNvSpPr>
            <a:spLocks noGrp="1"/>
          </p:cNvSpPr>
          <p:nvPr>
            <p:ph type="title" idx="4294967295"/>
          </p:nvPr>
        </p:nvSpPr>
        <p:spPr>
          <a:xfrm>
            <a:off x="1524000" y="381000"/>
            <a:ext cx="9144000" cy="479425"/>
          </a:xfrm>
        </p:spPr>
        <p:txBody>
          <a:bodyPr/>
          <a:lstStyle/>
          <a:p>
            <a:r>
              <a:rPr lang="en-US" sz="2400" dirty="0">
                <a:solidFill>
                  <a:schemeClr val="tx2">
                    <a:lumMod val="50000"/>
                  </a:schemeClr>
                </a:solidFill>
              </a:rPr>
              <a:t>Multi-Channel Calendar.. 2</a:t>
            </a:r>
          </a:p>
        </p:txBody>
      </p:sp>
      <p:sp>
        <p:nvSpPr>
          <p:cNvPr id="2" name="Content Placeholder 1"/>
          <p:cNvSpPr>
            <a:spLocks noGrp="1"/>
          </p:cNvSpPr>
          <p:nvPr>
            <p:ph idx="4294967295"/>
          </p:nvPr>
        </p:nvSpPr>
        <p:spPr>
          <a:xfrm>
            <a:off x="503400" y="1842181"/>
            <a:ext cx="10972800" cy="4983162"/>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Display various activities like Call, Medical Inquiry, 	Medical Event, </a:t>
            </a:r>
            <a:r>
              <a:rPr lang="en-US" sz="1800" dirty="0" err="1"/>
              <a:t>ToT</a:t>
            </a:r>
            <a:endParaRPr lang="en-US" sz="1800" dirty="0"/>
          </a:p>
          <a:p>
            <a:pPr>
              <a:defRPr/>
            </a:pPr>
            <a:r>
              <a:rPr lang="en-US" sz="1800" dirty="0"/>
              <a:t>Load records from external data sources into Salesforce.com </a:t>
            </a:r>
            <a:r>
              <a:rPr lang="en-US" sz="1800" b="1" dirty="0"/>
              <a:t>Event object</a:t>
            </a:r>
            <a:endParaRPr lang="en-US" sz="1800" dirty="0"/>
          </a:p>
          <a:p>
            <a:pPr>
              <a:defRPr/>
            </a:pPr>
            <a:r>
              <a:rPr lang="en-US" sz="1800" dirty="0"/>
              <a:t>Use </a:t>
            </a:r>
            <a:r>
              <a:rPr lang="en-US" sz="1800" b="1" dirty="0"/>
              <a:t>Record Types and color coding </a:t>
            </a:r>
            <a:r>
              <a:rPr lang="en-US" sz="1800" dirty="0"/>
              <a:t>to quickly determine types of interactions when viewing Multi-Channel Calendar</a:t>
            </a:r>
          </a:p>
          <a:p>
            <a:pPr>
              <a:defRPr/>
            </a:pPr>
            <a:r>
              <a:rPr lang="en-US" sz="1800" dirty="0"/>
              <a:t>Record Type name is viewed when </a:t>
            </a:r>
            <a:r>
              <a:rPr lang="en-US" sz="1800" b="1" dirty="0"/>
              <a:t>hovering</a:t>
            </a:r>
            <a:r>
              <a:rPr lang="en-US" sz="1800" dirty="0"/>
              <a:t> over event in Calendar</a:t>
            </a:r>
          </a:p>
        </p:txBody>
      </p:sp>
    </p:spTree>
    <p:extLst>
      <p:ext uri="{BB962C8B-B14F-4D97-AF65-F5344CB8AC3E}">
        <p14:creationId xmlns:p14="http://schemas.microsoft.com/office/powerpoint/2010/main" val="1909561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81B391E2-189C-A70E-5609-B0672D78C49C}"/>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21</a:t>
            </a:fld>
            <a:endParaRPr lang="en-US" dirty="0"/>
          </a:p>
        </p:txBody>
      </p:sp>
      <p:sp>
        <p:nvSpPr>
          <p:cNvPr id="6" name="Rectangle 5"/>
          <p:cNvSpPr/>
          <p:nvPr/>
        </p:nvSpPr>
        <p:spPr>
          <a:xfrm>
            <a:off x="-914401" y="2765425"/>
            <a:ext cx="7010401"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28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My Schedule on CRM (iRep)</a:t>
            </a:r>
          </a:p>
        </p:txBody>
      </p:sp>
    </p:spTree>
    <p:extLst>
      <p:ext uri="{BB962C8B-B14F-4D97-AF65-F5344CB8AC3E}">
        <p14:creationId xmlns:p14="http://schemas.microsoft.com/office/powerpoint/2010/main" val="3243767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22</a:t>
            </a:fld>
            <a:endParaRPr lang="en-US" dirty="0"/>
          </a:p>
        </p:txBody>
      </p:sp>
      <p:sp>
        <p:nvSpPr>
          <p:cNvPr id="3" name="Title 2"/>
          <p:cNvSpPr>
            <a:spLocks noGrp="1"/>
          </p:cNvSpPr>
          <p:nvPr>
            <p:ph type="title" idx="4294967295"/>
          </p:nvPr>
        </p:nvSpPr>
        <p:spPr>
          <a:xfrm>
            <a:off x="1905000" y="304800"/>
            <a:ext cx="9144000" cy="479425"/>
          </a:xfrm>
        </p:spPr>
        <p:txBody>
          <a:bodyPr/>
          <a:lstStyle/>
          <a:p>
            <a:r>
              <a:rPr lang="en-US" sz="2400" dirty="0">
                <a:solidFill>
                  <a:schemeClr val="tx2">
                    <a:lumMod val="50000"/>
                  </a:schemeClr>
                </a:solidFill>
              </a:rPr>
              <a:t>My Schedule on CRM (iRep)</a:t>
            </a:r>
          </a:p>
        </p:txBody>
      </p:sp>
      <p:sp>
        <p:nvSpPr>
          <p:cNvPr id="2" name="Content Placeholder 1"/>
          <p:cNvSpPr>
            <a:spLocks noGrp="1"/>
          </p:cNvSpPr>
          <p:nvPr>
            <p:ph idx="4294967295"/>
          </p:nvPr>
        </p:nvSpPr>
        <p:spPr>
          <a:xfrm>
            <a:off x="633247" y="1371600"/>
            <a:ext cx="5334000" cy="51816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Displays daily or weekly schedule</a:t>
            </a:r>
          </a:p>
          <a:p>
            <a:pPr>
              <a:defRPr/>
            </a:pPr>
            <a:r>
              <a:rPr lang="en-US" sz="1800" dirty="0"/>
              <a:t>Users can create: </a:t>
            </a:r>
            <a:endParaRPr sz="1800" dirty="0"/>
          </a:p>
          <a:p>
            <a:pPr lvl="1">
              <a:defRPr/>
            </a:pPr>
            <a:r>
              <a:rPr lang="en-US" b="1" dirty="0"/>
              <a:t>New Call</a:t>
            </a:r>
            <a:r>
              <a:rPr lang="en-US" dirty="0"/>
              <a:t>, </a:t>
            </a:r>
            <a:r>
              <a:rPr lang="en-US" b="1" dirty="0"/>
              <a:t>TOT (Time off Territory)</a:t>
            </a:r>
            <a:endParaRPr dirty="0"/>
          </a:p>
          <a:p>
            <a:pPr lvl="1">
              <a:defRPr/>
            </a:pPr>
            <a:r>
              <a:rPr lang="en-US" b="1" dirty="0"/>
              <a:t>Calendar Events</a:t>
            </a:r>
            <a:endParaRPr lang="en-US" dirty="0"/>
          </a:p>
          <a:p>
            <a:pPr>
              <a:defRPr/>
            </a:pPr>
            <a:r>
              <a:rPr lang="en-US" sz="1800" dirty="0"/>
              <a:t>Managers can view their employees’ schedule: </a:t>
            </a:r>
          </a:p>
          <a:p>
            <a:pPr lvl="1">
              <a:defRPr/>
            </a:pPr>
            <a:r>
              <a:rPr lang="en-US" b="1" dirty="0"/>
              <a:t>Based on Role hierarchy</a:t>
            </a:r>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24600" y="1371600"/>
            <a:ext cx="5257800" cy="3943350"/>
          </a:xfrm>
          <a:prstGeom prst="rect">
            <a:avLst/>
          </a:prstGeom>
        </p:spPr>
      </p:pic>
    </p:spTree>
    <p:extLst>
      <p:ext uri="{BB962C8B-B14F-4D97-AF65-F5344CB8AC3E}">
        <p14:creationId xmlns:p14="http://schemas.microsoft.com/office/powerpoint/2010/main" val="1297448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23</a:t>
            </a:fld>
            <a:endParaRPr lang="en-US" dirty="0"/>
          </a:p>
        </p:txBody>
      </p:sp>
      <p:sp>
        <p:nvSpPr>
          <p:cNvPr id="3" name="Title 2"/>
          <p:cNvSpPr>
            <a:spLocks noGrp="1"/>
          </p:cNvSpPr>
          <p:nvPr>
            <p:ph type="title" idx="4294967295"/>
          </p:nvPr>
        </p:nvSpPr>
        <p:spPr>
          <a:xfrm>
            <a:off x="1828800" y="252409"/>
            <a:ext cx="9144000" cy="479425"/>
          </a:xfrm>
        </p:spPr>
        <p:txBody>
          <a:bodyPr/>
          <a:lstStyle/>
          <a:p>
            <a:r>
              <a:rPr lang="en-US" sz="2400" dirty="0">
                <a:solidFill>
                  <a:schemeClr val="tx2">
                    <a:lumMod val="50000"/>
                  </a:schemeClr>
                </a:solidFill>
              </a:rPr>
              <a:t>My Schedule - Week Scheduler</a:t>
            </a:r>
          </a:p>
        </p:txBody>
      </p:sp>
      <p:sp>
        <p:nvSpPr>
          <p:cNvPr id="2" name="Content Placeholder 1"/>
          <p:cNvSpPr>
            <a:spLocks noGrp="1"/>
          </p:cNvSpPr>
          <p:nvPr>
            <p:ph idx="4294967295"/>
          </p:nvPr>
        </p:nvSpPr>
        <p:spPr>
          <a:xfrm>
            <a:off x="381000" y="1164774"/>
            <a:ext cx="10972800" cy="49831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b="1" dirty="0"/>
              <a:t>Drag-and-drop</a:t>
            </a:r>
            <a:r>
              <a:rPr lang="en-US" sz="1800" dirty="0"/>
              <a:t> Accounts in </a:t>
            </a:r>
            <a:r>
              <a:rPr lang="en-US" sz="1800" b="1" dirty="0"/>
              <a:t>Views</a:t>
            </a:r>
            <a:r>
              <a:rPr lang="en-US" sz="1800" dirty="0"/>
              <a:t>, </a:t>
            </a:r>
            <a:r>
              <a:rPr lang="en-US" sz="1800" b="1" dirty="0"/>
              <a:t>Lists</a:t>
            </a:r>
            <a:r>
              <a:rPr lang="en-US" sz="1800" dirty="0"/>
              <a:t>, and </a:t>
            </a:r>
            <a:r>
              <a:rPr lang="en-US" sz="1800" b="1" dirty="0"/>
              <a:t>Cycle Plans </a:t>
            </a:r>
            <a:r>
              <a:rPr lang="en-US" sz="1800" dirty="0"/>
              <a:t>to the weekly scheduler</a:t>
            </a:r>
          </a:p>
          <a:p>
            <a:pPr>
              <a:defRPr/>
            </a:pPr>
            <a:r>
              <a:rPr lang="en-US" sz="1800" dirty="0"/>
              <a:t>Makes it easy to find the Accounts to add to the schedule when planning calls</a:t>
            </a:r>
          </a:p>
          <a:p>
            <a:pPr>
              <a:defRPr/>
            </a:pPr>
            <a:r>
              <a:rPr lang="en-US" sz="1800" dirty="0"/>
              <a:t>Displays </a:t>
            </a:r>
            <a:r>
              <a:rPr lang="en-US" sz="1800" b="1" dirty="0"/>
              <a:t>call counts </a:t>
            </a:r>
            <a:r>
              <a:rPr lang="en-US" sz="1800" dirty="0"/>
              <a:t>in the day header</a:t>
            </a:r>
            <a:endParaRPr sz="1800" dirty="0"/>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b="38095"/>
          <a:stretch/>
        </p:blipFill>
        <p:spPr>
          <a:xfrm>
            <a:off x="1850571" y="2438397"/>
            <a:ext cx="7010400" cy="3254829"/>
          </a:xfrm>
          <a:prstGeom prst="rect">
            <a:avLst/>
          </a:prstGeom>
        </p:spPr>
      </p:pic>
    </p:spTree>
    <p:extLst>
      <p:ext uri="{BB962C8B-B14F-4D97-AF65-F5344CB8AC3E}">
        <p14:creationId xmlns:p14="http://schemas.microsoft.com/office/powerpoint/2010/main" val="4376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24</a:t>
            </a:fld>
            <a:endParaRPr lang="en-US" dirty="0"/>
          </a:p>
        </p:txBody>
      </p:sp>
      <p:sp>
        <p:nvSpPr>
          <p:cNvPr id="3" name="Title 2"/>
          <p:cNvSpPr>
            <a:spLocks noGrp="1"/>
          </p:cNvSpPr>
          <p:nvPr>
            <p:ph type="title" idx="4294967295"/>
          </p:nvPr>
        </p:nvSpPr>
        <p:spPr>
          <a:xfrm>
            <a:off x="1828800" y="252412"/>
            <a:ext cx="9144000" cy="479425"/>
          </a:xfrm>
        </p:spPr>
        <p:txBody>
          <a:bodyPr/>
          <a:lstStyle/>
          <a:p>
            <a:r>
              <a:rPr lang="en-US" sz="2400" dirty="0">
                <a:solidFill>
                  <a:schemeClr val="tx2">
                    <a:lumMod val="50000"/>
                  </a:schemeClr>
                </a:solidFill>
              </a:rPr>
              <a:t>My Schedule - External Calendar</a:t>
            </a:r>
          </a:p>
        </p:txBody>
      </p:sp>
      <p:sp>
        <p:nvSpPr>
          <p:cNvPr id="2" name="Content Placeholder 1"/>
          <p:cNvSpPr>
            <a:spLocks noGrp="1"/>
          </p:cNvSpPr>
          <p:nvPr>
            <p:ph idx="4294967295"/>
          </p:nvPr>
        </p:nvSpPr>
        <p:spPr>
          <a:xfrm>
            <a:off x="228600" y="1143000"/>
            <a:ext cx="10972800" cy="49831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To avoid scheduling conflicts, users can view their </a:t>
            </a:r>
            <a:r>
              <a:rPr lang="en-US" sz="1800" b="1" dirty="0"/>
              <a:t>personal or work iPad calendars in their offline CRM (iRep) calendar</a:t>
            </a:r>
            <a:endParaRPr sz="1800" dirty="0"/>
          </a:p>
          <a:p>
            <a:pPr lvl="1">
              <a:defRPr/>
            </a:pPr>
            <a:r>
              <a:rPr lang="en-US" dirty="0"/>
              <a:t>Set the </a:t>
            </a:r>
            <a:r>
              <a:rPr lang="en-US" b="1" dirty="0"/>
              <a:t>ENABLE_EXTERNAL_CALENDARS</a:t>
            </a:r>
            <a:r>
              <a:rPr lang="en-US" dirty="0"/>
              <a:t> custom setting to </a:t>
            </a:r>
            <a:r>
              <a:rPr lang="en-US" b="1" dirty="0"/>
              <a:t>True</a:t>
            </a:r>
            <a:endParaRPr dirty="0"/>
          </a:p>
        </p:txBody>
      </p:sp>
      <p:pic>
        <p:nvPicPr>
          <p:cNvPr id="7" name="Picture 6"/>
          <p:cNvPicPr>
            <a:picLocks noChangeAspect="1"/>
          </p:cNvPicPr>
          <p:nvPr/>
        </p:nvPicPr>
        <p:blipFill>
          <a:blip r:embed="rId2"/>
          <a:stretch>
            <a:fillRect/>
          </a:stretch>
        </p:blipFill>
        <p:spPr>
          <a:xfrm>
            <a:off x="2133603" y="2362203"/>
            <a:ext cx="7392469" cy="3195789"/>
          </a:xfrm>
          <a:prstGeom prst="rect">
            <a:avLst/>
          </a:prstGeom>
        </p:spPr>
      </p:pic>
    </p:spTree>
    <p:extLst>
      <p:ext uri="{BB962C8B-B14F-4D97-AF65-F5344CB8AC3E}">
        <p14:creationId xmlns:p14="http://schemas.microsoft.com/office/powerpoint/2010/main" val="3558155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25</a:t>
            </a:fld>
            <a:endParaRPr lang="en-US" dirty="0"/>
          </a:p>
        </p:txBody>
      </p:sp>
      <p:sp>
        <p:nvSpPr>
          <p:cNvPr id="3" name="Title 2"/>
          <p:cNvSpPr>
            <a:spLocks noGrp="1"/>
          </p:cNvSpPr>
          <p:nvPr>
            <p:ph type="title" idx="4294967295"/>
          </p:nvPr>
        </p:nvSpPr>
        <p:spPr>
          <a:xfrm>
            <a:off x="1828800" y="263298"/>
            <a:ext cx="9144000" cy="479425"/>
          </a:xfrm>
        </p:spPr>
        <p:txBody>
          <a:bodyPr/>
          <a:lstStyle/>
          <a:p>
            <a:r>
              <a:rPr lang="en-US" sz="2400" dirty="0">
                <a:solidFill>
                  <a:schemeClr val="tx2">
                    <a:lumMod val="50000"/>
                  </a:schemeClr>
                </a:solidFill>
              </a:rPr>
              <a:t>My Schedule - Office Best Times</a:t>
            </a:r>
          </a:p>
        </p:txBody>
      </p:sp>
      <p:sp>
        <p:nvSpPr>
          <p:cNvPr id="2" name="Content Placeholder 1"/>
          <p:cNvSpPr>
            <a:spLocks noGrp="1"/>
          </p:cNvSpPr>
          <p:nvPr>
            <p:ph idx="4294967295"/>
          </p:nvPr>
        </p:nvSpPr>
        <p:spPr>
          <a:xfrm>
            <a:off x="304800" y="1143000"/>
            <a:ext cx="10972800" cy="49831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Users can </a:t>
            </a:r>
            <a:r>
              <a:rPr lang="en-US" sz="1800" b="1" dirty="0"/>
              <a:t>enter office best times offline on CRM (</a:t>
            </a:r>
            <a:r>
              <a:rPr lang="en-US" sz="1800" b="1" dirty="0" err="1"/>
              <a:t>iRep</a:t>
            </a:r>
            <a:r>
              <a:rPr lang="en-US" sz="1800" b="1" dirty="0"/>
              <a:t>)</a:t>
            </a:r>
            <a:endParaRPr sz="1800" dirty="0"/>
          </a:p>
          <a:p>
            <a:pPr lvl="1">
              <a:defRPr/>
            </a:pPr>
            <a:r>
              <a:rPr lang="en-US" dirty="0"/>
              <a:t>Navigate to the account and view an address to enter its office best times values</a:t>
            </a:r>
            <a:r>
              <a:rPr dirty="0"/>
              <a:t> </a:t>
            </a:r>
          </a:p>
        </p:txBody>
      </p:sp>
      <p:pic>
        <p:nvPicPr>
          <p:cNvPr id="6" name="Picture 5"/>
          <p:cNvPicPr>
            <a:picLocks noChangeAspect="1"/>
          </p:cNvPicPr>
          <p:nvPr/>
        </p:nvPicPr>
        <p:blipFill>
          <a:blip r:embed="rId2"/>
          <a:stretch>
            <a:fillRect/>
          </a:stretch>
        </p:blipFill>
        <p:spPr>
          <a:xfrm>
            <a:off x="3200400" y="2191385"/>
            <a:ext cx="4440555" cy="393477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53953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1F8696B4-BFCF-23B6-4F5C-1E6F0DAEE8DE}"/>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26</a:t>
            </a:fld>
            <a:endParaRPr lang="en-US" dirty="0"/>
          </a:p>
        </p:txBody>
      </p:sp>
      <p:sp>
        <p:nvSpPr>
          <p:cNvPr id="6" name="Rectangle 5"/>
          <p:cNvSpPr/>
          <p:nvPr/>
        </p:nvSpPr>
        <p:spPr>
          <a:xfrm>
            <a:off x="32657" y="2971800"/>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800" b="1" dirty="0">
                <a:solidFill>
                  <a:schemeClr val="tx1"/>
                </a:solidFill>
              </a:rPr>
              <a:t>	</a:t>
            </a:r>
            <a:r>
              <a:rPr lang="en-US" sz="3600" b="1" dirty="0">
                <a:solidFill>
                  <a:srgbClr val="00718F"/>
                </a:solidFill>
                <a:latin typeface="Arial" panose="020B0604020202020204" pitchFamily="34" charset="0"/>
                <a:cs typeface="Arial" panose="020B0604020202020204" pitchFamily="34" charset="0"/>
              </a:rPr>
              <a:t>SFDC Calendar</a:t>
            </a:r>
          </a:p>
        </p:txBody>
      </p:sp>
    </p:spTree>
    <p:extLst>
      <p:ext uri="{BB962C8B-B14F-4D97-AF65-F5344CB8AC3E}">
        <p14:creationId xmlns:p14="http://schemas.microsoft.com/office/powerpoint/2010/main" val="3166476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27</a:t>
            </a:fld>
            <a:endParaRPr lang="en-US" dirty="0"/>
          </a:p>
        </p:txBody>
      </p:sp>
      <p:sp>
        <p:nvSpPr>
          <p:cNvPr id="3" name="Title 2"/>
          <p:cNvSpPr>
            <a:spLocks noGrp="1"/>
          </p:cNvSpPr>
          <p:nvPr>
            <p:ph type="title" idx="4294967295"/>
          </p:nvPr>
        </p:nvSpPr>
        <p:spPr>
          <a:xfrm>
            <a:off x="1828800" y="355124"/>
            <a:ext cx="9144000" cy="479425"/>
          </a:xfrm>
        </p:spPr>
        <p:txBody>
          <a:bodyPr/>
          <a:lstStyle/>
          <a:p>
            <a:r>
              <a:rPr lang="en-US" sz="2400" dirty="0">
                <a:solidFill>
                  <a:schemeClr val="tx2">
                    <a:lumMod val="50000"/>
                  </a:schemeClr>
                </a:solidFill>
              </a:rPr>
              <a:t>SFDC Calendar</a:t>
            </a:r>
          </a:p>
        </p:txBody>
      </p:sp>
      <p:sp>
        <p:nvSpPr>
          <p:cNvPr id="2" name="Content Placeholder 1"/>
          <p:cNvSpPr>
            <a:spLocks noGrp="1"/>
          </p:cNvSpPr>
          <p:nvPr>
            <p:ph idx="4294967295"/>
          </p:nvPr>
        </p:nvSpPr>
        <p:spPr>
          <a:xfrm>
            <a:off x="152400" y="1089488"/>
            <a:ext cx="10972800" cy="49831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dirty="0"/>
              <a:t>Best practice is not to display the SalesForce.com Calendar, as it typically causes confusion with the VEEVA scheduling functionality (My Schedule)</a:t>
            </a:r>
            <a:endParaRPr sz="1800" dirty="0"/>
          </a:p>
          <a:p>
            <a:pPr lvl="1">
              <a:defRPr/>
            </a:pPr>
            <a:r>
              <a:rPr lang="en-US" b="1" dirty="0"/>
              <a:t>Setup &gt; Customize &gt; Home &gt; Home Page Layout</a:t>
            </a:r>
          </a:p>
          <a:p>
            <a:pPr lvl="1">
              <a:defRPr/>
            </a:pPr>
            <a:r>
              <a:rPr lang="en-US" b="1" dirty="0"/>
              <a:t>SHOULD NOT BE ENABLED </a:t>
            </a:r>
            <a:r>
              <a:rPr lang="en-US" dirty="0"/>
              <a:t>unless users are using Blackberry Events. Need to watch on latest VEEVA Releases Notes for discontinuation</a:t>
            </a:r>
            <a:endParaRPr dirty="0"/>
          </a:p>
        </p:txBody>
      </p:sp>
      <p:pic>
        <p:nvPicPr>
          <p:cNvPr id="6" name="Picture 5"/>
          <p:cNvPicPr>
            <a:picLocks noChangeAspect="1"/>
          </p:cNvPicPr>
          <p:nvPr/>
        </p:nvPicPr>
        <p:blipFill>
          <a:blip r:embed="rId2"/>
          <a:stretch>
            <a:fillRect/>
          </a:stretch>
        </p:blipFill>
        <p:spPr>
          <a:xfrm>
            <a:off x="2261235" y="2895600"/>
            <a:ext cx="7669530" cy="277653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00983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28</a:t>
            </a:fld>
            <a:endParaRPr lang="en-US" dirty="0"/>
          </a:p>
        </p:txBody>
      </p:sp>
      <p:sp>
        <p:nvSpPr>
          <p:cNvPr id="3" name="Title 2"/>
          <p:cNvSpPr>
            <a:spLocks noGrp="1"/>
          </p:cNvSpPr>
          <p:nvPr>
            <p:ph type="title" idx="4294967295"/>
          </p:nvPr>
        </p:nvSpPr>
        <p:spPr>
          <a:xfrm>
            <a:off x="2362200" y="304800"/>
            <a:ext cx="9144000" cy="479425"/>
          </a:xfrm>
        </p:spPr>
        <p:txBody>
          <a:bodyPr/>
          <a:lstStyle/>
          <a:p>
            <a:r>
              <a:rPr lang="en-US" sz="2400" dirty="0">
                <a:solidFill>
                  <a:schemeClr val="tx2">
                    <a:lumMod val="50000"/>
                  </a:schemeClr>
                </a:solidFill>
              </a:rPr>
              <a:t>Best Practices</a:t>
            </a:r>
          </a:p>
        </p:txBody>
      </p:sp>
      <p:sp>
        <p:nvSpPr>
          <p:cNvPr id="2" name="Content Placeholder 1"/>
          <p:cNvSpPr>
            <a:spLocks noGrp="1"/>
          </p:cNvSpPr>
          <p:nvPr>
            <p:ph idx="4294967295"/>
          </p:nvPr>
        </p:nvSpPr>
        <p:spPr>
          <a:xfrm>
            <a:off x="457199" y="1291362"/>
            <a:ext cx="10972800" cy="4983163"/>
          </a:xfrm>
        </p:spPr>
        <p:txBody>
          <a:bodyPr/>
          <a:lstStyle/>
          <a:p>
            <a:pPr>
              <a:defRPr/>
            </a:pPr>
            <a:r>
              <a:rPr dirty="0"/>
              <a:t>SFDC Calendar should not be enabled for VEEVA org</a:t>
            </a:r>
          </a:p>
          <a:p>
            <a:pPr>
              <a:defRPr/>
            </a:pPr>
            <a:r>
              <a:rPr lang="en-US" dirty="0"/>
              <a:t>Remove the standard SFDC Calendar from Home page layout and left sidebar</a:t>
            </a:r>
            <a:endParaRPr dirty="0"/>
          </a:p>
        </p:txBody>
      </p:sp>
    </p:spTree>
    <p:extLst>
      <p:ext uri="{BB962C8B-B14F-4D97-AF65-F5344CB8AC3E}">
        <p14:creationId xmlns:p14="http://schemas.microsoft.com/office/powerpoint/2010/main" val="3357051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a:prstGeom prst="rect">
            <a:avLst/>
          </a:prstGeom>
        </p:spPr>
        <p:txBody>
          <a:bodyPr/>
          <a:lstStyle/>
          <a:p>
            <a:r>
              <a:rPr lang="en-US" sz="1200" dirty="0">
                <a:solidFill>
                  <a:schemeClr val="bg1"/>
                </a:solidFill>
              </a:rPr>
              <a:t>29</a:t>
            </a:r>
          </a:p>
          <a:p>
            <a:endParaRPr lang="en-US" sz="1200" dirty="0">
              <a:solidFill>
                <a:schemeClr val="bg1"/>
              </a:solidFill>
            </a:endParaRPr>
          </a:p>
        </p:txBody>
      </p:sp>
      <p:sp>
        <p:nvSpPr>
          <p:cNvPr id="2" name="Title 1"/>
          <p:cNvSpPr>
            <a:spLocks noGrp="1"/>
          </p:cNvSpPr>
          <p:nvPr>
            <p:ph type="ctrTitle"/>
          </p:nvPr>
        </p:nvSpPr>
        <p:spPr>
          <a:xfrm>
            <a:off x="1045029" y="373531"/>
            <a:ext cx="9381744" cy="492443"/>
          </a:xfrm>
        </p:spPr>
        <p:txBody>
          <a:bodyPr/>
          <a:lstStyle/>
          <a:p>
            <a:r>
              <a:rPr lang="en-US" sz="3200" dirty="0"/>
              <a:t>Check Your Understanding 1</a:t>
            </a:r>
          </a:p>
        </p:txBody>
      </p:sp>
      <p:graphicFrame>
        <p:nvGraphicFramePr>
          <p:cNvPr id="23" name="Diagram 22"/>
          <p:cNvGraphicFramePr/>
          <p:nvPr>
            <p:extLst>
              <p:ext uri="{D42A27DB-BD31-4B8C-83A1-F6EECF244321}">
                <p14:modId xmlns:p14="http://schemas.microsoft.com/office/powerpoint/2010/main" val="22540380"/>
              </p:ext>
            </p:extLst>
          </p:nvPr>
        </p:nvGraphicFramePr>
        <p:xfrm>
          <a:off x="776641" y="1219200"/>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1914091044"/>
              </p:ext>
            </p:extLst>
          </p:nvPr>
        </p:nvGraphicFramePr>
        <p:xfrm>
          <a:off x="809298" y="3598544"/>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Footer Placeholder 3">
            <a:extLst>
              <a:ext uri="{FF2B5EF4-FFF2-40B4-BE49-F238E27FC236}">
                <a16:creationId xmlns:a16="http://schemas.microsoft.com/office/drawing/2014/main" id="{3B336737-1DD7-7402-6ADE-B7DFEC12AC15}"/>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262317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6" grpId="0">
        <p:bldAsOne/>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dirty="0"/>
              <a:t>30</a:t>
            </a:r>
            <a:endParaRPr lang="en-US" sz="1200" dirty="0">
              <a:solidFill>
                <a:schemeClr val="bg1"/>
              </a:solidFill>
            </a:endParaRPr>
          </a:p>
        </p:txBody>
      </p:sp>
      <p:sp>
        <p:nvSpPr>
          <p:cNvPr id="2" name="Title 1"/>
          <p:cNvSpPr>
            <a:spLocks noGrp="1"/>
          </p:cNvSpPr>
          <p:nvPr>
            <p:ph type="ctrTitle"/>
          </p:nvPr>
        </p:nvSpPr>
        <p:spPr>
          <a:xfrm>
            <a:off x="809298" y="460177"/>
            <a:ext cx="9381744" cy="492443"/>
          </a:xfrm>
        </p:spPr>
        <p:txBody>
          <a:bodyPr/>
          <a:lstStyle/>
          <a:p>
            <a:r>
              <a:rPr lang="en-US" sz="3200" dirty="0"/>
              <a:t>Check Your Understanding 2</a:t>
            </a:r>
          </a:p>
        </p:txBody>
      </p:sp>
      <p:graphicFrame>
        <p:nvGraphicFramePr>
          <p:cNvPr id="23" name="Diagram 22"/>
          <p:cNvGraphicFramePr/>
          <p:nvPr>
            <p:extLst>
              <p:ext uri="{D42A27DB-BD31-4B8C-83A1-F6EECF244321}">
                <p14:modId xmlns:p14="http://schemas.microsoft.com/office/powerpoint/2010/main" val="4236303505"/>
              </p:ext>
            </p:extLst>
          </p:nvPr>
        </p:nvGraphicFramePr>
        <p:xfrm>
          <a:off x="633249" y="1144428"/>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extLst>
              <p:ext uri="{D42A27DB-BD31-4B8C-83A1-F6EECF244321}">
                <p14:modId xmlns:p14="http://schemas.microsoft.com/office/powerpoint/2010/main" val="1399970846"/>
              </p:ext>
            </p:extLst>
          </p:nvPr>
        </p:nvGraphicFramePr>
        <p:xfrm>
          <a:off x="633249" y="3831575"/>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Footer Placeholder 3">
            <a:extLst>
              <a:ext uri="{FF2B5EF4-FFF2-40B4-BE49-F238E27FC236}">
                <a16:creationId xmlns:a16="http://schemas.microsoft.com/office/drawing/2014/main" id="{1C7233A0-8953-05C8-CE96-05DDDAEDE2FD}"/>
              </a:ext>
            </a:extLst>
          </p:cNvPr>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spTree>
    <p:extLst>
      <p:ext uri="{BB962C8B-B14F-4D97-AF65-F5344CB8AC3E}">
        <p14:creationId xmlns:p14="http://schemas.microsoft.com/office/powerpoint/2010/main" val="125449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31</a:t>
            </a:fld>
            <a:endParaRPr lang="en-US" dirty="0"/>
          </a:p>
        </p:txBody>
      </p:sp>
      <p:sp>
        <p:nvSpPr>
          <p:cNvPr id="3" name="Title 2"/>
          <p:cNvSpPr>
            <a:spLocks noGrp="1"/>
          </p:cNvSpPr>
          <p:nvPr>
            <p:ph type="title" idx="4294967295"/>
          </p:nvPr>
        </p:nvSpPr>
        <p:spPr>
          <a:xfrm>
            <a:off x="1828800" y="376768"/>
            <a:ext cx="9144000" cy="369332"/>
          </a:xfrm>
        </p:spPr>
        <p:txBody>
          <a:bodyPr/>
          <a:lstStyle/>
          <a:p>
            <a:r>
              <a:rPr lang="en-US" dirty="0"/>
              <a:t>Summary</a:t>
            </a:r>
          </a:p>
        </p:txBody>
      </p:sp>
      <p:sp>
        <p:nvSpPr>
          <p:cNvPr id="2" name="Content Placeholder 1"/>
          <p:cNvSpPr>
            <a:spLocks noGrp="1"/>
          </p:cNvSpPr>
          <p:nvPr>
            <p:ph idx="4294967295"/>
          </p:nvPr>
        </p:nvSpPr>
        <p:spPr>
          <a:xfrm>
            <a:off x="751115" y="1280477"/>
            <a:ext cx="10972800" cy="4983162"/>
          </a:xfrm>
        </p:spPr>
        <p:txBody>
          <a:bodyPr/>
          <a:lstStyle/>
          <a:p>
            <a:pPr marL="0" indent="0">
              <a:buNone/>
            </a:pPr>
            <a:r>
              <a:rPr lang="en-US" dirty="0"/>
              <a:t>In this module, you have learnt to, </a:t>
            </a:r>
          </a:p>
          <a:p>
            <a:r>
              <a:rPr lang="en-US" dirty="0"/>
              <a:t>Describe and configure VEEVA specific functionality :</a:t>
            </a:r>
          </a:p>
          <a:p>
            <a:pPr lvl="1">
              <a:defRPr/>
            </a:pPr>
            <a:r>
              <a:rPr lang="en-US" dirty="0"/>
              <a:t>My Schedule- Online &amp; Offline</a:t>
            </a:r>
            <a:endParaRPr dirty="0"/>
          </a:p>
          <a:p>
            <a:pPr lvl="1">
              <a:defRPr/>
            </a:pPr>
            <a:r>
              <a:rPr lang="en-US" dirty="0"/>
              <a:t>SFDC Calendar</a:t>
            </a:r>
            <a:endParaRPr dirty="0"/>
          </a:p>
          <a:p>
            <a:endParaRPr lang="en-US" dirty="0"/>
          </a:p>
        </p:txBody>
      </p:sp>
      <p:sp>
        <p:nvSpPr>
          <p:cNvPr id="6" name="Rectangle 5"/>
          <p:cNvSpPr/>
          <p:nvPr/>
        </p:nvSpPr>
        <p:spPr>
          <a:xfrm>
            <a:off x="6836229" y="3643086"/>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122" name="Picture 2" descr="D:\Images\Images\Objective\shutterstock_12820219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9279" y="3731887"/>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354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32</a:t>
            </a:fld>
            <a:endParaRPr lang="en-US" dirty="0"/>
          </a:p>
        </p:txBody>
      </p:sp>
      <p:sp>
        <p:nvSpPr>
          <p:cNvPr id="3" name="Title 2"/>
          <p:cNvSpPr>
            <a:spLocks noGrp="1"/>
          </p:cNvSpPr>
          <p:nvPr>
            <p:ph type="title" idx="4294967295"/>
          </p:nvPr>
        </p:nvSpPr>
        <p:spPr>
          <a:xfrm>
            <a:off x="2133600" y="387963"/>
            <a:ext cx="9144000" cy="369332"/>
          </a:xfrm>
        </p:spPr>
        <p:txBody>
          <a:bodyPr/>
          <a:lstStyle/>
          <a:p>
            <a:r>
              <a:rPr lang="en-US" dirty="0"/>
              <a:t>Source</a:t>
            </a:r>
          </a:p>
        </p:txBody>
      </p:sp>
      <p:sp>
        <p:nvSpPr>
          <p:cNvPr id="2" name="Content Placeholder 1"/>
          <p:cNvSpPr>
            <a:spLocks noGrp="1"/>
          </p:cNvSpPr>
          <p:nvPr>
            <p:ph idx="4294967295"/>
          </p:nvPr>
        </p:nvSpPr>
        <p:spPr>
          <a:xfrm>
            <a:off x="1075073" y="1494915"/>
            <a:ext cx="6488113" cy="5059362"/>
          </a:xfrm>
        </p:spPr>
        <p:txBody>
          <a:bodyPr/>
          <a:lstStyle/>
          <a:p>
            <a:pPr>
              <a:defRPr/>
            </a:pPr>
            <a:r>
              <a:rPr lang="en-US" dirty="0">
                <a:hlinkClick r:id="rId2"/>
              </a:rPr>
              <a:t>https://crmhelp.veeva.com/doc/Content/Home.htm</a:t>
            </a:r>
            <a:endParaRPr lang="en-US" dirty="0"/>
          </a:p>
          <a:p>
            <a:pPr>
              <a:defRPr/>
            </a:pPr>
            <a:endParaRPr lang="en-US" dirty="0"/>
          </a:p>
        </p:txBody>
      </p:sp>
      <p:sp>
        <p:nvSpPr>
          <p:cNvPr id="7" name="Text Box 4"/>
          <p:cNvSpPr txBox="1">
            <a:spLocks noChangeArrowheads="1"/>
          </p:cNvSpPr>
          <p:nvPr/>
        </p:nvSpPr>
        <p:spPr bwMode="auto">
          <a:xfrm>
            <a:off x="1447800" y="4879607"/>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4943" y="1509486"/>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8070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457199" y="6248400"/>
            <a:ext cx="352097" cy="365760"/>
          </a:xfrm>
        </p:spPr>
        <p:txBody>
          <a:bodyPr/>
          <a:lstStyle/>
          <a:p>
            <a:r>
              <a:rPr lang="en-US" dirty="0"/>
              <a:t>33</a:t>
            </a:r>
          </a:p>
        </p:txBody>
      </p:sp>
      <p:sp>
        <p:nvSpPr>
          <p:cNvPr id="3" name="Content Placeholder 2"/>
          <p:cNvSpPr>
            <a:spLocks noGrp="1"/>
          </p:cNvSpPr>
          <p:nvPr>
            <p:ph sz="quarter" idx="4294967295"/>
          </p:nvPr>
        </p:nvSpPr>
        <p:spPr>
          <a:xfrm>
            <a:off x="644133" y="1295400"/>
            <a:ext cx="10515600" cy="4267200"/>
          </a:xfrm>
        </p:spPr>
        <p:txBody>
          <a:bodyPr>
            <a:normAutofit/>
          </a:bodyPr>
          <a:lstStyle/>
          <a:p>
            <a:pPr marL="0" indent="0">
              <a:buNone/>
            </a:pPr>
            <a:r>
              <a:rPr lang="en-US" dirty="0"/>
              <a:t>In the upcoming module </a:t>
            </a:r>
            <a:r>
              <a:rPr lang="en-US" dirty="0">
                <a:solidFill>
                  <a:schemeClr val="tx1"/>
                </a:solidFill>
              </a:rPr>
              <a:t>– </a:t>
            </a:r>
            <a:r>
              <a:rPr lang="en-US" i="1" dirty="0"/>
              <a:t>Products and My Setup</a:t>
            </a:r>
            <a:r>
              <a:rPr lang="en-US" i="1" dirty="0">
                <a:solidFill>
                  <a:schemeClr val="tx1"/>
                </a:solidFill>
              </a:rPr>
              <a:t> </a:t>
            </a:r>
            <a:r>
              <a:rPr lang="en-US" dirty="0"/>
              <a:t>you will learn to</a:t>
            </a:r>
            <a:r>
              <a:rPr lang="en-US" dirty="0">
                <a:solidFill>
                  <a:schemeClr val="tx1"/>
                </a:solidFill>
              </a:rPr>
              <a:t>, </a:t>
            </a:r>
          </a:p>
          <a:p>
            <a:pPr marL="0" indent="0">
              <a:buNone/>
            </a:pPr>
            <a:endParaRPr lang="en-US" dirty="0">
              <a:solidFill>
                <a:schemeClr val="tx1"/>
              </a:solidFill>
            </a:endParaRPr>
          </a:p>
          <a:p>
            <a:pPr lvl="1">
              <a:buClrTx/>
              <a:buFont typeface="Arial" panose="020B0604020202020204" pitchFamily="34" charset="0"/>
              <a:buChar char="-"/>
            </a:pPr>
            <a:r>
              <a:rPr lang="en-US" dirty="0"/>
              <a:t>Define Products Data Model</a:t>
            </a:r>
          </a:p>
          <a:p>
            <a:pPr lvl="1">
              <a:buClrTx/>
              <a:buFont typeface="Arial" panose="020B0604020202020204" pitchFamily="34" charset="0"/>
              <a:buChar char="-"/>
            </a:pPr>
            <a:r>
              <a:rPr lang="en-US" dirty="0"/>
              <a:t>Create and Configure Products</a:t>
            </a:r>
          </a:p>
          <a:p>
            <a:pPr lvl="1">
              <a:buClrTx/>
              <a:buFont typeface="Arial" panose="020B0604020202020204" pitchFamily="34" charset="0"/>
              <a:buChar char="-"/>
            </a:pPr>
            <a:r>
              <a:rPr lang="en-US" dirty="0"/>
              <a:t>Describe Product Catalog</a:t>
            </a:r>
          </a:p>
          <a:p>
            <a:pPr lvl="1">
              <a:buClrTx/>
              <a:buFont typeface="Arial" panose="020B0604020202020204" pitchFamily="34" charset="0"/>
              <a:buChar char="-"/>
            </a:pPr>
            <a:r>
              <a:rPr lang="en-US" dirty="0"/>
              <a:t>Define features in My Setup</a:t>
            </a:r>
          </a:p>
          <a:p>
            <a:pPr lvl="1">
              <a:buClrTx/>
              <a:buFont typeface="Arial" panose="020B0604020202020204" pitchFamily="34" charset="0"/>
              <a:buChar char="-"/>
            </a:pPr>
            <a:r>
              <a:rPr lang="en-US" dirty="0"/>
              <a:t>Define Detail Favorites</a:t>
            </a:r>
          </a:p>
          <a:p>
            <a:pPr lvl="1">
              <a:buClrTx/>
              <a:buFont typeface="Arial" panose="020B0604020202020204" pitchFamily="34" charset="0"/>
              <a:buChar char="-"/>
            </a:pPr>
            <a:r>
              <a:rPr lang="en-US" dirty="0"/>
              <a:t>Define Detail Topics</a:t>
            </a:r>
          </a:p>
          <a:p>
            <a:pPr lvl="1">
              <a:buClrTx/>
              <a:buFont typeface="Arial" panose="020B0604020202020204" pitchFamily="34" charset="0"/>
              <a:buChar char="-"/>
            </a:pPr>
            <a:r>
              <a:rPr lang="en-US" dirty="0"/>
              <a:t>Define Detail Groups</a:t>
            </a:r>
          </a:p>
        </p:txBody>
      </p:sp>
      <p:sp>
        <p:nvSpPr>
          <p:cNvPr id="5" name="Title 2"/>
          <p:cNvSpPr>
            <a:spLocks noGrp="1"/>
          </p:cNvSpPr>
          <p:nvPr>
            <p:ph type="title" idx="4294967295"/>
          </p:nvPr>
        </p:nvSpPr>
        <p:spPr>
          <a:xfrm>
            <a:off x="1709057" y="381000"/>
            <a:ext cx="9144000" cy="369332"/>
          </a:xfrm>
        </p:spPr>
        <p:txBody>
          <a:bodyPr/>
          <a:lstStyle/>
          <a:p>
            <a:r>
              <a:rPr lang="en-US" dirty="0"/>
              <a:t>Coming Next..</a:t>
            </a:r>
          </a:p>
        </p:txBody>
      </p:sp>
      <p:sp>
        <p:nvSpPr>
          <p:cNvPr id="6" name="Slide Number Placeholder 3"/>
          <p:cNvSpPr txBox="1">
            <a:spLocks/>
          </p:cNvSpPr>
          <p:nvPr/>
        </p:nvSpPr>
        <p:spPr>
          <a:xfrm>
            <a:off x="11836402" y="6573715"/>
            <a:ext cx="711195" cy="22859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33</a:t>
            </a:r>
          </a:p>
        </p:txBody>
      </p:sp>
      <p:sp>
        <p:nvSpPr>
          <p:cNvPr id="2" name="Footer Placeholder 4">
            <a:extLst>
              <a:ext uri="{FF2B5EF4-FFF2-40B4-BE49-F238E27FC236}">
                <a16:creationId xmlns:a16="http://schemas.microsoft.com/office/drawing/2014/main" id="{2B31D3EA-F3E4-4CDF-027E-2406FCACC309}"/>
              </a:ext>
            </a:extLst>
          </p:cNvPr>
          <p:cNvSpPr>
            <a:spLocks noGrp="1"/>
          </p:cNvSpPr>
          <p:nvPr>
            <p:ph type="ftr" sz="quarter" idx="11"/>
          </p:nvPr>
        </p:nvSpPr>
        <p:spPr>
          <a:xfrm>
            <a:off x="1042416" y="6263640"/>
            <a:ext cx="1198179" cy="365125"/>
          </a:xfrm>
        </p:spPr>
        <p:txBody>
          <a:bodyPr/>
          <a:lstStyle/>
          <a:p>
            <a:r>
              <a:rPr lang="en-US" dirty="0"/>
              <a:t>© Cognizant 2023</a:t>
            </a:r>
          </a:p>
        </p:txBody>
      </p:sp>
    </p:spTree>
    <p:extLst>
      <p:ext uri="{BB962C8B-B14F-4D97-AF65-F5344CB8AC3E}">
        <p14:creationId xmlns:p14="http://schemas.microsoft.com/office/powerpoint/2010/main" val="2567807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3733800"/>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238125" lvl="1"/>
            <a:r>
              <a:rPr lang="en-US" sz="2800" b="1" dirty="0">
                <a:solidFill>
                  <a:srgbClr val="00718F"/>
                </a:solidFill>
                <a:latin typeface="Arial" panose="020B0604020202020204" pitchFamily="34" charset="0"/>
                <a:cs typeface="Arial" panose="020B0604020202020204" pitchFamily="34" charset="0"/>
              </a:rPr>
              <a:t>My Schedule, Calendar</a:t>
            </a:r>
          </a:p>
        </p:txBody>
      </p:sp>
      <p:sp>
        <p:nvSpPr>
          <p:cNvPr id="5" name="Title 3">
            <a:extLst>
              <a:ext uri="{FF2B5EF4-FFF2-40B4-BE49-F238E27FC236}">
                <a16:creationId xmlns:a16="http://schemas.microsoft.com/office/drawing/2014/main" id="{94EA25DC-23F3-BFB5-BF58-EDBF9749F224}"/>
              </a:ext>
            </a:extLst>
          </p:cNvPr>
          <p:cNvSpPr>
            <a:spLocks noGrp="1"/>
          </p:cNvSpPr>
          <p:nvPr>
            <p:ph type="ctrTitle"/>
          </p:nvPr>
        </p:nvSpPr>
        <p:spPr>
          <a:xfrm>
            <a:off x="1042416" y="2365335"/>
            <a:ext cx="6053327" cy="923330"/>
          </a:xfrm>
        </p:spPr>
        <p:txBody>
          <a:bodyPr/>
          <a:lstStyle/>
          <a:p>
            <a:r>
              <a:rPr lang="en-US" dirty="0"/>
              <a:t>Thank you</a:t>
            </a:r>
          </a:p>
        </p:txBody>
      </p:sp>
    </p:spTree>
    <p:extLst>
      <p:ext uri="{BB962C8B-B14F-4D97-AF65-F5344CB8AC3E}">
        <p14:creationId xmlns:p14="http://schemas.microsoft.com/office/powerpoint/2010/main" val="29210118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TaxCatchAll xmlns="c1fa1b37-97c2-4738-b9c9-f06e40c084a6" xsi:nil="true"/>
    <lcf76f155ced4ddcb4097134ff3c332f xmlns="a36ce515-a707-4959-aaa2-b339df12b9a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45039A044B60D40B3724930C1FBFD03" ma:contentTypeVersion="16" ma:contentTypeDescription="Create a new document." ma:contentTypeScope="" ma:versionID="7b464aa6ddfb3948d0b6ebd52d50a260">
  <xsd:schema xmlns:xsd="http://www.w3.org/2001/XMLSchema" xmlns:xs="http://www.w3.org/2001/XMLSchema" xmlns:p="http://schemas.microsoft.com/office/2006/metadata/properties" xmlns:ns2="a36ce515-a707-4959-aaa2-b339df12b9ad" xmlns:ns3="c1fa1b37-97c2-4738-b9c9-f06e40c084a6" targetNamespace="http://schemas.microsoft.com/office/2006/metadata/properties" ma:root="true" ma:fieldsID="1ac63ed8350cb60c84dcbc4db0ab2b71" ns2:_="" ns3:_="">
    <xsd:import namespace="a36ce515-a707-4959-aaa2-b339df12b9ad"/>
    <xsd:import namespace="c1fa1b37-97c2-4738-b9c9-f06e40c084a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ce515-a707-4959-aaa2-b339df12b9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fa1b37-97c2-4738-b9c9-f06e40c084a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00b07d-837c-47c6-83e1-c25618c757b1}" ma:internalName="TaxCatchAll" ma:showField="CatchAllData" ma:web="c1fa1b37-97c2-4738-b9c9-f06e40c08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8FCE96-C8A4-4E92-8467-18B7198B1C7C}">
  <ds:schemaRefs>
    <ds:schemaRef ds:uri="http://schemas.microsoft.com/office/2006/metadata/properties"/>
  </ds:schemaRefs>
</ds:datastoreItem>
</file>

<file path=customXml/itemProps2.xml><?xml version="1.0" encoding="utf-8"?>
<ds:datastoreItem xmlns:ds="http://schemas.openxmlformats.org/officeDocument/2006/customXml" ds:itemID="{8AAEEA49-3EED-4488-A043-7D1DC7843D7D}">
  <ds:schemaRefs>
    <ds:schemaRef ds:uri="http://schemas.microsoft.com/sharepoint/v3/contenttype/forms"/>
  </ds:schemaRefs>
</ds:datastoreItem>
</file>

<file path=customXml/itemProps3.xml><?xml version="1.0" encoding="utf-8"?>
<ds:datastoreItem xmlns:ds="http://schemas.openxmlformats.org/officeDocument/2006/customXml" ds:itemID="{50F04F79-E7CB-495D-9DEC-0DB251B1463D}"/>
</file>

<file path=docProps/app.xml><?xml version="1.0" encoding="utf-8"?>
<Properties xmlns="http://schemas.openxmlformats.org/officeDocument/2006/extended-properties" xmlns:vt="http://schemas.openxmlformats.org/officeDocument/2006/docPropsVTypes">
  <Template>Theme_3</Template>
  <TotalTime>6151</TotalTime>
  <Words>1842</Words>
  <Application>Microsoft Office PowerPoint</Application>
  <PresentationFormat>Widescreen</PresentationFormat>
  <Paragraphs>303</Paragraphs>
  <Slides>34</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34</vt:i4>
      </vt:variant>
    </vt:vector>
  </HeadingPairs>
  <TitlesOfParts>
    <vt:vector size="45" baseType="lpstr">
      <vt:lpstr>Arial</vt:lpstr>
      <vt:lpstr>Arial Narrow</vt:lpstr>
      <vt:lpstr>Arial Rounded MT Bold</vt:lpstr>
      <vt:lpstr>Arial Unicode MS</vt:lpstr>
      <vt:lpstr>Calibri</vt:lpstr>
      <vt:lpstr>Cambria</vt:lpstr>
      <vt:lpstr>Verdana</vt:lpstr>
      <vt:lpstr>Wingdings</vt:lpstr>
      <vt:lpstr>Custom Design</vt:lpstr>
      <vt:lpstr>Theme2</vt:lpstr>
      <vt:lpstr>Office Theme</vt:lpstr>
      <vt:lpstr>My Schedule, Calendar</vt:lpstr>
      <vt:lpstr>About the Author</vt:lpstr>
      <vt:lpstr>Recap ... </vt:lpstr>
      <vt:lpstr>Do You Know</vt:lpstr>
      <vt:lpstr>Overview</vt:lpstr>
      <vt:lpstr>Objectives</vt:lpstr>
      <vt:lpstr>PowerPoint Presentation</vt:lpstr>
      <vt:lpstr>Overview – My Schedule</vt:lpstr>
      <vt:lpstr>My Schedule.. 1</vt:lpstr>
      <vt:lpstr>My Schedule.. Configuring Calendar Views</vt:lpstr>
      <vt:lpstr>My Schedule.. 2</vt:lpstr>
      <vt:lpstr>My Schedule - Configuration.. 1</vt:lpstr>
      <vt:lpstr>My Schedule - Configuration.. 2</vt:lpstr>
      <vt:lpstr>My Schedule - List Filters</vt:lpstr>
      <vt:lpstr>My Schedule - Bookmarks</vt:lpstr>
      <vt:lpstr>My Schedule - Monthly View</vt:lpstr>
      <vt:lpstr>Calendar Sharing</vt:lpstr>
      <vt:lpstr>Enable Calendar Sharing</vt:lpstr>
      <vt:lpstr>Multi-Channel Calendar.. 1</vt:lpstr>
      <vt:lpstr>Multi-Channel Calendar.. 2</vt:lpstr>
      <vt:lpstr>PowerPoint Presentation</vt:lpstr>
      <vt:lpstr>My Schedule on CRM (iRep)</vt:lpstr>
      <vt:lpstr>My Schedule - Week Scheduler</vt:lpstr>
      <vt:lpstr>My Schedule - External Calendar</vt:lpstr>
      <vt:lpstr>My Schedule - Office Best Times</vt:lpstr>
      <vt:lpstr>PowerPoint Presentation</vt:lpstr>
      <vt:lpstr>SFDC Calendar</vt:lpstr>
      <vt:lpstr>Best Practices</vt:lpstr>
      <vt:lpstr>Check Your Understanding 1</vt:lpstr>
      <vt:lpstr>Check Your Understanding 2</vt:lpstr>
      <vt:lpstr>Summary</vt:lpstr>
      <vt:lpstr>Source</vt:lpstr>
      <vt:lpstr>Coming Next..</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Majumdar, Abhijan (Cognizant)</cp:lastModifiedBy>
  <cp:revision>233</cp:revision>
  <dcterms:created xsi:type="dcterms:W3CDTF">2011-06-15T11:24:59Z</dcterms:created>
  <dcterms:modified xsi:type="dcterms:W3CDTF">2023-08-12T15:42:47Z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0x010100145039A044B60D40B3724930C1FBFD03</vt:lpwstr>
  </property>
  <property fmtid="{D5CDD505-2E9C-101B-9397-08002B2CF9AE}" pid="3" name="_dlc_DocIdItemGuid">
    <vt:lpwstr>1c19f327-3998-48ba-bd4d-be7aee79e354</vt:lpwstr>
  </property>
</Properties>
</file>