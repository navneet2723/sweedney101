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4.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4"/>
    <p:sldMasterId id="2147483819" r:id="rId5"/>
  </p:sldMasterIdLst>
  <p:notesMasterIdLst>
    <p:notesMasterId r:id="rId54"/>
  </p:notesMasterIdLst>
  <p:handoutMasterIdLst>
    <p:handoutMasterId r:id="rId55"/>
  </p:handoutMasterIdLst>
  <p:sldIdLst>
    <p:sldId id="256" r:id="rId6"/>
    <p:sldId id="289" r:id="rId7"/>
    <p:sldId id="259" r:id="rId8"/>
    <p:sldId id="724" r:id="rId9"/>
    <p:sldId id="260" r:id="rId10"/>
    <p:sldId id="723" r:id="rId11"/>
    <p:sldId id="717" r:id="rId12"/>
    <p:sldId id="261" r:id="rId13"/>
    <p:sldId id="757" r:id="rId14"/>
    <p:sldId id="756" r:id="rId15"/>
    <p:sldId id="758" r:id="rId16"/>
    <p:sldId id="760" r:id="rId17"/>
    <p:sldId id="759" r:id="rId18"/>
    <p:sldId id="725" r:id="rId19"/>
    <p:sldId id="761" r:id="rId20"/>
    <p:sldId id="763" r:id="rId21"/>
    <p:sldId id="765" r:id="rId22"/>
    <p:sldId id="766" r:id="rId23"/>
    <p:sldId id="764" r:id="rId24"/>
    <p:sldId id="767" r:id="rId25"/>
    <p:sldId id="768" r:id="rId26"/>
    <p:sldId id="769" r:id="rId27"/>
    <p:sldId id="770" r:id="rId28"/>
    <p:sldId id="771" r:id="rId29"/>
    <p:sldId id="772" r:id="rId30"/>
    <p:sldId id="773" r:id="rId31"/>
    <p:sldId id="774" r:id="rId32"/>
    <p:sldId id="775" r:id="rId33"/>
    <p:sldId id="776" r:id="rId34"/>
    <p:sldId id="777" r:id="rId35"/>
    <p:sldId id="778" r:id="rId36"/>
    <p:sldId id="779" r:id="rId37"/>
    <p:sldId id="780" r:id="rId38"/>
    <p:sldId id="781" r:id="rId39"/>
    <p:sldId id="782" r:id="rId40"/>
    <p:sldId id="783" r:id="rId41"/>
    <p:sldId id="784" r:id="rId42"/>
    <p:sldId id="785" r:id="rId43"/>
    <p:sldId id="786" r:id="rId44"/>
    <p:sldId id="787" r:id="rId45"/>
    <p:sldId id="712" r:id="rId46"/>
    <p:sldId id="788" r:id="rId47"/>
    <p:sldId id="789" r:id="rId48"/>
    <p:sldId id="790" r:id="rId49"/>
    <p:sldId id="265" r:id="rId50"/>
    <p:sldId id="287" r:id="rId51"/>
    <p:sldId id="288" r:id="rId52"/>
    <p:sldId id="268"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84" userDrawn="1">
          <p15:clr>
            <a:srgbClr val="A4A3A4"/>
          </p15:clr>
        </p15:guide>
        <p15:guide id="2" orient="horz" pos="3480" userDrawn="1">
          <p15:clr>
            <a:srgbClr val="A4A3A4"/>
          </p15:clr>
        </p15:guide>
        <p15:guide id="3" orient="horz" pos="1968" userDrawn="1">
          <p15:clr>
            <a:srgbClr val="A4A3A4"/>
          </p15:clr>
        </p15:guide>
        <p15:guide id="4"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D0FE45A-7076-C060-3926-02C230FFCD7B}" name="Gartner, David (Cognizant)" initials="GD(" userId="S::930056@cognizant.com::31109c44-657a-4c1f-917c-0cd2083250d2" providerId="AD"/>
  <p188:author id="{99F93FB6-C18C-5FBA-5487-DBE9A471B604}" name="Jennifer Kelly" initials="JK" userId="c+VufwqJC72uMbGB6Qy3ESl4lWVfVYW4DP6fjOUmpX4=" providerId="None"/>
  <p188:author id="{AFF83BBF-8DC2-56B1-7D97-F4B62A6558D1}" name="Holsinger, Sophie (Contractor)" initials="H(" userId="qSv0elhcSqVZ6Und2jvxKda9UaW6eolhxm7dQQjF6aw=" providerId="None"/>
  <p188:author id="{0DF45BD4-5C8A-2E2D-FEE5-54A7402B3C0A}" name="Michelle Loeb" initials="ML" userId="y5thoKV0uDjaThbJPgxbMhWQvDJapLNicr5yuEWdci8=" providerId="None"/>
  <p188:author id="{561DB6D9-3341-C508-291F-4E7B425C4BEE}" name="La Cascia, Lynne (Cognizant)" initials="L(" userId="XzsV+nJzGmSCzj+6LOZ0MUrq7QBF9d0P2TCBTjMm7P4="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Rikki Feuerstein" initials="RF" lastIdx="118" clrIdx="0">
    <p:extLst>
      <p:ext uri="{19B8F6BF-5375-455C-9EA6-DF929625EA0E}">
        <p15:presenceInfo xmlns:p15="http://schemas.microsoft.com/office/powerpoint/2012/main" userId="9696b6c1086d6638" providerId="Windows Live"/>
      </p:ext>
    </p:extLst>
  </p:cmAuthor>
  <p:cmAuthor id="2" name="Alex DiMaio" initials="AD" lastIdx="327" clrIdx="1">
    <p:extLst>
      <p:ext uri="{19B8F6BF-5375-455C-9EA6-DF929625EA0E}">
        <p15:presenceInfo xmlns:p15="http://schemas.microsoft.com/office/powerpoint/2012/main" userId="S::adimaio@tenetpartner.onmicrosoft.com::b1481f74-343d-4e6b-b114-ca2ded61f9f6" providerId="AD"/>
      </p:ext>
    </p:extLst>
  </p:cmAuthor>
  <p:cmAuthor id="3" name="Microsoft Office User" initials="MOU" lastIdx="4" clrIdx="2"/>
  <p:cmAuthor id="4" name="Gartner, David (Cognizant)" initials="GD(" lastIdx="61" clrIdx="3">
    <p:extLst>
      <p:ext uri="{19B8F6BF-5375-455C-9EA6-DF929625EA0E}">
        <p15:presenceInfo xmlns:p15="http://schemas.microsoft.com/office/powerpoint/2012/main" userId="S::930056@cognizant.com::31109c44-657a-4c1f-917c-0cd2083250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2DB820"/>
    <a:srgbClr val="EAC71D"/>
    <a:srgbClr val="B81E2D"/>
    <a:srgbClr val="424242"/>
    <a:srgbClr val="ECECEC"/>
    <a:srgbClr val="000048"/>
    <a:srgbClr val="777777"/>
    <a:srgbClr val="E9C71D"/>
    <a:srgbClr val="2E318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0EE5547-C9F8-4CD5-844F-9BD69888EB83}" v="445" dt="2023-07-21T08:46:22.57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651" autoAdjust="0"/>
    <p:restoredTop sz="96327" autoAdjust="0"/>
  </p:normalViewPr>
  <p:slideViewPr>
    <p:cSldViewPr snapToGrid="0">
      <p:cViewPr varScale="1">
        <p:scale>
          <a:sx n="40" d="100"/>
          <a:sy n="40" d="100"/>
        </p:scale>
        <p:origin x="60" y="540"/>
      </p:cViewPr>
      <p:guideLst>
        <p:guide orient="horz" pos="1584"/>
        <p:guide orient="horz" pos="3480"/>
        <p:guide orient="horz" pos="1968"/>
        <p:guide pos="3840"/>
      </p:guideLst>
    </p:cSldViewPr>
  </p:slideViewPr>
  <p:outlineViewPr>
    <p:cViewPr>
      <p:scale>
        <a:sx n="33" d="100"/>
        <a:sy n="33" d="100"/>
      </p:scale>
      <p:origin x="0" y="-20008"/>
    </p:cViewPr>
  </p:outlineViewPr>
  <p:notesTextViewPr>
    <p:cViewPr>
      <p:scale>
        <a:sx n="1" d="1"/>
        <a:sy n="1" d="1"/>
      </p:scale>
      <p:origin x="0" y="0"/>
    </p:cViewPr>
  </p:notesTextViewPr>
  <p:sorterViewPr>
    <p:cViewPr>
      <p:scale>
        <a:sx n="1" d="1"/>
        <a:sy n="1" d="1"/>
      </p:scale>
      <p:origin x="0" y="0"/>
    </p:cViewPr>
  </p:sorterViewPr>
  <p:notesViewPr>
    <p:cSldViewPr snapToGrid="0" showGuides="1">
      <p:cViewPr varScale="1">
        <p:scale>
          <a:sx n="110" d="100"/>
          <a:sy n="110" d="100"/>
        </p:scale>
        <p:origin x="4160" y="1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handoutMaster" Target="handoutMasters/handoutMaster1.xml"/><Relationship Id="rId63" Type="http://schemas.microsoft.com/office/2018/10/relationships/authors" Target="author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viewProps" Target="viewProps.xml"/><Relationship Id="rId5" Type="http://schemas.openxmlformats.org/officeDocument/2006/relationships/slideMaster" Target="slideMasters/slideMaster2.xml"/><Relationship Id="rId61" Type="http://schemas.microsoft.com/office/2016/11/relationships/changesInfo" Target="changesInfos/changesInfo1.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commentAuthors" Target="commentAuthor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theme" Target="theme/theme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notesMaster" Target="notesMasters/notesMaster1.xml"/><Relationship Id="rId62"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presProps" Target="presProps.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te, Sneha (Cognizant)" userId="62ca8c89-7698-4ba4-86c5-ae883b79a337" providerId="ADAL" clId="{D0EE5547-C9F8-4CD5-844F-9BD69888EB83}"/>
    <pc:docChg chg="undo redo custSel addSld delSld modSld sldOrd">
      <pc:chgData name="Kate, Sneha (Cognizant)" userId="62ca8c89-7698-4ba4-86c5-ae883b79a337" providerId="ADAL" clId="{D0EE5547-C9F8-4CD5-844F-9BD69888EB83}" dt="2023-07-21T08:57:43.436" v="2328" actId="20577"/>
      <pc:docMkLst>
        <pc:docMk/>
      </pc:docMkLst>
      <pc:sldChg chg="modSp mod">
        <pc:chgData name="Kate, Sneha (Cognizant)" userId="62ca8c89-7698-4ba4-86c5-ae883b79a337" providerId="ADAL" clId="{D0EE5547-C9F8-4CD5-844F-9BD69888EB83}" dt="2023-07-21T06:46:17.356" v="33" actId="20577"/>
        <pc:sldMkLst>
          <pc:docMk/>
          <pc:sldMk cId="2682367817" sldId="256"/>
        </pc:sldMkLst>
        <pc:spChg chg="mod">
          <ac:chgData name="Kate, Sneha (Cognizant)" userId="62ca8c89-7698-4ba4-86c5-ae883b79a337" providerId="ADAL" clId="{D0EE5547-C9F8-4CD5-844F-9BD69888EB83}" dt="2023-07-21T06:46:17.356" v="33" actId="20577"/>
          <ac:spMkLst>
            <pc:docMk/>
            <pc:sldMk cId="2682367817" sldId="256"/>
            <ac:spMk id="2" creationId="{6DD6D1A9-B0C5-D73A-BAE7-E3FCBDA3F0BA}"/>
          </ac:spMkLst>
        </pc:spChg>
      </pc:sldChg>
      <pc:sldChg chg="modSp mod">
        <pc:chgData name="Kate, Sneha (Cognizant)" userId="62ca8c89-7698-4ba4-86c5-ae883b79a337" providerId="ADAL" clId="{D0EE5547-C9F8-4CD5-844F-9BD69888EB83}" dt="2023-07-21T06:46:52.944" v="35"/>
        <pc:sldMkLst>
          <pc:docMk/>
          <pc:sldMk cId="1879160448" sldId="259"/>
        </pc:sldMkLst>
        <pc:spChg chg="mod">
          <ac:chgData name="Kate, Sneha (Cognizant)" userId="62ca8c89-7698-4ba4-86c5-ae883b79a337" providerId="ADAL" clId="{D0EE5547-C9F8-4CD5-844F-9BD69888EB83}" dt="2023-07-21T06:46:52.944" v="35"/>
          <ac:spMkLst>
            <pc:docMk/>
            <pc:sldMk cId="1879160448" sldId="259"/>
            <ac:spMk id="2" creationId="{E5A63820-092F-35E6-E8BF-2B62EEE21138}"/>
          </ac:spMkLst>
        </pc:spChg>
      </pc:sldChg>
      <pc:sldChg chg="modSp mod">
        <pc:chgData name="Kate, Sneha (Cognizant)" userId="62ca8c89-7698-4ba4-86c5-ae883b79a337" providerId="ADAL" clId="{D0EE5547-C9F8-4CD5-844F-9BD69888EB83}" dt="2023-07-21T06:48:24.761" v="41"/>
        <pc:sldMkLst>
          <pc:docMk/>
          <pc:sldMk cId="3005906201" sldId="260"/>
        </pc:sldMkLst>
        <pc:spChg chg="mod">
          <ac:chgData name="Kate, Sneha (Cognizant)" userId="62ca8c89-7698-4ba4-86c5-ae883b79a337" providerId="ADAL" clId="{D0EE5547-C9F8-4CD5-844F-9BD69888EB83}" dt="2023-07-21T06:48:24.761" v="41"/>
          <ac:spMkLst>
            <pc:docMk/>
            <pc:sldMk cId="3005906201" sldId="260"/>
            <ac:spMk id="2" creationId="{C4B7A633-33F1-43A7-05B1-ABCE3F2FD3C2}"/>
          </ac:spMkLst>
        </pc:spChg>
      </pc:sldChg>
      <pc:sldChg chg="modSp mod">
        <pc:chgData name="Kate, Sneha (Cognizant)" userId="62ca8c89-7698-4ba4-86c5-ae883b79a337" providerId="ADAL" clId="{D0EE5547-C9F8-4CD5-844F-9BD69888EB83}" dt="2023-07-21T06:50:00.327" v="124" actId="12"/>
        <pc:sldMkLst>
          <pc:docMk/>
          <pc:sldMk cId="2236367607" sldId="261"/>
        </pc:sldMkLst>
        <pc:spChg chg="mod">
          <ac:chgData name="Kate, Sneha (Cognizant)" userId="62ca8c89-7698-4ba4-86c5-ae883b79a337" providerId="ADAL" clId="{D0EE5547-C9F8-4CD5-844F-9BD69888EB83}" dt="2023-07-21T06:50:00.327" v="124" actId="12"/>
          <ac:spMkLst>
            <pc:docMk/>
            <pc:sldMk cId="2236367607" sldId="261"/>
            <ac:spMk id="2" creationId="{00565AA0-9D26-01E4-3E5C-A7CD5FA39082}"/>
          </ac:spMkLst>
        </pc:spChg>
        <pc:spChg chg="mod">
          <ac:chgData name="Kate, Sneha (Cognizant)" userId="62ca8c89-7698-4ba4-86c5-ae883b79a337" providerId="ADAL" clId="{D0EE5547-C9F8-4CD5-844F-9BD69888EB83}" dt="2023-07-21T06:49:45.494" v="121" actId="20577"/>
          <ac:spMkLst>
            <pc:docMk/>
            <pc:sldMk cId="2236367607" sldId="261"/>
            <ac:spMk id="3" creationId="{F407570A-35E0-C689-8D89-981372F5A85F}"/>
          </ac:spMkLst>
        </pc:spChg>
      </pc:sldChg>
      <pc:sldChg chg="addSp modSp mod ord">
        <pc:chgData name="Kate, Sneha (Cognizant)" userId="62ca8c89-7698-4ba4-86c5-ae883b79a337" providerId="ADAL" clId="{D0EE5547-C9F8-4CD5-844F-9BD69888EB83}" dt="2023-07-21T08:46:22.572" v="2192" actId="1076"/>
        <pc:sldMkLst>
          <pc:docMk/>
          <pc:sldMk cId="3090349151" sldId="265"/>
        </pc:sldMkLst>
        <pc:spChg chg="mod">
          <ac:chgData name="Kate, Sneha (Cognizant)" userId="62ca8c89-7698-4ba4-86c5-ae883b79a337" providerId="ADAL" clId="{D0EE5547-C9F8-4CD5-844F-9BD69888EB83}" dt="2023-07-21T08:45:31.205" v="2185" actId="20577"/>
          <ac:spMkLst>
            <pc:docMk/>
            <pc:sldMk cId="3090349151" sldId="265"/>
            <ac:spMk id="5" creationId="{3325E288-3DD0-3289-1B46-700F55FF4848}"/>
          </ac:spMkLst>
        </pc:spChg>
        <pc:spChg chg="add mod">
          <ac:chgData name="Kate, Sneha (Cognizant)" userId="62ca8c89-7698-4ba4-86c5-ae883b79a337" providerId="ADAL" clId="{D0EE5547-C9F8-4CD5-844F-9BD69888EB83}" dt="2023-07-21T08:46:17.116" v="2191" actId="1076"/>
          <ac:spMkLst>
            <pc:docMk/>
            <pc:sldMk cId="3090349151" sldId="265"/>
            <ac:spMk id="8" creationId="{6D847E6F-770C-7D1B-B082-243722BC28FD}"/>
          </ac:spMkLst>
        </pc:spChg>
        <pc:picChg chg="mod">
          <ac:chgData name="Kate, Sneha (Cognizant)" userId="62ca8c89-7698-4ba4-86c5-ae883b79a337" providerId="ADAL" clId="{D0EE5547-C9F8-4CD5-844F-9BD69888EB83}" dt="2023-07-21T08:46:22.572" v="2192" actId="1076"/>
          <ac:picMkLst>
            <pc:docMk/>
            <pc:sldMk cId="3090349151" sldId="265"/>
            <ac:picMk id="6" creationId="{720B3D16-4F58-A86E-B2F4-AEA0328A9EC7}"/>
          </ac:picMkLst>
        </pc:picChg>
      </pc:sldChg>
      <pc:sldChg chg="del">
        <pc:chgData name="Kate, Sneha (Cognizant)" userId="62ca8c89-7698-4ba4-86c5-ae883b79a337" providerId="ADAL" clId="{D0EE5547-C9F8-4CD5-844F-9BD69888EB83}" dt="2023-07-21T08:46:46.595" v="2193" actId="47"/>
        <pc:sldMkLst>
          <pc:docMk/>
          <pc:sldMk cId="1779795695" sldId="266"/>
        </pc:sldMkLst>
      </pc:sldChg>
      <pc:sldChg chg="del">
        <pc:chgData name="Kate, Sneha (Cognizant)" userId="62ca8c89-7698-4ba4-86c5-ae883b79a337" providerId="ADAL" clId="{D0EE5547-C9F8-4CD5-844F-9BD69888EB83}" dt="2023-07-21T08:46:46.595" v="2193" actId="47"/>
        <pc:sldMkLst>
          <pc:docMk/>
          <pc:sldMk cId="1255605990" sldId="267"/>
        </pc:sldMkLst>
      </pc:sldChg>
      <pc:sldChg chg="modSp mod">
        <pc:chgData name="Kate, Sneha (Cognizant)" userId="62ca8c89-7698-4ba4-86c5-ae883b79a337" providerId="ADAL" clId="{D0EE5547-C9F8-4CD5-844F-9BD69888EB83}" dt="2023-07-21T08:57:43.436" v="2328" actId="20577"/>
        <pc:sldMkLst>
          <pc:docMk/>
          <pc:sldMk cId="3158841849" sldId="268"/>
        </pc:sldMkLst>
        <pc:spChg chg="mod">
          <ac:chgData name="Kate, Sneha (Cognizant)" userId="62ca8c89-7698-4ba4-86c5-ae883b79a337" providerId="ADAL" clId="{D0EE5547-C9F8-4CD5-844F-9BD69888EB83}" dt="2023-07-21T08:57:43.436" v="2328" actId="20577"/>
          <ac:spMkLst>
            <pc:docMk/>
            <pc:sldMk cId="3158841849" sldId="268"/>
            <ac:spMk id="5" creationId="{9F210633-8F7E-62A5-5DA0-0E7F5050FB3E}"/>
          </ac:spMkLst>
        </pc:spChg>
      </pc:sldChg>
      <pc:sldChg chg="del">
        <pc:chgData name="Kate, Sneha (Cognizant)" userId="62ca8c89-7698-4ba4-86c5-ae883b79a337" providerId="ADAL" clId="{D0EE5547-C9F8-4CD5-844F-9BD69888EB83}" dt="2023-07-21T08:46:46.595" v="2193" actId="47"/>
        <pc:sldMkLst>
          <pc:docMk/>
          <pc:sldMk cId="3427747904" sldId="270"/>
        </pc:sldMkLst>
      </pc:sldChg>
      <pc:sldChg chg="del">
        <pc:chgData name="Kate, Sneha (Cognizant)" userId="62ca8c89-7698-4ba4-86c5-ae883b79a337" providerId="ADAL" clId="{D0EE5547-C9F8-4CD5-844F-9BD69888EB83}" dt="2023-07-21T08:46:46.595" v="2193" actId="47"/>
        <pc:sldMkLst>
          <pc:docMk/>
          <pc:sldMk cId="384398374" sldId="273"/>
        </pc:sldMkLst>
      </pc:sldChg>
      <pc:sldChg chg="del">
        <pc:chgData name="Kate, Sneha (Cognizant)" userId="62ca8c89-7698-4ba4-86c5-ae883b79a337" providerId="ADAL" clId="{D0EE5547-C9F8-4CD5-844F-9BD69888EB83}" dt="2023-07-21T08:46:46.595" v="2193" actId="47"/>
        <pc:sldMkLst>
          <pc:docMk/>
          <pc:sldMk cId="2245440374" sldId="276"/>
        </pc:sldMkLst>
      </pc:sldChg>
      <pc:sldChg chg="del">
        <pc:chgData name="Kate, Sneha (Cognizant)" userId="62ca8c89-7698-4ba4-86c5-ae883b79a337" providerId="ADAL" clId="{D0EE5547-C9F8-4CD5-844F-9BD69888EB83}" dt="2023-07-21T08:46:46.595" v="2193" actId="47"/>
        <pc:sldMkLst>
          <pc:docMk/>
          <pc:sldMk cId="1198700657" sldId="277"/>
        </pc:sldMkLst>
      </pc:sldChg>
      <pc:sldChg chg="del">
        <pc:chgData name="Kate, Sneha (Cognizant)" userId="62ca8c89-7698-4ba4-86c5-ae883b79a337" providerId="ADAL" clId="{D0EE5547-C9F8-4CD5-844F-9BD69888EB83}" dt="2023-07-21T08:46:46.595" v="2193" actId="47"/>
        <pc:sldMkLst>
          <pc:docMk/>
          <pc:sldMk cId="3356987430" sldId="278"/>
        </pc:sldMkLst>
      </pc:sldChg>
      <pc:sldChg chg="del">
        <pc:chgData name="Kate, Sneha (Cognizant)" userId="62ca8c89-7698-4ba4-86c5-ae883b79a337" providerId="ADAL" clId="{D0EE5547-C9F8-4CD5-844F-9BD69888EB83}" dt="2023-07-21T08:46:46.595" v="2193" actId="47"/>
        <pc:sldMkLst>
          <pc:docMk/>
          <pc:sldMk cId="4082255068" sldId="279"/>
        </pc:sldMkLst>
      </pc:sldChg>
      <pc:sldChg chg="modSp mod ord">
        <pc:chgData name="Kate, Sneha (Cognizant)" userId="62ca8c89-7698-4ba4-86c5-ae883b79a337" providerId="ADAL" clId="{D0EE5547-C9F8-4CD5-844F-9BD69888EB83}" dt="2023-07-21T08:56:14.800" v="2237" actId="207"/>
        <pc:sldMkLst>
          <pc:docMk/>
          <pc:sldMk cId="563797236" sldId="287"/>
        </pc:sldMkLst>
        <pc:spChg chg="mod">
          <ac:chgData name="Kate, Sneha (Cognizant)" userId="62ca8c89-7698-4ba4-86c5-ae883b79a337" providerId="ADAL" clId="{D0EE5547-C9F8-4CD5-844F-9BD69888EB83}" dt="2023-07-21T08:56:14.800" v="2237" actId="207"/>
          <ac:spMkLst>
            <pc:docMk/>
            <pc:sldMk cId="563797236" sldId="287"/>
            <ac:spMk id="5" creationId="{3325E288-3DD0-3289-1B46-700F55FF4848}"/>
          </ac:spMkLst>
        </pc:spChg>
        <pc:spChg chg="mod">
          <ac:chgData name="Kate, Sneha (Cognizant)" userId="62ca8c89-7698-4ba4-86c5-ae883b79a337" providerId="ADAL" clId="{D0EE5547-C9F8-4CD5-844F-9BD69888EB83}" dt="2023-07-21T08:48:35.607" v="2236" actId="14100"/>
          <ac:spMkLst>
            <pc:docMk/>
            <pc:sldMk cId="563797236" sldId="287"/>
            <ac:spMk id="11" creationId="{EC77BAAE-1BF9-295B-7AAB-74B487B7972B}"/>
          </ac:spMkLst>
        </pc:spChg>
      </pc:sldChg>
      <pc:sldChg chg="modSp mod">
        <pc:chgData name="Kate, Sneha (Cognizant)" userId="62ca8c89-7698-4ba4-86c5-ae883b79a337" providerId="ADAL" clId="{D0EE5547-C9F8-4CD5-844F-9BD69888EB83}" dt="2023-07-21T08:56:42.525" v="2239"/>
        <pc:sldMkLst>
          <pc:docMk/>
          <pc:sldMk cId="3511727540" sldId="288"/>
        </pc:sldMkLst>
        <pc:spChg chg="mod">
          <ac:chgData name="Kate, Sneha (Cognizant)" userId="62ca8c89-7698-4ba4-86c5-ae883b79a337" providerId="ADAL" clId="{D0EE5547-C9F8-4CD5-844F-9BD69888EB83}" dt="2023-07-21T08:56:42.525" v="2239"/>
          <ac:spMkLst>
            <pc:docMk/>
            <pc:sldMk cId="3511727540" sldId="288"/>
            <ac:spMk id="5" creationId="{3325E288-3DD0-3289-1B46-700F55FF4848}"/>
          </ac:spMkLst>
        </pc:spChg>
      </pc:sldChg>
      <pc:sldChg chg="modSp mod ord">
        <pc:chgData name="Kate, Sneha (Cognizant)" userId="62ca8c89-7698-4ba4-86c5-ae883b79a337" providerId="ADAL" clId="{D0EE5547-C9F8-4CD5-844F-9BD69888EB83}" dt="2023-07-21T08:30:28.419" v="1920" actId="20577"/>
        <pc:sldMkLst>
          <pc:docMk/>
          <pc:sldMk cId="180774390" sldId="712"/>
        </pc:sldMkLst>
        <pc:spChg chg="mod">
          <ac:chgData name="Kate, Sneha (Cognizant)" userId="62ca8c89-7698-4ba4-86c5-ae883b79a337" providerId="ADAL" clId="{D0EE5547-C9F8-4CD5-844F-9BD69888EB83}" dt="2023-07-21T08:29:03.803" v="1812" actId="20577"/>
          <ac:spMkLst>
            <pc:docMk/>
            <pc:sldMk cId="180774390" sldId="712"/>
            <ac:spMk id="7" creationId="{EA0D6B93-CE79-4088-9EA6-938915E2F70B}"/>
          </ac:spMkLst>
        </pc:spChg>
        <pc:spChg chg="mod">
          <ac:chgData name="Kate, Sneha (Cognizant)" userId="62ca8c89-7698-4ba4-86c5-ae883b79a337" providerId="ADAL" clId="{D0EE5547-C9F8-4CD5-844F-9BD69888EB83}" dt="2023-07-21T08:29:07.869" v="1813"/>
          <ac:spMkLst>
            <pc:docMk/>
            <pc:sldMk cId="180774390" sldId="712"/>
            <ac:spMk id="8" creationId="{D05C2CA5-DEA1-3E93-24DC-C0DA712EEAA3}"/>
          </ac:spMkLst>
        </pc:spChg>
        <pc:graphicFrameChg chg="mod">
          <ac:chgData name="Kate, Sneha (Cognizant)" userId="62ca8c89-7698-4ba4-86c5-ae883b79a337" providerId="ADAL" clId="{D0EE5547-C9F8-4CD5-844F-9BD69888EB83}" dt="2023-07-21T08:30:28.419" v="1920" actId="20577"/>
          <ac:graphicFrameMkLst>
            <pc:docMk/>
            <pc:sldMk cId="180774390" sldId="712"/>
            <ac:graphicFrameMk id="5" creationId="{71AF468C-B04E-BD66-2C2E-6A4F0AAA2E2F}"/>
          </ac:graphicFrameMkLst>
        </pc:graphicFrameChg>
        <pc:graphicFrameChg chg="mod">
          <ac:chgData name="Kate, Sneha (Cognizant)" userId="62ca8c89-7698-4ba4-86c5-ae883b79a337" providerId="ADAL" clId="{D0EE5547-C9F8-4CD5-844F-9BD69888EB83}" dt="2023-07-21T08:30:06.615" v="1915"/>
          <ac:graphicFrameMkLst>
            <pc:docMk/>
            <pc:sldMk cId="180774390" sldId="712"/>
            <ac:graphicFrameMk id="6" creationId="{8CA72680-3A46-3D46-A5A0-B399BF375B4E}"/>
          </ac:graphicFrameMkLst>
        </pc:graphicFrameChg>
      </pc:sldChg>
      <pc:sldChg chg="del ord">
        <pc:chgData name="Kate, Sneha (Cognizant)" userId="62ca8c89-7698-4ba4-86c5-ae883b79a337" providerId="ADAL" clId="{D0EE5547-C9F8-4CD5-844F-9BD69888EB83}" dt="2023-07-21T08:29:15.743" v="1814" actId="2696"/>
        <pc:sldMkLst>
          <pc:docMk/>
          <pc:sldMk cId="117732452" sldId="716"/>
        </pc:sldMkLst>
      </pc:sldChg>
      <pc:sldChg chg="modSp mod">
        <pc:chgData name="Kate, Sneha (Cognizant)" userId="62ca8c89-7698-4ba4-86c5-ae883b79a337" providerId="ADAL" clId="{D0EE5547-C9F8-4CD5-844F-9BD69888EB83}" dt="2023-07-21T06:49:16.034" v="94" actId="20577"/>
        <pc:sldMkLst>
          <pc:docMk/>
          <pc:sldMk cId="3519810719" sldId="717"/>
        </pc:sldMkLst>
        <pc:spChg chg="mod">
          <ac:chgData name="Kate, Sneha (Cognizant)" userId="62ca8c89-7698-4ba4-86c5-ae883b79a337" providerId="ADAL" clId="{D0EE5547-C9F8-4CD5-844F-9BD69888EB83}" dt="2023-07-21T06:49:01.948" v="58" actId="20577"/>
          <ac:spMkLst>
            <pc:docMk/>
            <pc:sldMk cId="3519810719" sldId="717"/>
            <ac:spMk id="3" creationId="{C7276DC3-F326-F107-FC8E-C78A1B588DB8}"/>
          </ac:spMkLst>
        </pc:spChg>
        <pc:spChg chg="mod">
          <ac:chgData name="Kate, Sneha (Cognizant)" userId="62ca8c89-7698-4ba4-86c5-ae883b79a337" providerId="ADAL" clId="{D0EE5547-C9F8-4CD5-844F-9BD69888EB83}" dt="2023-07-21T06:49:16.034" v="94" actId="20577"/>
          <ac:spMkLst>
            <pc:docMk/>
            <pc:sldMk cId="3519810719" sldId="717"/>
            <ac:spMk id="11" creationId="{6C89135B-DDC4-C06C-33AD-3FA78D5BA252}"/>
          </ac:spMkLst>
        </pc:spChg>
      </pc:sldChg>
      <pc:sldChg chg="del">
        <pc:chgData name="Kate, Sneha (Cognizant)" userId="62ca8c89-7698-4ba4-86c5-ae883b79a337" providerId="ADAL" clId="{D0EE5547-C9F8-4CD5-844F-9BD69888EB83}" dt="2023-07-21T08:46:46.595" v="2193" actId="47"/>
        <pc:sldMkLst>
          <pc:docMk/>
          <pc:sldMk cId="4272226962" sldId="718"/>
        </pc:sldMkLst>
      </pc:sldChg>
      <pc:sldChg chg="del">
        <pc:chgData name="Kate, Sneha (Cognizant)" userId="62ca8c89-7698-4ba4-86c5-ae883b79a337" providerId="ADAL" clId="{D0EE5547-C9F8-4CD5-844F-9BD69888EB83}" dt="2023-07-21T08:46:46.595" v="2193" actId="47"/>
        <pc:sldMkLst>
          <pc:docMk/>
          <pc:sldMk cId="4077232650" sldId="719"/>
        </pc:sldMkLst>
      </pc:sldChg>
      <pc:sldChg chg="del">
        <pc:chgData name="Kate, Sneha (Cognizant)" userId="62ca8c89-7698-4ba4-86c5-ae883b79a337" providerId="ADAL" clId="{D0EE5547-C9F8-4CD5-844F-9BD69888EB83}" dt="2023-07-21T08:46:46.595" v="2193" actId="47"/>
        <pc:sldMkLst>
          <pc:docMk/>
          <pc:sldMk cId="622203520" sldId="720"/>
        </pc:sldMkLst>
      </pc:sldChg>
      <pc:sldChg chg="del">
        <pc:chgData name="Kate, Sneha (Cognizant)" userId="62ca8c89-7698-4ba4-86c5-ae883b79a337" providerId="ADAL" clId="{D0EE5547-C9F8-4CD5-844F-9BD69888EB83}" dt="2023-07-21T08:46:46.595" v="2193" actId="47"/>
        <pc:sldMkLst>
          <pc:docMk/>
          <pc:sldMk cId="499757671" sldId="721"/>
        </pc:sldMkLst>
      </pc:sldChg>
      <pc:sldChg chg="modSp mod">
        <pc:chgData name="Kate, Sneha (Cognizant)" userId="62ca8c89-7698-4ba4-86c5-ae883b79a337" providerId="ADAL" clId="{D0EE5547-C9F8-4CD5-844F-9BD69888EB83}" dt="2023-07-21T06:48:45.847" v="43" actId="1076"/>
        <pc:sldMkLst>
          <pc:docMk/>
          <pc:sldMk cId="1169519382" sldId="723"/>
        </pc:sldMkLst>
        <pc:spChg chg="mod">
          <ac:chgData name="Kate, Sneha (Cognizant)" userId="62ca8c89-7698-4ba4-86c5-ae883b79a337" providerId="ADAL" clId="{D0EE5547-C9F8-4CD5-844F-9BD69888EB83}" dt="2023-07-21T06:48:42.055" v="42"/>
          <ac:spMkLst>
            <pc:docMk/>
            <pc:sldMk cId="1169519382" sldId="723"/>
            <ac:spMk id="2" creationId="{C4B7A633-33F1-43A7-05B1-ABCE3F2FD3C2}"/>
          </ac:spMkLst>
        </pc:spChg>
        <pc:picChg chg="mod">
          <ac:chgData name="Kate, Sneha (Cognizant)" userId="62ca8c89-7698-4ba4-86c5-ae883b79a337" providerId="ADAL" clId="{D0EE5547-C9F8-4CD5-844F-9BD69888EB83}" dt="2023-07-21T06:48:45.847" v="43" actId="1076"/>
          <ac:picMkLst>
            <pc:docMk/>
            <pc:sldMk cId="1169519382" sldId="723"/>
            <ac:picMk id="9" creationId="{10E117A6-29B4-0A1A-1352-C2C6755F2E78}"/>
          </ac:picMkLst>
        </pc:picChg>
      </pc:sldChg>
      <pc:sldChg chg="modSp mod ord">
        <pc:chgData name="Kate, Sneha (Cognizant)" userId="62ca8c89-7698-4ba4-86c5-ae883b79a337" providerId="ADAL" clId="{D0EE5547-C9F8-4CD5-844F-9BD69888EB83}" dt="2023-07-21T06:47:38.491" v="39" actId="12"/>
        <pc:sldMkLst>
          <pc:docMk/>
          <pc:sldMk cId="2537782893" sldId="724"/>
        </pc:sldMkLst>
        <pc:spChg chg="mod">
          <ac:chgData name="Kate, Sneha (Cognizant)" userId="62ca8c89-7698-4ba4-86c5-ae883b79a337" providerId="ADAL" clId="{D0EE5547-C9F8-4CD5-844F-9BD69888EB83}" dt="2023-07-21T06:47:38.491" v="39" actId="12"/>
          <ac:spMkLst>
            <pc:docMk/>
            <pc:sldMk cId="2537782893" sldId="724"/>
            <ac:spMk id="2" creationId="{C4B7A633-33F1-43A7-05B1-ABCE3F2FD3C2}"/>
          </ac:spMkLst>
        </pc:spChg>
      </pc:sldChg>
      <pc:sldChg chg="addSp modSp mod">
        <pc:chgData name="Kate, Sneha (Cognizant)" userId="62ca8c89-7698-4ba4-86c5-ae883b79a337" providerId="ADAL" clId="{D0EE5547-C9F8-4CD5-844F-9BD69888EB83}" dt="2023-07-21T07:06:22.453" v="615" actId="14100"/>
        <pc:sldMkLst>
          <pc:docMk/>
          <pc:sldMk cId="1685285059" sldId="725"/>
        </pc:sldMkLst>
        <pc:spChg chg="mod">
          <ac:chgData name="Kate, Sneha (Cognizant)" userId="62ca8c89-7698-4ba4-86c5-ae883b79a337" providerId="ADAL" clId="{D0EE5547-C9F8-4CD5-844F-9BD69888EB83}" dt="2023-07-21T07:06:22.453" v="615" actId="14100"/>
          <ac:spMkLst>
            <pc:docMk/>
            <pc:sldMk cId="1685285059" sldId="725"/>
            <ac:spMk id="2" creationId="{00565AA0-9D26-01E4-3E5C-A7CD5FA39082}"/>
          </ac:spMkLst>
        </pc:spChg>
        <pc:spChg chg="mod">
          <ac:chgData name="Kate, Sneha (Cognizant)" userId="62ca8c89-7698-4ba4-86c5-ae883b79a337" providerId="ADAL" clId="{D0EE5547-C9F8-4CD5-844F-9BD69888EB83}" dt="2023-07-21T06:56:06.816" v="363" actId="20577"/>
          <ac:spMkLst>
            <pc:docMk/>
            <pc:sldMk cId="1685285059" sldId="725"/>
            <ac:spMk id="3" creationId="{F407570A-35E0-C689-8D89-981372F5A85F}"/>
          </ac:spMkLst>
        </pc:spChg>
        <pc:spChg chg="add mod">
          <ac:chgData name="Kate, Sneha (Cognizant)" userId="62ca8c89-7698-4ba4-86c5-ae883b79a337" providerId="ADAL" clId="{D0EE5547-C9F8-4CD5-844F-9BD69888EB83}" dt="2023-07-21T06:56:43.343" v="370" actId="1076"/>
          <ac:spMkLst>
            <pc:docMk/>
            <pc:sldMk cId="1685285059" sldId="725"/>
            <ac:spMk id="7" creationId="{DEACD490-5B37-DCAD-A490-6E8452409493}"/>
          </ac:spMkLst>
        </pc:spChg>
        <pc:picChg chg="add mod">
          <ac:chgData name="Kate, Sneha (Cognizant)" userId="62ca8c89-7698-4ba4-86c5-ae883b79a337" providerId="ADAL" clId="{D0EE5547-C9F8-4CD5-844F-9BD69888EB83}" dt="2023-07-21T06:56:26.974" v="368" actId="1076"/>
          <ac:picMkLst>
            <pc:docMk/>
            <pc:sldMk cId="1685285059" sldId="725"/>
            <ac:picMk id="6" creationId="{EA3208DC-3347-3417-64B9-18AFCD2FB40C}"/>
          </ac:picMkLst>
        </pc:picChg>
      </pc:sldChg>
      <pc:sldChg chg="del">
        <pc:chgData name="Kate, Sneha (Cognizant)" userId="62ca8c89-7698-4ba4-86c5-ae883b79a337" providerId="ADAL" clId="{D0EE5547-C9F8-4CD5-844F-9BD69888EB83}" dt="2023-07-21T08:46:46.595" v="2193" actId="47"/>
        <pc:sldMkLst>
          <pc:docMk/>
          <pc:sldMk cId="3775621286" sldId="726"/>
        </pc:sldMkLst>
      </pc:sldChg>
      <pc:sldChg chg="del">
        <pc:chgData name="Kate, Sneha (Cognizant)" userId="62ca8c89-7698-4ba4-86c5-ae883b79a337" providerId="ADAL" clId="{D0EE5547-C9F8-4CD5-844F-9BD69888EB83}" dt="2023-07-21T08:46:46.595" v="2193" actId="47"/>
        <pc:sldMkLst>
          <pc:docMk/>
          <pc:sldMk cId="2228660773" sldId="727"/>
        </pc:sldMkLst>
      </pc:sldChg>
      <pc:sldChg chg="del">
        <pc:chgData name="Kate, Sneha (Cognizant)" userId="62ca8c89-7698-4ba4-86c5-ae883b79a337" providerId="ADAL" clId="{D0EE5547-C9F8-4CD5-844F-9BD69888EB83}" dt="2023-07-21T08:46:46.595" v="2193" actId="47"/>
        <pc:sldMkLst>
          <pc:docMk/>
          <pc:sldMk cId="1326659287" sldId="728"/>
        </pc:sldMkLst>
      </pc:sldChg>
      <pc:sldChg chg="del">
        <pc:chgData name="Kate, Sneha (Cognizant)" userId="62ca8c89-7698-4ba4-86c5-ae883b79a337" providerId="ADAL" clId="{D0EE5547-C9F8-4CD5-844F-9BD69888EB83}" dt="2023-07-21T08:46:46.595" v="2193" actId="47"/>
        <pc:sldMkLst>
          <pc:docMk/>
          <pc:sldMk cId="4276769821" sldId="729"/>
        </pc:sldMkLst>
      </pc:sldChg>
      <pc:sldChg chg="del">
        <pc:chgData name="Kate, Sneha (Cognizant)" userId="62ca8c89-7698-4ba4-86c5-ae883b79a337" providerId="ADAL" clId="{D0EE5547-C9F8-4CD5-844F-9BD69888EB83}" dt="2023-07-21T08:46:46.595" v="2193" actId="47"/>
        <pc:sldMkLst>
          <pc:docMk/>
          <pc:sldMk cId="358433415" sldId="730"/>
        </pc:sldMkLst>
      </pc:sldChg>
      <pc:sldChg chg="del">
        <pc:chgData name="Kate, Sneha (Cognizant)" userId="62ca8c89-7698-4ba4-86c5-ae883b79a337" providerId="ADAL" clId="{D0EE5547-C9F8-4CD5-844F-9BD69888EB83}" dt="2023-07-21T08:46:46.595" v="2193" actId="47"/>
        <pc:sldMkLst>
          <pc:docMk/>
          <pc:sldMk cId="108436782" sldId="731"/>
        </pc:sldMkLst>
      </pc:sldChg>
      <pc:sldChg chg="del">
        <pc:chgData name="Kate, Sneha (Cognizant)" userId="62ca8c89-7698-4ba4-86c5-ae883b79a337" providerId="ADAL" clId="{D0EE5547-C9F8-4CD5-844F-9BD69888EB83}" dt="2023-07-21T08:46:46.595" v="2193" actId="47"/>
        <pc:sldMkLst>
          <pc:docMk/>
          <pc:sldMk cId="3768108972" sldId="732"/>
        </pc:sldMkLst>
      </pc:sldChg>
      <pc:sldChg chg="del">
        <pc:chgData name="Kate, Sneha (Cognizant)" userId="62ca8c89-7698-4ba4-86c5-ae883b79a337" providerId="ADAL" clId="{D0EE5547-C9F8-4CD5-844F-9BD69888EB83}" dt="2023-07-21T08:46:46.595" v="2193" actId="47"/>
        <pc:sldMkLst>
          <pc:docMk/>
          <pc:sldMk cId="265050381" sldId="733"/>
        </pc:sldMkLst>
      </pc:sldChg>
      <pc:sldChg chg="del">
        <pc:chgData name="Kate, Sneha (Cognizant)" userId="62ca8c89-7698-4ba4-86c5-ae883b79a337" providerId="ADAL" clId="{D0EE5547-C9F8-4CD5-844F-9BD69888EB83}" dt="2023-07-21T08:46:46.595" v="2193" actId="47"/>
        <pc:sldMkLst>
          <pc:docMk/>
          <pc:sldMk cId="4093084051" sldId="734"/>
        </pc:sldMkLst>
      </pc:sldChg>
      <pc:sldChg chg="del">
        <pc:chgData name="Kate, Sneha (Cognizant)" userId="62ca8c89-7698-4ba4-86c5-ae883b79a337" providerId="ADAL" clId="{D0EE5547-C9F8-4CD5-844F-9BD69888EB83}" dt="2023-07-21T08:46:46.595" v="2193" actId="47"/>
        <pc:sldMkLst>
          <pc:docMk/>
          <pc:sldMk cId="2953658819" sldId="735"/>
        </pc:sldMkLst>
      </pc:sldChg>
      <pc:sldChg chg="del">
        <pc:chgData name="Kate, Sneha (Cognizant)" userId="62ca8c89-7698-4ba4-86c5-ae883b79a337" providerId="ADAL" clId="{D0EE5547-C9F8-4CD5-844F-9BD69888EB83}" dt="2023-07-21T08:46:46.595" v="2193" actId="47"/>
        <pc:sldMkLst>
          <pc:docMk/>
          <pc:sldMk cId="1136677816" sldId="736"/>
        </pc:sldMkLst>
      </pc:sldChg>
      <pc:sldChg chg="del">
        <pc:chgData name="Kate, Sneha (Cognizant)" userId="62ca8c89-7698-4ba4-86c5-ae883b79a337" providerId="ADAL" clId="{D0EE5547-C9F8-4CD5-844F-9BD69888EB83}" dt="2023-07-21T08:46:46.595" v="2193" actId="47"/>
        <pc:sldMkLst>
          <pc:docMk/>
          <pc:sldMk cId="2894825835" sldId="737"/>
        </pc:sldMkLst>
      </pc:sldChg>
      <pc:sldChg chg="del">
        <pc:chgData name="Kate, Sneha (Cognizant)" userId="62ca8c89-7698-4ba4-86c5-ae883b79a337" providerId="ADAL" clId="{D0EE5547-C9F8-4CD5-844F-9BD69888EB83}" dt="2023-07-21T08:46:46.595" v="2193" actId="47"/>
        <pc:sldMkLst>
          <pc:docMk/>
          <pc:sldMk cId="2277888862" sldId="738"/>
        </pc:sldMkLst>
      </pc:sldChg>
      <pc:sldChg chg="del">
        <pc:chgData name="Kate, Sneha (Cognizant)" userId="62ca8c89-7698-4ba4-86c5-ae883b79a337" providerId="ADAL" clId="{D0EE5547-C9F8-4CD5-844F-9BD69888EB83}" dt="2023-07-21T08:46:46.595" v="2193" actId="47"/>
        <pc:sldMkLst>
          <pc:docMk/>
          <pc:sldMk cId="341653944" sldId="739"/>
        </pc:sldMkLst>
      </pc:sldChg>
      <pc:sldChg chg="del">
        <pc:chgData name="Kate, Sneha (Cognizant)" userId="62ca8c89-7698-4ba4-86c5-ae883b79a337" providerId="ADAL" clId="{D0EE5547-C9F8-4CD5-844F-9BD69888EB83}" dt="2023-07-21T08:46:46.595" v="2193" actId="47"/>
        <pc:sldMkLst>
          <pc:docMk/>
          <pc:sldMk cId="3393904705" sldId="740"/>
        </pc:sldMkLst>
      </pc:sldChg>
      <pc:sldChg chg="del">
        <pc:chgData name="Kate, Sneha (Cognizant)" userId="62ca8c89-7698-4ba4-86c5-ae883b79a337" providerId="ADAL" clId="{D0EE5547-C9F8-4CD5-844F-9BD69888EB83}" dt="2023-07-21T08:46:46.595" v="2193" actId="47"/>
        <pc:sldMkLst>
          <pc:docMk/>
          <pc:sldMk cId="111200850" sldId="741"/>
        </pc:sldMkLst>
      </pc:sldChg>
      <pc:sldChg chg="del">
        <pc:chgData name="Kate, Sneha (Cognizant)" userId="62ca8c89-7698-4ba4-86c5-ae883b79a337" providerId="ADAL" clId="{D0EE5547-C9F8-4CD5-844F-9BD69888EB83}" dt="2023-07-21T08:46:46.595" v="2193" actId="47"/>
        <pc:sldMkLst>
          <pc:docMk/>
          <pc:sldMk cId="2132361171" sldId="742"/>
        </pc:sldMkLst>
      </pc:sldChg>
      <pc:sldChg chg="del">
        <pc:chgData name="Kate, Sneha (Cognizant)" userId="62ca8c89-7698-4ba4-86c5-ae883b79a337" providerId="ADAL" clId="{D0EE5547-C9F8-4CD5-844F-9BD69888EB83}" dt="2023-07-21T08:46:46.595" v="2193" actId="47"/>
        <pc:sldMkLst>
          <pc:docMk/>
          <pc:sldMk cId="4057816518" sldId="743"/>
        </pc:sldMkLst>
      </pc:sldChg>
      <pc:sldChg chg="del">
        <pc:chgData name="Kate, Sneha (Cognizant)" userId="62ca8c89-7698-4ba4-86c5-ae883b79a337" providerId="ADAL" clId="{D0EE5547-C9F8-4CD5-844F-9BD69888EB83}" dt="2023-07-21T08:46:46.595" v="2193" actId="47"/>
        <pc:sldMkLst>
          <pc:docMk/>
          <pc:sldMk cId="1539651415" sldId="744"/>
        </pc:sldMkLst>
      </pc:sldChg>
      <pc:sldChg chg="del">
        <pc:chgData name="Kate, Sneha (Cognizant)" userId="62ca8c89-7698-4ba4-86c5-ae883b79a337" providerId="ADAL" clId="{D0EE5547-C9F8-4CD5-844F-9BD69888EB83}" dt="2023-07-21T08:46:46.595" v="2193" actId="47"/>
        <pc:sldMkLst>
          <pc:docMk/>
          <pc:sldMk cId="3108895191" sldId="753"/>
        </pc:sldMkLst>
      </pc:sldChg>
      <pc:sldChg chg="del">
        <pc:chgData name="Kate, Sneha (Cognizant)" userId="62ca8c89-7698-4ba4-86c5-ae883b79a337" providerId="ADAL" clId="{D0EE5547-C9F8-4CD5-844F-9BD69888EB83}" dt="2023-07-21T08:46:51.409" v="2194" actId="47"/>
        <pc:sldMkLst>
          <pc:docMk/>
          <pc:sldMk cId="2587031327" sldId="754"/>
        </pc:sldMkLst>
      </pc:sldChg>
      <pc:sldChg chg="del">
        <pc:chgData name="Kate, Sneha (Cognizant)" userId="62ca8c89-7698-4ba4-86c5-ae883b79a337" providerId="ADAL" clId="{D0EE5547-C9F8-4CD5-844F-9BD69888EB83}" dt="2023-07-21T08:46:51.409" v="2194" actId="47"/>
        <pc:sldMkLst>
          <pc:docMk/>
          <pc:sldMk cId="2717098297" sldId="755"/>
        </pc:sldMkLst>
      </pc:sldChg>
      <pc:sldChg chg="addSp modSp add mod">
        <pc:chgData name="Kate, Sneha (Cognizant)" userId="62ca8c89-7698-4ba4-86c5-ae883b79a337" providerId="ADAL" clId="{D0EE5547-C9F8-4CD5-844F-9BD69888EB83}" dt="2023-07-21T06:52:34.710" v="203" actId="1076"/>
        <pc:sldMkLst>
          <pc:docMk/>
          <pc:sldMk cId="1670132802" sldId="756"/>
        </pc:sldMkLst>
        <pc:spChg chg="mod">
          <ac:chgData name="Kate, Sneha (Cognizant)" userId="62ca8c89-7698-4ba4-86c5-ae883b79a337" providerId="ADAL" clId="{D0EE5547-C9F8-4CD5-844F-9BD69888EB83}" dt="2023-07-21T06:52:03.808" v="194" actId="12"/>
          <ac:spMkLst>
            <pc:docMk/>
            <pc:sldMk cId="1670132802" sldId="756"/>
            <ac:spMk id="2" creationId="{00565AA0-9D26-01E4-3E5C-A7CD5FA39082}"/>
          </ac:spMkLst>
        </pc:spChg>
        <pc:spChg chg="mod">
          <ac:chgData name="Kate, Sneha (Cognizant)" userId="62ca8c89-7698-4ba4-86c5-ae883b79a337" providerId="ADAL" clId="{D0EE5547-C9F8-4CD5-844F-9BD69888EB83}" dt="2023-07-21T06:51:18.593" v="190" actId="20577"/>
          <ac:spMkLst>
            <pc:docMk/>
            <pc:sldMk cId="1670132802" sldId="756"/>
            <ac:spMk id="3" creationId="{F407570A-35E0-C689-8D89-981372F5A85F}"/>
          </ac:spMkLst>
        </pc:spChg>
        <pc:spChg chg="add mod">
          <ac:chgData name="Kate, Sneha (Cognizant)" userId="62ca8c89-7698-4ba4-86c5-ae883b79a337" providerId="ADAL" clId="{D0EE5547-C9F8-4CD5-844F-9BD69888EB83}" dt="2023-07-21T06:52:34.710" v="203" actId="1076"/>
          <ac:spMkLst>
            <pc:docMk/>
            <pc:sldMk cId="1670132802" sldId="756"/>
            <ac:spMk id="8" creationId="{54555A5F-23DA-D55D-C5E4-28B8B89E11A8}"/>
          </ac:spMkLst>
        </pc:spChg>
        <pc:picChg chg="add mod">
          <ac:chgData name="Kate, Sneha (Cognizant)" userId="62ca8c89-7698-4ba4-86c5-ae883b79a337" providerId="ADAL" clId="{D0EE5547-C9F8-4CD5-844F-9BD69888EB83}" dt="2023-07-21T06:52:32.432" v="202" actId="1076"/>
          <ac:picMkLst>
            <pc:docMk/>
            <pc:sldMk cId="1670132802" sldId="756"/>
            <ac:picMk id="6" creationId="{B781FFC5-698A-547E-83B2-EB9B7ED67616}"/>
          </ac:picMkLst>
        </pc:picChg>
        <pc:picChg chg="add mod">
          <ac:chgData name="Kate, Sneha (Cognizant)" userId="62ca8c89-7698-4ba4-86c5-ae883b79a337" providerId="ADAL" clId="{D0EE5547-C9F8-4CD5-844F-9BD69888EB83}" dt="2023-07-21T06:52:20.767" v="199" actId="1076"/>
          <ac:picMkLst>
            <pc:docMk/>
            <pc:sldMk cId="1670132802" sldId="756"/>
            <ac:picMk id="7" creationId="{5A720B47-E3E6-F3C1-8383-43D5359D7E3C}"/>
          </ac:picMkLst>
        </pc:picChg>
      </pc:sldChg>
      <pc:sldChg chg="modSp add mod ord">
        <pc:chgData name="Kate, Sneha (Cognizant)" userId="62ca8c89-7698-4ba4-86c5-ae883b79a337" providerId="ADAL" clId="{D0EE5547-C9F8-4CD5-844F-9BD69888EB83}" dt="2023-07-21T06:50:33.634" v="154" actId="20577"/>
        <pc:sldMkLst>
          <pc:docMk/>
          <pc:sldMk cId="2630839839" sldId="757"/>
        </pc:sldMkLst>
        <pc:spChg chg="mod">
          <ac:chgData name="Kate, Sneha (Cognizant)" userId="62ca8c89-7698-4ba4-86c5-ae883b79a337" providerId="ADAL" clId="{D0EE5547-C9F8-4CD5-844F-9BD69888EB83}" dt="2023-07-21T06:50:33.634" v="154" actId="20577"/>
          <ac:spMkLst>
            <pc:docMk/>
            <pc:sldMk cId="2630839839" sldId="757"/>
            <ac:spMk id="3" creationId="{C7276DC3-F326-F107-FC8E-C78A1B588DB8}"/>
          </ac:spMkLst>
        </pc:spChg>
      </pc:sldChg>
      <pc:sldChg chg="modSp add mod">
        <pc:chgData name="Kate, Sneha (Cognizant)" userId="62ca8c89-7698-4ba4-86c5-ae883b79a337" providerId="ADAL" clId="{D0EE5547-C9F8-4CD5-844F-9BD69888EB83}" dt="2023-07-21T06:54:21.352" v="279" actId="14100"/>
        <pc:sldMkLst>
          <pc:docMk/>
          <pc:sldMk cId="1246579872" sldId="758"/>
        </pc:sldMkLst>
        <pc:spChg chg="mod">
          <ac:chgData name="Kate, Sneha (Cognizant)" userId="62ca8c89-7698-4ba4-86c5-ae883b79a337" providerId="ADAL" clId="{D0EE5547-C9F8-4CD5-844F-9BD69888EB83}" dt="2023-07-21T06:54:21.352" v="279" actId="14100"/>
          <ac:spMkLst>
            <pc:docMk/>
            <pc:sldMk cId="1246579872" sldId="758"/>
            <ac:spMk id="2" creationId="{00565AA0-9D26-01E4-3E5C-A7CD5FA39082}"/>
          </ac:spMkLst>
        </pc:spChg>
        <pc:spChg chg="mod">
          <ac:chgData name="Kate, Sneha (Cognizant)" userId="62ca8c89-7698-4ba4-86c5-ae883b79a337" providerId="ADAL" clId="{D0EE5547-C9F8-4CD5-844F-9BD69888EB83}" dt="2023-07-21T06:53:03.202" v="233" actId="20577"/>
          <ac:spMkLst>
            <pc:docMk/>
            <pc:sldMk cId="1246579872" sldId="758"/>
            <ac:spMk id="3" creationId="{F407570A-35E0-C689-8D89-981372F5A85F}"/>
          </ac:spMkLst>
        </pc:spChg>
      </pc:sldChg>
      <pc:sldChg chg="addSp modSp add mod">
        <pc:chgData name="Kate, Sneha (Cognizant)" userId="62ca8c89-7698-4ba4-86c5-ae883b79a337" providerId="ADAL" clId="{D0EE5547-C9F8-4CD5-844F-9BD69888EB83}" dt="2023-07-21T06:55:26.013" v="327" actId="20577"/>
        <pc:sldMkLst>
          <pc:docMk/>
          <pc:sldMk cId="3467115969" sldId="759"/>
        </pc:sldMkLst>
        <pc:spChg chg="mod">
          <ac:chgData name="Kate, Sneha (Cognizant)" userId="62ca8c89-7698-4ba4-86c5-ae883b79a337" providerId="ADAL" clId="{D0EE5547-C9F8-4CD5-844F-9BD69888EB83}" dt="2023-07-21T06:55:12.243" v="322" actId="12"/>
          <ac:spMkLst>
            <pc:docMk/>
            <pc:sldMk cId="3467115969" sldId="759"/>
            <ac:spMk id="2" creationId="{00565AA0-9D26-01E4-3E5C-A7CD5FA39082}"/>
          </ac:spMkLst>
        </pc:spChg>
        <pc:spChg chg="mod">
          <ac:chgData name="Kate, Sneha (Cognizant)" userId="62ca8c89-7698-4ba4-86c5-ae883b79a337" providerId="ADAL" clId="{D0EE5547-C9F8-4CD5-844F-9BD69888EB83}" dt="2023-07-21T06:55:26.013" v="327" actId="20577"/>
          <ac:spMkLst>
            <pc:docMk/>
            <pc:sldMk cId="3467115969" sldId="759"/>
            <ac:spMk id="3" creationId="{F407570A-35E0-C689-8D89-981372F5A85F}"/>
          </ac:spMkLst>
        </pc:spChg>
        <pc:picChg chg="add mod">
          <ac:chgData name="Kate, Sneha (Cognizant)" userId="62ca8c89-7698-4ba4-86c5-ae883b79a337" providerId="ADAL" clId="{D0EE5547-C9F8-4CD5-844F-9BD69888EB83}" dt="2023-07-21T06:55:20.583" v="324" actId="1076"/>
          <ac:picMkLst>
            <pc:docMk/>
            <pc:sldMk cId="3467115969" sldId="759"/>
            <ac:picMk id="6" creationId="{8B0C0D84-BDBF-2D17-336B-057A7F601576}"/>
          </ac:picMkLst>
        </pc:picChg>
      </pc:sldChg>
      <pc:sldChg chg="modSp add mod ord">
        <pc:chgData name="Kate, Sneha (Cognizant)" userId="62ca8c89-7698-4ba4-86c5-ae883b79a337" providerId="ADAL" clId="{D0EE5547-C9F8-4CD5-844F-9BD69888EB83}" dt="2023-07-21T06:54:08.304" v="278" actId="20577"/>
        <pc:sldMkLst>
          <pc:docMk/>
          <pc:sldMk cId="3269928138" sldId="760"/>
        </pc:sldMkLst>
        <pc:spChg chg="mod">
          <ac:chgData name="Kate, Sneha (Cognizant)" userId="62ca8c89-7698-4ba4-86c5-ae883b79a337" providerId="ADAL" clId="{D0EE5547-C9F8-4CD5-844F-9BD69888EB83}" dt="2023-07-21T06:54:08.304" v="278" actId="20577"/>
          <ac:spMkLst>
            <pc:docMk/>
            <pc:sldMk cId="3269928138" sldId="760"/>
            <ac:spMk id="3" creationId="{C7276DC3-F326-F107-FC8E-C78A1B588DB8}"/>
          </ac:spMkLst>
        </pc:spChg>
      </pc:sldChg>
      <pc:sldChg chg="addSp modSp add mod">
        <pc:chgData name="Kate, Sneha (Cognizant)" userId="62ca8c89-7698-4ba4-86c5-ae883b79a337" providerId="ADAL" clId="{D0EE5547-C9F8-4CD5-844F-9BD69888EB83}" dt="2023-07-21T06:58:25.137" v="455" actId="1076"/>
        <pc:sldMkLst>
          <pc:docMk/>
          <pc:sldMk cId="2043248746" sldId="761"/>
        </pc:sldMkLst>
        <pc:spChg chg="mod">
          <ac:chgData name="Kate, Sneha (Cognizant)" userId="62ca8c89-7698-4ba4-86c5-ae883b79a337" providerId="ADAL" clId="{D0EE5547-C9F8-4CD5-844F-9BD69888EB83}" dt="2023-07-21T06:58:21.379" v="454" actId="14100"/>
          <ac:spMkLst>
            <pc:docMk/>
            <pc:sldMk cId="2043248746" sldId="761"/>
            <ac:spMk id="2" creationId="{00565AA0-9D26-01E4-3E5C-A7CD5FA39082}"/>
          </ac:spMkLst>
        </pc:spChg>
        <pc:spChg chg="mod">
          <ac:chgData name="Kate, Sneha (Cognizant)" userId="62ca8c89-7698-4ba4-86c5-ae883b79a337" providerId="ADAL" clId="{D0EE5547-C9F8-4CD5-844F-9BD69888EB83}" dt="2023-07-21T06:57:40.506" v="443" actId="20577"/>
          <ac:spMkLst>
            <pc:docMk/>
            <pc:sldMk cId="2043248746" sldId="761"/>
            <ac:spMk id="3" creationId="{F407570A-35E0-C689-8D89-981372F5A85F}"/>
          </ac:spMkLst>
        </pc:spChg>
        <pc:picChg chg="add mod">
          <ac:chgData name="Kate, Sneha (Cognizant)" userId="62ca8c89-7698-4ba4-86c5-ae883b79a337" providerId="ADAL" clId="{D0EE5547-C9F8-4CD5-844F-9BD69888EB83}" dt="2023-07-21T06:58:25.137" v="455" actId="1076"/>
          <ac:picMkLst>
            <pc:docMk/>
            <pc:sldMk cId="2043248746" sldId="761"/>
            <ac:picMk id="6" creationId="{141B25A0-4B96-32A4-420F-48BA60582993}"/>
          </ac:picMkLst>
        </pc:picChg>
      </pc:sldChg>
      <pc:sldChg chg="modSp add del mod ord">
        <pc:chgData name="Kate, Sneha (Cognizant)" userId="62ca8c89-7698-4ba4-86c5-ae883b79a337" providerId="ADAL" clId="{D0EE5547-C9F8-4CD5-844F-9BD69888EB83}" dt="2023-07-21T07:01:07.888" v="511" actId="2696"/>
        <pc:sldMkLst>
          <pc:docMk/>
          <pc:sldMk cId="1137196367" sldId="762"/>
        </pc:sldMkLst>
        <pc:spChg chg="mod">
          <ac:chgData name="Kate, Sneha (Cognizant)" userId="62ca8c89-7698-4ba4-86c5-ae883b79a337" providerId="ADAL" clId="{D0EE5547-C9F8-4CD5-844F-9BD69888EB83}" dt="2023-07-21T07:00:44.719" v="510"/>
          <ac:spMkLst>
            <pc:docMk/>
            <pc:sldMk cId="1137196367" sldId="762"/>
            <ac:spMk id="2" creationId="{00565AA0-9D26-01E4-3E5C-A7CD5FA39082}"/>
          </ac:spMkLst>
        </pc:spChg>
        <pc:spChg chg="mod">
          <ac:chgData name="Kate, Sneha (Cognizant)" userId="62ca8c89-7698-4ba4-86c5-ae883b79a337" providerId="ADAL" clId="{D0EE5547-C9F8-4CD5-844F-9BD69888EB83}" dt="2023-07-21T07:00:35.391" v="508" actId="20577"/>
          <ac:spMkLst>
            <pc:docMk/>
            <pc:sldMk cId="1137196367" sldId="762"/>
            <ac:spMk id="3" creationId="{F407570A-35E0-C689-8D89-981372F5A85F}"/>
          </ac:spMkLst>
        </pc:spChg>
      </pc:sldChg>
      <pc:sldChg chg="addSp delSp modSp add mod">
        <pc:chgData name="Kate, Sneha (Cognizant)" userId="62ca8c89-7698-4ba4-86c5-ae883b79a337" providerId="ADAL" clId="{D0EE5547-C9F8-4CD5-844F-9BD69888EB83}" dt="2023-07-21T07:05:59.830" v="610" actId="1076"/>
        <pc:sldMkLst>
          <pc:docMk/>
          <pc:sldMk cId="1470212343" sldId="763"/>
        </pc:sldMkLst>
        <pc:spChg chg="del mod">
          <ac:chgData name="Kate, Sneha (Cognizant)" userId="62ca8c89-7698-4ba4-86c5-ae883b79a337" providerId="ADAL" clId="{D0EE5547-C9F8-4CD5-844F-9BD69888EB83}" dt="2023-07-21T06:59:18.086" v="485"/>
          <ac:spMkLst>
            <pc:docMk/>
            <pc:sldMk cId="1470212343" sldId="763"/>
            <ac:spMk id="2" creationId="{00565AA0-9D26-01E4-3E5C-A7CD5FA39082}"/>
          </ac:spMkLst>
        </pc:spChg>
        <pc:spChg chg="mod">
          <ac:chgData name="Kate, Sneha (Cognizant)" userId="62ca8c89-7698-4ba4-86c5-ae883b79a337" providerId="ADAL" clId="{D0EE5547-C9F8-4CD5-844F-9BD69888EB83}" dt="2023-07-21T06:58:42.400" v="481" actId="20577"/>
          <ac:spMkLst>
            <pc:docMk/>
            <pc:sldMk cId="1470212343" sldId="763"/>
            <ac:spMk id="3" creationId="{F407570A-35E0-C689-8D89-981372F5A85F}"/>
          </ac:spMkLst>
        </pc:spChg>
        <pc:spChg chg="add mod">
          <ac:chgData name="Kate, Sneha (Cognizant)" userId="62ca8c89-7698-4ba4-86c5-ae883b79a337" providerId="ADAL" clId="{D0EE5547-C9F8-4CD5-844F-9BD69888EB83}" dt="2023-07-21T07:05:56.922" v="609" actId="14100"/>
          <ac:spMkLst>
            <pc:docMk/>
            <pc:sldMk cId="1470212343" sldId="763"/>
            <ac:spMk id="8" creationId="{122E0CD5-6334-EC86-AA94-AAF0EF803D19}"/>
          </ac:spMkLst>
        </pc:spChg>
        <pc:picChg chg="add mod">
          <ac:chgData name="Kate, Sneha (Cognizant)" userId="62ca8c89-7698-4ba4-86c5-ae883b79a337" providerId="ADAL" clId="{D0EE5547-C9F8-4CD5-844F-9BD69888EB83}" dt="2023-07-21T07:05:59.830" v="610" actId="1076"/>
          <ac:picMkLst>
            <pc:docMk/>
            <pc:sldMk cId="1470212343" sldId="763"/>
            <ac:picMk id="6" creationId="{FE78C1E0-53FB-0D12-A24B-3EAA59A1801D}"/>
          </ac:picMkLst>
        </pc:picChg>
      </pc:sldChg>
      <pc:sldChg chg="addSp modSp add mod">
        <pc:chgData name="Kate, Sneha (Cognizant)" userId="62ca8c89-7698-4ba4-86c5-ae883b79a337" providerId="ADAL" clId="{D0EE5547-C9F8-4CD5-844F-9BD69888EB83}" dt="2023-07-21T07:06:31.319" v="616" actId="14100"/>
        <pc:sldMkLst>
          <pc:docMk/>
          <pc:sldMk cId="135865193" sldId="764"/>
        </pc:sldMkLst>
        <pc:spChg chg="mod">
          <ac:chgData name="Kate, Sneha (Cognizant)" userId="62ca8c89-7698-4ba4-86c5-ae883b79a337" providerId="ADAL" clId="{D0EE5547-C9F8-4CD5-844F-9BD69888EB83}" dt="2023-07-21T07:05:44.028" v="605" actId="14100"/>
          <ac:spMkLst>
            <pc:docMk/>
            <pc:sldMk cId="135865193" sldId="764"/>
            <ac:spMk id="2" creationId="{00565AA0-9D26-01E4-3E5C-A7CD5FA39082}"/>
          </ac:spMkLst>
        </pc:spChg>
        <pc:spChg chg="mod">
          <ac:chgData name="Kate, Sneha (Cognizant)" userId="62ca8c89-7698-4ba4-86c5-ae883b79a337" providerId="ADAL" clId="{D0EE5547-C9F8-4CD5-844F-9BD69888EB83}" dt="2023-07-21T07:04:36.679" v="579" actId="20577"/>
          <ac:spMkLst>
            <pc:docMk/>
            <pc:sldMk cId="135865193" sldId="764"/>
            <ac:spMk id="3" creationId="{F407570A-35E0-C689-8D89-981372F5A85F}"/>
          </ac:spMkLst>
        </pc:spChg>
        <pc:picChg chg="add mod">
          <ac:chgData name="Kate, Sneha (Cognizant)" userId="62ca8c89-7698-4ba4-86c5-ae883b79a337" providerId="ADAL" clId="{D0EE5547-C9F8-4CD5-844F-9BD69888EB83}" dt="2023-07-21T07:06:31.319" v="616" actId="14100"/>
          <ac:picMkLst>
            <pc:docMk/>
            <pc:sldMk cId="135865193" sldId="764"/>
            <ac:picMk id="6" creationId="{822F9FBA-A183-27F7-5378-C12527786993}"/>
          </ac:picMkLst>
        </pc:picChg>
      </pc:sldChg>
      <pc:sldChg chg="addSp delSp modSp add mod">
        <pc:chgData name="Kate, Sneha (Cognizant)" userId="62ca8c89-7698-4ba4-86c5-ae883b79a337" providerId="ADAL" clId="{D0EE5547-C9F8-4CD5-844F-9BD69888EB83}" dt="2023-07-21T07:06:36.725" v="617" actId="14100"/>
        <pc:sldMkLst>
          <pc:docMk/>
          <pc:sldMk cId="1555676955" sldId="765"/>
        </pc:sldMkLst>
        <pc:spChg chg="mod">
          <ac:chgData name="Kate, Sneha (Cognizant)" userId="62ca8c89-7698-4ba4-86c5-ae883b79a337" providerId="ADAL" clId="{D0EE5547-C9F8-4CD5-844F-9BD69888EB83}" dt="2023-07-21T07:03:02.220" v="525" actId="14100"/>
          <ac:spMkLst>
            <pc:docMk/>
            <pc:sldMk cId="1555676955" sldId="765"/>
            <ac:spMk id="3" creationId="{F407570A-35E0-C689-8D89-981372F5A85F}"/>
          </ac:spMkLst>
        </pc:spChg>
        <pc:spChg chg="mod">
          <ac:chgData name="Kate, Sneha (Cognizant)" userId="62ca8c89-7698-4ba4-86c5-ae883b79a337" providerId="ADAL" clId="{D0EE5547-C9F8-4CD5-844F-9BD69888EB83}" dt="2023-07-21T07:05:50.410" v="607" actId="14100"/>
          <ac:spMkLst>
            <pc:docMk/>
            <pc:sldMk cId="1555676955" sldId="765"/>
            <ac:spMk id="8" creationId="{122E0CD5-6334-EC86-AA94-AAF0EF803D19}"/>
          </ac:spMkLst>
        </pc:spChg>
        <pc:picChg chg="add mod">
          <ac:chgData name="Kate, Sneha (Cognizant)" userId="62ca8c89-7698-4ba4-86c5-ae883b79a337" providerId="ADAL" clId="{D0EE5547-C9F8-4CD5-844F-9BD69888EB83}" dt="2023-07-21T07:06:36.725" v="617" actId="14100"/>
          <ac:picMkLst>
            <pc:docMk/>
            <pc:sldMk cId="1555676955" sldId="765"/>
            <ac:picMk id="2" creationId="{F0988DB3-FB20-9B16-4A07-89F4F0F1BD3D}"/>
          </ac:picMkLst>
        </pc:picChg>
        <pc:picChg chg="del">
          <ac:chgData name="Kate, Sneha (Cognizant)" userId="62ca8c89-7698-4ba4-86c5-ae883b79a337" providerId="ADAL" clId="{D0EE5547-C9F8-4CD5-844F-9BD69888EB83}" dt="2023-07-21T07:01:40.581" v="514" actId="478"/>
          <ac:picMkLst>
            <pc:docMk/>
            <pc:sldMk cId="1555676955" sldId="765"/>
            <ac:picMk id="6" creationId="{FE78C1E0-53FB-0D12-A24B-3EAA59A1801D}"/>
          </ac:picMkLst>
        </pc:picChg>
      </pc:sldChg>
      <pc:sldChg chg="addSp delSp modSp add mod">
        <pc:chgData name="Kate, Sneha (Cognizant)" userId="62ca8c89-7698-4ba4-86c5-ae883b79a337" providerId="ADAL" clId="{D0EE5547-C9F8-4CD5-844F-9BD69888EB83}" dt="2023-07-21T07:04:12.407" v="541" actId="20577"/>
        <pc:sldMkLst>
          <pc:docMk/>
          <pc:sldMk cId="1611668336" sldId="766"/>
        </pc:sldMkLst>
        <pc:spChg chg="mod">
          <ac:chgData name="Kate, Sneha (Cognizant)" userId="62ca8c89-7698-4ba4-86c5-ae883b79a337" providerId="ADAL" clId="{D0EE5547-C9F8-4CD5-844F-9BD69888EB83}" dt="2023-07-21T07:04:12.407" v="541" actId="20577"/>
          <ac:spMkLst>
            <pc:docMk/>
            <pc:sldMk cId="1611668336" sldId="766"/>
            <ac:spMk id="8" creationId="{122E0CD5-6334-EC86-AA94-AAF0EF803D19}"/>
          </ac:spMkLst>
        </pc:spChg>
        <pc:picChg chg="del">
          <ac:chgData name="Kate, Sneha (Cognizant)" userId="62ca8c89-7698-4ba4-86c5-ae883b79a337" providerId="ADAL" clId="{D0EE5547-C9F8-4CD5-844F-9BD69888EB83}" dt="2023-07-21T07:03:15.831" v="527" actId="478"/>
          <ac:picMkLst>
            <pc:docMk/>
            <pc:sldMk cId="1611668336" sldId="766"/>
            <ac:picMk id="2" creationId="{F0988DB3-FB20-9B16-4A07-89F4F0F1BD3D}"/>
          </ac:picMkLst>
        </pc:picChg>
        <pc:picChg chg="add mod">
          <ac:chgData name="Kate, Sneha (Cognizant)" userId="62ca8c89-7698-4ba4-86c5-ae883b79a337" providerId="ADAL" clId="{D0EE5547-C9F8-4CD5-844F-9BD69888EB83}" dt="2023-07-21T07:03:23.552" v="529" actId="1076"/>
          <ac:picMkLst>
            <pc:docMk/>
            <pc:sldMk cId="1611668336" sldId="766"/>
            <ac:picMk id="6" creationId="{DD06137A-13EA-61F1-EB97-FBC26A1A2A12}"/>
          </ac:picMkLst>
        </pc:picChg>
      </pc:sldChg>
      <pc:sldChg chg="addSp delSp modSp add mod">
        <pc:chgData name="Kate, Sneha (Cognizant)" userId="62ca8c89-7698-4ba4-86c5-ae883b79a337" providerId="ADAL" clId="{D0EE5547-C9F8-4CD5-844F-9BD69888EB83}" dt="2023-07-21T07:08:30.489" v="671" actId="14100"/>
        <pc:sldMkLst>
          <pc:docMk/>
          <pc:sldMk cId="4144132421" sldId="767"/>
        </pc:sldMkLst>
        <pc:spChg chg="mod">
          <ac:chgData name="Kate, Sneha (Cognizant)" userId="62ca8c89-7698-4ba4-86c5-ae883b79a337" providerId="ADAL" clId="{D0EE5547-C9F8-4CD5-844F-9BD69888EB83}" dt="2023-07-21T07:08:24.722" v="670" actId="6549"/>
          <ac:spMkLst>
            <pc:docMk/>
            <pc:sldMk cId="4144132421" sldId="767"/>
            <ac:spMk id="2" creationId="{00565AA0-9D26-01E4-3E5C-A7CD5FA39082}"/>
          </ac:spMkLst>
        </pc:spChg>
        <pc:spChg chg="mod">
          <ac:chgData name="Kate, Sneha (Cognizant)" userId="62ca8c89-7698-4ba4-86c5-ae883b79a337" providerId="ADAL" clId="{D0EE5547-C9F8-4CD5-844F-9BD69888EB83}" dt="2023-07-21T07:07:15.460" v="646" actId="20577"/>
          <ac:spMkLst>
            <pc:docMk/>
            <pc:sldMk cId="4144132421" sldId="767"/>
            <ac:spMk id="3" creationId="{F407570A-35E0-C689-8D89-981372F5A85F}"/>
          </ac:spMkLst>
        </pc:spChg>
        <pc:picChg chg="del">
          <ac:chgData name="Kate, Sneha (Cognizant)" userId="62ca8c89-7698-4ba4-86c5-ae883b79a337" providerId="ADAL" clId="{D0EE5547-C9F8-4CD5-844F-9BD69888EB83}" dt="2023-07-21T07:07:18.573" v="647" actId="478"/>
          <ac:picMkLst>
            <pc:docMk/>
            <pc:sldMk cId="4144132421" sldId="767"/>
            <ac:picMk id="6" creationId="{822F9FBA-A183-27F7-5378-C12527786993}"/>
          </ac:picMkLst>
        </pc:picChg>
        <pc:picChg chg="add mod">
          <ac:chgData name="Kate, Sneha (Cognizant)" userId="62ca8c89-7698-4ba4-86c5-ae883b79a337" providerId="ADAL" clId="{D0EE5547-C9F8-4CD5-844F-9BD69888EB83}" dt="2023-07-21T07:08:30.489" v="671" actId="14100"/>
          <ac:picMkLst>
            <pc:docMk/>
            <pc:sldMk cId="4144132421" sldId="767"/>
            <ac:picMk id="7" creationId="{84BF52DA-4813-412A-0CB6-475C1E153EE1}"/>
          </ac:picMkLst>
        </pc:picChg>
      </pc:sldChg>
      <pc:sldChg chg="addSp delSp modSp add mod">
        <pc:chgData name="Kate, Sneha (Cognizant)" userId="62ca8c89-7698-4ba4-86c5-ae883b79a337" providerId="ADAL" clId="{D0EE5547-C9F8-4CD5-844F-9BD69888EB83}" dt="2023-07-21T07:10:08.317" v="709" actId="20577"/>
        <pc:sldMkLst>
          <pc:docMk/>
          <pc:sldMk cId="1306357230" sldId="768"/>
        </pc:sldMkLst>
        <pc:spChg chg="mod">
          <ac:chgData name="Kate, Sneha (Cognizant)" userId="62ca8c89-7698-4ba4-86c5-ae883b79a337" providerId="ADAL" clId="{D0EE5547-C9F8-4CD5-844F-9BD69888EB83}" dt="2023-07-21T07:09:26.403" v="688" actId="20577"/>
          <ac:spMkLst>
            <pc:docMk/>
            <pc:sldMk cId="1306357230" sldId="768"/>
            <ac:spMk id="2" creationId="{00565AA0-9D26-01E4-3E5C-A7CD5FA39082}"/>
          </ac:spMkLst>
        </pc:spChg>
        <pc:spChg chg="mod">
          <ac:chgData name="Kate, Sneha (Cognizant)" userId="62ca8c89-7698-4ba4-86c5-ae883b79a337" providerId="ADAL" clId="{D0EE5547-C9F8-4CD5-844F-9BD69888EB83}" dt="2023-07-21T07:10:08.317" v="709" actId="20577"/>
          <ac:spMkLst>
            <pc:docMk/>
            <pc:sldMk cId="1306357230" sldId="768"/>
            <ac:spMk id="3" creationId="{F407570A-35E0-C689-8D89-981372F5A85F}"/>
          </ac:spMkLst>
        </pc:spChg>
        <pc:picChg chg="add mod">
          <ac:chgData name="Kate, Sneha (Cognizant)" userId="62ca8c89-7698-4ba4-86c5-ae883b79a337" providerId="ADAL" clId="{D0EE5547-C9F8-4CD5-844F-9BD69888EB83}" dt="2023-07-21T07:08:58.444" v="677" actId="1076"/>
          <ac:picMkLst>
            <pc:docMk/>
            <pc:sldMk cId="1306357230" sldId="768"/>
            <ac:picMk id="6" creationId="{9A22BA23-8535-DC49-6BD6-38263329CA16}"/>
          </ac:picMkLst>
        </pc:picChg>
        <pc:picChg chg="del">
          <ac:chgData name="Kate, Sneha (Cognizant)" userId="62ca8c89-7698-4ba4-86c5-ae883b79a337" providerId="ADAL" clId="{D0EE5547-C9F8-4CD5-844F-9BD69888EB83}" dt="2023-07-21T07:08:47.162" v="673" actId="478"/>
          <ac:picMkLst>
            <pc:docMk/>
            <pc:sldMk cId="1306357230" sldId="768"/>
            <ac:picMk id="7" creationId="{84BF52DA-4813-412A-0CB6-475C1E153EE1}"/>
          </ac:picMkLst>
        </pc:picChg>
      </pc:sldChg>
      <pc:sldChg chg="modSp add mod">
        <pc:chgData name="Kate, Sneha (Cognizant)" userId="62ca8c89-7698-4ba4-86c5-ae883b79a337" providerId="ADAL" clId="{D0EE5547-C9F8-4CD5-844F-9BD69888EB83}" dt="2023-07-21T07:11:25.803" v="725" actId="20577"/>
        <pc:sldMkLst>
          <pc:docMk/>
          <pc:sldMk cId="4064300600" sldId="769"/>
        </pc:sldMkLst>
        <pc:spChg chg="mod">
          <ac:chgData name="Kate, Sneha (Cognizant)" userId="62ca8c89-7698-4ba4-86c5-ae883b79a337" providerId="ADAL" clId="{D0EE5547-C9F8-4CD5-844F-9BD69888EB83}" dt="2023-07-21T07:11:25.803" v="725" actId="20577"/>
          <ac:spMkLst>
            <pc:docMk/>
            <pc:sldMk cId="4064300600" sldId="769"/>
            <ac:spMk id="2" creationId="{00565AA0-9D26-01E4-3E5C-A7CD5FA39082}"/>
          </ac:spMkLst>
        </pc:spChg>
        <pc:spChg chg="mod">
          <ac:chgData name="Kate, Sneha (Cognizant)" userId="62ca8c89-7698-4ba4-86c5-ae883b79a337" providerId="ADAL" clId="{D0EE5547-C9F8-4CD5-844F-9BD69888EB83}" dt="2023-07-21T07:10:21.959" v="723" actId="20577"/>
          <ac:spMkLst>
            <pc:docMk/>
            <pc:sldMk cId="4064300600" sldId="769"/>
            <ac:spMk id="3" creationId="{F407570A-35E0-C689-8D89-981372F5A85F}"/>
          </ac:spMkLst>
        </pc:spChg>
      </pc:sldChg>
      <pc:sldChg chg="addSp delSp modSp add mod">
        <pc:chgData name="Kate, Sneha (Cognizant)" userId="62ca8c89-7698-4ba4-86c5-ae883b79a337" providerId="ADAL" clId="{D0EE5547-C9F8-4CD5-844F-9BD69888EB83}" dt="2023-07-21T07:12:25.970" v="781" actId="1076"/>
        <pc:sldMkLst>
          <pc:docMk/>
          <pc:sldMk cId="2091256055" sldId="770"/>
        </pc:sldMkLst>
        <pc:spChg chg="mod">
          <ac:chgData name="Kate, Sneha (Cognizant)" userId="62ca8c89-7698-4ba4-86c5-ae883b79a337" providerId="ADAL" clId="{D0EE5547-C9F8-4CD5-844F-9BD69888EB83}" dt="2023-07-21T07:12:15.140" v="778"/>
          <ac:spMkLst>
            <pc:docMk/>
            <pc:sldMk cId="2091256055" sldId="770"/>
            <ac:spMk id="2" creationId="{00565AA0-9D26-01E4-3E5C-A7CD5FA39082}"/>
          </ac:spMkLst>
        </pc:spChg>
        <pc:spChg chg="mod">
          <ac:chgData name="Kate, Sneha (Cognizant)" userId="62ca8c89-7698-4ba4-86c5-ae883b79a337" providerId="ADAL" clId="{D0EE5547-C9F8-4CD5-844F-9BD69888EB83}" dt="2023-07-21T07:11:58.431" v="777" actId="20577"/>
          <ac:spMkLst>
            <pc:docMk/>
            <pc:sldMk cId="2091256055" sldId="770"/>
            <ac:spMk id="3" creationId="{F407570A-35E0-C689-8D89-981372F5A85F}"/>
          </ac:spMkLst>
        </pc:spChg>
        <pc:picChg chg="del">
          <ac:chgData name="Kate, Sneha (Cognizant)" userId="62ca8c89-7698-4ba4-86c5-ae883b79a337" providerId="ADAL" clId="{D0EE5547-C9F8-4CD5-844F-9BD69888EB83}" dt="2023-07-21T07:12:18.126" v="779" actId="478"/>
          <ac:picMkLst>
            <pc:docMk/>
            <pc:sldMk cId="2091256055" sldId="770"/>
            <ac:picMk id="6" creationId="{9A22BA23-8535-DC49-6BD6-38263329CA16}"/>
          </ac:picMkLst>
        </pc:picChg>
        <pc:picChg chg="add mod">
          <ac:chgData name="Kate, Sneha (Cognizant)" userId="62ca8c89-7698-4ba4-86c5-ae883b79a337" providerId="ADAL" clId="{D0EE5547-C9F8-4CD5-844F-9BD69888EB83}" dt="2023-07-21T07:12:25.970" v="781" actId="1076"/>
          <ac:picMkLst>
            <pc:docMk/>
            <pc:sldMk cId="2091256055" sldId="770"/>
            <ac:picMk id="7" creationId="{C5F24942-3625-57EB-C3E5-5D6A8582F3AB}"/>
          </ac:picMkLst>
        </pc:picChg>
      </pc:sldChg>
      <pc:sldChg chg="addSp delSp modSp add mod">
        <pc:chgData name="Kate, Sneha (Cognizant)" userId="62ca8c89-7698-4ba4-86c5-ae883b79a337" providerId="ADAL" clId="{D0EE5547-C9F8-4CD5-844F-9BD69888EB83}" dt="2023-07-21T07:13:49.231" v="814" actId="1076"/>
        <pc:sldMkLst>
          <pc:docMk/>
          <pc:sldMk cId="2339763959" sldId="771"/>
        </pc:sldMkLst>
        <pc:spChg chg="mod">
          <ac:chgData name="Kate, Sneha (Cognizant)" userId="62ca8c89-7698-4ba4-86c5-ae883b79a337" providerId="ADAL" clId="{D0EE5547-C9F8-4CD5-844F-9BD69888EB83}" dt="2023-07-21T07:13:38.129" v="810" actId="12"/>
          <ac:spMkLst>
            <pc:docMk/>
            <pc:sldMk cId="2339763959" sldId="771"/>
            <ac:spMk id="2" creationId="{00565AA0-9D26-01E4-3E5C-A7CD5FA39082}"/>
          </ac:spMkLst>
        </pc:spChg>
        <pc:spChg chg="mod">
          <ac:chgData name="Kate, Sneha (Cognizant)" userId="62ca8c89-7698-4ba4-86c5-ae883b79a337" providerId="ADAL" clId="{D0EE5547-C9F8-4CD5-844F-9BD69888EB83}" dt="2023-07-21T07:12:58.372" v="805" actId="20577"/>
          <ac:spMkLst>
            <pc:docMk/>
            <pc:sldMk cId="2339763959" sldId="771"/>
            <ac:spMk id="3" creationId="{F407570A-35E0-C689-8D89-981372F5A85F}"/>
          </ac:spMkLst>
        </pc:spChg>
        <pc:picChg chg="add mod">
          <ac:chgData name="Kate, Sneha (Cognizant)" userId="62ca8c89-7698-4ba4-86c5-ae883b79a337" providerId="ADAL" clId="{D0EE5547-C9F8-4CD5-844F-9BD69888EB83}" dt="2023-07-21T07:13:49.231" v="814" actId="1076"/>
          <ac:picMkLst>
            <pc:docMk/>
            <pc:sldMk cId="2339763959" sldId="771"/>
            <ac:picMk id="6" creationId="{18DE90D9-0E14-2EBE-6093-C4F0C28F5BEF}"/>
          </ac:picMkLst>
        </pc:picChg>
        <pc:picChg chg="del">
          <ac:chgData name="Kate, Sneha (Cognizant)" userId="62ca8c89-7698-4ba4-86c5-ae883b79a337" providerId="ADAL" clId="{D0EE5547-C9F8-4CD5-844F-9BD69888EB83}" dt="2023-07-21T07:13:44.334" v="811" actId="478"/>
          <ac:picMkLst>
            <pc:docMk/>
            <pc:sldMk cId="2339763959" sldId="771"/>
            <ac:picMk id="7" creationId="{C5F24942-3625-57EB-C3E5-5D6A8582F3AB}"/>
          </ac:picMkLst>
        </pc:picChg>
      </pc:sldChg>
      <pc:sldChg chg="addSp delSp modSp add mod">
        <pc:chgData name="Kate, Sneha (Cognizant)" userId="62ca8c89-7698-4ba4-86c5-ae883b79a337" providerId="ADAL" clId="{D0EE5547-C9F8-4CD5-844F-9BD69888EB83}" dt="2023-07-21T07:15:34.859" v="862" actId="1076"/>
        <pc:sldMkLst>
          <pc:docMk/>
          <pc:sldMk cId="2866877165" sldId="772"/>
        </pc:sldMkLst>
        <pc:spChg chg="mod">
          <ac:chgData name="Kate, Sneha (Cognizant)" userId="62ca8c89-7698-4ba4-86c5-ae883b79a337" providerId="ADAL" clId="{D0EE5547-C9F8-4CD5-844F-9BD69888EB83}" dt="2023-07-21T07:15:21.635" v="859" actId="1076"/>
          <ac:spMkLst>
            <pc:docMk/>
            <pc:sldMk cId="2866877165" sldId="772"/>
            <ac:spMk id="2" creationId="{00565AA0-9D26-01E4-3E5C-A7CD5FA39082}"/>
          </ac:spMkLst>
        </pc:spChg>
        <pc:spChg chg="mod">
          <ac:chgData name="Kate, Sneha (Cognizant)" userId="62ca8c89-7698-4ba4-86c5-ae883b79a337" providerId="ADAL" clId="{D0EE5547-C9F8-4CD5-844F-9BD69888EB83}" dt="2023-07-21T07:14:33.554" v="849" actId="20577"/>
          <ac:spMkLst>
            <pc:docMk/>
            <pc:sldMk cId="2866877165" sldId="772"/>
            <ac:spMk id="3" creationId="{F407570A-35E0-C689-8D89-981372F5A85F}"/>
          </ac:spMkLst>
        </pc:spChg>
        <pc:spChg chg="add mod">
          <ac:chgData name="Kate, Sneha (Cognizant)" userId="62ca8c89-7698-4ba4-86c5-ae883b79a337" providerId="ADAL" clId="{D0EE5547-C9F8-4CD5-844F-9BD69888EB83}" dt="2023-07-21T07:15:34.859" v="862" actId="1076"/>
          <ac:spMkLst>
            <pc:docMk/>
            <pc:sldMk cId="2866877165" sldId="772"/>
            <ac:spMk id="8" creationId="{1D15572A-2283-3A2D-11D0-9CAC1A56FBB4}"/>
          </ac:spMkLst>
        </pc:spChg>
        <pc:picChg chg="del">
          <ac:chgData name="Kate, Sneha (Cognizant)" userId="62ca8c89-7698-4ba4-86c5-ae883b79a337" providerId="ADAL" clId="{D0EE5547-C9F8-4CD5-844F-9BD69888EB83}" dt="2023-07-21T07:14:39.173" v="850" actId="478"/>
          <ac:picMkLst>
            <pc:docMk/>
            <pc:sldMk cId="2866877165" sldId="772"/>
            <ac:picMk id="6" creationId="{18DE90D9-0E14-2EBE-6093-C4F0C28F5BEF}"/>
          </ac:picMkLst>
        </pc:picChg>
        <pc:picChg chg="add mod">
          <ac:chgData name="Kate, Sneha (Cognizant)" userId="62ca8c89-7698-4ba4-86c5-ae883b79a337" providerId="ADAL" clId="{D0EE5547-C9F8-4CD5-844F-9BD69888EB83}" dt="2023-07-21T07:15:25.096" v="860" actId="1076"/>
          <ac:picMkLst>
            <pc:docMk/>
            <pc:sldMk cId="2866877165" sldId="772"/>
            <ac:picMk id="7" creationId="{F368785D-9E93-FF3E-B5F2-31567835EB49}"/>
          </ac:picMkLst>
        </pc:picChg>
      </pc:sldChg>
      <pc:sldChg chg="modSp add mod">
        <pc:chgData name="Kate, Sneha (Cognizant)" userId="62ca8c89-7698-4ba4-86c5-ae883b79a337" providerId="ADAL" clId="{D0EE5547-C9F8-4CD5-844F-9BD69888EB83}" dt="2023-07-21T07:16:30.201" v="879" actId="1076"/>
        <pc:sldMkLst>
          <pc:docMk/>
          <pc:sldMk cId="800342494" sldId="773"/>
        </pc:sldMkLst>
        <pc:spChg chg="mod">
          <ac:chgData name="Kate, Sneha (Cognizant)" userId="62ca8c89-7698-4ba4-86c5-ae883b79a337" providerId="ADAL" clId="{D0EE5547-C9F8-4CD5-844F-9BD69888EB83}" dt="2023-07-21T07:16:20.010" v="877" actId="14100"/>
          <ac:spMkLst>
            <pc:docMk/>
            <pc:sldMk cId="800342494" sldId="773"/>
            <ac:spMk id="2" creationId="{00565AA0-9D26-01E4-3E5C-A7CD5FA39082}"/>
          </ac:spMkLst>
        </pc:spChg>
        <pc:spChg chg="mod">
          <ac:chgData name="Kate, Sneha (Cognizant)" userId="62ca8c89-7698-4ba4-86c5-ae883b79a337" providerId="ADAL" clId="{D0EE5547-C9F8-4CD5-844F-9BD69888EB83}" dt="2023-07-21T07:15:51.202" v="873" actId="20577"/>
          <ac:spMkLst>
            <pc:docMk/>
            <pc:sldMk cId="800342494" sldId="773"/>
            <ac:spMk id="3" creationId="{F407570A-35E0-C689-8D89-981372F5A85F}"/>
          </ac:spMkLst>
        </pc:spChg>
        <pc:spChg chg="mod">
          <ac:chgData name="Kate, Sneha (Cognizant)" userId="62ca8c89-7698-4ba4-86c5-ae883b79a337" providerId="ADAL" clId="{D0EE5547-C9F8-4CD5-844F-9BD69888EB83}" dt="2023-07-21T07:16:30.201" v="879" actId="1076"/>
          <ac:spMkLst>
            <pc:docMk/>
            <pc:sldMk cId="800342494" sldId="773"/>
            <ac:spMk id="8" creationId="{1D15572A-2283-3A2D-11D0-9CAC1A56FBB4}"/>
          </ac:spMkLst>
        </pc:spChg>
        <pc:picChg chg="mod">
          <ac:chgData name="Kate, Sneha (Cognizant)" userId="62ca8c89-7698-4ba4-86c5-ae883b79a337" providerId="ADAL" clId="{D0EE5547-C9F8-4CD5-844F-9BD69888EB83}" dt="2023-07-21T07:16:25.741" v="878" actId="1076"/>
          <ac:picMkLst>
            <pc:docMk/>
            <pc:sldMk cId="800342494" sldId="773"/>
            <ac:picMk id="7" creationId="{F368785D-9E93-FF3E-B5F2-31567835EB49}"/>
          </ac:picMkLst>
        </pc:picChg>
      </pc:sldChg>
      <pc:sldChg chg="delSp modSp add mod">
        <pc:chgData name="Kate, Sneha (Cognizant)" userId="62ca8c89-7698-4ba4-86c5-ae883b79a337" providerId="ADAL" clId="{D0EE5547-C9F8-4CD5-844F-9BD69888EB83}" dt="2023-07-21T07:17:50.403" v="911" actId="20577"/>
        <pc:sldMkLst>
          <pc:docMk/>
          <pc:sldMk cId="3149270288" sldId="774"/>
        </pc:sldMkLst>
        <pc:spChg chg="mod">
          <ac:chgData name="Kate, Sneha (Cognizant)" userId="62ca8c89-7698-4ba4-86c5-ae883b79a337" providerId="ADAL" clId="{D0EE5547-C9F8-4CD5-844F-9BD69888EB83}" dt="2023-07-21T07:17:50.403" v="911" actId="20577"/>
          <ac:spMkLst>
            <pc:docMk/>
            <pc:sldMk cId="3149270288" sldId="774"/>
            <ac:spMk id="2" creationId="{00565AA0-9D26-01E4-3E5C-A7CD5FA39082}"/>
          </ac:spMkLst>
        </pc:spChg>
        <pc:spChg chg="mod">
          <ac:chgData name="Kate, Sneha (Cognizant)" userId="62ca8c89-7698-4ba4-86c5-ae883b79a337" providerId="ADAL" clId="{D0EE5547-C9F8-4CD5-844F-9BD69888EB83}" dt="2023-07-21T07:16:57.966" v="904" actId="20577"/>
          <ac:spMkLst>
            <pc:docMk/>
            <pc:sldMk cId="3149270288" sldId="774"/>
            <ac:spMk id="3" creationId="{F407570A-35E0-C689-8D89-981372F5A85F}"/>
          </ac:spMkLst>
        </pc:spChg>
        <pc:spChg chg="del">
          <ac:chgData name="Kate, Sneha (Cognizant)" userId="62ca8c89-7698-4ba4-86c5-ae883b79a337" providerId="ADAL" clId="{D0EE5547-C9F8-4CD5-844F-9BD69888EB83}" dt="2023-07-21T07:17:20.367" v="906" actId="478"/>
          <ac:spMkLst>
            <pc:docMk/>
            <pc:sldMk cId="3149270288" sldId="774"/>
            <ac:spMk id="8" creationId="{1D15572A-2283-3A2D-11D0-9CAC1A56FBB4}"/>
          </ac:spMkLst>
        </pc:spChg>
        <pc:picChg chg="del">
          <ac:chgData name="Kate, Sneha (Cognizant)" userId="62ca8c89-7698-4ba4-86c5-ae883b79a337" providerId="ADAL" clId="{D0EE5547-C9F8-4CD5-844F-9BD69888EB83}" dt="2023-07-21T07:17:00.817" v="905" actId="478"/>
          <ac:picMkLst>
            <pc:docMk/>
            <pc:sldMk cId="3149270288" sldId="774"/>
            <ac:picMk id="7" creationId="{F368785D-9E93-FF3E-B5F2-31567835EB49}"/>
          </ac:picMkLst>
        </pc:picChg>
      </pc:sldChg>
      <pc:sldChg chg="modSp add mod ord">
        <pc:chgData name="Kate, Sneha (Cognizant)" userId="62ca8c89-7698-4ba4-86c5-ae883b79a337" providerId="ADAL" clId="{D0EE5547-C9F8-4CD5-844F-9BD69888EB83}" dt="2023-07-21T07:19:02.375" v="965"/>
        <pc:sldMkLst>
          <pc:docMk/>
          <pc:sldMk cId="4097949383" sldId="775"/>
        </pc:sldMkLst>
        <pc:spChg chg="mod">
          <ac:chgData name="Kate, Sneha (Cognizant)" userId="62ca8c89-7698-4ba4-86c5-ae883b79a337" providerId="ADAL" clId="{D0EE5547-C9F8-4CD5-844F-9BD69888EB83}" dt="2023-07-21T07:18:43.191" v="963" actId="20577"/>
          <ac:spMkLst>
            <pc:docMk/>
            <pc:sldMk cId="4097949383" sldId="775"/>
            <ac:spMk id="3" creationId="{C7276DC3-F326-F107-FC8E-C78A1B588DB8}"/>
          </ac:spMkLst>
        </pc:spChg>
      </pc:sldChg>
      <pc:sldChg chg="addSp modSp add mod ord">
        <pc:chgData name="Kate, Sneha (Cognizant)" userId="62ca8c89-7698-4ba4-86c5-ae883b79a337" providerId="ADAL" clId="{D0EE5547-C9F8-4CD5-844F-9BD69888EB83}" dt="2023-07-21T07:20:00.876" v="1019" actId="1076"/>
        <pc:sldMkLst>
          <pc:docMk/>
          <pc:sldMk cId="899599619" sldId="776"/>
        </pc:sldMkLst>
        <pc:spChg chg="mod">
          <ac:chgData name="Kate, Sneha (Cognizant)" userId="62ca8c89-7698-4ba4-86c5-ae883b79a337" providerId="ADAL" clId="{D0EE5547-C9F8-4CD5-844F-9BD69888EB83}" dt="2023-07-21T07:19:54.024" v="1017" actId="14100"/>
          <ac:spMkLst>
            <pc:docMk/>
            <pc:sldMk cId="899599619" sldId="776"/>
            <ac:spMk id="2" creationId="{00565AA0-9D26-01E4-3E5C-A7CD5FA39082}"/>
          </ac:spMkLst>
        </pc:spChg>
        <pc:spChg chg="mod">
          <ac:chgData name="Kate, Sneha (Cognizant)" userId="62ca8c89-7698-4ba4-86c5-ae883b79a337" providerId="ADAL" clId="{D0EE5547-C9F8-4CD5-844F-9BD69888EB83}" dt="2023-07-21T07:19:24.018" v="1010" actId="20577"/>
          <ac:spMkLst>
            <pc:docMk/>
            <pc:sldMk cId="899599619" sldId="776"/>
            <ac:spMk id="3" creationId="{F407570A-35E0-C689-8D89-981372F5A85F}"/>
          </ac:spMkLst>
        </pc:spChg>
        <pc:picChg chg="add mod">
          <ac:chgData name="Kate, Sneha (Cognizant)" userId="62ca8c89-7698-4ba4-86c5-ae883b79a337" providerId="ADAL" clId="{D0EE5547-C9F8-4CD5-844F-9BD69888EB83}" dt="2023-07-21T07:20:00.876" v="1019" actId="1076"/>
          <ac:picMkLst>
            <pc:docMk/>
            <pc:sldMk cId="899599619" sldId="776"/>
            <ac:picMk id="6" creationId="{D0074FED-786C-7D3B-4B5F-0732F71A9EF8}"/>
          </ac:picMkLst>
        </pc:picChg>
      </pc:sldChg>
      <pc:sldChg chg="delSp modSp add mod">
        <pc:chgData name="Kate, Sneha (Cognizant)" userId="62ca8c89-7698-4ba4-86c5-ae883b79a337" providerId="ADAL" clId="{D0EE5547-C9F8-4CD5-844F-9BD69888EB83}" dt="2023-07-21T07:28:21.552" v="1081"/>
        <pc:sldMkLst>
          <pc:docMk/>
          <pc:sldMk cId="1667763169" sldId="777"/>
        </pc:sldMkLst>
        <pc:spChg chg="mod">
          <ac:chgData name="Kate, Sneha (Cognizant)" userId="62ca8c89-7698-4ba4-86c5-ae883b79a337" providerId="ADAL" clId="{D0EE5547-C9F8-4CD5-844F-9BD69888EB83}" dt="2023-07-21T07:28:21.552" v="1081"/>
          <ac:spMkLst>
            <pc:docMk/>
            <pc:sldMk cId="1667763169" sldId="777"/>
            <ac:spMk id="2" creationId="{00565AA0-9D26-01E4-3E5C-A7CD5FA39082}"/>
          </ac:spMkLst>
        </pc:spChg>
        <pc:spChg chg="mod">
          <ac:chgData name="Kate, Sneha (Cognizant)" userId="62ca8c89-7698-4ba4-86c5-ae883b79a337" providerId="ADAL" clId="{D0EE5547-C9F8-4CD5-844F-9BD69888EB83}" dt="2023-07-21T07:20:56.071" v="1077" actId="20577"/>
          <ac:spMkLst>
            <pc:docMk/>
            <pc:sldMk cId="1667763169" sldId="777"/>
            <ac:spMk id="3" creationId="{F407570A-35E0-C689-8D89-981372F5A85F}"/>
          </ac:spMkLst>
        </pc:spChg>
        <pc:picChg chg="del">
          <ac:chgData name="Kate, Sneha (Cognizant)" userId="62ca8c89-7698-4ba4-86c5-ae883b79a337" providerId="ADAL" clId="{D0EE5547-C9F8-4CD5-844F-9BD69888EB83}" dt="2023-07-21T07:20:17.906" v="1021" actId="478"/>
          <ac:picMkLst>
            <pc:docMk/>
            <pc:sldMk cId="1667763169" sldId="777"/>
            <ac:picMk id="6" creationId="{D0074FED-786C-7D3B-4B5F-0732F71A9EF8}"/>
          </ac:picMkLst>
        </pc:picChg>
      </pc:sldChg>
      <pc:sldChg chg="addSp modSp add mod">
        <pc:chgData name="Kate, Sneha (Cognizant)" userId="62ca8c89-7698-4ba4-86c5-ae883b79a337" providerId="ADAL" clId="{D0EE5547-C9F8-4CD5-844F-9BD69888EB83}" dt="2023-07-21T07:29:31.476" v="1215" actId="1076"/>
        <pc:sldMkLst>
          <pc:docMk/>
          <pc:sldMk cId="2900420758" sldId="778"/>
        </pc:sldMkLst>
        <pc:spChg chg="mod">
          <ac:chgData name="Kate, Sneha (Cognizant)" userId="62ca8c89-7698-4ba4-86c5-ae883b79a337" providerId="ADAL" clId="{D0EE5547-C9F8-4CD5-844F-9BD69888EB83}" dt="2023-07-21T07:29:23.051" v="1213"/>
          <ac:spMkLst>
            <pc:docMk/>
            <pc:sldMk cId="2900420758" sldId="778"/>
            <ac:spMk id="2" creationId="{00565AA0-9D26-01E4-3E5C-A7CD5FA39082}"/>
          </ac:spMkLst>
        </pc:spChg>
        <pc:spChg chg="mod">
          <ac:chgData name="Kate, Sneha (Cognizant)" userId="62ca8c89-7698-4ba4-86c5-ae883b79a337" providerId="ADAL" clId="{D0EE5547-C9F8-4CD5-844F-9BD69888EB83}" dt="2023-07-21T07:28:54.688" v="1120" actId="20577"/>
          <ac:spMkLst>
            <pc:docMk/>
            <pc:sldMk cId="2900420758" sldId="778"/>
            <ac:spMk id="3" creationId="{F407570A-35E0-C689-8D89-981372F5A85F}"/>
          </ac:spMkLst>
        </pc:spChg>
        <pc:picChg chg="add mod">
          <ac:chgData name="Kate, Sneha (Cognizant)" userId="62ca8c89-7698-4ba4-86c5-ae883b79a337" providerId="ADAL" clId="{D0EE5547-C9F8-4CD5-844F-9BD69888EB83}" dt="2023-07-21T07:29:31.476" v="1215" actId="1076"/>
          <ac:picMkLst>
            <pc:docMk/>
            <pc:sldMk cId="2900420758" sldId="778"/>
            <ac:picMk id="6" creationId="{3767D70B-8980-2A34-B6A9-16D6A7FF210F}"/>
          </ac:picMkLst>
        </pc:picChg>
      </pc:sldChg>
      <pc:sldChg chg="delSp modSp add mod">
        <pc:chgData name="Kate, Sneha (Cognizant)" userId="62ca8c89-7698-4ba4-86c5-ae883b79a337" providerId="ADAL" clId="{D0EE5547-C9F8-4CD5-844F-9BD69888EB83}" dt="2023-07-21T07:32:47.501" v="1218"/>
        <pc:sldMkLst>
          <pc:docMk/>
          <pc:sldMk cId="2691927518" sldId="779"/>
        </pc:sldMkLst>
        <pc:spChg chg="mod">
          <ac:chgData name="Kate, Sneha (Cognizant)" userId="62ca8c89-7698-4ba4-86c5-ae883b79a337" providerId="ADAL" clId="{D0EE5547-C9F8-4CD5-844F-9BD69888EB83}" dt="2023-07-21T07:32:47.501" v="1218"/>
          <ac:spMkLst>
            <pc:docMk/>
            <pc:sldMk cId="2691927518" sldId="779"/>
            <ac:spMk id="2" creationId="{00565AA0-9D26-01E4-3E5C-A7CD5FA39082}"/>
          </ac:spMkLst>
        </pc:spChg>
        <pc:picChg chg="del">
          <ac:chgData name="Kate, Sneha (Cognizant)" userId="62ca8c89-7698-4ba4-86c5-ae883b79a337" providerId="ADAL" clId="{D0EE5547-C9F8-4CD5-844F-9BD69888EB83}" dt="2023-07-21T07:32:22.625" v="1217" actId="478"/>
          <ac:picMkLst>
            <pc:docMk/>
            <pc:sldMk cId="2691927518" sldId="779"/>
            <ac:picMk id="6" creationId="{3767D70B-8980-2A34-B6A9-16D6A7FF210F}"/>
          </ac:picMkLst>
        </pc:picChg>
      </pc:sldChg>
      <pc:sldChg chg="addSp modSp add mod">
        <pc:chgData name="Kate, Sneha (Cognizant)" userId="62ca8c89-7698-4ba4-86c5-ae883b79a337" providerId="ADAL" clId="{D0EE5547-C9F8-4CD5-844F-9BD69888EB83}" dt="2023-07-21T07:35:21.458" v="1260" actId="1076"/>
        <pc:sldMkLst>
          <pc:docMk/>
          <pc:sldMk cId="1572849127" sldId="780"/>
        </pc:sldMkLst>
        <pc:spChg chg="mod">
          <ac:chgData name="Kate, Sneha (Cognizant)" userId="62ca8c89-7698-4ba4-86c5-ae883b79a337" providerId="ADAL" clId="{D0EE5547-C9F8-4CD5-844F-9BD69888EB83}" dt="2023-07-21T07:35:14.514" v="1259" actId="5793"/>
          <ac:spMkLst>
            <pc:docMk/>
            <pc:sldMk cId="1572849127" sldId="780"/>
            <ac:spMk id="2" creationId="{00565AA0-9D26-01E4-3E5C-A7CD5FA39082}"/>
          </ac:spMkLst>
        </pc:spChg>
        <pc:spChg chg="mod">
          <ac:chgData name="Kate, Sneha (Cognizant)" userId="62ca8c89-7698-4ba4-86c5-ae883b79a337" providerId="ADAL" clId="{D0EE5547-C9F8-4CD5-844F-9BD69888EB83}" dt="2023-07-21T07:33:05.408" v="1223" actId="20577"/>
          <ac:spMkLst>
            <pc:docMk/>
            <pc:sldMk cId="1572849127" sldId="780"/>
            <ac:spMk id="3" creationId="{F407570A-35E0-C689-8D89-981372F5A85F}"/>
          </ac:spMkLst>
        </pc:spChg>
        <pc:spChg chg="add mod">
          <ac:chgData name="Kate, Sneha (Cognizant)" userId="62ca8c89-7698-4ba4-86c5-ae883b79a337" providerId="ADAL" clId="{D0EE5547-C9F8-4CD5-844F-9BD69888EB83}" dt="2023-07-21T07:35:21.458" v="1260" actId="1076"/>
          <ac:spMkLst>
            <pc:docMk/>
            <pc:sldMk cId="1572849127" sldId="780"/>
            <ac:spMk id="6" creationId="{5561FE0C-6FE6-C443-D68B-315A100BA1AE}"/>
          </ac:spMkLst>
        </pc:spChg>
      </pc:sldChg>
      <pc:sldChg chg="modSp add mod ord">
        <pc:chgData name="Kate, Sneha (Cognizant)" userId="62ca8c89-7698-4ba4-86c5-ae883b79a337" providerId="ADAL" clId="{D0EE5547-C9F8-4CD5-844F-9BD69888EB83}" dt="2023-07-21T07:36:00.054" v="1298" actId="20577"/>
        <pc:sldMkLst>
          <pc:docMk/>
          <pc:sldMk cId="2375337" sldId="781"/>
        </pc:sldMkLst>
        <pc:spChg chg="mod">
          <ac:chgData name="Kate, Sneha (Cognizant)" userId="62ca8c89-7698-4ba4-86c5-ae883b79a337" providerId="ADAL" clId="{D0EE5547-C9F8-4CD5-844F-9BD69888EB83}" dt="2023-07-21T07:36:00.054" v="1298" actId="20577"/>
          <ac:spMkLst>
            <pc:docMk/>
            <pc:sldMk cId="2375337" sldId="781"/>
            <ac:spMk id="3" creationId="{C7276DC3-F326-F107-FC8E-C78A1B588DB8}"/>
          </ac:spMkLst>
        </pc:spChg>
      </pc:sldChg>
      <pc:sldChg chg="delSp modSp add mod ord">
        <pc:chgData name="Kate, Sneha (Cognizant)" userId="62ca8c89-7698-4ba4-86c5-ae883b79a337" providerId="ADAL" clId="{D0EE5547-C9F8-4CD5-844F-9BD69888EB83}" dt="2023-07-21T07:37:38.463" v="1437"/>
        <pc:sldMkLst>
          <pc:docMk/>
          <pc:sldMk cId="150118571" sldId="782"/>
        </pc:sldMkLst>
        <pc:spChg chg="mod">
          <ac:chgData name="Kate, Sneha (Cognizant)" userId="62ca8c89-7698-4ba4-86c5-ae883b79a337" providerId="ADAL" clId="{D0EE5547-C9F8-4CD5-844F-9BD69888EB83}" dt="2023-07-21T07:37:38.463" v="1437"/>
          <ac:spMkLst>
            <pc:docMk/>
            <pc:sldMk cId="150118571" sldId="782"/>
            <ac:spMk id="2" creationId="{00565AA0-9D26-01E4-3E5C-A7CD5FA39082}"/>
          </ac:spMkLst>
        </pc:spChg>
        <pc:spChg chg="mod">
          <ac:chgData name="Kate, Sneha (Cognizant)" userId="62ca8c89-7698-4ba4-86c5-ae883b79a337" providerId="ADAL" clId="{D0EE5547-C9F8-4CD5-844F-9BD69888EB83}" dt="2023-07-21T07:37:01.699" v="1379" actId="20577"/>
          <ac:spMkLst>
            <pc:docMk/>
            <pc:sldMk cId="150118571" sldId="782"/>
            <ac:spMk id="3" creationId="{F407570A-35E0-C689-8D89-981372F5A85F}"/>
          </ac:spMkLst>
        </pc:spChg>
        <pc:spChg chg="del">
          <ac:chgData name="Kate, Sneha (Cognizant)" userId="62ca8c89-7698-4ba4-86c5-ae883b79a337" providerId="ADAL" clId="{D0EE5547-C9F8-4CD5-844F-9BD69888EB83}" dt="2023-07-21T07:37:08.574" v="1381" actId="478"/>
          <ac:spMkLst>
            <pc:docMk/>
            <pc:sldMk cId="150118571" sldId="782"/>
            <ac:spMk id="6" creationId="{5561FE0C-6FE6-C443-D68B-315A100BA1AE}"/>
          </ac:spMkLst>
        </pc:spChg>
      </pc:sldChg>
      <pc:sldChg chg="addSp modSp add mod">
        <pc:chgData name="Kate, Sneha (Cognizant)" userId="62ca8c89-7698-4ba4-86c5-ae883b79a337" providerId="ADAL" clId="{D0EE5547-C9F8-4CD5-844F-9BD69888EB83}" dt="2023-07-21T07:50:04.668" v="1499" actId="1076"/>
        <pc:sldMkLst>
          <pc:docMk/>
          <pc:sldMk cId="3386820880" sldId="783"/>
        </pc:sldMkLst>
        <pc:spChg chg="mod">
          <ac:chgData name="Kate, Sneha (Cognizant)" userId="62ca8c89-7698-4ba4-86c5-ae883b79a337" providerId="ADAL" clId="{D0EE5547-C9F8-4CD5-844F-9BD69888EB83}" dt="2023-07-21T07:49:46.155" v="1495" actId="12"/>
          <ac:spMkLst>
            <pc:docMk/>
            <pc:sldMk cId="3386820880" sldId="783"/>
            <ac:spMk id="2" creationId="{00565AA0-9D26-01E4-3E5C-A7CD5FA39082}"/>
          </ac:spMkLst>
        </pc:spChg>
        <pc:spChg chg="mod">
          <ac:chgData name="Kate, Sneha (Cognizant)" userId="62ca8c89-7698-4ba4-86c5-ae883b79a337" providerId="ADAL" clId="{D0EE5547-C9F8-4CD5-844F-9BD69888EB83}" dt="2023-07-21T07:49:12.193" v="1462" actId="20577"/>
          <ac:spMkLst>
            <pc:docMk/>
            <pc:sldMk cId="3386820880" sldId="783"/>
            <ac:spMk id="3" creationId="{F407570A-35E0-C689-8D89-981372F5A85F}"/>
          </ac:spMkLst>
        </pc:spChg>
        <pc:spChg chg="add mod">
          <ac:chgData name="Kate, Sneha (Cognizant)" userId="62ca8c89-7698-4ba4-86c5-ae883b79a337" providerId="ADAL" clId="{D0EE5547-C9F8-4CD5-844F-9BD69888EB83}" dt="2023-07-21T07:50:04.668" v="1499" actId="1076"/>
          <ac:spMkLst>
            <pc:docMk/>
            <pc:sldMk cId="3386820880" sldId="783"/>
            <ac:spMk id="7" creationId="{D18403C3-456C-936B-CBAE-CD123A438F25}"/>
          </ac:spMkLst>
        </pc:spChg>
        <pc:picChg chg="add mod">
          <ac:chgData name="Kate, Sneha (Cognizant)" userId="62ca8c89-7698-4ba4-86c5-ae883b79a337" providerId="ADAL" clId="{D0EE5547-C9F8-4CD5-844F-9BD69888EB83}" dt="2023-07-21T07:49:54.333" v="1497" actId="1076"/>
          <ac:picMkLst>
            <pc:docMk/>
            <pc:sldMk cId="3386820880" sldId="783"/>
            <ac:picMk id="6" creationId="{D7150594-7103-86F3-2BEE-8C76E7489B9B}"/>
          </ac:picMkLst>
        </pc:picChg>
      </pc:sldChg>
      <pc:sldChg chg="addSp delSp modSp add mod">
        <pc:chgData name="Kate, Sneha (Cognizant)" userId="62ca8c89-7698-4ba4-86c5-ae883b79a337" providerId="ADAL" clId="{D0EE5547-C9F8-4CD5-844F-9BD69888EB83}" dt="2023-07-21T08:02:17.265" v="1660" actId="15"/>
        <pc:sldMkLst>
          <pc:docMk/>
          <pc:sldMk cId="2328860302" sldId="784"/>
        </pc:sldMkLst>
        <pc:spChg chg="mod">
          <ac:chgData name="Kate, Sneha (Cognizant)" userId="62ca8c89-7698-4ba4-86c5-ae883b79a337" providerId="ADAL" clId="{D0EE5547-C9F8-4CD5-844F-9BD69888EB83}" dt="2023-07-21T08:02:17.265" v="1660" actId="15"/>
          <ac:spMkLst>
            <pc:docMk/>
            <pc:sldMk cId="2328860302" sldId="784"/>
            <ac:spMk id="2" creationId="{00565AA0-9D26-01E4-3E5C-A7CD5FA39082}"/>
          </ac:spMkLst>
        </pc:spChg>
        <pc:spChg chg="mod">
          <ac:chgData name="Kate, Sneha (Cognizant)" userId="62ca8c89-7698-4ba4-86c5-ae883b79a337" providerId="ADAL" clId="{D0EE5547-C9F8-4CD5-844F-9BD69888EB83}" dt="2023-07-21T07:57:04.364" v="1539" actId="20577"/>
          <ac:spMkLst>
            <pc:docMk/>
            <pc:sldMk cId="2328860302" sldId="784"/>
            <ac:spMk id="3" creationId="{F407570A-35E0-C689-8D89-981372F5A85F}"/>
          </ac:spMkLst>
        </pc:spChg>
        <pc:spChg chg="del mod">
          <ac:chgData name="Kate, Sneha (Cognizant)" userId="62ca8c89-7698-4ba4-86c5-ae883b79a337" providerId="ADAL" clId="{D0EE5547-C9F8-4CD5-844F-9BD69888EB83}" dt="2023-07-21T07:57:14.136" v="1544" actId="478"/>
          <ac:spMkLst>
            <pc:docMk/>
            <pc:sldMk cId="2328860302" sldId="784"/>
            <ac:spMk id="7" creationId="{D18403C3-456C-936B-CBAE-CD123A438F25}"/>
          </ac:spMkLst>
        </pc:spChg>
        <pc:picChg chg="del">
          <ac:chgData name="Kate, Sneha (Cognizant)" userId="62ca8c89-7698-4ba4-86c5-ae883b79a337" providerId="ADAL" clId="{D0EE5547-C9F8-4CD5-844F-9BD69888EB83}" dt="2023-07-21T07:57:07.762" v="1540" actId="478"/>
          <ac:picMkLst>
            <pc:docMk/>
            <pc:sldMk cId="2328860302" sldId="784"/>
            <ac:picMk id="6" creationId="{D7150594-7103-86F3-2BEE-8C76E7489B9B}"/>
          </ac:picMkLst>
        </pc:picChg>
        <pc:picChg chg="add mod">
          <ac:chgData name="Kate, Sneha (Cognizant)" userId="62ca8c89-7698-4ba4-86c5-ae883b79a337" providerId="ADAL" clId="{D0EE5547-C9F8-4CD5-844F-9BD69888EB83}" dt="2023-07-21T07:57:16.776" v="1545" actId="1076"/>
          <ac:picMkLst>
            <pc:docMk/>
            <pc:sldMk cId="2328860302" sldId="784"/>
            <ac:picMk id="8" creationId="{FABE7191-E379-94D9-B71B-D309C4A6E196}"/>
          </ac:picMkLst>
        </pc:picChg>
      </pc:sldChg>
      <pc:sldChg chg="delSp modSp add mod">
        <pc:chgData name="Kate, Sneha (Cognizant)" userId="62ca8c89-7698-4ba4-86c5-ae883b79a337" providerId="ADAL" clId="{D0EE5547-C9F8-4CD5-844F-9BD69888EB83}" dt="2023-07-21T08:02:13.289" v="1659" actId="15"/>
        <pc:sldMkLst>
          <pc:docMk/>
          <pc:sldMk cId="317499719" sldId="785"/>
        </pc:sldMkLst>
        <pc:spChg chg="mod">
          <ac:chgData name="Kate, Sneha (Cognizant)" userId="62ca8c89-7698-4ba4-86c5-ae883b79a337" providerId="ADAL" clId="{D0EE5547-C9F8-4CD5-844F-9BD69888EB83}" dt="2023-07-21T08:02:13.289" v="1659" actId="15"/>
          <ac:spMkLst>
            <pc:docMk/>
            <pc:sldMk cId="317499719" sldId="785"/>
            <ac:spMk id="2" creationId="{00565AA0-9D26-01E4-3E5C-A7CD5FA39082}"/>
          </ac:spMkLst>
        </pc:spChg>
        <pc:spChg chg="mod">
          <ac:chgData name="Kate, Sneha (Cognizant)" userId="62ca8c89-7698-4ba4-86c5-ae883b79a337" providerId="ADAL" clId="{D0EE5547-C9F8-4CD5-844F-9BD69888EB83}" dt="2023-07-21T08:01:09.357" v="1649" actId="20577"/>
          <ac:spMkLst>
            <pc:docMk/>
            <pc:sldMk cId="317499719" sldId="785"/>
            <ac:spMk id="3" creationId="{F407570A-35E0-C689-8D89-981372F5A85F}"/>
          </ac:spMkLst>
        </pc:spChg>
        <pc:spChg chg="mod">
          <ac:chgData name="Kate, Sneha (Cognizant)" userId="62ca8c89-7698-4ba4-86c5-ae883b79a337" providerId="ADAL" clId="{D0EE5547-C9F8-4CD5-844F-9BD69888EB83}" dt="2023-07-21T08:01:57.981" v="1656" actId="1076"/>
          <ac:spMkLst>
            <pc:docMk/>
            <pc:sldMk cId="317499719" sldId="785"/>
            <ac:spMk id="4" creationId="{D8827040-D556-38FA-8E78-FFF05F6ED80A}"/>
          </ac:spMkLst>
        </pc:spChg>
        <pc:picChg chg="del">
          <ac:chgData name="Kate, Sneha (Cognizant)" userId="62ca8c89-7698-4ba4-86c5-ae883b79a337" providerId="ADAL" clId="{D0EE5547-C9F8-4CD5-844F-9BD69888EB83}" dt="2023-07-21T08:00:46.477" v="1606" actId="478"/>
          <ac:picMkLst>
            <pc:docMk/>
            <pc:sldMk cId="317499719" sldId="785"/>
            <ac:picMk id="8" creationId="{FABE7191-E379-94D9-B71B-D309C4A6E196}"/>
          </ac:picMkLst>
        </pc:picChg>
      </pc:sldChg>
      <pc:sldChg chg="addSp delSp modSp add mod">
        <pc:chgData name="Kate, Sneha (Cognizant)" userId="62ca8c89-7698-4ba4-86c5-ae883b79a337" providerId="ADAL" clId="{D0EE5547-C9F8-4CD5-844F-9BD69888EB83}" dt="2023-07-21T08:05:42.913" v="1703" actId="1076"/>
        <pc:sldMkLst>
          <pc:docMk/>
          <pc:sldMk cId="3332693356" sldId="786"/>
        </pc:sldMkLst>
        <pc:spChg chg="mod">
          <ac:chgData name="Kate, Sneha (Cognizant)" userId="62ca8c89-7698-4ba4-86c5-ae883b79a337" providerId="ADAL" clId="{D0EE5547-C9F8-4CD5-844F-9BD69888EB83}" dt="2023-07-21T08:04:37.261" v="1691"/>
          <ac:spMkLst>
            <pc:docMk/>
            <pc:sldMk cId="3332693356" sldId="786"/>
            <ac:spMk id="2" creationId="{00565AA0-9D26-01E4-3E5C-A7CD5FA39082}"/>
          </ac:spMkLst>
        </pc:spChg>
        <pc:spChg chg="mod">
          <ac:chgData name="Kate, Sneha (Cognizant)" userId="62ca8c89-7698-4ba4-86c5-ae883b79a337" providerId="ADAL" clId="{D0EE5547-C9F8-4CD5-844F-9BD69888EB83}" dt="2023-07-21T08:03:11.129" v="1687" actId="20577"/>
          <ac:spMkLst>
            <pc:docMk/>
            <pc:sldMk cId="3332693356" sldId="786"/>
            <ac:spMk id="3" creationId="{F407570A-35E0-C689-8D89-981372F5A85F}"/>
          </ac:spMkLst>
        </pc:spChg>
        <pc:picChg chg="add mod">
          <ac:chgData name="Kate, Sneha (Cognizant)" userId="62ca8c89-7698-4ba4-86c5-ae883b79a337" providerId="ADAL" clId="{D0EE5547-C9F8-4CD5-844F-9BD69888EB83}" dt="2023-07-21T08:04:53.405" v="1693" actId="1076"/>
          <ac:picMkLst>
            <pc:docMk/>
            <pc:sldMk cId="3332693356" sldId="786"/>
            <ac:picMk id="6" creationId="{0D124410-7BB5-188C-FA3D-AFAD7EEDA2A0}"/>
          </ac:picMkLst>
        </pc:picChg>
        <pc:picChg chg="add mod">
          <ac:chgData name="Kate, Sneha (Cognizant)" userId="62ca8c89-7698-4ba4-86c5-ae883b79a337" providerId="ADAL" clId="{D0EE5547-C9F8-4CD5-844F-9BD69888EB83}" dt="2023-07-21T08:05:19.639" v="1699" actId="1076"/>
          <ac:picMkLst>
            <pc:docMk/>
            <pc:sldMk cId="3332693356" sldId="786"/>
            <ac:picMk id="8" creationId="{38CE4E8B-0B4D-CAA3-A857-0DF493086A32}"/>
          </ac:picMkLst>
        </pc:picChg>
        <pc:cxnChg chg="add del mod">
          <ac:chgData name="Kate, Sneha (Cognizant)" userId="62ca8c89-7698-4ba4-86c5-ae883b79a337" providerId="ADAL" clId="{D0EE5547-C9F8-4CD5-844F-9BD69888EB83}" dt="2023-07-21T08:05:27.265" v="1701" actId="21"/>
          <ac:cxnSpMkLst>
            <pc:docMk/>
            <pc:sldMk cId="3332693356" sldId="786"/>
            <ac:cxnSpMk id="7" creationId="{178A43AA-E4C7-767A-E24B-22E4BE361367}"/>
          </ac:cxnSpMkLst>
        </pc:cxnChg>
        <pc:cxnChg chg="add mod">
          <ac:chgData name="Kate, Sneha (Cognizant)" userId="62ca8c89-7698-4ba4-86c5-ae883b79a337" providerId="ADAL" clId="{D0EE5547-C9F8-4CD5-844F-9BD69888EB83}" dt="2023-07-21T08:05:42.913" v="1703" actId="1076"/>
          <ac:cxnSpMkLst>
            <pc:docMk/>
            <pc:sldMk cId="3332693356" sldId="786"/>
            <ac:cxnSpMk id="9" creationId="{BED54E01-3D05-7F79-37FF-39FF1C7E7FBB}"/>
          </ac:cxnSpMkLst>
        </pc:cxnChg>
      </pc:sldChg>
      <pc:sldChg chg="addSp delSp modSp add mod">
        <pc:chgData name="Kate, Sneha (Cognizant)" userId="62ca8c89-7698-4ba4-86c5-ae883b79a337" providerId="ADAL" clId="{D0EE5547-C9F8-4CD5-844F-9BD69888EB83}" dt="2023-07-21T08:11:39.234" v="1724" actId="12"/>
        <pc:sldMkLst>
          <pc:docMk/>
          <pc:sldMk cId="3981149084" sldId="787"/>
        </pc:sldMkLst>
        <pc:spChg chg="mod">
          <ac:chgData name="Kate, Sneha (Cognizant)" userId="62ca8c89-7698-4ba4-86c5-ae883b79a337" providerId="ADAL" clId="{D0EE5547-C9F8-4CD5-844F-9BD69888EB83}" dt="2023-07-21T08:10:00.792" v="1713"/>
          <ac:spMkLst>
            <pc:docMk/>
            <pc:sldMk cId="3981149084" sldId="787"/>
            <ac:spMk id="2" creationId="{00565AA0-9D26-01E4-3E5C-A7CD5FA39082}"/>
          </ac:spMkLst>
        </pc:spChg>
        <pc:spChg chg="mod">
          <ac:chgData name="Kate, Sneha (Cognizant)" userId="62ca8c89-7698-4ba4-86c5-ae883b79a337" providerId="ADAL" clId="{D0EE5547-C9F8-4CD5-844F-9BD69888EB83}" dt="2023-07-21T08:09:38.480" v="1706" actId="20577"/>
          <ac:spMkLst>
            <pc:docMk/>
            <pc:sldMk cId="3981149084" sldId="787"/>
            <ac:spMk id="3" creationId="{F407570A-35E0-C689-8D89-981372F5A85F}"/>
          </ac:spMkLst>
        </pc:spChg>
        <pc:spChg chg="add mod">
          <ac:chgData name="Kate, Sneha (Cognizant)" userId="62ca8c89-7698-4ba4-86c5-ae883b79a337" providerId="ADAL" clId="{D0EE5547-C9F8-4CD5-844F-9BD69888EB83}" dt="2023-07-21T08:11:39.234" v="1724" actId="12"/>
          <ac:spMkLst>
            <pc:docMk/>
            <pc:sldMk cId="3981149084" sldId="787"/>
            <ac:spMk id="10" creationId="{34C06AAE-1128-ADD1-C840-044CDEF376EB}"/>
          </ac:spMkLst>
        </pc:spChg>
        <pc:picChg chg="del">
          <ac:chgData name="Kate, Sneha (Cognizant)" userId="62ca8c89-7698-4ba4-86c5-ae883b79a337" providerId="ADAL" clId="{D0EE5547-C9F8-4CD5-844F-9BD69888EB83}" dt="2023-07-21T08:09:42.962" v="1707" actId="478"/>
          <ac:picMkLst>
            <pc:docMk/>
            <pc:sldMk cId="3981149084" sldId="787"/>
            <ac:picMk id="6" creationId="{0D124410-7BB5-188C-FA3D-AFAD7EEDA2A0}"/>
          </ac:picMkLst>
        </pc:picChg>
        <pc:picChg chg="del">
          <ac:chgData name="Kate, Sneha (Cognizant)" userId="62ca8c89-7698-4ba4-86c5-ae883b79a337" providerId="ADAL" clId="{D0EE5547-C9F8-4CD5-844F-9BD69888EB83}" dt="2023-07-21T08:09:46.487" v="1709" actId="478"/>
          <ac:picMkLst>
            <pc:docMk/>
            <pc:sldMk cId="3981149084" sldId="787"/>
            <ac:picMk id="8" creationId="{38CE4E8B-0B4D-CAA3-A857-0DF493086A32}"/>
          </ac:picMkLst>
        </pc:picChg>
        <pc:cxnChg chg="del">
          <ac:chgData name="Kate, Sneha (Cognizant)" userId="62ca8c89-7698-4ba4-86c5-ae883b79a337" providerId="ADAL" clId="{D0EE5547-C9F8-4CD5-844F-9BD69888EB83}" dt="2023-07-21T08:09:44.930" v="1708" actId="478"/>
          <ac:cxnSpMkLst>
            <pc:docMk/>
            <pc:sldMk cId="3981149084" sldId="787"/>
            <ac:cxnSpMk id="9" creationId="{BED54E01-3D05-7F79-37FF-39FF1C7E7FBB}"/>
          </ac:cxnSpMkLst>
        </pc:cxnChg>
      </pc:sldChg>
      <pc:sldChg chg="modSp add mod">
        <pc:chgData name="Kate, Sneha (Cognizant)" userId="62ca8c89-7698-4ba4-86c5-ae883b79a337" providerId="ADAL" clId="{D0EE5547-C9F8-4CD5-844F-9BD69888EB83}" dt="2023-07-21T08:37:38.389" v="2098" actId="14100"/>
        <pc:sldMkLst>
          <pc:docMk/>
          <pc:sldMk cId="3678314445" sldId="788"/>
        </pc:sldMkLst>
        <pc:spChg chg="mod">
          <ac:chgData name="Kate, Sneha (Cognizant)" userId="62ca8c89-7698-4ba4-86c5-ae883b79a337" providerId="ADAL" clId="{D0EE5547-C9F8-4CD5-844F-9BD69888EB83}" dt="2023-07-21T08:30:21.119" v="1918" actId="20577"/>
          <ac:spMkLst>
            <pc:docMk/>
            <pc:sldMk cId="3678314445" sldId="788"/>
            <ac:spMk id="7" creationId="{EA0D6B93-CE79-4088-9EA6-938915E2F70B}"/>
          </ac:spMkLst>
        </pc:spChg>
        <pc:spChg chg="mod">
          <ac:chgData name="Kate, Sneha (Cognizant)" userId="62ca8c89-7698-4ba4-86c5-ae883b79a337" providerId="ADAL" clId="{D0EE5547-C9F8-4CD5-844F-9BD69888EB83}" dt="2023-07-21T08:36:43.956" v="2019" actId="1076"/>
          <ac:spMkLst>
            <pc:docMk/>
            <pc:sldMk cId="3678314445" sldId="788"/>
            <ac:spMk id="8" creationId="{D05C2CA5-DEA1-3E93-24DC-C0DA712EEAA3}"/>
          </ac:spMkLst>
        </pc:spChg>
        <pc:graphicFrameChg chg="mod">
          <ac:chgData name="Kate, Sneha (Cognizant)" userId="62ca8c89-7698-4ba4-86c5-ae883b79a337" providerId="ADAL" clId="{D0EE5547-C9F8-4CD5-844F-9BD69888EB83}" dt="2023-07-21T08:31:45.793" v="2012" actId="14100"/>
          <ac:graphicFrameMkLst>
            <pc:docMk/>
            <pc:sldMk cId="3678314445" sldId="788"/>
            <ac:graphicFrameMk id="5" creationId="{71AF468C-B04E-BD66-2C2E-6A4F0AAA2E2F}"/>
          </ac:graphicFrameMkLst>
        </pc:graphicFrameChg>
        <pc:graphicFrameChg chg="mod">
          <ac:chgData name="Kate, Sneha (Cognizant)" userId="62ca8c89-7698-4ba4-86c5-ae883b79a337" providerId="ADAL" clId="{D0EE5547-C9F8-4CD5-844F-9BD69888EB83}" dt="2023-07-21T08:37:38.389" v="2098" actId="14100"/>
          <ac:graphicFrameMkLst>
            <pc:docMk/>
            <pc:sldMk cId="3678314445" sldId="788"/>
            <ac:graphicFrameMk id="6" creationId="{8CA72680-3A46-3D46-A5A0-B399BF375B4E}"/>
          </ac:graphicFrameMkLst>
        </pc:graphicFrameChg>
      </pc:sldChg>
      <pc:sldChg chg="modSp add del">
        <pc:chgData name="Kate, Sneha (Cognizant)" userId="62ca8c89-7698-4ba4-86c5-ae883b79a337" providerId="ADAL" clId="{D0EE5547-C9F8-4CD5-844F-9BD69888EB83}" dt="2023-07-21T08:28:42.315" v="1808" actId="2696"/>
        <pc:sldMkLst>
          <pc:docMk/>
          <pc:sldMk cId="4223162844" sldId="788"/>
        </pc:sldMkLst>
        <pc:graphicFrameChg chg="mod">
          <ac:chgData name="Kate, Sneha (Cognizant)" userId="62ca8c89-7698-4ba4-86c5-ae883b79a337" providerId="ADAL" clId="{D0EE5547-C9F8-4CD5-844F-9BD69888EB83}" dt="2023-07-21T08:28:30.666" v="1807"/>
          <ac:graphicFrameMkLst>
            <pc:docMk/>
            <pc:sldMk cId="4223162844" sldId="788"/>
            <ac:graphicFrameMk id="5" creationId="{CF566466-BBFA-208A-E65D-B08953063E86}"/>
          </ac:graphicFrameMkLst>
        </pc:graphicFrameChg>
      </pc:sldChg>
      <pc:sldChg chg="modSp add mod">
        <pc:chgData name="Kate, Sneha (Cognizant)" userId="62ca8c89-7698-4ba4-86c5-ae883b79a337" providerId="ADAL" clId="{D0EE5547-C9F8-4CD5-844F-9BD69888EB83}" dt="2023-07-21T08:37:57.423" v="2107" actId="20577"/>
        <pc:sldMkLst>
          <pc:docMk/>
          <pc:sldMk cId="3991654541" sldId="789"/>
        </pc:sldMkLst>
        <pc:spChg chg="mod">
          <ac:chgData name="Kate, Sneha (Cognizant)" userId="62ca8c89-7698-4ba4-86c5-ae883b79a337" providerId="ADAL" clId="{D0EE5547-C9F8-4CD5-844F-9BD69888EB83}" dt="2023-07-21T08:36:27.294" v="2016" actId="20577"/>
          <ac:spMkLst>
            <pc:docMk/>
            <pc:sldMk cId="3991654541" sldId="789"/>
            <ac:spMk id="7" creationId="{EA0D6B93-CE79-4088-9EA6-938915E2F70B}"/>
          </ac:spMkLst>
        </pc:spChg>
        <pc:spChg chg="mod">
          <ac:chgData name="Kate, Sneha (Cognizant)" userId="62ca8c89-7698-4ba4-86c5-ae883b79a337" providerId="ADAL" clId="{D0EE5547-C9F8-4CD5-844F-9BD69888EB83}" dt="2023-07-21T08:36:59.181" v="2024" actId="12"/>
          <ac:spMkLst>
            <pc:docMk/>
            <pc:sldMk cId="3991654541" sldId="789"/>
            <ac:spMk id="8" creationId="{D05C2CA5-DEA1-3E93-24DC-C0DA712EEAA3}"/>
          </ac:spMkLst>
        </pc:spChg>
        <pc:graphicFrameChg chg="mod">
          <ac:chgData name="Kate, Sneha (Cognizant)" userId="62ca8c89-7698-4ba4-86c5-ae883b79a337" providerId="ADAL" clId="{D0EE5547-C9F8-4CD5-844F-9BD69888EB83}" dt="2023-07-21T08:37:24.827" v="2094"/>
          <ac:graphicFrameMkLst>
            <pc:docMk/>
            <pc:sldMk cId="3991654541" sldId="789"/>
            <ac:graphicFrameMk id="5" creationId="{71AF468C-B04E-BD66-2C2E-6A4F0AAA2E2F}"/>
          </ac:graphicFrameMkLst>
        </pc:graphicFrameChg>
        <pc:graphicFrameChg chg="mod">
          <ac:chgData name="Kate, Sneha (Cognizant)" userId="62ca8c89-7698-4ba4-86c5-ae883b79a337" providerId="ADAL" clId="{D0EE5547-C9F8-4CD5-844F-9BD69888EB83}" dt="2023-07-21T08:37:57.423" v="2107" actId="20577"/>
          <ac:graphicFrameMkLst>
            <pc:docMk/>
            <pc:sldMk cId="3991654541" sldId="789"/>
            <ac:graphicFrameMk id="6" creationId="{8CA72680-3A46-3D46-A5A0-B399BF375B4E}"/>
          </ac:graphicFrameMkLst>
        </pc:graphicFrameChg>
      </pc:sldChg>
      <pc:sldChg chg="addSp delSp modSp add mod">
        <pc:chgData name="Kate, Sneha (Cognizant)" userId="62ca8c89-7698-4ba4-86c5-ae883b79a337" providerId="ADAL" clId="{D0EE5547-C9F8-4CD5-844F-9BD69888EB83}" dt="2023-07-21T08:45:44.009" v="2187" actId="22"/>
        <pc:sldMkLst>
          <pc:docMk/>
          <pc:sldMk cId="1242835352" sldId="790"/>
        </pc:sldMkLst>
        <pc:spChg chg="mod">
          <ac:chgData name="Kate, Sneha (Cognizant)" userId="62ca8c89-7698-4ba4-86c5-ae883b79a337" providerId="ADAL" clId="{D0EE5547-C9F8-4CD5-844F-9BD69888EB83}" dt="2023-07-21T08:38:12.936" v="2110" actId="20577"/>
          <ac:spMkLst>
            <pc:docMk/>
            <pc:sldMk cId="1242835352" sldId="790"/>
            <ac:spMk id="7" creationId="{EA0D6B93-CE79-4088-9EA6-938915E2F70B}"/>
          </ac:spMkLst>
        </pc:spChg>
        <pc:spChg chg="mod">
          <ac:chgData name="Kate, Sneha (Cognizant)" userId="62ca8c89-7698-4ba4-86c5-ae883b79a337" providerId="ADAL" clId="{D0EE5547-C9F8-4CD5-844F-9BD69888EB83}" dt="2023-07-21T08:44:40.694" v="2180" actId="12"/>
          <ac:spMkLst>
            <pc:docMk/>
            <pc:sldMk cId="1242835352" sldId="790"/>
            <ac:spMk id="8" creationId="{D05C2CA5-DEA1-3E93-24DC-C0DA712EEAA3}"/>
          </ac:spMkLst>
        </pc:spChg>
        <pc:spChg chg="add del">
          <ac:chgData name="Kate, Sneha (Cognizant)" userId="62ca8c89-7698-4ba4-86c5-ae883b79a337" providerId="ADAL" clId="{D0EE5547-C9F8-4CD5-844F-9BD69888EB83}" dt="2023-07-21T08:45:44.009" v="2187" actId="22"/>
          <ac:spMkLst>
            <pc:docMk/>
            <pc:sldMk cId="1242835352" sldId="790"/>
            <ac:spMk id="9" creationId="{76B37D3C-C62C-20B8-61B2-EA93A15B457F}"/>
          </ac:spMkLst>
        </pc:spChg>
        <pc:graphicFrameChg chg="mod">
          <ac:chgData name="Kate, Sneha (Cognizant)" userId="62ca8c89-7698-4ba4-86c5-ae883b79a337" providerId="ADAL" clId="{D0EE5547-C9F8-4CD5-844F-9BD69888EB83}" dt="2023-07-21T08:40:04.791" v="2168"/>
          <ac:graphicFrameMkLst>
            <pc:docMk/>
            <pc:sldMk cId="1242835352" sldId="790"/>
            <ac:graphicFrameMk id="5" creationId="{71AF468C-B04E-BD66-2C2E-6A4F0AAA2E2F}"/>
          </ac:graphicFrameMkLst>
        </pc:graphicFrameChg>
        <pc:graphicFrameChg chg="mod">
          <ac:chgData name="Kate, Sneha (Cognizant)" userId="62ca8c89-7698-4ba4-86c5-ae883b79a337" providerId="ADAL" clId="{D0EE5547-C9F8-4CD5-844F-9BD69888EB83}" dt="2023-07-21T08:40:12.883" v="2177" actId="20577"/>
          <ac:graphicFrameMkLst>
            <pc:docMk/>
            <pc:sldMk cId="1242835352" sldId="790"/>
            <ac:graphicFrameMk id="6" creationId="{8CA72680-3A46-3D46-A5A0-B399BF375B4E}"/>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dirty="0">
              <a:latin typeface="Arial" panose="020B0604020202020204" pitchFamily="34" charset="0"/>
              <a:cs typeface="Arial" panose="020B0604020202020204" pitchFamily="34" charset="0"/>
            </a:rPr>
            <a:t>1.Select which of the following is correct with respect to Installing </a:t>
          </a:r>
          <a:r>
            <a:rPr lang="en-US" sz="1800" dirty="0" err="1">
              <a:latin typeface="Arial" panose="020B0604020202020204" pitchFamily="34" charset="0"/>
              <a:cs typeface="Arial" panose="020B0604020202020204" pitchFamily="34" charset="0"/>
            </a:rPr>
            <a:t>iRep</a:t>
          </a:r>
          <a:endParaRPr lang="en-US" sz="1800" dirty="0">
            <a:solidFill>
              <a:schemeClr val="bg1"/>
            </a:solidFill>
            <a:latin typeface="Arial" panose="020B0604020202020204" pitchFamily="34" charset="0"/>
            <a:cs typeface="Arial" panose="020B0604020202020204" pitchFamily="34" charset="0"/>
          </a:endParaRP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dgm:spPr/>
      <dgm:t>
        <a:bodyPr/>
        <a:lstStyle/>
        <a:p>
          <a:endParaRPr lang="en-US" sz="1800" dirty="0">
            <a:solidFill>
              <a:schemeClr val="bg1">
                <a:lumMod val="95000"/>
              </a:schemeClr>
            </a:solidFill>
            <a:latin typeface="Arial" panose="020B0604020202020204" pitchFamily="34" charset="0"/>
            <a:cs typeface="Arial" panose="020B0604020202020204" pitchFamily="34" charset="0"/>
          </a:endParaRP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90496" custLinFactNeighborY="51768">
        <dgm:presLayoutVars>
          <dgm:chMax val="0"/>
          <dgm:bulletEnabled val="1"/>
        </dgm:presLayoutVars>
      </dgm:prSet>
      <dgm:spPr/>
    </dgm:pt>
    <dgm:pt modelId="{0EBE7C70-51AD-4402-A9D8-36889ADBC56A}" type="pres">
      <dgm:prSet presAssocID="{2C8EA471-3542-4573-A8BF-295862507B6E}" presName="childText" presStyleLbl="revTx" presStyleIdx="0" presStyleCnt="1" custLinFactNeighborY="10893">
        <dgm:presLayoutVars>
          <dgm:bulletEnabled val="1"/>
        </dgm:presLayoutVars>
      </dgm:prSet>
      <dgm:spPr/>
    </dgm:pt>
  </dgm:ptLst>
  <dgm:cxnLst>
    <dgm:cxn modelId="{1524638D-6358-4EBC-99B6-14796BAFA37A}" type="presOf" srcId="{2C8EA471-3542-4573-A8BF-295862507B6E}" destId="{B6F44C7D-37FA-4A88-A65B-56F3574B16C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42C701BD-9304-43B0-BEE0-4718A400C443}" type="presOf" srcId="{D073AE1F-622F-41F3-83F6-04C7A451C39E}" destId="{0EBE7C70-51AD-4402-A9D8-36889ADBC56A}" srcOrd="0" destOrd="0" presId="urn:microsoft.com/office/officeart/2005/8/layout/vList2"/>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800" dirty="0">
              <a:latin typeface="Arial" panose="020B0604020202020204" pitchFamily="34" charset="0"/>
              <a:cs typeface="Arial" panose="020B0604020202020204" pitchFamily="34" charset="0"/>
            </a:rPr>
            <a:t>Answer: </a:t>
          </a:r>
          <a:r>
            <a:rPr lang="en-US" sz="1800" dirty="0" err="1">
              <a:latin typeface="Arial" panose="020B0604020202020204" pitchFamily="34" charset="0"/>
              <a:cs typeface="Arial" panose="020B0604020202020204" pitchFamily="34" charset="0"/>
            </a:rPr>
            <a:t>iRep</a:t>
          </a:r>
          <a:r>
            <a:rPr lang="en-US" sz="1800" dirty="0">
              <a:latin typeface="Arial" panose="020B0604020202020204" pitchFamily="34" charset="0"/>
              <a:cs typeface="Arial" panose="020B0604020202020204" pitchFamily="34" charset="0"/>
            </a:rPr>
            <a:t> can store multiple user logins and databases, </a:t>
          </a:r>
          <a:r>
            <a:rPr lang="en-US" sz="1800" dirty="0" err="1">
              <a:latin typeface="Arial" panose="020B0604020202020204" pitchFamily="34" charset="0"/>
              <a:cs typeface="Arial" panose="020B0604020202020204" pitchFamily="34" charset="0"/>
            </a:rPr>
            <a:t>iRep</a:t>
          </a:r>
          <a:r>
            <a:rPr lang="en-US" sz="1800" dirty="0">
              <a:latin typeface="Arial" panose="020B0604020202020204" pitchFamily="34" charset="0"/>
              <a:cs typeface="Arial" panose="020B0604020202020204" pitchFamily="34" charset="0"/>
            </a:rPr>
            <a:t> SQLite local database needs to be installed on the iPad </a:t>
          </a:r>
          <a:endParaRPr lang="en-US" sz="1800" b="1" dirty="0">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Y="-7774" custLinFactNeighborX="-141" custLinFactNeighborY="-100000">
        <dgm:presLayoutVars>
          <dgm:chMax val="0"/>
          <dgm:bulletEnabled val="1"/>
        </dgm:presLayoutVars>
      </dgm:prSet>
      <dgm:spPr/>
    </dgm:pt>
  </dgm:ptLst>
  <dgm:cxnLst>
    <dgm:cxn modelId="{8F70983E-6BB0-4242-A3A9-F587D35DBD3F}" type="presOf" srcId="{15BDAB5A-7A6C-4B36-8402-059C7375B2B7}" destId="{ECFE2E18-2A2C-47CF-9012-1B73D49004F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A207B2DE-D32F-463D-A7C7-B63C64DC9236}"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dirty="0">
              <a:latin typeface="Arial" panose="020B0604020202020204" pitchFamily="34" charset="0"/>
              <a:cs typeface="Arial" panose="020B0604020202020204" pitchFamily="34" charset="0"/>
            </a:rPr>
            <a:t>2. How do we enable configuration of Object and Data Sync in </a:t>
          </a:r>
          <a:r>
            <a:rPr lang="en-US" sz="1800" dirty="0" err="1">
              <a:latin typeface="Arial" panose="020B0604020202020204" pitchFamily="34" charset="0"/>
              <a:cs typeface="Arial" panose="020B0604020202020204" pitchFamily="34" charset="0"/>
            </a:rPr>
            <a:t>iRep</a:t>
          </a:r>
          <a:r>
            <a:rPr lang="en-US" sz="1800" dirty="0">
              <a:latin typeface="Arial" panose="020B0604020202020204" pitchFamily="34" charset="0"/>
              <a:cs typeface="Arial" panose="020B0604020202020204" pitchFamily="34" charset="0"/>
            </a:rPr>
            <a:t> ?</a:t>
          </a:r>
          <a:endParaRPr lang="en-US" sz="1800" dirty="0">
            <a:solidFill>
              <a:schemeClr val="bg1"/>
            </a:solidFill>
            <a:latin typeface="Arial" panose="020B0604020202020204" pitchFamily="34" charset="0"/>
            <a:cs typeface="Arial" panose="020B0604020202020204" pitchFamily="34" charset="0"/>
          </a:endParaRP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dgm:spPr/>
      <dgm:t>
        <a:bodyPr/>
        <a:lstStyle/>
        <a:p>
          <a:endParaRPr lang="en-US" sz="1800" dirty="0">
            <a:solidFill>
              <a:schemeClr val="bg1">
                <a:lumMod val="95000"/>
              </a:schemeClr>
            </a:solidFill>
            <a:latin typeface="Arial" panose="020B0604020202020204" pitchFamily="34" charset="0"/>
            <a:cs typeface="Arial" panose="020B0604020202020204" pitchFamily="34" charset="0"/>
          </a:endParaRP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90496" custLinFactNeighborY="52995">
        <dgm:presLayoutVars>
          <dgm:chMax val="0"/>
          <dgm:bulletEnabled val="1"/>
        </dgm:presLayoutVars>
      </dgm:prSet>
      <dgm:spPr/>
    </dgm:pt>
    <dgm:pt modelId="{0EBE7C70-51AD-4402-A9D8-36889ADBC56A}" type="pres">
      <dgm:prSet presAssocID="{2C8EA471-3542-4573-A8BF-295862507B6E}" presName="childText" presStyleLbl="revTx" presStyleIdx="0" presStyleCnt="1" custLinFactNeighborY="10893">
        <dgm:presLayoutVars>
          <dgm:bulletEnabled val="1"/>
        </dgm:presLayoutVars>
      </dgm:prSet>
      <dgm:spPr/>
    </dgm:pt>
  </dgm:ptLst>
  <dgm:cxnLst>
    <dgm:cxn modelId="{1524638D-6358-4EBC-99B6-14796BAFA37A}" type="presOf" srcId="{2C8EA471-3542-4573-A8BF-295862507B6E}" destId="{B6F44C7D-37FA-4A88-A65B-56F3574B16C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42C701BD-9304-43B0-BEE0-4718A400C443}" type="presOf" srcId="{D073AE1F-622F-41F3-83F6-04C7A451C39E}" destId="{0EBE7C70-51AD-4402-A9D8-36889ADBC56A}" srcOrd="0" destOrd="0" presId="urn:microsoft.com/office/officeart/2005/8/layout/vList2"/>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800" dirty="0">
              <a:latin typeface="Arial" panose="020B0604020202020204" pitchFamily="34" charset="0"/>
              <a:cs typeface="Arial" panose="020B0604020202020204" pitchFamily="34" charset="0"/>
            </a:rPr>
            <a:t>Answer: VMOC</a:t>
          </a:r>
          <a:endParaRPr lang="en-US" sz="1800" b="1" dirty="0">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Y="-44332" custLinFactNeighborX="0" custLinFactNeighborY="-100000">
        <dgm:presLayoutVars>
          <dgm:chMax val="0"/>
          <dgm:bulletEnabled val="1"/>
        </dgm:presLayoutVars>
      </dgm:prSet>
      <dgm:spPr/>
    </dgm:pt>
  </dgm:ptLst>
  <dgm:cxnLst>
    <dgm:cxn modelId="{8F70983E-6BB0-4242-A3A9-F587D35DBD3F}" type="presOf" srcId="{15BDAB5A-7A6C-4B36-8402-059C7375B2B7}" destId="{ECFE2E18-2A2C-47CF-9012-1B73D49004F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A207B2DE-D32F-463D-A7C7-B63C64DC9236}"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dirty="0">
              <a:solidFill>
                <a:schemeClr val="bg1"/>
              </a:solidFill>
              <a:latin typeface="Arial" panose="020B0604020202020204" pitchFamily="34" charset="0"/>
              <a:cs typeface="Arial" panose="020B0604020202020204" pitchFamily="34" charset="0"/>
            </a:rPr>
            <a:t>3.</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Vinsight</a:t>
          </a:r>
          <a:r>
            <a:rPr lang="en-US" sz="1800" dirty="0">
              <a:latin typeface="Arial" panose="020B0604020202020204" pitchFamily="34" charset="0"/>
              <a:cs typeface="Arial" panose="020B0604020202020204" pitchFamily="34" charset="0"/>
            </a:rPr>
            <a:t> also works Offline </a:t>
          </a:r>
          <a:r>
            <a:rPr lang="en-US" sz="1800" dirty="0" err="1">
              <a:latin typeface="Arial" panose="020B0604020202020204" pitchFamily="34" charset="0"/>
              <a:cs typeface="Arial" panose="020B0604020202020204" pitchFamily="34" charset="0"/>
            </a:rPr>
            <a:t>iRep</a:t>
          </a:r>
          <a:r>
            <a:rPr lang="en-US" sz="1800" dirty="0">
              <a:latin typeface="Arial" panose="020B0604020202020204" pitchFamily="34" charset="0"/>
              <a:cs typeface="Arial" panose="020B0604020202020204" pitchFamily="34" charset="0"/>
            </a:rPr>
            <a:t> ?</a:t>
          </a:r>
          <a:endParaRPr lang="en-US" sz="1800" dirty="0">
            <a:solidFill>
              <a:schemeClr val="bg1"/>
            </a:solidFill>
            <a:latin typeface="Arial" panose="020B0604020202020204" pitchFamily="34" charset="0"/>
            <a:cs typeface="Arial" panose="020B0604020202020204" pitchFamily="34" charset="0"/>
          </a:endParaRP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dgm:spPr/>
      <dgm:t>
        <a:bodyPr/>
        <a:lstStyle/>
        <a:p>
          <a:endParaRPr lang="en-US" sz="1800" dirty="0">
            <a:solidFill>
              <a:schemeClr val="bg1">
                <a:lumMod val="95000"/>
              </a:schemeClr>
            </a:solidFill>
            <a:latin typeface="Arial" panose="020B0604020202020204" pitchFamily="34" charset="0"/>
            <a:cs typeface="Arial" panose="020B0604020202020204" pitchFamily="34" charset="0"/>
          </a:endParaRP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90496" custLinFactNeighborY="52995">
        <dgm:presLayoutVars>
          <dgm:chMax val="0"/>
          <dgm:bulletEnabled val="1"/>
        </dgm:presLayoutVars>
      </dgm:prSet>
      <dgm:spPr/>
    </dgm:pt>
    <dgm:pt modelId="{0EBE7C70-51AD-4402-A9D8-36889ADBC56A}" type="pres">
      <dgm:prSet presAssocID="{2C8EA471-3542-4573-A8BF-295862507B6E}" presName="childText" presStyleLbl="revTx" presStyleIdx="0" presStyleCnt="1" custLinFactNeighborY="10893">
        <dgm:presLayoutVars>
          <dgm:bulletEnabled val="1"/>
        </dgm:presLayoutVars>
      </dgm:prSet>
      <dgm:spPr/>
    </dgm:pt>
  </dgm:ptLst>
  <dgm:cxnLst>
    <dgm:cxn modelId="{1524638D-6358-4EBC-99B6-14796BAFA37A}" type="presOf" srcId="{2C8EA471-3542-4573-A8BF-295862507B6E}" destId="{B6F44C7D-37FA-4A88-A65B-56F3574B16C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42C701BD-9304-43B0-BEE0-4718A400C443}" type="presOf" srcId="{D073AE1F-622F-41F3-83F6-04C7A451C39E}" destId="{0EBE7C70-51AD-4402-A9D8-36889ADBC56A}" srcOrd="0" destOrd="0" presId="urn:microsoft.com/office/officeart/2005/8/layout/vList2"/>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800" dirty="0">
              <a:latin typeface="Arial" panose="020B0604020202020204" pitchFamily="34" charset="0"/>
              <a:cs typeface="Arial" panose="020B0604020202020204" pitchFamily="34" charset="0"/>
            </a:rPr>
            <a:t>Answer: False</a:t>
          </a:r>
          <a:endParaRPr lang="en-US" sz="1800" b="1" dirty="0">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Y="-43930" custLinFactNeighborX="0" custLinFactNeighborY="-100000">
        <dgm:presLayoutVars>
          <dgm:chMax val="0"/>
          <dgm:bulletEnabled val="1"/>
        </dgm:presLayoutVars>
      </dgm:prSet>
      <dgm:spPr/>
    </dgm:pt>
  </dgm:ptLst>
  <dgm:cxnLst>
    <dgm:cxn modelId="{8F70983E-6BB0-4242-A3A9-F587D35DBD3F}" type="presOf" srcId="{15BDAB5A-7A6C-4B36-8402-059C7375B2B7}" destId="{ECFE2E18-2A2C-47CF-9012-1B73D49004F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A207B2DE-D32F-463D-A7C7-B63C64DC9236}"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dirty="0">
              <a:solidFill>
                <a:schemeClr val="bg1"/>
              </a:solidFill>
              <a:latin typeface="Arial" panose="020B0604020202020204" pitchFamily="34" charset="0"/>
              <a:cs typeface="Arial" panose="020B0604020202020204" pitchFamily="34" charset="0"/>
            </a:rPr>
            <a:t>4. </a:t>
          </a:r>
          <a:r>
            <a:rPr lang="en-US" sz="1800" dirty="0">
              <a:latin typeface="Arial" panose="020B0604020202020204" pitchFamily="34" charset="0"/>
              <a:cs typeface="Arial" panose="020B0604020202020204" pitchFamily="34" charset="0"/>
            </a:rPr>
            <a:t>The Media menu on </a:t>
          </a:r>
          <a:r>
            <a:rPr lang="en-US" sz="1800" dirty="0" err="1">
              <a:latin typeface="Arial" panose="020B0604020202020204" pitchFamily="34" charset="0"/>
              <a:cs typeface="Arial" panose="020B0604020202020204" pitchFamily="34" charset="0"/>
            </a:rPr>
            <a:t>iRep’s</a:t>
          </a:r>
          <a:r>
            <a:rPr lang="en-US" sz="1800" dirty="0">
              <a:latin typeface="Arial" panose="020B0604020202020204" pitchFamily="34" charset="0"/>
              <a:cs typeface="Arial" panose="020B0604020202020204" pitchFamily="34" charset="0"/>
            </a:rPr>
            <a:t> home page displays if user has at least read permission on</a:t>
          </a:r>
          <a:r>
            <a:rPr lang="en-US" sz="1800" dirty="0"/>
            <a:t>?</a:t>
          </a:r>
          <a:endParaRPr lang="en-US" sz="1800" dirty="0">
            <a:solidFill>
              <a:schemeClr val="bg1"/>
            </a:solidFill>
            <a:latin typeface="Arial" panose="020B0604020202020204" pitchFamily="34" charset="0"/>
            <a:cs typeface="Arial" panose="020B0604020202020204" pitchFamily="34" charset="0"/>
          </a:endParaRP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dgm:spPr/>
      <dgm:t>
        <a:bodyPr/>
        <a:lstStyle/>
        <a:p>
          <a:endParaRPr lang="en-US" sz="1800" dirty="0">
            <a:solidFill>
              <a:schemeClr val="bg1">
                <a:lumMod val="95000"/>
              </a:schemeClr>
            </a:solidFill>
            <a:latin typeface="Arial" panose="020B0604020202020204" pitchFamily="34" charset="0"/>
            <a:cs typeface="Arial" panose="020B0604020202020204" pitchFamily="34" charset="0"/>
          </a:endParaRP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90496" custLinFactNeighborY="59520">
        <dgm:presLayoutVars>
          <dgm:chMax val="0"/>
          <dgm:bulletEnabled val="1"/>
        </dgm:presLayoutVars>
      </dgm:prSet>
      <dgm:spPr/>
    </dgm:pt>
    <dgm:pt modelId="{0EBE7C70-51AD-4402-A9D8-36889ADBC56A}" type="pres">
      <dgm:prSet presAssocID="{2C8EA471-3542-4573-A8BF-295862507B6E}" presName="childText" presStyleLbl="revTx" presStyleIdx="0" presStyleCnt="1" custLinFactNeighborY="10893">
        <dgm:presLayoutVars>
          <dgm:bulletEnabled val="1"/>
        </dgm:presLayoutVars>
      </dgm:prSet>
      <dgm:spPr/>
    </dgm:pt>
  </dgm:ptLst>
  <dgm:cxnLst>
    <dgm:cxn modelId="{1524638D-6358-4EBC-99B6-14796BAFA37A}" type="presOf" srcId="{2C8EA471-3542-4573-A8BF-295862507B6E}" destId="{B6F44C7D-37FA-4A88-A65B-56F3574B16C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42C701BD-9304-43B0-BEE0-4718A400C443}" type="presOf" srcId="{D073AE1F-622F-41F3-83F6-04C7A451C39E}" destId="{0EBE7C70-51AD-4402-A9D8-36889ADBC56A}" srcOrd="0" destOrd="0" presId="urn:microsoft.com/office/officeart/2005/8/layout/vList2"/>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800" dirty="0">
              <a:latin typeface="Arial" panose="020B0604020202020204" pitchFamily="34" charset="0"/>
              <a:cs typeface="Arial" panose="020B0604020202020204" pitchFamily="34" charset="0"/>
            </a:rPr>
            <a:t>Answer: Both</a:t>
          </a:r>
          <a:endParaRPr lang="en-US" sz="1800" b="1" dirty="0">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Y="-43930" custLinFactNeighborX="0" custLinFactNeighborY="-100000">
        <dgm:presLayoutVars>
          <dgm:chMax val="0"/>
          <dgm:bulletEnabled val="1"/>
        </dgm:presLayoutVars>
      </dgm:prSet>
      <dgm:spPr/>
    </dgm:pt>
  </dgm:ptLst>
  <dgm:cxnLst>
    <dgm:cxn modelId="{8F70983E-6BB0-4242-A3A9-F587D35DBD3F}" type="presOf" srcId="{15BDAB5A-7A6C-4B36-8402-059C7375B2B7}" destId="{ECFE2E18-2A2C-47CF-9012-1B73D49004F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A207B2DE-D32F-463D-A7C7-B63C64DC9236}"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480514"/>
          <a:ext cx="8333885" cy="948687"/>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1.Select which of the following is correct with respect to Installing </a:t>
          </a:r>
          <a:r>
            <a:rPr lang="en-US" sz="1800" kern="1200" dirty="0" err="1">
              <a:latin typeface="Arial" panose="020B0604020202020204" pitchFamily="34" charset="0"/>
              <a:cs typeface="Arial" panose="020B0604020202020204" pitchFamily="34" charset="0"/>
            </a:rPr>
            <a:t>iRep</a:t>
          </a:r>
          <a:endParaRPr lang="en-US" sz="1800" kern="1200" dirty="0">
            <a:solidFill>
              <a:schemeClr val="bg1"/>
            </a:solidFill>
            <a:latin typeface="Arial" panose="020B0604020202020204" pitchFamily="34" charset="0"/>
            <a:cs typeface="Arial" panose="020B0604020202020204" pitchFamily="34" charset="0"/>
          </a:endParaRPr>
        </a:p>
      </dsp:txBody>
      <dsp:txXfrm>
        <a:off x="46311" y="526825"/>
        <a:ext cx="8241263" cy="856065"/>
      </dsp:txXfrm>
    </dsp:sp>
    <dsp:sp modelId="{0EBE7C70-51AD-4402-A9D8-36889ADBC56A}">
      <dsp:nvSpPr>
        <dsp:cNvPr id="0" name=""/>
        <dsp:cNvSpPr/>
      </dsp:nvSpPr>
      <dsp:spPr>
        <a:xfrm>
          <a:off x="0" y="949565"/>
          <a:ext cx="8333885" cy="927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71120" rIns="398272" bIns="71120" numCol="1" spcCol="1270" anchor="t" anchorCtr="0">
          <a:noAutofit/>
        </a:bodyPr>
        <a:lstStyle/>
        <a:p>
          <a:pPr marL="285750" lvl="1" indent="-285750" algn="l" defTabSz="1955800">
            <a:lnSpc>
              <a:spcPct val="90000"/>
            </a:lnSpc>
            <a:spcBef>
              <a:spcPct val="0"/>
            </a:spcBef>
            <a:spcAft>
              <a:spcPct val="20000"/>
            </a:spcAft>
            <a:buChar char="•"/>
          </a:pPr>
          <a:endParaRPr lang="en-US" sz="4400" kern="1200" dirty="0">
            <a:solidFill>
              <a:schemeClr val="bg1">
                <a:lumMod val="95000"/>
              </a:schemeClr>
            </a:solidFill>
            <a:latin typeface="Arial" panose="020B0604020202020204" pitchFamily="34" charset="0"/>
            <a:cs typeface="Arial" panose="020B0604020202020204" pitchFamily="34" charset="0"/>
          </a:endParaRPr>
        </a:p>
      </dsp:txBody>
      <dsp:txXfrm>
        <a:off x="0" y="949565"/>
        <a:ext cx="8333885" cy="92736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0"/>
          <a:ext cx="8333885" cy="74662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Answer: </a:t>
          </a:r>
          <a:r>
            <a:rPr lang="en-US" sz="1800" kern="1200" dirty="0" err="1">
              <a:latin typeface="Arial" panose="020B0604020202020204" pitchFamily="34" charset="0"/>
              <a:cs typeface="Arial" panose="020B0604020202020204" pitchFamily="34" charset="0"/>
            </a:rPr>
            <a:t>iRep</a:t>
          </a:r>
          <a:r>
            <a:rPr lang="en-US" sz="1800" kern="1200" dirty="0">
              <a:latin typeface="Arial" panose="020B0604020202020204" pitchFamily="34" charset="0"/>
              <a:cs typeface="Arial" panose="020B0604020202020204" pitchFamily="34" charset="0"/>
            </a:rPr>
            <a:t> can store multiple user logins and databases, </a:t>
          </a:r>
          <a:r>
            <a:rPr lang="en-US" sz="1800" kern="1200" dirty="0" err="1">
              <a:latin typeface="Arial" panose="020B0604020202020204" pitchFamily="34" charset="0"/>
              <a:cs typeface="Arial" panose="020B0604020202020204" pitchFamily="34" charset="0"/>
            </a:rPr>
            <a:t>iRep</a:t>
          </a:r>
          <a:r>
            <a:rPr lang="en-US" sz="1800" kern="1200" dirty="0">
              <a:latin typeface="Arial" panose="020B0604020202020204" pitchFamily="34" charset="0"/>
              <a:cs typeface="Arial" panose="020B0604020202020204" pitchFamily="34" charset="0"/>
            </a:rPr>
            <a:t> SQLite local database needs to be installed on the iPad </a:t>
          </a:r>
          <a:endParaRPr lang="en-US" sz="1800" b="1" kern="1200" dirty="0">
            <a:latin typeface="Arial" panose="020B0604020202020204" pitchFamily="34" charset="0"/>
            <a:cs typeface="Arial" panose="020B0604020202020204" pitchFamily="34" charset="0"/>
          </a:endParaRPr>
        </a:p>
      </dsp:txBody>
      <dsp:txXfrm>
        <a:off x="36447" y="36447"/>
        <a:ext cx="8260991" cy="67373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536328"/>
          <a:ext cx="8333885" cy="1016451"/>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2. How do we enable configuration of Object and Data Sync in </a:t>
          </a:r>
          <a:r>
            <a:rPr lang="en-US" sz="1800" kern="1200" dirty="0" err="1">
              <a:latin typeface="Arial" panose="020B0604020202020204" pitchFamily="34" charset="0"/>
              <a:cs typeface="Arial" panose="020B0604020202020204" pitchFamily="34" charset="0"/>
            </a:rPr>
            <a:t>iRep</a:t>
          </a:r>
          <a:r>
            <a:rPr lang="en-US" sz="1800" kern="1200" dirty="0">
              <a:latin typeface="Arial" panose="020B0604020202020204" pitchFamily="34" charset="0"/>
              <a:cs typeface="Arial" panose="020B0604020202020204" pitchFamily="34" charset="0"/>
            </a:rPr>
            <a:t> ?</a:t>
          </a:r>
          <a:endParaRPr lang="en-US" sz="1800" kern="1200" dirty="0">
            <a:solidFill>
              <a:schemeClr val="bg1"/>
            </a:solidFill>
            <a:latin typeface="Arial" panose="020B0604020202020204" pitchFamily="34" charset="0"/>
            <a:cs typeface="Arial" panose="020B0604020202020204" pitchFamily="34" charset="0"/>
          </a:endParaRPr>
        </a:p>
      </dsp:txBody>
      <dsp:txXfrm>
        <a:off x="49619" y="585947"/>
        <a:ext cx="8234647" cy="917213"/>
      </dsp:txXfrm>
    </dsp:sp>
    <dsp:sp modelId="{0EBE7C70-51AD-4402-A9D8-36889ADBC56A}">
      <dsp:nvSpPr>
        <dsp:cNvPr id="0" name=""/>
        <dsp:cNvSpPr/>
      </dsp:nvSpPr>
      <dsp:spPr>
        <a:xfrm>
          <a:off x="0" y="1035991"/>
          <a:ext cx="8333885" cy="993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76200" rIns="426720" bIns="76200" numCol="1" spcCol="1270" anchor="t" anchorCtr="0">
          <a:noAutofit/>
        </a:bodyPr>
        <a:lstStyle/>
        <a:p>
          <a:pPr marL="285750" lvl="1" indent="-285750" algn="l" defTabSz="2089150">
            <a:lnSpc>
              <a:spcPct val="90000"/>
            </a:lnSpc>
            <a:spcBef>
              <a:spcPct val="0"/>
            </a:spcBef>
            <a:spcAft>
              <a:spcPct val="20000"/>
            </a:spcAft>
            <a:buChar char="•"/>
          </a:pPr>
          <a:endParaRPr lang="en-US" sz="4700" kern="1200" dirty="0">
            <a:solidFill>
              <a:schemeClr val="bg1">
                <a:lumMod val="95000"/>
              </a:schemeClr>
            </a:solidFill>
            <a:latin typeface="Arial" panose="020B0604020202020204" pitchFamily="34" charset="0"/>
            <a:cs typeface="Arial" panose="020B0604020202020204" pitchFamily="34" charset="0"/>
          </a:endParaRPr>
        </a:p>
      </dsp:txBody>
      <dsp:txXfrm>
        <a:off x="0" y="1035991"/>
        <a:ext cx="8333885" cy="9936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0"/>
          <a:ext cx="8333885" cy="74662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Answer: VMOC</a:t>
          </a:r>
          <a:endParaRPr lang="en-US" sz="1800" b="1" kern="1200" dirty="0">
            <a:latin typeface="Arial" panose="020B0604020202020204" pitchFamily="34" charset="0"/>
            <a:cs typeface="Arial" panose="020B0604020202020204" pitchFamily="34" charset="0"/>
          </a:endParaRPr>
        </a:p>
      </dsp:txBody>
      <dsp:txXfrm>
        <a:off x="36447" y="36447"/>
        <a:ext cx="8260991" cy="67373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536328"/>
          <a:ext cx="8333885" cy="1016451"/>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solidFill>
                <a:schemeClr val="bg1"/>
              </a:solidFill>
              <a:latin typeface="Arial" panose="020B0604020202020204" pitchFamily="34" charset="0"/>
              <a:cs typeface="Arial" panose="020B0604020202020204" pitchFamily="34" charset="0"/>
            </a:rPr>
            <a:t>3.</a:t>
          </a:r>
          <a:r>
            <a:rPr lang="en-US" sz="1800" kern="1200" dirty="0">
              <a:latin typeface="Arial" panose="020B0604020202020204" pitchFamily="34" charset="0"/>
              <a:cs typeface="Arial" panose="020B0604020202020204" pitchFamily="34" charset="0"/>
            </a:rPr>
            <a:t> </a:t>
          </a:r>
          <a:r>
            <a:rPr lang="en-US" sz="1800" kern="1200" dirty="0" err="1">
              <a:latin typeface="Arial" panose="020B0604020202020204" pitchFamily="34" charset="0"/>
              <a:cs typeface="Arial" panose="020B0604020202020204" pitchFamily="34" charset="0"/>
            </a:rPr>
            <a:t>Vinsight</a:t>
          </a:r>
          <a:r>
            <a:rPr lang="en-US" sz="1800" kern="1200" dirty="0">
              <a:latin typeface="Arial" panose="020B0604020202020204" pitchFamily="34" charset="0"/>
              <a:cs typeface="Arial" panose="020B0604020202020204" pitchFamily="34" charset="0"/>
            </a:rPr>
            <a:t> also works Offline </a:t>
          </a:r>
          <a:r>
            <a:rPr lang="en-US" sz="1800" kern="1200" dirty="0" err="1">
              <a:latin typeface="Arial" panose="020B0604020202020204" pitchFamily="34" charset="0"/>
              <a:cs typeface="Arial" panose="020B0604020202020204" pitchFamily="34" charset="0"/>
            </a:rPr>
            <a:t>iRep</a:t>
          </a:r>
          <a:r>
            <a:rPr lang="en-US" sz="1800" kern="1200" dirty="0">
              <a:latin typeface="Arial" panose="020B0604020202020204" pitchFamily="34" charset="0"/>
              <a:cs typeface="Arial" panose="020B0604020202020204" pitchFamily="34" charset="0"/>
            </a:rPr>
            <a:t> ?</a:t>
          </a:r>
          <a:endParaRPr lang="en-US" sz="1800" kern="1200" dirty="0">
            <a:solidFill>
              <a:schemeClr val="bg1"/>
            </a:solidFill>
            <a:latin typeface="Arial" panose="020B0604020202020204" pitchFamily="34" charset="0"/>
            <a:cs typeface="Arial" panose="020B0604020202020204" pitchFamily="34" charset="0"/>
          </a:endParaRPr>
        </a:p>
      </dsp:txBody>
      <dsp:txXfrm>
        <a:off x="49619" y="585947"/>
        <a:ext cx="8234647" cy="917213"/>
      </dsp:txXfrm>
    </dsp:sp>
    <dsp:sp modelId="{0EBE7C70-51AD-4402-A9D8-36889ADBC56A}">
      <dsp:nvSpPr>
        <dsp:cNvPr id="0" name=""/>
        <dsp:cNvSpPr/>
      </dsp:nvSpPr>
      <dsp:spPr>
        <a:xfrm>
          <a:off x="0" y="1035991"/>
          <a:ext cx="8333885" cy="993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76200" rIns="426720" bIns="76200" numCol="1" spcCol="1270" anchor="t" anchorCtr="0">
          <a:noAutofit/>
        </a:bodyPr>
        <a:lstStyle/>
        <a:p>
          <a:pPr marL="285750" lvl="1" indent="-285750" algn="l" defTabSz="2089150">
            <a:lnSpc>
              <a:spcPct val="90000"/>
            </a:lnSpc>
            <a:spcBef>
              <a:spcPct val="0"/>
            </a:spcBef>
            <a:spcAft>
              <a:spcPct val="20000"/>
            </a:spcAft>
            <a:buChar char="•"/>
          </a:pPr>
          <a:endParaRPr lang="en-US" sz="4700" kern="1200" dirty="0">
            <a:solidFill>
              <a:schemeClr val="bg1">
                <a:lumMod val="95000"/>
              </a:schemeClr>
            </a:solidFill>
            <a:latin typeface="Arial" panose="020B0604020202020204" pitchFamily="34" charset="0"/>
            <a:cs typeface="Arial" panose="020B0604020202020204" pitchFamily="34" charset="0"/>
          </a:endParaRPr>
        </a:p>
      </dsp:txBody>
      <dsp:txXfrm>
        <a:off x="0" y="1035991"/>
        <a:ext cx="8333885" cy="99360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0"/>
          <a:ext cx="8333885" cy="74662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Answer: False</a:t>
          </a:r>
          <a:endParaRPr lang="en-US" sz="1800" b="1" kern="1200" dirty="0">
            <a:latin typeface="Arial" panose="020B0604020202020204" pitchFamily="34" charset="0"/>
            <a:cs typeface="Arial" panose="020B0604020202020204" pitchFamily="34" charset="0"/>
          </a:endParaRPr>
        </a:p>
      </dsp:txBody>
      <dsp:txXfrm>
        <a:off x="36447" y="36447"/>
        <a:ext cx="8260991" cy="67373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601161"/>
          <a:ext cx="8333885" cy="1016451"/>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solidFill>
                <a:schemeClr val="bg1"/>
              </a:solidFill>
              <a:latin typeface="Arial" panose="020B0604020202020204" pitchFamily="34" charset="0"/>
              <a:cs typeface="Arial" panose="020B0604020202020204" pitchFamily="34" charset="0"/>
            </a:rPr>
            <a:t>4. </a:t>
          </a:r>
          <a:r>
            <a:rPr lang="en-US" sz="1800" kern="1200" dirty="0">
              <a:latin typeface="Arial" panose="020B0604020202020204" pitchFamily="34" charset="0"/>
              <a:cs typeface="Arial" panose="020B0604020202020204" pitchFamily="34" charset="0"/>
            </a:rPr>
            <a:t>The Media menu on </a:t>
          </a:r>
          <a:r>
            <a:rPr lang="en-US" sz="1800" kern="1200" dirty="0" err="1">
              <a:latin typeface="Arial" panose="020B0604020202020204" pitchFamily="34" charset="0"/>
              <a:cs typeface="Arial" panose="020B0604020202020204" pitchFamily="34" charset="0"/>
            </a:rPr>
            <a:t>iRep’s</a:t>
          </a:r>
          <a:r>
            <a:rPr lang="en-US" sz="1800" kern="1200" dirty="0">
              <a:latin typeface="Arial" panose="020B0604020202020204" pitchFamily="34" charset="0"/>
              <a:cs typeface="Arial" panose="020B0604020202020204" pitchFamily="34" charset="0"/>
            </a:rPr>
            <a:t> home page displays if user has at least read permission on</a:t>
          </a:r>
          <a:r>
            <a:rPr lang="en-US" sz="1800" kern="1200" dirty="0"/>
            <a:t>?</a:t>
          </a:r>
          <a:endParaRPr lang="en-US" sz="1800" kern="1200" dirty="0">
            <a:solidFill>
              <a:schemeClr val="bg1"/>
            </a:solidFill>
            <a:latin typeface="Arial" panose="020B0604020202020204" pitchFamily="34" charset="0"/>
            <a:cs typeface="Arial" panose="020B0604020202020204" pitchFamily="34" charset="0"/>
          </a:endParaRPr>
        </a:p>
      </dsp:txBody>
      <dsp:txXfrm>
        <a:off x="49619" y="650780"/>
        <a:ext cx="8234647" cy="917213"/>
      </dsp:txXfrm>
    </dsp:sp>
    <dsp:sp modelId="{0EBE7C70-51AD-4402-A9D8-36889ADBC56A}">
      <dsp:nvSpPr>
        <dsp:cNvPr id="0" name=""/>
        <dsp:cNvSpPr/>
      </dsp:nvSpPr>
      <dsp:spPr>
        <a:xfrm>
          <a:off x="0" y="1035991"/>
          <a:ext cx="8333885" cy="993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76200" rIns="426720" bIns="76200" numCol="1" spcCol="1270" anchor="t" anchorCtr="0">
          <a:noAutofit/>
        </a:bodyPr>
        <a:lstStyle/>
        <a:p>
          <a:pPr marL="285750" lvl="1" indent="-285750" algn="l" defTabSz="2089150">
            <a:lnSpc>
              <a:spcPct val="90000"/>
            </a:lnSpc>
            <a:spcBef>
              <a:spcPct val="0"/>
            </a:spcBef>
            <a:spcAft>
              <a:spcPct val="20000"/>
            </a:spcAft>
            <a:buChar char="•"/>
          </a:pPr>
          <a:endParaRPr lang="en-US" sz="4700" kern="1200" dirty="0">
            <a:solidFill>
              <a:schemeClr val="bg1">
                <a:lumMod val="95000"/>
              </a:schemeClr>
            </a:solidFill>
            <a:latin typeface="Arial" panose="020B0604020202020204" pitchFamily="34" charset="0"/>
            <a:cs typeface="Arial" panose="020B0604020202020204" pitchFamily="34" charset="0"/>
          </a:endParaRPr>
        </a:p>
      </dsp:txBody>
      <dsp:txXfrm>
        <a:off x="0" y="1035991"/>
        <a:ext cx="8333885" cy="99360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0"/>
          <a:ext cx="8333885" cy="74662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Answer: Both</a:t>
          </a:r>
          <a:endParaRPr lang="en-US" sz="1800" b="1" kern="1200" dirty="0">
            <a:latin typeface="Arial" panose="020B0604020202020204" pitchFamily="34" charset="0"/>
            <a:cs typeface="Arial" panose="020B0604020202020204" pitchFamily="34" charset="0"/>
          </a:endParaRPr>
        </a:p>
      </dsp:txBody>
      <dsp:txXfrm>
        <a:off x="36447" y="36447"/>
        <a:ext cx="8260991" cy="67373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F658FED-51F9-9B45-B597-1E80080F057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98449CD-7629-F94E-AB7C-5B049A15EC1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E407195-0CC2-A547-89CA-57E183807FCC}" type="datetimeFigureOut">
              <a:rPr lang="en-US" smtClean="0"/>
              <a:t>7/21/2023</a:t>
            </a:fld>
            <a:endParaRPr lang="en-US"/>
          </a:p>
        </p:txBody>
      </p:sp>
      <p:sp>
        <p:nvSpPr>
          <p:cNvPr id="4" name="Footer Placeholder 3">
            <a:extLst>
              <a:ext uri="{FF2B5EF4-FFF2-40B4-BE49-F238E27FC236}">
                <a16:creationId xmlns:a16="http://schemas.microsoft.com/office/drawing/2014/main" id="{EEA1FED8-4762-F94C-A006-546565DF545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F831462-D62C-8C42-B544-F3E0E7018AB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28F4819-B501-CC4D-93F0-10A4E74E0251}" type="slidenum">
              <a:rPr lang="en-US" smtClean="0"/>
              <a:t>‹#›</a:t>
            </a:fld>
            <a:endParaRPr lang="en-US"/>
          </a:p>
        </p:txBody>
      </p:sp>
    </p:spTree>
    <p:extLst>
      <p:ext uri="{BB962C8B-B14F-4D97-AF65-F5344CB8AC3E}">
        <p14:creationId xmlns:p14="http://schemas.microsoft.com/office/powerpoint/2010/main" val="16021352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A00608-096F-0448-BF1C-AC23D45B3CD2}" type="datetimeFigureOut">
              <a:rPr lang="en-US" smtClean="0"/>
              <a:t>7/21/2023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9A3903-E1C0-B641-BF09-7903E2AE2EC7}" type="slidenum">
              <a:rPr lang="en-US" smtClean="0"/>
              <a:t>‹#›</a:t>
            </a:fld>
            <a:endParaRPr lang="en-US" dirty="0"/>
          </a:p>
        </p:txBody>
      </p:sp>
    </p:spTree>
    <p:extLst>
      <p:ext uri="{BB962C8B-B14F-4D97-AF65-F5344CB8AC3E}">
        <p14:creationId xmlns:p14="http://schemas.microsoft.com/office/powerpoint/2010/main" val="23477533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1" baseline="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02D6E04-3A2F-4B48-A297-666578EDF1B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029218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1" baseline="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02D6E04-3A2F-4B48-A297-666578EDF1B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458206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1" baseline="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02D6E04-3A2F-4B48-A297-666578EDF1B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7119001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1" baseline="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02D6E04-3A2F-4B48-A297-666578EDF1B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3885441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6.jp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7.jp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9.svg"/><Relationship Id="rId7" Type="http://schemas.openxmlformats.org/officeDocument/2006/relationships/image" Target="../media/image4.png"/><Relationship Id="rId2" Type="http://schemas.openxmlformats.org/officeDocument/2006/relationships/image" Target="../media/image18.png"/><Relationship Id="rId1" Type="http://schemas.openxmlformats.org/officeDocument/2006/relationships/slideMaster" Target="../slideMasters/slideMaster1.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14.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1.svg"/><Relationship Id="rId7" Type="http://schemas.openxmlformats.org/officeDocument/2006/relationships/image" Target="../media/image4.png"/><Relationship Id="rId2" Type="http://schemas.openxmlformats.org/officeDocument/2006/relationships/image" Target="../media/image20.png"/><Relationship Id="rId1" Type="http://schemas.openxmlformats.org/officeDocument/2006/relationships/slideMaster" Target="../slideMasters/slideMaster1.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14.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3.svg"/><Relationship Id="rId7" Type="http://schemas.openxmlformats.org/officeDocument/2006/relationships/image" Target="../media/image8.png"/><Relationship Id="rId2" Type="http://schemas.openxmlformats.org/officeDocument/2006/relationships/image" Target="../media/image22.pn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1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4.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5.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6.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7.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 Id="rId5" Type="http://schemas.openxmlformats.org/officeDocument/2006/relationships/image" Target="../media/image8.png"/><Relationship Id="rId4" Type="http://schemas.openxmlformats.org/officeDocument/2006/relationships/image" Target="../media/image7.sv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2.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5.png"/><Relationship Id="rId1" Type="http://schemas.openxmlformats.org/officeDocument/2006/relationships/slideMaster" Target="../slideMasters/slideMaster2.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6.jpg"/><Relationship Id="rId1" Type="http://schemas.openxmlformats.org/officeDocument/2006/relationships/slideMaster" Target="../slideMasters/slideMaster2.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7.jpg"/><Relationship Id="rId1" Type="http://schemas.openxmlformats.org/officeDocument/2006/relationships/slideMaster" Target="../slideMasters/slideMaster2.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9.svg"/><Relationship Id="rId7" Type="http://schemas.openxmlformats.org/officeDocument/2006/relationships/image" Target="../media/image4.png"/><Relationship Id="rId2" Type="http://schemas.openxmlformats.org/officeDocument/2006/relationships/image" Target="../media/image18.png"/><Relationship Id="rId1" Type="http://schemas.openxmlformats.org/officeDocument/2006/relationships/slideMaster" Target="../slideMasters/slideMaster2.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14.pn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1.svg"/><Relationship Id="rId7" Type="http://schemas.openxmlformats.org/officeDocument/2006/relationships/image" Target="../media/image4.png"/><Relationship Id="rId2" Type="http://schemas.openxmlformats.org/officeDocument/2006/relationships/image" Target="../media/image20.png"/><Relationship Id="rId1" Type="http://schemas.openxmlformats.org/officeDocument/2006/relationships/slideMaster" Target="../slideMasters/slideMaster2.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14.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3.svg"/><Relationship Id="rId7" Type="http://schemas.openxmlformats.org/officeDocument/2006/relationships/image" Target="../media/image8.png"/><Relationship Id="rId2" Type="http://schemas.openxmlformats.org/officeDocument/2006/relationships/image" Target="../media/image22.png"/><Relationship Id="rId1" Type="http://schemas.openxmlformats.org/officeDocument/2006/relationships/slideMaster" Target="../slideMasters/slideMaster2.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14.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4.pn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5.pn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6.pn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7.sv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pn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jpe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1 - dark layout ">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C5D98D9-078E-1B4D-9B08-C13EF3A05D22}"/>
              </a:ext>
            </a:extLst>
          </p:cNvPr>
          <p:cNvPicPr>
            <a:picLocks noChangeAspect="1"/>
          </p:cNvPicPr>
          <p:nvPr userDrawn="1"/>
        </p:nvPicPr>
        <p:blipFill rotWithShape="1">
          <a:blip r:embed="rId2">
            <a:extLst>
              <a:ext uri="{28A0092B-C50C-407E-A947-70E740481C1C}">
                <a14:useLocalDpi xmlns:a14="http://schemas.microsoft.com/office/drawing/2010/main"/>
              </a:ext>
            </a:extLst>
          </a:blip>
          <a:srcRect l="117" t="117"/>
          <a:stretch/>
        </p:blipFill>
        <p:spPr>
          <a:xfrm>
            <a:off x="0" y="-1"/>
            <a:ext cx="12192000" cy="6858002"/>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6" y="2105094"/>
            <a:ext cx="4013200" cy="1828469"/>
          </a:xfrm>
        </p:spPr>
        <p:txBody>
          <a:bodyPr anchor="b">
            <a:noAutofit/>
          </a:bodyPr>
          <a:lstStyle>
            <a:lvl1pPr algn="l">
              <a:defRPr sz="3600" b="1">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0A7EFB4-CCA6-4E89-9EF6-9F4FE5D53A94}"/>
              </a:ext>
            </a:extLst>
          </p:cNvPr>
          <p:cNvSpPr>
            <a:spLocks noGrp="1"/>
          </p:cNvSpPr>
          <p:nvPr>
            <p:ph type="subTitle" idx="1"/>
          </p:nvPr>
        </p:nvSpPr>
        <p:spPr>
          <a:xfrm>
            <a:off x="1042989" y="4187952"/>
            <a:ext cx="4014215" cy="457200"/>
          </a:xfrm>
          <a:prstGeom prst="rect">
            <a:avLst/>
          </a:prstGeom>
        </p:spPr>
        <p:txBody>
          <a:bodyPr lIns="0" tIns="0" rIns="0" bIns="0">
            <a:no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263640"/>
            <a:ext cx="1198179" cy="365125"/>
          </a:xfrm>
          <a:prstGeom prst="rect">
            <a:avLst/>
          </a:prstGeom>
        </p:spPr>
        <p:txBody>
          <a:bodyPr/>
          <a:lstStyle>
            <a:lvl1pPr>
              <a:defRPr>
                <a:solidFill>
                  <a:schemeClr val="bg2"/>
                </a:solidFill>
              </a:defRPr>
            </a:lvl1pPr>
          </a:lstStyle>
          <a:p>
            <a:r>
              <a:rPr lang="en-US" dirty="0"/>
              <a:t>© 2023 Cognizant</a:t>
            </a:r>
          </a:p>
        </p:txBody>
      </p:sp>
      <p:sp>
        <p:nvSpPr>
          <p:cNvPr id="11" name="Text Placeholder 2">
            <a:extLst>
              <a:ext uri="{FF2B5EF4-FFF2-40B4-BE49-F238E27FC236}">
                <a16:creationId xmlns:a16="http://schemas.microsoft.com/office/drawing/2014/main" id="{0A57A3A6-0AF3-C54A-8CB5-7EF0565FF32C}"/>
              </a:ext>
            </a:extLst>
          </p:cNvPr>
          <p:cNvSpPr>
            <a:spLocks noGrp="1"/>
          </p:cNvSpPr>
          <p:nvPr>
            <p:ph type="body" idx="12" hasCustomPrompt="1"/>
          </p:nvPr>
        </p:nvSpPr>
        <p:spPr>
          <a:xfrm>
            <a:off x="1042416" y="5289745"/>
            <a:ext cx="4013178" cy="365125"/>
          </a:xfrm>
          <a:prstGeom prst="rect">
            <a:avLst/>
          </a:prstGeom>
        </p:spPr>
        <p:txBody>
          <a:bodyPr wrap="none"/>
          <a:lstStyle>
            <a:lvl1pPr marL="0" indent="0">
              <a:buNone/>
              <a:defRPr sz="1200">
                <a:solidFill>
                  <a:schemeClr val="bg2"/>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edit date</a:t>
            </a:r>
          </a:p>
        </p:txBody>
      </p:sp>
      <p:sp>
        <p:nvSpPr>
          <p:cNvPr id="4" name="TextBox 3">
            <a:extLst>
              <a:ext uri="{FF2B5EF4-FFF2-40B4-BE49-F238E27FC236}">
                <a16:creationId xmlns:a16="http://schemas.microsoft.com/office/drawing/2014/main" id="{B0514FB0-4CED-294C-94C0-7AE48992D94A}"/>
              </a:ext>
            </a:extLst>
          </p:cNvPr>
          <p:cNvSpPr txBox="1"/>
          <p:nvPr userDrawn="1"/>
        </p:nvSpPr>
        <p:spPr>
          <a:xfrm>
            <a:off x="-1367942" y="168250"/>
            <a:ext cx="0" cy="0"/>
          </a:xfrm>
          <a:prstGeom prst="rect">
            <a:avLst/>
          </a:prstGeom>
          <a:noFill/>
        </p:spPr>
        <p:txBody>
          <a:bodyPr wrap="none" lIns="0" tIns="0" rIns="0" bIns="0" rtlCol="0">
            <a:noAutofit/>
          </a:bodyPr>
          <a:lstStyle/>
          <a:p>
            <a:pPr algn="l"/>
            <a:endParaRPr lang="en-US" sz="1600" dirty="0">
              <a:solidFill>
                <a:schemeClr val="tx2"/>
              </a:solidFill>
            </a:endParaRPr>
          </a:p>
        </p:txBody>
      </p:sp>
      <p:pic>
        <p:nvPicPr>
          <p:cNvPr id="10" name="Logo">
            <a:extLst>
              <a:ext uri="{FF2B5EF4-FFF2-40B4-BE49-F238E27FC236}">
                <a16:creationId xmlns:a16="http://schemas.microsoft.com/office/drawing/2014/main" id="{500EB0FA-ED09-2D45-A504-B05B58FC395D}"/>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67678" y="381865"/>
            <a:ext cx="2067983" cy="620394"/>
          </a:xfrm>
          <a:prstGeom prst="rect">
            <a:avLst/>
          </a:prstGeom>
        </p:spPr>
      </p:pic>
      <p:pic>
        <p:nvPicPr>
          <p:cNvPr id="12" name="Picture 11">
            <a:extLst>
              <a:ext uri="{FF2B5EF4-FFF2-40B4-BE49-F238E27FC236}">
                <a16:creationId xmlns:a16="http://schemas.microsoft.com/office/drawing/2014/main" id="{A212304C-66B1-1120-5DD4-A7021E511316}"/>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990599" y="1643357"/>
            <a:ext cx="3289301" cy="374731"/>
          </a:xfrm>
          <a:prstGeom prst="rect">
            <a:avLst/>
          </a:prstGeom>
        </p:spPr>
      </p:pic>
    </p:spTree>
    <p:extLst>
      <p:ext uri="{BB962C8B-B14F-4D97-AF65-F5344CB8AC3E}">
        <p14:creationId xmlns:p14="http://schemas.microsoft.com/office/powerpoint/2010/main" val="3194525672"/>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1 - light layou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B08AA51-7693-0641-B1F2-2F6BF501AFBF}"/>
              </a:ext>
            </a:extLst>
          </p:cNvPr>
          <p:cNvPicPr>
            <a:picLocks noChangeAspect="1"/>
          </p:cNvPicPr>
          <p:nvPr userDrawn="1"/>
        </p:nvPicPr>
        <p:blipFill rotWithShape="1">
          <a:blip r:embed="rId2">
            <a:extLst>
              <a:ext uri="{28A0092B-C50C-407E-A947-70E740481C1C}">
                <a14:useLocalDpi xmlns:a14="http://schemas.microsoft.com/office/drawing/2010/main"/>
              </a:ext>
            </a:extLst>
          </a:blip>
          <a:srcRect l="403" t="430" r="804" b="462"/>
          <a:stretch/>
        </p:blipFill>
        <p:spPr>
          <a:xfrm>
            <a:off x="49619" y="0"/>
            <a:ext cx="12153014"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tx2"/>
                </a:solidFill>
              </a:defRPr>
            </a:lvl1pPr>
          </a:lstStyle>
          <a:p>
            <a:r>
              <a:rPr lang="en-US" dirty="0"/>
              <a:t>© 2023 Cognizant</a:t>
            </a:r>
          </a:p>
        </p:txBody>
      </p:sp>
      <p:sp>
        <p:nvSpPr>
          <p:cNvPr id="9" name="Title 1">
            <a:extLst>
              <a:ext uri="{FF2B5EF4-FFF2-40B4-BE49-F238E27FC236}">
                <a16:creationId xmlns:a16="http://schemas.microsoft.com/office/drawing/2014/main" id="{EE78C046-F713-7644-890D-FEC8749EF7B5}"/>
              </a:ext>
            </a:extLst>
          </p:cNvPr>
          <p:cNvSpPr>
            <a:spLocks noGrp="1"/>
          </p:cNvSpPr>
          <p:nvPr>
            <p:ph type="ctrTitle"/>
          </p:nvPr>
        </p:nvSpPr>
        <p:spPr>
          <a:xfrm>
            <a:off x="1042416" y="2105094"/>
            <a:ext cx="4013200" cy="1828469"/>
          </a:xfrm>
        </p:spPr>
        <p:txBody>
          <a:bodyPr anchor="b">
            <a:noAutofit/>
          </a:bodyPr>
          <a:lstStyle>
            <a:lvl1pPr algn="l">
              <a:defRPr sz="3600" b="1">
                <a:solidFill>
                  <a:schemeClr val="tx2"/>
                </a:solidFill>
              </a:defRPr>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6CA51294-C033-514D-B2AD-53CAA2640123}"/>
              </a:ext>
            </a:extLst>
          </p:cNvPr>
          <p:cNvSpPr>
            <a:spLocks noGrp="1"/>
          </p:cNvSpPr>
          <p:nvPr>
            <p:ph type="subTitle" idx="1"/>
          </p:nvPr>
        </p:nvSpPr>
        <p:spPr>
          <a:xfrm>
            <a:off x="1042989" y="4187952"/>
            <a:ext cx="4014215" cy="457200"/>
          </a:xfrm>
          <a:prstGeom prst="rect">
            <a:avLst/>
          </a:prstGeom>
        </p:spPr>
        <p:txBody>
          <a:bodyPr lIns="0" tIns="0" rIns="0" bIns="0">
            <a:noAutofit/>
          </a:bodyPr>
          <a:lstStyle>
            <a:lvl1pPr marL="0" indent="0" algn="l">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4" name="Text Placeholder 2">
            <a:extLst>
              <a:ext uri="{FF2B5EF4-FFF2-40B4-BE49-F238E27FC236}">
                <a16:creationId xmlns:a16="http://schemas.microsoft.com/office/drawing/2014/main" id="{6173B359-DEFF-8445-9CA5-5D8394261A1B}"/>
              </a:ext>
            </a:extLst>
          </p:cNvPr>
          <p:cNvSpPr>
            <a:spLocks noGrp="1"/>
          </p:cNvSpPr>
          <p:nvPr>
            <p:ph type="body" idx="12" hasCustomPrompt="1"/>
          </p:nvPr>
        </p:nvSpPr>
        <p:spPr>
          <a:xfrm>
            <a:off x="1042416" y="5289745"/>
            <a:ext cx="4013178" cy="365125"/>
          </a:xfrm>
          <a:prstGeom prst="rect">
            <a:avLst/>
          </a:prstGeom>
        </p:spPr>
        <p:txBody>
          <a:bodyPr wrap="none"/>
          <a:lstStyle>
            <a:lvl1pPr marL="0" indent="0">
              <a:buNone/>
              <a:defRPr sz="1200">
                <a:solidFill>
                  <a:schemeClr val="tx1"/>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edit date</a:t>
            </a:r>
          </a:p>
        </p:txBody>
      </p:sp>
      <p:pic>
        <p:nvPicPr>
          <p:cNvPr id="16" name="Logo">
            <a:extLst>
              <a:ext uri="{FF2B5EF4-FFF2-40B4-BE49-F238E27FC236}">
                <a16:creationId xmlns:a16="http://schemas.microsoft.com/office/drawing/2014/main" id="{172F6F4F-6078-614B-9D72-235A05BE54D0}"/>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72758" y="381864"/>
            <a:ext cx="2067983" cy="620394"/>
          </a:xfrm>
          <a:prstGeom prst="rect">
            <a:avLst/>
          </a:prstGeom>
        </p:spPr>
      </p:pic>
      <p:pic>
        <p:nvPicPr>
          <p:cNvPr id="4" name="Picture 3">
            <a:extLst>
              <a:ext uri="{FF2B5EF4-FFF2-40B4-BE49-F238E27FC236}">
                <a16:creationId xmlns:a16="http://schemas.microsoft.com/office/drawing/2014/main" id="{6AB0FDE3-4AD5-06C5-0E7D-9DF7ECBFCD57}"/>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990599" y="1643357"/>
            <a:ext cx="2330451" cy="265494"/>
          </a:xfrm>
          <a:prstGeom prst="rect">
            <a:avLst/>
          </a:prstGeom>
        </p:spPr>
      </p:pic>
    </p:spTree>
    <p:extLst>
      <p:ext uri="{BB962C8B-B14F-4D97-AF65-F5344CB8AC3E}">
        <p14:creationId xmlns:p14="http://schemas.microsoft.com/office/powerpoint/2010/main" val="1924353203"/>
      </p:ext>
    </p:extLst>
  </p:cSld>
  <p:clrMapOvr>
    <a:masterClrMapping/>
  </p:clrMapOvr>
  <p:extLst>
    <p:ext uri="{DCECCB84-F9BA-43D5-87BE-67443E8EF086}">
      <p15:sldGuideLst xmlns:p15="http://schemas.microsoft.com/office/powerpoint/2012/main">
        <p15:guide id="1" pos="656"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2 - dark layout">
    <p:bg>
      <p:bgRef idx="1001">
        <a:schemeClr val="bg2"/>
      </p:bgRef>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BBF4556C-7350-8344-8FD3-376E341E16C7}"/>
              </a:ext>
            </a:extLst>
          </p:cNvPr>
          <p:cNvSpPr>
            <a:spLocks noGrp="1"/>
          </p:cNvSpPr>
          <p:nvPr>
            <p:ph type="ctrTitle"/>
          </p:nvPr>
        </p:nvSpPr>
        <p:spPr>
          <a:xfrm>
            <a:off x="1499616" y="2052083"/>
            <a:ext cx="8169317" cy="1579267"/>
          </a:xfrm>
        </p:spPr>
        <p:txBody>
          <a:bodyPr anchor="b">
            <a:noAutofit/>
          </a:bodyPr>
          <a:lstStyle>
            <a:lvl1pPr algn="l">
              <a:defRPr sz="3600" b="1">
                <a:solidFill>
                  <a:schemeClr val="accent6"/>
                </a:solidFill>
              </a:defRPr>
            </a:lvl1pPr>
          </a:lstStyle>
          <a:p>
            <a:r>
              <a:rPr lang="en-US"/>
              <a:t>Click to edit Master title style</a:t>
            </a:r>
            <a:endParaRPr lang="en-US" dirty="0"/>
          </a:p>
        </p:txBody>
      </p:sp>
      <p:sp>
        <p:nvSpPr>
          <p:cNvPr id="17" name="Subtitle 2">
            <a:extLst>
              <a:ext uri="{FF2B5EF4-FFF2-40B4-BE49-F238E27FC236}">
                <a16:creationId xmlns:a16="http://schemas.microsoft.com/office/drawing/2014/main" id="{57AC9073-4735-234C-8722-537F8383011D}"/>
              </a:ext>
            </a:extLst>
          </p:cNvPr>
          <p:cNvSpPr>
            <a:spLocks noGrp="1"/>
          </p:cNvSpPr>
          <p:nvPr>
            <p:ph type="subTitle" idx="1"/>
          </p:nvPr>
        </p:nvSpPr>
        <p:spPr>
          <a:xfrm>
            <a:off x="1500190" y="3885739"/>
            <a:ext cx="8171383" cy="457200"/>
          </a:xfrm>
          <a:prstGeom prst="rect">
            <a:avLst/>
          </a:prstGeom>
        </p:spPr>
        <p:txBody>
          <a:bodyPr lIns="0" tIns="0" rIns="0" bIns="0">
            <a:noAutofit/>
          </a:bodyPr>
          <a:lstStyle>
            <a:lvl1pPr marL="0" indent="0" algn="l">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8" name="Text Placeholder 2">
            <a:extLst>
              <a:ext uri="{FF2B5EF4-FFF2-40B4-BE49-F238E27FC236}">
                <a16:creationId xmlns:a16="http://schemas.microsoft.com/office/drawing/2014/main" id="{FBEE8D4C-39E3-9745-8EF7-EE363873ECE4}"/>
              </a:ext>
            </a:extLst>
          </p:cNvPr>
          <p:cNvSpPr>
            <a:spLocks noGrp="1"/>
          </p:cNvSpPr>
          <p:nvPr>
            <p:ph type="body" idx="12" hasCustomPrompt="1"/>
          </p:nvPr>
        </p:nvSpPr>
        <p:spPr>
          <a:xfrm>
            <a:off x="1499617" y="4987532"/>
            <a:ext cx="4013178" cy="365125"/>
          </a:xfrm>
          <a:prstGeom prst="rect">
            <a:avLst/>
          </a:prstGeom>
        </p:spPr>
        <p:txBody>
          <a:bodyPr wrap="none"/>
          <a:lstStyle>
            <a:lvl1pPr marL="0" indent="0">
              <a:buNone/>
              <a:defRPr sz="1200">
                <a:solidFill>
                  <a:schemeClr val="tx1"/>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edit date</a:t>
            </a:r>
          </a:p>
        </p:txBody>
      </p:sp>
      <p:sp>
        <p:nvSpPr>
          <p:cNvPr id="21" name="Footer Placeholder 4">
            <a:extLst>
              <a:ext uri="{FF2B5EF4-FFF2-40B4-BE49-F238E27FC236}">
                <a16:creationId xmlns:a16="http://schemas.microsoft.com/office/drawing/2014/main" id="{4242CFFB-365C-1E4A-856E-A39BC59F67DA}"/>
              </a:ext>
            </a:extLst>
          </p:cNvPr>
          <p:cNvSpPr>
            <a:spLocks noGrp="1"/>
          </p:cNvSpPr>
          <p:nvPr>
            <p:ph type="ftr" sz="quarter" idx="11"/>
          </p:nvPr>
        </p:nvSpPr>
        <p:spPr>
          <a:xfrm>
            <a:off x="1499617" y="6325193"/>
            <a:ext cx="1198179" cy="303572"/>
          </a:xfrm>
          <a:prstGeom prst="rect">
            <a:avLst/>
          </a:prstGeom>
        </p:spPr>
        <p:txBody>
          <a:bodyPr/>
          <a:lstStyle/>
          <a:p>
            <a:r>
              <a:rPr lang="en-US" dirty="0"/>
              <a:t>© 2023 Cognizant</a:t>
            </a:r>
          </a:p>
        </p:txBody>
      </p:sp>
      <p:pic>
        <p:nvPicPr>
          <p:cNvPr id="9" name="Logo">
            <a:extLst>
              <a:ext uri="{FF2B5EF4-FFF2-40B4-BE49-F238E27FC236}">
                <a16:creationId xmlns:a16="http://schemas.microsoft.com/office/drawing/2014/main" id="{9CD10274-ED9E-6941-BC52-E5F59595701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723899" y="989145"/>
            <a:ext cx="3228342" cy="566677"/>
          </a:xfrm>
          <a:prstGeom prst="rect">
            <a:avLst/>
          </a:prstGeom>
        </p:spPr>
      </p:pic>
      <p:pic>
        <p:nvPicPr>
          <p:cNvPr id="4" name="Picture 3">
            <a:extLst>
              <a:ext uri="{FF2B5EF4-FFF2-40B4-BE49-F238E27FC236}">
                <a16:creationId xmlns:a16="http://schemas.microsoft.com/office/drawing/2014/main" id="{121AF93B-9BFB-DBC8-B972-0D25E38EA4D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179732" y="1061948"/>
            <a:ext cx="4555068" cy="518932"/>
          </a:xfrm>
          <a:prstGeom prst="rect">
            <a:avLst/>
          </a:prstGeom>
        </p:spPr>
      </p:pic>
    </p:spTree>
    <p:extLst>
      <p:ext uri="{BB962C8B-B14F-4D97-AF65-F5344CB8AC3E}">
        <p14:creationId xmlns:p14="http://schemas.microsoft.com/office/powerpoint/2010/main" val="415483661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2 - light layout">
    <p:bg>
      <p:bgRef idx="1001">
        <a:schemeClr val="bg2"/>
      </p:bgRef>
    </p:bg>
    <p:spTree>
      <p:nvGrpSpPr>
        <p:cNvPr id="1" name=""/>
        <p:cNvGrpSpPr/>
        <p:nvPr/>
      </p:nvGrpSpPr>
      <p:grpSpPr>
        <a:xfrm>
          <a:off x="0" y="0"/>
          <a:ext cx="0" cy="0"/>
          <a:chOff x="0" y="0"/>
          <a:chExt cx="0" cy="0"/>
        </a:xfrm>
      </p:grpSpPr>
      <p:sp>
        <p:nvSpPr>
          <p:cNvPr id="21" name="Footer Placeholder 4">
            <a:extLst>
              <a:ext uri="{FF2B5EF4-FFF2-40B4-BE49-F238E27FC236}">
                <a16:creationId xmlns:a16="http://schemas.microsoft.com/office/drawing/2014/main" id="{4242CFFB-365C-1E4A-856E-A39BC59F67DA}"/>
              </a:ext>
            </a:extLst>
          </p:cNvPr>
          <p:cNvSpPr>
            <a:spLocks noGrp="1"/>
          </p:cNvSpPr>
          <p:nvPr>
            <p:ph type="ftr" sz="quarter" idx="11"/>
          </p:nvPr>
        </p:nvSpPr>
        <p:spPr>
          <a:xfrm>
            <a:off x="1499617" y="6325193"/>
            <a:ext cx="1198179" cy="303572"/>
          </a:xfrm>
          <a:prstGeom prst="rect">
            <a:avLst/>
          </a:prstGeom>
        </p:spPr>
        <p:txBody>
          <a:bodyPr/>
          <a:lstStyle/>
          <a:p>
            <a:r>
              <a:rPr lang="en-US" dirty="0"/>
              <a:t>© 2023 Cognizant</a:t>
            </a:r>
          </a:p>
        </p:txBody>
      </p:sp>
      <p:pic>
        <p:nvPicPr>
          <p:cNvPr id="9" name="Logo">
            <a:extLst>
              <a:ext uri="{FF2B5EF4-FFF2-40B4-BE49-F238E27FC236}">
                <a16:creationId xmlns:a16="http://schemas.microsoft.com/office/drawing/2014/main" id="{9CD10274-ED9E-6941-BC52-E5F59595701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723899" y="989145"/>
            <a:ext cx="3228341" cy="566677"/>
          </a:xfrm>
          <a:prstGeom prst="rect">
            <a:avLst/>
          </a:prstGeom>
        </p:spPr>
      </p:pic>
      <p:sp>
        <p:nvSpPr>
          <p:cNvPr id="8" name="Title 1">
            <a:extLst>
              <a:ext uri="{FF2B5EF4-FFF2-40B4-BE49-F238E27FC236}">
                <a16:creationId xmlns:a16="http://schemas.microsoft.com/office/drawing/2014/main" id="{1DE8E3D3-C194-B841-B075-DAC84FCD3889}"/>
              </a:ext>
            </a:extLst>
          </p:cNvPr>
          <p:cNvSpPr>
            <a:spLocks noGrp="1"/>
          </p:cNvSpPr>
          <p:nvPr>
            <p:ph type="ctrTitle"/>
          </p:nvPr>
        </p:nvSpPr>
        <p:spPr>
          <a:xfrm>
            <a:off x="1499616" y="2052083"/>
            <a:ext cx="8169317" cy="1579267"/>
          </a:xfrm>
        </p:spPr>
        <p:txBody>
          <a:bodyPr anchor="b">
            <a:noAutofit/>
          </a:bodyPr>
          <a:lstStyle>
            <a:lvl1pPr algn="l">
              <a:defRPr sz="3600" b="1">
                <a:solidFill>
                  <a:schemeClr val="accent3"/>
                </a:solidFill>
              </a:defRPr>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BAFE488B-546A-F04A-B54A-A8A9E81A67A0}"/>
              </a:ext>
            </a:extLst>
          </p:cNvPr>
          <p:cNvSpPr>
            <a:spLocks noGrp="1"/>
          </p:cNvSpPr>
          <p:nvPr>
            <p:ph type="subTitle" idx="1"/>
          </p:nvPr>
        </p:nvSpPr>
        <p:spPr>
          <a:xfrm>
            <a:off x="1500190" y="3885739"/>
            <a:ext cx="8171383" cy="457200"/>
          </a:xfrm>
          <a:prstGeom prst="rect">
            <a:avLst/>
          </a:prstGeom>
        </p:spPr>
        <p:txBody>
          <a:bodyPr lIns="0" tIns="0" rIns="0" bIns="0">
            <a:noAutofit/>
          </a:bodyPr>
          <a:lstStyle>
            <a:lvl1pPr marL="0" indent="0" algn="l">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2" name="Text Placeholder 2">
            <a:extLst>
              <a:ext uri="{FF2B5EF4-FFF2-40B4-BE49-F238E27FC236}">
                <a16:creationId xmlns:a16="http://schemas.microsoft.com/office/drawing/2014/main" id="{2D785364-026C-1848-826F-235C8A0AC5F5}"/>
              </a:ext>
            </a:extLst>
          </p:cNvPr>
          <p:cNvSpPr>
            <a:spLocks noGrp="1"/>
          </p:cNvSpPr>
          <p:nvPr>
            <p:ph type="body" idx="12" hasCustomPrompt="1"/>
          </p:nvPr>
        </p:nvSpPr>
        <p:spPr>
          <a:xfrm>
            <a:off x="1499617" y="4987532"/>
            <a:ext cx="4013178" cy="365125"/>
          </a:xfrm>
          <a:prstGeom prst="rect">
            <a:avLst/>
          </a:prstGeom>
        </p:spPr>
        <p:txBody>
          <a:bodyPr wrap="none"/>
          <a:lstStyle>
            <a:lvl1pPr marL="0" indent="0">
              <a:buNone/>
              <a:defRPr sz="1200">
                <a:solidFill>
                  <a:schemeClr val="tx1"/>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edit date</a:t>
            </a:r>
          </a:p>
        </p:txBody>
      </p:sp>
      <p:pic>
        <p:nvPicPr>
          <p:cNvPr id="2" name="Picture 1">
            <a:extLst>
              <a:ext uri="{FF2B5EF4-FFF2-40B4-BE49-F238E27FC236}">
                <a16:creationId xmlns:a16="http://schemas.microsoft.com/office/drawing/2014/main" id="{C6353134-6BF9-DFD5-70C5-164F849E31B2}"/>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7179732" y="1061948"/>
            <a:ext cx="4555068" cy="518931"/>
          </a:xfrm>
          <a:prstGeom prst="rect">
            <a:avLst/>
          </a:prstGeom>
        </p:spPr>
      </p:pic>
    </p:spTree>
    <p:extLst>
      <p:ext uri="{BB962C8B-B14F-4D97-AF65-F5344CB8AC3E}">
        <p14:creationId xmlns:p14="http://schemas.microsoft.com/office/powerpoint/2010/main" val="314020815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BF505-C9D5-403B-9D3B-321A20493A1A}"/>
              </a:ext>
            </a:extLst>
          </p:cNvPr>
          <p:cNvSpPr>
            <a:spLocks noGrp="1"/>
          </p:cNvSpPr>
          <p:nvPr>
            <p:ph type="title" hasCustomPrompt="1"/>
          </p:nvPr>
        </p:nvSpPr>
        <p:spPr/>
        <p:txBody>
          <a:bodyPr/>
          <a:lstStyle>
            <a:lvl1pPr marL="0" indent="0">
              <a:buClr>
                <a:schemeClr val="accent3"/>
              </a:buClr>
              <a:buFont typeface="+mj-lt"/>
              <a:buNone/>
              <a:defRPr>
                <a:solidFill>
                  <a:schemeClr val="tx1"/>
                </a:solidFill>
              </a:defRPr>
            </a:lvl1pPr>
          </a:lstStyle>
          <a:p>
            <a:r>
              <a:rPr lang="en-US" dirty="0"/>
              <a:t>Click to edit TOC Master title style</a:t>
            </a:r>
          </a:p>
        </p:txBody>
      </p:sp>
      <p:sp>
        <p:nvSpPr>
          <p:cNvPr id="5" name="Footer Placeholder 4">
            <a:extLst>
              <a:ext uri="{FF2B5EF4-FFF2-40B4-BE49-F238E27FC236}">
                <a16:creationId xmlns:a16="http://schemas.microsoft.com/office/drawing/2014/main" id="{343522F2-32CA-4802-9320-A58D8A6DF4C2}"/>
              </a:ext>
            </a:extLst>
          </p:cNvPr>
          <p:cNvSpPr>
            <a:spLocks noGrp="1"/>
          </p:cNvSpPr>
          <p:nvPr>
            <p:ph type="ftr" sz="quarter" idx="11"/>
          </p:nvPr>
        </p:nvSpPr>
        <p:spPr>
          <a:xfrm>
            <a:off x="1042416" y="6325193"/>
            <a:ext cx="1198179" cy="303572"/>
          </a:xfrm>
          <a:prstGeom prst="rect">
            <a:avLst/>
          </a:prstGeom>
        </p:spPr>
        <p:txBody>
          <a:bodyPr/>
          <a:lstStyle>
            <a:lvl1pPr>
              <a:defRPr>
                <a:solidFill>
                  <a:schemeClr val="tx1"/>
                </a:solidFill>
              </a:defRPr>
            </a:lvl1pPr>
          </a:lstStyle>
          <a:p>
            <a:r>
              <a:rPr lang="en-US" dirty="0"/>
              <a:t>© 2023 Cognizant</a:t>
            </a:r>
          </a:p>
        </p:txBody>
      </p:sp>
      <p:sp>
        <p:nvSpPr>
          <p:cNvPr id="6" name="Slide Number Placeholder 5">
            <a:extLst>
              <a:ext uri="{FF2B5EF4-FFF2-40B4-BE49-F238E27FC236}">
                <a16:creationId xmlns:a16="http://schemas.microsoft.com/office/drawing/2014/main" id="{F5B500E8-DB39-442F-AD4A-610EB529CDB1}"/>
              </a:ext>
            </a:extLst>
          </p:cNvPr>
          <p:cNvSpPr>
            <a:spLocks noGrp="1"/>
          </p:cNvSpPr>
          <p:nvPr>
            <p:ph type="sldNum" sz="quarter" idx="12"/>
          </p:nvPr>
        </p:nvSpPr>
        <p:spPr>
          <a:xfrm>
            <a:off x="457199" y="6325299"/>
            <a:ext cx="352097" cy="304100"/>
          </a:xfrm>
          <a:prstGeom prst="rect">
            <a:avLst/>
          </a:prstGeom>
        </p:spPr>
        <p:txBody>
          <a:bodyPr/>
          <a:lstStyle>
            <a:lvl1pPr>
              <a:defRPr>
                <a:solidFill>
                  <a:schemeClr val="tx1"/>
                </a:solidFill>
              </a:defRPr>
            </a:lvl1pPr>
          </a:lstStyle>
          <a:p>
            <a:fld id="{C53E075B-3175-45CF-B3C7-FEDF3F5961E3}" type="slidenum">
              <a:rPr lang="en-US" smtClean="0"/>
              <a:pPr/>
              <a:t>‹#›</a:t>
            </a:fld>
            <a:endParaRPr lang="en-US" dirty="0"/>
          </a:p>
        </p:txBody>
      </p:sp>
      <p:sp>
        <p:nvSpPr>
          <p:cNvPr id="7" name="Content Placeholder 3">
            <a:extLst>
              <a:ext uri="{FF2B5EF4-FFF2-40B4-BE49-F238E27FC236}">
                <a16:creationId xmlns:a16="http://schemas.microsoft.com/office/drawing/2014/main" id="{81757621-CF57-B04A-880F-50800569DC7D}"/>
              </a:ext>
            </a:extLst>
          </p:cNvPr>
          <p:cNvSpPr>
            <a:spLocks noGrp="1"/>
          </p:cNvSpPr>
          <p:nvPr>
            <p:ph sz="half" idx="2"/>
          </p:nvPr>
        </p:nvSpPr>
        <p:spPr>
          <a:xfrm>
            <a:off x="457200" y="1700784"/>
            <a:ext cx="11368088" cy="3959081"/>
          </a:xfrm>
          <a:prstGeom prst="rect">
            <a:avLst/>
          </a:prstGeom>
        </p:spPr>
        <p:txBody>
          <a:bodyPr/>
          <a:lstStyle>
            <a:lvl1pPr marL="457200" indent="-457200">
              <a:lnSpc>
                <a:spcPct val="100000"/>
              </a:lnSpc>
              <a:buFont typeface="+mj-lt"/>
              <a:buAutoNum type="arabicPeriod"/>
              <a:tabLst/>
              <a:defRPr sz="1800">
                <a:solidFill>
                  <a:schemeClr val="tx1"/>
                </a:solidFill>
              </a:defRPr>
            </a:lvl1pPr>
            <a:lvl2pPr marL="690563" indent="-230188">
              <a:lnSpc>
                <a:spcPct val="100000"/>
              </a:lnSpc>
              <a:buFont typeface="Arial" panose="020B0604020202020204" pitchFamily="34" charset="0"/>
              <a:buChar char="•"/>
              <a:tabLst/>
              <a:defRPr sz="1800">
                <a:solidFill>
                  <a:schemeClr val="tx1"/>
                </a:solidFill>
              </a:defRPr>
            </a:lvl2pPr>
            <a:lvl3pPr marL="976313" indent="-230188">
              <a:lnSpc>
                <a:spcPct val="100000"/>
              </a:lnSpc>
              <a:buFont typeface="Cambria" panose="02040503050406030204" pitchFamily="18" charset="0"/>
              <a:buChar char="⎻"/>
              <a:tabLst/>
              <a:defRPr sz="1800">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pic>
        <p:nvPicPr>
          <p:cNvPr id="9" name="Picture 8">
            <a:extLst>
              <a:ext uri="{FF2B5EF4-FFF2-40B4-BE49-F238E27FC236}">
                <a16:creationId xmlns:a16="http://schemas.microsoft.com/office/drawing/2014/main" id="{2D4D26F9-1077-4443-A17C-B4C76A2FF60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3" name="Picture 2">
            <a:extLst>
              <a:ext uri="{FF2B5EF4-FFF2-40B4-BE49-F238E27FC236}">
                <a16:creationId xmlns:a16="http://schemas.microsoft.com/office/drawing/2014/main" id="{BC993F8F-318A-E49E-F121-8CA6DC999855}"/>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599300" y="291346"/>
            <a:ext cx="2152968" cy="245275"/>
          </a:xfrm>
          <a:prstGeom prst="rect">
            <a:avLst/>
          </a:prstGeom>
        </p:spPr>
      </p:pic>
    </p:spTree>
    <p:extLst>
      <p:ext uri="{BB962C8B-B14F-4D97-AF65-F5344CB8AC3E}">
        <p14:creationId xmlns:p14="http://schemas.microsoft.com/office/powerpoint/2010/main" val="2486015738"/>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p:bg>
      <p:bgRef idx="1001">
        <a:schemeClr val="bg2"/>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0EC9DA8-4888-CD46-8867-018922635CC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902199" y="-16933"/>
            <a:ext cx="7307799" cy="6874933"/>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6" y="1903671"/>
            <a:ext cx="6053327" cy="1846659"/>
          </a:xfrm>
        </p:spPr>
        <p:txBody>
          <a:bodyPr wrap="square" anchor="ctr" anchorCtr="0">
            <a:spAutoFit/>
          </a:bodyPr>
          <a:lstStyle>
            <a:lvl1pPr algn="l">
              <a:defRPr sz="6000" b="1">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tx1"/>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tx1"/>
                </a:solidFill>
              </a:defRPr>
            </a:lvl1pPr>
          </a:lstStyle>
          <a:p>
            <a:fld id="{C53E075B-3175-45CF-B3C7-FEDF3F5961E3}" type="slidenum">
              <a:rPr lang="en-US" smtClean="0"/>
              <a:pPr/>
              <a:t>‹#›</a:t>
            </a:fld>
            <a:endParaRPr lang="en-US" dirty="0"/>
          </a:p>
        </p:txBody>
      </p:sp>
      <p:sp>
        <p:nvSpPr>
          <p:cNvPr id="14" name="Text Placeholder 12">
            <a:extLst>
              <a:ext uri="{FF2B5EF4-FFF2-40B4-BE49-F238E27FC236}">
                <a16:creationId xmlns:a16="http://schemas.microsoft.com/office/drawing/2014/main" id="{C7BDEB1A-BAD0-BF40-B60C-ADBD28409201}"/>
              </a:ext>
            </a:extLst>
          </p:cNvPr>
          <p:cNvSpPr>
            <a:spLocks noGrp="1"/>
          </p:cNvSpPr>
          <p:nvPr>
            <p:ph type="body" sz="quarter" idx="13"/>
          </p:nvPr>
        </p:nvSpPr>
        <p:spPr>
          <a:xfrm>
            <a:off x="1041400" y="3897548"/>
            <a:ext cx="6053322" cy="1295400"/>
          </a:xfrm>
          <a:prstGeom prst="rect">
            <a:avLst/>
          </a:prstGeom>
        </p:spPr>
        <p:txBody>
          <a:bodyPr/>
          <a:lstStyle/>
          <a:p>
            <a:pPr lvl="0"/>
            <a:r>
              <a:rPr lang="en-US"/>
              <a:t>Click to edit Master text styles</a:t>
            </a:r>
          </a:p>
        </p:txBody>
      </p:sp>
      <p:pic>
        <p:nvPicPr>
          <p:cNvPr id="11" name="Logo">
            <a:extLst>
              <a:ext uri="{FF2B5EF4-FFF2-40B4-BE49-F238E27FC236}">
                <a16:creationId xmlns:a16="http://schemas.microsoft.com/office/drawing/2014/main" id="{3255087C-F40D-2E4F-A55B-4F9057EEE57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72758" y="381864"/>
            <a:ext cx="2067983" cy="620394"/>
          </a:xfrm>
          <a:prstGeom prst="rect">
            <a:avLst/>
          </a:prstGeom>
        </p:spPr>
      </p:pic>
      <p:pic>
        <p:nvPicPr>
          <p:cNvPr id="4" name="Picture 3">
            <a:extLst>
              <a:ext uri="{FF2B5EF4-FFF2-40B4-BE49-F238E27FC236}">
                <a16:creationId xmlns:a16="http://schemas.microsoft.com/office/drawing/2014/main" id="{F8AB5934-A26E-90AB-75E0-11603F747A0F}"/>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a:off x="974755" y="1611578"/>
            <a:ext cx="4060795" cy="462621"/>
          </a:xfrm>
          <a:prstGeom prst="rect">
            <a:avLst/>
          </a:prstGeom>
        </p:spPr>
      </p:pic>
    </p:spTree>
    <p:extLst>
      <p:ext uri="{BB962C8B-B14F-4D97-AF65-F5344CB8AC3E}">
        <p14:creationId xmlns:p14="http://schemas.microsoft.com/office/powerpoint/2010/main" val="66059095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5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 1 - gradient 1">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l="337" t="337"/>
          <a:stretch/>
        </p:blipFill>
        <p:spPr>
          <a:xfrm>
            <a:off x="0" y="0"/>
            <a:ext cx="12192000" cy="6858000"/>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bg2"/>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bg2"/>
                </a:solidFill>
              </a:defRPr>
            </a:lvl1pPr>
          </a:lstStyle>
          <a:p>
            <a:fld id="{C53E075B-3175-45CF-B3C7-FEDF3F5961E3}" type="slidenum">
              <a:rPr lang="en-US" smtClean="0"/>
              <a:pPr/>
              <a:t>‹#›</a:t>
            </a:fld>
            <a:endParaRPr lang="en-US" dirty="0"/>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2"/>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11" name="Picture 5">
            <a:extLst>
              <a:ext uri="{FF2B5EF4-FFF2-40B4-BE49-F238E27FC236}">
                <a16:creationId xmlns:a16="http://schemas.microsoft.com/office/drawing/2014/main" id="{59C228D1-6A04-314E-AC72-C1145412222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F3D822E1-FE5F-B452-5DAE-DC0F0E349D12}"/>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a:off x="9672320" y="299664"/>
            <a:ext cx="2079948" cy="236955"/>
          </a:xfrm>
          <a:prstGeom prst="rect">
            <a:avLst/>
          </a:prstGeom>
        </p:spPr>
      </p:pic>
    </p:spTree>
    <p:extLst>
      <p:ext uri="{BB962C8B-B14F-4D97-AF65-F5344CB8AC3E}">
        <p14:creationId xmlns:p14="http://schemas.microsoft.com/office/powerpoint/2010/main" val="2760396691"/>
      </p:ext>
    </p:extLst>
  </p:cSld>
  <p:clrMapOvr>
    <a:masterClrMapping/>
  </p:clrMapOvr>
  <p:extLst>
    <p:ext uri="{DCECCB84-F9BA-43D5-87BE-67443E8EF086}">
      <p15:sldGuideLst xmlns:p15="http://schemas.microsoft.com/office/powerpoint/2012/main">
        <p15:guide id="1" pos="656"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1 - gradient 2">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bg1"/>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bg1"/>
                </a:solidFill>
              </a:defRPr>
            </a:lvl1pPr>
          </a:lstStyle>
          <a:p>
            <a:fld id="{C53E075B-3175-45CF-B3C7-FEDF3F5961E3}" type="slidenum">
              <a:rPr lang="en-US" smtClean="0"/>
              <a:pPr/>
              <a:t>‹#›</a:t>
            </a:fld>
            <a:endParaRPr lang="en-US" dirty="0"/>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2"/>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9" name="Picture 5">
            <a:extLst>
              <a:ext uri="{FF2B5EF4-FFF2-40B4-BE49-F238E27FC236}">
                <a16:creationId xmlns:a16="http://schemas.microsoft.com/office/drawing/2014/main" id="{D0F15C86-2BE4-DF46-883D-1A499451924A}"/>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06033A01-9A20-FA3A-65AD-A11091DC9A8F}"/>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a:off x="9672320" y="299664"/>
            <a:ext cx="2079948" cy="236955"/>
          </a:xfrm>
          <a:prstGeom prst="rect">
            <a:avLst/>
          </a:prstGeom>
        </p:spPr>
      </p:pic>
    </p:spTree>
    <p:extLst>
      <p:ext uri="{BB962C8B-B14F-4D97-AF65-F5344CB8AC3E}">
        <p14:creationId xmlns:p14="http://schemas.microsoft.com/office/powerpoint/2010/main" val="198415592"/>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1 - gradient 3">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5693"/>
            <a:ext cx="12202121" cy="6863693"/>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bg1"/>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bg1"/>
                </a:solidFill>
              </a:defRPr>
            </a:lvl1pPr>
          </a:lstStyle>
          <a:p>
            <a:fld id="{C53E075B-3175-45CF-B3C7-FEDF3F5961E3}" type="slidenum">
              <a:rPr lang="en-US" smtClean="0"/>
              <a:pPr/>
              <a:t>‹#›</a:t>
            </a:fld>
            <a:endParaRPr lang="en-US" dirty="0"/>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2"/>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9" name="Picture 5">
            <a:extLst>
              <a:ext uri="{FF2B5EF4-FFF2-40B4-BE49-F238E27FC236}">
                <a16:creationId xmlns:a16="http://schemas.microsoft.com/office/drawing/2014/main" id="{62FFB9D1-0873-894C-8D31-DBAD9B4DD029}"/>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F95DA384-8066-CBB9-8393-7C5A5B46203A}"/>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a:off x="9672320" y="299664"/>
            <a:ext cx="2079948" cy="236955"/>
          </a:xfrm>
          <a:prstGeom prst="rect">
            <a:avLst/>
          </a:prstGeom>
        </p:spPr>
      </p:pic>
    </p:spTree>
    <p:extLst>
      <p:ext uri="{BB962C8B-B14F-4D97-AF65-F5344CB8AC3E}">
        <p14:creationId xmlns:p14="http://schemas.microsoft.com/office/powerpoint/2010/main" val="2355213576"/>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 2 - gradient 1">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5010" t="10638" r="15648"/>
          <a:stretch/>
        </p:blipFill>
        <p:spPr>
          <a:xfrm>
            <a:off x="0" y="-1"/>
            <a:ext cx="12192000" cy="6866021"/>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bg1"/>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bg1"/>
                </a:solidFill>
              </a:defRPr>
            </a:lvl1pPr>
          </a:lstStyle>
          <a:p>
            <a:fld id="{C53E075B-3175-45CF-B3C7-FEDF3F5961E3}" type="slidenum">
              <a:rPr lang="en-US" smtClean="0"/>
              <a:pPr/>
              <a:t>‹#›</a:t>
            </a:fld>
            <a:endParaRPr lang="en-US" dirty="0"/>
          </a:p>
        </p:txBody>
      </p:sp>
      <p:sp>
        <p:nvSpPr>
          <p:cNvPr id="14" name="Title 1">
            <a:extLst>
              <a:ext uri="{FF2B5EF4-FFF2-40B4-BE49-F238E27FC236}">
                <a16:creationId xmlns:a16="http://schemas.microsoft.com/office/drawing/2014/main" id="{740E8CFD-9DDE-024A-8B25-06FBC426124E}"/>
              </a:ext>
            </a:extLst>
          </p:cNvPr>
          <p:cNvSpPr>
            <a:spLocks noGrp="1"/>
          </p:cNvSpPr>
          <p:nvPr>
            <p:ph type="ctrTitle" hasCustomPrompt="1"/>
          </p:nvPr>
        </p:nvSpPr>
        <p:spPr>
          <a:xfrm>
            <a:off x="1042416" y="1812207"/>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dirty="0"/>
              <a:t>Click to edit Master title style, copy can go here on a few lines</a:t>
            </a:r>
          </a:p>
        </p:txBody>
      </p:sp>
      <p:pic>
        <p:nvPicPr>
          <p:cNvPr id="10" name="Picture 8">
            <a:extLst>
              <a:ext uri="{FF2B5EF4-FFF2-40B4-BE49-F238E27FC236}">
                <a16:creationId xmlns:a16="http://schemas.microsoft.com/office/drawing/2014/main" id="{03B841D5-E729-0B48-838D-EA94F2CCBBD1}"/>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82017727-041F-8041-F2AF-6D03315B2C5D}"/>
              </a:ext>
            </a:extLst>
          </p:cNvPr>
          <p:cNvPicPr>
            <a:picLocks noChangeAspect="1"/>
          </p:cNvPicPr>
          <p:nvPr userDrawn="1"/>
        </p:nvPicPr>
        <p:blipFill>
          <a:blip r:embed="rId7">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667767552"/>
      </p:ext>
    </p:extLst>
  </p:cSld>
  <p:clrMapOvr>
    <a:masterClrMapping/>
  </p:clrMapOvr>
  <p:extLst>
    <p:ext uri="{DCECCB84-F9BA-43D5-87BE-67443E8EF086}">
      <p15:sldGuideLst xmlns:p15="http://schemas.microsoft.com/office/powerpoint/2012/main">
        <p15:guide id="1" pos="656"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 2 - gradient 2">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9098" r="11765" b="30863"/>
          <a:stretch/>
        </p:blipFill>
        <p:spPr>
          <a:xfrm>
            <a:off x="0" y="-1"/>
            <a:ext cx="12192000" cy="6914147"/>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bg1"/>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bg1"/>
                </a:solidFill>
              </a:defRPr>
            </a:lvl1pPr>
          </a:lstStyle>
          <a:p>
            <a:fld id="{C53E075B-3175-45CF-B3C7-FEDF3F5961E3}" type="slidenum">
              <a:rPr lang="en-US" smtClean="0"/>
              <a:pPr/>
              <a:t>‹#›</a:t>
            </a:fld>
            <a:endParaRPr lang="en-US" dirty="0"/>
          </a:p>
        </p:txBody>
      </p:sp>
      <p:sp>
        <p:nvSpPr>
          <p:cNvPr id="15" name="Title 1">
            <a:extLst>
              <a:ext uri="{FF2B5EF4-FFF2-40B4-BE49-F238E27FC236}">
                <a16:creationId xmlns:a16="http://schemas.microsoft.com/office/drawing/2014/main" id="{B6550D2D-C709-0F4A-847A-CB0BEE38C330}"/>
              </a:ext>
            </a:extLst>
          </p:cNvPr>
          <p:cNvSpPr>
            <a:spLocks noGrp="1"/>
          </p:cNvSpPr>
          <p:nvPr>
            <p:ph type="ctrTitle" hasCustomPrompt="1"/>
          </p:nvPr>
        </p:nvSpPr>
        <p:spPr>
          <a:xfrm>
            <a:off x="1042416" y="1812207"/>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dirty="0"/>
              <a:t>Click to edit Master title style, copy can go here on a few lines</a:t>
            </a:r>
          </a:p>
        </p:txBody>
      </p:sp>
      <p:pic>
        <p:nvPicPr>
          <p:cNvPr id="10" name="Picture 8">
            <a:extLst>
              <a:ext uri="{FF2B5EF4-FFF2-40B4-BE49-F238E27FC236}">
                <a16:creationId xmlns:a16="http://schemas.microsoft.com/office/drawing/2014/main" id="{B41B291C-6CE8-F14B-BD0E-B1C3E37430B7}"/>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0B45C99C-BFD5-59DF-6BB7-382A55EA1BB9}"/>
              </a:ext>
            </a:extLst>
          </p:cNvPr>
          <p:cNvPicPr>
            <a:picLocks noChangeAspect="1"/>
          </p:cNvPicPr>
          <p:nvPr userDrawn="1"/>
        </p:nvPicPr>
        <p:blipFill>
          <a:blip r:embed="rId7">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4220551738"/>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2 - gradient 3">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7923" t="14335" r="14839" b="41847"/>
          <a:stretch/>
        </p:blipFill>
        <p:spPr>
          <a:xfrm>
            <a:off x="-1" y="-1"/>
            <a:ext cx="12215813" cy="6930190"/>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tx2"/>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tx2"/>
                </a:solidFill>
              </a:defRPr>
            </a:lvl1pPr>
          </a:lstStyle>
          <a:p>
            <a:fld id="{C53E075B-3175-45CF-B3C7-FEDF3F5961E3}" type="slidenum">
              <a:rPr lang="en-US" smtClean="0"/>
              <a:pPr/>
              <a:t>‹#›</a:t>
            </a:fld>
            <a:endParaRPr lang="en-US" dirty="0"/>
          </a:p>
        </p:txBody>
      </p:sp>
      <p:sp>
        <p:nvSpPr>
          <p:cNvPr id="11" name="Title 1">
            <a:extLst>
              <a:ext uri="{FF2B5EF4-FFF2-40B4-BE49-F238E27FC236}">
                <a16:creationId xmlns:a16="http://schemas.microsoft.com/office/drawing/2014/main" id="{AFC705F0-5703-9D4B-88FE-DB399EC06DE1}"/>
              </a:ext>
            </a:extLst>
          </p:cNvPr>
          <p:cNvSpPr>
            <a:spLocks noGrp="1"/>
          </p:cNvSpPr>
          <p:nvPr>
            <p:ph type="ctrTitle" hasCustomPrompt="1"/>
          </p:nvPr>
        </p:nvSpPr>
        <p:spPr>
          <a:xfrm>
            <a:off x="1042416" y="1812207"/>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dirty="0"/>
              <a:t>Click to edit Master title style, copy can go here on a few lines</a:t>
            </a:r>
          </a:p>
        </p:txBody>
      </p:sp>
      <p:pic>
        <p:nvPicPr>
          <p:cNvPr id="9" name="Picture 5">
            <a:extLst>
              <a:ext uri="{FF2B5EF4-FFF2-40B4-BE49-F238E27FC236}">
                <a16:creationId xmlns:a16="http://schemas.microsoft.com/office/drawing/2014/main" id="{60840CD1-0279-BD46-8F25-1989D92D0337}"/>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D54D227-27D9-8D0B-5823-2759C913F812}"/>
              </a:ext>
            </a:extLst>
          </p:cNvPr>
          <p:cNvPicPr>
            <a:picLocks noChangeAspect="1"/>
          </p:cNvPicPr>
          <p:nvPr userDrawn="1"/>
        </p:nvPicPr>
        <p:blipFill>
          <a:blip r:embed="rId7">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2173099838"/>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riple divide - gradient 1">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7729644-34C5-1543-86E0-550EBEFDAD2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5012" t="20936" r="6388" b="390"/>
          <a:stretch/>
        </p:blipFill>
        <p:spPr>
          <a:xfrm>
            <a:off x="11575" y="0"/>
            <a:ext cx="12180425" cy="6858000"/>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pic>
        <p:nvPicPr>
          <p:cNvPr id="8" name="Picture 8">
            <a:extLst>
              <a:ext uri="{FF2B5EF4-FFF2-40B4-BE49-F238E27FC236}">
                <a16:creationId xmlns:a16="http://schemas.microsoft.com/office/drawing/2014/main" id="{E2C8F4C0-B128-9B4A-A493-3A158A484A83}"/>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F1C83AEF-A41E-F3A5-41A0-A34DD19D6D7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354847804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riple divide - gradient 2">
    <p:bg>
      <p:bgRef idx="1001">
        <a:schemeClr val="bg2"/>
      </p:bgRef>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B358EE7-FC7D-E843-AF2C-8D996FE3471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4690" t="21108" r="6420"/>
          <a:stretch/>
        </p:blipFill>
        <p:spPr>
          <a:xfrm>
            <a:off x="0" y="0"/>
            <a:ext cx="12192000" cy="6858000"/>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pic>
        <p:nvPicPr>
          <p:cNvPr id="6" name="Picture 8">
            <a:extLst>
              <a:ext uri="{FF2B5EF4-FFF2-40B4-BE49-F238E27FC236}">
                <a16:creationId xmlns:a16="http://schemas.microsoft.com/office/drawing/2014/main" id="{BEC0577B-E1A3-BB47-B7CB-EBF6A2B0F9A6}"/>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A8937E25-B6F8-1610-09E3-7DE75BDF045B}"/>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1260293168"/>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riple divide - gradient 3">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FFA9B71-FDBF-F042-A42A-6CCE1794029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6053" t="22108" r="6545" b="-1"/>
          <a:stretch/>
        </p:blipFill>
        <p:spPr>
          <a:xfrm>
            <a:off x="11575" y="0"/>
            <a:ext cx="12192000" cy="6872467"/>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pic>
        <p:nvPicPr>
          <p:cNvPr id="7" name="Picture 5">
            <a:extLst>
              <a:ext uri="{FF2B5EF4-FFF2-40B4-BE49-F238E27FC236}">
                <a16:creationId xmlns:a16="http://schemas.microsoft.com/office/drawing/2014/main" id="{79CCFE82-B8A6-BC48-80D3-A5EA4ECAAEEA}"/>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CD0C7B6A-8FDF-17C6-8EC9-542EE49909DE}"/>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3644286076"/>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asic title and content - ligh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0"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pic>
        <p:nvPicPr>
          <p:cNvPr id="9" name="Picture 5">
            <a:extLst>
              <a:ext uri="{FF2B5EF4-FFF2-40B4-BE49-F238E27FC236}">
                <a16:creationId xmlns:a16="http://schemas.microsoft.com/office/drawing/2014/main" id="{45599541-E568-D346-8D2A-006A8CA8D6F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DE92A29E-8145-764B-AB9A-2902135D2835}"/>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1114743664"/>
      </p:ext>
    </p:extLst>
  </p:cSld>
  <p:clrMapOvr>
    <a:masterClrMapping/>
  </p:clrMapOvr>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asic title and content - dark">
    <p:bg>
      <p:bgRef idx="1001">
        <a:schemeClr val="bg2"/>
      </p:bgRef>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0"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pic>
        <p:nvPicPr>
          <p:cNvPr id="8" name="Picture 8">
            <a:extLst>
              <a:ext uri="{FF2B5EF4-FFF2-40B4-BE49-F238E27FC236}">
                <a16:creationId xmlns:a16="http://schemas.microsoft.com/office/drawing/2014/main" id="{E2DC75C7-77A7-FD4D-BCC3-F341910731A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3" name="Picture 2">
            <a:extLst>
              <a:ext uri="{FF2B5EF4-FFF2-40B4-BE49-F238E27FC236}">
                <a16:creationId xmlns:a16="http://schemas.microsoft.com/office/drawing/2014/main" id="{94DA4B1F-E5E3-9D31-C3C9-A07A6E13BFAB}"/>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152610544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uper head, sub head, footnote - ligh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0"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4" name="Text Placeholder 2">
            <a:extLst>
              <a:ext uri="{FF2B5EF4-FFF2-40B4-BE49-F238E27FC236}">
                <a16:creationId xmlns:a16="http://schemas.microsoft.com/office/drawing/2014/main" id="{CF304BD6-DACB-8C40-8FF9-7D9AD2276F41}"/>
              </a:ext>
            </a:extLst>
          </p:cNvPr>
          <p:cNvSpPr>
            <a:spLocks noGrp="1"/>
          </p:cNvSpPr>
          <p:nvPr>
            <p:ph type="body" idx="19" hasCustomPrompt="1"/>
          </p:nvPr>
        </p:nvSpPr>
        <p:spPr>
          <a:xfrm>
            <a:off x="457200" y="992028"/>
            <a:ext cx="10808207" cy="461068"/>
          </a:xfrm>
          <a:prstGeom prst="rect">
            <a:avLst/>
          </a:prstGeom>
        </p:spPr>
        <p:txBody>
          <a:bodyPr anchor="t" anchorCtr="0"/>
          <a:lstStyle>
            <a:lvl1pPr marL="0" indent="0">
              <a:lnSpc>
                <a:spcPct val="100000"/>
              </a:lnSpc>
              <a:buNone/>
              <a:defRPr sz="180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subhead</a:t>
            </a:r>
          </a:p>
        </p:txBody>
      </p:sp>
      <p:sp>
        <p:nvSpPr>
          <p:cNvPr id="9" name="Text Placeholder 3">
            <a:extLst>
              <a:ext uri="{FF2B5EF4-FFF2-40B4-BE49-F238E27FC236}">
                <a16:creationId xmlns:a16="http://schemas.microsoft.com/office/drawing/2014/main" id="{85BFD73C-FDB7-EA40-835B-AC533361A9D3}"/>
              </a:ext>
            </a:extLst>
          </p:cNvPr>
          <p:cNvSpPr>
            <a:spLocks noGrp="1"/>
          </p:cNvSpPr>
          <p:nvPr>
            <p:ph type="body" sz="quarter" idx="18"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sp>
        <p:nvSpPr>
          <p:cNvPr id="13" name="Text Placeholder 2">
            <a:extLst>
              <a:ext uri="{FF2B5EF4-FFF2-40B4-BE49-F238E27FC236}">
                <a16:creationId xmlns:a16="http://schemas.microsoft.com/office/drawing/2014/main" id="{0ADE5300-D6EE-B945-A3F3-F094244958A0}"/>
              </a:ext>
            </a:extLst>
          </p:cNvPr>
          <p:cNvSpPr>
            <a:spLocks noGrp="1"/>
          </p:cNvSpPr>
          <p:nvPr>
            <p:ph type="body" idx="20" hasCustomPrompt="1"/>
          </p:nvPr>
        </p:nvSpPr>
        <p:spPr>
          <a:xfrm>
            <a:off x="457200" y="310896"/>
            <a:ext cx="10820400" cy="228600"/>
          </a:xfrm>
          <a:prstGeom prst="rect">
            <a:avLst/>
          </a:prstGeom>
        </p:spPr>
        <p:txBody>
          <a:bodyPr anchor="t" anchorCtr="0"/>
          <a:lstStyle>
            <a:lvl1pPr marL="0" indent="0">
              <a:lnSpc>
                <a:spcPct val="100000"/>
              </a:lnSpc>
              <a:buNone/>
              <a:tabLst/>
              <a:defRPr sz="105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super head</a:t>
            </a:r>
          </a:p>
        </p:txBody>
      </p:sp>
      <p:pic>
        <p:nvPicPr>
          <p:cNvPr id="10" name="Picture 5">
            <a:extLst>
              <a:ext uri="{FF2B5EF4-FFF2-40B4-BE49-F238E27FC236}">
                <a16:creationId xmlns:a16="http://schemas.microsoft.com/office/drawing/2014/main" id="{683D89A3-7746-6A4C-A4B4-55083AFF42B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2B790A18-D092-4631-6908-E29DFC1A7138}"/>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4254062397"/>
      </p:ext>
    </p:extLst>
  </p:cSld>
  <p:clrMapOvr>
    <a:masterClrMapping/>
  </p:clrMapOvr>
  <p:extLst>
    <p:ext uri="{DCECCB84-F9BA-43D5-87BE-67443E8EF086}">
      <p15:sldGuideLst xmlns:p15="http://schemas.microsoft.com/office/powerpoint/2012/main">
        <p15:guide id="2" orient="horz" pos="3569">
          <p15:clr>
            <a:srgbClr val="FBAE40"/>
          </p15:clr>
        </p15:guide>
        <p15:guide id="3" orient="horz" pos="960" userDrawn="1">
          <p15:clr>
            <a:srgbClr val="FBAE40"/>
          </p15:clr>
        </p15:guide>
        <p15:guide id="4" pos="7104"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uper head, sub head, footnote - dark">
    <p:bg>
      <p:bgRef idx="1001">
        <a:schemeClr val="bg1"/>
      </p:bgRef>
    </p:bg>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85BFD73C-FDB7-EA40-835B-AC533361A9D3}"/>
              </a:ext>
            </a:extLst>
          </p:cNvPr>
          <p:cNvSpPr>
            <a:spLocks noGrp="1"/>
          </p:cNvSpPr>
          <p:nvPr>
            <p:ph type="body" sz="quarter" idx="18"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sp>
        <p:nvSpPr>
          <p:cNvPr id="16" name="Title 1">
            <a:extLst>
              <a:ext uri="{FF2B5EF4-FFF2-40B4-BE49-F238E27FC236}">
                <a16:creationId xmlns:a16="http://schemas.microsoft.com/office/drawing/2014/main" id="{A94C77B6-AAD6-F647-8C6E-86BBA9A120F1}"/>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4" name="Text Placeholder 2">
            <a:extLst>
              <a:ext uri="{FF2B5EF4-FFF2-40B4-BE49-F238E27FC236}">
                <a16:creationId xmlns:a16="http://schemas.microsoft.com/office/drawing/2014/main" id="{2956CCA1-9C74-CA46-A5B7-7587CB64531B}"/>
              </a:ext>
            </a:extLst>
          </p:cNvPr>
          <p:cNvSpPr>
            <a:spLocks noGrp="1"/>
          </p:cNvSpPr>
          <p:nvPr>
            <p:ph type="body" idx="19" hasCustomPrompt="1"/>
          </p:nvPr>
        </p:nvSpPr>
        <p:spPr>
          <a:xfrm>
            <a:off x="457200" y="992028"/>
            <a:ext cx="10808207" cy="461068"/>
          </a:xfrm>
          <a:prstGeom prst="rect">
            <a:avLst/>
          </a:prstGeom>
        </p:spPr>
        <p:txBody>
          <a:bodyPr anchor="t" anchorCtr="0"/>
          <a:lstStyle>
            <a:lvl1pPr marL="0" indent="0">
              <a:lnSpc>
                <a:spcPct val="100000"/>
              </a:lnSpc>
              <a:buNone/>
              <a:defRPr sz="180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subhead</a:t>
            </a:r>
          </a:p>
        </p:txBody>
      </p:sp>
      <p:sp>
        <p:nvSpPr>
          <p:cNvPr id="15" name="Content Placeholder 4">
            <a:extLst>
              <a:ext uri="{FF2B5EF4-FFF2-40B4-BE49-F238E27FC236}">
                <a16:creationId xmlns:a16="http://schemas.microsoft.com/office/drawing/2014/main" id="{C2AE54E8-458B-5C4F-B54B-1C227C4EA635}"/>
              </a:ext>
            </a:extLst>
          </p:cNvPr>
          <p:cNvSpPr>
            <a:spLocks noGrp="1"/>
          </p:cNvSpPr>
          <p:nvPr>
            <p:ph sz="quarter" idx="21"/>
          </p:nvPr>
        </p:nvSpPr>
        <p:spPr>
          <a:xfrm>
            <a:off x="457200"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
            <a:extLst>
              <a:ext uri="{FF2B5EF4-FFF2-40B4-BE49-F238E27FC236}">
                <a16:creationId xmlns:a16="http://schemas.microsoft.com/office/drawing/2014/main" id="{826FEF70-CE92-7B4E-BF8A-A311E29D33D1}"/>
              </a:ext>
            </a:extLst>
          </p:cNvPr>
          <p:cNvSpPr>
            <a:spLocks noGrp="1"/>
          </p:cNvSpPr>
          <p:nvPr>
            <p:ph type="body" idx="20" hasCustomPrompt="1"/>
          </p:nvPr>
        </p:nvSpPr>
        <p:spPr>
          <a:xfrm>
            <a:off x="457200" y="310896"/>
            <a:ext cx="10820400" cy="228600"/>
          </a:xfrm>
          <a:prstGeom prst="rect">
            <a:avLst/>
          </a:prstGeom>
        </p:spPr>
        <p:txBody>
          <a:bodyPr anchor="t" anchorCtr="0"/>
          <a:lstStyle>
            <a:lvl1pPr marL="0" indent="0">
              <a:lnSpc>
                <a:spcPct val="100000"/>
              </a:lnSpc>
              <a:buNone/>
              <a:defRPr sz="105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super head</a:t>
            </a:r>
          </a:p>
        </p:txBody>
      </p:sp>
      <p:pic>
        <p:nvPicPr>
          <p:cNvPr id="10" name="Picture 8">
            <a:extLst>
              <a:ext uri="{FF2B5EF4-FFF2-40B4-BE49-F238E27FC236}">
                <a16:creationId xmlns:a16="http://schemas.microsoft.com/office/drawing/2014/main" id="{E3B7DA40-15F3-AF49-ABF8-C4C1FBC131DB}"/>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0A2B2312-B937-FFA8-EE1D-40CB7258FB3E}"/>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393014011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lumn - light">
    <p:spTree>
      <p:nvGrpSpPr>
        <p:cNvPr id="1" name=""/>
        <p:cNvGrpSpPr/>
        <p:nvPr/>
      </p:nvGrpSpPr>
      <p:grpSpPr>
        <a:xfrm>
          <a:off x="0" y="0"/>
          <a:ext cx="0" cy="0"/>
          <a:chOff x="0" y="0"/>
          <a:chExt cx="0" cy="0"/>
        </a:xfrm>
      </p:grpSpPr>
      <p:sp>
        <p:nvSpPr>
          <p:cNvPr id="16" name="Text Placeholder 3">
            <a:extLst>
              <a:ext uri="{FF2B5EF4-FFF2-40B4-BE49-F238E27FC236}">
                <a16:creationId xmlns:a16="http://schemas.microsoft.com/office/drawing/2014/main" id="{190BDC89-ADC1-D243-9AED-87C420EB13D4}"/>
              </a:ext>
            </a:extLst>
          </p:cNvPr>
          <p:cNvSpPr>
            <a:spLocks noGrp="1"/>
          </p:cNvSpPr>
          <p:nvPr>
            <p:ph type="body" sz="quarter" idx="19"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18" name="Footer Placeholder 4">
            <a:extLst>
              <a:ext uri="{FF2B5EF4-FFF2-40B4-BE49-F238E27FC236}">
                <a16:creationId xmlns:a16="http://schemas.microsoft.com/office/drawing/2014/main" id="{5C3714E0-F154-3C48-95D7-D6542B9043EF}"/>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19" name="Slide Number Placeholder 5">
            <a:extLst>
              <a:ext uri="{FF2B5EF4-FFF2-40B4-BE49-F238E27FC236}">
                <a16:creationId xmlns:a16="http://schemas.microsoft.com/office/drawing/2014/main" id="{7A55FE01-A547-E549-9FD2-968ECC91D033}"/>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sp>
        <p:nvSpPr>
          <p:cNvPr id="20" name="Title 1">
            <a:extLst>
              <a:ext uri="{FF2B5EF4-FFF2-40B4-BE49-F238E27FC236}">
                <a16:creationId xmlns:a16="http://schemas.microsoft.com/office/drawing/2014/main" id="{BE086D4D-AE0E-994F-85B0-5741E544EE6A}"/>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2" name="Text Placeholder 5">
            <a:extLst>
              <a:ext uri="{FF2B5EF4-FFF2-40B4-BE49-F238E27FC236}">
                <a16:creationId xmlns:a16="http://schemas.microsoft.com/office/drawing/2014/main" id="{2DF8DBFC-CC24-C840-A172-2ADB2181C537}"/>
              </a:ext>
            </a:extLst>
          </p:cNvPr>
          <p:cNvSpPr>
            <a:spLocks noGrp="1"/>
          </p:cNvSpPr>
          <p:nvPr>
            <p:ph type="body" sz="quarter" idx="32"/>
          </p:nvPr>
        </p:nvSpPr>
        <p:spPr>
          <a:xfrm>
            <a:off x="452438" y="1196975"/>
            <a:ext cx="5303520" cy="282575"/>
          </a:xfrm>
        </p:spPr>
        <p:txBody>
          <a:bodyPr/>
          <a:lstStyle>
            <a:lvl1pPr>
              <a:defRPr sz="1800">
                <a:solidFill>
                  <a:schemeClr val="accent3"/>
                </a:solidFill>
              </a:defRPr>
            </a:lvl1pPr>
          </a:lstStyle>
          <a:p>
            <a:pPr lvl="0"/>
            <a:r>
              <a:rPr lang="en-US"/>
              <a:t>Click to edit Master text styles</a:t>
            </a:r>
          </a:p>
        </p:txBody>
      </p:sp>
      <p:sp>
        <p:nvSpPr>
          <p:cNvPr id="13" name="Content Placeholder 7">
            <a:extLst>
              <a:ext uri="{FF2B5EF4-FFF2-40B4-BE49-F238E27FC236}">
                <a16:creationId xmlns:a16="http://schemas.microsoft.com/office/drawing/2014/main" id="{2BBEF564-80F0-B040-A31B-AA3B0FBC4213}"/>
              </a:ext>
            </a:extLst>
          </p:cNvPr>
          <p:cNvSpPr>
            <a:spLocks noGrp="1"/>
          </p:cNvSpPr>
          <p:nvPr>
            <p:ph sz="quarter" idx="35"/>
          </p:nvPr>
        </p:nvSpPr>
        <p:spPr>
          <a:xfrm>
            <a:off x="452438" y="1735922"/>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14" name="Text Placeholder 5">
            <a:extLst>
              <a:ext uri="{FF2B5EF4-FFF2-40B4-BE49-F238E27FC236}">
                <a16:creationId xmlns:a16="http://schemas.microsoft.com/office/drawing/2014/main" id="{232F8A43-7E6E-F046-A12E-FBBAC25FF2CC}"/>
              </a:ext>
            </a:extLst>
          </p:cNvPr>
          <p:cNvSpPr>
            <a:spLocks noGrp="1"/>
          </p:cNvSpPr>
          <p:nvPr>
            <p:ph type="body" sz="quarter" idx="36"/>
          </p:nvPr>
        </p:nvSpPr>
        <p:spPr>
          <a:xfrm>
            <a:off x="6320785" y="1196975"/>
            <a:ext cx="5303520" cy="282575"/>
          </a:xfrm>
        </p:spPr>
        <p:txBody>
          <a:bodyPr/>
          <a:lstStyle>
            <a:lvl1pPr>
              <a:defRPr sz="1800">
                <a:solidFill>
                  <a:schemeClr val="accent3"/>
                </a:solidFill>
              </a:defRPr>
            </a:lvl1pPr>
          </a:lstStyle>
          <a:p>
            <a:pPr lvl="0"/>
            <a:r>
              <a:rPr lang="en-US"/>
              <a:t>Click to edit Master text styles</a:t>
            </a:r>
          </a:p>
        </p:txBody>
      </p:sp>
      <p:sp>
        <p:nvSpPr>
          <p:cNvPr id="15" name="Content Placeholder 7">
            <a:extLst>
              <a:ext uri="{FF2B5EF4-FFF2-40B4-BE49-F238E27FC236}">
                <a16:creationId xmlns:a16="http://schemas.microsoft.com/office/drawing/2014/main" id="{6CA39281-9128-1E40-98C0-AFBF3E85E862}"/>
              </a:ext>
            </a:extLst>
          </p:cNvPr>
          <p:cNvSpPr>
            <a:spLocks noGrp="1"/>
          </p:cNvSpPr>
          <p:nvPr>
            <p:ph sz="quarter" idx="37"/>
          </p:nvPr>
        </p:nvSpPr>
        <p:spPr>
          <a:xfrm>
            <a:off x="6320785" y="1735922"/>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pic>
        <p:nvPicPr>
          <p:cNvPr id="17" name="Picture 5">
            <a:extLst>
              <a:ext uri="{FF2B5EF4-FFF2-40B4-BE49-F238E27FC236}">
                <a16:creationId xmlns:a16="http://schemas.microsoft.com/office/drawing/2014/main" id="{C7A3CB3C-2056-274C-89F4-0A44817545F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0624BF2-1391-627C-C6F6-CD47F64D946C}"/>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39516940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lumn - dark">
    <p:bg>
      <p:bgRef idx="1001">
        <a:schemeClr val="bg2"/>
      </p:bgRef>
    </p:bg>
    <p:spTree>
      <p:nvGrpSpPr>
        <p:cNvPr id="1" name=""/>
        <p:cNvGrpSpPr/>
        <p:nvPr/>
      </p:nvGrpSpPr>
      <p:grpSpPr>
        <a:xfrm>
          <a:off x="0" y="0"/>
          <a:ext cx="0" cy="0"/>
          <a:chOff x="0" y="0"/>
          <a:chExt cx="0" cy="0"/>
        </a:xfrm>
      </p:grpSpPr>
      <p:sp>
        <p:nvSpPr>
          <p:cNvPr id="16" name="Text Placeholder 3">
            <a:extLst>
              <a:ext uri="{FF2B5EF4-FFF2-40B4-BE49-F238E27FC236}">
                <a16:creationId xmlns:a16="http://schemas.microsoft.com/office/drawing/2014/main" id="{D9E70566-7047-D64B-9961-EFB6CDB88A3E}"/>
              </a:ext>
            </a:extLst>
          </p:cNvPr>
          <p:cNvSpPr>
            <a:spLocks noGrp="1"/>
          </p:cNvSpPr>
          <p:nvPr>
            <p:ph type="body" sz="quarter" idx="19"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17" name="Footer Placeholder 4">
            <a:extLst>
              <a:ext uri="{FF2B5EF4-FFF2-40B4-BE49-F238E27FC236}">
                <a16:creationId xmlns:a16="http://schemas.microsoft.com/office/drawing/2014/main" id="{3ADBAC61-71BD-0849-BABA-F53A3F1FDC69}"/>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dirty="0"/>
              <a:t>© 2023 Cognizant</a:t>
            </a:r>
          </a:p>
        </p:txBody>
      </p:sp>
      <p:sp>
        <p:nvSpPr>
          <p:cNvPr id="18" name="Slide Number Placeholder 5">
            <a:extLst>
              <a:ext uri="{FF2B5EF4-FFF2-40B4-BE49-F238E27FC236}">
                <a16:creationId xmlns:a16="http://schemas.microsoft.com/office/drawing/2014/main" id="{6A653587-D29A-1341-89BA-BB7AEE6A414D}"/>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2"/>
                </a:solidFill>
              </a:defRPr>
            </a:lvl1pPr>
          </a:lstStyle>
          <a:p>
            <a:fld id="{C53E075B-3175-45CF-B3C7-FEDF3F5961E3}" type="slidenum">
              <a:rPr lang="en-US" smtClean="0"/>
              <a:pPr/>
              <a:t>‹#›</a:t>
            </a:fld>
            <a:endParaRPr lang="en-US" dirty="0"/>
          </a:p>
        </p:txBody>
      </p:sp>
      <p:sp>
        <p:nvSpPr>
          <p:cNvPr id="19" name="Text Placeholder 5">
            <a:extLst>
              <a:ext uri="{FF2B5EF4-FFF2-40B4-BE49-F238E27FC236}">
                <a16:creationId xmlns:a16="http://schemas.microsoft.com/office/drawing/2014/main" id="{A1F0EA97-1AA1-1341-80BB-592FE5E616D8}"/>
              </a:ext>
            </a:extLst>
          </p:cNvPr>
          <p:cNvSpPr>
            <a:spLocks noGrp="1"/>
          </p:cNvSpPr>
          <p:nvPr>
            <p:ph type="body" sz="quarter" idx="32"/>
          </p:nvPr>
        </p:nvSpPr>
        <p:spPr>
          <a:xfrm>
            <a:off x="452438" y="1196975"/>
            <a:ext cx="5303520" cy="282575"/>
          </a:xfrm>
        </p:spPr>
        <p:txBody>
          <a:bodyPr/>
          <a:lstStyle>
            <a:lvl1pPr>
              <a:defRPr sz="1800">
                <a:solidFill>
                  <a:schemeClr val="accent4"/>
                </a:solidFill>
              </a:defRPr>
            </a:lvl1pPr>
          </a:lstStyle>
          <a:p>
            <a:pPr lvl="0"/>
            <a:r>
              <a:rPr lang="en-US"/>
              <a:t>Click to edit Master text styles</a:t>
            </a:r>
          </a:p>
        </p:txBody>
      </p:sp>
      <p:sp>
        <p:nvSpPr>
          <p:cNvPr id="20" name="Content Placeholder 7">
            <a:extLst>
              <a:ext uri="{FF2B5EF4-FFF2-40B4-BE49-F238E27FC236}">
                <a16:creationId xmlns:a16="http://schemas.microsoft.com/office/drawing/2014/main" id="{A0C71924-9F4E-3D4E-B81F-F7A8CE935DA9}"/>
              </a:ext>
            </a:extLst>
          </p:cNvPr>
          <p:cNvSpPr>
            <a:spLocks noGrp="1"/>
          </p:cNvSpPr>
          <p:nvPr>
            <p:ph sz="quarter" idx="35"/>
          </p:nvPr>
        </p:nvSpPr>
        <p:spPr>
          <a:xfrm>
            <a:off x="452438" y="1735922"/>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21" name="Text Placeholder 5">
            <a:extLst>
              <a:ext uri="{FF2B5EF4-FFF2-40B4-BE49-F238E27FC236}">
                <a16:creationId xmlns:a16="http://schemas.microsoft.com/office/drawing/2014/main" id="{78D97226-1A88-034C-BCCD-7CA6ACB501D3}"/>
              </a:ext>
            </a:extLst>
          </p:cNvPr>
          <p:cNvSpPr>
            <a:spLocks noGrp="1"/>
          </p:cNvSpPr>
          <p:nvPr>
            <p:ph type="body" sz="quarter" idx="36"/>
          </p:nvPr>
        </p:nvSpPr>
        <p:spPr>
          <a:xfrm>
            <a:off x="6320785" y="1196975"/>
            <a:ext cx="5303520" cy="282575"/>
          </a:xfrm>
        </p:spPr>
        <p:txBody>
          <a:bodyPr/>
          <a:lstStyle>
            <a:lvl1pPr>
              <a:defRPr sz="1800">
                <a:solidFill>
                  <a:schemeClr val="accent4"/>
                </a:solidFill>
              </a:defRPr>
            </a:lvl1pPr>
          </a:lstStyle>
          <a:p>
            <a:pPr lvl="0"/>
            <a:r>
              <a:rPr lang="en-US"/>
              <a:t>Click to edit Master text styles</a:t>
            </a:r>
          </a:p>
        </p:txBody>
      </p:sp>
      <p:sp>
        <p:nvSpPr>
          <p:cNvPr id="22" name="Content Placeholder 7">
            <a:extLst>
              <a:ext uri="{FF2B5EF4-FFF2-40B4-BE49-F238E27FC236}">
                <a16:creationId xmlns:a16="http://schemas.microsoft.com/office/drawing/2014/main" id="{28753D18-DAA3-2541-B7C8-EAFA3C04B51F}"/>
              </a:ext>
            </a:extLst>
          </p:cNvPr>
          <p:cNvSpPr>
            <a:spLocks noGrp="1"/>
          </p:cNvSpPr>
          <p:nvPr>
            <p:ph sz="quarter" idx="37"/>
          </p:nvPr>
        </p:nvSpPr>
        <p:spPr>
          <a:xfrm>
            <a:off x="6320785" y="1735922"/>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23" name="Title 1">
            <a:extLst>
              <a:ext uri="{FF2B5EF4-FFF2-40B4-BE49-F238E27FC236}">
                <a16:creationId xmlns:a16="http://schemas.microsoft.com/office/drawing/2014/main" id="{E70B703B-567D-6247-BF28-0C6DF81B40D5}"/>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12" name="Picture 8">
            <a:extLst>
              <a:ext uri="{FF2B5EF4-FFF2-40B4-BE49-F238E27FC236}">
                <a16:creationId xmlns:a16="http://schemas.microsoft.com/office/drawing/2014/main" id="{60F2FF91-370F-4D44-9FCE-DB1EE37D91B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193C8674-C1AF-A1B3-6E27-58A5E03C1116}"/>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828119474"/>
      </p:ext>
    </p:extLst>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hree column - light">
    <p:spTree>
      <p:nvGrpSpPr>
        <p:cNvPr id="1" name=""/>
        <p:cNvGrpSpPr/>
        <p:nvPr/>
      </p:nvGrpSpPr>
      <p:grpSpPr>
        <a:xfrm>
          <a:off x="0" y="0"/>
          <a:ext cx="0" cy="0"/>
          <a:chOff x="0" y="0"/>
          <a:chExt cx="0" cy="0"/>
        </a:xfrm>
      </p:grpSpPr>
      <p:sp>
        <p:nvSpPr>
          <p:cNvPr id="21" name="Text Placeholder 3">
            <a:extLst>
              <a:ext uri="{FF2B5EF4-FFF2-40B4-BE49-F238E27FC236}">
                <a16:creationId xmlns:a16="http://schemas.microsoft.com/office/drawing/2014/main" id="{139B634F-63D6-AE4A-BB13-52915F0F9798}"/>
              </a:ext>
            </a:extLst>
          </p:cNvPr>
          <p:cNvSpPr>
            <a:spLocks noGrp="1"/>
          </p:cNvSpPr>
          <p:nvPr>
            <p:ph type="body" sz="quarter" idx="28"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23" name="Footer Placeholder 4">
            <a:extLst>
              <a:ext uri="{FF2B5EF4-FFF2-40B4-BE49-F238E27FC236}">
                <a16:creationId xmlns:a16="http://schemas.microsoft.com/office/drawing/2014/main" id="{1087389A-339D-0442-91DB-A46772F46D9A}"/>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24" name="Slide Number Placeholder 5">
            <a:extLst>
              <a:ext uri="{FF2B5EF4-FFF2-40B4-BE49-F238E27FC236}">
                <a16:creationId xmlns:a16="http://schemas.microsoft.com/office/drawing/2014/main" id="{A6AC27B3-FDC8-3841-852E-B0B40C456D43}"/>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sp>
        <p:nvSpPr>
          <p:cNvPr id="6" name="Text Placeholder 5">
            <a:extLst>
              <a:ext uri="{FF2B5EF4-FFF2-40B4-BE49-F238E27FC236}">
                <a16:creationId xmlns:a16="http://schemas.microsoft.com/office/drawing/2014/main" id="{CBC21A71-6B64-1E44-BC9B-0AE8D397D7B8}"/>
              </a:ext>
            </a:extLst>
          </p:cNvPr>
          <p:cNvSpPr>
            <a:spLocks noGrp="1"/>
          </p:cNvSpPr>
          <p:nvPr>
            <p:ph type="body" sz="quarter" idx="32"/>
          </p:nvPr>
        </p:nvSpPr>
        <p:spPr>
          <a:xfrm>
            <a:off x="452438" y="1196975"/>
            <a:ext cx="3506787" cy="282575"/>
          </a:xfrm>
        </p:spPr>
        <p:txBody>
          <a:bodyPr/>
          <a:lstStyle>
            <a:lvl1pPr>
              <a:defRPr sz="1800">
                <a:solidFill>
                  <a:schemeClr val="accent3"/>
                </a:solidFill>
              </a:defRPr>
            </a:lvl1pPr>
          </a:lstStyle>
          <a:p>
            <a:pPr lvl="0"/>
            <a:r>
              <a:rPr lang="en-US"/>
              <a:t>Click to edit Master text styles</a:t>
            </a:r>
          </a:p>
        </p:txBody>
      </p:sp>
      <p:sp>
        <p:nvSpPr>
          <p:cNvPr id="36" name="Text Placeholder 5">
            <a:extLst>
              <a:ext uri="{FF2B5EF4-FFF2-40B4-BE49-F238E27FC236}">
                <a16:creationId xmlns:a16="http://schemas.microsoft.com/office/drawing/2014/main" id="{F53A67F1-7066-FB44-9D0C-6995B4DC5491}"/>
              </a:ext>
            </a:extLst>
          </p:cNvPr>
          <p:cNvSpPr>
            <a:spLocks noGrp="1"/>
          </p:cNvSpPr>
          <p:nvPr>
            <p:ph type="body" sz="quarter" idx="33"/>
          </p:nvPr>
        </p:nvSpPr>
        <p:spPr>
          <a:xfrm>
            <a:off x="4325191" y="1196975"/>
            <a:ext cx="3506787" cy="282575"/>
          </a:xfrm>
        </p:spPr>
        <p:txBody>
          <a:bodyPr/>
          <a:lstStyle>
            <a:lvl1pPr>
              <a:defRPr sz="1800">
                <a:solidFill>
                  <a:schemeClr val="accent3"/>
                </a:solidFill>
              </a:defRPr>
            </a:lvl1pPr>
          </a:lstStyle>
          <a:p>
            <a:pPr lvl="0"/>
            <a:r>
              <a:rPr lang="en-US"/>
              <a:t>Click to edit Master text styles</a:t>
            </a:r>
          </a:p>
        </p:txBody>
      </p:sp>
      <p:sp>
        <p:nvSpPr>
          <p:cNvPr id="37" name="Text Placeholder 5">
            <a:extLst>
              <a:ext uri="{FF2B5EF4-FFF2-40B4-BE49-F238E27FC236}">
                <a16:creationId xmlns:a16="http://schemas.microsoft.com/office/drawing/2014/main" id="{551ACA07-E593-DB4D-B910-4AD039617F37}"/>
              </a:ext>
            </a:extLst>
          </p:cNvPr>
          <p:cNvSpPr>
            <a:spLocks noGrp="1"/>
          </p:cNvSpPr>
          <p:nvPr>
            <p:ph type="body" sz="quarter" idx="34"/>
          </p:nvPr>
        </p:nvSpPr>
        <p:spPr>
          <a:xfrm>
            <a:off x="8184497" y="1196975"/>
            <a:ext cx="3566109" cy="282575"/>
          </a:xfrm>
        </p:spPr>
        <p:txBody>
          <a:bodyPr/>
          <a:lstStyle>
            <a:lvl1pPr>
              <a:defRPr sz="1800">
                <a:solidFill>
                  <a:schemeClr val="accent3"/>
                </a:solidFill>
              </a:defRPr>
            </a:lvl1pPr>
          </a:lstStyle>
          <a:p>
            <a:pPr lvl="0"/>
            <a:r>
              <a:rPr lang="en-US"/>
              <a:t>Click to edit Master text styles</a:t>
            </a:r>
          </a:p>
        </p:txBody>
      </p:sp>
      <p:sp>
        <p:nvSpPr>
          <p:cNvPr id="8" name="Content Placeholder 7">
            <a:extLst>
              <a:ext uri="{FF2B5EF4-FFF2-40B4-BE49-F238E27FC236}">
                <a16:creationId xmlns:a16="http://schemas.microsoft.com/office/drawing/2014/main" id="{A837D7C2-629F-0E44-9665-50F1EE79C694}"/>
              </a:ext>
            </a:extLst>
          </p:cNvPr>
          <p:cNvSpPr>
            <a:spLocks noGrp="1"/>
          </p:cNvSpPr>
          <p:nvPr>
            <p:ph sz="quarter" idx="35"/>
          </p:nvPr>
        </p:nvSpPr>
        <p:spPr>
          <a:xfrm>
            <a:off x="452438" y="1735922"/>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Content Placeholder 7">
            <a:extLst>
              <a:ext uri="{FF2B5EF4-FFF2-40B4-BE49-F238E27FC236}">
                <a16:creationId xmlns:a16="http://schemas.microsoft.com/office/drawing/2014/main" id="{940EB5D9-35CF-A044-BFE3-B5F4FDDFF640}"/>
              </a:ext>
            </a:extLst>
          </p:cNvPr>
          <p:cNvSpPr>
            <a:spLocks noGrp="1"/>
          </p:cNvSpPr>
          <p:nvPr>
            <p:ph sz="quarter" idx="36"/>
          </p:nvPr>
        </p:nvSpPr>
        <p:spPr>
          <a:xfrm>
            <a:off x="4302544" y="1735922"/>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9" name="Content Placeholder 7">
            <a:extLst>
              <a:ext uri="{FF2B5EF4-FFF2-40B4-BE49-F238E27FC236}">
                <a16:creationId xmlns:a16="http://schemas.microsoft.com/office/drawing/2014/main" id="{2C5AB9DA-D745-3E49-B64B-3EAB32EE883E}"/>
              </a:ext>
            </a:extLst>
          </p:cNvPr>
          <p:cNvSpPr>
            <a:spLocks noGrp="1"/>
          </p:cNvSpPr>
          <p:nvPr>
            <p:ph sz="quarter" idx="37"/>
          </p:nvPr>
        </p:nvSpPr>
        <p:spPr>
          <a:xfrm>
            <a:off x="8168691" y="1735922"/>
            <a:ext cx="3566109"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0" name="Title 1">
            <a:extLst>
              <a:ext uri="{FF2B5EF4-FFF2-40B4-BE49-F238E27FC236}">
                <a16:creationId xmlns:a16="http://schemas.microsoft.com/office/drawing/2014/main" id="{DBB70A90-9508-EE46-AB86-2AAE73E4B0EF}"/>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14" name="Picture 5">
            <a:extLst>
              <a:ext uri="{FF2B5EF4-FFF2-40B4-BE49-F238E27FC236}">
                <a16:creationId xmlns:a16="http://schemas.microsoft.com/office/drawing/2014/main" id="{B424675C-9C4A-C443-B600-7A7E44BAE4B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17FD6643-4875-0CEB-4F64-5CCD5379180C}"/>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300285868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ree column - dark">
    <p:bg>
      <p:bgRef idx="1001">
        <a:schemeClr val="bg2"/>
      </p:bgRef>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8C9C8C99-BBA1-1042-9B2A-5F6540E4C26D}"/>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5" name="Text Placeholder 3">
            <a:extLst>
              <a:ext uri="{FF2B5EF4-FFF2-40B4-BE49-F238E27FC236}">
                <a16:creationId xmlns:a16="http://schemas.microsoft.com/office/drawing/2014/main" id="{DF026E43-B1CB-DF49-99F2-72C832AF0612}"/>
              </a:ext>
            </a:extLst>
          </p:cNvPr>
          <p:cNvSpPr>
            <a:spLocks noGrp="1"/>
          </p:cNvSpPr>
          <p:nvPr>
            <p:ph type="body" sz="quarter" idx="19"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16" name="Footer Placeholder 4">
            <a:extLst>
              <a:ext uri="{FF2B5EF4-FFF2-40B4-BE49-F238E27FC236}">
                <a16:creationId xmlns:a16="http://schemas.microsoft.com/office/drawing/2014/main" id="{A3D4CDA9-E747-F24B-BF43-E847D7B9F6A7}"/>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dirty="0"/>
              <a:t>© 2023 Cognizant</a:t>
            </a:r>
          </a:p>
        </p:txBody>
      </p:sp>
      <p:sp>
        <p:nvSpPr>
          <p:cNvPr id="17" name="Slide Number Placeholder 5">
            <a:extLst>
              <a:ext uri="{FF2B5EF4-FFF2-40B4-BE49-F238E27FC236}">
                <a16:creationId xmlns:a16="http://schemas.microsoft.com/office/drawing/2014/main" id="{435B7A51-6FA2-3D42-9456-A9A91A3A3E7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2"/>
                </a:solidFill>
              </a:defRPr>
            </a:lvl1pPr>
          </a:lstStyle>
          <a:p>
            <a:fld id="{C53E075B-3175-45CF-B3C7-FEDF3F5961E3}" type="slidenum">
              <a:rPr lang="en-US" smtClean="0"/>
              <a:pPr/>
              <a:t>‹#›</a:t>
            </a:fld>
            <a:endParaRPr lang="en-US" dirty="0"/>
          </a:p>
        </p:txBody>
      </p:sp>
      <p:sp>
        <p:nvSpPr>
          <p:cNvPr id="18" name="Text Placeholder 5">
            <a:extLst>
              <a:ext uri="{FF2B5EF4-FFF2-40B4-BE49-F238E27FC236}">
                <a16:creationId xmlns:a16="http://schemas.microsoft.com/office/drawing/2014/main" id="{08451B1B-01C3-1449-813A-CD9FC6599AC8}"/>
              </a:ext>
            </a:extLst>
          </p:cNvPr>
          <p:cNvSpPr>
            <a:spLocks noGrp="1"/>
          </p:cNvSpPr>
          <p:nvPr>
            <p:ph type="body" sz="quarter" idx="32"/>
          </p:nvPr>
        </p:nvSpPr>
        <p:spPr>
          <a:xfrm>
            <a:off x="452438" y="1196975"/>
            <a:ext cx="3506787" cy="282575"/>
          </a:xfrm>
        </p:spPr>
        <p:txBody>
          <a:bodyPr/>
          <a:lstStyle>
            <a:lvl1pPr>
              <a:defRPr sz="1800">
                <a:solidFill>
                  <a:schemeClr val="accent4"/>
                </a:solidFill>
              </a:defRPr>
            </a:lvl1pPr>
          </a:lstStyle>
          <a:p>
            <a:pPr lvl="0"/>
            <a:r>
              <a:rPr lang="en-US"/>
              <a:t>Click to edit Master text styles</a:t>
            </a:r>
          </a:p>
        </p:txBody>
      </p:sp>
      <p:sp>
        <p:nvSpPr>
          <p:cNvPr id="19" name="Text Placeholder 5">
            <a:extLst>
              <a:ext uri="{FF2B5EF4-FFF2-40B4-BE49-F238E27FC236}">
                <a16:creationId xmlns:a16="http://schemas.microsoft.com/office/drawing/2014/main" id="{77C68B81-4AC9-1A44-9B77-E3191081ADE2}"/>
              </a:ext>
            </a:extLst>
          </p:cNvPr>
          <p:cNvSpPr>
            <a:spLocks noGrp="1"/>
          </p:cNvSpPr>
          <p:nvPr>
            <p:ph type="body" sz="quarter" idx="33"/>
          </p:nvPr>
        </p:nvSpPr>
        <p:spPr>
          <a:xfrm>
            <a:off x="4325191" y="1196975"/>
            <a:ext cx="3506787" cy="282575"/>
          </a:xfrm>
        </p:spPr>
        <p:txBody>
          <a:bodyPr/>
          <a:lstStyle>
            <a:lvl1pPr>
              <a:defRPr sz="1800">
                <a:solidFill>
                  <a:schemeClr val="accent4"/>
                </a:solidFill>
              </a:defRPr>
            </a:lvl1pPr>
          </a:lstStyle>
          <a:p>
            <a:pPr lvl="0"/>
            <a:r>
              <a:rPr lang="en-US"/>
              <a:t>Click to edit Master text styles</a:t>
            </a:r>
          </a:p>
        </p:txBody>
      </p:sp>
      <p:sp>
        <p:nvSpPr>
          <p:cNvPr id="20" name="Text Placeholder 5">
            <a:extLst>
              <a:ext uri="{FF2B5EF4-FFF2-40B4-BE49-F238E27FC236}">
                <a16:creationId xmlns:a16="http://schemas.microsoft.com/office/drawing/2014/main" id="{DA2E6C06-39E7-9843-AC0D-3B2D34AA58BD}"/>
              </a:ext>
            </a:extLst>
          </p:cNvPr>
          <p:cNvSpPr>
            <a:spLocks noGrp="1"/>
          </p:cNvSpPr>
          <p:nvPr>
            <p:ph type="body" sz="quarter" idx="34"/>
          </p:nvPr>
        </p:nvSpPr>
        <p:spPr>
          <a:xfrm>
            <a:off x="8184497" y="1196975"/>
            <a:ext cx="3566109" cy="282575"/>
          </a:xfrm>
        </p:spPr>
        <p:txBody>
          <a:bodyPr/>
          <a:lstStyle>
            <a:lvl1pPr>
              <a:defRPr sz="1800">
                <a:solidFill>
                  <a:schemeClr val="accent4"/>
                </a:solidFill>
              </a:defRPr>
            </a:lvl1pPr>
          </a:lstStyle>
          <a:p>
            <a:pPr lvl="0"/>
            <a:r>
              <a:rPr lang="en-US"/>
              <a:t>Click to edit Master text styles</a:t>
            </a:r>
          </a:p>
        </p:txBody>
      </p:sp>
      <p:sp>
        <p:nvSpPr>
          <p:cNvPr id="21" name="Content Placeholder 7">
            <a:extLst>
              <a:ext uri="{FF2B5EF4-FFF2-40B4-BE49-F238E27FC236}">
                <a16:creationId xmlns:a16="http://schemas.microsoft.com/office/drawing/2014/main" id="{E3693DC4-D7E6-E146-B22E-E0477DDAD5D1}"/>
              </a:ext>
            </a:extLst>
          </p:cNvPr>
          <p:cNvSpPr>
            <a:spLocks noGrp="1"/>
          </p:cNvSpPr>
          <p:nvPr>
            <p:ph sz="quarter" idx="35"/>
          </p:nvPr>
        </p:nvSpPr>
        <p:spPr>
          <a:xfrm>
            <a:off x="452438" y="1735922"/>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Content Placeholder 7">
            <a:extLst>
              <a:ext uri="{FF2B5EF4-FFF2-40B4-BE49-F238E27FC236}">
                <a16:creationId xmlns:a16="http://schemas.microsoft.com/office/drawing/2014/main" id="{20443FBB-19EB-814F-8FF6-FBBA502C9222}"/>
              </a:ext>
            </a:extLst>
          </p:cNvPr>
          <p:cNvSpPr>
            <a:spLocks noGrp="1"/>
          </p:cNvSpPr>
          <p:nvPr>
            <p:ph sz="quarter" idx="36"/>
          </p:nvPr>
        </p:nvSpPr>
        <p:spPr>
          <a:xfrm>
            <a:off x="4302544" y="1735922"/>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Content Placeholder 7">
            <a:extLst>
              <a:ext uri="{FF2B5EF4-FFF2-40B4-BE49-F238E27FC236}">
                <a16:creationId xmlns:a16="http://schemas.microsoft.com/office/drawing/2014/main" id="{1D3FBD86-7238-0F4B-B980-24CD51457C8C}"/>
              </a:ext>
            </a:extLst>
          </p:cNvPr>
          <p:cNvSpPr>
            <a:spLocks noGrp="1"/>
          </p:cNvSpPr>
          <p:nvPr>
            <p:ph sz="quarter" idx="37"/>
          </p:nvPr>
        </p:nvSpPr>
        <p:spPr>
          <a:xfrm>
            <a:off x="8168691" y="1735922"/>
            <a:ext cx="3566109"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4" name="Picture 8">
            <a:extLst>
              <a:ext uri="{FF2B5EF4-FFF2-40B4-BE49-F238E27FC236}">
                <a16:creationId xmlns:a16="http://schemas.microsoft.com/office/drawing/2014/main" id="{4F8179E2-C4FC-B141-B84B-E2906198405D}"/>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0F28E9AF-345F-4ECD-43ED-788F2A5E540C}"/>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2676110493"/>
      </p:ext>
    </p:extLst>
  </p:cSld>
  <p:clrMapOvr>
    <a:overrideClrMapping bg1="dk1" tx1="lt1" bg2="dk2" tx2="lt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horizontal - light">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E62E9631-BF87-CC43-9BC1-A43B69D94A98}"/>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34" name="Text Placeholder 2">
            <a:extLst>
              <a:ext uri="{FF2B5EF4-FFF2-40B4-BE49-F238E27FC236}">
                <a16:creationId xmlns:a16="http://schemas.microsoft.com/office/drawing/2014/main" id="{6510728B-0127-8546-9FE8-8BCCB5AC1FE6}"/>
              </a:ext>
            </a:extLst>
          </p:cNvPr>
          <p:cNvSpPr>
            <a:spLocks noGrp="1"/>
          </p:cNvSpPr>
          <p:nvPr>
            <p:ph type="body" idx="1"/>
          </p:nvPr>
        </p:nvSpPr>
        <p:spPr>
          <a:xfrm>
            <a:off x="457200" y="1381601"/>
            <a:ext cx="2196623" cy="914400"/>
          </a:xfrm>
          <a:prstGeom prst="rect">
            <a:avLst/>
          </a:prstGeom>
        </p:spPr>
        <p:txBody>
          <a:bodyPr anchor="t" anchorCtr="0"/>
          <a:lstStyle>
            <a:lvl1pPr marL="0" indent="0">
              <a:lnSpc>
                <a:spcPct val="100000"/>
              </a:lnSpc>
              <a:buNone/>
              <a:defRPr sz="180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5" name="Content Placeholder 3">
            <a:extLst>
              <a:ext uri="{FF2B5EF4-FFF2-40B4-BE49-F238E27FC236}">
                <a16:creationId xmlns:a16="http://schemas.microsoft.com/office/drawing/2014/main" id="{366DF19B-DB23-C247-BFE2-C435F485744D}"/>
              </a:ext>
            </a:extLst>
          </p:cNvPr>
          <p:cNvSpPr>
            <a:spLocks noGrp="1"/>
          </p:cNvSpPr>
          <p:nvPr>
            <p:ph sz="half" idx="17"/>
          </p:nvPr>
        </p:nvSpPr>
        <p:spPr>
          <a:xfrm>
            <a:off x="3101007" y="1381601"/>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1" name="Text Placeholder 2">
            <a:extLst>
              <a:ext uri="{FF2B5EF4-FFF2-40B4-BE49-F238E27FC236}">
                <a16:creationId xmlns:a16="http://schemas.microsoft.com/office/drawing/2014/main" id="{ABA800D9-21A5-BC45-A7AD-D9E66E33A438}"/>
              </a:ext>
            </a:extLst>
          </p:cNvPr>
          <p:cNvSpPr>
            <a:spLocks noGrp="1"/>
          </p:cNvSpPr>
          <p:nvPr>
            <p:ph type="body" idx="18"/>
          </p:nvPr>
        </p:nvSpPr>
        <p:spPr>
          <a:xfrm>
            <a:off x="457200" y="2957417"/>
            <a:ext cx="2196623" cy="914400"/>
          </a:xfrm>
          <a:prstGeom prst="rect">
            <a:avLst/>
          </a:prstGeom>
        </p:spPr>
        <p:txBody>
          <a:bodyPr anchor="t" anchorCtr="0"/>
          <a:lstStyle>
            <a:lvl1pPr marL="0" indent="0">
              <a:lnSpc>
                <a:spcPct val="100000"/>
              </a:lnSpc>
              <a:buNone/>
              <a:defRPr sz="180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Content Placeholder 3">
            <a:extLst>
              <a:ext uri="{FF2B5EF4-FFF2-40B4-BE49-F238E27FC236}">
                <a16:creationId xmlns:a16="http://schemas.microsoft.com/office/drawing/2014/main" id="{A2E4FA9D-722A-1041-8940-4BAC99F095CE}"/>
              </a:ext>
            </a:extLst>
          </p:cNvPr>
          <p:cNvSpPr>
            <a:spLocks noGrp="1"/>
          </p:cNvSpPr>
          <p:nvPr>
            <p:ph sz="half" idx="19"/>
          </p:nvPr>
        </p:nvSpPr>
        <p:spPr>
          <a:xfrm>
            <a:off x="3101007" y="2957417"/>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3" name="Text Placeholder 2">
            <a:extLst>
              <a:ext uri="{FF2B5EF4-FFF2-40B4-BE49-F238E27FC236}">
                <a16:creationId xmlns:a16="http://schemas.microsoft.com/office/drawing/2014/main" id="{CAEAC40C-08DC-9E4B-BF9D-0537403A1709}"/>
              </a:ext>
            </a:extLst>
          </p:cNvPr>
          <p:cNvSpPr>
            <a:spLocks noGrp="1"/>
          </p:cNvSpPr>
          <p:nvPr>
            <p:ph type="body" idx="20"/>
          </p:nvPr>
        </p:nvSpPr>
        <p:spPr>
          <a:xfrm>
            <a:off x="457200" y="4557617"/>
            <a:ext cx="2196623" cy="914400"/>
          </a:xfrm>
          <a:prstGeom prst="rect">
            <a:avLst/>
          </a:prstGeom>
        </p:spPr>
        <p:txBody>
          <a:bodyPr anchor="t" anchorCtr="0"/>
          <a:lstStyle>
            <a:lvl1pPr marL="0" indent="0">
              <a:lnSpc>
                <a:spcPct val="100000"/>
              </a:lnSpc>
              <a:buNone/>
              <a:defRPr sz="180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4" name="Content Placeholder 3">
            <a:extLst>
              <a:ext uri="{FF2B5EF4-FFF2-40B4-BE49-F238E27FC236}">
                <a16:creationId xmlns:a16="http://schemas.microsoft.com/office/drawing/2014/main" id="{58042D4F-D138-E049-922E-AA8BC9030203}"/>
              </a:ext>
            </a:extLst>
          </p:cNvPr>
          <p:cNvSpPr>
            <a:spLocks noGrp="1"/>
          </p:cNvSpPr>
          <p:nvPr>
            <p:ph sz="half" idx="21"/>
          </p:nvPr>
        </p:nvSpPr>
        <p:spPr>
          <a:xfrm>
            <a:off x="3101007" y="4557617"/>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5" name="Text Placeholder 3">
            <a:extLst>
              <a:ext uri="{FF2B5EF4-FFF2-40B4-BE49-F238E27FC236}">
                <a16:creationId xmlns:a16="http://schemas.microsoft.com/office/drawing/2014/main" id="{8D370DCE-4758-DD4D-971B-63A5A524A1B6}"/>
              </a:ext>
            </a:extLst>
          </p:cNvPr>
          <p:cNvSpPr>
            <a:spLocks noGrp="1"/>
          </p:cNvSpPr>
          <p:nvPr>
            <p:ph type="body" sz="quarter" idx="28"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47" name="Footer Placeholder 4">
            <a:extLst>
              <a:ext uri="{FF2B5EF4-FFF2-40B4-BE49-F238E27FC236}">
                <a16:creationId xmlns:a16="http://schemas.microsoft.com/office/drawing/2014/main" id="{D3F4B7D8-7EA5-AC4B-9A01-F35CCDF0D6FE}"/>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48" name="Slide Number Placeholder 5">
            <a:extLst>
              <a:ext uri="{FF2B5EF4-FFF2-40B4-BE49-F238E27FC236}">
                <a16:creationId xmlns:a16="http://schemas.microsoft.com/office/drawing/2014/main" id="{D3586DF7-1DE2-054D-B3DF-425EEC22FACE}"/>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pic>
        <p:nvPicPr>
          <p:cNvPr id="14" name="Picture 5">
            <a:extLst>
              <a:ext uri="{FF2B5EF4-FFF2-40B4-BE49-F238E27FC236}">
                <a16:creationId xmlns:a16="http://schemas.microsoft.com/office/drawing/2014/main" id="{6ACFE70C-14DB-2649-88BF-B8FC4CBAD9D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7FE93ED9-18E2-2B49-8526-1C1145B04CF4}"/>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1441752629"/>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horizontal - dark">
    <p:bg>
      <p:bgRef idx="1001">
        <a:schemeClr val="bg2"/>
      </p:bgRef>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C30FD1D1-61B6-484D-BDEA-1C4B45AEEF8E}"/>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25" name="Text Placeholder 3">
            <a:extLst>
              <a:ext uri="{FF2B5EF4-FFF2-40B4-BE49-F238E27FC236}">
                <a16:creationId xmlns:a16="http://schemas.microsoft.com/office/drawing/2014/main" id="{71FCEF03-8CFB-7645-A55F-F392AC6F66C0}"/>
              </a:ext>
            </a:extLst>
          </p:cNvPr>
          <p:cNvSpPr>
            <a:spLocks noGrp="1"/>
          </p:cNvSpPr>
          <p:nvPr>
            <p:ph type="body" sz="quarter" idx="24"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26" name="Footer Placeholder 4">
            <a:extLst>
              <a:ext uri="{FF2B5EF4-FFF2-40B4-BE49-F238E27FC236}">
                <a16:creationId xmlns:a16="http://schemas.microsoft.com/office/drawing/2014/main" id="{A1F8BCF2-BF1B-854A-89D2-2C92E8FBCA2A}"/>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dirty="0"/>
              <a:t>© 2023 Cognizant</a:t>
            </a:r>
          </a:p>
        </p:txBody>
      </p:sp>
      <p:sp>
        <p:nvSpPr>
          <p:cNvPr id="27" name="Slide Number Placeholder 5">
            <a:extLst>
              <a:ext uri="{FF2B5EF4-FFF2-40B4-BE49-F238E27FC236}">
                <a16:creationId xmlns:a16="http://schemas.microsoft.com/office/drawing/2014/main" id="{B8D26ED0-8F55-1442-8D3E-4920BCC74C37}"/>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2"/>
                </a:solidFill>
              </a:defRPr>
            </a:lvl1pPr>
          </a:lstStyle>
          <a:p>
            <a:fld id="{C53E075B-3175-45CF-B3C7-FEDF3F5961E3}" type="slidenum">
              <a:rPr lang="en-US" smtClean="0"/>
              <a:pPr/>
              <a:t>‹#›</a:t>
            </a:fld>
            <a:endParaRPr lang="en-US" dirty="0"/>
          </a:p>
        </p:txBody>
      </p:sp>
      <p:sp>
        <p:nvSpPr>
          <p:cNvPr id="19" name="Text Placeholder 2">
            <a:extLst>
              <a:ext uri="{FF2B5EF4-FFF2-40B4-BE49-F238E27FC236}">
                <a16:creationId xmlns:a16="http://schemas.microsoft.com/office/drawing/2014/main" id="{9CE32534-4769-6740-A0A1-24F60121DFE7}"/>
              </a:ext>
            </a:extLst>
          </p:cNvPr>
          <p:cNvSpPr>
            <a:spLocks noGrp="1"/>
          </p:cNvSpPr>
          <p:nvPr>
            <p:ph type="body" idx="1"/>
          </p:nvPr>
        </p:nvSpPr>
        <p:spPr>
          <a:xfrm>
            <a:off x="457200" y="1381601"/>
            <a:ext cx="2196623" cy="914400"/>
          </a:xfrm>
          <a:prstGeom prst="rect">
            <a:avLst/>
          </a:prstGeom>
        </p:spPr>
        <p:txBody>
          <a:bodyPr anchor="t" anchorCtr="0"/>
          <a:lstStyle>
            <a:lvl1pPr marL="0" indent="0">
              <a:lnSpc>
                <a:spcPct val="100000"/>
              </a:lnSpc>
              <a:buNone/>
              <a:defRPr sz="180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Content Placeholder 3">
            <a:extLst>
              <a:ext uri="{FF2B5EF4-FFF2-40B4-BE49-F238E27FC236}">
                <a16:creationId xmlns:a16="http://schemas.microsoft.com/office/drawing/2014/main" id="{5EC9B563-BC82-D345-855D-303DB81C452D}"/>
              </a:ext>
            </a:extLst>
          </p:cNvPr>
          <p:cNvSpPr>
            <a:spLocks noGrp="1"/>
          </p:cNvSpPr>
          <p:nvPr>
            <p:ph sz="half" idx="17"/>
          </p:nvPr>
        </p:nvSpPr>
        <p:spPr>
          <a:xfrm>
            <a:off x="3101007" y="1381601"/>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21" name="Text Placeholder 2">
            <a:extLst>
              <a:ext uri="{FF2B5EF4-FFF2-40B4-BE49-F238E27FC236}">
                <a16:creationId xmlns:a16="http://schemas.microsoft.com/office/drawing/2014/main" id="{9C3F4A9E-6552-FD43-A475-F309413F5205}"/>
              </a:ext>
            </a:extLst>
          </p:cNvPr>
          <p:cNvSpPr>
            <a:spLocks noGrp="1"/>
          </p:cNvSpPr>
          <p:nvPr>
            <p:ph type="body" idx="18"/>
          </p:nvPr>
        </p:nvSpPr>
        <p:spPr>
          <a:xfrm>
            <a:off x="457200" y="2957417"/>
            <a:ext cx="2196623" cy="914400"/>
          </a:xfrm>
          <a:prstGeom prst="rect">
            <a:avLst/>
          </a:prstGeom>
        </p:spPr>
        <p:txBody>
          <a:bodyPr anchor="t" anchorCtr="0"/>
          <a:lstStyle>
            <a:lvl1pPr marL="0" indent="0">
              <a:lnSpc>
                <a:spcPct val="100000"/>
              </a:lnSpc>
              <a:buNone/>
              <a:defRPr sz="180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Content Placeholder 3">
            <a:extLst>
              <a:ext uri="{FF2B5EF4-FFF2-40B4-BE49-F238E27FC236}">
                <a16:creationId xmlns:a16="http://schemas.microsoft.com/office/drawing/2014/main" id="{E5699CB9-E06F-8F4B-9BDB-99688549D726}"/>
              </a:ext>
            </a:extLst>
          </p:cNvPr>
          <p:cNvSpPr>
            <a:spLocks noGrp="1"/>
          </p:cNvSpPr>
          <p:nvPr>
            <p:ph sz="half" idx="19"/>
          </p:nvPr>
        </p:nvSpPr>
        <p:spPr>
          <a:xfrm>
            <a:off x="3101007" y="2957417"/>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28" name="Text Placeholder 2">
            <a:extLst>
              <a:ext uri="{FF2B5EF4-FFF2-40B4-BE49-F238E27FC236}">
                <a16:creationId xmlns:a16="http://schemas.microsoft.com/office/drawing/2014/main" id="{F39ED9F7-3C7E-6C4E-B855-3C91A0A05AD7}"/>
              </a:ext>
            </a:extLst>
          </p:cNvPr>
          <p:cNvSpPr>
            <a:spLocks noGrp="1"/>
          </p:cNvSpPr>
          <p:nvPr>
            <p:ph type="body" idx="20"/>
          </p:nvPr>
        </p:nvSpPr>
        <p:spPr>
          <a:xfrm>
            <a:off x="457200" y="4557617"/>
            <a:ext cx="2196623" cy="914400"/>
          </a:xfrm>
          <a:prstGeom prst="rect">
            <a:avLst/>
          </a:prstGeom>
        </p:spPr>
        <p:txBody>
          <a:bodyPr anchor="t" anchorCtr="0"/>
          <a:lstStyle>
            <a:lvl1pPr marL="0" indent="0">
              <a:lnSpc>
                <a:spcPct val="100000"/>
              </a:lnSpc>
              <a:buNone/>
              <a:defRPr sz="180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Content Placeholder 3">
            <a:extLst>
              <a:ext uri="{FF2B5EF4-FFF2-40B4-BE49-F238E27FC236}">
                <a16:creationId xmlns:a16="http://schemas.microsoft.com/office/drawing/2014/main" id="{7AD49848-4987-4A46-9B3B-747BF471E19D}"/>
              </a:ext>
            </a:extLst>
          </p:cNvPr>
          <p:cNvSpPr>
            <a:spLocks noGrp="1"/>
          </p:cNvSpPr>
          <p:nvPr>
            <p:ph sz="half" idx="21"/>
          </p:nvPr>
        </p:nvSpPr>
        <p:spPr>
          <a:xfrm>
            <a:off x="3101007" y="4557617"/>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pic>
        <p:nvPicPr>
          <p:cNvPr id="14" name="Picture 8">
            <a:extLst>
              <a:ext uri="{FF2B5EF4-FFF2-40B4-BE49-F238E27FC236}">
                <a16:creationId xmlns:a16="http://schemas.microsoft.com/office/drawing/2014/main" id="{43360CE3-24A2-4642-BE25-83CDF6916866}"/>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1C3FC64B-2A4E-8A47-001C-16CD186FA07B}"/>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190691496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2"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tx1"/>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tx1"/>
                </a:solidFill>
              </a:defRPr>
            </a:lvl1pPr>
          </a:lstStyle>
          <a:p>
            <a:fld id="{C53E075B-3175-45CF-B3C7-FEDF3F5961E3}" type="slidenum">
              <a:rPr lang="en-US" smtClean="0"/>
              <a:pPr/>
              <a:t>‹#›</a:t>
            </a:fld>
            <a:endParaRPr lang="en-US" dirty="0"/>
          </a:p>
        </p:txBody>
      </p:sp>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p:nvPr>
        </p:nvSpPr>
        <p:spPr>
          <a:xfrm>
            <a:off x="1042416" y="4201640"/>
            <a:ext cx="8567351" cy="1487587"/>
          </a:xfrm>
          <a:prstGeom prst="rect">
            <a:avLst/>
          </a:prstGeom>
        </p:spPr>
        <p:txBody>
          <a:bodyPr/>
          <a:lstStyle>
            <a:lvl1pPr marL="0" indent="0">
              <a:buNone/>
              <a:defRPr>
                <a:solidFill>
                  <a:schemeClr val="accent4"/>
                </a:solidFill>
              </a:defRPr>
            </a:lvl1pPr>
            <a:lvl2pPr marL="457200" indent="0">
              <a:buNone/>
              <a:defRPr>
                <a:solidFill>
                  <a:schemeClr val="accent5"/>
                </a:solidFill>
              </a:defRPr>
            </a:lvl2pPr>
            <a:lvl3pPr marL="914400" indent="0">
              <a:buNone/>
              <a:defRPr>
                <a:solidFill>
                  <a:schemeClr val="accent3"/>
                </a:solidFill>
              </a:defRPr>
            </a:lvl3pPr>
            <a:lvl4pPr marL="1371600" indent="0">
              <a:buNone/>
              <a:defRPr>
                <a:solidFill>
                  <a:schemeClr val="accent3"/>
                </a:solidFill>
              </a:defRPr>
            </a:lvl4pPr>
            <a:lvl5pPr marL="1828800" indent="0">
              <a:buNone/>
              <a:defRPr>
                <a:solidFill>
                  <a:schemeClr val="accent3"/>
                </a:solidFill>
              </a:defRPr>
            </a:lvl5pPr>
          </a:lstStyle>
          <a:p>
            <a:pPr lvl="0"/>
            <a:r>
              <a:rPr lang="en-US"/>
              <a:t>Click to edit Master text styles</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42416" y="2023872"/>
            <a:ext cx="8575589" cy="1946764"/>
          </a:xfrm>
        </p:spPr>
        <p:txBody>
          <a:bodyPr anchor="t" anchorCtr="0"/>
          <a:lstStyle>
            <a:lvl1pPr algn="l" rtl="0" eaLnBrk="1" latinLnBrk="0" hangingPunct="1">
              <a:defRPr lang="en-US" sz="4000" smtClean="0">
                <a:effectLst/>
              </a:defRPr>
            </a:lvl1pPr>
          </a:lstStyle>
          <a:p>
            <a:pPr rtl="0" eaLnBrk="1" latinLnBrk="0" hangingPunct="1"/>
            <a:r>
              <a:rPr lang="en-US" dirty="0"/>
              <a:t>Click to edit Master title style</a:t>
            </a:r>
            <a:br>
              <a:rPr lang="en-US" dirty="0"/>
            </a:br>
            <a:endParaRPr lang="en-US" dirty="0"/>
          </a:p>
        </p:txBody>
      </p:sp>
      <p:pic>
        <p:nvPicPr>
          <p:cNvPr id="10" name="Picture 8">
            <a:extLst>
              <a:ext uri="{FF2B5EF4-FFF2-40B4-BE49-F238E27FC236}">
                <a16:creationId xmlns:a16="http://schemas.microsoft.com/office/drawing/2014/main" id="{F403757B-3C0A-0849-B674-7D15D576B3A1}"/>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5494AF2A-660C-A4FE-6E22-260BF9FBAF1E}"/>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252445218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56"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only - light">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sp>
        <p:nvSpPr>
          <p:cNvPr id="6" name="Title 1">
            <a:extLst>
              <a:ext uri="{FF2B5EF4-FFF2-40B4-BE49-F238E27FC236}">
                <a16:creationId xmlns:a16="http://schemas.microsoft.com/office/drawing/2014/main" id="{BB521616-1FF6-5A4F-BBD4-A816DFE1A1DD}"/>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8" name="Picture 5">
            <a:extLst>
              <a:ext uri="{FF2B5EF4-FFF2-40B4-BE49-F238E27FC236}">
                <a16:creationId xmlns:a16="http://schemas.microsoft.com/office/drawing/2014/main" id="{304C88D0-29FE-C440-9C89-488968EEA18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D49D8A8-BD5D-7D07-52A0-C698DA6C65A2}"/>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206534595"/>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only - dark">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sp>
        <p:nvSpPr>
          <p:cNvPr id="6" name="Title 1">
            <a:extLst>
              <a:ext uri="{FF2B5EF4-FFF2-40B4-BE49-F238E27FC236}">
                <a16:creationId xmlns:a16="http://schemas.microsoft.com/office/drawing/2014/main" id="{BB521616-1FF6-5A4F-BBD4-A816DFE1A1DD}"/>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8" name="Picture 8">
            <a:extLst>
              <a:ext uri="{FF2B5EF4-FFF2-40B4-BE49-F238E27FC236}">
                <a16:creationId xmlns:a16="http://schemas.microsoft.com/office/drawing/2014/main" id="{F353D65A-B34C-B04E-8C59-65EFBD26341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B88EDC15-D3AA-788C-27F9-E85E437D87C9}"/>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1725878177"/>
      </p:ext>
    </p:extLst>
  </p:cSld>
  <p:clrMapOvr>
    <a:overrideClrMapping bg1="dk1" tx1="lt1" bg2="dk2" tx2="lt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lank - light">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pic>
        <p:nvPicPr>
          <p:cNvPr id="6" name="Picture 5">
            <a:extLst>
              <a:ext uri="{FF2B5EF4-FFF2-40B4-BE49-F238E27FC236}">
                <a16:creationId xmlns:a16="http://schemas.microsoft.com/office/drawing/2014/main" id="{9A8872FF-F4A9-EC4C-AFA7-65B0DF88167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7E30922-58AB-E547-4F7C-AC025171D88A}"/>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2483158593"/>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ver 1 - dark layout ">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C5D98D9-078E-1B4D-9B08-C13EF3A05D22}"/>
              </a:ext>
            </a:extLst>
          </p:cNvPr>
          <p:cNvPicPr>
            <a:picLocks noChangeAspect="1"/>
          </p:cNvPicPr>
          <p:nvPr/>
        </p:nvPicPr>
        <p:blipFill rotWithShape="1">
          <a:blip r:embed="rId2">
            <a:extLst>
              <a:ext uri="{28A0092B-C50C-407E-A947-70E740481C1C}">
                <a14:useLocalDpi xmlns:a14="http://schemas.microsoft.com/office/drawing/2010/main"/>
              </a:ext>
            </a:extLst>
          </a:blip>
          <a:srcRect l="117" t="117"/>
          <a:stretch/>
        </p:blipFill>
        <p:spPr>
          <a:xfrm>
            <a:off x="0" y="-2"/>
            <a:ext cx="12192000" cy="6858003"/>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6" y="2105095"/>
            <a:ext cx="4013200" cy="1828469"/>
          </a:xfrm>
        </p:spPr>
        <p:txBody>
          <a:bodyPr anchor="b">
            <a:noAutofit/>
          </a:bodyPr>
          <a:lstStyle>
            <a:lvl1pPr algn="l">
              <a:defRPr sz="3600" b="1">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0A7EFB4-CCA6-4E89-9EF6-9F4FE5D53A94}"/>
              </a:ext>
            </a:extLst>
          </p:cNvPr>
          <p:cNvSpPr>
            <a:spLocks noGrp="1"/>
          </p:cNvSpPr>
          <p:nvPr>
            <p:ph type="subTitle" idx="1"/>
          </p:nvPr>
        </p:nvSpPr>
        <p:spPr>
          <a:xfrm>
            <a:off x="1042990" y="4187952"/>
            <a:ext cx="4014215" cy="457200"/>
          </a:xfrm>
          <a:prstGeom prst="rect">
            <a:avLst/>
          </a:prstGeom>
        </p:spPr>
        <p:txBody>
          <a:bodyPr lIns="0" tIns="0" rIns="0" bIns="0">
            <a:noAutofit/>
          </a:bodyPr>
          <a:lstStyle>
            <a:lvl1pPr marL="0" indent="0" algn="l">
              <a:buNone/>
              <a:defRPr sz="2000">
                <a:solidFill>
                  <a:schemeClr val="bg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263640"/>
            <a:ext cx="1198179" cy="365125"/>
          </a:xfrm>
          <a:prstGeom prst="rect">
            <a:avLst/>
          </a:prstGeom>
        </p:spPr>
        <p:txBody>
          <a:bodyPr/>
          <a:lstStyle>
            <a:lvl1pPr>
              <a:defRPr>
                <a:solidFill>
                  <a:schemeClr val="bg2"/>
                </a:solidFill>
              </a:defRPr>
            </a:lvl1pPr>
          </a:lstStyle>
          <a:p>
            <a:r>
              <a:rPr lang="en-US"/>
              <a:t>© 2019 Cognizant</a:t>
            </a:r>
          </a:p>
        </p:txBody>
      </p:sp>
      <p:sp>
        <p:nvSpPr>
          <p:cNvPr id="11" name="Text Placeholder 2">
            <a:extLst>
              <a:ext uri="{FF2B5EF4-FFF2-40B4-BE49-F238E27FC236}">
                <a16:creationId xmlns:a16="http://schemas.microsoft.com/office/drawing/2014/main" id="{0A57A3A6-0AF3-C54A-8CB5-7EF0565FF32C}"/>
              </a:ext>
            </a:extLst>
          </p:cNvPr>
          <p:cNvSpPr>
            <a:spLocks noGrp="1"/>
          </p:cNvSpPr>
          <p:nvPr>
            <p:ph type="body" idx="12" hasCustomPrompt="1"/>
          </p:nvPr>
        </p:nvSpPr>
        <p:spPr>
          <a:xfrm>
            <a:off x="1042416" y="5289746"/>
            <a:ext cx="4013179" cy="365125"/>
          </a:xfrm>
          <a:prstGeom prst="rect">
            <a:avLst/>
          </a:prstGeom>
        </p:spPr>
        <p:txBody>
          <a:bodyPr wrap="none"/>
          <a:lstStyle>
            <a:lvl1pPr marL="0" indent="0">
              <a:buNone/>
              <a:defRPr sz="1200">
                <a:solidFill>
                  <a:schemeClr val="bg2"/>
                </a:solidFill>
              </a:defRPr>
            </a:lvl1pPr>
            <a:lvl2pPr marL="457189" indent="0">
              <a:buNone/>
              <a:defRPr>
                <a:solidFill>
                  <a:schemeClr val="bg2"/>
                </a:solidFill>
              </a:defRPr>
            </a:lvl2pPr>
            <a:lvl3pPr marL="914377" indent="0">
              <a:buNone/>
              <a:defRPr>
                <a:solidFill>
                  <a:schemeClr val="bg2"/>
                </a:solidFill>
              </a:defRPr>
            </a:lvl3pPr>
            <a:lvl4pPr marL="1371566" indent="0">
              <a:buNone/>
              <a:defRPr>
                <a:solidFill>
                  <a:schemeClr val="bg2"/>
                </a:solidFill>
              </a:defRPr>
            </a:lvl4pPr>
            <a:lvl5pPr marL="1828754" indent="0">
              <a:buNone/>
              <a:defRPr>
                <a:solidFill>
                  <a:schemeClr val="bg2"/>
                </a:solidFill>
              </a:defRPr>
            </a:lvl5pPr>
          </a:lstStyle>
          <a:p>
            <a:pPr lvl="0"/>
            <a:r>
              <a:rPr lang="en-US" dirty="0"/>
              <a:t>Click to edit date</a:t>
            </a:r>
          </a:p>
        </p:txBody>
      </p:sp>
      <p:sp>
        <p:nvSpPr>
          <p:cNvPr id="4" name="TextBox 3">
            <a:extLst>
              <a:ext uri="{FF2B5EF4-FFF2-40B4-BE49-F238E27FC236}">
                <a16:creationId xmlns:a16="http://schemas.microsoft.com/office/drawing/2014/main" id="{B0514FB0-4CED-294C-94C0-7AE48992D94A}"/>
              </a:ext>
            </a:extLst>
          </p:cNvPr>
          <p:cNvSpPr txBox="1"/>
          <p:nvPr/>
        </p:nvSpPr>
        <p:spPr>
          <a:xfrm>
            <a:off x="-1367943" y="168249"/>
            <a:ext cx="0" cy="0"/>
          </a:xfrm>
          <a:prstGeom prst="rect">
            <a:avLst/>
          </a:prstGeom>
          <a:noFill/>
        </p:spPr>
        <p:txBody>
          <a:bodyPr wrap="none" lIns="0" tIns="0" rIns="0" bIns="0" rtlCol="0">
            <a:noAutofit/>
          </a:bodyPr>
          <a:lstStyle/>
          <a:p>
            <a:pPr algn="l"/>
            <a:endParaRPr lang="en-US" sz="1600" dirty="0">
              <a:solidFill>
                <a:schemeClr val="tx2"/>
              </a:solidFill>
            </a:endParaRPr>
          </a:p>
        </p:txBody>
      </p:sp>
      <p:pic>
        <p:nvPicPr>
          <p:cNvPr id="10" name="Logo">
            <a:extLst>
              <a:ext uri="{FF2B5EF4-FFF2-40B4-BE49-F238E27FC236}">
                <a16:creationId xmlns:a16="http://schemas.microsoft.com/office/drawing/2014/main" id="{500EB0FA-ED09-2D45-A504-B05B58FC395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67679" y="381865"/>
            <a:ext cx="2067983" cy="620395"/>
          </a:xfrm>
          <a:prstGeom prst="rect">
            <a:avLst/>
          </a:prstGeom>
        </p:spPr>
      </p:pic>
      <p:pic>
        <p:nvPicPr>
          <p:cNvPr id="12" name="Picture 11">
            <a:extLst>
              <a:ext uri="{FF2B5EF4-FFF2-40B4-BE49-F238E27FC236}">
                <a16:creationId xmlns:a16="http://schemas.microsoft.com/office/drawing/2014/main" id="{A212304C-66B1-1120-5DD4-A7021E51131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0600" y="1643357"/>
            <a:ext cx="3289301" cy="374731"/>
          </a:xfrm>
          <a:prstGeom prst="rect">
            <a:avLst/>
          </a:prstGeom>
        </p:spPr>
      </p:pic>
    </p:spTree>
    <p:extLst>
      <p:ext uri="{BB962C8B-B14F-4D97-AF65-F5344CB8AC3E}">
        <p14:creationId xmlns:p14="http://schemas.microsoft.com/office/powerpoint/2010/main" val="2936611276"/>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ver 1 - light layou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B08AA51-7693-0641-B1F2-2F6BF501AFBF}"/>
              </a:ext>
            </a:extLst>
          </p:cNvPr>
          <p:cNvPicPr>
            <a:picLocks noChangeAspect="1"/>
          </p:cNvPicPr>
          <p:nvPr/>
        </p:nvPicPr>
        <p:blipFill rotWithShape="1">
          <a:blip r:embed="rId2">
            <a:extLst>
              <a:ext uri="{28A0092B-C50C-407E-A947-70E740481C1C}">
                <a14:useLocalDpi xmlns:a14="http://schemas.microsoft.com/office/drawing/2010/main"/>
              </a:ext>
            </a:extLst>
          </a:blip>
          <a:srcRect l="403" t="430" r="804" b="462"/>
          <a:stretch/>
        </p:blipFill>
        <p:spPr>
          <a:xfrm>
            <a:off x="49619" y="0"/>
            <a:ext cx="12153015"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tx2"/>
                </a:solidFill>
              </a:defRPr>
            </a:lvl1pPr>
          </a:lstStyle>
          <a:p>
            <a:r>
              <a:rPr lang="en-US"/>
              <a:t>© 2019 Cognizant</a:t>
            </a:r>
          </a:p>
        </p:txBody>
      </p:sp>
      <p:sp>
        <p:nvSpPr>
          <p:cNvPr id="9" name="Title 1">
            <a:extLst>
              <a:ext uri="{FF2B5EF4-FFF2-40B4-BE49-F238E27FC236}">
                <a16:creationId xmlns:a16="http://schemas.microsoft.com/office/drawing/2014/main" id="{EE78C046-F713-7644-890D-FEC8749EF7B5}"/>
              </a:ext>
            </a:extLst>
          </p:cNvPr>
          <p:cNvSpPr>
            <a:spLocks noGrp="1"/>
          </p:cNvSpPr>
          <p:nvPr>
            <p:ph type="ctrTitle"/>
          </p:nvPr>
        </p:nvSpPr>
        <p:spPr>
          <a:xfrm>
            <a:off x="1042416" y="2105095"/>
            <a:ext cx="4013200" cy="1828469"/>
          </a:xfrm>
        </p:spPr>
        <p:txBody>
          <a:bodyPr anchor="b">
            <a:noAutofit/>
          </a:bodyPr>
          <a:lstStyle>
            <a:lvl1pPr algn="l">
              <a:defRPr sz="3600" b="1">
                <a:solidFill>
                  <a:schemeClr val="tx2"/>
                </a:solidFill>
              </a:defRPr>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6CA51294-C033-514D-B2AD-53CAA2640123}"/>
              </a:ext>
            </a:extLst>
          </p:cNvPr>
          <p:cNvSpPr>
            <a:spLocks noGrp="1"/>
          </p:cNvSpPr>
          <p:nvPr>
            <p:ph type="subTitle" idx="1"/>
          </p:nvPr>
        </p:nvSpPr>
        <p:spPr>
          <a:xfrm>
            <a:off x="1042990" y="4187952"/>
            <a:ext cx="4014215" cy="457200"/>
          </a:xfrm>
          <a:prstGeom prst="rect">
            <a:avLst/>
          </a:prstGeom>
        </p:spPr>
        <p:txBody>
          <a:bodyPr lIns="0" tIns="0" rIns="0" bIns="0">
            <a:noAutofit/>
          </a:bodyPr>
          <a:lstStyle>
            <a:lvl1pPr marL="0" indent="0" algn="l">
              <a:buNone/>
              <a:defRPr sz="2000">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14" name="Text Placeholder 2">
            <a:extLst>
              <a:ext uri="{FF2B5EF4-FFF2-40B4-BE49-F238E27FC236}">
                <a16:creationId xmlns:a16="http://schemas.microsoft.com/office/drawing/2014/main" id="{6173B359-DEFF-8445-9CA5-5D8394261A1B}"/>
              </a:ext>
            </a:extLst>
          </p:cNvPr>
          <p:cNvSpPr>
            <a:spLocks noGrp="1"/>
          </p:cNvSpPr>
          <p:nvPr>
            <p:ph type="body" idx="12" hasCustomPrompt="1"/>
          </p:nvPr>
        </p:nvSpPr>
        <p:spPr>
          <a:xfrm>
            <a:off x="1042416" y="5289746"/>
            <a:ext cx="4013179" cy="365125"/>
          </a:xfrm>
          <a:prstGeom prst="rect">
            <a:avLst/>
          </a:prstGeom>
        </p:spPr>
        <p:txBody>
          <a:bodyPr wrap="none"/>
          <a:lstStyle>
            <a:lvl1pPr marL="0" indent="0">
              <a:buNone/>
              <a:defRPr sz="1200">
                <a:solidFill>
                  <a:schemeClr val="tx1"/>
                </a:solidFill>
              </a:defRPr>
            </a:lvl1pPr>
            <a:lvl2pPr marL="457189" indent="0">
              <a:buNone/>
              <a:defRPr>
                <a:solidFill>
                  <a:schemeClr val="bg2"/>
                </a:solidFill>
              </a:defRPr>
            </a:lvl2pPr>
            <a:lvl3pPr marL="914377" indent="0">
              <a:buNone/>
              <a:defRPr>
                <a:solidFill>
                  <a:schemeClr val="bg2"/>
                </a:solidFill>
              </a:defRPr>
            </a:lvl3pPr>
            <a:lvl4pPr marL="1371566" indent="0">
              <a:buNone/>
              <a:defRPr>
                <a:solidFill>
                  <a:schemeClr val="bg2"/>
                </a:solidFill>
              </a:defRPr>
            </a:lvl4pPr>
            <a:lvl5pPr marL="1828754" indent="0">
              <a:buNone/>
              <a:defRPr>
                <a:solidFill>
                  <a:schemeClr val="bg2"/>
                </a:solidFill>
              </a:defRPr>
            </a:lvl5pPr>
          </a:lstStyle>
          <a:p>
            <a:pPr lvl="0"/>
            <a:r>
              <a:rPr lang="en-US" dirty="0"/>
              <a:t>Click to edit date</a:t>
            </a:r>
          </a:p>
        </p:txBody>
      </p:sp>
      <p:pic>
        <p:nvPicPr>
          <p:cNvPr id="16" name="Logo">
            <a:extLst>
              <a:ext uri="{FF2B5EF4-FFF2-40B4-BE49-F238E27FC236}">
                <a16:creationId xmlns:a16="http://schemas.microsoft.com/office/drawing/2014/main" id="{172F6F4F-6078-614B-9D72-235A05BE54D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72759" y="381864"/>
            <a:ext cx="2067983" cy="620395"/>
          </a:xfrm>
          <a:prstGeom prst="rect">
            <a:avLst/>
          </a:prstGeom>
        </p:spPr>
      </p:pic>
      <p:pic>
        <p:nvPicPr>
          <p:cNvPr id="4" name="Picture 3">
            <a:extLst>
              <a:ext uri="{FF2B5EF4-FFF2-40B4-BE49-F238E27FC236}">
                <a16:creationId xmlns:a16="http://schemas.microsoft.com/office/drawing/2014/main" id="{6AB0FDE3-4AD5-06C5-0E7D-9DF7ECBFCD57}"/>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90600" y="1643358"/>
            <a:ext cx="2330451" cy="265495"/>
          </a:xfrm>
          <a:prstGeom prst="rect">
            <a:avLst/>
          </a:prstGeom>
        </p:spPr>
      </p:pic>
    </p:spTree>
    <p:extLst>
      <p:ext uri="{BB962C8B-B14F-4D97-AF65-F5344CB8AC3E}">
        <p14:creationId xmlns:p14="http://schemas.microsoft.com/office/powerpoint/2010/main" val="547856868"/>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ver 2 - dark layout">
    <p:bg>
      <p:bgRef idx="1001">
        <a:schemeClr val="bg2"/>
      </p:bgRef>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BBF4556C-7350-8344-8FD3-376E341E16C7}"/>
              </a:ext>
            </a:extLst>
          </p:cNvPr>
          <p:cNvSpPr>
            <a:spLocks noGrp="1"/>
          </p:cNvSpPr>
          <p:nvPr>
            <p:ph type="ctrTitle"/>
          </p:nvPr>
        </p:nvSpPr>
        <p:spPr>
          <a:xfrm>
            <a:off x="1499616" y="2052084"/>
            <a:ext cx="8169317" cy="1579267"/>
          </a:xfrm>
        </p:spPr>
        <p:txBody>
          <a:bodyPr anchor="b">
            <a:noAutofit/>
          </a:bodyPr>
          <a:lstStyle>
            <a:lvl1pPr algn="l">
              <a:defRPr sz="3600" b="1">
                <a:solidFill>
                  <a:schemeClr val="accent6"/>
                </a:solidFill>
              </a:defRPr>
            </a:lvl1pPr>
          </a:lstStyle>
          <a:p>
            <a:r>
              <a:rPr lang="en-US"/>
              <a:t>Click to edit Master title style</a:t>
            </a:r>
            <a:endParaRPr lang="en-US" dirty="0"/>
          </a:p>
        </p:txBody>
      </p:sp>
      <p:sp>
        <p:nvSpPr>
          <p:cNvPr id="17" name="Subtitle 2">
            <a:extLst>
              <a:ext uri="{FF2B5EF4-FFF2-40B4-BE49-F238E27FC236}">
                <a16:creationId xmlns:a16="http://schemas.microsoft.com/office/drawing/2014/main" id="{57AC9073-4735-234C-8722-537F8383011D}"/>
              </a:ext>
            </a:extLst>
          </p:cNvPr>
          <p:cNvSpPr>
            <a:spLocks noGrp="1"/>
          </p:cNvSpPr>
          <p:nvPr>
            <p:ph type="subTitle" idx="1"/>
          </p:nvPr>
        </p:nvSpPr>
        <p:spPr>
          <a:xfrm>
            <a:off x="1500191" y="3885739"/>
            <a:ext cx="8171383" cy="457200"/>
          </a:xfrm>
          <a:prstGeom prst="rect">
            <a:avLst/>
          </a:prstGeom>
        </p:spPr>
        <p:txBody>
          <a:bodyPr lIns="0" tIns="0" rIns="0" bIns="0">
            <a:noAutofit/>
          </a:bodyPr>
          <a:lstStyle>
            <a:lvl1pPr marL="0" indent="0" algn="l">
              <a:buNone/>
              <a:defRPr sz="2000">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18" name="Text Placeholder 2">
            <a:extLst>
              <a:ext uri="{FF2B5EF4-FFF2-40B4-BE49-F238E27FC236}">
                <a16:creationId xmlns:a16="http://schemas.microsoft.com/office/drawing/2014/main" id="{FBEE8D4C-39E3-9745-8EF7-EE363873ECE4}"/>
              </a:ext>
            </a:extLst>
          </p:cNvPr>
          <p:cNvSpPr>
            <a:spLocks noGrp="1"/>
          </p:cNvSpPr>
          <p:nvPr>
            <p:ph type="body" idx="12" hasCustomPrompt="1"/>
          </p:nvPr>
        </p:nvSpPr>
        <p:spPr>
          <a:xfrm>
            <a:off x="1499617" y="4987532"/>
            <a:ext cx="4013179" cy="365125"/>
          </a:xfrm>
          <a:prstGeom prst="rect">
            <a:avLst/>
          </a:prstGeom>
        </p:spPr>
        <p:txBody>
          <a:bodyPr wrap="none"/>
          <a:lstStyle>
            <a:lvl1pPr marL="0" indent="0">
              <a:buNone/>
              <a:defRPr sz="1200">
                <a:solidFill>
                  <a:schemeClr val="tx1"/>
                </a:solidFill>
              </a:defRPr>
            </a:lvl1pPr>
            <a:lvl2pPr marL="457189" indent="0">
              <a:buNone/>
              <a:defRPr>
                <a:solidFill>
                  <a:schemeClr val="bg2"/>
                </a:solidFill>
              </a:defRPr>
            </a:lvl2pPr>
            <a:lvl3pPr marL="914377" indent="0">
              <a:buNone/>
              <a:defRPr>
                <a:solidFill>
                  <a:schemeClr val="bg2"/>
                </a:solidFill>
              </a:defRPr>
            </a:lvl3pPr>
            <a:lvl4pPr marL="1371566" indent="0">
              <a:buNone/>
              <a:defRPr>
                <a:solidFill>
                  <a:schemeClr val="bg2"/>
                </a:solidFill>
              </a:defRPr>
            </a:lvl4pPr>
            <a:lvl5pPr marL="1828754" indent="0">
              <a:buNone/>
              <a:defRPr>
                <a:solidFill>
                  <a:schemeClr val="bg2"/>
                </a:solidFill>
              </a:defRPr>
            </a:lvl5pPr>
          </a:lstStyle>
          <a:p>
            <a:pPr lvl="0"/>
            <a:r>
              <a:rPr lang="en-US" dirty="0"/>
              <a:t>Click to edit date</a:t>
            </a:r>
          </a:p>
        </p:txBody>
      </p:sp>
      <p:sp>
        <p:nvSpPr>
          <p:cNvPr id="21" name="Footer Placeholder 4">
            <a:extLst>
              <a:ext uri="{FF2B5EF4-FFF2-40B4-BE49-F238E27FC236}">
                <a16:creationId xmlns:a16="http://schemas.microsoft.com/office/drawing/2014/main" id="{4242CFFB-365C-1E4A-856E-A39BC59F67DA}"/>
              </a:ext>
            </a:extLst>
          </p:cNvPr>
          <p:cNvSpPr>
            <a:spLocks noGrp="1"/>
          </p:cNvSpPr>
          <p:nvPr>
            <p:ph type="ftr" sz="quarter" idx="11"/>
          </p:nvPr>
        </p:nvSpPr>
        <p:spPr>
          <a:xfrm>
            <a:off x="1499617" y="6325194"/>
            <a:ext cx="1198179" cy="303572"/>
          </a:xfrm>
          <a:prstGeom prst="rect">
            <a:avLst/>
          </a:prstGeom>
        </p:spPr>
        <p:txBody>
          <a:bodyPr/>
          <a:lstStyle/>
          <a:p>
            <a:r>
              <a:rPr lang="en-US"/>
              <a:t>© 2019 Cognizant</a:t>
            </a:r>
          </a:p>
        </p:txBody>
      </p:sp>
      <p:pic>
        <p:nvPicPr>
          <p:cNvPr id="9" name="Logo">
            <a:extLst>
              <a:ext uri="{FF2B5EF4-FFF2-40B4-BE49-F238E27FC236}">
                <a16:creationId xmlns:a16="http://schemas.microsoft.com/office/drawing/2014/main" id="{9CD10274-ED9E-6941-BC52-E5F59595701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723899" y="989146"/>
            <a:ext cx="3228343" cy="566677"/>
          </a:xfrm>
          <a:prstGeom prst="rect">
            <a:avLst/>
          </a:prstGeom>
        </p:spPr>
      </p:pic>
      <p:pic>
        <p:nvPicPr>
          <p:cNvPr id="4" name="Picture 3">
            <a:extLst>
              <a:ext uri="{FF2B5EF4-FFF2-40B4-BE49-F238E27FC236}">
                <a16:creationId xmlns:a16="http://schemas.microsoft.com/office/drawing/2014/main" id="{121AF93B-9BFB-DBC8-B972-0D25E38EA4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79733" y="1061949"/>
            <a:ext cx="4555068" cy="518932"/>
          </a:xfrm>
          <a:prstGeom prst="rect">
            <a:avLst/>
          </a:prstGeom>
        </p:spPr>
      </p:pic>
    </p:spTree>
    <p:extLst>
      <p:ext uri="{BB962C8B-B14F-4D97-AF65-F5344CB8AC3E}">
        <p14:creationId xmlns:p14="http://schemas.microsoft.com/office/powerpoint/2010/main" val="3936291368"/>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ver 2 - light layout">
    <p:bg>
      <p:bgRef idx="1001">
        <a:schemeClr val="bg2"/>
      </p:bgRef>
    </p:bg>
    <p:spTree>
      <p:nvGrpSpPr>
        <p:cNvPr id="1" name=""/>
        <p:cNvGrpSpPr/>
        <p:nvPr/>
      </p:nvGrpSpPr>
      <p:grpSpPr>
        <a:xfrm>
          <a:off x="0" y="0"/>
          <a:ext cx="0" cy="0"/>
          <a:chOff x="0" y="0"/>
          <a:chExt cx="0" cy="0"/>
        </a:xfrm>
      </p:grpSpPr>
      <p:sp>
        <p:nvSpPr>
          <p:cNvPr id="21" name="Footer Placeholder 4">
            <a:extLst>
              <a:ext uri="{FF2B5EF4-FFF2-40B4-BE49-F238E27FC236}">
                <a16:creationId xmlns:a16="http://schemas.microsoft.com/office/drawing/2014/main" id="{4242CFFB-365C-1E4A-856E-A39BC59F67DA}"/>
              </a:ext>
            </a:extLst>
          </p:cNvPr>
          <p:cNvSpPr>
            <a:spLocks noGrp="1"/>
          </p:cNvSpPr>
          <p:nvPr>
            <p:ph type="ftr" sz="quarter" idx="11"/>
          </p:nvPr>
        </p:nvSpPr>
        <p:spPr>
          <a:xfrm>
            <a:off x="1499617" y="6325194"/>
            <a:ext cx="1198179" cy="303572"/>
          </a:xfrm>
          <a:prstGeom prst="rect">
            <a:avLst/>
          </a:prstGeom>
        </p:spPr>
        <p:txBody>
          <a:bodyPr/>
          <a:lstStyle/>
          <a:p>
            <a:r>
              <a:rPr lang="en-US"/>
              <a:t>© 2019 Cognizant</a:t>
            </a:r>
          </a:p>
        </p:txBody>
      </p:sp>
      <p:pic>
        <p:nvPicPr>
          <p:cNvPr id="9" name="Logo">
            <a:extLst>
              <a:ext uri="{FF2B5EF4-FFF2-40B4-BE49-F238E27FC236}">
                <a16:creationId xmlns:a16="http://schemas.microsoft.com/office/drawing/2014/main" id="{9CD10274-ED9E-6941-BC52-E5F59595701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723900" y="989146"/>
            <a:ext cx="3228341" cy="566677"/>
          </a:xfrm>
          <a:prstGeom prst="rect">
            <a:avLst/>
          </a:prstGeom>
        </p:spPr>
      </p:pic>
      <p:sp>
        <p:nvSpPr>
          <p:cNvPr id="8" name="Title 1">
            <a:extLst>
              <a:ext uri="{FF2B5EF4-FFF2-40B4-BE49-F238E27FC236}">
                <a16:creationId xmlns:a16="http://schemas.microsoft.com/office/drawing/2014/main" id="{1DE8E3D3-C194-B841-B075-DAC84FCD3889}"/>
              </a:ext>
            </a:extLst>
          </p:cNvPr>
          <p:cNvSpPr>
            <a:spLocks noGrp="1"/>
          </p:cNvSpPr>
          <p:nvPr>
            <p:ph type="ctrTitle"/>
          </p:nvPr>
        </p:nvSpPr>
        <p:spPr>
          <a:xfrm>
            <a:off x="1499616" y="2052084"/>
            <a:ext cx="8169317" cy="1579267"/>
          </a:xfrm>
        </p:spPr>
        <p:txBody>
          <a:bodyPr anchor="b">
            <a:noAutofit/>
          </a:bodyPr>
          <a:lstStyle>
            <a:lvl1pPr algn="l">
              <a:defRPr sz="3600" b="1">
                <a:solidFill>
                  <a:schemeClr val="accent3"/>
                </a:solidFill>
              </a:defRPr>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BAFE488B-546A-F04A-B54A-A8A9E81A67A0}"/>
              </a:ext>
            </a:extLst>
          </p:cNvPr>
          <p:cNvSpPr>
            <a:spLocks noGrp="1"/>
          </p:cNvSpPr>
          <p:nvPr>
            <p:ph type="subTitle" idx="1"/>
          </p:nvPr>
        </p:nvSpPr>
        <p:spPr>
          <a:xfrm>
            <a:off x="1500191" y="3885739"/>
            <a:ext cx="8171383" cy="457200"/>
          </a:xfrm>
          <a:prstGeom prst="rect">
            <a:avLst/>
          </a:prstGeom>
        </p:spPr>
        <p:txBody>
          <a:bodyPr lIns="0" tIns="0" rIns="0" bIns="0">
            <a:noAutofit/>
          </a:bodyPr>
          <a:lstStyle>
            <a:lvl1pPr marL="0" indent="0" algn="l">
              <a:buNone/>
              <a:defRPr sz="2000">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12" name="Text Placeholder 2">
            <a:extLst>
              <a:ext uri="{FF2B5EF4-FFF2-40B4-BE49-F238E27FC236}">
                <a16:creationId xmlns:a16="http://schemas.microsoft.com/office/drawing/2014/main" id="{2D785364-026C-1848-826F-235C8A0AC5F5}"/>
              </a:ext>
            </a:extLst>
          </p:cNvPr>
          <p:cNvSpPr>
            <a:spLocks noGrp="1"/>
          </p:cNvSpPr>
          <p:nvPr>
            <p:ph type="body" idx="12" hasCustomPrompt="1"/>
          </p:nvPr>
        </p:nvSpPr>
        <p:spPr>
          <a:xfrm>
            <a:off x="1499617" y="4987532"/>
            <a:ext cx="4013179" cy="365125"/>
          </a:xfrm>
          <a:prstGeom prst="rect">
            <a:avLst/>
          </a:prstGeom>
        </p:spPr>
        <p:txBody>
          <a:bodyPr wrap="none"/>
          <a:lstStyle>
            <a:lvl1pPr marL="0" indent="0">
              <a:buNone/>
              <a:defRPr sz="1200">
                <a:solidFill>
                  <a:schemeClr val="tx1"/>
                </a:solidFill>
              </a:defRPr>
            </a:lvl1pPr>
            <a:lvl2pPr marL="457189" indent="0">
              <a:buNone/>
              <a:defRPr>
                <a:solidFill>
                  <a:schemeClr val="bg2"/>
                </a:solidFill>
              </a:defRPr>
            </a:lvl2pPr>
            <a:lvl3pPr marL="914377" indent="0">
              <a:buNone/>
              <a:defRPr>
                <a:solidFill>
                  <a:schemeClr val="bg2"/>
                </a:solidFill>
              </a:defRPr>
            </a:lvl3pPr>
            <a:lvl4pPr marL="1371566" indent="0">
              <a:buNone/>
              <a:defRPr>
                <a:solidFill>
                  <a:schemeClr val="bg2"/>
                </a:solidFill>
              </a:defRPr>
            </a:lvl4pPr>
            <a:lvl5pPr marL="1828754" indent="0">
              <a:buNone/>
              <a:defRPr>
                <a:solidFill>
                  <a:schemeClr val="bg2"/>
                </a:solidFill>
              </a:defRPr>
            </a:lvl5pPr>
          </a:lstStyle>
          <a:p>
            <a:pPr lvl="0"/>
            <a:r>
              <a:rPr lang="en-US" dirty="0"/>
              <a:t>Click to edit date</a:t>
            </a:r>
          </a:p>
        </p:txBody>
      </p:sp>
      <p:pic>
        <p:nvPicPr>
          <p:cNvPr id="2" name="Picture 1">
            <a:extLst>
              <a:ext uri="{FF2B5EF4-FFF2-40B4-BE49-F238E27FC236}">
                <a16:creationId xmlns:a16="http://schemas.microsoft.com/office/drawing/2014/main" id="{C6353134-6BF9-DFD5-70C5-164F849E31B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179733" y="1061949"/>
            <a:ext cx="4555068" cy="518931"/>
          </a:xfrm>
          <a:prstGeom prst="rect">
            <a:avLst/>
          </a:prstGeom>
        </p:spPr>
      </p:pic>
    </p:spTree>
    <p:extLst>
      <p:ext uri="{BB962C8B-B14F-4D97-AF65-F5344CB8AC3E}">
        <p14:creationId xmlns:p14="http://schemas.microsoft.com/office/powerpoint/2010/main" val="273357351"/>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BF505-C9D5-403B-9D3B-321A20493A1A}"/>
              </a:ext>
            </a:extLst>
          </p:cNvPr>
          <p:cNvSpPr>
            <a:spLocks noGrp="1"/>
          </p:cNvSpPr>
          <p:nvPr>
            <p:ph type="title" hasCustomPrompt="1"/>
          </p:nvPr>
        </p:nvSpPr>
        <p:spPr/>
        <p:txBody>
          <a:bodyPr/>
          <a:lstStyle>
            <a:lvl1pPr marL="0" indent="0">
              <a:buClr>
                <a:schemeClr val="accent3"/>
              </a:buClr>
              <a:buFont typeface="+mj-lt"/>
              <a:buNone/>
              <a:defRPr>
                <a:solidFill>
                  <a:schemeClr val="tx1"/>
                </a:solidFill>
              </a:defRPr>
            </a:lvl1pPr>
          </a:lstStyle>
          <a:p>
            <a:r>
              <a:rPr lang="en-US" dirty="0"/>
              <a:t>Click to edit TOC Master title style</a:t>
            </a:r>
          </a:p>
        </p:txBody>
      </p:sp>
      <p:sp>
        <p:nvSpPr>
          <p:cNvPr id="5" name="Footer Placeholder 4">
            <a:extLst>
              <a:ext uri="{FF2B5EF4-FFF2-40B4-BE49-F238E27FC236}">
                <a16:creationId xmlns:a16="http://schemas.microsoft.com/office/drawing/2014/main" id="{343522F2-32CA-4802-9320-A58D8A6DF4C2}"/>
              </a:ext>
            </a:extLst>
          </p:cNvPr>
          <p:cNvSpPr>
            <a:spLocks noGrp="1"/>
          </p:cNvSpPr>
          <p:nvPr>
            <p:ph type="ftr" sz="quarter" idx="11"/>
          </p:nvPr>
        </p:nvSpPr>
        <p:spPr>
          <a:xfrm>
            <a:off x="1042417" y="6325194"/>
            <a:ext cx="1198179" cy="303572"/>
          </a:xfrm>
          <a:prstGeom prst="rect">
            <a:avLst/>
          </a:prstGeom>
        </p:spPr>
        <p:txBody>
          <a:bodyPr/>
          <a:lstStyle>
            <a:lvl1pPr>
              <a:defRPr>
                <a:solidFill>
                  <a:schemeClr val="tx1"/>
                </a:solidFill>
              </a:defRPr>
            </a:lvl1pPr>
          </a:lstStyle>
          <a:p>
            <a:r>
              <a:rPr lang="en-US"/>
              <a:t>© 2019 Cognizant</a:t>
            </a:r>
          </a:p>
        </p:txBody>
      </p:sp>
      <p:sp>
        <p:nvSpPr>
          <p:cNvPr id="6" name="Slide Number Placeholder 5">
            <a:extLst>
              <a:ext uri="{FF2B5EF4-FFF2-40B4-BE49-F238E27FC236}">
                <a16:creationId xmlns:a16="http://schemas.microsoft.com/office/drawing/2014/main" id="{F5B500E8-DB39-442F-AD4A-610EB529CDB1}"/>
              </a:ext>
            </a:extLst>
          </p:cNvPr>
          <p:cNvSpPr>
            <a:spLocks noGrp="1"/>
          </p:cNvSpPr>
          <p:nvPr>
            <p:ph type="sldNum" sz="quarter" idx="12"/>
          </p:nvPr>
        </p:nvSpPr>
        <p:spPr>
          <a:xfrm>
            <a:off x="457201" y="6325299"/>
            <a:ext cx="352097" cy="304100"/>
          </a:xfrm>
          <a:prstGeom prst="rect">
            <a:avLst/>
          </a:prstGeom>
        </p:spPr>
        <p:txBody>
          <a:bodyPr/>
          <a:lstStyle>
            <a:lvl1pPr>
              <a:defRPr>
                <a:solidFill>
                  <a:schemeClr val="tx1"/>
                </a:solidFill>
              </a:defRPr>
            </a:lvl1pPr>
          </a:lstStyle>
          <a:p>
            <a:fld id="{2EFEF571-C9B4-4D92-A7F7-315B894862A8}" type="slidenum">
              <a:rPr lang="en-US" smtClean="0"/>
              <a:pPr/>
              <a:t>‹#›</a:t>
            </a:fld>
            <a:endParaRPr lang="en-US"/>
          </a:p>
        </p:txBody>
      </p:sp>
      <p:sp>
        <p:nvSpPr>
          <p:cNvPr id="7" name="Content Placeholder 3">
            <a:extLst>
              <a:ext uri="{FF2B5EF4-FFF2-40B4-BE49-F238E27FC236}">
                <a16:creationId xmlns:a16="http://schemas.microsoft.com/office/drawing/2014/main" id="{81757621-CF57-B04A-880F-50800569DC7D}"/>
              </a:ext>
            </a:extLst>
          </p:cNvPr>
          <p:cNvSpPr>
            <a:spLocks noGrp="1"/>
          </p:cNvSpPr>
          <p:nvPr>
            <p:ph sz="half" idx="2"/>
          </p:nvPr>
        </p:nvSpPr>
        <p:spPr>
          <a:xfrm>
            <a:off x="457200" y="1700785"/>
            <a:ext cx="11368088" cy="3959081"/>
          </a:xfrm>
          <a:prstGeom prst="rect">
            <a:avLst/>
          </a:prstGeom>
        </p:spPr>
        <p:txBody>
          <a:bodyPr/>
          <a:lstStyle>
            <a:lvl1pPr marL="457189" indent="-457189">
              <a:lnSpc>
                <a:spcPct val="100000"/>
              </a:lnSpc>
              <a:buFont typeface="+mj-lt"/>
              <a:buAutoNum type="arabicPeriod"/>
              <a:tabLst/>
              <a:defRPr sz="1800">
                <a:solidFill>
                  <a:schemeClr val="tx1"/>
                </a:solidFill>
              </a:defRPr>
            </a:lvl1pPr>
            <a:lvl2pPr marL="690545" indent="-230182">
              <a:lnSpc>
                <a:spcPct val="100000"/>
              </a:lnSpc>
              <a:buFont typeface="Arial" panose="020B0604020202020204" pitchFamily="34" charset="0"/>
              <a:buChar char="•"/>
              <a:tabLst/>
              <a:defRPr sz="1800">
                <a:solidFill>
                  <a:schemeClr val="tx1"/>
                </a:solidFill>
              </a:defRPr>
            </a:lvl2pPr>
            <a:lvl3pPr marL="976289" indent="-230182">
              <a:lnSpc>
                <a:spcPct val="100000"/>
              </a:lnSpc>
              <a:buFont typeface="Cambria" panose="02040503050406030204" pitchFamily="18" charset="0"/>
              <a:buChar char="⎻"/>
              <a:tabLst/>
              <a:defRPr sz="1800">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pic>
        <p:nvPicPr>
          <p:cNvPr id="9" name="Picture 8">
            <a:extLst>
              <a:ext uri="{FF2B5EF4-FFF2-40B4-BE49-F238E27FC236}">
                <a16:creationId xmlns:a16="http://schemas.microsoft.com/office/drawing/2014/main" id="{2D4D26F9-1077-4443-A17C-B4C76A2FF60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3" name="Picture 2">
            <a:extLst>
              <a:ext uri="{FF2B5EF4-FFF2-40B4-BE49-F238E27FC236}">
                <a16:creationId xmlns:a16="http://schemas.microsoft.com/office/drawing/2014/main" id="{BC993F8F-318A-E49E-F121-8CA6DC99985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99300" y="291347"/>
            <a:ext cx="2152968" cy="245275"/>
          </a:xfrm>
          <a:prstGeom prst="rect">
            <a:avLst/>
          </a:prstGeom>
        </p:spPr>
      </p:pic>
    </p:spTree>
    <p:extLst>
      <p:ext uri="{BB962C8B-B14F-4D97-AF65-F5344CB8AC3E}">
        <p14:creationId xmlns:p14="http://schemas.microsoft.com/office/powerpoint/2010/main" val="2597999571"/>
      </p:ext>
    </p:extLst>
  </p:cSld>
  <p:clrMapOvr>
    <a:overrideClrMapping bg1="dk1" tx1="lt1" bg2="dk2" tx2="lt2" accent1="accent1" accent2="accent2" accent3="accent3" accent4="accent4" accent5="accent5" accent6="accent6" hlink="hlink" folHlink="folHlink"/>
  </p:clrMapOvr>
  <p:hf hd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losing">
    <p:bg>
      <p:bgRef idx="1001">
        <a:schemeClr val="bg2"/>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0EC9DA8-4888-CD46-8867-018922635CC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902201" y="-16933"/>
            <a:ext cx="7307799" cy="6874933"/>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8" y="1903672"/>
            <a:ext cx="6053327" cy="1846659"/>
          </a:xfrm>
        </p:spPr>
        <p:txBody>
          <a:bodyPr wrap="square" anchor="ctr" anchorCtr="0">
            <a:spAutoFit/>
          </a:bodyPr>
          <a:lstStyle>
            <a:lvl1pPr algn="l">
              <a:defRPr sz="6000" b="1">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tx1"/>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tx1"/>
                </a:solidFill>
              </a:defRPr>
            </a:lvl1pPr>
          </a:lstStyle>
          <a:p>
            <a:fld id="{2EFEF571-C9B4-4D92-A7F7-315B894862A8}" type="slidenum">
              <a:rPr lang="en-US" smtClean="0"/>
              <a:pPr/>
              <a:t>‹#›</a:t>
            </a:fld>
            <a:endParaRPr lang="en-US"/>
          </a:p>
        </p:txBody>
      </p:sp>
      <p:sp>
        <p:nvSpPr>
          <p:cNvPr id="14" name="Text Placeholder 12">
            <a:extLst>
              <a:ext uri="{FF2B5EF4-FFF2-40B4-BE49-F238E27FC236}">
                <a16:creationId xmlns:a16="http://schemas.microsoft.com/office/drawing/2014/main" id="{C7BDEB1A-BAD0-BF40-B60C-ADBD28409201}"/>
              </a:ext>
            </a:extLst>
          </p:cNvPr>
          <p:cNvSpPr>
            <a:spLocks noGrp="1"/>
          </p:cNvSpPr>
          <p:nvPr>
            <p:ph type="body" sz="quarter" idx="13"/>
          </p:nvPr>
        </p:nvSpPr>
        <p:spPr>
          <a:xfrm>
            <a:off x="1041400" y="3897548"/>
            <a:ext cx="6053323" cy="1295400"/>
          </a:xfrm>
          <a:prstGeom prst="rect">
            <a:avLst/>
          </a:prstGeom>
        </p:spPr>
        <p:txBody>
          <a:bodyPr/>
          <a:lstStyle/>
          <a:p>
            <a:pPr lvl="0"/>
            <a:r>
              <a:rPr lang="en-US"/>
              <a:t>Click to edit Master text styles</a:t>
            </a:r>
          </a:p>
        </p:txBody>
      </p:sp>
      <p:pic>
        <p:nvPicPr>
          <p:cNvPr id="11" name="Logo">
            <a:extLst>
              <a:ext uri="{FF2B5EF4-FFF2-40B4-BE49-F238E27FC236}">
                <a16:creationId xmlns:a16="http://schemas.microsoft.com/office/drawing/2014/main" id="{3255087C-F40D-2E4F-A55B-4F9057EEE57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72759" y="381864"/>
            <a:ext cx="2067983" cy="620395"/>
          </a:xfrm>
          <a:prstGeom prst="rect">
            <a:avLst/>
          </a:prstGeom>
        </p:spPr>
      </p:pic>
      <p:pic>
        <p:nvPicPr>
          <p:cNvPr id="4" name="Picture 3">
            <a:extLst>
              <a:ext uri="{FF2B5EF4-FFF2-40B4-BE49-F238E27FC236}">
                <a16:creationId xmlns:a16="http://schemas.microsoft.com/office/drawing/2014/main" id="{F8AB5934-A26E-90AB-75E0-11603F747A0F}"/>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74756" y="1611579"/>
            <a:ext cx="4060795" cy="462621"/>
          </a:xfrm>
          <a:prstGeom prst="rect">
            <a:avLst/>
          </a:prstGeom>
        </p:spPr>
      </p:pic>
    </p:spTree>
    <p:extLst>
      <p:ext uri="{BB962C8B-B14F-4D97-AF65-F5344CB8AC3E}">
        <p14:creationId xmlns:p14="http://schemas.microsoft.com/office/powerpoint/2010/main" val="1794702693"/>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Divider 1 - gradient 1">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p:nvPicPr>
        <p:blipFill rotWithShape="1">
          <a:blip r:embed="rId2" cstate="hqprint">
            <a:extLst>
              <a:ext uri="{28A0092B-C50C-407E-A947-70E740481C1C}">
                <a14:useLocalDpi xmlns:a14="http://schemas.microsoft.com/office/drawing/2010/main"/>
              </a:ext>
            </a:extLst>
          </a:blip>
          <a:srcRect l="337" t="337"/>
          <a:stretch/>
        </p:blipFill>
        <p:spPr>
          <a:xfrm>
            <a:off x="0" y="0"/>
            <a:ext cx="12192000" cy="6858000"/>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2"/>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2"/>
                </a:solidFill>
              </a:defRPr>
            </a:lvl1pPr>
          </a:lstStyle>
          <a:p>
            <a:fld id="{2EFEF571-C9B4-4D92-A7F7-315B894862A8}" type="slidenum">
              <a:rPr lang="en-US" smtClean="0"/>
              <a:pPr/>
              <a:t>‹#›</a:t>
            </a:fld>
            <a:endParaRPr lang="en-US"/>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3"/>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11" name="Picture 5">
            <a:extLst>
              <a:ext uri="{FF2B5EF4-FFF2-40B4-BE49-F238E27FC236}">
                <a16:creationId xmlns:a16="http://schemas.microsoft.com/office/drawing/2014/main" id="{59C228D1-6A04-314E-AC72-C1145412222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F3D822E1-FE5F-B452-5DAE-DC0F0E349D12}"/>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672321" y="299665"/>
            <a:ext cx="2079948" cy="236955"/>
          </a:xfrm>
          <a:prstGeom prst="rect">
            <a:avLst/>
          </a:prstGeom>
        </p:spPr>
      </p:pic>
    </p:spTree>
    <p:extLst>
      <p:ext uri="{BB962C8B-B14F-4D97-AF65-F5344CB8AC3E}">
        <p14:creationId xmlns:p14="http://schemas.microsoft.com/office/powerpoint/2010/main" val="799818550"/>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Divider 1 - gradient 2">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1"/>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1"/>
                </a:solidFill>
              </a:defRPr>
            </a:lvl1pPr>
          </a:lstStyle>
          <a:p>
            <a:fld id="{2EFEF571-C9B4-4D92-A7F7-315B894862A8}" type="slidenum">
              <a:rPr lang="en-US" smtClean="0"/>
              <a:pPr/>
              <a:t>‹#›</a:t>
            </a:fld>
            <a:endParaRPr lang="en-US"/>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3"/>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9" name="Picture 5">
            <a:extLst>
              <a:ext uri="{FF2B5EF4-FFF2-40B4-BE49-F238E27FC236}">
                <a16:creationId xmlns:a16="http://schemas.microsoft.com/office/drawing/2014/main" id="{D0F15C86-2BE4-DF46-883D-1A499451924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06033A01-9A20-FA3A-65AD-A11091DC9A8F}"/>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672321" y="299665"/>
            <a:ext cx="2079948" cy="236955"/>
          </a:xfrm>
          <a:prstGeom prst="rect">
            <a:avLst/>
          </a:prstGeom>
        </p:spPr>
      </p:pic>
    </p:spTree>
    <p:extLst>
      <p:ext uri="{BB962C8B-B14F-4D97-AF65-F5344CB8AC3E}">
        <p14:creationId xmlns:p14="http://schemas.microsoft.com/office/powerpoint/2010/main" val="1194545932"/>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Divider 1 - gradient 3">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 y="-5693"/>
            <a:ext cx="12202121" cy="6863693"/>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1"/>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1"/>
                </a:solidFill>
              </a:defRPr>
            </a:lvl1pPr>
          </a:lstStyle>
          <a:p>
            <a:fld id="{2EFEF571-C9B4-4D92-A7F7-315B894862A8}" type="slidenum">
              <a:rPr lang="en-US" smtClean="0"/>
              <a:pPr/>
              <a:t>‹#›</a:t>
            </a:fld>
            <a:endParaRPr lang="en-US"/>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3"/>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9" name="Picture 5">
            <a:extLst>
              <a:ext uri="{FF2B5EF4-FFF2-40B4-BE49-F238E27FC236}">
                <a16:creationId xmlns:a16="http://schemas.microsoft.com/office/drawing/2014/main" id="{62FFB9D1-0873-894C-8D31-DBAD9B4DD02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F95DA384-8066-CBB9-8393-7C5A5B46203A}"/>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672321" y="299665"/>
            <a:ext cx="2079948" cy="236955"/>
          </a:xfrm>
          <a:prstGeom prst="rect">
            <a:avLst/>
          </a:prstGeom>
        </p:spPr>
      </p:pic>
    </p:spTree>
    <p:extLst>
      <p:ext uri="{BB962C8B-B14F-4D97-AF65-F5344CB8AC3E}">
        <p14:creationId xmlns:p14="http://schemas.microsoft.com/office/powerpoint/2010/main" val="132007131"/>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Divider 2 - gradient 1">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5010" t="10638" r="15648"/>
          <a:stretch/>
        </p:blipFill>
        <p:spPr>
          <a:xfrm>
            <a:off x="0" y="0"/>
            <a:ext cx="12192000" cy="6866021"/>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1"/>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1"/>
                </a:solidFill>
              </a:defRPr>
            </a:lvl1pPr>
          </a:lstStyle>
          <a:p>
            <a:fld id="{2EFEF571-C9B4-4D92-A7F7-315B894862A8}" type="slidenum">
              <a:rPr lang="en-US" smtClean="0"/>
              <a:pPr/>
              <a:t>‹#›</a:t>
            </a:fld>
            <a:endParaRPr lang="en-US"/>
          </a:p>
        </p:txBody>
      </p:sp>
      <p:sp>
        <p:nvSpPr>
          <p:cNvPr id="14" name="Title 1">
            <a:extLst>
              <a:ext uri="{FF2B5EF4-FFF2-40B4-BE49-F238E27FC236}">
                <a16:creationId xmlns:a16="http://schemas.microsoft.com/office/drawing/2014/main" id="{740E8CFD-9DDE-024A-8B25-06FBC426124E}"/>
              </a:ext>
            </a:extLst>
          </p:cNvPr>
          <p:cNvSpPr>
            <a:spLocks noGrp="1"/>
          </p:cNvSpPr>
          <p:nvPr>
            <p:ph type="ctrTitle" hasCustomPrompt="1"/>
          </p:nvPr>
        </p:nvSpPr>
        <p:spPr>
          <a:xfrm>
            <a:off x="1042417" y="1812210"/>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dirty="0"/>
              <a:t>Click to edit Master title style, copy can go here on a few lines</a:t>
            </a:r>
          </a:p>
        </p:txBody>
      </p:sp>
      <p:pic>
        <p:nvPicPr>
          <p:cNvPr id="10" name="Picture 8">
            <a:extLst>
              <a:ext uri="{FF2B5EF4-FFF2-40B4-BE49-F238E27FC236}">
                <a16:creationId xmlns:a16="http://schemas.microsoft.com/office/drawing/2014/main" id="{03B841D5-E729-0B48-838D-EA94F2CCBBD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82017727-041F-8041-F2AF-6D03315B2C5D}"/>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9599300" y="291345"/>
            <a:ext cx="2152968" cy="245275"/>
          </a:xfrm>
          <a:prstGeom prst="rect">
            <a:avLst/>
          </a:prstGeom>
        </p:spPr>
      </p:pic>
    </p:spTree>
    <p:extLst>
      <p:ext uri="{BB962C8B-B14F-4D97-AF65-F5344CB8AC3E}">
        <p14:creationId xmlns:p14="http://schemas.microsoft.com/office/powerpoint/2010/main" val="411092197"/>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Divider 2 - gradient 2">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9098" r="11765" b="30863"/>
          <a:stretch/>
        </p:blipFill>
        <p:spPr>
          <a:xfrm>
            <a:off x="0" y="0"/>
            <a:ext cx="12192000" cy="6914147"/>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1"/>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1"/>
                </a:solidFill>
              </a:defRPr>
            </a:lvl1pPr>
          </a:lstStyle>
          <a:p>
            <a:fld id="{2EFEF571-C9B4-4D92-A7F7-315B894862A8}" type="slidenum">
              <a:rPr lang="en-US" smtClean="0"/>
              <a:pPr/>
              <a:t>‹#›</a:t>
            </a:fld>
            <a:endParaRPr lang="en-US"/>
          </a:p>
        </p:txBody>
      </p:sp>
      <p:sp>
        <p:nvSpPr>
          <p:cNvPr id="15" name="Title 1">
            <a:extLst>
              <a:ext uri="{FF2B5EF4-FFF2-40B4-BE49-F238E27FC236}">
                <a16:creationId xmlns:a16="http://schemas.microsoft.com/office/drawing/2014/main" id="{B6550D2D-C709-0F4A-847A-CB0BEE38C330}"/>
              </a:ext>
            </a:extLst>
          </p:cNvPr>
          <p:cNvSpPr>
            <a:spLocks noGrp="1"/>
          </p:cNvSpPr>
          <p:nvPr>
            <p:ph type="ctrTitle" hasCustomPrompt="1"/>
          </p:nvPr>
        </p:nvSpPr>
        <p:spPr>
          <a:xfrm>
            <a:off x="1042417" y="1812210"/>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dirty="0"/>
              <a:t>Click to edit Master title style, copy can go here on a few lines</a:t>
            </a:r>
          </a:p>
        </p:txBody>
      </p:sp>
      <p:pic>
        <p:nvPicPr>
          <p:cNvPr id="10" name="Picture 8">
            <a:extLst>
              <a:ext uri="{FF2B5EF4-FFF2-40B4-BE49-F238E27FC236}">
                <a16:creationId xmlns:a16="http://schemas.microsoft.com/office/drawing/2014/main" id="{B41B291C-6CE8-F14B-BD0E-B1C3E37430B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0B45C99C-BFD5-59DF-6BB7-382A55EA1BB9}"/>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9599300" y="291345"/>
            <a:ext cx="2152968" cy="245275"/>
          </a:xfrm>
          <a:prstGeom prst="rect">
            <a:avLst/>
          </a:prstGeom>
        </p:spPr>
      </p:pic>
    </p:spTree>
    <p:extLst>
      <p:ext uri="{BB962C8B-B14F-4D97-AF65-F5344CB8AC3E}">
        <p14:creationId xmlns:p14="http://schemas.microsoft.com/office/powerpoint/2010/main" val="3481200145"/>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Divider 2 - gradient 3">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7923" t="14335" r="14839" b="41847"/>
          <a:stretch/>
        </p:blipFill>
        <p:spPr>
          <a:xfrm>
            <a:off x="-1" y="-1"/>
            <a:ext cx="12215813" cy="6930191"/>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tx2"/>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tx2"/>
                </a:solidFill>
              </a:defRPr>
            </a:lvl1pPr>
          </a:lstStyle>
          <a:p>
            <a:fld id="{2EFEF571-C9B4-4D92-A7F7-315B894862A8}" type="slidenum">
              <a:rPr lang="en-US" smtClean="0"/>
              <a:pPr/>
              <a:t>‹#›</a:t>
            </a:fld>
            <a:endParaRPr lang="en-US"/>
          </a:p>
        </p:txBody>
      </p:sp>
      <p:sp>
        <p:nvSpPr>
          <p:cNvPr id="11" name="Title 1">
            <a:extLst>
              <a:ext uri="{FF2B5EF4-FFF2-40B4-BE49-F238E27FC236}">
                <a16:creationId xmlns:a16="http://schemas.microsoft.com/office/drawing/2014/main" id="{AFC705F0-5703-9D4B-88FE-DB399EC06DE1}"/>
              </a:ext>
            </a:extLst>
          </p:cNvPr>
          <p:cNvSpPr>
            <a:spLocks noGrp="1"/>
          </p:cNvSpPr>
          <p:nvPr>
            <p:ph type="ctrTitle" hasCustomPrompt="1"/>
          </p:nvPr>
        </p:nvSpPr>
        <p:spPr>
          <a:xfrm>
            <a:off x="1042417" y="1812210"/>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dirty="0"/>
              <a:t>Click to edit Master title style, copy can go here on a few lines</a:t>
            </a:r>
          </a:p>
        </p:txBody>
      </p:sp>
      <p:pic>
        <p:nvPicPr>
          <p:cNvPr id="9" name="Picture 5">
            <a:extLst>
              <a:ext uri="{FF2B5EF4-FFF2-40B4-BE49-F238E27FC236}">
                <a16:creationId xmlns:a16="http://schemas.microsoft.com/office/drawing/2014/main" id="{60840CD1-0279-BD46-8F25-1989D92D033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D54D227-27D9-8D0B-5823-2759C913F812}"/>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197629852"/>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riple divide - gradient 1">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7729644-34C5-1543-86E0-550EBEFDAD2B}"/>
              </a:ext>
            </a:extLst>
          </p:cNvPr>
          <p:cNvPicPr>
            <a:picLocks noChangeAspect="1"/>
          </p:cNvPicPr>
          <p:nvPr/>
        </p:nvPicPr>
        <p:blipFill rotWithShape="1">
          <a:blip r:embed="rId2">
            <a:extLst>
              <a:ext uri="{28A0092B-C50C-407E-A947-70E740481C1C}">
                <a14:useLocalDpi xmlns:a14="http://schemas.microsoft.com/office/drawing/2010/main" val="0"/>
              </a:ext>
            </a:extLst>
          </a:blip>
          <a:srcRect l="15012" t="20936" r="6388" b="390"/>
          <a:stretch/>
        </p:blipFill>
        <p:spPr>
          <a:xfrm>
            <a:off x="11577" y="0"/>
            <a:ext cx="12180425" cy="6858000"/>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2019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fld id="{2EFEF571-C9B4-4D92-A7F7-315B894862A8}" type="slidenum">
              <a:rPr lang="en-US" smtClean="0"/>
              <a:pPr/>
              <a:t>‹#›</a:t>
            </a:fld>
            <a:endParaRPr lang="en-US"/>
          </a:p>
        </p:txBody>
      </p:sp>
      <p:pic>
        <p:nvPicPr>
          <p:cNvPr id="8" name="Picture 8">
            <a:extLst>
              <a:ext uri="{FF2B5EF4-FFF2-40B4-BE49-F238E27FC236}">
                <a16:creationId xmlns:a16="http://schemas.microsoft.com/office/drawing/2014/main" id="{E2C8F4C0-B128-9B4A-A493-3A158A484A8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F1C83AEF-A41E-F3A5-41A0-A34DD19D6D71}"/>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599300" y="291345"/>
            <a:ext cx="2152968" cy="245275"/>
          </a:xfrm>
          <a:prstGeom prst="rect">
            <a:avLst/>
          </a:prstGeom>
        </p:spPr>
      </p:pic>
    </p:spTree>
    <p:extLst>
      <p:ext uri="{BB962C8B-B14F-4D97-AF65-F5344CB8AC3E}">
        <p14:creationId xmlns:p14="http://schemas.microsoft.com/office/powerpoint/2010/main" val="3137149775"/>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riple divide - gradient 2">
    <p:bg>
      <p:bgRef idx="1001">
        <a:schemeClr val="bg2"/>
      </p:bgRef>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B358EE7-FC7D-E843-AF2C-8D996FE3471B}"/>
              </a:ext>
            </a:extLst>
          </p:cNvPr>
          <p:cNvPicPr>
            <a:picLocks noChangeAspect="1"/>
          </p:cNvPicPr>
          <p:nvPr/>
        </p:nvPicPr>
        <p:blipFill rotWithShape="1">
          <a:blip r:embed="rId2">
            <a:extLst>
              <a:ext uri="{28A0092B-C50C-407E-A947-70E740481C1C}">
                <a14:useLocalDpi xmlns:a14="http://schemas.microsoft.com/office/drawing/2010/main" val="0"/>
              </a:ext>
            </a:extLst>
          </a:blip>
          <a:srcRect l="14690" t="21108" r="6420"/>
          <a:stretch/>
        </p:blipFill>
        <p:spPr>
          <a:xfrm>
            <a:off x="0" y="0"/>
            <a:ext cx="12192000" cy="6858000"/>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2019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fld id="{2EFEF571-C9B4-4D92-A7F7-315B894862A8}" type="slidenum">
              <a:rPr lang="en-US" smtClean="0"/>
              <a:pPr/>
              <a:t>‹#›</a:t>
            </a:fld>
            <a:endParaRPr lang="en-US"/>
          </a:p>
        </p:txBody>
      </p:sp>
      <p:pic>
        <p:nvPicPr>
          <p:cNvPr id="6" name="Picture 8">
            <a:extLst>
              <a:ext uri="{FF2B5EF4-FFF2-40B4-BE49-F238E27FC236}">
                <a16:creationId xmlns:a16="http://schemas.microsoft.com/office/drawing/2014/main" id="{BEC0577B-E1A3-BB47-B7CB-EBF6A2B0F9A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A8937E25-B6F8-1610-09E3-7DE75BDF045B}"/>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599300" y="291345"/>
            <a:ext cx="2152968" cy="245275"/>
          </a:xfrm>
          <a:prstGeom prst="rect">
            <a:avLst/>
          </a:prstGeom>
        </p:spPr>
      </p:pic>
    </p:spTree>
    <p:extLst>
      <p:ext uri="{BB962C8B-B14F-4D97-AF65-F5344CB8AC3E}">
        <p14:creationId xmlns:p14="http://schemas.microsoft.com/office/powerpoint/2010/main" val="3185696127"/>
      </p:ext>
    </p:extLst>
  </p:cSld>
  <p:clrMapOvr>
    <a:overrideClrMapping bg1="lt1" tx1="dk1" bg2="lt2" tx2="dk2" accent1="accent1" accent2="accent2" accent3="accent3" accent4="accent4" accent5="accent5" accent6="accent6" hlink="hlink" folHlink="folHlink"/>
  </p:clrMapOvr>
  <p:hf hdr="0" dt="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riple divide - gradient 3">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FFA9B71-FDBF-F042-A42A-6CCE17940292}"/>
              </a:ext>
            </a:extLst>
          </p:cNvPr>
          <p:cNvPicPr>
            <a:picLocks noChangeAspect="1"/>
          </p:cNvPicPr>
          <p:nvPr/>
        </p:nvPicPr>
        <p:blipFill rotWithShape="1">
          <a:blip r:embed="rId2">
            <a:extLst>
              <a:ext uri="{28A0092B-C50C-407E-A947-70E740481C1C}">
                <a14:useLocalDpi xmlns:a14="http://schemas.microsoft.com/office/drawing/2010/main" val="0"/>
              </a:ext>
            </a:extLst>
          </a:blip>
          <a:srcRect l="16053" t="22108" r="6545" b="-1"/>
          <a:stretch/>
        </p:blipFill>
        <p:spPr>
          <a:xfrm>
            <a:off x="11575" y="1"/>
            <a:ext cx="12192000" cy="6872467"/>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2019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fld id="{2EFEF571-C9B4-4D92-A7F7-315B894862A8}" type="slidenum">
              <a:rPr lang="en-US" smtClean="0"/>
              <a:pPr/>
              <a:t>‹#›</a:t>
            </a:fld>
            <a:endParaRPr lang="en-US"/>
          </a:p>
        </p:txBody>
      </p:sp>
      <p:pic>
        <p:nvPicPr>
          <p:cNvPr id="7" name="Picture 5">
            <a:extLst>
              <a:ext uri="{FF2B5EF4-FFF2-40B4-BE49-F238E27FC236}">
                <a16:creationId xmlns:a16="http://schemas.microsoft.com/office/drawing/2014/main" id="{79CCFE82-B8A6-BC48-80D3-A5EA4ECAAEE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CD0C7B6A-8FDF-17C6-8EC9-542EE49909D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599300" y="291345"/>
            <a:ext cx="2152968" cy="245275"/>
          </a:xfrm>
          <a:prstGeom prst="rect">
            <a:avLst/>
          </a:prstGeom>
        </p:spPr>
      </p:pic>
    </p:spTree>
    <p:extLst>
      <p:ext uri="{BB962C8B-B14F-4D97-AF65-F5344CB8AC3E}">
        <p14:creationId xmlns:p14="http://schemas.microsoft.com/office/powerpoint/2010/main" val="154611851"/>
      </p:ext>
    </p:extLst>
  </p:cSld>
  <p:clrMapOvr>
    <a:overrideClrMapping bg1="lt1" tx1="dk1" bg2="lt2" tx2="dk2" accent1="accent1" accent2="accent2" accent3="accent3" accent4="accent4" accent5="accent5" accent6="accent6" hlink="hlink" folHlink="folHlink"/>
  </p:clrMapOvr>
  <p:hf hdr="0" dt="0"/>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Basic title and content - ligh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1"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pic>
        <p:nvPicPr>
          <p:cNvPr id="9" name="Picture 5">
            <a:extLst>
              <a:ext uri="{FF2B5EF4-FFF2-40B4-BE49-F238E27FC236}">
                <a16:creationId xmlns:a16="http://schemas.microsoft.com/office/drawing/2014/main" id="{45599541-E568-D346-8D2A-006A8CA8D6F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DE92A29E-8145-764B-AB9A-2902135D2835}"/>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1150979897"/>
      </p:ext>
    </p:extLst>
  </p:cSld>
  <p:clrMapOvr>
    <a:masterClrMapping/>
  </p:clrMapOvr>
  <p:hf hdr="0" dt="0"/>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Basic title and content - dark">
    <p:bg>
      <p:bgRef idx="1001">
        <a:schemeClr val="bg2"/>
      </p:bgRef>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1"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pic>
        <p:nvPicPr>
          <p:cNvPr id="8" name="Picture 8">
            <a:extLst>
              <a:ext uri="{FF2B5EF4-FFF2-40B4-BE49-F238E27FC236}">
                <a16:creationId xmlns:a16="http://schemas.microsoft.com/office/drawing/2014/main" id="{E2DC75C7-77A7-FD4D-BCC3-F341910731A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3" name="Picture 2">
            <a:extLst>
              <a:ext uri="{FF2B5EF4-FFF2-40B4-BE49-F238E27FC236}">
                <a16:creationId xmlns:a16="http://schemas.microsoft.com/office/drawing/2014/main" id="{94DA4B1F-E5E3-9D31-C3C9-A07A6E13BFAB}"/>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1352821050"/>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uper head, sub head, footnote - ligh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1"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4" name="Text Placeholder 2">
            <a:extLst>
              <a:ext uri="{FF2B5EF4-FFF2-40B4-BE49-F238E27FC236}">
                <a16:creationId xmlns:a16="http://schemas.microsoft.com/office/drawing/2014/main" id="{CF304BD6-DACB-8C40-8FF9-7D9AD2276F41}"/>
              </a:ext>
            </a:extLst>
          </p:cNvPr>
          <p:cNvSpPr>
            <a:spLocks noGrp="1"/>
          </p:cNvSpPr>
          <p:nvPr>
            <p:ph type="body" idx="19" hasCustomPrompt="1"/>
          </p:nvPr>
        </p:nvSpPr>
        <p:spPr>
          <a:xfrm>
            <a:off x="457202" y="992029"/>
            <a:ext cx="10808207" cy="461068"/>
          </a:xfrm>
          <a:prstGeom prst="rect">
            <a:avLst/>
          </a:prstGeom>
        </p:spPr>
        <p:txBody>
          <a:bodyPr anchor="t" anchorCtr="0"/>
          <a:lstStyle>
            <a:lvl1pPr marL="0" indent="0">
              <a:lnSpc>
                <a:spcPct val="100000"/>
              </a:lnSpc>
              <a:buNone/>
              <a:defRPr sz="1800" b="0">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subhead</a:t>
            </a:r>
          </a:p>
        </p:txBody>
      </p:sp>
      <p:sp>
        <p:nvSpPr>
          <p:cNvPr id="9" name="Text Placeholder 3">
            <a:extLst>
              <a:ext uri="{FF2B5EF4-FFF2-40B4-BE49-F238E27FC236}">
                <a16:creationId xmlns:a16="http://schemas.microsoft.com/office/drawing/2014/main" id="{85BFD73C-FDB7-EA40-835B-AC533361A9D3}"/>
              </a:ext>
            </a:extLst>
          </p:cNvPr>
          <p:cNvSpPr>
            <a:spLocks noGrp="1"/>
          </p:cNvSpPr>
          <p:nvPr>
            <p:ph type="body" sz="quarter" idx="18"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sp>
        <p:nvSpPr>
          <p:cNvPr id="13" name="Text Placeholder 2">
            <a:extLst>
              <a:ext uri="{FF2B5EF4-FFF2-40B4-BE49-F238E27FC236}">
                <a16:creationId xmlns:a16="http://schemas.microsoft.com/office/drawing/2014/main" id="{0ADE5300-D6EE-B945-A3F3-F094244958A0}"/>
              </a:ext>
            </a:extLst>
          </p:cNvPr>
          <p:cNvSpPr>
            <a:spLocks noGrp="1"/>
          </p:cNvSpPr>
          <p:nvPr>
            <p:ph type="body" idx="20" hasCustomPrompt="1"/>
          </p:nvPr>
        </p:nvSpPr>
        <p:spPr>
          <a:xfrm>
            <a:off x="457200" y="310896"/>
            <a:ext cx="10820400" cy="228600"/>
          </a:xfrm>
          <a:prstGeom prst="rect">
            <a:avLst/>
          </a:prstGeom>
        </p:spPr>
        <p:txBody>
          <a:bodyPr anchor="t" anchorCtr="0"/>
          <a:lstStyle>
            <a:lvl1pPr marL="0" indent="0">
              <a:lnSpc>
                <a:spcPct val="100000"/>
              </a:lnSpc>
              <a:buNone/>
              <a:tabLst/>
              <a:defRPr sz="1051" b="0">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super head</a:t>
            </a:r>
          </a:p>
        </p:txBody>
      </p:sp>
      <p:pic>
        <p:nvPicPr>
          <p:cNvPr id="10" name="Picture 5">
            <a:extLst>
              <a:ext uri="{FF2B5EF4-FFF2-40B4-BE49-F238E27FC236}">
                <a16:creationId xmlns:a16="http://schemas.microsoft.com/office/drawing/2014/main" id="{683D89A3-7746-6A4C-A4B4-55083AFF42B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2B790A18-D092-4631-6908-E29DFC1A713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3520178969"/>
      </p:ext>
    </p:extLst>
  </p:cSld>
  <p:clrMapOvr>
    <a:masterClrMapping/>
  </p:clrMapOvr>
  <p:hf hdr="0" dt="0"/>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uper head, sub head, footnote - dark">
    <p:bg>
      <p:bgRef idx="1001">
        <a:schemeClr val="bg1"/>
      </p:bgRef>
    </p:bg>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85BFD73C-FDB7-EA40-835B-AC533361A9D3}"/>
              </a:ext>
            </a:extLst>
          </p:cNvPr>
          <p:cNvSpPr>
            <a:spLocks noGrp="1"/>
          </p:cNvSpPr>
          <p:nvPr>
            <p:ph type="body" sz="quarter" idx="18"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sp>
        <p:nvSpPr>
          <p:cNvPr id="16" name="Title 1">
            <a:extLst>
              <a:ext uri="{FF2B5EF4-FFF2-40B4-BE49-F238E27FC236}">
                <a16:creationId xmlns:a16="http://schemas.microsoft.com/office/drawing/2014/main" id="{A94C77B6-AAD6-F647-8C6E-86BBA9A120F1}"/>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4" name="Text Placeholder 2">
            <a:extLst>
              <a:ext uri="{FF2B5EF4-FFF2-40B4-BE49-F238E27FC236}">
                <a16:creationId xmlns:a16="http://schemas.microsoft.com/office/drawing/2014/main" id="{2956CCA1-9C74-CA46-A5B7-7587CB64531B}"/>
              </a:ext>
            </a:extLst>
          </p:cNvPr>
          <p:cNvSpPr>
            <a:spLocks noGrp="1"/>
          </p:cNvSpPr>
          <p:nvPr>
            <p:ph type="body" idx="19" hasCustomPrompt="1"/>
          </p:nvPr>
        </p:nvSpPr>
        <p:spPr>
          <a:xfrm>
            <a:off x="457202" y="992029"/>
            <a:ext cx="10808207" cy="461068"/>
          </a:xfrm>
          <a:prstGeom prst="rect">
            <a:avLst/>
          </a:prstGeom>
        </p:spPr>
        <p:txBody>
          <a:bodyPr anchor="t" anchorCtr="0"/>
          <a:lstStyle>
            <a:lvl1pPr marL="0" indent="0">
              <a:lnSpc>
                <a:spcPct val="100000"/>
              </a:lnSpc>
              <a:buNone/>
              <a:defRPr sz="1800" b="0">
                <a:solidFill>
                  <a:schemeClr val="accent4"/>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subhead</a:t>
            </a:r>
          </a:p>
        </p:txBody>
      </p:sp>
      <p:sp>
        <p:nvSpPr>
          <p:cNvPr id="15" name="Content Placeholder 4">
            <a:extLst>
              <a:ext uri="{FF2B5EF4-FFF2-40B4-BE49-F238E27FC236}">
                <a16:creationId xmlns:a16="http://schemas.microsoft.com/office/drawing/2014/main" id="{C2AE54E8-458B-5C4F-B54B-1C227C4EA635}"/>
              </a:ext>
            </a:extLst>
          </p:cNvPr>
          <p:cNvSpPr>
            <a:spLocks noGrp="1"/>
          </p:cNvSpPr>
          <p:nvPr>
            <p:ph sz="quarter" idx="21"/>
          </p:nvPr>
        </p:nvSpPr>
        <p:spPr>
          <a:xfrm>
            <a:off x="457201"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
            <a:extLst>
              <a:ext uri="{FF2B5EF4-FFF2-40B4-BE49-F238E27FC236}">
                <a16:creationId xmlns:a16="http://schemas.microsoft.com/office/drawing/2014/main" id="{826FEF70-CE92-7B4E-BF8A-A311E29D33D1}"/>
              </a:ext>
            </a:extLst>
          </p:cNvPr>
          <p:cNvSpPr>
            <a:spLocks noGrp="1"/>
          </p:cNvSpPr>
          <p:nvPr>
            <p:ph type="body" idx="20" hasCustomPrompt="1"/>
          </p:nvPr>
        </p:nvSpPr>
        <p:spPr>
          <a:xfrm>
            <a:off x="457200" y="310896"/>
            <a:ext cx="10820400" cy="228600"/>
          </a:xfrm>
          <a:prstGeom prst="rect">
            <a:avLst/>
          </a:prstGeom>
        </p:spPr>
        <p:txBody>
          <a:bodyPr anchor="t" anchorCtr="0"/>
          <a:lstStyle>
            <a:lvl1pPr marL="0" indent="0">
              <a:lnSpc>
                <a:spcPct val="100000"/>
              </a:lnSpc>
              <a:buNone/>
              <a:defRPr sz="1051" b="0">
                <a:solidFill>
                  <a:schemeClr val="accent4"/>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super head</a:t>
            </a:r>
          </a:p>
        </p:txBody>
      </p:sp>
      <p:pic>
        <p:nvPicPr>
          <p:cNvPr id="10" name="Picture 8">
            <a:extLst>
              <a:ext uri="{FF2B5EF4-FFF2-40B4-BE49-F238E27FC236}">
                <a16:creationId xmlns:a16="http://schemas.microsoft.com/office/drawing/2014/main" id="{E3B7DA40-15F3-AF49-ABF8-C4C1FBC131D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0A2B2312-B937-FFA8-EE1D-40CB7258FB3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192735502"/>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wo column - light">
    <p:spTree>
      <p:nvGrpSpPr>
        <p:cNvPr id="1" name=""/>
        <p:cNvGrpSpPr/>
        <p:nvPr/>
      </p:nvGrpSpPr>
      <p:grpSpPr>
        <a:xfrm>
          <a:off x="0" y="0"/>
          <a:ext cx="0" cy="0"/>
          <a:chOff x="0" y="0"/>
          <a:chExt cx="0" cy="0"/>
        </a:xfrm>
      </p:grpSpPr>
      <p:sp>
        <p:nvSpPr>
          <p:cNvPr id="16" name="Text Placeholder 3">
            <a:extLst>
              <a:ext uri="{FF2B5EF4-FFF2-40B4-BE49-F238E27FC236}">
                <a16:creationId xmlns:a16="http://schemas.microsoft.com/office/drawing/2014/main" id="{190BDC89-ADC1-D243-9AED-87C420EB13D4}"/>
              </a:ext>
            </a:extLst>
          </p:cNvPr>
          <p:cNvSpPr>
            <a:spLocks noGrp="1"/>
          </p:cNvSpPr>
          <p:nvPr>
            <p:ph type="body" sz="quarter" idx="19"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18" name="Footer Placeholder 4">
            <a:extLst>
              <a:ext uri="{FF2B5EF4-FFF2-40B4-BE49-F238E27FC236}">
                <a16:creationId xmlns:a16="http://schemas.microsoft.com/office/drawing/2014/main" id="{5C3714E0-F154-3C48-95D7-D6542B9043EF}"/>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19" name="Slide Number Placeholder 5">
            <a:extLst>
              <a:ext uri="{FF2B5EF4-FFF2-40B4-BE49-F238E27FC236}">
                <a16:creationId xmlns:a16="http://schemas.microsoft.com/office/drawing/2014/main" id="{7A55FE01-A547-E549-9FD2-968ECC91D033}"/>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sp>
        <p:nvSpPr>
          <p:cNvPr id="20" name="Title 1">
            <a:extLst>
              <a:ext uri="{FF2B5EF4-FFF2-40B4-BE49-F238E27FC236}">
                <a16:creationId xmlns:a16="http://schemas.microsoft.com/office/drawing/2014/main" id="{BE086D4D-AE0E-994F-85B0-5741E544EE6A}"/>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2" name="Text Placeholder 5">
            <a:extLst>
              <a:ext uri="{FF2B5EF4-FFF2-40B4-BE49-F238E27FC236}">
                <a16:creationId xmlns:a16="http://schemas.microsoft.com/office/drawing/2014/main" id="{2DF8DBFC-CC24-C840-A172-2ADB2181C537}"/>
              </a:ext>
            </a:extLst>
          </p:cNvPr>
          <p:cNvSpPr>
            <a:spLocks noGrp="1"/>
          </p:cNvSpPr>
          <p:nvPr>
            <p:ph type="body" sz="quarter" idx="32"/>
          </p:nvPr>
        </p:nvSpPr>
        <p:spPr>
          <a:xfrm>
            <a:off x="452439" y="1196977"/>
            <a:ext cx="5303520" cy="282575"/>
          </a:xfrm>
        </p:spPr>
        <p:txBody>
          <a:bodyPr/>
          <a:lstStyle>
            <a:lvl1pPr>
              <a:defRPr sz="1800">
                <a:solidFill>
                  <a:schemeClr val="accent3"/>
                </a:solidFill>
              </a:defRPr>
            </a:lvl1pPr>
          </a:lstStyle>
          <a:p>
            <a:pPr lvl="0"/>
            <a:r>
              <a:rPr lang="en-US"/>
              <a:t>Click to edit Master text styles</a:t>
            </a:r>
          </a:p>
        </p:txBody>
      </p:sp>
      <p:sp>
        <p:nvSpPr>
          <p:cNvPr id="13" name="Content Placeholder 7">
            <a:extLst>
              <a:ext uri="{FF2B5EF4-FFF2-40B4-BE49-F238E27FC236}">
                <a16:creationId xmlns:a16="http://schemas.microsoft.com/office/drawing/2014/main" id="{2BBEF564-80F0-B040-A31B-AA3B0FBC4213}"/>
              </a:ext>
            </a:extLst>
          </p:cNvPr>
          <p:cNvSpPr>
            <a:spLocks noGrp="1"/>
          </p:cNvSpPr>
          <p:nvPr>
            <p:ph sz="quarter" idx="35"/>
          </p:nvPr>
        </p:nvSpPr>
        <p:spPr>
          <a:xfrm>
            <a:off x="452439" y="1735923"/>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14" name="Text Placeholder 5">
            <a:extLst>
              <a:ext uri="{FF2B5EF4-FFF2-40B4-BE49-F238E27FC236}">
                <a16:creationId xmlns:a16="http://schemas.microsoft.com/office/drawing/2014/main" id="{232F8A43-7E6E-F046-A12E-FBBAC25FF2CC}"/>
              </a:ext>
            </a:extLst>
          </p:cNvPr>
          <p:cNvSpPr>
            <a:spLocks noGrp="1"/>
          </p:cNvSpPr>
          <p:nvPr>
            <p:ph type="body" sz="quarter" idx="36"/>
          </p:nvPr>
        </p:nvSpPr>
        <p:spPr>
          <a:xfrm>
            <a:off x="6320785" y="1196977"/>
            <a:ext cx="5303520" cy="282575"/>
          </a:xfrm>
        </p:spPr>
        <p:txBody>
          <a:bodyPr/>
          <a:lstStyle>
            <a:lvl1pPr>
              <a:defRPr sz="1800">
                <a:solidFill>
                  <a:schemeClr val="accent3"/>
                </a:solidFill>
              </a:defRPr>
            </a:lvl1pPr>
          </a:lstStyle>
          <a:p>
            <a:pPr lvl="0"/>
            <a:r>
              <a:rPr lang="en-US"/>
              <a:t>Click to edit Master text styles</a:t>
            </a:r>
          </a:p>
        </p:txBody>
      </p:sp>
      <p:sp>
        <p:nvSpPr>
          <p:cNvPr id="15" name="Content Placeholder 7">
            <a:extLst>
              <a:ext uri="{FF2B5EF4-FFF2-40B4-BE49-F238E27FC236}">
                <a16:creationId xmlns:a16="http://schemas.microsoft.com/office/drawing/2014/main" id="{6CA39281-9128-1E40-98C0-AFBF3E85E862}"/>
              </a:ext>
            </a:extLst>
          </p:cNvPr>
          <p:cNvSpPr>
            <a:spLocks noGrp="1"/>
          </p:cNvSpPr>
          <p:nvPr>
            <p:ph sz="quarter" idx="37"/>
          </p:nvPr>
        </p:nvSpPr>
        <p:spPr>
          <a:xfrm>
            <a:off x="6320785" y="1735923"/>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pic>
        <p:nvPicPr>
          <p:cNvPr id="17" name="Picture 5">
            <a:extLst>
              <a:ext uri="{FF2B5EF4-FFF2-40B4-BE49-F238E27FC236}">
                <a16:creationId xmlns:a16="http://schemas.microsoft.com/office/drawing/2014/main" id="{C7A3CB3C-2056-274C-89F4-0A44817545F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0624BF2-1391-627C-C6F6-CD47F64D946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2178608480"/>
      </p:ext>
    </p:extLst>
  </p:cSld>
  <p:clrMapOvr>
    <a:masterClrMapping/>
  </p:clrMapOvr>
  <p:hf hdr="0" dt="0"/>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wo column - dark">
    <p:bg>
      <p:bgRef idx="1001">
        <a:schemeClr val="bg2"/>
      </p:bgRef>
    </p:bg>
    <p:spTree>
      <p:nvGrpSpPr>
        <p:cNvPr id="1" name=""/>
        <p:cNvGrpSpPr/>
        <p:nvPr/>
      </p:nvGrpSpPr>
      <p:grpSpPr>
        <a:xfrm>
          <a:off x="0" y="0"/>
          <a:ext cx="0" cy="0"/>
          <a:chOff x="0" y="0"/>
          <a:chExt cx="0" cy="0"/>
        </a:xfrm>
      </p:grpSpPr>
      <p:sp>
        <p:nvSpPr>
          <p:cNvPr id="16" name="Text Placeholder 3">
            <a:extLst>
              <a:ext uri="{FF2B5EF4-FFF2-40B4-BE49-F238E27FC236}">
                <a16:creationId xmlns:a16="http://schemas.microsoft.com/office/drawing/2014/main" id="{D9E70566-7047-D64B-9961-EFB6CDB88A3E}"/>
              </a:ext>
            </a:extLst>
          </p:cNvPr>
          <p:cNvSpPr>
            <a:spLocks noGrp="1"/>
          </p:cNvSpPr>
          <p:nvPr>
            <p:ph type="body" sz="quarter" idx="19"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17" name="Footer Placeholder 4">
            <a:extLst>
              <a:ext uri="{FF2B5EF4-FFF2-40B4-BE49-F238E27FC236}">
                <a16:creationId xmlns:a16="http://schemas.microsoft.com/office/drawing/2014/main" id="{3ADBAC61-71BD-0849-BABA-F53A3F1FDC69}"/>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a:t>© 2019 Cognizant</a:t>
            </a:r>
          </a:p>
        </p:txBody>
      </p:sp>
      <p:sp>
        <p:nvSpPr>
          <p:cNvPr id="18" name="Slide Number Placeholder 5">
            <a:extLst>
              <a:ext uri="{FF2B5EF4-FFF2-40B4-BE49-F238E27FC236}">
                <a16:creationId xmlns:a16="http://schemas.microsoft.com/office/drawing/2014/main" id="{6A653587-D29A-1341-89BA-BB7AEE6A414D}"/>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2"/>
                </a:solidFill>
              </a:defRPr>
            </a:lvl1pPr>
          </a:lstStyle>
          <a:p>
            <a:fld id="{2EFEF571-C9B4-4D92-A7F7-315B894862A8}" type="slidenum">
              <a:rPr lang="en-US" smtClean="0"/>
              <a:pPr/>
              <a:t>‹#›</a:t>
            </a:fld>
            <a:endParaRPr lang="en-US"/>
          </a:p>
        </p:txBody>
      </p:sp>
      <p:sp>
        <p:nvSpPr>
          <p:cNvPr id="19" name="Text Placeholder 5">
            <a:extLst>
              <a:ext uri="{FF2B5EF4-FFF2-40B4-BE49-F238E27FC236}">
                <a16:creationId xmlns:a16="http://schemas.microsoft.com/office/drawing/2014/main" id="{A1F0EA97-1AA1-1341-80BB-592FE5E616D8}"/>
              </a:ext>
            </a:extLst>
          </p:cNvPr>
          <p:cNvSpPr>
            <a:spLocks noGrp="1"/>
          </p:cNvSpPr>
          <p:nvPr>
            <p:ph type="body" sz="quarter" idx="32"/>
          </p:nvPr>
        </p:nvSpPr>
        <p:spPr>
          <a:xfrm>
            <a:off x="452439" y="1196977"/>
            <a:ext cx="5303520" cy="282575"/>
          </a:xfrm>
        </p:spPr>
        <p:txBody>
          <a:bodyPr/>
          <a:lstStyle>
            <a:lvl1pPr>
              <a:defRPr sz="1800">
                <a:solidFill>
                  <a:schemeClr val="accent4"/>
                </a:solidFill>
              </a:defRPr>
            </a:lvl1pPr>
          </a:lstStyle>
          <a:p>
            <a:pPr lvl="0"/>
            <a:r>
              <a:rPr lang="en-US"/>
              <a:t>Click to edit Master text styles</a:t>
            </a:r>
          </a:p>
        </p:txBody>
      </p:sp>
      <p:sp>
        <p:nvSpPr>
          <p:cNvPr id="20" name="Content Placeholder 7">
            <a:extLst>
              <a:ext uri="{FF2B5EF4-FFF2-40B4-BE49-F238E27FC236}">
                <a16:creationId xmlns:a16="http://schemas.microsoft.com/office/drawing/2014/main" id="{A0C71924-9F4E-3D4E-B81F-F7A8CE935DA9}"/>
              </a:ext>
            </a:extLst>
          </p:cNvPr>
          <p:cNvSpPr>
            <a:spLocks noGrp="1"/>
          </p:cNvSpPr>
          <p:nvPr>
            <p:ph sz="quarter" idx="35"/>
          </p:nvPr>
        </p:nvSpPr>
        <p:spPr>
          <a:xfrm>
            <a:off x="452439" y="1735923"/>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21" name="Text Placeholder 5">
            <a:extLst>
              <a:ext uri="{FF2B5EF4-FFF2-40B4-BE49-F238E27FC236}">
                <a16:creationId xmlns:a16="http://schemas.microsoft.com/office/drawing/2014/main" id="{78D97226-1A88-034C-BCCD-7CA6ACB501D3}"/>
              </a:ext>
            </a:extLst>
          </p:cNvPr>
          <p:cNvSpPr>
            <a:spLocks noGrp="1"/>
          </p:cNvSpPr>
          <p:nvPr>
            <p:ph type="body" sz="quarter" idx="36"/>
          </p:nvPr>
        </p:nvSpPr>
        <p:spPr>
          <a:xfrm>
            <a:off x="6320785" y="1196977"/>
            <a:ext cx="5303520" cy="282575"/>
          </a:xfrm>
        </p:spPr>
        <p:txBody>
          <a:bodyPr/>
          <a:lstStyle>
            <a:lvl1pPr>
              <a:defRPr sz="1800">
                <a:solidFill>
                  <a:schemeClr val="accent4"/>
                </a:solidFill>
              </a:defRPr>
            </a:lvl1pPr>
          </a:lstStyle>
          <a:p>
            <a:pPr lvl="0"/>
            <a:r>
              <a:rPr lang="en-US"/>
              <a:t>Click to edit Master text styles</a:t>
            </a:r>
          </a:p>
        </p:txBody>
      </p:sp>
      <p:sp>
        <p:nvSpPr>
          <p:cNvPr id="22" name="Content Placeholder 7">
            <a:extLst>
              <a:ext uri="{FF2B5EF4-FFF2-40B4-BE49-F238E27FC236}">
                <a16:creationId xmlns:a16="http://schemas.microsoft.com/office/drawing/2014/main" id="{28753D18-DAA3-2541-B7C8-EAFA3C04B51F}"/>
              </a:ext>
            </a:extLst>
          </p:cNvPr>
          <p:cNvSpPr>
            <a:spLocks noGrp="1"/>
          </p:cNvSpPr>
          <p:nvPr>
            <p:ph sz="quarter" idx="37"/>
          </p:nvPr>
        </p:nvSpPr>
        <p:spPr>
          <a:xfrm>
            <a:off x="6320785" y="1735923"/>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23" name="Title 1">
            <a:extLst>
              <a:ext uri="{FF2B5EF4-FFF2-40B4-BE49-F238E27FC236}">
                <a16:creationId xmlns:a16="http://schemas.microsoft.com/office/drawing/2014/main" id="{E70B703B-567D-6247-BF28-0C6DF81B40D5}"/>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12" name="Picture 8">
            <a:extLst>
              <a:ext uri="{FF2B5EF4-FFF2-40B4-BE49-F238E27FC236}">
                <a16:creationId xmlns:a16="http://schemas.microsoft.com/office/drawing/2014/main" id="{60F2FF91-370F-4D44-9FCE-DB1EE37D91B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193C8674-C1AF-A1B3-6E27-58A5E03C1116}"/>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502762760"/>
      </p:ext>
    </p:extLst>
  </p:cSld>
  <p:clrMapOvr>
    <a:overrideClrMapping bg1="dk1" tx1="lt1" bg2="dk2" tx2="lt2" accent1="accent1" accent2="accent2" accent3="accent3" accent4="accent4" accent5="accent5" accent6="accent6" hlink="hlink" folHlink="folHlink"/>
  </p:clrMapOvr>
  <p:hf hdr="0" dt="0"/>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hree column - light">
    <p:spTree>
      <p:nvGrpSpPr>
        <p:cNvPr id="1" name=""/>
        <p:cNvGrpSpPr/>
        <p:nvPr/>
      </p:nvGrpSpPr>
      <p:grpSpPr>
        <a:xfrm>
          <a:off x="0" y="0"/>
          <a:ext cx="0" cy="0"/>
          <a:chOff x="0" y="0"/>
          <a:chExt cx="0" cy="0"/>
        </a:xfrm>
      </p:grpSpPr>
      <p:sp>
        <p:nvSpPr>
          <p:cNvPr id="21" name="Text Placeholder 3">
            <a:extLst>
              <a:ext uri="{FF2B5EF4-FFF2-40B4-BE49-F238E27FC236}">
                <a16:creationId xmlns:a16="http://schemas.microsoft.com/office/drawing/2014/main" id="{139B634F-63D6-AE4A-BB13-52915F0F9798}"/>
              </a:ext>
            </a:extLst>
          </p:cNvPr>
          <p:cNvSpPr>
            <a:spLocks noGrp="1"/>
          </p:cNvSpPr>
          <p:nvPr>
            <p:ph type="body" sz="quarter" idx="28"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23" name="Footer Placeholder 4">
            <a:extLst>
              <a:ext uri="{FF2B5EF4-FFF2-40B4-BE49-F238E27FC236}">
                <a16:creationId xmlns:a16="http://schemas.microsoft.com/office/drawing/2014/main" id="{1087389A-339D-0442-91DB-A46772F46D9A}"/>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24" name="Slide Number Placeholder 5">
            <a:extLst>
              <a:ext uri="{FF2B5EF4-FFF2-40B4-BE49-F238E27FC236}">
                <a16:creationId xmlns:a16="http://schemas.microsoft.com/office/drawing/2014/main" id="{A6AC27B3-FDC8-3841-852E-B0B40C456D43}"/>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sp>
        <p:nvSpPr>
          <p:cNvPr id="6" name="Text Placeholder 5">
            <a:extLst>
              <a:ext uri="{FF2B5EF4-FFF2-40B4-BE49-F238E27FC236}">
                <a16:creationId xmlns:a16="http://schemas.microsoft.com/office/drawing/2014/main" id="{CBC21A71-6B64-1E44-BC9B-0AE8D397D7B8}"/>
              </a:ext>
            </a:extLst>
          </p:cNvPr>
          <p:cNvSpPr>
            <a:spLocks noGrp="1"/>
          </p:cNvSpPr>
          <p:nvPr>
            <p:ph type="body" sz="quarter" idx="32"/>
          </p:nvPr>
        </p:nvSpPr>
        <p:spPr>
          <a:xfrm>
            <a:off x="452439" y="1196977"/>
            <a:ext cx="3506787" cy="282575"/>
          </a:xfrm>
        </p:spPr>
        <p:txBody>
          <a:bodyPr/>
          <a:lstStyle>
            <a:lvl1pPr>
              <a:defRPr sz="1800">
                <a:solidFill>
                  <a:schemeClr val="accent3"/>
                </a:solidFill>
              </a:defRPr>
            </a:lvl1pPr>
          </a:lstStyle>
          <a:p>
            <a:pPr lvl="0"/>
            <a:r>
              <a:rPr lang="en-US"/>
              <a:t>Click to edit Master text styles</a:t>
            </a:r>
          </a:p>
        </p:txBody>
      </p:sp>
      <p:sp>
        <p:nvSpPr>
          <p:cNvPr id="36" name="Text Placeholder 5">
            <a:extLst>
              <a:ext uri="{FF2B5EF4-FFF2-40B4-BE49-F238E27FC236}">
                <a16:creationId xmlns:a16="http://schemas.microsoft.com/office/drawing/2014/main" id="{F53A67F1-7066-FB44-9D0C-6995B4DC5491}"/>
              </a:ext>
            </a:extLst>
          </p:cNvPr>
          <p:cNvSpPr>
            <a:spLocks noGrp="1"/>
          </p:cNvSpPr>
          <p:nvPr>
            <p:ph type="body" sz="quarter" idx="33"/>
          </p:nvPr>
        </p:nvSpPr>
        <p:spPr>
          <a:xfrm>
            <a:off x="4325192" y="1196977"/>
            <a:ext cx="3506787" cy="282575"/>
          </a:xfrm>
        </p:spPr>
        <p:txBody>
          <a:bodyPr/>
          <a:lstStyle>
            <a:lvl1pPr>
              <a:defRPr sz="1800">
                <a:solidFill>
                  <a:schemeClr val="accent3"/>
                </a:solidFill>
              </a:defRPr>
            </a:lvl1pPr>
          </a:lstStyle>
          <a:p>
            <a:pPr lvl="0"/>
            <a:r>
              <a:rPr lang="en-US"/>
              <a:t>Click to edit Master text styles</a:t>
            </a:r>
          </a:p>
        </p:txBody>
      </p:sp>
      <p:sp>
        <p:nvSpPr>
          <p:cNvPr id="37" name="Text Placeholder 5">
            <a:extLst>
              <a:ext uri="{FF2B5EF4-FFF2-40B4-BE49-F238E27FC236}">
                <a16:creationId xmlns:a16="http://schemas.microsoft.com/office/drawing/2014/main" id="{551ACA07-E593-DB4D-B910-4AD039617F37}"/>
              </a:ext>
            </a:extLst>
          </p:cNvPr>
          <p:cNvSpPr>
            <a:spLocks noGrp="1"/>
          </p:cNvSpPr>
          <p:nvPr>
            <p:ph type="body" sz="quarter" idx="34"/>
          </p:nvPr>
        </p:nvSpPr>
        <p:spPr>
          <a:xfrm>
            <a:off x="8184498" y="1196977"/>
            <a:ext cx="3566109" cy="282575"/>
          </a:xfrm>
        </p:spPr>
        <p:txBody>
          <a:bodyPr/>
          <a:lstStyle>
            <a:lvl1pPr>
              <a:defRPr sz="1800">
                <a:solidFill>
                  <a:schemeClr val="accent3"/>
                </a:solidFill>
              </a:defRPr>
            </a:lvl1pPr>
          </a:lstStyle>
          <a:p>
            <a:pPr lvl="0"/>
            <a:r>
              <a:rPr lang="en-US"/>
              <a:t>Click to edit Master text styles</a:t>
            </a:r>
          </a:p>
        </p:txBody>
      </p:sp>
      <p:sp>
        <p:nvSpPr>
          <p:cNvPr id="8" name="Content Placeholder 7">
            <a:extLst>
              <a:ext uri="{FF2B5EF4-FFF2-40B4-BE49-F238E27FC236}">
                <a16:creationId xmlns:a16="http://schemas.microsoft.com/office/drawing/2014/main" id="{A837D7C2-629F-0E44-9665-50F1EE79C694}"/>
              </a:ext>
            </a:extLst>
          </p:cNvPr>
          <p:cNvSpPr>
            <a:spLocks noGrp="1"/>
          </p:cNvSpPr>
          <p:nvPr>
            <p:ph sz="quarter" idx="35"/>
          </p:nvPr>
        </p:nvSpPr>
        <p:spPr>
          <a:xfrm>
            <a:off x="452439" y="1735923"/>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Content Placeholder 7">
            <a:extLst>
              <a:ext uri="{FF2B5EF4-FFF2-40B4-BE49-F238E27FC236}">
                <a16:creationId xmlns:a16="http://schemas.microsoft.com/office/drawing/2014/main" id="{940EB5D9-35CF-A044-BFE3-B5F4FDDFF640}"/>
              </a:ext>
            </a:extLst>
          </p:cNvPr>
          <p:cNvSpPr>
            <a:spLocks noGrp="1"/>
          </p:cNvSpPr>
          <p:nvPr>
            <p:ph sz="quarter" idx="36"/>
          </p:nvPr>
        </p:nvSpPr>
        <p:spPr>
          <a:xfrm>
            <a:off x="4302545" y="1735923"/>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9" name="Content Placeholder 7">
            <a:extLst>
              <a:ext uri="{FF2B5EF4-FFF2-40B4-BE49-F238E27FC236}">
                <a16:creationId xmlns:a16="http://schemas.microsoft.com/office/drawing/2014/main" id="{2C5AB9DA-D745-3E49-B64B-3EAB32EE883E}"/>
              </a:ext>
            </a:extLst>
          </p:cNvPr>
          <p:cNvSpPr>
            <a:spLocks noGrp="1"/>
          </p:cNvSpPr>
          <p:nvPr>
            <p:ph sz="quarter" idx="37"/>
          </p:nvPr>
        </p:nvSpPr>
        <p:spPr>
          <a:xfrm>
            <a:off x="8168692" y="1735923"/>
            <a:ext cx="3566109"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0" name="Title 1">
            <a:extLst>
              <a:ext uri="{FF2B5EF4-FFF2-40B4-BE49-F238E27FC236}">
                <a16:creationId xmlns:a16="http://schemas.microsoft.com/office/drawing/2014/main" id="{DBB70A90-9508-EE46-AB86-2AAE73E4B0EF}"/>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14" name="Picture 5">
            <a:extLst>
              <a:ext uri="{FF2B5EF4-FFF2-40B4-BE49-F238E27FC236}">
                <a16:creationId xmlns:a16="http://schemas.microsoft.com/office/drawing/2014/main" id="{B424675C-9C4A-C443-B600-7A7E44BAE4B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17FD6643-4875-0CEB-4F64-5CCD5379180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2550575790"/>
      </p:ext>
    </p:extLst>
  </p:cSld>
  <p:clrMapOvr>
    <a:masterClrMapping/>
  </p:clrMapOvr>
  <p:hf hdr="0" dt="0"/>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Three column - dark">
    <p:bg>
      <p:bgRef idx="1001">
        <a:schemeClr val="bg2"/>
      </p:bgRef>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8C9C8C99-BBA1-1042-9B2A-5F6540E4C26D}"/>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5" name="Text Placeholder 3">
            <a:extLst>
              <a:ext uri="{FF2B5EF4-FFF2-40B4-BE49-F238E27FC236}">
                <a16:creationId xmlns:a16="http://schemas.microsoft.com/office/drawing/2014/main" id="{DF026E43-B1CB-DF49-99F2-72C832AF0612}"/>
              </a:ext>
            </a:extLst>
          </p:cNvPr>
          <p:cNvSpPr>
            <a:spLocks noGrp="1"/>
          </p:cNvSpPr>
          <p:nvPr>
            <p:ph type="body" sz="quarter" idx="19"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16" name="Footer Placeholder 4">
            <a:extLst>
              <a:ext uri="{FF2B5EF4-FFF2-40B4-BE49-F238E27FC236}">
                <a16:creationId xmlns:a16="http://schemas.microsoft.com/office/drawing/2014/main" id="{A3D4CDA9-E747-F24B-BF43-E847D7B9F6A7}"/>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a:t>© 2019 Cognizant</a:t>
            </a:r>
          </a:p>
        </p:txBody>
      </p:sp>
      <p:sp>
        <p:nvSpPr>
          <p:cNvPr id="17" name="Slide Number Placeholder 5">
            <a:extLst>
              <a:ext uri="{FF2B5EF4-FFF2-40B4-BE49-F238E27FC236}">
                <a16:creationId xmlns:a16="http://schemas.microsoft.com/office/drawing/2014/main" id="{435B7A51-6FA2-3D42-9456-A9A91A3A3E79}"/>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2"/>
                </a:solidFill>
              </a:defRPr>
            </a:lvl1pPr>
          </a:lstStyle>
          <a:p>
            <a:fld id="{2EFEF571-C9B4-4D92-A7F7-315B894862A8}" type="slidenum">
              <a:rPr lang="en-US" smtClean="0"/>
              <a:pPr/>
              <a:t>‹#›</a:t>
            </a:fld>
            <a:endParaRPr lang="en-US"/>
          </a:p>
        </p:txBody>
      </p:sp>
      <p:sp>
        <p:nvSpPr>
          <p:cNvPr id="18" name="Text Placeholder 5">
            <a:extLst>
              <a:ext uri="{FF2B5EF4-FFF2-40B4-BE49-F238E27FC236}">
                <a16:creationId xmlns:a16="http://schemas.microsoft.com/office/drawing/2014/main" id="{08451B1B-01C3-1449-813A-CD9FC6599AC8}"/>
              </a:ext>
            </a:extLst>
          </p:cNvPr>
          <p:cNvSpPr>
            <a:spLocks noGrp="1"/>
          </p:cNvSpPr>
          <p:nvPr>
            <p:ph type="body" sz="quarter" idx="32"/>
          </p:nvPr>
        </p:nvSpPr>
        <p:spPr>
          <a:xfrm>
            <a:off x="452439" y="1196977"/>
            <a:ext cx="3506787" cy="282575"/>
          </a:xfrm>
        </p:spPr>
        <p:txBody>
          <a:bodyPr/>
          <a:lstStyle>
            <a:lvl1pPr>
              <a:defRPr sz="1800">
                <a:solidFill>
                  <a:schemeClr val="accent4"/>
                </a:solidFill>
              </a:defRPr>
            </a:lvl1pPr>
          </a:lstStyle>
          <a:p>
            <a:pPr lvl="0"/>
            <a:r>
              <a:rPr lang="en-US"/>
              <a:t>Click to edit Master text styles</a:t>
            </a:r>
          </a:p>
        </p:txBody>
      </p:sp>
      <p:sp>
        <p:nvSpPr>
          <p:cNvPr id="19" name="Text Placeholder 5">
            <a:extLst>
              <a:ext uri="{FF2B5EF4-FFF2-40B4-BE49-F238E27FC236}">
                <a16:creationId xmlns:a16="http://schemas.microsoft.com/office/drawing/2014/main" id="{77C68B81-4AC9-1A44-9B77-E3191081ADE2}"/>
              </a:ext>
            </a:extLst>
          </p:cNvPr>
          <p:cNvSpPr>
            <a:spLocks noGrp="1"/>
          </p:cNvSpPr>
          <p:nvPr>
            <p:ph type="body" sz="quarter" idx="33"/>
          </p:nvPr>
        </p:nvSpPr>
        <p:spPr>
          <a:xfrm>
            <a:off x="4325192" y="1196977"/>
            <a:ext cx="3506787" cy="282575"/>
          </a:xfrm>
        </p:spPr>
        <p:txBody>
          <a:bodyPr/>
          <a:lstStyle>
            <a:lvl1pPr>
              <a:defRPr sz="1800">
                <a:solidFill>
                  <a:schemeClr val="accent4"/>
                </a:solidFill>
              </a:defRPr>
            </a:lvl1pPr>
          </a:lstStyle>
          <a:p>
            <a:pPr lvl="0"/>
            <a:r>
              <a:rPr lang="en-US"/>
              <a:t>Click to edit Master text styles</a:t>
            </a:r>
          </a:p>
        </p:txBody>
      </p:sp>
      <p:sp>
        <p:nvSpPr>
          <p:cNvPr id="20" name="Text Placeholder 5">
            <a:extLst>
              <a:ext uri="{FF2B5EF4-FFF2-40B4-BE49-F238E27FC236}">
                <a16:creationId xmlns:a16="http://schemas.microsoft.com/office/drawing/2014/main" id="{DA2E6C06-39E7-9843-AC0D-3B2D34AA58BD}"/>
              </a:ext>
            </a:extLst>
          </p:cNvPr>
          <p:cNvSpPr>
            <a:spLocks noGrp="1"/>
          </p:cNvSpPr>
          <p:nvPr>
            <p:ph type="body" sz="quarter" idx="34"/>
          </p:nvPr>
        </p:nvSpPr>
        <p:spPr>
          <a:xfrm>
            <a:off x="8184498" y="1196977"/>
            <a:ext cx="3566109" cy="282575"/>
          </a:xfrm>
        </p:spPr>
        <p:txBody>
          <a:bodyPr/>
          <a:lstStyle>
            <a:lvl1pPr>
              <a:defRPr sz="1800">
                <a:solidFill>
                  <a:schemeClr val="accent4"/>
                </a:solidFill>
              </a:defRPr>
            </a:lvl1pPr>
          </a:lstStyle>
          <a:p>
            <a:pPr lvl="0"/>
            <a:r>
              <a:rPr lang="en-US"/>
              <a:t>Click to edit Master text styles</a:t>
            </a:r>
          </a:p>
        </p:txBody>
      </p:sp>
      <p:sp>
        <p:nvSpPr>
          <p:cNvPr id="21" name="Content Placeholder 7">
            <a:extLst>
              <a:ext uri="{FF2B5EF4-FFF2-40B4-BE49-F238E27FC236}">
                <a16:creationId xmlns:a16="http://schemas.microsoft.com/office/drawing/2014/main" id="{E3693DC4-D7E6-E146-B22E-E0477DDAD5D1}"/>
              </a:ext>
            </a:extLst>
          </p:cNvPr>
          <p:cNvSpPr>
            <a:spLocks noGrp="1"/>
          </p:cNvSpPr>
          <p:nvPr>
            <p:ph sz="quarter" idx="35"/>
          </p:nvPr>
        </p:nvSpPr>
        <p:spPr>
          <a:xfrm>
            <a:off x="452439" y="1735923"/>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Content Placeholder 7">
            <a:extLst>
              <a:ext uri="{FF2B5EF4-FFF2-40B4-BE49-F238E27FC236}">
                <a16:creationId xmlns:a16="http://schemas.microsoft.com/office/drawing/2014/main" id="{20443FBB-19EB-814F-8FF6-FBBA502C9222}"/>
              </a:ext>
            </a:extLst>
          </p:cNvPr>
          <p:cNvSpPr>
            <a:spLocks noGrp="1"/>
          </p:cNvSpPr>
          <p:nvPr>
            <p:ph sz="quarter" idx="36"/>
          </p:nvPr>
        </p:nvSpPr>
        <p:spPr>
          <a:xfrm>
            <a:off x="4302545" y="1735923"/>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Content Placeholder 7">
            <a:extLst>
              <a:ext uri="{FF2B5EF4-FFF2-40B4-BE49-F238E27FC236}">
                <a16:creationId xmlns:a16="http://schemas.microsoft.com/office/drawing/2014/main" id="{1D3FBD86-7238-0F4B-B980-24CD51457C8C}"/>
              </a:ext>
            </a:extLst>
          </p:cNvPr>
          <p:cNvSpPr>
            <a:spLocks noGrp="1"/>
          </p:cNvSpPr>
          <p:nvPr>
            <p:ph sz="quarter" idx="37"/>
          </p:nvPr>
        </p:nvSpPr>
        <p:spPr>
          <a:xfrm>
            <a:off x="8168692" y="1735923"/>
            <a:ext cx="3566109"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4" name="Picture 8">
            <a:extLst>
              <a:ext uri="{FF2B5EF4-FFF2-40B4-BE49-F238E27FC236}">
                <a16:creationId xmlns:a16="http://schemas.microsoft.com/office/drawing/2014/main" id="{4F8179E2-C4FC-B141-B84B-E2906198405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0F28E9AF-345F-4ECD-43ED-788F2A5E540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555009811"/>
      </p:ext>
    </p:extLst>
  </p:cSld>
  <p:clrMapOvr>
    <a:overrideClrMapping bg1="dk1" tx1="lt1" bg2="dk2" tx2="lt2" accent1="accent1" accent2="accent2" accent3="accent3" accent4="accent4" accent5="accent5" accent6="accent6" hlink="hlink" folHlink="folHlink"/>
  </p:clrMapOvr>
  <p:hf hdr="0" dt="0"/>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mparison horizontal - light">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E62E9631-BF87-CC43-9BC1-A43B69D94A98}"/>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34" name="Text Placeholder 2">
            <a:extLst>
              <a:ext uri="{FF2B5EF4-FFF2-40B4-BE49-F238E27FC236}">
                <a16:creationId xmlns:a16="http://schemas.microsoft.com/office/drawing/2014/main" id="{6510728B-0127-8546-9FE8-8BCCB5AC1FE6}"/>
              </a:ext>
            </a:extLst>
          </p:cNvPr>
          <p:cNvSpPr>
            <a:spLocks noGrp="1"/>
          </p:cNvSpPr>
          <p:nvPr>
            <p:ph type="body" idx="1"/>
          </p:nvPr>
        </p:nvSpPr>
        <p:spPr>
          <a:xfrm>
            <a:off x="457202" y="1381601"/>
            <a:ext cx="2196623" cy="914400"/>
          </a:xfrm>
          <a:prstGeom prst="rect">
            <a:avLst/>
          </a:prstGeom>
        </p:spPr>
        <p:txBody>
          <a:bodyPr anchor="t" anchorCtr="0"/>
          <a:lstStyle>
            <a:lvl1pPr marL="0" indent="0">
              <a:lnSpc>
                <a:spcPct val="100000"/>
              </a:lnSpc>
              <a:buNone/>
              <a:defRPr sz="1800" b="0">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35" name="Content Placeholder 3">
            <a:extLst>
              <a:ext uri="{FF2B5EF4-FFF2-40B4-BE49-F238E27FC236}">
                <a16:creationId xmlns:a16="http://schemas.microsoft.com/office/drawing/2014/main" id="{366DF19B-DB23-C247-BFE2-C435F485744D}"/>
              </a:ext>
            </a:extLst>
          </p:cNvPr>
          <p:cNvSpPr>
            <a:spLocks noGrp="1"/>
          </p:cNvSpPr>
          <p:nvPr>
            <p:ph sz="half" idx="17"/>
          </p:nvPr>
        </p:nvSpPr>
        <p:spPr>
          <a:xfrm>
            <a:off x="3101007" y="1381601"/>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1" name="Text Placeholder 2">
            <a:extLst>
              <a:ext uri="{FF2B5EF4-FFF2-40B4-BE49-F238E27FC236}">
                <a16:creationId xmlns:a16="http://schemas.microsoft.com/office/drawing/2014/main" id="{ABA800D9-21A5-BC45-A7AD-D9E66E33A438}"/>
              </a:ext>
            </a:extLst>
          </p:cNvPr>
          <p:cNvSpPr>
            <a:spLocks noGrp="1"/>
          </p:cNvSpPr>
          <p:nvPr>
            <p:ph type="body" idx="18"/>
          </p:nvPr>
        </p:nvSpPr>
        <p:spPr>
          <a:xfrm>
            <a:off x="457202" y="2957417"/>
            <a:ext cx="2196623" cy="914400"/>
          </a:xfrm>
          <a:prstGeom prst="rect">
            <a:avLst/>
          </a:prstGeom>
        </p:spPr>
        <p:txBody>
          <a:bodyPr anchor="t" anchorCtr="0"/>
          <a:lstStyle>
            <a:lvl1pPr marL="0" indent="0">
              <a:lnSpc>
                <a:spcPct val="100000"/>
              </a:lnSpc>
              <a:buNone/>
              <a:defRPr sz="1800" b="0">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2" name="Content Placeholder 3">
            <a:extLst>
              <a:ext uri="{FF2B5EF4-FFF2-40B4-BE49-F238E27FC236}">
                <a16:creationId xmlns:a16="http://schemas.microsoft.com/office/drawing/2014/main" id="{A2E4FA9D-722A-1041-8940-4BAC99F095CE}"/>
              </a:ext>
            </a:extLst>
          </p:cNvPr>
          <p:cNvSpPr>
            <a:spLocks noGrp="1"/>
          </p:cNvSpPr>
          <p:nvPr>
            <p:ph sz="half" idx="19"/>
          </p:nvPr>
        </p:nvSpPr>
        <p:spPr>
          <a:xfrm>
            <a:off x="3101007" y="2957417"/>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3" name="Text Placeholder 2">
            <a:extLst>
              <a:ext uri="{FF2B5EF4-FFF2-40B4-BE49-F238E27FC236}">
                <a16:creationId xmlns:a16="http://schemas.microsoft.com/office/drawing/2014/main" id="{CAEAC40C-08DC-9E4B-BF9D-0537403A1709}"/>
              </a:ext>
            </a:extLst>
          </p:cNvPr>
          <p:cNvSpPr>
            <a:spLocks noGrp="1"/>
          </p:cNvSpPr>
          <p:nvPr>
            <p:ph type="body" idx="20"/>
          </p:nvPr>
        </p:nvSpPr>
        <p:spPr>
          <a:xfrm>
            <a:off x="457202" y="4557617"/>
            <a:ext cx="2196623" cy="914400"/>
          </a:xfrm>
          <a:prstGeom prst="rect">
            <a:avLst/>
          </a:prstGeom>
        </p:spPr>
        <p:txBody>
          <a:bodyPr anchor="t" anchorCtr="0"/>
          <a:lstStyle>
            <a:lvl1pPr marL="0" indent="0">
              <a:lnSpc>
                <a:spcPct val="100000"/>
              </a:lnSpc>
              <a:buNone/>
              <a:defRPr sz="1800" b="0">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4" name="Content Placeholder 3">
            <a:extLst>
              <a:ext uri="{FF2B5EF4-FFF2-40B4-BE49-F238E27FC236}">
                <a16:creationId xmlns:a16="http://schemas.microsoft.com/office/drawing/2014/main" id="{58042D4F-D138-E049-922E-AA8BC9030203}"/>
              </a:ext>
            </a:extLst>
          </p:cNvPr>
          <p:cNvSpPr>
            <a:spLocks noGrp="1"/>
          </p:cNvSpPr>
          <p:nvPr>
            <p:ph sz="half" idx="21"/>
          </p:nvPr>
        </p:nvSpPr>
        <p:spPr>
          <a:xfrm>
            <a:off x="3101007" y="4557617"/>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5" name="Text Placeholder 3">
            <a:extLst>
              <a:ext uri="{FF2B5EF4-FFF2-40B4-BE49-F238E27FC236}">
                <a16:creationId xmlns:a16="http://schemas.microsoft.com/office/drawing/2014/main" id="{8D370DCE-4758-DD4D-971B-63A5A524A1B6}"/>
              </a:ext>
            </a:extLst>
          </p:cNvPr>
          <p:cNvSpPr>
            <a:spLocks noGrp="1"/>
          </p:cNvSpPr>
          <p:nvPr>
            <p:ph type="body" sz="quarter" idx="28"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47" name="Footer Placeholder 4">
            <a:extLst>
              <a:ext uri="{FF2B5EF4-FFF2-40B4-BE49-F238E27FC236}">
                <a16:creationId xmlns:a16="http://schemas.microsoft.com/office/drawing/2014/main" id="{D3F4B7D8-7EA5-AC4B-9A01-F35CCDF0D6FE}"/>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48" name="Slide Number Placeholder 5">
            <a:extLst>
              <a:ext uri="{FF2B5EF4-FFF2-40B4-BE49-F238E27FC236}">
                <a16:creationId xmlns:a16="http://schemas.microsoft.com/office/drawing/2014/main" id="{D3586DF7-1DE2-054D-B3DF-425EEC22FACE}"/>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pic>
        <p:nvPicPr>
          <p:cNvPr id="14" name="Picture 5">
            <a:extLst>
              <a:ext uri="{FF2B5EF4-FFF2-40B4-BE49-F238E27FC236}">
                <a16:creationId xmlns:a16="http://schemas.microsoft.com/office/drawing/2014/main" id="{6ACFE70C-14DB-2649-88BF-B8FC4CBAD9D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7FE93ED9-18E2-2B49-8526-1C1145B04CF4}"/>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3666602358"/>
      </p:ext>
    </p:extLst>
  </p:cSld>
  <p:clrMapOvr>
    <a:masterClrMapping/>
  </p:clrMapOvr>
  <p:hf hdr="0" dt="0"/>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Comparison horizontal - dark">
    <p:bg>
      <p:bgRef idx="1001">
        <a:schemeClr val="bg2"/>
      </p:bgRef>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C30FD1D1-61B6-484D-BDEA-1C4B45AEEF8E}"/>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25" name="Text Placeholder 3">
            <a:extLst>
              <a:ext uri="{FF2B5EF4-FFF2-40B4-BE49-F238E27FC236}">
                <a16:creationId xmlns:a16="http://schemas.microsoft.com/office/drawing/2014/main" id="{71FCEF03-8CFB-7645-A55F-F392AC6F66C0}"/>
              </a:ext>
            </a:extLst>
          </p:cNvPr>
          <p:cNvSpPr>
            <a:spLocks noGrp="1"/>
          </p:cNvSpPr>
          <p:nvPr>
            <p:ph type="body" sz="quarter" idx="24"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26" name="Footer Placeholder 4">
            <a:extLst>
              <a:ext uri="{FF2B5EF4-FFF2-40B4-BE49-F238E27FC236}">
                <a16:creationId xmlns:a16="http://schemas.microsoft.com/office/drawing/2014/main" id="{A1F8BCF2-BF1B-854A-89D2-2C92E8FBCA2A}"/>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a:t>© 2019 Cognizant</a:t>
            </a:r>
          </a:p>
        </p:txBody>
      </p:sp>
      <p:sp>
        <p:nvSpPr>
          <p:cNvPr id="27" name="Slide Number Placeholder 5">
            <a:extLst>
              <a:ext uri="{FF2B5EF4-FFF2-40B4-BE49-F238E27FC236}">
                <a16:creationId xmlns:a16="http://schemas.microsoft.com/office/drawing/2014/main" id="{B8D26ED0-8F55-1442-8D3E-4920BCC74C37}"/>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2"/>
                </a:solidFill>
              </a:defRPr>
            </a:lvl1pPr>
          </a:lstStyle>
          <a:p>
            <a:fld id="{2EFEF571-C9B4-4D92-A7F7-315B894862A8}" type="slidenum">
              <a:rPr lang="en-US" smtClean="0"/>
              <a:pPr/>
              <a:t>‹#›</a:t>
            </a:fld>
            <a:endParaRPr lang="en-US"/>
          </a:p>
        </p:txBody>
      </p:sp>
      <p:sp>
        <p:nvSpPr>
          <p:cNvPr id="19" name="Text Placeholder 2">
            <a:extLst>
              <a:ext uri="{FF2B5EF4-FFF2-40B4-BE49-F238E27FC236}">
                <a16:creationId xmlns:a16="http://schemas.microsoft.com/office/drawing/2014/main" id="{9CE32534-4769-6740-A0A1-24F60121DFE7}"/>
              </a:ext>
            </a:extLst>
          </p:cNvPr>
          <p:cNvSpPr>
            <a:spLocks noGrp="1"/>
          </p:cNvSpPr>
          <p:nvPr>
            <p:ph type="body" idx="1"/>
          </p:nvPr>
        </p:nvSpPr>
        <p:spPr>
          <a:xfrm>
            <a:off x="457202" y="1381601"/>
            <a:ext cx="2196623" cy="914400"/>
          </a:xfrm>
          <a:prstGeom prst="rect">
            <a:avLst/>
          </a:prstGeom>
        </p:spPr>
        <p:txBody>
          <a:bodyPr anchor="t" anchorCtr="0"/>
          <a:lstStyle>
            <a:lvl1pPr marL="0" indent="0">
              <a:lnSpc>
                <a:spcPct val="100000"/>
              </a:lnSpc>
              <a:buNone/>
              <a:defRPr sz="1800" b="0">
                <a:solidFill>
                  <a:schemeClr val="accent4"/>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20" name="Content Placeholder 3">
            <a:extLst>
              <a:ext uri="{FF2B5EF4-FFF2-40B4-BE49-F238E27FC236}">
                <a16:creationId xmlns:a16="http://schemas.microsoft.com/office/drawing/2014/main" id="{5EC9B563-BC82-D345-855D-303DB81C452D}"/>
              </a:ext>
            </a:extLst>
          </p:cNvPr>
          <p:cNvSpPr>
            <a:spLocks noGrp="1"/>
          </p:cNvSpPr>
          <p:nvPr>
            <p:ph sz="half" idx="17"/>
          </p:nvPr>
        </p:nvSpPr>
        <p:spPr>
          <a:xfrm>
            <a:off x="3101007" y="1381601"/>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21" name="Text Placeholder 2">
            <a:extLst>
              <a:ext uri="{FF2B5EF4-FFF2-40B4-BE49-F238E27FC236}">
                <a16:creationId xmlns:a16="http://schemas.microsoft.com/office/drawing/2014/main" id="{9C3F4A9E-6552-FD43-A475-F309413F5205}"/>
              </a:ext>
            </a:extLst>
          </p:cNvPr>
          <p:cNvSpPr>
            <a:spLocks noGrp="1"/>
          </p:cNvSpPr>
          <p:nvPr>
            <p:ph type="body" idx="18"/>
          </p:nvPr>
        </p:nvSpPr>
        <p:spPr>
          <a:xfrm>
            <a:off x="457202" y="2957417"/>
            <a:ext cx="2196623" cy="914400"/>
          </a:xfrm>
          <a:prstGeom prst="rect">
            <a:avLst/>
          </a:prstGeom>
        </p:spPr>
        <p:txBody>
          <a:bodyPr anchor="t" anchorCtr="0"/>
          <a:lstStyle>
            <a:lvl1pPr marL="0" indent="0">
              <a:lnSpc>
                <a:spcPct val="100000"/>
              </a:lnSpc>
              <a:buNone/>
              <a:defRPr sz="1800" b="0">
                <a:solidFill>
                  <a:schemeClr val="accent4"/>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23" name="Content Placeholder 3">
            <a:extLst>
              <a:ext uri="{FF2B5EF4-FFF2-40B4-BE49-F238E27FC236}">
                <a16:creationId xmlns:a16="http://schemas.microsoft.com/office/drawing/2014/main" id="{E5699CB9-E06F-8F4B-9BDB-99688549D726}"/>
              </a:ext>
            </a:extLst>
          </p:cNvPr>
          <p:cNvSpPr>
            <a:spLocks noGrp="1"/>
          </p:cNvSpPr>
          <p:nvPr>
            <p:ph sz="half" idx="19"/>
          </p:nvPr>
        </p:nvSpPr>
        <p:spPr>
          <a:xfrm>
            <a:off x="3101007" y="2957417"/>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28" name="Text Placeholder 2">
            <a:extLst>
              <a:ext uri="{FF2B5EF4-FFF2-40B4-BE49-F238E27FC236}">
                <a16:creationId xmlns:a16="http://schemas.microsoft.com/office/drawing/2014/main" id="{F39ED9F7-3C7E-6C4E-B855-3C91A0A05AD7}"/>
              </a:ext>
            </a:extLst>
          </p:cNvPr>
          <p:cNvSpPr>
            <a:spLocks noGrp="1"/>
          </p:cNvSpPr>
          <p:nvPr>
            <p:ph type="body" idx="20"/>
          </p:nvPr>
        </p:nvSpPr>
        <p:spPr>
          <a:xfrm>
            <a:off x="457202" y="4557617"/>
            <a:ext cx="2196623" cy="914400"/>
          </a:xfrm>
          <a:prstGeom prst="rect">
            <a:avLst/>
          </a:prstGeom>
        </p:spPr>
        <p:txBody>
          <a:bodyPr anchor="t" anchorCtr="0"/>
          <a:lstStyle>
            <a:lvl1pPr marL="0" indent="0">
              <a:lnSpc>
                <a:spcPct val="100000"/>
              </a:lnSpc>
              <a:buNone/>
              <a:defRPr sz="1800" b="0">
                <a:solidFill>
                  <a:schemeClr val="accent4"/>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29" name="Content Placeholder 3">
            <a:extLst>
              <a:ext uri="{FF2B5EF4-FFF2-40B4-BE49-F238E27FC236}">
                <a16:creationId xmlns:a16="http://schemas.microsoft.com/office/drawing/2014/main" id="{7AD49848-4987-4A46-9B3B-747BF471E19D}"/>
              </a:ext>
            </a:extLst>
          </p:cNvPr>
          <p:cNvSpPr>
            <a:spLocks noGrp="1"/>
          </p:cNvSpPr>
          <p:nvPr>
            <p:ph sz="half" idx="21"/>
          </p:nvPr>
        </p:nvSpPr>
        <p:spPr>
          <a:xfrm>
            <a:off x="3101007" y="4557617"/>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pic>
        <p:nvPicPr>
          <p:cNvPr id="14" name="Picture 8">
            <a:extLst>
              <a:ext uri="{FF2B5EF4-FFF2-40B4-BE49-F238E27FC236}">
                <a16:creationId xmlns:a16="http://schemas.microsoft.com/office/drawing/2014/main" id="{43360CE3-24A2-4642-BE25-83CDF691686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1C3FC64B-2A4E-8A47-001C-16CD186FA07B}"/>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2184891383"/>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Quote">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2"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tx1"/>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tx1"/>
                </a:solidFill>
              </a:defRPr>
            </a:lvl1pPr>
          </a:lstStyle>
          <a:p>
            <a:fld id="{2EFEF571-C9B4-4D92-A7F7-315B894862A8}" type="slidenum">
              <a:rPr lang="en-US" smtClean="0"/>
              <a:pPr/>
              <a:t>‹#›</a:t>
            </a:fld>
            <a:endParaRPr lang="en-US"/>
          </a:p>
        </p:txBody>
      </p:sp>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p:nvPr>
        </p:nvSpPr>
        <p:spPr>
          <a:xfrm>
            <a:off x="1042418" y="4201641"/>
            <a:ext cx="8567351" cy="1487587"/>
          </a:xfrm>
          <a:prstGeom prst="rect">
            <a:avLst/>
          </a:prstGeom>
        </p:spPr>
        <p:txBody>
          <a:bodyPr/>
          <a:lstStyle>
            <a:lvl1pPr marL="0" indent="0">
              <a:buNone/>
              <a:defRPr>
                <a:solidFill>
                  <a:schemeClr val="accent4"/>
                </a:solidFill>
              </a:defRPr>
            </a:lvl1pPr>
            <a:lvl2pPr marL="457189" indent="0">
              <a:buNone/>
              <a:defRPr>
                <a:solidFill>
                  <a:schemeClr val="accent5"/>
                </a:solidFill>
              </a:defRPr>
            </a:lvl2pPr>
            <a:lvl3pPr marL="914377" indent="0">
              <a:buNone/>
              <a:defRPr>
                <a:solidFill>
                  <a:schemeClr val="accent3"/>
                </a:solidFill>
              </a:defRPr>
            </a:lvl3pPr>
            <a:lvl4pPr marL="1371566" indent="0">
              <a:buNone/>
              <a:defRPr>
                <a:solidFill>
                  <a:schemeClr val="accent3"/>
                </a:solidFill>
              </a:defRPr>
            </a:lvl4pPr>
            <a:lvl5pPr marL="1828754" indent="0">
              <a:buNone/>
              <a:defRPr>
                <a:solidFill>
                  <a:schemeClr val="accent3"/>
                </a:solidFill>
              </a:defRPr>
            </a:lvl5pPr>
          </a:lstStyle>
          <a:p>
            <a:pPr lvl="0"/>
            <a:r>
              <a:rPr lang="en-US"/>
              <a:t>Click to edit Master text styles</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42416" y="2023872"/>
            <a:ext cx="8575589" cy="1231107"/>
          </a:xfrm>
        </p:spPr>
        <p:txBody>
          <a:bodyPr anchor="t" anchorCtr="0"/>
          <a:lstStyle>
            <a:lvl1pPr algn="l" rtl="0" eaLnBrk="1" latinLnBrk="0" hangingPunct="1">
              <a:defRPr lang="en-US" sz="4000" smtClean="0">
                <a:effectLst/>
              </a:defRPr>
            </a:lvl1pPr>
          </a:lstStyle>
          <a:p>
            <a:pPr rtl="0" eaLnBrk="1" latinLnBrk="0" hangingPunct="1"/>
            <a:r>
              <a:rPr lang="en-US" dirty="0"/>
              <a:t>Click to edit Master title style</a:t>
            </a:r>
            <a:br>
              <a:rPr lang="en-US" dirty="0"/>
            </a:br>
            <a:endParaRPr lang="en-US" dirty="0"/>
          </a:p>
        </p:txBody>
      </p:sp>
      <p:pic>
        <p:nvPicPr>
          <p:cNvPr id="10" name="Picture 8">
            <a:extLst>
              <a:ext uri="{FF2B5EF4-FFF2-40B4-BE49-F238E27FC236}">
                <a16:creationId xmlns:a16="http://schemas.microsoft.com/office/drawing/2014/main" id="{F403757B-3C0A-0849-B674-7D15D576B3A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5494AF2A-660C-A4FE-6E22-260BF9FBAF1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4226293068"/>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itle only - light">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2019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fld id="{2EFEF571-C9B4-4D92-A7F7-315B894862A8}" type="slidenum">
              <a:rPr lang="en-US" smtClean="0"/>
              <a:pPr/>
              <a:t>‹#›</a:t>
            </a:fld>
            <a:endParaRPr lang="en-US"/>
          </a:p>
        </p:txBody>
      </p:sp>
      <p:sp>
        <p:nvSpPr>
          <p:cNvPr id="6" name="Title 1">
            <a:extLst>
              <a:ext uri="{FF2B5EF4-FFF2-40B4-BE49-F238E27FC236}">
                <a16:creationId xmlns:a16="http://schemas.microsoft.com/office/drawing/2014/main" id="{BB521616-1FF6-5A4F-BBD4-A816DFE1A1DD}"/>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8" name="Picture 5">
            <a:extLst>
              <a:ext uri="{FF2B5EF4-FFF2-40B4-BE49-F238E27FC236}">
                <a16:creationId xmlns:a16="http://schemas.microsoft.com/office/drawing/2014/main" id="{304C88D0-29FE-C440-9C89-488968EEA18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D49D8A8-BD5D-7D07-52A0-C698DA6C65A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1539153871"/>
      </p:ext>
    </p:extLst>
  </p:cSld>
  <p:clrMapOvr>
    <a:overrideClrMapping bg1="lt1" tx1="dk1" bg2="lt2" tx2="dk2" accent1="accent1" accent2="accent2" accent3="accent3" accent4="accent4" accent5="accent5" accent6="accent6" hlink="hlink" folHlink="folHlink"/>
  </p:clrMapOvr>
  <p:hf hdr="0" dt="0"/>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itle only - dark">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2019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fld id="{2EFEF571-C9B4-4D92-A7F7-315B894862A8}" type="slidenum">
              <a:rPr lang="en-US" smtClean="0"/>
              <a:pPr/>
              <a:t>‹#›</a:t>
            </a:fld>
            <a:endParaRPr lang="en-US"/>
          </a:p>
        </p:txBody>
      </p:sp>
      <p:sp>
        <p:nvSpPr>
          <p:cNvPr id="6" name="Title 1">
            <a:extLst>
              <a:ext uri="{FF2B5EF4-FFF2-40B4-BE49-F238E27FC236}">
                <a16:creationId xmlns:a16="http://schemas.microsoft.com/office/drawing/2014/main" id="{BB521616-1FF6-5A4F-BBD4-A816DFE1A1DD}"/>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8" name="Picture 8">
            <a:extLst>
              <a:ext uri="{FF2B5EF4-FFF2-40B4-BE49-F238E27FC236}">
                <a16:creationId xmlns:a16="http://schemas.microsoft.com/office/drawing/2014/main" id="{F353D65A-B34C-B04E-8C59-65EFBD26341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B88EDC15-D3AA-788C-27F9-E85E437D87C9}"/>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1139266149"/>
      </p:ext>
    </p:extLst>
  </p:cSld>
  <p:clrMapOvr>
    <a:overrideClrMapping bg1="dk1" tx1="lt1" bg2="dk2" tx2="lt2" accent1="accent1" accent2="accent2" accent3="accent3" accent4="accent4" accent5="accent5" accent6="accent6" hlink="hlink" folHlink="folHlink"/>
  </p:clrMapOvr>
  <p:hf hdr="0" dt="0"/>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Blank - light">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2019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fld id="{2EFEF571-C9B4-4D92-A7F7-315B894862A8}" type="slidenum">
              <a:rPr lang="en-US" smtClean="0"/>
              <a:pPr/>
              <a:t>‹#›</a:t>
            </a:fld>
            <a:endParaRPr lang="en-US"/>
          </a:p>
        </p:txBody>
      </p:sp>
      <p:pic>
        <p:nvPicPr>
          <p:cNvPr id="6" name="Picture 5">
            <a:extLst>
              <a:ext uri="{FF2B5EF4-FFF2-40B4-BE49-F238E27FC236}">
                <a16:creationId xmlns:a16="http://schemas.microsoft.com/office/drawing/2014/main" id="{9A8872FF-F4A9-EC4C-AFA7-65B0DF88167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7E30922-58AB-E547-4F7C-AC025171D88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864218846"/>
      </p:ext>
    </p:extLst>
  </p:cSld>
  <p:clrMapOvr>
    <a:overrideClrMapping bg1="lt1" tx1="dk1" bg2="lt2" tx2="dk2" accent1="accent1" accent2="accent2" accent3="accent3" accent4="accent4" accent5="accent5" accent6="accent6" hlink="hlink" folHlink="folHlink"/>
  </p:clrMapOvr>
  <p:hf hdr="0" dt="0"/>
</p:sldLayout>
</file>

<file path=ppt/slideLayouts/slideLayout59.xml><?xml version="1.0" encoding="utf-8"?>
<p:sldLayout xmlns:a="http://schemas.openxmlformats.org/drawingml/2006/main" xmlns:r="http://schemas.openxmlformats.org/officeDocument/2006/relationships" xmlns:p="http://schemas.openxmlformats.org/presentationml/2006/main" type="title">
  <p:cSld name="White Cover Slide, Graphic">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4BA977D-F01B-45A3-A788-241A0D7E09A5}"/>
              </a:ext>
            </a:extLst>
          </p:cNvPr>
          <p:cNvPicPr>
            <a:picLocks noChangeAspect="1"/>
          </p:cNvPicPr>
          <p:nvPr userDrawn="1"/>
        </p:nvPicPr>
        <p:blipFill>
          <a:blip r:embed="rId2"/>
          <a:stretch>
            <a:fillRect/>
          </a:stretch>
        </p:blipFill>
        <p:spPr>
          <a:xfrm>
            <a:off x="0" y="5935981"/>
            <a:ext cx="12192000" cy="922020"/>
          </a:xfrm>
          <a:prstGeom prst="rect">
            <a:avLst/>
          </a:prstGeom>
        </p:spPr>
      </p:pic>
      <p:sp>
        <p:nvSpPr>
          <p:cNvPr id="2" name="Title 1">
            <a:extLst>
              <a:ext uri="{FF2B5EF4-FFF2-40B4-BE49-F238E27FC236}">
                <a16:creationId xmlns:a16="http://schemas.microsoft.com/office/drawing/2014/main" id="{9E61C033-5F13-4DFF-B15B-CE7C811FF242}"/>
              </a:ext>
            </a:extLst>
          </p:cNvPr>
          <p:cNvSpPr>
            <a:spLocks noGrp="1"/>
          </p:cNvSpPr>
          <p:nvPr>
            <p:ph type="ctrTitle" hasCustomPrompt="1"/>
          </p:nvPr>
        </p:nvSpPr>
        <p:spPr bwMode="black">
          <a:xfrm>
            <a:off x="609600" y="2099452"/>
            <a:ext cx="6705600" cy="1559529"/>
          </a:xfrm>
        </p:spPr>
        <p:txBody>
          <a:bodyPr anchor="b">
            <a:spAutoFit/>
          </a:bodyPr>
          <a:lstStyle>
            <a:lvl1pPr algn="l">
              <a:defRPr sz="5067">
                <a:solidFill>
                  <a:schemeClr val="tx1"/>
                </a:solidFill>
              </a:defRPr>
            </a:lvl1pPr>
          </a:lstStyle>
          <a:p>
            <a:pPr lvl="0"/>
            <a:r>
              <a:rPr lang="en-US"/>
              <a:t>Presentation Title Goes Here</a:t>
            </a:r>
          </a:p>
        </p:txBody>
      </p:sp>
      <p:sp>
        <p:nvSpPr>
          <p:cNvPr id="3" name="Subtitle 2">
            <a:extLst>
              <a:ext uri="{FF2B5EF4-FFF2-40B4-BE49-F238E27FC236}">
                <a16:creationId xmlns:a16="http://schemas.microsoft.com/office/drawing/2014/main" id="{86915D2C-FBBF-4872-8B9B-3345FADF0AAF}"/>
              </a:ext>
            </a:extLst>
          </p:cNvPr>
          <p:cNvSpPr>
            <a:spLocks noGrp="1"/>
          </p:cNvSpPr>
          <p:nvPr>
            <p:ph type="subTitle" idx="1" hasCustomPrompt="1"/>
          </p:nvPr>
        </p:nvSpPr>
        <p:spPr bwMode="black">
          <a:xfrm>
            <a:off x="609600" y="4157473"/>
            <a:ext cx="6705600" cy="679673"/>
          </a:xfrm>
        </p:spPr>
        <p:txBody>
          <a:bodyPr>
            <a:spAutoFit/>
          </a:bodyPr>
          <a:lstStyle>
            <a:lvl1pPr marL="0" marR="0" indent="0" algn="l" defTabSz="1219170" rtl="0" eaLnBrk="1" fontAlgn="auto" latinLnBrk="0" hangingPunct="1">
              <a:lnSpc>
                <a:spcPct val="100000"/>
              </a:lnSpc>
              <a:spcBef>
                <a:spcPts val="800"/>
              </a:spcBef>
              <a:spcAft>
                <a:spcPts val="0"/>
              </a:spcAft>
              <a:buClrTx/>
              <a:buSzTx/>
              <a:buFont typeface="Arial" panose="020B0604020202020204" pitchFamily="34" charset="0"/>
              <a:buNone/>
              <a:tabLst/>
              <a:defRPr sz="2400">
                <a:solidFill>
                  <a:schemeClr val="tx1"/>
                </a:solidFill>
              </a:defRPr>
            </a:lvl1pPr>
            <a:lvl2pPr marL="0" indent="0" algn="l">
              <a:buClrTx/>
              <a:buFont typeface="Arial" panose="020B0604020202020204" pitchFamily="34" charset="0"/>
              <a:buNone/>
              <a:tabLst/>
              <a:defRPr sz="1600">
                <a:solidFill>
                  <a:schemeClr val="tx1"/>
                </a:solidFill>
              </a:defRPr>
            </a:lvl2pPr>
            <a:lvl3pPr marL="304792" indent="-304792" algn="l">
              <a:spcBef>
                <a:spcPts val="800"/>
              </a:spcBef>
              <a:buClrTx/>
              <a:buSzPct val="125000"/>
              <a:buFont typeface="Arial" panose="020B0604020202020204" pitchFamily="34" charset="0"/>
              <a:buChar char="•"/>
              <a:defRPr sz="1600">
                <a:solidFill>
                  <a:schemeClr val="tx1"/>
                </a:solidFill>
              </a:defRPr>
            </a:lvl3pPr>
            <a:lvl4pPr marL="304792" indent="-304792" algn="l">
              <a:spcBef>
                <a:spcPts val="800"/>
              </a:spcBef>
              <a:buClrTx/>
              <a:buSzPct val="125000"/>
              <a:buFont typeface="Arial" panose="020B0604020202020204" pitchFamily="34" charset="0"/>
              <a:buChar char="•"/>
              <a:defRPr sz="1600">
                <a:solidFill>
                  <a:schemeClr val="tx1"/>
                </a:solidFill>
              </a:defRPr>
            </a:lvl4pPr>
            <a:lvl5pPr marL="304792" indent="-304792" algn="l">
              <a:spcBef>
                <a:spcPts val="800"/>
              </a:spcBef>
              <a:buClrTx/>
              <a:buSzPct val="125000"/>
              <a:buFont typeface="Arial" panose="020B0604020202020204" pitchFamily="34" charset="0"/>
              <a:buChar char="•"/>
              <a:defRPr sz="1600">
                <a:solidFill>
                  <a:schemeClr val="tx1"/>
                </a:solidFill>
              </a:defRPr>
            </a:lvl5pPr>
            <a:lvl6pPr marL="304792" indent="-304792" algn="l">
              <a:spcBef>
                <a:spcPts val="800"/>
              </a:spcBef>
              <a:buClrTx/>
              <a:buSzPct val="125000"/>
              <a:buFont typeface="Arial" panose="020B0604020202020204" pitchFamily="34" charset="0"/>
              <a:buChar char="•"/>
              <a:defRPr sz="1600">
                <a:solidFill>
                  <a:schemeClr val="tx1"/>
                </a:solidFill>
              </a:defRPr>
            </a:lvl6pPr>
            <a:lvl7pPr marL="304792" indent="-304792" algn="l">
              <a:spcBef>
                <a:spcPts val="800"/>
              </a:spcBef>
              <a:buClrTx/>
              <a:buSzPct val="125000"/>
              <a:buFont typeface="Arial" panose="020B0604020202020204" pitchFamily="34" charset="0"/>
              <a:buChar char="•"/>
              <a:defRPr sz="1600">
                <a:solidFill>
                  <a:schemeClr val="tx1"/>
                </a:solidFill>
              </a:defRPr>
            </a:lvl7pPr>
            <a:lvl8pPr marL="304792" indent="-304792" algn="l">
              <a:spcBef>
                <a:spcPts val="800"/>
              </a:spcBef>
              <a:buClrTx/>
              <a:buSzPct val="125000"/>
              <a:buFont typeface="Arial" panose="020B0604020202020204" pitchFamily="34" charset="0"/>
              <a:buChar char="•"/>
              <a:defRPr sz="1600">
                <a:solidFill>
                  <a:schemeClr val="tx1"/>
                </a:solidFill>
              </a:defRPr>
            </a:lvl8pPr>
            <a:lvl9pPr marL="304792" indent="-304792" algn="l">
              <a:spcBef>
                <a:spcPts val="800"/>
              </a:spcBef>
              <a:buClrTx/>
              <a:buSzPct val="125000"/>
              <a:buFont typeface="Arial" panose="020B0604020202020204" pitchFamily="34" charset="0"/>
              <a:buChar char="•"/>
              <a:defRPr sz="1600">
                <a:solidFill>
                  <a:schemeClr val="tx1"/>
                </a:solidFill>
              </a:defRPr>
            </a:lvl9pPr>
          </a:lstStyle>
          <a:p>
            <a:pPr lvl="0"/>
            <a:r>
              <a:rPr lang="en-US"/>
              <a:t>Speaker’s Full Name</a:t>
            </a:r>
          </a:p>
          <a:p>
            <a:pPr lvl="1"/>
            <a:r>
              <a:rPr lang="en-US"/>
              <a:t>Speaker’s title</a:t>
            </a:r>
          </a:p>
        </p:txBody>
      </p:sp>
      <p:sp>
        <p:nvSpPr>
          <p:cNvPr id="11" name="Footer Placeholder 10">
            <a:extLst>
              <a:ext uri="{FF2B5EF4-FFF2-40B4-BE49-F238E27FC236}">
                <a16:creationId xmlns:a16="http://schemas.microsoft.com/office/drawing/2014/main" id="{593BD8E8-263E-4363-B56A-C654487075F5}"/>
              </a:ext>
            </a:extLst>
          </p:cNvPr>
          <p:cNvSpPr>
            <a:spLocks noGrp="1"/>
          </p:cNvSpPr>
          <p:nvPr>
            <p:ph type="ftr" sz="quarter" idx="11"/>
          </p:nvPr>
        </p:nvSpPr>
        <p:spPr bwMode="white">
          <a:xfrm>
            <a:off x="609600" y="6343036"/>
            <a:ext cx="1021113" cy="153888"/>
          </a:xfrm>
        </p:spPr>
        <p:txBody>
          <a:bodyPr>
            <a:spAutoFit/>
          </a:bodyPr>
          <a:lstStyle>
            <a:lvl1pPr>
              <a:defRPr sz="1000">
                <a:solidFill>
                  <a:schemeClr val="bg1"/>
                </a:solidFill>
              </a:defRPr>
            </a:lvl1pPr>
            <a:lvl2pPr marL="0" indent="0">
              <a:defRPr sz="1000">
                <a:solidFill>
                  <a:schemeClr val="bg1"/>
                </a:solidFill>
              </a:defRPr>
            </a:lvl2pPr>
            <a:lvl3pPr marL="0" indent="0">
              <a:defRPr sz="1000">
                <a:solidFill>
                  <a:schemeClr val="bg1"/>
                </a:solidFill>
              </a:defRPr>
            </a:lvl3pPr>
            <a:lvl4pPr marL="0" indent="0">
              <a:defRPr sz="1000">
                <a:solidFill>
                  <a:schemeClr val="bg1"/>
                </a:solidFill>
              </a:defRPr>
            </a:lvl4pPr>
            <a:lvl5pPr marL="0" indent="0">
              <a:defRPr sz="1000">
                <a:solidFill>
                  <a:schemeClr val="bg1"/>
                </a:solidFill>
              </a:defRPr>
            </a:lvl5pPr>
            <a:lvl6pPr marL="0" indent="0">
              <a:defRPr sz="1000">
                <a:solidFill>
                  <a:schemeClr val="bg1"/>
                </a:solidFill>
              </a:defRPr>
            </a:lvl6pPr>
            <a:lvl7pPr marL="0" indent="0">
              <a:defRPr sz="1000">
                <a:solidFill>
                  <a:schemeClr val="bg1"/>
                </a:solidFill>
              </a:defRPr>
            </a:lvl7pPr>
            <a:lvl8pPr marL="0" indent="0">
              <a:defRPr sz="1000">
                <a:solidFill>
                  <a:schemeClr val="bg1"/>
                </a:solidFill>
              </a:defRPr>
            </a:lvl8pPr>
            <a:lvl9pPr marL="0" indent="0">
              <a:defRPr sz="1000">
                <a:solidFill>
                  <a:schemeClr val="bg1"/>
                </a:solidFill>
              </a:defRPr>
            </a:lvl9pPr>
          </a:lstStyle>
          <a:p>
            <a:r>
              <a:rPr lang="en-US"/>
              <a:t>© 2019 Cognizant</a:t>
            </a:r>
          </a:p>
        </p:txBody>
      </p:sp>
      <p:cxnSp>
        <p:nvCxnSpPr>
          <p:cNvPr id="8" name="Straight Connector 7">
            <a:extLst>
              <a:ext uri="{FF2B5EF4-FFF2-40B4-BE49-F238E27FC236}">
                <a16:creationId xmlns:a16="http://schemas.microsoft.com/office/drawing/2014/main" id="{B2D38650-2189-4A4F-AD30-9C41C4094C5F}"/>
              </a:ext>
            </a:extLst>
          </p:cNvPr>
          <p:cNvCxnSpPr>
            <a:cxnSpLocks/>
          </p:cNvCxnSpPr>
          <p:nvPr userDrawn="1"/>
        </p:nvCxnSpPr>
        <p:spPr bwMode="black">
          <a:xfrm>
            <a:off x="609600" y="3904765"/>
            <a:ext cx="304800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20495" y="100820"/>
            <a:ext cx="6518669" cy="1479299"/>
          </a:xfrm>
          <a:prstGeom prst="rect">
            <a:avLst/>
          </a:prstGeom>
        </p:spPr>
      </p:pic>
    </p:spTree>
    <p:extLst>
      <p:ext uri="{BB962C8B-B14F-4D97-AF65-F5344CB8AC3E}">
        <p14:creationId xmlns:p14="http://schemas.microsoft.com/office/powerpoint/2010/main" val="167522202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
  <p:cSld name="Header &amp; 1-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9AFEE-79A3-4996-B06D-D9A66A9C504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26E17DD-19FC-4C3A-8168-1354DEB9B32C}"/>
              </a:ext>
            </a:extLst>
          </p:cNvPr>
          <p:cNvSpPr>
            <a:spLocks noGrp="1"/>
          </p:cNvSpPr>
          <p:nvPr>
            <p:ph idx="1"/>
          </p:nvPr>
        </p:nvSpPr>
        <p:spPr>
          <a:xfrm>
            <a:off x="512064" y="1682496"/>
            <a:ext cx="11180064" cy="442569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91D511AA-6A21-4D17-A7EA-84E88C35C4DA}"/>
              </a:ext>
            </a:extLst>
          </p:cNvPr>
          <p:cNvSpPr>
            <a:spLocks noGrp="1"/>
          </p:cNvSpPr>
          <p:nvPr>
            <p:ph type="dt" sz="half" idx="10"/>
          </p:nvPr>
        </p:nvSpPr>
        <p:spPr/>
        <p:txBody>
          <a:bodyPr/>
          <a:lstStyle/>
          <a:p>
            <a:fld id="{D458313F-8A13-4A41-A8D7-31FB2FB074CF}" type="datetime1">
              <a:rPr lang="en-US" smtClean="0"/>
              <a:t>7/21/2023</a:t>
            </a:fld>
            <a:endParaRPr lang="en-US"/>
          </a:p>
        </p:txBody>
      </p:sp>
      <p:sp>
        <p:nvSpPr>
          <p:cNvPr id="7" name="Footer Placeholder 6">
            <a:extLst>
              <a:ext uri="{FF2B5EF4-FFF2-40B4-BE49-F238E27FC236}">
                <a16:creationId xmlns:a16="http://schemas.microsoft.com/office/drawing/2014/main" id="{3B1582F7-096C-4E61-A430-37DE800FD8E9}"/>
              </a:ext>
            </a:extLst>
          </p:cNvPr>
          <p:cNvSpPr>
            <a:spLocks noGrp="1"/>
          </p:cNvSpPr>
          <p:nvPr>
            <p:ph type="ftr" sz="quarter" idx="11"/>
          </p:nvPr>
        </p:nvSpPr>
        <p:spPr/>
        <p:txBody>
          <a:bodyPr/>
          <a:lstStyle/>
          <a:p>
            <a:r>
              <a:rPr lang="en-US"/>
              <a:t>© 2019 Cognizant</a:t>
            </a:r>
          </a:p>
        </p:txBody>
      </p:sp>
      <p:sp>
        <p:nvSpPr>
          <p:cNvPr id="10" name="Slide Number Placeholder 9">
            <a:extLst>
              <a:ext uri="{FF2B5EF4-FFF2-40B4-BE49-F238E27FC236}">
                <a16:creationId xmlns:a16="http://schemas.microsoft.com/office/drawing/2014/main" id="{6DECEAA4-0F33-4B6D-A269-0A7754EC7763}"/>
              </a:ext>
            </a:extLst>
          </p:cNvPr>
          <p:cNvSpPr>
            <a:spLocks noGrp="1"/>
          </p:cNvSpPr>
          <p:nvPr>
            <p:ph type="sldNum" sz="quarter" idx="12"/>
          </p:nvPr>
        </p:nvSpPr>
        <p:spPr/>
        <p:txBody>
          <a:bodyPr/>
          <a:lstStyle/>
          <a:p>
            <a:fld id="{2EFEF571-C9B4-4D92-A7F7-315B894862A8}" type="slidenum">
              <a:rPr lang="en-US" smtClean="0"/>
              <a:pPr/>
              <a:t>‹#›</a:t>
            </a:fld>
            <a:endParaRPr lang="en-US"/>
          </a:p>
        </p:txBody>
      </p:sp>
      <p:cxnSp>
        <p:nvCxnSpPr>
          <p:cNvPr id="12" name="Straight Connector 11">
            <a:extLst>
              <a:ext uri="{FF2B5EF4-FFF2-40B4-BE49-F238E27FC236}">
                <a16:creationId xmlns:a16="http://schemas.microsoft.com/office/drawing/2014/main" id="{52B07E44-2946-4C76-AAE8-51C4712E237F}"/>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38580384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7.xml"/><Relationship Id="rId13" Type="http://schemas.openxmlformats.org/officeDocument/2006/relationships/slideLayout" Target="../slideLayouts/slideLayout42.xml"/><Relationship Id="rId18" Type="http://schemas.openxmlformats.org/officeDocument/2006/relationships/slideLayout" Target="../slideLayouts/slideLayout47.xml"/><Relationship Id="rId26" Type="http://schemas.openxmlformats.org/officeDocument/2006/relationships/slideLayout" Target="../slideLayouts/slideLayout55.xml"/><Relationship Id="rId3" Type="http://schemas.openxmlformats.org/officeDocument/2006/relationships/slideLayout" Target="../slideLayouts/slideLayout32.xml"/><Relationship Id="rId21" Type="http://schemas.openxmlformats.org/officeDocument/2006/relationships/slideLayout" Target="../slideLayouts/slideLayout50.xml"/><Relationship Id="rId7" Type="http://schemas.openxmlformats.org/officeDocument/2006/relationships/slideLayout" Target="../slideLayouts/slideLayout36.xml"/><Relationship Id="rId12" Type="http://schemas.openxmlformats.org/officeDocument/2006/relationships/slideLayout" Target="../slideLayouts/slideLayout41.xml"/><Relationship Id="rId17" Type="http://schemas.openxmlformats.org/officeDocument/2006/relationships/slideLayout" Target="../slideLayouts/slideLayout46.xml"/><Relationship Id="rId25" Type="http://schemas.openxmlformats.org/officeDocument/2006/relationships/slideLayout" Target="../slideLayouts/slideLayout54.xml"/><Relationship Id="rId2" Type="http://schemas.openxmlformats.org/officeDocument/2006/relationships/slideLayout" Target="../slideLayouts/slideLayout31.xml"/><Relationship Id="rId16" Type="http://schemas.openxmlformats.org/officeDocument/2006/relationships/slideLayout" Target="../slideLayouts/slideLayout45.xml"/><Relationship Id="rId20" Type="http://schemas.openxmlformats.org/officeDocument/2006/relationships/slideLayout" Target="../slideLayouts/slideLayout49.xml"/><Relationship Id="rId29" Type="http://schemas.openxmlformats.org/officeDocument/2006/relationships/slideLayout" Target="../slideLayouts/slideLayout58.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24" Type="http://schemas.openxmlformats.org/officeDocument/2006/relationships/slideLayout" Target="../slideLayouts/slideLayout53.xml"/><Relationship Id="rId32" Type="http://schemas.openxmlformats.org/officeDocument/2006/relationships/theme" Target="../theme/theme2.xml"/><Relationship Id="rId5" Type="http://schemas.openxmlformats.org/officeDocument/2006/relationships/slideLayout" Target="../slideLayouts/slideLayout34.xml"/><Relationship Id="rId15" Type="http://schemas.openxmlformats.org/officeDocument/2006/relationships/slideLayout" Target="../slideLayouts/slideLayout44.xml"/><Relationship Id="rId23" Type="http://schemas.openxmlformats.org/officeDocument/2006/relationships/slideLayout" Target="../slideLayouts/slideLayout52.xml"/><Relationship Id="rId28" Type="http://schemas.openxmlformats.org/officeDocument/2006/relationships/slideLayout" Target="../slideLayouts/slideLayout57.xml"/><Relationship Id="rId10" Type="http://schemas.openxmlformats.org/officeDocument/2006/relationships/slideLayout" Target="../slideLayouts/slideLayout39.xml"/><Relationship Id="rId19" Type="http://schemas.openxmlformats.org/officeDocument/2006/relationships/slideLayout" Target="../slideLayouts/slideLayout48.xml"/><Relationship Id="rId31" Type="http://schemas.openxmlformats.org/officeDocument/2006/relationships/slideLayout" Target="../slideLayouts/slideLayout60.xml"/><Relationship Id="rId4" Type="http://schemas.openxmlformats.org/officeDocument/2006/relationships/slideLayout" Target="../slideLayouts/slideLayout33.xml"/><Relationship Id="rId9" Type="http://schemas.openxmlformats.org/officeDocument/2006/relationships/slideLayout" Target="../slideLayouts/slideLayout38.xml"/><Relationship Id="rId14" Type="http://schemas.openxmlformats.org/officeDocument/2006/relationships/slideLayout" Target="../slideLayouts/slideLayout43.xml"/><Relationship Id="rId22" Type="http://schemas.openxmlformats.org/officeDocument/2006/relationships/slideLayout" Target="../slideLayouts/slideLayout51.xml"/><Relationship Id="rId27" Type="http://schemas.openxmlformats.org/officeDocument/2006/relationships/slideLayout" Target="../slideLayouts/slideLayout56.xml"/><Relationship Id="rId30" Type="http://schemas.openxmlformats.org/officeDocument/2006/relationships/slideLayout" Target="../slideLayouts/slideLayout5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8E9D72-856B-46EE-8BDE-CBBAC28AAF7F}"/>
              </a:ext>
            </a:extLst>
          </p:cNvPr>
          <p:cNvSpPr>
            <a:spLocks noGrp="1"/>
          </p:cNvSpPr>
          <p:nvPr>
            <p:ph type="title"/>
          </p:nvPr>
        </p:nvSpPr>
        <p:spPr>
          <a:xfrm>
            <a:off x="457199" y="557784"/>
            <a:ext cx="10808209" cy="369332"/>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C353AE5-6B0E-4902-862A-00CC79737962}"/>
              </a:ext>
            </a:extLst>
          </p:cNvPr>
          <p:cNvSpPr>
            <a:spLocks noGrp="1"/>
          </p:cNvSpPr>
          <p:nvPr>
            <p:ph type="body" idx="1"/>
          </p:nvPr>
        </p:nvSpPr>
        <p:spPr>
          <a:xfrm>
            <a:off x="457199" y="1526723"/>
            <a:ext cx="10808209" cy="4137308"/>
          </a:xfrm>
          <a:prstGeom prst="rect">
            <a:avLst/>
          </a:prstGeom>
        </p:spPr>
        <p:txBody>
          <a:bodyPr vert="horz" wrap="square"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5" name="Footer Placeholder 4">
            <a:extLst>
              <a:ext uri="{FF2B5EF4-FFF2-40B4-BE49-F238E27FC236}">
                <a16:creationId xmlns:a16="http://schemas.microsoft.com/office/drawing/2014/main" id="{C0715BBF-C237-4C9F-A0A0-755261F5952F}"/>
              </a:ext>
            </a:extLst>
          </p:cNvPr>
          <p:cNvSpPr>
            <a:spLocks noGrp="1"/>
          </p:cNvSpPr>
          <p:nvPr>
            <p:ph type="ftr" sz="quarter" idx="3"/>
          </p:nvPr>
        </p:nvSpPr>
        <p:spPr>
          <a:xfrm>
            <a:off x="1042416" y="6325193"/>
            <a:ext cx="1198179" cy="303572"/>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6" name="Slide Number Placeholder 5">
            <a:extLst>
              <a:ext uri="{FF2B5EF4-FFF2-40B4-BE49-F238E27FC236}">
                <a16:creationId xmlns:a16="http://schemas.microsoft.com/office/drawing/2014/main" id="{84AF048F-36A8-491A-8564-2DB36D67BC49}"/>
              </a:ext>
            </a:extLst>
          </p:cNvPr>
          <p:cNvSpPr>
            <a:spLocks noGrp="1"/>
          </p:cNvSpPr>
          <p:nvPr>
            <p:ph type="sldNum" sz="quarter" idx="4"/>
          </p:nvPr>
        </p:nvSpPr>
        <p:spPr>
          <a:xfrm>
            <a:off x="457199" y="6325299"/>
            <a:ext cx="352097" cy="304100"/>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spTree>
    <p:extLst>
      <p:ext uri="{BB962C8B-B14F-4D97-AF65-F5344CB8AC3E}">
        <p14:creationId xmlns:p14="http://schemas.microsoft.com/office/powerpoint/2010/main" val="216168790"/>
      </p:ext>
    </p:extLst>
  </p:cSld>
  <p:clrMap bg1="lt1" tx1="dk1" bg2="lt2" tx2="dk2" accent1="accent1" accent2="accent2" accent3="accent3" accent4="accent4" accent5="accent5" accent6="accent6" hlink="hlink" folHlink="folHlink"/>
  <p:sldLayoutIdLst>
    <p:sldLayoutId id="2147483811" r:id="rId1"/>
    <p:sldLayoutId id="2147483691" r:id="rId2"/>
    <p:sldLayoutId id="2147483814" r:id="rId3"/>
    <p:sldLayoutId id="2147483815" r:id="rId4"/>
    <p:sldLayoutId id="2147483729" r:id="rId5"/>
    <p:sldLayoutId id="2147483773" r:id="rId6"/>
    <p:sldLayoutId id="2147483665" r:id="rId7"/>
    <p:sldLayoutId id="2147483798" r:id="rId8"/>
    <p:sldLayoutId id="2147483799" r:id="rId9"/>
    <p:sldLayoutId id="2147483663" r:id="rId10"/>
    <p:sldLayoutId id="2147483806" r:id="rId11"/>
    <p:sldLayoutId id="2147483807" r:id="rId12"/>
    <p:sldLayoutId id="2147483816" r:id="rId13"/>
    <p:sldLayoutId id="2147483817" r:id="rId14"/>
    <p:sldLayoutId id="2147483818" r:id="rId15"/>
    <p:sldLayoutId id="2147483808" r:id="rId16"/>
    <p:sldLayoutId id="2147483809" r:id="rId17"/>
    <p:sldLayoutId id="2147483775" r:id="rId18"/>
    <p:sldLayoutId id="2147483781" r:id="rId19"/>
    <p:sldLayoutId id="2147483776" r:id="rId20"/>
    <p:sldLayoutId id="2147483740" r:id="rId21"/>
    <p:sldLayoutId id="2147483734" r:id="rId22"/>
    <p:sldLayoutId id="2147483783" r:id="rId23"/>
    <p:sldLayoutId id="2147483733" r:id="rId24"/>
    <p:sldLayoutId id="2147483772" r:id="rId25"/>
    <p:sldLayoutId id="2147483726" r:id="rId26"/>
    <p:sldLayoutId id="2147483796" r:id="rId27"/>
    <p:sldLayoutId id="2147483797" r:id="rId28"/>
    <p:sldLayoutId id="2147483795" r:id="rId29"/>
  </p:sldLayoutIdLst>
  <p:hf hdr="0" dt="0"/>
  <p:txStyles>
    <p:titleStyle>
      <a:lvl1pPr algn="l" defTabSz="914400" rtl="0" eaLnBrk="1" latinLnBrk="0" hangingPunct="1">
        <a:lnSpc>
          <a:spcPct val="100000"/>
        </a:lnSpc>
        <a:spcBef>
          <a:spcPct val="0"/>
        </a:spcBef>
        <a:buNone/>
        <a:defRPr sz="24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392" userDrawn="1">
          <p15:clr>
            <a:srgbClr val="F26B43"/>
          </p15:clr>
        </p15:guide>
        <p15:guide id="2" pos="285" userDrawn="1">
          <p15:clr>
            <a:srgbClr val="F26B43"/>
          </p15:clr>
        </p15:guide>
        <p15:guide id="3" orient="horz" pos="3943">
          <p15:clr>
            <a:srgbClr val="F26B43"/>
          </p15:clr>
        </p15:guide>
        <p15:guide id="4" orient="horz" pos="288" userDrawn="1">
          <p15:clr>
            <a:srgbClr val="F26B43"/>
          </p15:clr>
        </p15:guide>
        <p15:guide id="5" orient="horz" pos="416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8E9D72-856B-46EE-8BDE-CBBAC28AAF7F}"/>
              </a:ext>
            </a:extLst>
          </p:cNvPr>
          <p:cNvSpPr>
            <a:spLocks noGrp="1"/>
          </p:cNvSpPr>
          <p:nvPr>
            <p:ph type="title"/>
          </p:nvPr>
        </p:nvSpPr>
        <p:spPr>
          <a:xfrm>
            <a:off x="457201" y="557785"/>
            <a:ext cx="10808209" cy="369332"/>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C353AE5-6B0E-4902-862A-00CC79737962}"/>
              </a:ext>
            </a:extLst>
          </p:cNvPr>
          <p:cNvSpPr>
            <a:spLocks noGrp="1"/>
          </p:cNvSpPr>
          <p:nvPr>
            <p:ph type="body" idx="1"/>
          </p:nvPr>
        </p:nvSpPr>
        <p:spPr>
          <a:xfrm>
            <a:off x="457201" y="1526723"/>
            <a:ext cx="10808209" cy="4137308"/>
          </a:xfrm>
          <a:prstGeom prst="rect">
            <a:avLst/>
          </a:prstGeom>
        </p:spPr>
        <p:txBody>
          <a:bodyPr vert="horz" wrap="square"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5" name="Footer Placeholder 4">
            <a:extLst>
              <a:ext uri="{FF2B5EF4-FFF2-40B4-BE49-F238E27FC236}">
                <a16:creationId xmlns:a16="http://schemas.microsoft.com/office/drawing/2014/main" id="{C0715BBF-C237-4C9F-A0A0-755261F5952F}"/>
              </a:ext>
            </a:extLst>
          </p:cNvPr>
          <p:cNvSpPr>
            <a:spLocks noGrp="1"/>
          </p:cNvSpPr>
          <p:nvPr>
            <p:ph type="ftr" sz="quarter" idx="3"/>
          </p:nvPr>
        </p:nvSpPr>
        <p:spPr>
          <a:xfrm>
            <a:off x="1042417" y="6325194"/>
            <a:ext cx="1198179" cy="303572"/>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6" name="Slide Number Placeholder 5">
            <a:extLst>
              <a:ext uri="{FF2B5EF4-FFF2-40B4-BE49-F238E27FC236}">
                <a16:creationId xmlns:a16="http://schemas.microsoft.com/office/drawing/2014/main" id="{84AF048F-36A8-491A-8564-2DB36D67BC49}"/>
              </a:ext>
            </a:extLst>
          </p:cNvPr>
          <p:cNvSpPr>
            <a:spLocks noGrp="1"/>
          </p:cNvSpPr>
          <p:nvPr>
            <p:ph type="sldNum" sz="quarter" idx="4"/>
          </p:nvPr>
        </p:nvSpPr>
        <p:spPr>
          <a:xfrm>
            <a:off x="457201" y="6325299"/>
            <a:ext cx="352097" cy="304100"/>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spTree>
    <p:extLst>
      <p:ext uri="{BB962C8B-B14F-4D97-AF65-F5344CB8AC3E}">
        <p14:creationId xmlns:p14="http://schemas.microsoft.com/office/powerpoint/2010/main" val="3433887231"/>
      </p:ext>
    </p:extLst>
  </p:cSld>
  <p:clrMap bg1="lt1" tx1="dk1" bg2="lt2" tx2="dk2" accent1="accent1" accent2="accent2" accent3="accent3" accent4="accent4" accent5="accent5" accent6="accent6" hlink="hlink" folHlink="folHlink"/>
  <p:sldLayoutIdLst>
    <p:sldLayoutId id="2147483820" r:id="rId1"/>
    <p:sldLayoutId id="2147483821" r:id="rId2"/>
    <p:sldLayoutId id="2147483822" r:id="rId3"/>
    <p:sldLayoutId id="2147483823" r:id="rId4"/>
    <p:sldLayoutId id="2147483824" r:id="rId5"/>
    <p:sldLayoutId id="2147483825" r:id="rId6"/>
    <p:sldLayoutId id="2147483826" r:id="rId7"/>
    <p:sldLayoutId id="2147483827" r:id="rId8"/>
    <p:sldLayoutId id="2147483828" r:id="rId9"/>
    <p:sldLayoutId id="2147483829" r:id="rId10"/>
    <p:sldLayoutId id="2147483830" r:id="rId11"/>
    <p:sldLayoutId id="2147483831" r:id="rId12"/>
    <p:sldLayoutId id="2147483832" r:id="rId13"/>
    <p:sldLayoutId id="2147483833" r:id="rId14"/>
    <p:sldLayoutId id="2147483834" r:id="rId15"/>
    <p:sldLayoutId id="2147483835" r:id="rId16"/>
    <p:sldLayoutId id="2147483836" r:id="rId17"/>
    <p:sldLayoutId id="2147483837" r:id="rId18"/>
    <p:sldLayoutId id="2147483838" r:id="rId19"/>
    <p:sldLayoutId id="2147483839" r:id="rId20"/>
    <p:sldLayoutId id="2147483840" r:id="rId21"/>
    <p:sldLayoutId id="2147483841" r:id="rId22"/>
    <p:sldLayoutId id="2147483842" r:id="rId23"/>
    <p:sldLayoutId id="2147483843" r:id="rId24"/>
    <p:sldLayoutId id="2147483844" r:id="rId25"/>
    <p:sldLayoutId id="2147483845" r:id="rId26"/>
    <p:sldLayoutId id="2147483846" r:id="rId27"/>
    <p:sldLayoutId id="2147483847" r:id="rId28"/>
    <p:sldLayoutId id="2147483848" r:id="rId29"/>
    <p:sldLayoutId id="2147483849" r:id="rId30"/>
    <p:sldLayoutId id="2147483850" r:id="rId31"/>
  </p:sldLayoutIdLst>
  <p:hf hdr="0" dt="0"/>
  <p:txStyles>
    <p:titleStyle>
      <a:lvl1pPr algn="l" defTabSz="914377" rtl="0" eaLnBrk="1" latinLnBrk="0" hangingPunct="1">
        <a:lnSpc>
          <a:spcPct val="100000"/>
        </a:lnSpc>
        <a:spcBef>
          <a:spcPct val="0"/>
        </a:spcBef>
        <a:buNone/>
        <a:defRPr sz="2400" b="1" kern="1200">
          <a:solidFill>
            <a:schemeClr val="tx1"/>
          </a:solidFill>
          <a:latin typeface="+mj-lt"/>
          <a:ea typeface="+mj-ea"/>
          <a:cs typeface="+mj-cs"/>
        </a:defRPr>
      </a:lvl1pPr>
    </p:titleStyle>
    <p:bodyStyle>
      <a:lvl1pPr marL="0" indent="0" algn="l" defTabSz="914377"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24" indent="-230182" algn="l" defTabSz="914377"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66" indent="-230182" algn="l" defTabSz="914377"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160" indent="-228594" algn="l" defTabSz="914377"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349" indent="-228594" algn="l" defTabSz="914377"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392">
          <p15:clr>
            <a:srgbClr val="F26B43"/>
          </p15:clr>
        </p15:guide>
        <p15:guide id="2" pos="285">
          <p15:clr>
            <a:srgbClr val="F26B43"/>
          </p15:clr>
        </p15:guide>
        <p15:guide id="3" orient="horz" pos="3943">
          <p15:clr>
            <a:srgbClr val="F26B43"/>
          </p15:clr>
        </p15:guide>
        <p15:guide id="4" orient="horz" pos="288">
          <p15:clr>
            <a:srgbClr val="F26B43"/>
          </p15:clr>
        </p15:guide>
        <p15:guide id="5" orient="horz" pos="41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3.emf"/><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47.emf"/><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2" Type="http://schemas.openxmlformats.org/officeDocument/2006/relationships/image" Target="../media/image50.emf"/><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image" Target="../media/image51.emf"/><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1.xml"/><Relationship Id="rId1" Type="http://schemas.openxmlformats.org/officeDocument/2006/relationships/slideLayout" Target="../slideLayouts/slideLayout36.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42.xml.rels><?xml version="1.0" encoding="UTF-8" standalone="yes"?>
<Relationships xmlns="http://schemas.openxmlformats.org/package/2006/relationships"><Relationship Id="rId8" Type="http://schemas.openxmlformats.org/officeDocument/2006/relationships/diagramData" Target="../diagrams/data4.xml"/><Relationship Id="rId3" Type="http://schemas.openxmlformats.org/officeDocument/2006/relationships/diagramData" Target="../diagrams/data3.xml"/><Relationship Id="rId7" Type="http://schemas.microsoft.com/office/2007/relationships/diagramDrawing" Target="../diagrams/drawing3.xml"/><Relationship Id="rId12" Type="http://schemas.microsoft.com/office/2007/relationships/diagramDrawing" Target="../diagrams/drawing4.xml"/><Relationship Id="rId2" Type="http://schemas.openxmlformats.org/officeDocument/2006/relationships/notesSlide" Target="../notesSlides/notesSlide2.xml"/><Relationship Id="rId1" Type="http://schemas.openxmlformats.org/officeDocument/2006/relationships/slideLayout" Target="../slideLayouts/slideLayout36.xml"/><Relationship Id="rId6" Type="http://schemas.openxmlformats.org/officeDocument/2006/relationships/diagramColors" Target="../diagrams/colors3.xml"/><Relationship Id="rId11" Type="http://schemas.openxmlformats.org/officeDocument/2006/relationships/diagramColors" Target="../diagrams/colors4.xml"/><Relationship Id="rId5" Type="http://schemas.openxmlformats.org/officeDocument/2006/relationships/diagramQuickStyle" Target="../diagrams/quickStyle3.xml"/><Relationship Id="rId10" Type="http://schemas.openxmlformats.org/officeDocument/2006/relationships/diagramQuickStyle" Target="../diagrams/quickStyle4.xml"/><Relationship Id="rId4" Type="http://schemas.openxmlformats.org/officeDocument/2006/relationships/diagramLayout" Target="../diagrams/layout3.xml"/><Relationship Id="rId9" Type="http://schemas.openxmlformats.org/officeDocument/2006/relationships/diagramLayout" Target="../diagrams/layout4.xml"/></Relationships>
</file>

<file path=ppt/slides/_rels/slide43.xml.rels><?xml version="1.0" encoding="UTF-8" standalone="yes"?>
<Relationships xmlns="http://schemas.openxmlformats.org/package/2006/relationships"><Relationship Id="rId8" Type="http://schemas.openxmlformats.org/officeDocument/2006/relationships/diagramData" Target="../diagrams/data6.xml"/><Relationship Id="rId3" Type="http://schemas.openxmlformats.org/officeDocument/2006/relationships/diagramData" Target="../diagrams/data5.xml"/><Relationship Id="rId7" Type="http://schemas.microsoft.com/office/2007/relationships/diagramDrawing" Target="../diagrams/drawing5.xml"/><Relationship Id="rId12" Type="http://schemas.microsoft.com/office/2007/relationships/diagramDrawing" Target="../diagrams/drawing6.xml"/><Relationship Id="rId2" Type="http://schemas.openxmlformats.org/officeDocument/2006/relationships/notesSlide" Target="../notesSlides/notesSlide3.xml"/><Relationship Id="rId1" Type="http://schemas.openxmlformats.org/officeDocument/2006/relationships/slideLayout" Target="../slideLayouts/slideLayout36.xml"/><Relationship Id="rId6" Type="http://schemas.openxmlformats.org/officeDocument/2006/relationships/diagramColors" Target="../diagrams/colors5.xml"/><Relationship Id="rId11" Type="http://schemas.openxmlformats.org/officeDocument/2006/relationships/diagramColors" Target="../diagrams/colors6.xml"/><Relationship Id="rId5" Type="http://schemas.openxmlformats.org/officeDocument/2006/relationships/diagramQuickStyle" Target="../diagrams/quickStyle5.xml"/><Relationship Id="rId10" Type="http://schemas.openxmlformats.org/officeDocument/2006/relationships/diagramQuickStyle" Target="../diagrams/quickStyle6.xml"/><Relationship Id="rId4" Type="http://schemas.openxmlformats.org/officeDocument/2006/relationships/diagramLayout" Target="../diagrams/layout5.xml"/><Relationship Id="rId9" Type="http://schemas.openxmlformats.org/officeDocument/2006/relationships/diagramLayout" Target="../diagrams/layout6.xml"/></Relationships>
</file>

<file path=ppt/slides/_rels/slide44.xml.rels><?xml version="1.0" encoding="UTF-8" standalone="yes"?>
<Relationships xmlns="http://schemas.openxmlformats.org/package/2006/relationships"><Relationship Id="rId8" Type="http://schemas.openxmlformats.org/officeDocument/2006/relationships/diagramData" Target="../diagrams/data8.xml"/><Relationship Id="rId3" Type="http://schemas.openxmlformats.org/officeDocument/2006/relationships/diagramData" Target="../diagrams/data7.xml"/><Relationship Id="rId7" Type="http://schemas.microsoft.com/office/2007/relationships/diagramDrawing" Target="../diagrams/drawing7.xml"/><Relationship Id="rId12" Type="http://schemas.microsoft.com/office/2007/relationships/diagramDrawing" Target="../diagrams/drawing8.xml"/><Relationship Id="rId2" Type="http://schemas.openxmlformats.org/officeDocument/2006/relationships/notesSlide" Target="../notesSlides/notesSlide4.xml"/><Relationship Id="rId1" Type="http://schemas.openxmlformats.org/officeDocument/2006/relationships/slideLayout" Target="../slideLayouts/slideLayout36.xml"/><Relationship Id="rId6" Type="http://schemas.openxmlformats.org/officeDocument/2006/relationships/diagramColors" Target="../diagrams/colors7.xml"/><Relationship Id="rId11" Type="http://schemas.openxmlformats.org/officeDocument/2006/relationships/diagramColors" Target="../diagrams/colors8.xml"/><Relationship Id="rId5" Type="http://schemas.openxmlformats.org/officeDocument/2006/relationships/diagramQuickStyle" Target="../diagrams/quickStyle7.xml"/><Relationship Id="rId10" Type="http://schemas.openxmlformats.org/officeDocument/2006/relationships/diagramQuickStyle" Target="../diagrams/quickStyle8.xml"/><Relationship Id="rId4" Type="http://schemas.openxmlformats.org/officeDocument/2006/relationships/diagramLayout" Target="../diagrams/layout7.xml"/><Relationship Id="rId9" Type="http://schemas.openxmlformats.org/officeDocument/2006/relationships/diagramLayout" Target="../diagrams/layout8.xml"/></Relationships>
</file>

<file path=ppt/slides/_rels/slide45.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3" Type="http://schemas.openxmlformats.org/officeDocument/2006/relationships/hyperlink" Target="https://crmhelp.veeva.com/doc/Content/CRM_topics/Multichannel/CLM/What_is_CLM.htm" TargetMode="External"/><Relationship Id="rId2" Type="http://schemas.openxmlformats.org/officeDocument/2006/relationships/hyperlink" Target="https://crmhelp.veeva.com/doc/Content/CRM_topics/Mobile_Device_Setup/Home_Screen.htm" TargetMode="External"/><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6D1A9-B0C5-D73A-BAE7-E3FCBDA3F0BA}"/>
              </a:ext>
            </a:extLst>
          </p:cNvPr>
          <p:cNvSpPr>
            <a:spLocks noGrp="1"/>
          </p:cNvSpPr>
          <p:nvPr>
            <p:ph type="ctrTitle"/>
          </p:nvPr>
        </p:nvSpPr>
        <p:spPr>
          <a:xfrm>
            <a:off x="1042416" y="2105094"/>
            <a:ext cx="6245890" cy="1828469"/>
          </a:xfrm>
        </p:spPr>
        <p:txBody>
          <a:bodyPr/>
          <a:lstStyle/>
          <a:p>
            <a:br>
              <a:rPr lang="en-US" sz="3600" b="1" dirty="0">
                <a:solidFill>
                  <a:srgbClr val="00718F"/>
                </a:solidFill>
                <a:latin typeface="Arial" panose="020B0604020202020204" pitchFamily="34" charset="0"/>
                <a:cs typeface="Arial" panose="020B0604020202020204" pitchFamily="34" charset="0"/>
              </a:rPr>
            </a:br>
            <a:br>
              <a:rPr lang="en-US" sz="3600" b="1" dirty="0">
                <a:solidFill>
                  <a:srgbClr val="00718F"/>
                </a:solidFill>
                <a:latin typeface="Arial" panose="020B0604020202020204" pitchFamily="34" charset="0"/>
                <a:cs typeface="Arial" panose="020B0604020202020204" pitchFamily="34" charset="0"/>
              </a:rPr>
            </a:br>
            <a:r>
              <a:rPr lang="en-US" dirty="0" err="1">
                <a:solidFill>
                  <a:srgbClr val="00718F"/>
                </a:solidFill>
                <a:latin typeface="Arial" panose="020B0604020202020204" pitchFamily="34" charset="0"/>
                <a:cs typeface="Arial" panose="020B0604020202020204" pitchFamily="34" charset="0"/>
              </a:rPr>
              <a:t>iRep</a:t>
            </a:r>
            <a:r>
              <a:rPr lang="en-US" dirty="0">
                <a:solidFill>
                  <a:srgbClr val="00718F"/>
                </a:solidFill>
                <a:latin typeface="Arial" panose="020B0604020202020204" pitchFamily="34" charset="0"/>
                <a:cs typeface="Arial" panose="020B0604020202020204" pitchFamily="34" charset="0"/>
              </a:rPr>
              <a:t> Configuration</a:t>
            </a:r>
            <a:br>
              <a:rPr lang="en-US" sz="3600" b="1" dirty="0">
                <a:solidFill>
                  <a:srgbClr val="00718F"/>
                </a:solidFill>
                <a:latin typeface="Arial" panose="020B0604020202020204" pitchFamily="34" charset="0"/>
                <a:cs typeface="Arial" panose="020B0604020202020204" pitchFamily="34" charset="0"/>
              </a:rPr>
            </a:br>
            <a:br>
              <a:rPr lang="en-US" sz="3600" b="1" dirty="0">
                <a:solidFill>
                  <a:srgbClr val="00718F"/>
                </a:solidFill>
                <a:latin typeface="Arial" panose="020B0604020202020204" pitchFamily="34" charset="0"/>
                <a:cs typeface="Arial" panose="020B0604020202020204" pitchFamily="34" charset="0"/>
              </a:rPr>
            </a:br>
            <a:endParaRPr lang="en-US" dirty="0"/>
          </a:p>
        </p:txBody>
      </p:sp>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p:txBody>
          <a:bodyPr/>
          <a:lstStyle/>
          <a:p>
            <a:r>
              <a:rPr lang="en-US" dirty="0"/>
              <a:t>LEVEL – PL3</a:t>
            </a:r>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r>
              <a:rPr lang="en-US"/>
              <a:t>© 2023 Cognizant</a:t>
            </a:r>
            <a:endParaRPr lang="en-US" dirty="0"/>
          </a:p>
        </p:txBody>
      </p:sp>
      <p:sp>
        <p:nvSpPr>
          <p:cNvPr id="5" name="Text Placeholder 4">
            <a:extLst>
              <a:ext uri="{FF2B5EF4-FFF2-40B4-BE49-F238E27FC236}">
                <a16:creationId xmlns:a16="http://schemas.microsoft.com/office/drawing/2014/main" id="{950E133F-E69D-1B0A-B204-ED8872B1C093}"/>
              </a:ext>
            </a:extLst>
          </p:cNvPr>
          <p:cNvSpPr>
            <a:spLocks noGrp="1"/>
          </p:cNvSpPr>
          <p:nvPr>
            <p:ph type="body" idx="12"/>
          </p:nvPr>
        </p:nvSpPr>
        <p:spPr/>
        <p:txBody>
          <a:bodyPr/>
          <a:lstStyle/>
          <a:p>
            <a:r>
              <a:rPr lang="en-US" dirty="0"/>
              <a:t>20-07-2023</a:t>
            </a:r>
          </a:p>
        </p:txBody>
      </p:sp>
    </p:spTree>
    <p:extLst>
      <p:ext uri="{BB962C8B-B14F-4D97-AF65-F5344CB8AC3E}">
        <p14:creationId xmlns:p14="http://schemas.microsoft.com/office/powerpoint/2010/main" val="26823678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DEDC92C-7922-82C6-77D1-59F70EAD78EC}"/>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68714963-1343-34A4-84EC-4E3AF3C83B13}"/>
              </a:ext>
            </a:extLst>
          </p:cNvPr>
          <p:cNvSpPr>
            <a:spLocks noGrp="1"/>
          </p:cNvSpPr>
          <p:nvPr>
            <p:ph type="sldNum" sz="quarter" idx="12"/>
          </p:nvPr>
        </p:nvSpPr>
        <p:spPr/>
        <p:txBody>
          <a:bodyPr/>
          <a:lstStyle/>
          <a:p>
            <a:fld id="{C53E075B-3175-45CF-B3C7-FEDF3F5961E3}" type="slidenum">
              <a:rPr lang="en-US" smtClean="0"/>
              <a:pPr/>
              <a:t>2</a:t>
            </a:fld>
            <a:endParaRPr lang="en-US" dirty="0"/>
          </a:p>
        </p:txBody>
      </p:sp>
      <p:sp>
        <p:nvSpPr>
          <p:cNvPr id="3" name="Title 2">
            <a:extLst>
              <a:ext uri="{FF2B5EF4-FFF2-40B4-BE49-F238E27FC236}">
                <a16:creationId xmlns:a16="http://schemas.microsoft.com/office/drawing/2014/main" id="{EB180212-F254-22F6-2D3F-295274B55698}"/>
              </a:ext>
            </a:extLst>
          </p:cNvPr>
          <p:cNvSpPr>
            <a:spLocks noGrp="1"/>
          </p:cNvSpPr>
          <p:nvPr>
            <p:ph type="title" idx="4294967295"/>
          </p:nvPr>
        </p:nvSpPr>
        <p:spPr>
          <a:xfrm>
            <a:off x="457198" y="827801"/>
            <a:ext cx="10807700" cy="307975"/>
          </a:xfrm>
        </p:spPr>
        <p:txBody>
          <a:bodyPr/>
          <a:lstStyle/>
          <a:p>
            <a:r>
              <a:rPr lang="en-US" dirty="0"/>
              <a:t>About the Author</a:t>
            </a:r>
          </a:p>
        </p:txBody>
      </p:sp>
      <p:graphicFrame>
        <p:nvGraphicFramePr>
          <p:cNvPr id="7" name="Table 7">
            <a:extLst>
              <a:ext uri="{FF2B5EF4-FFF2-40B4-BE49-F238E27FC236}">
                <a16:creationId xmlns:a16="http://schemas.microsoft.com/office/drawing/2014/main" id="{8BB9C977-D092-225C-1B5D-24298FA3D4CF}"/>
              </a:ext>
            </a:extLst>
          </p:cNvPr>
          <p:cNvGraphicFramePr>
            <a:graphicFrameLocks noGrp="1"/>
          </p:cNvGraphicFramePr>
          <p:nvPr>
            <p:extLst>
              <p:ext uri="{D42A27DB-BD31-4B8C-83A1-F6EECF244321}">
                <p14:modId xmlns:p14="http://schemas.microsoft.com/office/powerpoint/2010/main" val="1223886841"/>
              </p:ext>
            </p:extLst>
          </p:nvPr>
        </p:nvGraphicFramePr>
        <p:xfrm>
          <a:off x="457198" y="2005884"/>
          <a:ext cx="9283961" cy="2141256"/>
        </p:xfrm>
        <a:graphic>
          <a:graphicData uri="http://schemas.openxmlformats.org/drawingml/2006/table">
            <a:tbl>
              <a:tblPr firstRow="1" bandRow="1">
                <a:tableStyleId>{5C22544A-7EE6-4342-B048-85BDC9FD1C3A}</a:tableStyleId>
              </a:tblPr>
              <a:tblGrid>
                <a:gridCol w="2644851">
                  <a:extLst>
                    <a:ext uri="{9D8B030D-6E8A-4147-A177-3AD203B41FA5}">
                      <a16:colId xmlns:a16="http://schemas.microsoft.com/office/drawing/2014/main" val="4154468561"/>
                    </a:ext>
                  </a:extLst>
                </a:gridCol>
                <a:gridCol w="6639110">
                  <a:extLst>
                    <a:ext uri="{9D8B030D-6E8A-4147-A177-3AD203B41FA5}">
                      <a16:colId xmlns:a16="http://schemas.microsoft.com/office/drawing/2014/main" val="38167267"/>
                    </a:ext>
                  </a:extLst>
                </a:gridCol>
              </a:tblGrid>
              <a:tr h="422991">
                <a:tc>
                  <a:txBody>
                    <a:bodyPr/>
                    <a:lstStyle/>
                    <a:p>
                      <a:pPr algn="ctr"/>
                      <a:r>
                        <a:rPr lang="en-IN" dirty="0"/>
                        <a:t>Created By: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1200" baseline="0" dirty="0">
                          <a:solidFill>
                            <a:schemeClr val="tx1"/>
                          </a:solidFill>
                          <a:latin typeface="Arial Unicode MS" pitchFamily="34" charset="-128"/>
                          <a:ea typeface="Arial Unicode MS" pitchFamily="34" charset="-128"/>
                          <a:cs typeface="Arial Unicode MS" pitchFamily="34" charset="-128"/>
                        </a:rPr>
                        <a:t>Prashant, Sourav Bhattacharya, Supriyo Saha</a:t>
                      </a:r>
                    </a:p>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466774224"/>
                  </a:ext>
                </a:extLst>
              </a:tr>
              <a:tr h="0">
                <a:tc>
                  <a:txBody>
                    <a:bodyPr/>
                    <a:lstStyle/>
                    <a:p>
                      <a:pPr algn="ctr"/>
                      <a:r>
                        <a:rPr lang="en-IN" sz="1800" b="1" kern="1200" dirty="0">
                          <a:solidFill>
                            <a:schemeClr val="lt1"/>
                          </a:solidFill>
                          <a:latin typeface="+mn-lt"/>
                          <a:ea typeface="+mn-ea"/>
                          <a:cs typeface="+mn-cs"/>
                        </a:rPr>
                        <a:t>Credential Information: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baseline="0" dirty="0">
                          <a:solidFill>
                            <a:schemeClr val="tx1"/>
                          </a:solidFill>
                          <a:latin typeface="Arial Unicode MS" pitchFamily="34" charset="-128"/>
                          <a:ea typeface="Arial Unicode MS" pitchFamily="34" charset="-128"/>
                          <a:cs typeface="Arial Unicode MS" pitchFamily="34" charset="-128"/>
                        </a:rPr>
                        <a:t>Consultant CRM, Sr. Consultant CRM – EAS Salesforce</a:t>
                      </a:r>
                    </a:p>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766306729"/>
                  </a:ext>
                </a:extLst>
              </a:tr>
              <a:tr h="430548">
                <a:tc>
                  <a:txBody>
                    <a:bodyPr/>
                    <a:lstStyle/>
                    <a:p>
                      <a:pPr algn="ctr"/>
                      <a:r>
                        <a:rPr lang="en-IN" sz="1800" b="1" kern="1200" dirty="0">
                          <a:solidFill>
                            <a:schemeClr val="lt1"/>
                          </a:solidFill>
                          <a:latin typeface="+mn-lt"/>
                          <a:ea typeface="+mn-ea"/>
                          <a:cs typeface="+mn-cs"/>
                        </a:rPr>
                        <a:t>Version and 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normalizeH="0" baseline="0" dirty="0">
                          <a:ln>
                            <a:noFill/>
                          </a:ln>
                          <a:solidFill>
                            <a:schemeClr val="tx1"/>
                          </a:solidFill>
                          <a:effectLst/>
                          <a:latin typeface="+mn-lt"/>
                          <a:ea typeface="+mn-ea"/>
                          <a:cs typeface="+mn-cs"/>
                        </a:rPr>
                        <a:t>V 0.9 :20-July-2023, V1.0: July-2023:Updated with Lightning UI</a:t>
                      </a:r>
                      <a:endParaRPr lang="en-US" sz="1600" kern="1200" baseline="0" dirty="0">
                        <a:solidFill>
                          <a:schemeClr val="tx1"/>
                        </a:solidFill>
                        <a:latin typeface="Arial Unicode MS" pitchFamily="34" charset="-128"/>
                        <a:ea typeface="Arial Unicode MS" pitchFamily="34" charset="-128"/>
                        <a:cs typeface="Arial Unicode MS" pitchFamily="34"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43725294"/>
                  </a:ext>
                </a:extLst>
              </a:tr>
              <a:tr h="430548">
                <a:tc>
                  <a:txBody>
                    <a:bodyPr/>
                    <a:lstStyle/>
                    <a:p>
                      <a:pPr algn="ctr"/>
                      <a:r>
                        <a:rPr lang="en-US" sz="1800" b="1" kern="1200" dirty="0">
                          <a:solidFill>
                            <a:schemeClr val="lt1"/>
                          </a:solidFill>
                          <a:latin typeface="+mn-lt"/>
                          <a:ea typeface="+mn-ea"/>
                          <a:cs typeface="+mn-cs"/>
                        </a:rPr>
                        <a:t>Modified By:</a:t>
                      </a:r>
                      <a:endParaRPr lang="en-IN" sz="18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normalizeH="0" baseline="0" dirty="0">
                          <a:ln>
                            <a:noFill/>
                          </a:ln>
                          <a:solidFill>
                            <a:schemeClr val="tx1"/>
                          </a:solidFill>
                          <a:effectLst/>
                          <a:latin typeface="+mn-lt"/>
                          <a:ea typeface="+mn-ea"/>
                          <a:cs typeface="+mn-cs"/>
                        </a:rPr>
                        <a:t>Sneha Kate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42079958"/>
                  </a:ext>
                </a:extLst>
              </a:tr>
            </a:tbl>
          </a:graphicData>
        </a:graphic>
      </p:graphicFrame>
    </p:spTree>
    <p:extLst>
      <p:ext uri="{BB962C8B-B14F-4D97-AF65-F5344CB8AC3E}">
        <p14:creationId xmlns:p14="http://schemas.microsoft.com/office/powerpoint/2010/main" val="23099301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fld id="{C53E075B-3175-45CF-B3C7-FEDF3F5961E3}" type="slidenum">
              <a:rPr lang="en-US" smtClean="0"/>
              <a:pPr/>
              <a:t>3</a:t>
            </a:fld>
            <a:endParaRPr lang="en-US" dirty="0"/>
          </a:p>
        </p:txBody>
      </p:sp>
      <p:sp>
        <p:nvSpPr>
          <p:cNvPr id="2" name="Content Placeholder 1">
            <a:extLst>
              <a:ext uri="{FF2B5EF4-FFF2-40B4-BE49-F238E27FC236}">
                <a16:creationId xmlns:a16="http://schemas.microsoft.com/office/drawing/2014/main" id="{E5A63820-092F-35E6-E8BF-2B62EEE21138}"/>
              </a:ext>
            </a:extLst>
          </p:cNvPr>
          <p:cNvSpPr>
            <a:spLocks noGrp="1"/>
          </p:cNvSpPr>
          <p:nvPr>
            <p:ph sz="quarter" idx="4294967295"/>
          </p:nvPr>
        </p:nvSpPr>
        <p:spPr>
          <a:xfrm>
            <a:off x="261257" y="1540351"/>
            <a:ext cx="10807700" cy="4191000"/>
          </a:xfrm>
        </p:spPr>
        <p:txBody>
          <a:bodyPr/>
          <a:lstStyle/>
          <a:p>
            <a:pPr marL="0" indent="0">
              <a:buNone/>
            </a:pPr>
            <a:r>
              <a:rPr lang="en-US" sz="1900" dirty="0"/>
              <a:t>In the previous Module – </a:t>
            </a:r>
            <a:r>
              <a:rPr lang="en-US" sz="1900" i="1" dirty="0"/>
              <a:t>Reports and Dashboards</a:t>
            </a:r>
            <a:r>
              <a:rPr lang="en-US" sz="1900" dirty="0"/>
              <a:t>, you learnt to ...</a:t>
            </a:r>
          </a:p>
          <a:p>
            <a:pPr marL="0" indent="0">
              <a:buNone/>
            </a:pPr>
            <a:endParaRPr lang="en-US" sz="1900" dirty="0"/>
          </a:p>
          <a:p>
            <a:pPr lvl="1">
              <a:buFont typeface="Arial" panose="020B0604020202020204" pitchFamily="34" charset="0"/>
              <a:buChar char="•"/>
            </a:pPr>
            <a:r>
              <a:rPr lang="en-US" sz="1900" dirty="0"/>
              <a:t>Build reports and dashboards so that you could monitor and analyze your business data</a:t>
            </a:r>
          </a:p>
          <a:p>
            <a:pPr lvl="1">
              <a:buFont typeface="Arial" panose="020B0604020202020204" pitchFamily="34" charset="0"/>
              <a:buChar char="•"/>
            </a:pPr>
            <a:r>
              <a:rPr lang="en-US" sz="1900" dirty="0"/>
              <a:t>Explain the difference between a Report, Dashboard and Report Type</a:t>
            </a:r>
          </a:p>
          <a:p>
            <a:pPr lvl="1">
              <a:buFont typeface="Arial" panose="020B0604020202020204" pitchFamily="34" charset="0"/>
              <a:buChar char="•"/>
            </a:pPr>
            <a:r>
              <a:rPr lang="en-US" sz="1900" dirty="0"/>
              <a:t>Identify the limitations of VEEVA Reports and Dashboards</a:t>
            </a:r>
          </a:p>
          <a:p>
            <a:endParaRPr lang="en-US" sz="1900" dirty="0"/>
          </a:p>
          <a:p>
            <a:pPr marL="0" indent="0">
              <a:buNone/>
            </a:pPr>
            <a:r>
              <a:rPr lang="en-US" sz="1900" b="1" dirty="0"/>
              <a:t>And now </a:t>
            </a:r>
            <a:r>
              <a:rPr lang="en-US" sz="1900" dirty="0"/>
              <a:t>...</a:t>
            </a:r>
          </a:p>
          <a:p>
            <a:endParaRPr lang="en-US" dirty="0"/>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69332"/>
          </a:xfrm>
        </p:spPr>
        <p:txBody>
          <a:bodyPr/>
          <a:lstStyle/>
          <a:p>
            <a:r>
              <a:rPr lang="en-US" dirty="0"/>
              <a:t>Recap…</a:t>
            </a:r>
          </a:p>
        </p:txBody>
      </p:sp>
    </p:spTree>
    <p:extLst>
      <p:ext uri="{BB962C8B-B14F-4D97-AF65-F5344CB8AC3E}">
        <p14:creationId xmlns:p14="http://schemas.microsoft.com/office/powerpoint/2010/main" val="18791604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2421531D-264C-6DF5-3381-A7EB7E50D08B}"/>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658A513A-4717-691A-0454-9941DA6CF055}"/>
              </a:ext>
            </a:extLst>
          </p:cNvPr>
          <p:cNvSpPr>
            <a:spLocks noGrp="1"/>
          </p:cNvSpPr>
          <p:nvPr>
            <p:ph type="sldNum" sz="quarter" idx="12"/>
          </p:nvPr>
        </p:nvSpPr>
        <p:spPr/>
        <p:txBody>
          <a:bodyPr/>
          <a:lstStyle/>
          <a:p>
            <a:fld id="{C53E075B-3175-45CF-B3C7-FEDF3F5961E3}" type="slidenum">
              <a:rPr lang="en-US" smtClean="0"/>
              <a:pPr/>
              <a:t>4</a:t>
            </a:fld>
            <a:endParaRPr lang="en-US" dirty="0"/>
          </a:p>
        </p:txBody>
      </p:sp>
      <p:sp>
        <p:nvSpPr>
          <p:cNvPr id="2" name="Content Placeholder 1">
            <a:extLst>
              <a:ext uri="{FF2B5EF4-FFF2-40B4-BE49-F238E27FC236}">
                <a16:creationId xmlns:a16="http://schemas.microsoft.com/office/drawing/2014/main" id="{C4B7A633-33F1-43A7-05B1-ABCE3F2FD3C2}"/>
              </a:ext>
            </a:extLst>
          </p:cNvPr>
          <p:cNvSpPr>
            <a:spLocks noGrp="1"/>
          </p:cNvSpPr>
          <p:nvPr>
            <p:ph sz="quarter" idx="4294967295"/>
          </p:nvPr>
        </p:nvSpPr>
        <p:spPr>
          <a:xfrm>
            <a:off x="279918" y="1468912"/>
            <a:ext cx="5887202" cy="4616927"/>
          </a:xfrm>
        </p:spPr>
        <p:txBody>
          <a:bodyPr/>
          <a:lstStyle/>
          <a:p>
            <a:pPr marL="285750" indent="-285750">
              <a:buFont typeface="Arial" panose="020B0604020202020204" pitchFamily="34" charset="0"/>
              <a:buChar char="•"/>
            </a:pPr>
            <a:r>
              <a:rPr lang="en-US" sz="1600" dirty="0"/>
              <a:t>Sales reps armed with an iPad can collect digital signatures for samples thanks to </a:t>
            </a:r>
            <a:r>
              <a:rPr lang="en-US" sz="1600" dirty="0" err="1"/>
              <a:t>iRep</a:t>
            </a:r>
            <a:r>
              <a:rPr lang="en-US" sz="1600" dirty="0"/>
              <a:t>, a physician detailing application</a:t>
            </a:r>
          </a:p>
          <a:p>
            <a:pPr marL="285750" indent="-285750">
              <a:buFont typeface="Arial" panose="020B0604020202020204" pitchFamily="34" charset="0"/>
              <a:buChar char="•"/>
            </a:pPr>
            <a:r>
              <a:rPr lang="en-US" sz="1600" dirty="0"/>
              <a:t>The VEEVA CRM application Offline Version is called as </a:t>
            </a:r>
            <a:r>
              <a:rPr lang="en-US" sz="1600" dirty="0" err="1"/>
              <a:t>iRep</a:t>
            </a:r>
            <a:r>
              <a:rPr lang="en-US" sz="1600" dirty="0"/>
              <a:t> that is used on iPad</a:t>
            </a:r>
          </a:p>
          <a:p>
            <a:pPr marL="285750" indent="-285750">
              <a:buFont typeface="Arial" panose="020B0604020202020204" pitchFamily="34" charset="0"/>
              <a:buChar char="•"/>
            </a:pPr>
            <a:r>
              <a:rPr lang="en-US" sz="1600" dirty="0"/>
              <a:t>Signing for samples on the iPad “is one of the standard functions” of </a:t>
            </a:r>
            <a:r>
              <a:rPr lang="en-US" sz="1600" dirty="0" err="1"/>
              <a:t>iRep</a:t>
            </a:r>
            <a:r>
              <a:rPr lang="en-US" sz="1600" dirty="0"/>
              <a:t>, and is a “validated part of the application” </a:t>
            </a:r>
          </a:p>
          <a:p>
            <a:pPr marL="285750" indent="-285750">
              <a:buFont typeface="Arial" panose="020B0604020202020204" pitchFamily="34" charset="0"/>
              <a:buChar char="•"/>
            </a:pPr>
            <a:r>
              <a:rPr lang="en-US" sz="1600" dirty="0"/>
              <a:t>In addition to sampling, </a:t>
            </a:r>
            <a:r>
              <a:rPr lang="en-US" sz="1600" dirty="0" err="1"/>
              <a:t>iRep</a:t>
            </a:r>
            <a:r>
              <a:rPr lang="en-US" sz="1600" dirty="0"/>
              <a:t> includes a content viewer for e-detail materials, including interactive presentations and video content</a:t>
            </a:r>
          </a:p>
          <a:p>
            <a:pPr marL="285750" indent="-285750">
              <a:buFont typeface="Arial" panose="020B0604020202020204" pitchFamily="34" charset="0"/>
              <a:buChar char="•"/>
            </a:pPr>
            <a:r>
              <a:rPr lang="en-US" sz="1600" dirty="0"/>
              <a:t>Intouch Solutions, an interactive pharma marketing shop, is a partner and content provider for </a:t>
            </a:r>
            <a:r>
              <a:rPr lang="en-US" sz="1600" dirty="0" err="1"/>
              <a:t>iRep</a:t>
            </a:r>
            <a:endParaRPr lang="en-US" sz="1600" dirty="0"/>
          </a:p>
          <a:p>
            <a:pPr algn="just"/>
            <a:endParaRPr lang="en-US" sz="1600" dirty="0">
              <a:solidFill>
                <a:schemeClr val="tx1"/>
              </a:solidFill>
            </a:endParaRPr>
          </a:p>
          <a:p>
            <a:endParaRPr lang="en-US" dirty="0"/>
          </a:p>
        </p:txBody>
      </p:sp>
      <p:sp>
        <p:nvSpPr>
          <p:cNvPr id="3" name="Title 2">
            <a:extLst>
              <a:ext uri="{FF2B5EF4-FFF2-40B4-BE49-F238E27FC236}">
                <a16:creationId xmlns:a16="http://schemas.microsoft.com/office/drawing/2014/main" id="{DC2DC814-4F78-F1E8-7410-932E50715871}"/>
              </a:ext>
            </a:extLst>
          </p:cNvPr>
          <p:cNvSpPr>
            <a:spLocks noGrp="1"/>
          </p:cNvSpPr>
          <p:nvPr>
            <p:ph type="title" idx="4294967295"/>
          </p:nvPr>
        </p:nvSpPr>
        <p:spPr>
          <a:xfrm>
            <a:off x="279918" y="631858"/>
            <a:ext cx="10807700" cy="369332"/>
          </a:xfrm>
        </p:spPr>
        <p:txBody>
          <a:bodyPr/>
          <a:lstStyle/>
          <a:p>
            <a:r>
              <a:rPr lang="en-US" dirty="0"/>
              <a:t>Do You Know</a:t>
            </a:r>
          </a:p>
        </p:txBody>
      </p:sp>
      <p:pic>
        <p:nvPicPr>
          <p:cNvPr id="7" name="Picture 2" descr="D:\Images\Images\Question\shutterstock_157594730.jpg">
            <a:extLst>
              <a:ext uri="{FF2B5EF4-FFF2-40B4-BE49-F238E27FC236}">
                <a16:creationId xmlns:a16="http://schemas.microsoft.com/office/drawing/2014/main" id="{D43DA37D-F5C0-A09B-6241-6926604ABA72}"/>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2572" b="14047"/>
          <a:stretch/>
        </p:blipFill>
        <p:spPr bwMode="auto">
          <a:xfrm>
            <a:off x="6410960" y="1436210"/>
            <a:ext cx="3164841" cy="23411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77828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2421531D-264C-6DF5-3381-A7EB7E50D08B}"/>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658A513A-4717-691A-0454-9941DA6CF055}"/>
              </a:ext>
            </a:extLst>
          </p:cNvPr>
          <p:cNvSpPr>
            <a:spLocks noGrp="1"/>
          </p:cNvSpPr>
          <p:nvPr>
            <p:ph type="sldNum" sz="quarter" idx="12"/>
          </p:nvPr>
        </p:nvSpPr>
        <p:spPr/>
        <p:txBody>
          <a:bodyPr/>
          <a:lstStyle/>
          <a:p>
            <a:fld id="{C53E075B-3175-45CF-B3C7-FEDF3F5961E3}" type="slidenum">
              <a:rPr lang="en-US" smtClean="0"/>
              <a:pPr/>
              <a:t>5</a:t>
            </a:fld>
            <a:endParaRPr lang="en-US" dirty="0"/>
          </a:p>
        </p:txBody>
      </p:sp>
      <p:sp>
        <p:nvSpPr>
          <p:cNvPr id="2" name="Content Placeholder 1">
            <a:extLst>
              <a:ext uri="{FF2B5EF4-FFF2-40B4-BE49-F238E27FC236}">
                <a16:creationId xmlns:a16="http://schemas.microsoft.com/office/drawing/2014/main" id="{C4B7A633-33F1-43A7-05B1-ABCE3F2FD3C2}"/>
              </a:ext>
            </a:extLst>
          </p:cNvPr>
          <p:cNvSpPr>
            <a:spLocks noGrp="1"/>
          </p:cNvSpPr>
          <p:nvPr>
            <p:ph sz="quarter" idx="4294967295"/>
          </p:nvPr>
        </p:nvSpPr>
        <p:spPr>
          <a:xfrm>
            <a:off x="279918" y="1468913"/>
            <a:ext cx="6730482" cy="4191000"/>
          </a:xfrm>
        </p:spPr>
        <p:txBody>
          <a:bodyPr/>
          <a:lstStyle/>
          <a:p>
            <a:pPr marL="0" indent="0">
              <a:buNone/>
            </a:pPr>
            <a:r>
              <a:rPr lang="en-US" dirty="0"/>
              <a:t>After completing this chapter, you will learn to:</a:t>
            </a:r>
          </a:p>
          <a:p>
            <a:pPr lvl="1">
              <a:buFont typeface="Arial" panose="020B0604020202020204" pitchFamily="34" charset="0"/>
              <a:buChar char="•"/>
            </a:pPr>
            <a:r>
              <a:rPr lang="en-US" dirty="0"/>
              <a:t>Define What is </a:t>
            </a:r>
            <a:r>
              <a:rPr lang="en-US" dirty="0" err="1"/>
              <a:t>iRep</a:t>
            </a:r>
            <a:r>
              <a:rPr lang="en-US" dirty="0"/>
              <a:t> </a:t>
            </a:r>
          </a:p>
          <a:p>
            <a:pPr lvl="1">
              <a:buFont typeface="Arial" panose="020B0604020202020204" pitchFamily="34" charset="0"/>
              <a:buChar char="•"/>
            </a:pPr>
            <a:r>
              <a:rPr lang="en-US" dirty="0"/>
              <a:t>Install </a:t>
            </a:r>
            <a:r>
              <a:rPr lang="en-US" dirty="0" err="1"/>
              <a:t>iRep</a:t>
            </a:r>
            <a:r>
              <a:rPr lang="en-US" dirty="0"/>
              <a:t> </a:t>
            </a:r>
          </a:p>
          <a:p>
            <a:pPr lvl="1">
              <a:buFont typeface="Arial" panose="020B0604020202020204" pitchFamily="34" charset="0"/>
              <a:buChar char="•"/>
            </a:pPr>
            <a:r>
              <a:rPr lang="en-US" dirty="0"/>
              <a:t>Navigate through </a:t>
            </a:r>
            <a:r>
              <a:rPr lang="en-US" dirty="0" err="1"/>
              <a:t>iRep</a:t>
            </a:r>
            <a:r>
              <a:rPr lang="en-US" dirty="0"/>
              <a:t> UI</a:t>
            </a:r>
          </a:p>
          <a:p>
            <a:pPr lvl="1">
              <a:buFont typeface="Arial" panose="020B0604020202020204" pitchFamily="34" charset="0"/>
              <a:buChar char="•"/>
            </a:pPr>
            <a:r>
              <a:rPr lang="en-US" dirty="0"/>
              <a:t>Configure </a:t>
            </a:r>
            <a:r>
              <a:rPr lang="en-US" dirty="0" err="1"/>
              <a:t>iRep</a:t>
            </a:r>
            <a:endParaRPr lang="en-US" dirty="0"/>
          </a:p>
          <a:p>
            <a:pPr lvl="1">
              <a:buFont typeface="Arial" panose="020B0604020202020204" pitchFamily="34" charset="0"/>
              <a:buChar char="•"/>
            </a:pPr>
            <a:r>
              <a:rPr lang="en-US" dirty="0"/>
              <a:t>Define &amp; Configure </a:t>
            </a:r>
            <a:r>
              <a:rPr lang="en-US" dirty="0" err="1"/>
              <a:t>iRep</a:t>
            </a:r>
            <a:r>
              <a:rPr lang="en-US" dirty="0"/>
              <a:t> CLM</a:t>
            </a:r>
          </a:p>
        </p:txBody>
      </p:sp>
      <p:sp>
        <p:nvSpPr>
          <p:cNvPr id="3" name="Title 2">
            <a:extLst>
              <a:ext uri="{FF2B5EF4-FFF2-40B4-BE49-F238E27FC236}">
                <a16:creationId xmlns:a16="http://schemas.microsoft.com/office/drawing/2014/main" id="{DC2DC814-4F78-F1E8-7410-932E50715871}"/>
              </a:ext>
            </a:extLst>
          </p:cNvPr>
          <p:cNvSpPr>
            <a:spLocks noGrp="1"/>
          </p:cNvSpPr>
          <p:nvPr>
            <p:ph type="title" idx="4294967295"/>
          </p:nvPr>
        </p:nvSpPr>
        <p:spPr>
          <a:xfrm>
            <a:off x="279918" y="631858"/>
            <a:ext cx="10807700" cy="369332"/>
          </a:xfrm>
        </p:spPr>
        <p:txBody>
          <a:bodyPr/>
          <a:lstStyle/>
          <a:p>
            <a:r>
              <a:rPr lang="en-US" dirty="0"/>
              <a:t>Objectives</a:t>
            </a:r>
          </a:p>
        </p:txBody>
      </p:sp>
      <p:pic>
        <p:nvPicPr>
          <p:cNvPr id="6" name="Picture 2" descr="D:\Images\Images\Objective\shutterstock_67901683.jpg">
            <a:extLst>
              <a:ext uri="{FF2B5EF4-FFF2-40B4-BE49-F238E27FC236}">
                <a16:creationId xmlns:a16="http://schemas.microsoft.com/office/drawing/2014/main" id="{B3D16588-795B-937B-A337-67C1C81FC2E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6669428" y="816524"/>
            <a:ext cx="2517197" cy="3775796"/>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59062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2421531D-264C-6DF5-3381-A7EB7E50D08B}"/>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658A513A-4717-691A-0454-9941DA6CF055}"/>
              </a:ext>
            </a:extLst>
          </p:cNvPr>
          <p:cNvSpPr>
            <a:spLocks noGrp="1"/>
          </p:cNvSpPr>
          <p:nvPr>
            <p:ph type="sldNum" sz="quarter" idx="12"/>
          </p:nvPr>
        </p:nvSpPr>
        <p:spPr/>
        <p:txBody>
          <a:bodyPr/>
          <a:lstStyle/>
          <a:p>
            <a:fld id="{C53E075B-3175-45CF-B3C7-FEDF3F5961E3}" type="slidenum">
              <a:rPr lang="en-US" smtClean="0"/>
              <a:pPr/>
              <a:t>6</a:t>
            </a:fld>
            <a:endParaRPr lang="en-US" dirty="0"/>
          </a:p>
        </p:txBody>
      </p:sp>
      <p:sp>
        <p:nvSpPr>
          <p:cNvPr id="2" name="Content Placeholder 1">
            <a:extLst>
              <a:ext uri="{FF2B5EF4-FFF2-40B4-BE49-F238E27FC236}">
                <a16:creationId xmlns:a16="http://schemas.microsoft.com/office/drawing/2014/main" id="{C4B7A633-33F1-43A7-05B1-ABCE3F2FD3C2}"/>
              </a:ext>
            </a:extLst>
          </p:cNvPr>
          <p:cNvSpPr>
            <a:spLocks noGrp="1"/>
          </p:cNvSpPr>
          <p:nvPr>
            <p:ph sz="quarter" idx="4294967295"/>
          </p:nvPr>
        </p:nvSpPr>
        <p:spPr>
          <a:xfrm>
            <a:off x="279918" y="1468913"/>
            <a:ext cx="6730482" cy="4191000"/>
          </a:xfrm>
        </p:spPr>
        <p:txBody>
          <a:bodyPr/>
          <a:lstStyle/>
          <a:p>
            <a:r>
              <a:rPr lang="en-US" sz="1800" dirty="0"/>
              <a:t>VEEVA CRM has following two versions</a:t>
            </a:r>
          </a:p>
          <a:p>
            <a:endParaRPr lang="en-US" sz="1800" dirty="0"/>
          </a:p>
          <a:p>
            <a:pPr lvl="1"/>
            <a:r>
              <a:rPr lang="en-US" sz="1600" dirty="0"/>
              <a:t>VEEVA CRM Online</a:t>
            </a:r>
          </a:p>
          <a:p>
            <a:pPr lvl="1"/>
            <a:r>
              <a:rPr lang="en-US" sz="1600" dirty="0"/>
              <a:t>VEEVA CRM Offline </a:t>
            </a:r>
          </a:p>
          <a:p>
            <a:pPr marL="0" indent="0">
              <a:buNone/>
            </a:pPr>
            <a:r>
              <a:rPr lang="en-US" sz="1800" dirty="0"/>
              <a:t> </a:t>
            </a:r>
          </a:p>
          <a:p>
            <a:r>
              <a:rPr lang="en-US" sz="1800" dirty="0"/>
              <a:t>Offline version is known as </a:t>
            </a:r>
            <a:r>
              <a:rPr lang="en-US" sz="1800" dirty="0" err="1"/>
              <a:t>iRep</a:t>
            </a:r>
            <a:endParaRPr lang="en-US" sz="1800" dirty="0"/>
          </a:p>
          <a:p>
            <a:endParaRPr lang="en-US" sz="1800" dirty="0"/>
          </a:p>
          <a:p>
            <a:r>
              <a:rPr lang="en-US" sz="1800" dirty="0" err="1"/>
              <a:t>iRep</a:t>
            </a:r>
            <a:r>
              <a:rPr lang="en-US" sz="1800" dirty="0"/>
              <a:t> runs on iPad and works offline. It means Sales Representative can do call recording even if they DONT have internet connection</a:t>
            </a:r>
          </a:p>
          <a:p>
            <a:endParaRPr lang="en-US" sz="1800" dirty="0"/>
          </a:p>
          <a:p>
            <a:r>
              <a:rPr lang="en-US" sz="1800" dirty="0"/>
              <a:t>Once Sales Rep connect their iPad with Wi-Fi/Internet offline recorded data on </a:t>
            </a:r>
            <a:r>
              <a:rPr lang="en-US" sz="1800" dirty="0" err="1"/>
              <a:t>iRep</a:t>
            </a:r>
            <a:r>
              <a:rPr lang="en-US" sz="1800" dirty="0"/>
              <a:t> gets uploaded over VEEVA Server</a:t>
            </a:r>
          </a:p>
          <a:p>
            <a:endParaRPr lang="en-US" dirty="0"/>
          </a:p>
        </p:txBody>
      </p:sp>
      <p:sp>
        <p:nvSpPr>
          <p:cNvPr id="3" name="Title 2">
            <a:extLst>
              <a:ext uri="{FF2B5EF4-FFF2-40B4-BE49-F238E27FC236}">
                <a16:creationId xmlns:a16="http://schemas.microsoft.com/office/drawing/2014/main" id="{DC2DC814-4F78-F1E8-7410-932E50715871}"/>
              </a:ext>
            </a:extLst>
          </p:cNvPr>
          <p:cNvSpPr>
            <a:spLocks noGrp="1"/>
          </p:cNvSpPr>
          <p:nvPr>
            <p:ph type="title" idx="4294967295"/>
          </p:nvPr>
        </p:nvSpPr>
        <p:spPr>
          <a:xfrm>
            <a:off x="279918" y="631858"/>
            <a:ext cx="10807700" cy="369332"/>
          </a:xfrm>
        </p:spPr>
        <p:txBody>
          <a:bodyPr/>
          <a:lstStyle/>
          <a:p>
            <a:r>
              <a:rPr lang="en-US" dirty="0"/>
              <a:t>Overview</a:t>
            </a:r>
          </a:p>
        </p:txBody>
      </p:sp>
      <p:pic>
        <p:nvPicPr>
          <p:cNvPr id="9" name="Picture 2" descr="D:\Images\Images\Overview\shutterstock_72689296.jpg">
            <a:extLst>
              <a:ext uri="{FF2B5EF4-FFF2-40B4-BE49-F238E27FC236}">
                <a16:creationId xmlns:a16="http://schemas.microsoft.com/office/drawing/2014/main" id="{10E117A6-29B4-0A1A-1352-C2C6755F2E7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10400" y="1198087"/>
            <a:ext cx="2021840" cy="32961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95193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a:xfrm>
            <a:off x="744410" y="4168450"/>
            <a:ext cx="4132390" cy="457200"/>
          </a:xfrm>
        </p:spPr>
        <p:txBody>
          <a:bodyPr/>
          <a:lstStyle/>
          <a:p>
            <a:r>
              <a:rPr lang="en-US" sz="3200" b="1" dirty="0"/>
              <a:t>What is </a:t>
            </a:r>
            <a:r>
              <a:rPr lang="en-US" sz="3200" b="1" dirty="0" err="1"/>
              <a:t>iRep</a:t>
            </a:r>
            <a:endParaRPr lang="en-US" sz="3200" b="1" dirty="0"/>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r>
              <a:rPr lang="en-US"/>
              <a:t>© 2023 Cognizant</a:t>
            </a:r>
            <a:endParaRPr lang="en-US" dirty="0"/>
          </a:p>
        </p:txBody>
      </p:sp>
      <p:sp>
        <p:nvSpPr>
          <p:cNvPr id="5" name="Text Placeholder 4">
            <a:extLst>
              <a:ext uri="{FF2B5EF4-FFF2-40B4-BE49-F238E27FC236}">
                <a16:creationId xmlns:a16="http://schemas.microsoft.com/office/drawing/2014/main" id="{950E133F-E69D-1B0A-B204-ED8872B1C093}"/>
              </a:ext>
            </a:extLst>
          </p:cNvPr>
          <p:cNvSpPr>
            <a:spLocks noGrp="1"/>
          </p:cNvSpPr>
          <p:nvPr>
            <p:ph type="body" idx="12"/>
          </p:nvPr>
        </p:nvSpPr>
        <p:spPr/>
        <p:txBody>
          <a:bodyPr/>
          <a:lstStyle/>
          <a:p>
            <a:r>
              <a:rPr lang="en-US" dirty="0"/>
              <a:t>20-07-2023</a:t>
            </a:r>
          </a:p>
        </p:txBody>
      </p:sp>
      <p:sp>
        <p:nvSpPr>
          <p:cNvPr id="11" name="TextBox 10">
            <a:extLst>
              <a:ext uri="{FF2B5EF4-FFF2-40B4-BE49-F238E27FC236}">
                <a16:creationId xmlns:a16="http://schemas.microsoft.com/office/drawing/2014/main" id="{6C89135B-DDC4-C06C-33AD-3FA78D5BA252}"/>
              </a:ext>
            </a:extLst>
          </p:cNvPr>
          <p:cNvSpPr txBox="1"/>
          <p:nvPr/>
        </p:nvSpPr>
        <p:spPr>
          <a:xfrm>
            <a:off x="569495" y="3026026"/>
            <a:ext cx="8614610" cy="646331"/>
          </a:xfrm>
          <a:prstGeom prst="rect">
            <a:avLst/>
          </a:prstGeom>
          <a:noFill/>
        </p:spPr>
        <p:txBody>
          <a:bodyPr wrap="square">
            <a:spAutoFit/>
          </a:bodyPr>
          <a:lstStyle/>
          <a:p>
            <a:r>
              <a:rPr lang="en-US" sz="3600" dirty="0" err="1">
                <a:solidFill>
                  <a:srgbClr val="00718F"/>
                </a:solidFill>
                <a:latin typeface="Arial" panose="020B0604020202020204" pitchFamily="34" charset="0"/>
                <a:cs typeface="Arial" panose="020B0604020202020204" pitchFamily="34" charset="0"/>
              </a:rPr>
              <a:t>iRep</a:t>
            </a:r>
            <a:r>
              <a:rPr lang="en-US" sz="3600" dirty="0">
                <a:solidFill>
                  <a:srgbClr val="00718F"/>
                </a:solidFill>
                <a:latin typeface="Arial" panose="020B0604020202020204" pitchFamily="34" charset="0"/>
                <a:cs typeface="Arial" panose="020B0604020202020204" pitchFamily="34" charset="0"/>
              </a:rPr>
              <a:t> Configuration</a:t>
            </a:r>
            <a:endParaRPr lang="en-IN" sz="3600" dirty="0"/>
          </a:p>
        </p:txBody>
      </p:sp>
    </p:spTree>
    <p:extLst>
      <p:ext uri="{BB962C8B-B14F-4D97-AF65-F5344CB8AC3E}">
        <p14:creationId xmlns:p14="http://schemas.microsoft.com/office/powerpoint/2010/main" val="35198107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8</a:t>
            </a:fld>
            <a:endParaRPr lang="en-US" dirty="0"/>
          </a:p>
        </p:txBody>
      </p:sp>
      <p:sp>
        <p:nvSpPr>
          <p:cNvPr id="2" name="Content Placeholder 1">
            <a:extLst>
              <a:ext uri="{FF2B5EF4-FFF2-40B4-BE49-F238E27FC236}">
                <a16:creationId xmlns:a16="http://schemas.microsoft.com/office/drawing/2014/main" id="{00565AA0-9D26-01E4-3E5C-A7CD5FA39082}"/>
              </a:ext>
            </a:extLst>
          </p:cNvPr>
          <p:cNvSpPr>
            <a:spLocks noGrp="1"/>
          </p:cNvSpPr>
          <p:nvPr>
            <p:ph sz="quarter" idx="4294967295"/>
          </p:nvPr>
        </p:nvSpPr>
        <p:spPr>
          <a:xfrm>
            <a:off x="182880" y="741680"/>
            <a:ext cx="9235440" cy="5076508"/>
          </a:xfrm>
        </p:spPr>
        <p:txBody>
          <a:bodyPr/>
          <a:lstStyle/>
          <a:p>
            <a:pPr marL="285750" indent="-285750">
              <a:buFont typeface="Arial" panose="020B0604020202020204" pitchFamily="34" charset="0"/>
              <a:buChar char="•"/>
            </a:pPr>
            <a:r>
              <a:rPr lang="en-US" sz="1600" dirty="0" err="1"/>
              <a:t>iRep</a:t>
            </a:r>
            <a:r>
              <a:rPr lang="en-US" sz="1600" dirty="0"/>
              <a:t> is an integrated CRM and CLM application designed for the iPad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Leverages the same configuration as VEEVA CRM Online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Uses a local encrypted SQLite database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Integrates with VEEVA CRM online</a:t>
            </a:r>
          </a:p>
          <a:p>
            <a:pPr marL="285750" indent="-285750">
              <a:buFont typeface="Arial" panose="020B0604020202020204" pitchFamily="34" charset="0"/>
              <a:buChar char="•"/>
            </a:pPr>
            <a:r>
              <a:rPr lang="en-US" sz="1600" dirty="0"/>
              <a:t> </a:t>
            </a:r>
          </a:p>
          <a:p>
            <a:pPr marL="285750" indent="-285750">
              <a:buFont typeface="Arial" panose="020B0604020202020204" pitchFamily="34" charset="0"/>
              <a:buChar char="•"/>
            </a:pPr>
            <a:r>
              <a:rPr lang="en-US" sz="1600" dirty="0"/>
              <a:t>Achieves full CRM capabilities on the iPad </a:t>
            </a:r>
          </a:p>
          <a:p>
            <a:pPr marL="0" indent="0">
              <a:buNone/>
            </a:pPr>
            <a:endParaRPr lang="en-US" dirty="0">
              <a:solidFill>
                <a:schemeClr val="tx1"/>
              </a:solidFill>
            </a:endParaRPr>
          </a:p>
          <a:p>
            <a:pPr lvl="1"/>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17240" y="132081"/>
            <a:ext cx="10807700" cy="369332"/>
          </a:xfrm>
        </p:spPr>
        <p:txBody>
          <a:bodyPr/>
          <a:lstStyle/>
          <a:p>
            <a:r>
              <a:rPr lang="en-US" dirty="0"/>
              <a:t>What is </a:t>
            </a:r>
            <a:r>
              <a:rPr lang="en-US" dirty="0" err="1"/>
              <a:t>iRep</a:t>
            </a:r>
            <a:endParaRPr lang="en-US" dirty="0"/>
          </a:p>
        </p:txBody>
      </p:sp>
    </p:spTree>
    <p:extLst>
      <p:ext uri="{BB962C8B-B14F-4D97-AF65-F5344CB8AC3E}">
        <p14:creationId xmlns:p14="http://schemas.microsoft.com/office/powerpoint/2010/main" val="22363676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a:xfrm>
            <a:off x="744410" y="4168450"/>
            <a:ext cx="4132390" cy="457200"/>
          </a:xfrm>
        </p:spPr>
        <p:txBody>
          <a:bodyPr/>
          <a:lstStyle/>
          <a:p>
            <a:r>
              <a:rPr lang="en-US" sz="3200" b="1" dirty="0"/>
              <a:t>Installing </a:t>
            </a:r>
            <a:r>
              <a:rPr lang="en-US" sz="3200" b="1" dirty="0" err="1"/>
              <a:t>iRep</a:t>
            </a:r>
            <a:endParaRPr lang="en-US" sz="3200" b="1" dirty="0"/>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r>
              <a:rPr lang="en-US"/>
              <a:t>© 2023 Cognizant</a:t>
            </a:r>
            <a:endParaRPr lang="en-US" dirty="0"/>
          </a:p>
        </p:txBody>
      </p:sp>
      <p:sp>
        <p:nvSpPr>
          <p:cNvPr id="5" name="Text Placeholder 4">
            <a:extLst>
              <a:ext uri="{FF2B5EF4-FFF2-40B4-BE49-F238E27FC236}">
                <a16:creationId xmlns:a16="http://schemas.microsoft.com/office/drawing/2014/main" id="{950E133F-E69D-1B0A-B204-ED8872B1C093}"/>
              </a:ext>
            </a:extLst>
          </p:cNvPr>
          <p:cNvSpPr>
            <a:spLocks noGrp="1"/>
          </p:cNvSpPr>
          <p:nvPr>
            <p:ph type="body" idx="12"/>
          </p:nvPr>
        </p:nvSpPr>
        <p:spPr/>
        <p:txBody>
          <a:bodyPr/>
          <a:lstStyle/>
          <a:p>
            <a:r>
              <a:rPr lang="en-US" dirty="0"/>
              <a:t>20-07-2023</a:t>
            </a:r>
          </a:p>
        </p:txBody>
      </p:sp>
      <p:sp>
        <p:nvSpPr>
          <p:cNvPr id="11" name="TextBox 10">
            <a:extLst>
              <a:ext uri="{FF2B5EF4-FFF2-40B4-BE49-F238E27FC236}">
                <a16:creationId xmlns:a16="http://schemas.microsoft.com/office/drawing/2014/main" id="{6C89135B-DDC4-C06C-33AD-3FA78D5BA252}"/>
              </a:ext>
            </a:extLst>
          </p:cNvPr>
          <p:cNvSpPr txBox="1"/>
          <p:nvPr/>
        </p:nvSpPr>
        <p:spPr>
          <a:xfrm>
            <a:off x="569495" y="3026026"/>
            <a:ext cx="8614610" cy="646331"/>
          </a:xfrm>
          <a:prstGeom prst="rect">
            <a:avLst/>
          </a:prstGeom>
          <a:noFill/>
        </p:spPr>
        <p:txBody>
          <a:bodyPr wrap="square">
            <a:spAutoFit/>
          </a:bodyPr>
          <a:lstStyle/>
          <a:p>
            <a:r>
              <a:rPr lang="en-US" sz="3600" dirty="0" err="1">
                <a:solidFill>
                  <a:srgbClr val="00718F"/>
                </a:solidFill>
                <a:latin typeface="Arial" panose="020B0604020202020204" pitchFamily="34" charset="0"/>
                <a:cs typeface="Arial" panose="020B0604020202020204" pitchFamily="34" charset="0"/>
              </a:rPr>
              <a:t>iRep</a:t>
            </a:r>
            <a:r>
              <a:rPr lang="en-US" sz="3600" dirty="0">
                <a:solidFill>
                  <a:srgbClr val="00718F"/>
                </a:solidFill>
                <a:latin typeface="Arial" panose="020B0604020202020204" pitchFamily="34" charset="0"/>
                <a:cs typeface="Arial" panose="020B0604020202020204" pitchFamily="34" charset="0"/>
              </a:rPr>
              <a:t> Configuration</a:t>
            </a:r>
            <a:endParaRPr lang="en-IN" sz="3600" dirty="0"/>
          </a:p>
        </p:txBody>
      </p:sp>
    </p:spTree>
    <p:extLst>
      <p:ext uri="{BB962C8B-B14F-4D97-AF65-F5344CB8AC3E}">
        <p14:creationId xmlns:p14="http://schemas.microsoft.com/office/powerpoint/2010/main" val="26308398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10</a:t>
            </a:fld>
            <a:endParaRPr lang="en-US" dirty="0"/>
          </a:p>
        </p:txBody>
      </p:sp>
      <p:sp>
        <p:nvSpPr>
          <p:cNvPr id="2" name="Content Placeholder 1">
            <a:extLst>
              <a:ext uri="{FF2B5EF4-FFF2-40B4-BE49-F238E27FC236}">
                <a16:creationId xmlns:a16="http://schemas.microsoft.com/office/drawing/2014/main" id="{00565AA0-9D26-01E4-3E5C-A7CD5FA39082}"/>
              </a:ext>
            </a:extLst>
          </p:cNvPr>
          <p:cNvSpPr>
            <a:spLocks noGrp="1"/>
          </p:cNvSpPr>
          <p:nvPr>
            <p:ph sz="quarter" idx="4294967295"/>
          </p:nvPr>
        </p:nvSpPr>
        <p:spPr>
          <a:xfrm>
            <a:off x="425933" y="844272"/>
            <a:ext cx="9235440" cy="5076508"/>
          </a:xfrm>
        </p:spPr>
        <p:txBody>
          <a:bodyPr/>
          <a:lstStyle/>
          <a:p>
            <a:pPr marL="0" indent="0">
              <a:buNone/>
            </a:pPr>
            <a:r>
              <a:rPr lang="en-US" dirty="0"/>
              <a:t>Installing </a:t>
            </a:r>
            <a:r>
              <a:rPr lang="en-US" dirty="0" err="1"/>
              <a:t>iRep</a:t>
            </a:r>
            <a:r>
              <a:rPr lang="en-US" dirty="0"/>
              <a:t> involves the following steps </a:t>
            </a:r>
          </a:p>
          <a:p>
            <a:pPr marL="285750" indent="-285750">
              <a:buFont typeface="Arial" panose="020B0604020202020204" pitchFamily="34" charset="0"/>
              <a:buChar char="•"/>
            </a:pPr>
            <a:r>
              <a:rPr lang="en-US" sz="1800" dirty="0"/>
              <a:t>Login to VEEVA Online using Safari from the iPad </a:t>
            </a:r>
          </a:p>
          <a:p>
            <a:pPr marL="285750" indent="-285750">
              <a:buFont typeface="Arial" panose="020B0604020202020204" pitchFamily="34" charset="0"/>
              <a:buChar char="•"/>
            </a:pPr>
            <a:r>
              <a:rPr lang="en-US" sz="1800" dirty="0"/>
              <a:t>Install </a:t>
            </a:r>
            <a:r>
              <a:rPr lang="en-US" sz="1800" dirty="0" err="1"/>
              <a:t>iRep</a:t>
            </a:r>
            <a:r>
              <a:rPr lang="en-US" sz="1800" dirty="0"/>
              <a:t> through link on homepage </a:t>
            </a:r>
          </a:p>
          <a:p>
            <a:pPr marL="285750" indent="-285750">
              <a:buFont typeface="Arial" panose="020B0604020202020204" pitchFamily="34" charset="0"/>
              <a:buChar char="•"/>
            </a:pPr>
            <a:r>
              <a:rPr lang="en-US" sz="1800" dirty="0"/>
              <a:t>Follow the installation instructions </a:t>
            </a:r>
          </a:p>
          <a:p>
            <a:pPr marL="685800" lvl="1">
              <a:buFont typeface="Wingdings" panose="05000000000000000000" pitchFamily="2" charset="2"/>
              <a:buChar char="ü"/>
            </a:pPr>
            <a:r>
              <a:rPr lang="en-US" dirty="0"/>
              <a:t>Install provisioning profile </a:t>
            </a:r>
          </a:p>
          <a:p>
            <a:pPr marL="685800" lvl="1">
              <a:buFont typeface="Wingdings" panose="05000000000000000000" pitchFamily="2" charset="2"/>
              <a:buChar char="ü"/>
            </a:pPr>
            <a:r>
              <a:rPr lang="en-US" dirty="0"/>
              <a:t>Then install VEEVA </a:t>
            </a:r>
            <a:r>
              <a:rPr lang="en-US" dirty="0" err="1"/>
              <a:t>iRep</a:t>
            </a:r>
            <a:r>
              <a:rPr lang="en-US" dirty="0"/>
              <a:t> </a:t>
            </a:r>
          </a:p>
          <a:p>
            <a:pPr marL="0" indent="0">
              <a:buNone/>
            </a:pPr>
            <a:endParaRPr lang="en-US" dirty="0">
              <a:solidFill>
                <a:schemeClr val="tx1"/>
              </a:solidFill>
            </a:endParaRPr>
          </a:p>
          <a:p>
            <a:pPr lvl="1"/>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17240" y="132081"/>
            <a:ext cx="10807700" cy="369332"/>
          </a:xfrm>
        </p:spPr>
        <p:txBody>
          <a:bodyPr/>
          <a:lstStyle/>
          <a:p>
            <a:r>
              <a:rPr lang="en-US" dirty="0"/>
              <a:t>Installing </a:t>
            </a:r>
            <a:r>
              <a:rPr lang="en-US" dirty="0" err="1"/>
              <a:t>iRep</a:t>
            </a:r>
            <a:r>
              <a:rPr lang="en-US" dirty="0"/>
              <a:t> 1</a:t>
            </a:r>
          </a:p>
        </p:txBody>
      </p:sp>
      <p:pic>
        <p:nvPicPr>
          <p:cNvPr id="6" name="Picture 5">
            <a:extLst>
              <a:ext uri="{FF2B5EF4-FFF2-40B4-BE49-F238E27FC236}">
                <a16:creationId xmlns:a16="http://schemas.microsoft.com/office/drawing/2014/main" id="{B781FFC5-698A-547E-83B2-EB9B7ED67616}"/>
              </a:ext>
            </a:extLst>
          </p:cNvPr>
          <p:cNvPicPr>
            <a:picLocks noChangeAspect="1"/>
          </p:cNvPicPr>
          <p:nvPr/>
        </p:nvPicPr>
        <p:blipFill>
          <a:blip r:embed="rId2"/>
          <a:stretch>
            <a:fillRect/>
          </a:stretch>
        </p:blipFill>
        <p:spPr>
          <a:xfrm>
            <a:off x="142576" y="3509638"/>
            <a:ext cx="2997857" cy="1829250"/>
          </a:xfrm>
          <a:prstGeom prst="rect">
            <a:avLst/>
          </a:prstGeom>
        </p:spPr>
      </p:pic>
      <p:pic>
        <p:nvPicPr>
          <p:cNvPr id="7" name="Picture 6">
            <a:extLst>
              <a:ext uri="{FF2B5EF4-FFF2-40B4-BE49-F238E27FC236}">
                <a16:creationId xmlns:a16="http://schemas.microsoft.com/office/drawing/2014/main" id="{5A720B47-E3E6-F3C1-8383-43D5359D7E3C}"/>
              </a:ext>
            </a:extLst>
          </p:cNvPr>
          <p:cNvPicPr>
            <a:picLocks noChangeAspect="1"/>
          </p:cNvPicPr>
          <p:nvPr/>
        </p:nvPicPr>
        <p:blipFill>
          <a:blip r:embed="rId3"/>
          <a:stretch>
            <a:fillRect/>
          </a:stretch>
        </p:blipFill>
        <p:spPr>
          <a:xfrm>
            <a:off x="4102769" y="2834799"/>
            <a:ext cx="5424981" cy="3178929"/>
          </a:xfrm>
          <a:prstGeom prst="rect">
            <a:avLst/>
          </a:prstGeom>
        </p:spPr>
      </p:pic>
      <p:sp>
        <p:nvSpPr>
          <p:cNvPr id="8" name="Right Arrow 7">
            <a:extLst>
              <a:ext uri="{FF2B5EF4-FFF2-40B4-BE49-F238E27FC236}">
                <a16:creationId xmlns:a16="http://schemas.microsoft.com/office/drawing/2014/main" id="{54555A5F-23DA-D55D-C5E4-28B8B89E11A8}"/>
              </a:ext>
            </a:extLst>
          </p:cNvPr>
          <p:cNvSpPr/>
          <p:nvPr/>
        </p:nvSpPr>
        <p:spPr>
          <a:xfrm>
            <a:off x="2883569" y="4271750"/>
            <a:ext cx="1219200" cy="305025"/>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701328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11</a:t>
            </a:fld>
            <a:endParaRPr lang="en-US" dirty="0"/>
          </a:p>
        </p:txBody>
      </p:sp>
      <p:sp>
        <p:nvSpPr>
          <p:cNvPr id="2" name="Content Placeholder 1">
            <a:extLst>
              <a:ext uri="{FF2B5EF4-FFF2-40B4-BE49-F238E27FC236}">
                <a16:creationId xmlns:a16="http://schemas.microsoft.com/office/drawing/2014/main" id="{00565AA0-9D26-01E4-3E5C-A7CD5FA39082}"/>
              </a:ext>
            </a:extLst>
          </p:cNvPr>
          <p:cNvSpPr>
            <a:spLocks noGrp="1"/>
          </p:cNvSpPr>
          <p:nvPr>
            <p:ph sz="quarter" idx="4294967295"/>
          </p:nvPr>
        </p:nvSpPr>
        <p:spPr>
          <a:xfrm>
            <a:off x="182880" y="1042736"/>
            <a:ext cx="9235440" cy="4775451"/>
          </a:xfrm>
        </p:spPr>
        <p:txBody>
          <a:bodyPr/>
          <a:lstStyle/>
          <a:p>
            <a:pPr marL="285750" indent="-285750">
              <a:buFont typeface="Arial" panose="020B0604020202020204" pitchFamily="34" charset="0"/>
              <a:buChar char="•"/>
            </a:pPr>
            <a:r>
              <a:rPr lang="en-US" dirty="0"/>
              <a:t>Two main components are installed on the iPad: </a:t>
            </a:r>
          </a:p>
          <a:p>
            <a:pPr marL="0" indent="0">
              <a:buNone/>
            </a:pPr>
            <a:endParaRPr lang="en-US" dirty="0"/>
          </a:p>
          <a:p>
            <a:pPr lvl="1">
              <a:buFont typeface="Wingdings" panose="05000000000000000000" pitchFamily="2" charset="2"/>
              <a:buChar char="ü"/>
            </a:pPr>
            <a:r>
              <a:rPr lang="en-US" dirty="0"/>
              <a:t>Provisioning profile </a:t>
            </a:r>
          </a:p>
          <a:p>
            <a:pPr lvl="2">
              <a:buFont typeface="Wingdings" panose="05000000000000000000" pitchFamily="2" charset="2"/>
              <a:buChar char="Ø"/>
            </a:pPr>
            <a:r>
              <a:rPr lang="en-US" dirty="0"/>
              <a:t>Contains the digital signature of the </a:t>
            </a:r>
            <a:r>
              <a:rPr lang="en-US" dirty="0" err="1"/>
              <a:t>iRep</a:t>
            </a:r>
            <a:r>
              <a:rPr lang="en-US" dirty="0"/>
              <a:t> and allows the iPad to install it </a:t>
            </a:r>
          </a:p>
          <a:p>
            <a:pPr lvl="2">
              <a:buFont typeface="Wingdings" panose="05000000000000000000" pitchFamily="2" charset="2"/>
              <a:buChar char="Ø"/>
            </a:pPr>
            <a:r>
              <a:rPr lang="en-US" dirty="0"/>
              <a:t>Installed only once</a:t>
            </a:r>
          </a:p>
          <a:p>
            <a:pPr marL="914400" lvl="2" indent="0">
              <a:buNone/>
            </a:pPr>
            <a:endParaRPr lang="en-US" dirty="0"/>
          </a:p>
          <a:p>
            <a:pPr lvl="1">
              <a:buFont typeface="Wingdings" panose="05000000000000000000" pitchFamily="2" charset="2"/>
              <a:buChar char="ü"/>
            </a:pPr>
            <a:r>
              <a:rPr lang="en-US" dirty="0" err="1"/>
              <a:t>iRep</a:t>
            </a:r>
            <a:r>
              <a:rPr lang="en-US" dirty="0"/>
              <a:t> SQLite local database </a:t>
            </a:r>
          </a:p>
          <a:p>
            <a:pPr marL="0" indent="0">
              <a:buNone/>
            </a:pPr>
            <a:endParaRPr lang="en-US" dirty="0">
              <a:solidFill>
                <a:schemeClr val="tx1"/>
              </a:solidFill>
            </a:endParaRPr>
          </a:p>
          <a:p>
            <a:pPr lvl="1"/>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17240" y="132081"/>
            <a:ext cx="10807700" cy="369332"/>
          </a:xfrm>
        </p:spPr>
        <p:txBody>
          <a:bodyPr/>
          <a:lstStyle/>
          <a:p>
            <a:r>
              <a:rPr lang="en-US" dirty="0"/>
              <a:t>Installing </a:t>
            </a:r>
            <a:r>
              <a:rPr lang="en-US" dirty="0" err="1"/>
              <a:t>iRep</a:t>
            </a:r>
            <a:r>
              <a:rPr lang="en-US" dirty="0"/>
              <a:t> 2</a:t>
            </a:r>
          </a:p>
        </p:txBody>
      </p:sp>
    </p:spTree>
    <p:extLst>
      <p:ext uri="{BB962C8B-B14F-4D97-AF65-F5344CB8AC3E}">
        <p14:creationId xmlns:p14="http://schemas.microsoft.com/office/powerpoint/2010/main" val="12465798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a:xfrm>
            <a:off x="744410" y="4168450"/>
            <a:ext cx="4132390" cy="457200"/>
          </a:xfrm>
        </p:spPr>
        <p:txBody>
          <a:bodyPr/>
          <a:lstStyle/>
          <a:p>
            <a:r>
              <a:rPr lang="en-US" sz="3200" b="1" dirty="0"/>
              <a:t>Navigating </a:t>
            </a:r>
            <a:r>
              <a:rPr lang="en-US" sz="3200" b="1" dirty="0" err="1"/>
              <a:t>iRep</a:t>
            </a:r>
            <a:r>
              <a:rPr lang="en-US" sz="3200" b="1" dirty="0"/>
              <a:t> UI</a:t>
            </a:r>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r>
              <a:rPr lang="en-US"/>
              <a:t>© 2023 Cognizant</a:t>
            </a:r>
            <a:endParaRPr lang="en-US" dirty="0"/>
          </a:p>
        </p:txBody>
      </p:sp>
      <p:sp>
        <p:nvSpPr>
          <p:cNvPr id="5" name="Text Placeholder 4">
            <a:extLst>
              <a:ext uri="{FF2B5EF4-FFF2-40B4-BE49-F238E27FC236}">
                <a16:creationId xmlns:a16="http://schemas.microsoft.com/office/drawing/2014/main" id="{950E133F-E69D-1B0A-B204-ED8872B1C093}"/>
              </a:ext>
            </a:extLst>
          </p:cNvPr>
          <p:cNvSpPr>
            <a:spLocks noGrp="1"/>
          </p:cNvSpPr>
          <p:nvPr>
            <p:ph type="body" idx="12"/>
          </p:nvPr>
        </p:nvSpPr>
        <p:spPr/>
        <p:txBody>
          <a:bodyPr/>
          <a:lstStyle/>
          <a:p>
            <a:r>
              <a:rPr lang="en-US" dirty="0"/>
              <a:t>20-07-2023</a:t>
            </a:r>
          </a:p>
        </p:txBody>
      </p:sp>
      <p:sp>
        <p:nvSpPr>
          <p:cNvPr id="11" name="TextBox 10">
            <a:extLst>
              <a:ext uri="{FF2B5EF4-FFF2-40B4-BE49-F238E27FC236}">
                <a16:creationId xmlns:a16="http://schemas.microsoft.com/office/drawing/2014/main" id="{6C89135B-DDC4-C06C-33AD-3FA78D5BA252}"/>
              </a:ext>
            </a:extLst>
          </p:cNvPr>
          <p:cNvSpPr txBox="1"/>
          <p:nvPr/>
        </p:nvSpPr>
        <p:spPr>
          <a:xfrm>
            <a:off x="569495" y="3026026"/>
            <a:ext cx="8614610" cy="646331"/>
          </a:xfrm>
          <a:prstGeom prst="rect">
            <a:avLst/>
          </a:prstGeom>
          <a:noFill/>
        </p:spPr>
        <p:txBody>
          <a:bodyPr wrap="square">
            <a:spAutoFit/>
          </a:bodyPr>
          <a:lstStyle/>
          <a:p>
            <a:r>
              <a:rPr lang="en-US" sz="3600" dirty="0" err="1">
                <a:solidFill>
                  <a:srgbClr val="00718F"/>
                </a:solidFill>
                <a:latin typeface="Arial" panose="020B0604020202020204" pitchFamily="34" charset="0"/>
                <a:cs typeface="Arial" panose="020B0604020202020204" pitchFamily="34" charset="0"/>
              </a:rPr>
              <a:t>iRep</a:t>
            </a:r>
            <a:r>
              <a:rPr lang="en-US" sz="3600" dirty="0">
                <a:solidFill>
                  <a:srgbClr val="00718F"/>
                </a:solidFill>
                <a:latin typeface="Arial" panose="020B0604020202020204" pitchFamily="34" charset="0"/>
                <a:cs typeface="Arial" panose="020B0604020202020204" pitchFamily="34" charset="0"/>
              </a:rPr>
              <a:t> Configuration</a:t>
            </a:r>
            <a:endParaRPr lang="en-IN" sz="3600" dirty="0"/>
          </a:p>
        </p:txBody>
      </p:sp>
    </p:spTree>
    <p:extLst>
      <p:ext uri="{BB962C8B-B14F-4D97-AF65-F5344CB8AC3E}">
        <p14:creationId xmlns:p14="http://schemas.microsoft.com/office/powerpoint/2010/main" val="32699281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13</a:t>
            </a:fld>
            <a:endParaRPr lang="en-US" dirty="0"/>
          </a:p>
        </p:txBody>
      </p:sp>
      <p:sp>
        <p:nvSpPr>
          <p:cNvPr id="2" name="Content Placeholder 1">
            <a:extLst>
              <a:ext uri="{FF2B5EF4-FFF2-40B4-BE49-F238E27FC236}">
                <a16:creationId xmlns:a16="http://schemas.microsoft.com/office/drawing/2014/main" id="{00565AA0-9D26-01E4-3E5C-A7CD5FA39082}"/>
              </a:ext>
            </a:extLst>
          </p:cNvPr>
          <p:cNvSpPr>
            <a:spLocks noGrp="1"/>
          </p:cNvSpPr>
          <p:nvPr>
            <p:ph sz="quarter" idx="4294967295"/>
          </p:nvPr>
        </p:nvSpPr>
        <p:spPr>
          <a:xfrm>
            <a:off x="182880" y="741680"/>
            <a:ext cx="9235440" cy="5076508"/>
          </a:xfrm>
        </p:spPr>
        <p:txBody>
          <a:bodyPr/>
          <a:lstStyle/>
          <a:p>
            <a:pPr marL="285750" indent="-285750">
              <a:buFont typeface="Arial" panose="020B0604020202020204" pitchFamily="34" charset="0"/>
              <a:buChar char="•"/>
            </a:pPr>
            <a:r>
              <a:rPr lang="en-US" sz="1600" dirty="0"/>
              <a:t>Tap the </a:t>
            </a:r>
            <a:r>
              <a:rPr lang="en-US" sz="1600" dirty="0" err="1"/>
              <a:t>iRep</a:t>
            </a:r>
            <a:r>
              <a:rPr lang="en-US" sz="1600" dirty="0"/>
              <a:t> app on the iPad Home Screen </a:t>
            </a:r>
          </a:p>
          <a:p>
            <a:pPr marL="285750" indent="-285750">
              <a:buFont typeface="Arial" panose="020B0604020202020204" pitchFamily="34" charset="0"/>
              <a:buChar char="•"/>
            </a:pPr>
            <a:r>
              <a:rPr lang="en-US" sz="1600" dirty="0"/>
              <a:t>User Name and Password are the same as when logging into VEEVA Online </a:t>
            </a:r>
          </a:p>
          <a:p>
            <a:pPr marL="285750" indent="-285750">
              <a:buFont typeface="Arial" panose="020B0604020202020204" pitchFamily="34" charset="0"/>
              <a:buChar char="•"/>
            </a:pPr>
            <a:r>
              <a:rPr lang="en-US" sz="1600" dirty="0" err="1"/>
              <a:t>iRep</a:t>
            </a:r>
            <a:r>
              <a:rPr lang="en-US" sz="1600" dirty="0"/>
              <a:t> can store multiple user logins and databases </a:t>
            </a:r>
          </a:p>
          <a:p>
            <a:pPr marL="285750" indent="-285750">
              <a:buFont typeface="Arial" panose="020B0604020202020204" pitchFamily="34" charset="0"/>
              <a:buChar char="•"/>
            </a:pPr>
            <a:r>
              <a:rPr lang="en-US" sz="1600" dirty="0"/>
              <a:t>First synch may take 10 to 15 minutes as per the size of database</a:t>
            </a:r>
          </a:p>
          <a:p>
            <a:pPr marL="0" indent="0">
              <a:buNone/>
            </a:pPr>
            <a:endParaRPr lang="en-US" dirty="0">
              <a:solidFill>
                <a:schemeClr val="tx1"/>
              </a:solidFill>
            </a:endParaRPr>
          </a:p>
          <a:p>
            <a:pPr lvl="1"/>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299165" y="149622"/>
            <a:ext cx="10807700" cy="369332"/>
          </a:xfrm>
        </p:spPr>
        <p:txBody>
          <a:bodyPr/>
          <a:lstStyle/>
          <a:p>
            <a:r>
              <a:rPr lang="en-US" dirty="0"/>
              <a:t>Initial Login and Sync</a:t>
            </a:r>
          </a:p>
        </p:txBody>
      </p:sp>
      <p:pic>
        <p:nvPicPr>
          <p:cNvPr id="6" name="Picture 5" descr="A screenshot of a login screen&#10;&#10;Description automatically generated with medium confidence">
            <a:extLst>
              <a:ext uri="{FF2B5EF4-FFF2-40B4-BE49-F238E27FC236}">
                <a16:creationId xmlns:a16="http://schemas.microsoft.com/office/drawing/2014/main" id="{8B0C0D84-BDBF-2D17-336B-057A7F601576}"/>
              </a:ext>
            </a:extLst>
          </p:cNvPr>
          <p:cNvPicPr>
            <a:picLocks noChangeAspect="1"/>
          </p:cNvPicPr>
          <p:nvPr/>
        </p:nvPicPr>
        <p:blipFill rotWithShape="1">
          <a:blip r:embed="rId2">
            <a:extLst>
              <a:ext uri="{28A0092B-C50C-407E-A947-70E740481C1C}">
                <a14:useLocalDpi xmlns:a14="http://schemas.microsoft.com/office/drawing/2010/main" val="0"/>
              </a:ext>
            </a:extLst>
          </a:blip>
          <a:srcRect l="25824" t="7692" r="22528"/>
          <a:stretch/>
        </p:blipFill>
        <p:spPr>
          <a:xfrm>
            <a:off x="2473715" y="2205013"/>
            <a:ext cx="3229300" cy="4241189"/>
          </a:xfrm>
          <a:prstGeom prst="rect">
            <a:avLst/>
          </a:prstGeom>
        </p:spPr>
      </p:pic>
    </p:spTree>
    <p:extLst>
      <p:ext uri="{BB962C8B-B14F-4D97-AF65-F5344CB8AC3E}">
        <p14:creationId xmlns:p14="http://schemas.microsoft.com/office/powerpoint/2010/main" val="34671159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14</a:t>
            </a:fld>
            <a:endParaRPr lang="en-US" dirty="0"/>
          </a:p>
        </p:txBody>
      </p:sp>
      <p:sp>
        <p:nvSpPr>
          <p:cNvPr id="2" name="Content Placeholder 1">
            <a:extLst>
              <a:ext uri="{FF2B5EF4-FFF2-40B4-BE49-F238E27FC236}">
                <a16:creationId xmlns:a16="http://schemas.microsoft.com/office/drawing/2014/main" id="{00565AA0-9D26-01E4-3E5C-A7CD5FA39082}"/>
              </a:ext>
            </a:extLst>
          </p:cNvPr>
          <p:cNvSpPr>
            <a:spLocks noGrp="1"/>
          </p:cNvSpPr>
          <p:nvPr>
            <p:ph sz="quarter" idx="4294967295"/>
          </p:nvPr>
        </p:nvSpPr>
        <p:spPr>
          <a:xfrm>
            <a:off x="317240" y="914400"/>
            <a:ext cx="11265160" cy="1748589"/>
          </a:xfrm>
        </p:spPr>
        <p:txBody>
          <a:bodyPr/>
          <a:lstStyle/>
          <a:p>
            <a:r>
              <a:rPr lang="en-US" dirty="0"/>
              <a:t>Users should keep </a:t>
            </a:r>
            <a:r>
              <a:rPr lang="en-US" dirty="0" err="1"/>
              <a:t>iRep</a:t>
            </a:r>
            <a:r>
              <a:rPr lang="en-US" dirty="0"/>
              <a:t> updated to use latest functionality </a:t>
            </a:r>
          </a:p>
          <a:p>
            <a:pPr marL="685800" lvl="1"/>
            <a:r>
              <a:rPr lang="en-US" dirty="0"/>
              <a:t>From the General page click Update Now if one is available </a:t>
            </a:r>
          </a:p>
          <a:p>
            <a:pPr marL="0" indent="0">
              <a:buNone/>
            </a:pPr>
            <a:endParaRPr lang="en-US" dirty="0"/>
          </a:p>
          <a:p>
            <a:r>
              <a:rPr lang="en-US" dirty="0"/>
              <a:t>If using multiple logins </a:t>
            </a:r>
          </a:p>
          <a:p>
            <a:pPr lvl="1"/>
            <a:r>
              <a:rPr lang="en-US" dirty="0"/>
              <a:t>Click the Log Out button to switch users </a:t>
            </a:r>
          </a:p>
          <a:p>
            <a:pPr marL="349250" lvl="1" indent="0">
              <a:buNone/>
            </a:pPr>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17240" y="386080"/>
            <a:ext cx="10807700" cy="369332"/>
          </a:xfrm>
        </p:spPr>
        <p:txBody>
          <a:bodyPr/>
          <a:lstStyle/>
          <a:p>
            <a:r>
              <a:rPr lang="en-US" dirty="0"/>
              <a:t>Update and Logout</a:t>
            </a:r>
          </a:p>
        </p:txBody>
      </p:sp>
      <p:pic>
        <p:nvPicPr>
          <p:cNvPr id="6" name="Picture 5" descr="A screenshot of a computer&#10;&#10;Description automatically generated with medium confidence">
            <a:extLst>
              <a:ext uri="{FF2B5EF4-FFF2-40B4-BE49-F238E27FC236}">
                <a16:creationId xmlns:a16="http://schemas.microsoft.com/office/drawing/2014/main" id="{EA3208DC-3347-3417-64B9-18AFCD2FB40C}"/>
              </a:ext>
            </a:extLst>
          </p:cNvPr>
          <p:cNvPicPr>
            <a:picLocks noChangeAspect="1"/>
          </p:cNvPicPr>
          <p:nvPr/>
        </p:nvPicPr>
        <p:blipFill rotWithShape="1">
          <a:blip r:embed="rId2">
            <a:extLst>
              <a:ext uri="{28A0092B-C50C-407E-A947-70E740481C1C}">
                <a14:useLocalDpi xmlns:a14="http://schemas.microsoft.com/office/drawing/2010/main" val="0"/>
              </a:ext>
            </a:extLst>
          </a:blip>
          <a:srcRect t="1930" b="36296"/>
          <a:stretch/>
        </p:blipFill>
        <p:spPr>
          <a:xfrm>
            <a:off x="809296" y="3220066"/>
            <a:ext cx="6934200" cy="3212628"/>
          </a:xfrm>
          <a:prstGeom prst="rect">
            <a:avLst/>
          </a:prstGeom>
        </p:spPr>
      </p:pic>
      <p:sp>
        <p:nvSpPr>
          <p:cNvPr id="7" name="Down Arrow 6">
            <a:extLst>
              <a:ext uri="{FF2B5EF4-FFF2-40B4-BE49-F238E27FC236}">
                <a16:creationId xmlns:a16="http://schemas.microsoft.com/office/drawing/2014/main" id="{DEACD490-5B37-DCAD-A490-6E8452409493}"/>
              </a:ext>
            </a:extLst>
          </p:cNvPr>
          <p:cNvSpPr/>
          <p:nvPr/>
        </p:nvSpPr>
        <p:spPr>
          <a:xfrm>
            <a:off x="7243011" y="2125909"/>
            <a:ext cx="304800" cy="838200"/>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852850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15</a:t>
            </a:fld>
            <a:endParaRPr lang="en-US" dirty="0"/>
          </a:p>
        </p:txBody>
      </p:sp>
      <p:sp>
        <p:nvSpPr>
          <p:cNvPr id="2" name="Content Placeholder 1">
            <a:extLst>
              <a:ext uri="{FF2B5EF4-FFF2-40B4-BE49-F238E27FC236}">
                <a16:creationId xmlns:a16="http://schemas.microsoft.com/office/drawing/2014/main" id="{00565AA0-9D26-01E4-3E5C-A7CD5FA39082}"/>
              </a:ext>
            </a:extLst>
          </p:cNvPr>
          <p:cNvSpPr>
            <a:spLocks noGrp="1"/>
          </p:cNvSpPr>
          <p:nvPr>
            <p:ph sz="quarter" idx="4294967295"/>
          </p:nvPr>
        </p:nvSpPr>
        <p:spPr>
          <a:xfrm>
            <a:off x="317240" y="1219200"/>
            <a:ext cx="9517640" cy="492026"/>
          </a:xfrm>
        </p:spPr>
        <p:txBody>
          <a:bodyPr/>
          <a:lstStyle/>
          <a:p>
            <a:pPr marL="349250" lvl="1" indent="0">
              <a:buNone/>
            </a:pPr>
            <a:r>
              <a:rPr lang="en-US" sz="1600" dirty="0"/>
              <a:t>First Page displayed after login</a:t>
            </a:r>
          </a:p>
          <a:p>
            <a:pPr marL="349250" lvl="1" indent="0">
              <a:buNone/>
            </a:pPr>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17240" y="386080"/>
            <a:ext cx="10807700" cy="369332"/>
          </a:xfrm>
        </p:spPr>
        <p:txBody>
          <a:bodyPr/>
          <a:lstStyle/>
          <a:p>
            <a:r>
              <a:rPr lang="en-US" dirty="0" err="1"/>
              <a:t>iRep</a:t>
            </a:r>
            <a:r>
              <a:rPr lang="en-US" dirty="0"/>
              <a:t> Home Screen</a:t>
            </a:r>
          </a:p>
        </p:txBody>
      </p:sp>
      <p:pic>
        <p:nvPicPr>
          <p:cNvPr id="6" name="Picture 5" descr="A screenshot of a computer&#10;&#10;Description automatically generated with medium confidence">
            <a:extLst>
              <a:ext uri="{FF2B5EF4-FFF2-40B4-BE49-F238E27FC236}">
                <a16:creationId xmlns:a16="http://schemas.microsoft.com/office/drawing/2014/main" id="{141B25A0-4B96-32A4-420F-48BA605829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3247" y="1711226"/>
            <a:ext cx="6705600" cy="4916905"/>
          </a:xfrm>
          <a:prstGeom prst="rect">
            <a:avLst/>
          </a:prstGeom>
        </p:spPr>
      </p:pic>
    </p:spTree>
    <p:extLst>
      <p:ext uri="{BB962C8B-B14F-4D97-AF65-F5344CB8AC3E}">
        <p14:creationId xmlns:p14="http://schemas.microsoft.com/office/powerpoint/2010/main" val="20432487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16</a:t>
            </a:fld>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17240" y="386080"/>
            <a:ext cx="10807700" cy="369332"/>
          </a:xfrm>
        </p:spPr>
        <p:txBody>
          <a:bodyPr/>
          <a:lstStyle/>
          <a:p>
            <a:r>
              <a:rPr lang="en-US" dirty="0"/>
              <a:t>My Accounts</a:t>
            </a:r>
          </a:p>
        </p:txBody>
      </p:sp>
      <p:pic>
        <p:nvPicPr>
          <p:cNvPr id="6" name="Content Placeholder 5" descr="A screenshot of a computer&#10;&#10;Description automatically generated with medium confidence">
            <a:extLst>
              <a:ext uri="{FF2B5EF4-FFF2-40B4-BE49-F238E27FC236}">
                <a16:creationId xmlns:a16="http://schemas.microsoft.com/office/drawing/2014/main" id="{FE78C1E0-53FB-0D12-A24B-3EAA59A1801D}"/>
              </a:ext>
            </a:extLst>
          </p:cNvPr>
          <p:cNvPicPr>
            <a:picLocks noGrp="1" noChangeAspect="1"/>
          </p:cNvPicPr>
          <p:nvPr>
            <p:ph sz="quarter" idx="4294967295"/>
          </p:nvPr>
        </p:nvPicPr>
        <p:blipFill>
          <a:blip r:embed="rId2">
            <a:extLst>
              <a:ext uri="{28A0092B-C50C-407E-A947-70E740481C1C}">
                <a14:useLocalDpi xmlns:a14="http://schemas.microsoft.com/office/drawing/2010/main" val="0"/>
              </a:ext>
            </a:extLst>
          </a:blip>
          <a:stretch>
            <a:fillRect/>
          </a:stretch>
        </p:blipFill>
        <p:spPr>
          <a:xfrm>
            <a:off x="5021179" y="1188120"/>
            <a:ext cx="6190414" cy="4642811"/>
          </a:xfrm>
          <a:prstGeom prst="rect">
            <a:avLst/>
          </a:prstGeom>
          <a:noFill/>
          <a:ln w="9525">
            <a:noFill/>
            <a:miter lim="800000"/>
            <a:headEnd/>
            <a:tailEnd/>
          </a:ln>
        </p:spPr>
      </p:pic>
      <p:sp>
        <p:nvSpPr>
          <p:cNvPr id="8" name="TextBox 7">
            <a:extLst>
              <a:ext uri="{FF2B5EF4-FFF2-40B4-BE49-F238E27FC236}">
                <a16:creationId xmlns:a16="http://schemas.microsoft.com/office/drawing/2014/main" id="{122E0CD5-6334-EC86-AA94-AAF0EF803D19}"/>
              </a:ext>
            </a:extLst>
          </p:cNvPr>
          <p:cNvSpPr txBox="1"/>
          <p:nvPr/>
        </p:nvSpPr>
        <p:spPr>
          <a:xfrm>
            <a:off x="457199" y="1556084"/>
            <a:ext cx="4563980" cy="2308324"/>
          </a:xfrm>
          <a:prstGeom prst="rect">
            <a:avLst/>
          </a:prstGeom>
          <a:noFill/>
        </p:spPr>
        <p:txBody>
          <a:bodyPr wrap="square">
            <a:spAutoFit/>
          </a:bodyPr>
          <a:lstStyle/>
          <a:p>
            <a:pPr marL="285750" indent="-285750">
              <a:buFont typeface="Arial" panose="020B0604020202020204" pitchFamily="34" charset="0"/>
              <a:buChar char="•"/>
            </a:pPr>
            <a:r>
              <a:rPr lang="en-US" dirty="0"/>
              <a:t>Lists every account the user can view </a:t>
            </a:r>
          </a:p>
          <a:p>
            <a:pPr marL="285750" indent="-285750">
              <a:buFont typeface="Arial" panose="020B0604020202020204" pitchFamily="34" charset="0"/>
              <a:buChar char="•"/>
            </a:pPr>
            <a:r>
              <a:rPr lang="en-US" dirty="0"/>
              <a:t>Displays the account name and primary address or first address if primary is not defined </a:t>
            </a:r>
          </a:p>
          <a:p>
            <a:pPr marL="285750" indent="-285750">
              <a:buFont typeface="Arial" panose="020B0604020202020204" pitchFamily="34" charset="0"/>
              <a:buChar char="•"/>
            </a:pPr>
            <a:r>
              <a:rPr lang="en-US" dirty="0"/>
              <a:t>Icons reflect record type of the account </a:t>
            </a:r>
          </a:p>
          <a:p>
            <a:pPr marL="285750" indent="-285750">
              <a:buFont typeface="Arial" panose="020B0604020202020204" pitchFamily="34" charset="0"/>
              <a:buChar char="•"/>
            </a:pPr>
            <a:r>
              <a:rPr lang="en-US" dirty="0"/>
              <a:t>Users can scroll or search for accounts </a:t>
            </a:r>
          </a:p>
          <a:p>
            <a:pPr marL="285750" indent="-285750">
              <a:buFont typeface="Arial" panose="020B0604020202020204" pitchFamily="34" charset="0"/>
              <a:buChar char="•"/>
            </a:pPr>
            <a:r>
              <a:rPr lang="en-US" dirty="0"/>
              <a:t>Tap an account to launch its detail page </a:t>
            </a:r>
          </a:p>
          <a:p>
            <a:pPr marL="0" indent="0">
              <a:buNone/>
            </a:pPr>
            <a:r>
              <a:rPr lang="en-US" dirty="0"/>
              <a:t>	</a:t>
            </a:r>
            <a:endParaRPr lang="en-IN" dirty="0"/>
          </a:p>
        </p:txBody>
      </p:sp>
    </p:spTree>
    <p:extLst>
      <p:ext uri="{BB962C8B-B14F-4D97-AF65-F5344CB8AC3E}">
        <p14:creationId xmlns:p14="http://schemas.microsoft.com/office/powerpoint/2010/main" val="14702123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17</a:t>
            </a:fld>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17240" y="497305"/>
            <a:ext cx="10807700" cy="497305"/>
          </a:xfrm>
        </p:spPr>
        <p:txBody>
          <a:bodyPr/>
          <a:lstStyle/>
          <a:p>
            <a:r>
              <a:rPr lang="en-US" dirty="0"/>
              <a:t>My Accounts</a:t>
            </a:r>
          </a:p>
        </p:txBody>
      </p:sp>
      <p:sp>
        <p:nvSpPr>
          <p:cNvPr id="8" name="TextBox 7">
            <a:extLst>
              <a:ext uri="{FF2B5EF4-FFF2-40B4-BE49-F238E27FC236}">
                <a16:creationId xmlns:a16="http://schemas.microsoft.com/office/drawing/2014/main" id="{122E0CD5-6334-EC86-AA94-AAF0EF803D19}"/>
              </a:ext>
            </a:extLst>
          </p:cNvPr>
          <p:cNvSpPr txBox="1"/>
          <p:nvPr/>
        </p:nvSpPr>
        <p:spPr>
          <a:xfrm>
            <a:off x="457199" y="1556084"/>
            <a:ext cx="4371475" cy="1754326"/>
          </a:xfrm>
          <a:prstGeom prst="rect">
            <a:avLst/>
          </a:prstGeom>
          <a:noFill/>
        </p:spPr>
        <p:txBody>
          <a:bodyPr wrap="square">
            <a:spAutoFit/>
          </a:bodyPr>
          <a:lstStyle/>
          <a:p>
            <a:pPr marL="285750" indent="-285750">
              <a:buFont typeface="Arial" panose="020B0604020202020204" pitchFamily="34" charset="0"/>
              <a:buChar char="•"/>
            </a:pPr>
            <a:r>
              <a:rPr lang="en-US" dirty="0"/>
              <a:t>Left side contains action buttons and Related Lists</a:t>
            </a:r>
          </a:p>
          <a:p>
            <a:r>
              <a:rPr lang="en-US" dirty="0"/>
              <a:t>  - Controlled by online application </a:t>
            </a:r>
          </a:p>
          <a:p>
            <a:pPr marL="285750" indent="-285750">
              <a:buFont typeface="Arial" panose="020B0604020202020204" pitchFamily="34" charset="0"/>
              <a:buChar char="•"/>
            </a:pPr>
            <a:r>
              <a:rPr lang="en-US" dirty="0"/>
              <a:t>Right side contains sections and fields controlled by account page layout </a:t>
            </a:r>
          </a:p>
          <a:p>
            <a:pPr marL="0" indent="0">
              <a:buNone/>
            </a:pPr>
            <a:r>
              <a:rPr lang="en-US" dirty="0"/>
              <a:t>	</a:t>
            </a:r>
            <a:endParaRPr lang="en-IN" dirty="0"/>
          </a:p>
        </p:txBody>
      </p:sp>
      <p:pic>
        <p:nvPicPr>
          <p:cNvPr id="2" name="Picture 1" descr="A screenshot of a computer&#10;&#10;Description automatically generated with medium confidence">
            <a:extLst>
              <a:ext uri="{FF2B5EF4-FFF2-40B4-BE49-F238E27FC236}">
                <a16:creationId xmlns:a16="http://schemas.microsoft.com/office/drawing/2014/main" id="{F0988DB3-FB20-9B16-4A07-89F4F0F1BD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49515" y="1343124"/>
            <a:ext cx="6337168" cy="4752876"/>
          </a:xfrm>
          <a:prstGeom prst="rect">
            <a:avLst/>
          </a:prstGeom>
          <a:noFill/>
          <a:ln w="9525">
            <a:noFill/>
            <a:miter lim="800000"/>
            <a:headEnd/>
            <a:tailEnd/>
          </a:ln>
        </p:spPr>
      </p:pic>
    </p:spTree>
    <p:extLst>
      <p:ext uri="{BB962C8B-B14F-4D97-AF65-F5344CB8AC3E}">
        <p14:creationId xmlns:p14="http://schemas.microsoft.com/office/powerpoint/2010/main" val="15556769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18</a:t>
            </a:fld>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17240" y="497305"/>
            <a:ext cx="10807700" cy="497305"/>
          </a:xfrm>
        </p:spPr>
        <p:txBody>
          <a:bodyPr/>
          <a:lstStyle/>
          <a:p>
            <a:r>
              <a:rPr lang="en-US" dirty="0"/>
              <a:t>My Accounts</a:t>
            </a:r>
          </a:p>
        </p:txBody>
      </p:sp>
      <p:sp>
        <p:nvSpPr>
          <p:cNvPr id="8" name="TextBox 7">
            <a:extLst>
              <a:ext uri="{FF2B5EF4-FFF2-40B4-BE49-F238E27FC236}">
                <a16:creationId xmlns:a16="http://schemas.microsoft.com/office/drawing/2014/main" id="{122E0CD5-6334-EC86-AA94-AAF0EF803D19}"/>
              </a:ext>
            </a:extLst>
          </p:cNvPr>
          <p:cNvSpPr txBox="1"/>
          <p:nvPr/>
        </p:nvSpPr>
        <p:spPr>
          <a:xfrm>
            <a:off x="457199" y="1556084"/>
            <a:ext cx="5430254" cy="1754326"/>
          </a:xfrm>
          <a:prstGeom prst="rect">
            <a:avLst/>
          </a:prstGeom>
          <a:noFill/>
        </p:spPr>
        <p:txBody>
          <a:bodyPr wrap="square">
            <a:spAutoFit/>
          </a:bodyPr>
          <a:lstStyle/>
          <a:p>
            <a:pPr marL="285750" indent="-285750">
              <a:buFont typeface="Arial" panose="020B0604020202020204" pitchFamily="34" charset="0"/>
              <a:buChar char="•"/>
            </a:pPr>
            <a:r>
              <a:rPr lang="en-US" dirty="0"/>
              <a:t>Managers can view their employees’ schedule</a:t>
            </a:r>
          </a:p>
          <a:p>
            <a:pPr marL="285750" indent="-285750">
              <a:buFont typeface="Arial" panose="020B0604020202020204" pitchFamily="34" charset="0"/>
              <a:buChar char="•"/>
            </a:pPr>
            <a:r>
              <a:rPr lang="en-US" dirty="0"/>
              <a:t> Users can create:</a:t>
            </a:r>
          </a:p>
          <a:p>
            <a:pPr marL="285750" indent="-285750">
              <a:buFont typeface="Wingdings" panose="05000000000000000000" pitchFamily="2" charset="2"/>
              <a:buChar char="ü"/>
            </a:pPr>
            <a:r>
              <a:rPr lang="en-US" dirty="0"/>
              <a:t>New Call</a:t>
            </a:r>
          </a:p>
          <a:p>
            <a:pPr marL="285750" indent="-285750">
              <a:buFont typeface="Wingdings" panose="05000000000000000000" pitchFamily="2" charset="2"/>
              <a:buChar char="ü"/>
            </a:pPr>
            <a:r>
              <a:rPr lang="en-US" dirty="0"/>
              <a:t>TOT</a:t>
            </a:r>
          </a:p>
          <a:p>
            <a:pPr marL="285750" indent="-285750">
              <a:buFont typeface="Wingdings" panose="05000000000000000000" pitchFamily="2" charset="2"/>
              <a:buChar char="ü"/>
            </a:pPr>
            <a:r>
              <a:rPr lang="en-US" dirty="0"/>
              <a:t>Calendar Events</a:t>
            </a:r>
          </a:p>
          <a:p>
            <a:endParaRPr lang="en-IN" dirty="0"/>
          </a:p>
        </p:txBody>
      </p:sp>
      <p:pic>
        <p:nvPicPr>
          <p:cNvPr id="6" name="Picture 5" descr="A screenshot of a calendar&#10;&#10;Description automatically generated">
            <a:extLst>
              <a:ext uri="{FF2B5EF4-FFF2-40B4-BE49-F238E27FC236}">
                <a16:creationId xmlns:a16="http://schemas.microsoft.com/office/drawing/2014/main" id="{DD06137A-13EA-61F1-EB97-FBC26A1A2A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87453" y="1366143"/>
            <a:ext cx="6034616" cy="4525962"/>
          </a:xfrm>
          <a:prstGeom prst="rect">
            <a:avLst/>
          </a:prstGeom>
          <a:noFill/>
          <a:ln w="9525">
            <a:noFill/>
            <a:miter lim="800000"/>
            <a:headEnd/>
            <a:tailEnd/>
          </a:ln>
        </p:spPr>
      </p:pic>
    </p:spTree>
    <p:extLst>
      <p:ext uri="{BB962C8B-B14F-4D97-AF65-F5344CB8AC3E}">
        <p14:creationId xmlns:p14="http://schemas.microsoft.com/office/powerpoint/2010/main" val="16116683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19</a:t>
            </a:fld>
            <a:endParaRPr lang="en-US" dirty="0"/>
          </a:p>
        </p:txBody>
      </p:sp>
      <p:sp>
        <p:nvSpPr>
          <p:cNvPr id="2" name="Content Placeholder 1">
            <a:extLst>
              <a:ext uri="{FF2B5EF4-FFF2-40B4-BE49-F238E27FC236}">
                <a16:creationId xmlns:a16="http://schemas.microsoft.com/office/drawing/2014/main" id="{00565AA0-9D26-01E4-3E5C-A7CD5FA39082}"/>
              </a:ext>
            </a:extLst>
          </p:cNvPr>
          <p:cNvSpPr>
            <a:spLocks noGrp="1"/>
          </p:cNvSpPr>
          <p:nvPr>
            <p:ph sz="quarter" idx="4294967295"/>
          </p:nvPr>
        </p:nvSpPr>
        <p:spPr>
          <a:xfrm>
            <a:off x="317240" y="1391920"/>
            <a:ext cx="4543518" cy="4528860"/>
          </a:xfrm>
        </p:spPr>
        <p:txBody>
          <a:bodyPr/>
          <a:lstStyle/>
          <a:p>
            <a:endParaRPr lang="en-US" sz="1800" b="1" dirty="0">
              <a:solidFill>
                <a:schemeClr val="tx1"/>
              </a:solidFill>
            </a:endParaRPr>
          </a:p>
          <a:p>
            <a:pPr lvl="1"/>
            <a:r>
              <a:rPr lang="en-US" dirty="0"/>
              <a:t>Recording a call on </a:t>
            </a:r>
            <a:r>
              <a:rPr lang="en-US" dirty="0" err="1"/>
              <a:t>iRep</a:t>
            </a:r>
            <a:r>
              <a:rPr lang="en-US" dirty="0"/>
              <a:t> is quick and easy </a:t>
            </a:r>
          </a:p>
          <a:p>
            <a:pPr lvl="1"/>
            <a:r>
              <a:rPr lang="en-US" dirty="0"/>
              <a:t>Calls can be initiated from several places</a:t>
            </a:r>
          </a:p>
          <a:p>
            <a:pPr lvl="1"/>
            <a:r>
              <a:rPr lang="en-US" dirty="0"/>
              <a:t>- Ensures users are always a tap away from being able to record a call</a:t>
            </a:r>
          </a:p>
          <a:p>
            <a:pPr lvl="1"/>
            <a:r>
              <a:rPr lang="en-US" dirty="0"/>
              <a:t> Supports customer facing actions such as displaying media and signature capture</a:t>
            </a:r>
          </a:p>
          <a:p>
            <a:pPr lvl="1"/>
            <a:r>
              <a:rPr lang="en-US" dirty="0"/>
              <a:t> Ability to Save and Submit a call, configured using the call page layout online</a:t>
            </a:r>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17240" y="386080"/>
            <a:ext cx="10807700" cy="369332"/>
          </a:xfrm>
        </p:spPr>
        <p:txBody>
          <a:bodyPr/>
          <a:lstStyle/>
          <a:p>
            <a:r>
              <a:rPr lang="en-US" dirty="0"/>
              <a:t>Recording Call</a:t>
            </a:r>
          </a:p>
        </p:txBody>
      </p:sp>
      <p:pic>
        <p:nvPicPr>
          <p:cNvPr id="6" name="Picture 5" descr="A screenshot of a computer&#10;&#10;Description automatically generated with medium confidence">
            <a:extLst>
              <a:ext uri="{FF2B5EF4-FFF2-40B4-BE49-F238E27FC236}">
                <a16:creationId xmlns:a16="http://schemas.microsoft.com/office/drawing/2014/main" id="{822F9FBA-A183-27F7-5378-C125277869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79739" y="1386879"/>
            <a:ext cx="6502345" cy="4876759"/>
          </a:xfrm>
          <a:prstGeom prst="rect">
            <a:avLst/>
          </a:prstGeom>
          <a:noFill/>
          <a:ln w="9525">
            <a:noFill/>
            <a:miter lim="800000"/>
            <a:headEnd/>
            <a:tailEnd/>
          </a:ln>
        </p:spPr>
      </p:pic>
    </p:spTree>
    <p:extLst>
      <p:ext uri="{BB962C8B-B14F-4D97-AF65-F5344CB8AC3E}">
        <p14:creationId xmlns:p14="http://schemas.microsoft.com/office/powerpoint/2010/main" val="1358651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20</a:t>
            </a:fld>
            <a:endParaRPr lang="en-US" dirty="0"/>
          </a:p>
        </p:txBody>
      </p:sp>
      <p:sp>
        <p:nvSpPr>
          <p:cNvPr id="2" name="Content Placeholder 1">
            <a:extLst>
              <a:ext uri="{FF2B5EF4-FFF2-40B4-BE49-F238E27FC236}">
                <a16:creationId xmlns:a16="http://schemas.microsoft.com/office/drawing/2014/main" id="{00565AA0-9D26-01E4-3E5C-A7CD5FA39082}"/>
              </a:ext>
            </a:extLst>
          </p:cNvPr>
          <p:cNvSpPr>
            <a:spLocks noGrp="1"/>
          </p:cNvSpPr>
          <p:nvPr>
            <p:ph sz="quarter" idx="4294967295"/>
          </p:nvPr>
        </p:nvSpPr>
        <p:spPr>
          <a:xfrm>
            <a:off x="317240" y="1391920"/>
            <a:ext cx="4543518" cy="4528860"/>
          </a:xfrm>
        </p:spPr>
        <p:txBody>
          <a:bodyPr/>
          <a:lstStyle/>
          <a:p>
            <a:r>
              <a:rPr lang="en-US" dirty="0"/>
              <a:t> </a:t>
            </a:r>
          </a:p>
          <a:p>
            <a:pPr lvl="1"/>
            <a:r>
              <a:rPr lang="en-US" dirty="0"/>
              <a:t>Allows users to identify who attended a group call</a:t>
            </a:r>
          </a:p>
          <a:p>
            <a:pPr lvl="1"/>
            <a:r>
              <a:rPr lang="en-US" dirty="0"/>
              <a:t> - Account affiliations and Hierarchy drive list of available attendees</a:t>
            </a:r>
          </a:p>
          <a:p>
            <a:pPr lvl="1"/>
            <a:r>
              <a:rPr lang="en-US" dirty="0"/>
              <a:t> Tap on the attendee name or the checkbox next to the name to select attendee</a:t>
            </a:r>
          </a:p>
          <a:p>
            <a:pPr lvl="1"/>
            <a:r>
              <a:rPr lang="en-US" dirty="0"/>
              <a:t>        - If a desired account is not listed, tap the Search button to open a search box</a:t>
            </a:r>
          </a:p>
          <a:p>
            <a:pPr lvl="1"/>
            <a:r>
              <a:rPr lang="en-US" dirty="0"/>
              <a:t> Sample button appears if the attendee is sample eligible</a:t>
            </a:r>
          </a:p>
          <a:p>
            <a:pPr lvl="1"/>
            <a:r>
              <a:rPr lang="en-US" dirty="0"/>
              <a:t>layout online</a:t>
            </a:r>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17240" y="386080"/>
            <a:ext cx="10807700" cy="369332"/>
          </a:xfrm>
        </p:spPr>
        <p:txBody>
          <a:bodyPr/>
          <a:lstStyle/>
          <a:p>
            <a:r>
              <a:rPr lang="en-US" dirty="0"/>
              <a:t>Recording Call - Attendees</a:t>
            </a:r>
          </a:p>
        </p:txBody>
      </p:sp>
      <p:pic>
        <p:nvPicPr>
          <p:cNvPr id="7" name="Picture 6" descr="A screenshot of a computer&#10;&#10;Description automatically generated">
            <a:extLst>
              <a:ext uri="{FF2B5EF4-FFF2-40B4-BE49-F238E27FC236}">
                <a16:creationId xmlns:a16="http://schemas.microsoft.com/office/drawing/2014/main" id="{84BF52DA-4813-412A-0CB6-475C1E153E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28940" y="1142999"/>
            <a:ext cx="6264702" cy="4698527"/>
          </a:xfrm>
          <a:prstGeom prst="rect">
            <a:avLst/>
          </a:prstGeom>
          <a:noFill/>
          <a:ln w="9525">
            <a:noFill/>
            <a:miter lim="800000"/>
            <a:headEnd/>
            <a:tailEnd/>
          </a:ln>
        </p:spPr>
      </p:pic>
    </p:spTree>
    <p:extLst>
      <p:ext uri="{BB962C8B-B14F-4D97-AF65-F5344CB8AC3E}">
        <p14:creationId xmlns:p14="http://schemas.microsoft.com/office/powerpoint/2010/main" val="41441324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21</a:t>
            </a:fld>
            <a:endParaRPr lang="en-US" dirty="0"/>
          </a:p>
        </p:txBody>
      </p:sp>
      <p:sp>
        <p:nvSpPr>
          <p:cNvPr id="2" name="Content Placeholder 1">
            <a:extLst>
              <a:ext uri="{FF2B5EF4-FFF2-40B4-BE49-F238E27FC236}">
                <a16:creationId xmlns:a16="http://schemas.microsoft.com/office/drawing/2014/main" id="{00565AA0-9D26-01E4-3E5C-A7CD5FA39082}"/>
              </a:ext>
            </a:extLst>
          </p:cNvPr>
          <p:cNvSpPr>
            <a:spLocks noGrp="1"/>
          </p:cNvSpPr>
          <p:nvPr>
            <p:ph sz="quarter" idx="4294967295"/>
          </p:nvPr>
        </p:nvSpPr>
        <p:spPr>
          <a:xfrm>
            <a:off x="317240" y="1391920"/>
            <a:ext cx="4543518" cy="4528860"/>
          </a:xfrm>
        </p:spPr>
        <p:txBody>
          <a:bodyPr/>
          <a:lstStyle/>
          <a:p>
            <a:pPr lvl="1"/>
            <a:r>
              <a:rPr lang="en-US" dirty="0"/>
              <a:t>Allows the user to specify the products discussed in the call and in which order they were detailed </a:t>
            </a:r>
          </a:p>
          <a:p>
            <a:pPr lvl="1"/>
            <a:r>
              <a:rPr lang="en-US" dirty="0"/>
              <a:t>Available products are displayed on the right side</a:t>
            </a:r>
          </a:p>
          <a:p>
            <a:pPr lvl="1"/>
            <a:r>
              <a:rPr lang="en-US" dirty="0"/>
              <a:t>Driven by the user’s My Setup product</a:t>
            </a:r>
          </a:p>
          <a:p>
            <a:pPr lvl="1"/>
            <a:r>
              <a:rPr lang="en-US" dirty="0"/>
              <a:t>Tap a product to select it</a:t>
            </a:r>
          </a:p>
          <a:p>
            <a:pPr lvl="1"/>
            <a:r>
              <a:rPr lang="en-US" dirty="0"/>
              <a:t>Order is based on the order the products are selected and can be reordered through drag and drop</a:t>
            </a:r>
          </a:p>
          <a:p>
            <a:pPr lvl="1"/>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17240" y="386080"/>
            <a:ext cx="10807700" cy="369332"/>
          </a:xfrm>
        </p:spPr>
        <p:txBody>
          <a:bodyPr/>
          <a:lstStyle/>
          <a:p>
            <a:r>
              <a:rPr lang="en-US" dirty="0"/>
              <a:t>Recording Call –Product Priority</a:t>
            </a:r>
          </a:p>
        </p:txBody>
      </p:sp>
      <p:pic>
        <p:nvPicPr>
          <p:cNvPr id="6" name="Picture 5" descr="A screenshot of a computer&#10;&#10;Description automatically generated with medium confidence">
            <a:extLst>
              <a:ext uri="{FF2B5EF4-FFF2-40B4-BE49-F238E27FC236}">
                <a16:creationId xmlns:a16="http://schemas.microsoft.com/office/drawing/2014/main" id="{9A22BA23-8535-DC49-6BD6-38263329CA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77588" y="1093109"/>
            <a:ext cx="6436895" cy="4827671"/>
          </a:xfrm>
          <a:prstGeom prst="rect">
            <a:avLst/>
          </a:prstGeom>
          <a:noFill/>
          <a:ln w="9525">
            <a:noFill/>
            <a:miter lim="800000"/>
            <a:headEnd/>
            <a:tailEnd/>
          </a:ln>
        </p:spPr>
      </p:pic>
    </p:spTree>
    <p:extLst>
      <p:ext uri="{BB962C8B-B14F-4D97-AF65-F5344CB8AC3E}">
        <p14:creationId xmlns:p14="http://schemas.microsoft.com/office/powerpoint/2010/main" val="13063572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22</a:t>
            </a:fld>
            <a:endParaRPr lang="en-US" dirty="0"/>
          </a:p>
        </p:txBody>
      </p:sp>
      <p:sp>
        <p:nvSpPr>
          <p:cNvPr id="2" name="Content Placeholder 1">
            <a:extLst>
              <a:ext uri="{FF2B5EF4-FFF2-40B4-BE49-F238E27FC236}">
                <a16:creationId xmlns:a16="http://schemas.microsoft.com/office/drawing/2014/main" id="{00565AA0-9D26-01E4-3E5C-A7CD5FA39082}"/>
              </a:ext>
            </a:extLst>
          </p:cNvPr>
          <p:cNvSpPr>
            <a:spLocks noGrp="1"/>
          </p:cNvSpPr>
          <p:nvPr>
            <p:ph sz="quarter" idx="4294967295"/>
          </p:nvPr>
        </p:nvSpPr>
        <p:spPr>
          <a:xfrm>
            <a:off x="317240" y="1391920"/>
            <a:ext cx="4543518" cy="4528860"/>
          </a:xfrm>
        </p:spPr>
        <p:txBody>
          <a:bodyPr/>
          <a:lstStyle/>
          <a:p>
            <a:pPr lvl="1"/>
            <a:r>
              <a:rPr lang="en-US" dirty="0"/>
              <a:t>Allows the user identify the specific messages that were delivered for each product in the Product Priority control </a:t>
            </a:r>
          </a:p>
          <a:p>
            <a:pPr lvl="1"/>
            <a:r>
              <a:rPr lang="en-US" dirty="0"/>
              <a:t>Each message has a Reaction field that allows the user to indicate the reaction to the message by the customer</a:t>
            </a:r>
          </a:p>
          <a:p>
            <a:pPr lvl="1"/>
            <a:endParaRPr lang="en-US" dirty="0"/>
          </a:p>
          <a:p>
            <a:pPr lvl="1"/>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17240" y="386080"/>
            <a:ext cx="10807700" cy="369332"/>
          </a:xfrm>
        </p:spPr>
        <p:txBody>
          <a:bodyPr/>
          <a:lstStyle/>
          <a:p>
            <a:r>
              <a:rPr lang="en-US" dirty="0"/>
              <a:t>Recording Call –Key Messages</a:t>
            </a:r>
          </a:p>
        </p:txBody>
      </p:sp>
      <p:pic>
        <p:nvPicPr>
          <p:cNvPr id="6" name="Picture 5" descr="A screenshot of a computer&#10;&#10;Description automatically generated with medium confidence">
            <a:extLst>
              <a:ext uri="{FF2B5EF4-FFF2-40B4-BE49-F238E27FC236}">
                <a16:creationId xmlns:a16="http://schemas.microsoft.com/office/drawing/2014/main" id="{9A22BA23-8535-DC49-6BD6-38263329CA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77588" y="1093109"/>
            <a:ext cx="6436895" cy="4827671"/>
          </a:xfrm>
          <a:prstGeom prst="rect">
            <a:avLst/>
          </a:prstGeom>
          <a:noFill/>
          <a:ln w="9525">
            <a:noFill/>
            <a:miter lim="800000"/>
            <a:headEnd/>
            <a:tailEnd/>
          </a:ln>
        </p:spPr>
      </p:pic>
    </p:spTree>
    <p:extLst>
      <p:ext uri="{BB962C8B-B14F-4D97-AF65-F5344CB8AC3E}">
        <p14:creationId xmlns:p14="http://schemas.microsoft.com/office/powerpoint/2010/main" val="40643006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23</a:t>
            </a:fld>
            <a:endParaRPr lang="en-US" dirty="0"/>
          </a:p>
        </p:txBody>
      </p:sp>
      <p:sp>
        <p:nvSpPr>
          <p:cNvPr id="2" name="Content Placeholder 1">
            <a:extLst>
              <a:ext uri="{FF2B5EF4-FFF2-40B4-BE49-F238E27FC236}">
                <a16:creationId xmlns:a16="http://schemas.microsoft.com/office/drawing/2014/main" id="{00565AA0-9D26-01E4-3E5C-A7CD5FA39082}"/>
              </a:ext>
            </a:extLst>
          </p:cNvPr>
          <p:cNvSpPr>
            <a:spLocks noGrp="1"/>
          </p:cNvSpPr>
          <p:nvPr>
            <p:ph sz="quarter" idx="4294967295"/>
          </p:nvPr>
        </p:nvSpPr>
        <p:spPr>
          <a:xfrm>
            <a:off x="317240" y="1391920"/>
            <a:ext cx="4543518" cy="4528860"/>
          </a:xfrm>
        </p:spPr>
        <p:txBody>
          <a:bodyPr/>
          <a:lstStyle/>
          <a:p>
            <a:pPr lvl="1"/>
            <a:r>
              <a:rPr lang="en-US" dirty="0"/>
              <a:t>Enables users to select samples, promotional items, and other products</a:t>
            </a:r>
          </a:p>
          <a:p>
            <a:pPr lvl="1"/>
            <a:r>
              <a:rPr lang="en-US" dirty="0" err="1"/>
              <a:t>iRep</a:t>
            </a:r>
            <a:r>
              <a:rPr lang="en-US" dirty="0"/>
              <a:t> supports sample disbursements and sample send/BRC </a:t>
            </a:r>
          </a:p>
          <a:p>
            <a:pPr lvl="1"/>
            <a:r>
              <a:rPr lang="en-US" dirty="0"/>
              <a:t>Controlled substance sampling is currently not supported in </a:t>
            </a:r>
            <a:r>
              <a:rPr lang="en-US" dirty="0" err="1"/>
              <a:t>iRep</a:t>
            </a:r>
            <a:endParaRPr lang="en-US" dirty="0"/>
          </a:p>
          <a:p>
            <a:pPr lvl="1"/>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17240" y="386080"/>
            <a:ext cx="10807700" cy="369332"/>
          </a:xfrm>
        </p:spPr>
        <p:txBody>
          <a:bodyPr/>
          <a:lstStyle/>
          <a:p>
            <a:r>
              <a:rPr lang="en-US" dirty="0"/>
              <a:t>Recording Call – Sample and Promotional Items</a:t>
            </a:r>
          </a:p>
        </p:txBody>
      </p:sp>
      <p:pic>
        <p:nvPicPr>
          <p:cNvPr id="7" name="Picture 6" descr="A screenshot of a computer&#10;&#10;Description automatically generated with medium confidence">
            <a:extLst>
              <a:ext uri="{FF2B5EF4-FFF2-40B4-BE49-F238E27FC236}">
                <a16:creationId xmlns:a16="http://schemas.microsoft.com/office/drawing/2014/main" id="{C5F24942-3625-57EB-C3E5-5D6A8582F3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05137" y="1219200"/>
            <a:ext cx="5892800" cy="4419600"/>
          </a:xfrm>
          <a:prstGeom prst="rect">
            <a:avLst/>
          </a:prstGeom>
          <a:noFill/>
          <a:ln w="9525">
            <a:noFill/>
            <a:miter lim="800000"/>
            <a:headEnd/>
            <a:tailEnd/>
          </a:ln>
        </p:spPr>
      </p:pic>
    </p:spTree>
    <p:extLst>
      <p:ext uri="{BB962C8B-B14F-4D97-AF65-F5344CB8AC3E}">
        <p14:creationId xmlns:p14="http://schemas.microsoft.com/office/powerpoint/2010/main" val="20912560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24</a:t>
            </a:fld>
            <a:endParaRPr lang="en-US" dirty="0"/>
          </a:p>
        </p:txBody>
      </p:sp>
      <p:sp>
        <p:nvSpPr>
          <p:cNvPr id="2" name="Content Placeholder 1">
            <a:extLst>
              <a:ext uri="{FF2B5EF4-FFF2-40B4-BE49-F238E27FC236}">
                <a16:creationId xmlns:a16="http://schemas.microsoft.com/office/drawing/2014/main" id="{00565AA0-9D26-01E4-3E5C-A7CD5FA39082}"/>
              </a:ext>
            </a:extLst>
          </p:cNvPr>
          <p:cNvSpPr>
            <a:spLocks noGrp="1"/>
          </p:cNvSpPr>
          <p:nvPr>
            <p:ph sz="quarter" idx="4294967295"/>
          </p:nvPr>
        </p:nvSpPr>
        <p:spPr>
          <a:xfrm>
            <a:off x="317240" y="1391920"/>
            <a:ext cx="4543518" cy="4528860"/>
          </a:xfrm>
        </p:spPr>
        <p:txBody>
          <a:bodyPr/>
          <a:lstStyle/>
          <a:p>
            <a:pPr lvl="1"/>
            <a:r>
              <a:rPr lang="en-US" dirty="0"/>
              <a:t>An error icon appears in the toolbar when an error occurs during sample validation or submission of the call </a:t>
            </a:r>
          </a:p>
          <a:p>
            <a:pPr lvl="1">
              <a:buFont typeface="Wingdings" panose="05000000000000000000" pitchFamily="2" charset="2"/>
              <a:buChar char="ü"/>
            </a:pPr>
            <a:r>
              <a:rPr lang="en-US" dirty="0"/>
              <a:t>Badge shows the number of validation errors</a:t>
            </a:r>
          </a:p>
          <a:p>
            <a:pPr lvl="1">
              <a:buFont typeface="Wingdings" panose="05000000000000000000" pitchFamily="2" charset="2"/>
              <a:buChar char="ü"/>
            </a:pPr>
            <a:r>
              <a:rPr lang="en-US" dirty="0"/>
              <a:t>Tap error icon to display list of errors</a:t>
            </a:r>
          </a:p>
          <a:p>
            <a:pPr lvl="1">
              <a:buFont typeface="Wingdings" panose="05000000000000000000" pitchFamily="2" charset="2"/>
              <a:buChar char="ü"/>
            </a:pPr>
            <a:r>
              <a:rPr lang="en-US" dirty="0"/>
              <a:t>Tapping an error message will scroll automatically to the area that needs attention</a:t>
            </a:r>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17240" y="386080"/>
            <a:ext cx="10807700" cy="369332"/>
          </a:xfrm>
        </p:spPr>
        <p:txBody>
          <a:bodyPr/>
          <a:lstStyle/>
          <a:p>
            <a:r>
              <a:rPr lang="en-US" dirty="0"/>
              <a:t>Managing </a:t>
            </a:r>
            <a:r>
              <a:rPr lang="en-US" dirty="0" err="1"/>
              <a:t>iRep</a:t>
            </a:r>
            <a:r>
              <a:rPr lang="en-US" dirty="0"/>
              <a:t> Errors</a:t>
            </a:r>
          </a:p>
        </p:txBody>
      </p:sp>
      <p:pic>
        <p:nvPicPr>
          <p:cNvPr id="6" name="Picture 5" descr="A screenshot of a computer&#10;&#10;Description automatically generated with medium confidence">
            <a:extLst>
              <a:ext uri="{FF2B5EF4-FFF2-40B4-BE49-F238E27FC236}">
                <a16:creationId xmlns:a16="http://schemas.microsoft.com/office/drawing/2014/main" id="{18DE90D9-0E14-2EBE-6093-C4F0C28F5B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60758" y="1291630"/>
            <a:ext cx="6172200" cy="4629150"/>
          </a:xfrm>
          <a:prstGeom prst="rect">
            <a:avLst/>
          </a:prstGeom>
          <a:noFill/>
          <a:ln w="9525">
            <a:noFill/>
            <a:miter lim="800000"/>
            <a:headEnd/>
            <a:tailEnd/>
          </a:ln>
        </p:spPr>
      </p:pic>
    </p:spTree>
    <p:extLst>
      <p:ext uri="{BB962C8B-B14F-4D97-AF65-F5344CB8AC3E}">
        <p14:creationId xmlns:p14="http://schemas.microsoft.com/office/powerpoint/2010/main" val="23397639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25</a:t>
            </a:fld>
            <a:endParaRPr lang="en-US" dirty="0"/>
          </a:p>
        </p:txBody>
      </p:sp>
      <p:sp>
        <p:nvSpPr>
          <p:cNvPr id="2" name="Content Placeholder 1">
            <a:extLst>
              <a:ext uri="{FF2B5EF4-FFF2-40B4-BE49-F238E27FC236}">
                <a16:creationId xmlns:a16="http://schemas.microsoft.com/office/drawing/2014/main" id="{00565AA0-9D26-01E4-3E5C-A7CD5FA39082}"/>
              </a:ext>
            </a:extLst>
          </p:cNvPr>
          <p:cNvSpPr>
            <a:spLocks noGrp="1"/>
          </p:cNvSpPr>
          <p:nvPr>
            <p:ph sz="quarter" idx="4294967295"/>
          </p:nvPr>
        </p:nvSpPr>
        <p:spPr>
          <a:xfrm>
            <a:off x="0" y="781685"/>
            <a:ext cx="9642323" cy="2037080"/>
          </a:xfrm>
        </p:spPr>
        <p:txBody>
          <a:bodyPr/>
          <a:lstStyle/>
          <a:p>
            <a:pPr lvl="1"/>
            <a:r>
              <a:rPr lang="en-US" dirty="0"/>
              <a:t>Tap the </a:t>
            </a:r>
            <a:r>
              <a:rPr lang="en-US" dirty="0" err="1"/>
              <a:t>VInsights</a:t>
            </a:r>
            <a:r>
              <a:rPr lang="en-US" dirty="0"/>
              <a:t> menu item to display </a:t>
            </a:r>
            <a:r>
              <a:rPr lang="en-US" dirty="0" err="1"/>
              <a:t>VInsights</a:t>
            </a:r>
            <a:r>
              <a:rPr lang="en-US" dirty="0"/>
              <a:t> online </a:t>
            </a:r>
          </a:p>
          <a:p>
            <a:pPr lvl="1"/>
            <a:endParaRPr lang="en-US" dirty="0"/>
          </a:p>
          <a:p>
            <a:pPr lvl="1"/>
            <a:r>
              <a:rPr lang="en-US" dirty="0"/>
              <a:t>Requires internet connection </a:t>
            </a:r>
          </a:p>
          <a:p>
            <a:pPr lvl="1"/>
            <a:endParaRPr lang="en-US" dirty="0"/>
          </a:p>
          <a:p>
            <a:pPr lvl="1"/>
            <a:r>
              <a:rPr lang="en-US" dirty="0"/>
              <a:t>Automatically logs user into Salesforce.com via the embedded browser</a:t>
            </a:r>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17240" y="386080"/>
            <a:ext cx="10807700" cy="369332"/>
          </a:xfrm>
        </p:spPr>
        <p:txBody>
          <a:bodyPr/>
          <a:lstStyle/>
          <a:p>
            <a:r>
              <a:rPr lang="en-US" dirty="0" err="1"/>
              <a:t>Vinsights</a:t>
            </a:r>
            <a:r>
              <a:rPr lang="en-US" dirty="0"/>
              <a:t> Tab</a:t>
            </a:r>
          </a:p>
        </p:txBody>
      </p:sp>
      <p:pic>
        <p:nvPicPr>
          <p:cNvPr id="7" name="Picture 6">
            <a:extLst>
              <a:ext uri="{FF2B5EF4-FFF2-40B4-BE49-F238E27FC236}">
                <a16:creationId xmlns:a16="http://schemas.microsoft.com/office/drawing/2014/main" id="{F368785D-9E93-FF3E-B5F2-31567835EB49}"/>
              </a:ext>
            </a:extLst>
          </p:cNvPr>
          <p:cNvPicPr>
            <a:picLocks noChangeAspect="1"/>
          </p:cNvPicPr>
          <p:nvPr/>
        </p:nvPicPr>
        <p:blipFill>
          <a:blip r:embed="rId2"/>
          <a:stretch>
            <a:fillRect/>
          </a:stretch>
        </p:blipFill>
        <p:spPr>
          <a:xfrm>
            <a:off x="317240" y="2636202"/>
            <a:ext cx="9642324" cy="3810000"/>
          </a:xfrm>
          <a:prstGeom prst="rect">
            <a:avLst/>
          </a:prstGeom>
        </p:spPr>
      </p:pic>
      <p:sp>
        <p:nvSpPr>
          <p:cNvPr id="8" name="Left Arrow 6">
            <a:extLst>
              <a:ext uri="{FF2B5EF4-FFF2-40B4-BE49-F238E27FC236}">
                <a16:creationId xmlns:a16="http://schemas.microsoft.com/office/drawing/2014/main" id="{1D15572A-2283-3A2D-11D0-9CAC1A56FBB4}"/>
              </a:ext>
            </a:extLst>
          </p:cNvPr>
          <p:cNvSpPr/>
          <p:nvPr/>
        </p:nvSpPr>
        <p:spPr>
          <a:xfrm>
            <a:off x="1832810" y="4355936"/>
            <a:ext cx="1066800" cy="304800"/>
          </a:xfrm>
          <a:prstGeom prst="lef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668771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26</a:t>
            </a:fld>
            <a:endParaRPr lang="en-US" dirty="0"/>
          </a:p>
        </p:txBody>
      </p:sp>
      <p:sp>
        <p:nvSpPr>
          <p:cNvPr id="2" name="Content Placeholder 1">
            <a:extLst>
              <a:ext uri="{FF2B5EF4-FFF2-40B4-BE49-F238E27FC236}">
                <a16:creationId xmlns:a16="http://schemas.microsoft.com/office/drawing/2014/main" id="{00565AA0-9D26-01E4-3E5C-A7CD5FA39082}"/>
              </a:ext>
            </a:extLst>
          </p:cNvPr>
          <p:cNvSpPr>
            <a:spLocks noGrp="1"/>
          </p:cNvSpPr>
          <p:nvPr>
            <p:ph sz="quarter" idx="4294967295"/>
          </p:nvPr>
        </p:nvSpPr>
        <p:spPr>
          <a:xfrm>
            <a:off x="0" y="978567"/>
            <a:ext cx="9642323" cy="1840197"/>
          </a:xfrm>
        </p:spPr>
        <p:txBody>
          <a:bodyPr/>
          <a:lstStyle/>
          <a:p>
            <a:pPr lvl="1"/>
            <a:r>
              <a:rPr lang="en-US" dirty="0"/>
              <a:t>Tap the Go Online menu to navigate to VEEVA CRM Online in full screen embedded browser </a:t>
            </a:r>
          </a:p>
          <a:p>
            <a:pPr lvl="1"/>
            <a:r>
              <a:rPr lang="en-US" dirty="0"/>
              <a:t>Use arrows to move through browser history</a:t>
            </a:r>
          </a:p>
          <a:p>
            <a:pPr lvl="1"/>
            <a:r>
              <a:rPr lang="en-US" dirty="0"/>
              <a:t>Done button closes the browser </a:t>
            </a:r>
          </a:p>
          <a:p>
            <a:pPr lvl="1"/>
            <a:r>
              <a:rPr lang="en-US" dirty="0"/>
              <a:t>URL is configurable</a:t>
            </a:r>
          </a:p>
          <a:p>
            <a:pPr lvl="1"/>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17240" y="386080"/>
            <a:ext cx="10807700" cy="369332"/>
          </a:xfrm>
        </p:spPr>
        <p:txBody>
          <a:bodyPr/>
          <a:lstStyle/>
          <a:p>
            <a:r>
              <a:rPr lang="en-US" dirty="0"/>
              <a:t>Go Online</a:t>
            </a:r>
          </a:p>
        </p:txBody>
      </p:sp>
      <p:pic>
        <p:nvPicPr>
          <p:cNvPr id="7" name="Picture 6">
            <a:extLst>
              <a:ext uri="{FF2B5EF4-FFF2-40B4-BE49-F238E27FC236}">
                <a16:creationId xmlns:a16="http://schemas.microsoft.com/office/drawing/2014/main" id="{F368785D-9E93-FF3E-B5F2-31567835EB49}"/>
              </a:ext>
            </a:extLst>
          </p:cNvPr>
          <p:cNvPicPr>
            <a:picLocks noChangeAspect="1"/>
          </p:cNvPicPr>
          <p:nvPr/>
        </p:nvPicPr>
        <p:blipFill>
          <a:blip r:embed="rId2"/>
          <a:stretch>
            <a:fillRect/>
          </a:stretch>
        </p:blipFill>
        <p:spPr>
          <a:xfrm>
            <a:off x="317240" y="2516668"/>
            <a:ext cx="9642324" cy="3810000"/>
          </a:xfrm>
          <a:prstGeom prst="rect">
            <a:avLst/>
          </a:prstGeom>
        </p:spPr>
      </p:pic>
      <p:sp>
        <p:nvSpPr>
          <p:cNvPr id="8" name="Left Arrow 6">
            <a:extLst>
              <a:ext uri="{FF2B5EF4-FFF2-40B4-BE49-F238E27FC236}">
                <a16:creationId xmlns:a16="http://schemas.microsoft.com/office/drawing/2014/main" id="{1D15572A-2283-3A2D-11D0-9CAC1A56FBB4}"/>
              </a:ext>
            </a:extLst>
          </p:cNvPr>
          <p:cNvSpPr/>
          <p:nvPr/>
        </p:nvSpPr>
        <p:spPr>
          <a:xfrm>
            <a:off x="1896979" y="4580020"/>
            <a:ext cx="1066800" cy="304800"/>
          </a:xfrm>
          <a:prstGeom prst="lef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003424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27</a:t>
            </a:fld>
            <a:endParaRPr lang="en-US" dirty="0"/>
          </a:p>
        </p:txBody>
      </p:sp>
      <p:sp>
        <p:nvSpPr>
          <p:cNvPr id="2" name="Content Placeholder 1">
            <a:extLst>
              <a:ext uri="{FF2B5EF4-FFF2-40B4-BE49-F238E27FC236}">
                <a16:creationId xmlns:a16="http://schemas.microsoft.com/office/drawing/2014/main" id="{00565AA0-9D26-01E4-3E5C-A7CD5FA39082}"/>
              </a:ext>
            </a:extLst>
          </p:cNvPr>
          <p:cNvSpPr>
            <a:spLocks noGrp="1"/>
          </p:cNvSpPr>
          <p:nvPr>
            <p:ph sz="quarter" idx="4294967295"/>
          </p:nvPr>
        </p:nvSpPr>
        <p:spPr>
          <a:xfrm>
            <a:off x="0" y="978567"/>
            <a:ext cx="9642323" cy="1840197"/>
          </a:xfrm>
        </p:spPr>
        <p:txBody>
          <a:bodyPr/>
          <a:lstStyle/>
          <a:p>
            <a:pPr lvl="1"/>
            <a:r>
              <a:rPr lang="en-US" dirty="0"/>
              <a:t>Tap the Sync button in the bottom left corner to initiate sync </a:t>
            </a:r>
          </a:p>
          <a:p>
            <a:pPr lvl="1"/>
            <a:endParaRPr lang="en-US" dirty="0"/>
          </a:p>
          <a:p>
            <a:pPr lvl="1"/>
            <a:r>
              <a:rPr lang="en-US" dirty="0"/>
              <a:t>Submitted calls are automatically synchronized to the server if </a:t>
            </a:r>
            <a:r>
              <a:rPr lang="en-US" dirty="0" err="1"/>
              <a:t>iRep</a:t>
            </a:r>
            <a:r>
              <a:rPr lang="en-US" dirty="0"/>
              <a:t> detects a network connection </a:t>
            </a:r>
          </a:p>
          <a:p>
            <a:pPr lvl="1"/>
            <a:r>
              <a:rPr lang="en-US" dirty="0"/>
              <a:t>      Only updates from the device to the server are synchronized, no additional data is retrieved </a:t>
            </a:r>
          </a:p>
          <a:p>
            <a:pPr lvl="1"/>
            <a:endParaRPr lang="en-US" dirty="0"/>
          </a:p>
          <a:p>
            <a:pPr lvl="1"/>
            <a:r>
              <a:rPr lang="en-US" dirty="0"/>
              <a:t>Data and media are synchronized during the same process</a:t>
            </a:r>
          </a:p>
          <a:p>
            <a:pPr lvl="1"/>
            <a:r>
              <a:rPr lang="en-US" dirty="0"/>
              <a:t>If new content is available at the time of synchronization it will be downloaded </a:t>
            </a:r>
          </a:p>
          <a:p>
            <a:pPr lvl="1"/>
            <a:endParaRPr lang="en-US" dirty="0"/>
          </a:p>
          <a:p>
            <a:pPr lvl="1"/>
            <a:r>
              <a:rPr lang="en-US" dirty="0"/>
              <a:t>Sync can be performed over Wi-Fi or a 3G connection</a:t>
            </a:r>
          </a:p>
          <a:p>
            <a:pPr lvl="1"/>
            <a:r>
              <a:rPr lang="en-US" dirty="0"/>
              <a:t>Can take several minutes over 3G based upon the amount of content being downloaded</a:t>
            </a:r>
          </a:p>
          <a:p>
            <a:pPr lvl="1"/>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17240" y="386080"/>
            <a:ext cx="10807700" cy="369332"/>
          </a:xfrm>
        </p:spPr>
        <p:txBody>
          <a:bodyPr/>
          <a:lstStyle/>
          <a:p>
            <a:r>
              <a:rPr lang="en-US" dirty="0"/>
              <a:t>Synchronization</a:t>
            </a:r>
          </a:p>
        </p:txBody>
      </p:sp>
    </p:spTree>
    <p:extLst>
      <p:ext uri="{BB962C8B-B14F-4D97-AF65-F5344CB8AC3E}">
        <p14:creationId xmlns:p14="http://schemas.microsoft.com/office/powerpoint/2010/main" val="31492702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a:xfrm>
            <a:off x="744410" y="4168450"/>
            <a:ext cx="4132390" cy="457200"/>
          </a:xfrm>
        </p:spPr>
        <p:txBody>
          <a:bodyPr/>
          <a:lstStyle/>
          <a:p>
            <a:r>
              <a:rPr lang="en-US" sz="3200" b="1" dirty="0"/>
              <a:t>IREP Configuration</a:t>
            </a:r>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r>
              <a:rPr lang="en-US"/>
              <a:t>© 2023 Cognizant</a:t>
            </a:r>
            <a:endParaRPr lang="en-US" dirty="0"/>
          </a:p>
        </p:txBody>
      </p:sp>
      <p:sp>
        <p:nvSpPr>
          <p:cNvPr id="5" name="Text Placeholder 4">
            <a:extLst>
              <a:ext uri="{FF2B5EF4-FFF2-40B4-BE49-F238E27FC236}">
                <a16:creationId xmlns:a16="http://schemas.microsoft.com/office/drawing/2014/main" id="{950E133F-E69D-1B0A-B204-ED8872B1C093}"/>
              </a:ext>
            </a:extLst>
          </p:cNvPr>
          <p:cNvSpPr>
            <a:spLocks noGrp="1"/>
          </p:cNvSpPr>
          <p:nvPr>
            <p:ph type="body" idx="12"/>
          </p:nvPr>
        </p:nvSpPr>
        <p:spPr/>
        <p:txBody>
          <a:bodyPr/>
          <a:lstStyle/>
          <a:p>
            <a:r>
              <a:rPr lang="en-US" dirty="0"/>
              <a:t>20-07-2023</a:t>
            </a:r>
          </a:p>
        </p:txBody>
      </p:sp>
      <p:sp>
        <p:nvSpPr>
          <p:cNvPr id="11" name="TextBox 10">
            <a:extLst>
              <a:ext uri="{FF2B5EF4-FFF2-40B4-BE49-F238E27FC236}">
                <a16:creationId xmlns:a16="http://schemas.microsoft.com/office/drawing/2014/main" id="{6C89135B-DDC4-C06C-33AD-3FA78D5BA252}"/>
              </a:ext>
            </a:extLst>
          </p:cNvPr>
          <p:cNvSpPr txBox="1"/>
          <p:nvPr/>
        </p:nvSpPr>
        <p:spPr>
          <a:xfrm>
            <a:off x="569495" y="3026026"/>
            <a:ext cx="8614610" cy="646331"/>
          </a:xfrm>
          <a:prstGeom prst="rect">
            <a:avLst/>
          </a:prstGeom>
          <a:noFill/>
        </p:spPr>
        <p:txBody>
          <a:bodyPr wrap="square">
            <a:spAutoFit/>
          </a:bodyPr>
          <a:lstStyle/>
          <a:p>
            <a:r>
              <a:rPr lang="en-US" sz="3600" dirty="0" err="1">
                <a:solidFill>
                  <a:srgbClr val="00718F"/>
                </a:solidFill>
                <a:latin typeface="Arial" panose="020B0604020202020204" pitchFamily="34" charset="0"/>
                <a:cs typeface="Arial" panose="020B0604020202020204" pitchFamily="34" charset="0"/>
              </a:rPr>
              <a:t>iRep</a:t>
            </a:r>
            <a:r>
              <a:rPr lang="en-US" sz="3600" dirty="0">
                <a:solidFill>
                  <a:srgbClr val="00718F"/>
                </a:solidFill>
                <a:latin typeface="Arial" panose="020B0604020202020204" pitchFamily="34" charset="0"/>
                <a:cs typeface="Arial" panose="020B0604020202020204" pitchFamily="34" charset="0"/>
              </a:rPr>
              <a:t> Configuration</a:t>
            </a:r>
            <a:endParaRPr lang="en-IN" sz="3600" dirty="0"/>
          </a:p>
        </p:txBody>
      </p:sp>
    </p:spTree>
    <p:extLst>
      <p:ext uri="{BB962C8B-B14F-4D97-AF65-F5344CB8AC3E}">
        <p14:creationId xmlns:p14="http://schemas.microsoft.com/office/powerpoint/2010/main" val="40979493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29</a:t>
            </a:fld>
            <a:endParaRPr lang="en-US" dirty="0"/>
          </a:p>
        </p:txBody>
      </p:sp>
      <p:sp>
        <p:nvSpPr>
          <p:cNvPr id="2" name="Content Placeholder 1">
            <a:extLst>
              <a:ext uri="{FF2B5EF4-FFF2-40B4-BE49-F238E27FC236}">
                <a16:creationId xmlns:a16="http://schemas.microsoft.com/office/drawing/2014/main" id="{00565AA0-9D26-01E4-3E5C-A7CD5FA39082}"/>
              </a:ext>
            </a:extLst>
          </p:cNvPr>
          <p:cNvSpPr>
            <a:spLocks noGrp="1"/>
          </p:cNvSpPr>
          <p:nvPr>
            <p:ph sz="quarter" idx="4294967295"/>
          </p:nvPr>
        </p:nvSpPr>
        <p:spPr>
          <a:xfrm>
            <a:off x="0" y="914401"/>
            <a:ext cx="9642323" cy="1904364"/>
          </a:xfrm>
        </p:spPr>
        <p:txBody>
          <a:bodyPr/>
          <a:lstStyle/>
          <a:p>
            <a:pPr lvl="1"/>
            <a:r>
              <a:rPr lang="en-US" dirty="0"/>
              <a:t>The </a:t>
            </a:r>
            <a:r>
              <a:rPr lang="en-US" dirty="0" err="1"/>
              <a:t>iRep</a:t>
            </a:r>
            <a:r>
              <a:rPr lang="en-US" dirty="0"/>
              <a:t> Installation link can be displayed in the left sidebar for users</a:t>
            </a:r>
          </a:p>
          <a:p>
            <a:pPr lvl="1"/>
            <a:r>
              <a:rPr lang="en-US" dirty="0"/>
              <a:t>        Setup  Customize  Home  Home Page Layout</a:t>
            </a:r>
          </a:p>
          <a:p>
            <a:pPr lvl="1"/>
            <a:r>
              <a:rPr lang="en-US" dirty="0"/>
              <a:t>        Remove when no longer needed</a:t>
            </a:r>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17240" y="386080"/>
            <a:ext cx="10807700" cy="369332"/>
          </a:xfrm>
        </p:spPr>
        <p:txBody>
          <a:bodyPr/>
          <a:lstStyle/>
          <a:p>
            <a:r>
              <a:rPr lang="en-US" dirty="0"/>
              <a:t>Home Page Installation Link</a:t>
            </a:r>
          </a:p>
        </p:txBody>
      </p:sp>
      <p:pic>
        <p:nvPicPr>
          <p:cNvPr id="6" name="Picture 5">
            <a:extLst>
              <a:ext uri="{FF2B5EF4-FFF2-40B4-BE49-F238E27FC236}">
                <a16:creationId xmlns:a16="http://schemas.microsoft.com/office/drawing/2014/main" id="{D0074FED-786C-7D3B-4B5F-0732F71A9EF8}"/>
              </a:ext>
            </a:extLst>
          </p:cNvPr>
          <p:cNvPicPr>
            <a:picLocks noChangeAspect="1"/>
          </p:cNvPicPr>
          <p:nvPr/>
        </p:nvPicPr>
        <p:blipFill>
          <a:blip r:embed="rId2"/>
          <a:stretch>
            <a:fillRect/>
          </a:stretch>
        </p:blipFill>
        <p:spPr>
          <a:xfrm>
            <a:off x="457199" y="2185114"/>
            <a:ext cx="9880600" cy="3213087"/>
          </a:xfrm>
          <a:prstGeom prst="rect">
            <a:avLst/>
          </a:prstGeom>
        </p:spPr>
      </p:pic>
    </p:spTree>
    <p:extLst>
      <p:ext uri="{BB962C8B-B14F-4D97-AF65-F5344CB8AC3E}">
        <p14:creationId xmlns:p14="http://schemas.microsoft.com/office/powerpoint/2010/main" val="8995996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30</a:t>
            </a:fld>
            <a:endParaRPr lang="en-US" dirty="0"/>
          </a:p>
        </p:txBody>
      </p:sp>
      <p:sp>
        <p:nvSpPr>
          <p:cNvPr id="2" name="Content Placeholder 1">
            <a:extLst>
              <a:ext uri="{FF2B5EF4-FFF2-40B4-BE49-F238E27FC236}">
                <a16:creationId xmlns:a16="http://schemas.microsoft.com/office/drawing/2014/main" id="{00565AA0-9D26-01E4-3E5C-A7CD5FA39082}"/>
              </a:ext>
            </a:extLst>
          </p:cNvPr>
          <p:cNvSpPr>
            <a:spLocks noGrp="1"/>
          </p:cNvSpPr>
          <p:nvPr>
            <p:ph sz="quarter" idx="4294967295"/>
          </p:nvPr>
        </p:nvSpPr>
        <p:spPr>
          <a:xfrm>
            <a:off x="0" y="914401"/>
            <a:ext cx="9642323" cy="1904364"/>
          </a:xfrm>
        </p:spPr>
        <p:txBody>
          <a:bodyPr/>
          <a:lstStyle/>
          <a:p>
            <a:pPr lvl="1"/>
            <a:r>
              <a:rPr lang="en-US" dirty="0" err="1"/>
              <a:t>VMobile</a:t>
            </a:r>
            <a:r>
              <a:rPr lang="en-US" dirty="0"/>
              <a:t> Object Configuration object controls what objects and records are synced to offline platforms</a:t>
            </a:r>
          </a:p>
          <a:p>
            <a:pPr lvl="1"/>
            <a:endParaRPr lang="en-US" dirty="0"/>
          </a:p>
          <a:p>
            <a:pPr lvl="1"/>
            <a:r>
              <a:rPr lang="en-US" dirty="0"/>
              <a:t>This data is entered on the VMOC tab. Users can create a VMOC with specific instructions using a WHERE clause</a:t>
            </a:r>
          </a:p>
          <a:p>
            <a:pPr lvl="1"/>
            <a:endParaRPr lang="en-US" dirty="0"/>
          </a:p>
          <a:p>
            <a:pPr lvl="1"/>
            <a:r>
              <a:rPr lang="en-US" dirty="0"/>
              <a:t> For example, to limit the Calls synced to the last 90 days, the Where clause for the Call2 object would be: WHERE (Account_</a:t>
            </a:r>
            <a:r>
              <a:rPr lang="en-US" dirty="0" err="1"/>
              <a:t>vod</a:t>
            </a:r>
            <a:r>
              <a:rPr lang="en-US" dirty="0"/>
              <a:t>__</a:t>
            </a:r>
            <a:r>
              <a:rPr lang="en-US" dirty="0" err="1"/>
              <a:t>r.Name</a:t>
            </a:r>
            <a:r>
              <a:rPr lang="en-US" dirty="0"/>
              <a:t> !=null OR User_</a:t>
            </a:r>
            <a:r>
              <a:rPr lang="en-US" dirty="0" err="1"/>
              <a:t>vod</a:t>
            </a:r>
            <a:r>
              <a:rPr lang="en-US" dirty="0"/>
              <a:t>__</a:t>
            </a:r>
            <a:r>
              <a:rPr lang="en-US" dirty="0" err="1"/>
              <a:t>r.Name</a:t>
            </a:r>
            <a:r>
              <a:rPr lang="en-US" dirty="0"/>
              <a:t> !=null OR Medical_Event_</a:t>
            </a:r>
            <a:r>
              <a:rPr lang="en-US" dirty="0" err="1"/>
              <a:t>vod</a:t>
            </a:r>
            <a:r>
              <a:rPr lang="en-US" dirty="0"/>
              <a:t>__</a:t>
            </a:r>
            <a:r>
              <a:rPr lang="en-US" dirty="0" err="1"/>
              <a:t>r.Name</a:t>
            </a:r>
            <a:r>
              <a:rPr lang="en-US" dirty="0"/>
              <a:t> !=null OR Contact_</a:t>
            </a:r>
            <a:r>
              <a:rPr lang="en-US" dirty="0" err="1"/>
              <a:t>vod</a:t>
            </a:r>
            <a:r>
              <a:rPr lang="en-US" dirty="0"/>
              <a:t>__</a:t>
            </a:r>
            <a:r>
              <a:rPr lang="en-US" dirty="0" err="1"/>
              <a:t>r.Name</a:t>
            </a:r>
            <a:r>
              <a:rPr lang="en-US" dirty="0"/>
              <a:t>!=null) AND (Status_</a:t>
            </a:r>
            <a:r>
              <a:rPr lang="en-US" dirty="0" err="1"/>
              <a:t>vod</a:t>
            </a:r>
            <a:r>
              <a:rPr lang="en-US" dirty="0"/>
              <a:t>__c = '</a:t>
            </a:r>
            <a:r>
              <a:rPr lang="en-US" dirty="0" err="1"/>
              <a:t>Planned_vod</a:t>
            </a:r>
            <a:r>
              <a:rPr lang="en-US" dirty="0"/>
              <a:t>' OR (Call_Date_</a:t>
            </a:r>
            <a:r>
              <a:rPr lang="en-US" dirty="0" err="1"/>
              <a:t>vod</a:t>
            </a:r>
            <a:r>
              <a:rPr lang="en-US" dirty="0"/>
              <a:t>__c ›= LAST_N_DAYS:90 and Call_Date_</a:t>
            </a:r>
            <a:r>
              <a:rPr lang="en-US" dirty="0" err="1"/>
              <a:t>vod</a:t>
            </a:r>
            <a:r>
              <a:rPr lang="en-US" dirty="0"/>
              <a:t>__c ‹= NEXT_N_DAYS:30))</a:t>
            </a:r>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17240" y="386080"/>
            <a:ext cx="10807700" cy="369332"/>
          </a:xfrm>
        </p:spPr>
        <p:txBody>
          <a:bodyPr/>
          <a:lstStyle/>
          <a:p>
            <a:r>
              <a:rPr lang="en-US" dirty="0" err="1"/>
              <a:t>iRep</a:t>
            </a:r>
            <a:r>
              <a:rPr lang="en-US" dirty="0"/>
              <a:t> Configuration - VMOC</a:t>
            </a:r>
          </a:p>
        </p:txBody>
      </p:sp>
    </p:spTree>
    <p:extLst>
      <p:ext uri="{BB962C8B-B14F-4D97-AF65-F5344CB8AC3E}">
        <p14:creationId xmlns:p14="http://schemas.microsoft.com/office/powerpoint/2010/main" val="16677631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31</a:t>
            </a:fld>
            <a:endParaRPr lang="en-US" dirty="0"/>
          </a:p>
        </p:txBody>
      </p:sp>
      <p:sp>
        <p:nvSpPr>
          <p:cNvPr id="2" name="Content Placeholder 1">
            <a:extLst>
              <a:ext uri="{FF2B5EF4-FFF2-40B4-BE49-F238E27FC236}">
                <a16:creationId xmlns:a16="http://schemas.microsoft.com/office/drawing/2014/main" id="{00565AA0-9D26-01E4-3E5C-A7CD5FA39082}"/>
              </a:ext>
            </a:extLst>
          </p:cNvPr>
          <p:cNvSpPr>
            <a:spLocks noGrp="1"/>
          </p:cNvSpPr>
          <p:nvPr>
            <p:ph sz="quarter" idx="4294967295"/>
          </p:nvPr>
        </p:nvSpPr>
        <p:spPr>
          <a:xfrm>
            <a:off x="0" y="914401"/>
            <a:ext cx="9642323" cy="1904364"/>
          </a:xfrm>
        </p:spPr>
        <p:txBody>
          <a:bodyPr/>
          <a:lstStyle/>
          <a:p>
            <a:pPr lvl="1"/>
            <a:r>
              <a:rPr lang="en-US" dirty="0"/>
              <a:t>The </a:t>
            </a:r>
            <a:r>
              <a:rPr lang="en-US" dirty="0" err="1"/>
              <a:t>VMobile</a:t>
            </a:r>
            <a:r>
              <a:rPr lang="en-US" dirty="0"/>
              <a:t> Object Configuration tab provides access to the sync options for VEEVA CRM Mobile users</a:t>
            </a:r>
          </a:p>
          <a:p>
            <a:pPr lvl="1"/>
            <a:endParaRPr lang="en-US" dirty="0"/>
          </a:p>
          <a:p>
            <a:pPr lvl="1"/>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17240" y="386080"/>
            <a:ext cx="10807700" cy="369332"/>
          </a:xfrm>
        </p:spPr>
        <p:txBody>
          <a:bodyPr/>
          <a:lstStyle/>
          <a:p>
            <a:r>
              <a:rPr lang="en-US" dirty="0" err="1"/>
              <a:t>iRep</a:t>
            </a:r>
            <a:r>
              <a:rPr lang="en-US" dirty="0"/>
              <a:t> Configuration – Objects and Data to be Synced 1</a:t>
            </a:r>
          </a:p>
        </p:txBody>
      </p:sp>
      <p:pic>
        <p:nvPicPr>
          <p:cNvPr id="6" name="Picture 2" descr="https://crmhelp.veeva.com/doc/Content/Resources/Images/General/Sync/ConfigObjectsData_500x194.png">
            <a:extLst>
              <a:ext uri="{FF2B5EF4-FFF2-40B4-BE49-F238E27FC236}">
                <a16:creationId xmlns:a16="http://schemas.microsoft.com/office/drawing/2014/main" id="{3767D70B-8980-2A34-B6A9-16D6A7FF21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240" y="1814446"/>
            <a:ext cx="9911483" cy="37006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04207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32</a:t>
            </a:fld>
            <a:endParaRPr lang="en-US" dirty="0"/>
          </a:p>
        </p:txBody>
      </p:sp>
      <p:sp>
        <p:nvSpPr>
          <p:cNvPr id="2" name="Content Placeholder 1">
            <a:extLst>
              <a:ext uri="{FF2B5EF4-FFF2-40B4-BE49-F238E27FC236}">
                <a16:creationId xmlns:a16="http://schemas.microsoft.com/office/drawing/2014/main" id="{00565AA0-9D26-01E4-3E5C-A7CD5FA39082}"/>
              </a:ext>
            </a:extLst>
          </p:cNvPr>
          <p:cNvSpPr>
            <a:spLocks noGrp="1"/>
          </p:cNvSpPr>
          <p:nvPr>
            <p:ph sz="quarter" idx="4294967295"/>
          </p:nvPr>
        </p:nvSpPr>
        <p:spPr>
          <a:xfrm>
            <a:off x="0" y="914401"/>
            <a:ext cx="9642323" cy="1904364"/>
          </a:xfrm>
        </p:spPr>
        <p:txBody>
          <a:bodyPr/>
          <a:lstStyle/>
          <a:p>
            <a:pPr lvl="1"/>
            <a:r>
              <a:rPr lang="en-US" dirty="0"/>
              <a:t>The settings in the Configuration tab control the processing behind the VEEVA CRM mobile synchronization process</a:t>
            </a:r>
          </a:p>
          <a:p>
            <a:pPr lvl="1"/>
            <a:endParaRPr lang="en-US" dirty="0"/>
          </a:p>
          <a:p>
            <a:pPr lvl="1"/>
            <a:r>
              <a:rPr lang="en-US" dirty="0"/>
              <a:t>These object configurations allow customers to control visibility to data and its relationships across objects</a:t>
            </a:r>
          </a:p>
          <a:p>
            <a:pPr lvl="1"/>
            <a:endParaRPr lang="en-US" dirty="0"/>
          </a:p>
          <a:p>
            <a:pPr lvl="1"/>
            <a:r>
              <a:rPr lang="en-US" dirty="0"/>
              <a:t>For instance, clinical trial information that is related to an account can be synced whereas related orders can be skipped</a:t>
            </a:r>
          </a:p>
          <a:p>
            <a:pPr lvl="1"/>
            <a:endParaRPr lang="en-US" dirty="0"/>
          </a:p>
          <a:p>
            <a:pPr lvl="1"/>
            <a:r>
              <a:rPr lang="en-US" dirty="0"/>
              <a:t>For each object to be synchronized down to mobile platforms, a </a:t>
            </a:r>
            <a:r>
              <a:rPr lang="en-US" dirty="0" err="1"/>
              <a:t>VMobile</a:t>
            </a:r>
            <a:r>
              <a:rPr lang="en-US" dirty="0"/>
              <a:t> Object Configuration record must exist with the Active_</a:t>
            </a:r>
            <a:r>
              <a:rPr lang="en-US" dirty="0" err="1"/>
              <a:t>vod</a:t>
            </a:r>
            <a:r>
              <a:rPr lang="en-US" dirty="0"/>
              <a:t>__c field selected and the relevant value for Device_</a:t>
            </a:r>
            <a:r>
              <a:rPr lang="en-US" dirty="0" err="1"/>
              <a:t>vod</a:t>
            </a:r>
            <a:r>
              <a:rPr lang="en-US" dirty="0"/>
              <a:t>__c </a:t>
            </a:r>
          </a:p>
          <a:p>
            <a:pPr lvl="1"/>
            <a:endParaRPr lang="en-US" dirty="0"/>
          </a:p>
          <a:p>
            <a:pPr lvl="1"/>
            <a:r>
              <a:rPr lang="en-US" dirty="0"/>
              <a:t>For CRM for iPad, the Device_</a:t>
            </a:r>
            <a:r>
              <a:rPr lang="en-US" dirty="0" err="1"/>
              <a:t>vod</a:t>
            </a:r>
            <a:r>
              <a:rPr lang="en-US" dirty="0"/>
              <a:t>__c value should be set to </a:t>
            </a:r>
            <a:r>
              <a:rPr lang="en-US" dirty="0" err="1"/>
              <a:t>iPad_vod</a:t>
            </a:r>
            <a:r>
              <a:rPr lang="en-US" dirty="0"/>
              <a:t> and for Windows 8, it should be set to WinModern_</a:t>
            </a:r>
            <a:r>
              <a:rPr lang="en-US" dirty="0" err="1"/>
              <a:t>vod</a:t>
            </a:r>
            <a:r>
              <a:rPr lang="en-US" dirty="0"/>
              <a:t>__c</a:t>
            </a:r>
          </a:p>
          <a:p>
            <a:pPr lvl="1"/>
            <a:endParaRPr lang="en-US" dirty="0"/>
          </a:p>
          <a:p>
            <a:pPr lvl="1"/>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17240" y="386080"/>
            <a:ext cx="10807700" cy="369332"/>
          </a:xfrm>
        </p:spPr>
        <p:txBody>
          <a:bodyPr/>
          <a:lstStyle/>
          <a:p>
            <a:r>
              <a:rPr lang="en-US" dirty="0" err="1"/>
              <a:t>iRep</a:t>
            </a:r>
            <a:r>
              <a:rPr lang="en-US" dirty="0"/>
              <a:t> Configuration – Objects and Data to be Synced 1</a:t>
            </a:r>
          </a:p>
        </p:txBody>
      </p:sp>
    </p:spTree>
    <p:extLst>
      <p:ext uri="{BB962C8B-B14F-4D97-AF65-F5344CB8AC3E}">
        <p14:creationId xmlns:p14="http://schemas.microsoft.com/office/powerpoint/2010/main" val="26919275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33</a:t>
            </a:fld>
            <a:endParaRPr lang="en-US" dirty="0"/>
          </a:p>
        </p:txBody>
      </p:sp>
      <p:sp>
        <p:nvSpPr>
          <p:cNvPr id="2" name="Content Placeholder 1">
            <a:extLst>
              <a:ext uri="{FF2B5EF4-FFF2-40B4-BE49-F238E27FC236}">
                <a16:creationId xmlns:a16="http://schemas.microsoft.com/office/drawing/2014/main" id="{00565AA0-9D26-01E4-3E5C-A7CD5FA39082}"/>
              </a:ext>
            </a:extLst>
          </p:cNvPr>
          <p:cNvSpPr>
            <a:spLocks noGrp="1"/>
          </p:cNvSpPr>
          <p:nvPr>
            <p:ph sz="quarter" idx="4294967295"/>
          </p:nvPr>
        </p:nvSpPr>
        <p:spPr>
          <a:xfrm>
            <a:off x="317240" y="914401"/>
            <a:ext cx="9325083" cy="5101388"/>
          </a:xfrm>
        </p:spPr>
        <p:txBody>
          <a:bodyPr/>
          <a:lstStyle/>
          <a:p>
            <a:pPr marL="349250" lvl="1" indent="0">
              <a:buNone/>
            </a:pPr>
            <a:r>
              <a:rPr lang="en-US" dirty="0"/>
              <a:t>There are four types of </a:t>
            </a:r>
            <a:r>
              <a:rPr lang="en-US" dirty="0" err="1"/>
              <a:t>VMobile</a:t>
            </a:r>
            <a:r>
              <a:rPr lang="en-US" dirty="0"/>
              <a:t> Object Configurations: </a:t>
            </a:r>
          </a:p>
          <a:p>
            <a:pPr lvl="1"/>
            <a:r>
              <a:rPr lang="en-US" dirty="0"/>
              <a:t> Full Sync </a:t>
            </a:r>
          </a:p>
          <a:p>
            <a:pPr lvl="1"/>
            <a:r>
              <a:rPr lang="en-US" dirty="0"/>
              <a:t> Top Level</a:t>
            </a:r>
          </a:p>
          <a:p>
            <a:pPr lvl="1"/>
            <a:r>
              <a:rPr lang="en-US" dirty="0"/>
              <a:t> Related to Top Level </a:t>
            </a:r>
          </a:p>
          <a:p>
            <a:pPr lvl="1"/>
            <a:r>
              <a:rPr lang="en-US" dirty="0"/>
              <a:t> Child and Parent Row</a:t>
            </a:r>
          </a:p>
          <a:p>
            <a:pPr lvl="1"/>
            <a:endParaRPr lang="en-US" dirty="0"/>
          </a:p>
          <a:p>
            <a:pPr lvl="1"/>
            <a:endParaRPr lang="en-US" dirty="0"/>
          </a:p>
          <a:p>
            <a:pPr marL="349250" lvl="1" indent="0">
              <a:buNone/>
            </a:pPr>
            <a:r>
              <a:rPr lang="en-US" dirty="0"/>
              <a:t>         </a:t>
            </a:r>
          </a:p>
          <a:p>
            <a:pPr lvl="1"/>
            <a:r>
              <a:rPr lang="en-US" dirty="0"/>
              <a:t>The where clause for the Child_Account_</a:t>
            </a:r>
            <a:r>
              <a:rPr lang="en-US" dirty="0" err="1"/>
              <a:t>vod</a:t>
            </a:r>
            <a:r>
              <a:rPr lang="en-US" dirty="0"/>
              <a:t>__c VMOC cannot be changed. This is primarily done for performance reasons and to support syncing down child accounts that point to accounts outside of the user's territory (from both the </a:t>
            </a:r>
            <a:r>
              <a:rPr lang="en-US" dirty="0" err="1"/>
              <a:t>Parent_Account</a:t>
            </a:r>
            <a:r>
              <a:rPr lang="en-US" dirty="0"/>
              <a:t> and </a:t>
            </a:r>
            <a:r>
              <a:rPr lang="en-US" dirty="0" err="1"/>
              <a:t>Child_Account</a:t>
            </a:r>
            <a:r>
              <a:rPr lang="en-US" dirty="0"/>
              <a:t> fields) </a:t>
            </a:r>
          </a:p>
          <a:p>
            <a:pPr lvl="1"/>
            <a:endParaRPr lang="en-US" dirty="0"/>
          </a:p>
          <a:p>
            <a:pPr marL="349250" lvl="1" indent="0">
              <a:buNone/>
            </a:pPr>
            <a:r>
              <a:rPr lang="en-US" dirty="0"/>
              <a:t>The following criteria is always used for syncing down </a:t>
            </a:r>
            <a:r>
              <a:rPr lang="en-US" dirty="0" err="1"/>
              <a:t>Child_Account_vod</a:t>
            </a:r>
            <a:r>
              <a:rPr lang="en-US" dirty="0"/>
              <a:t>: </a:t>
            </a:r>
          </a:p>
          <a:p>
            <a:pPr marL="349250" lvl="1" indent="0">
              <a:buNone/>
            </a:pPr>
            <a:r>
              <a:rPr lang="en-US" dirty="0"/>
              <a:t>WHERE Parent_Account_</a:t>
            </a:r>
            <a:r>
              <a:rPr lang="en-US" dirty="0" err="1"/>
              <a:t>vod</a:t>
            </a:r>
            <a:r>
              <a:rPr lang="en-US" dirty="0"/>
              <a:t>__c IN (SELECT Id from Account) or WHERE Child_Account_</a:t>
            </a:r>
            <a:r>
              <a:rPr lang="en-US" dirty="0" err="1"/>
              <a:t>vod</a:t>
            </a:r>
            <a:r>
              <a:rPr lang="en-US" dirty="0"/>
              <a:t>__c IN (SELECT Id from Account)</a:t>
            </a:r>
          </a:p>
          <a:p>
            <a:pPr marL="349250" lvl="1" indent="0">
              <a:buNone/>
            </a:pPr>
            <a:endParaRPr lang="en-US" dirty="0"/>
          </a:p>
          <a:p>
            <a:pPr lvl="1"/>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17240" y="386080"/>
            <a:ext cx="10807700" cy="369332"/>
          </a:xfrm>
        </p:spPr>
        <p:txBody>
          <a:bodyPr/>
          <a:lstStyle/>
          <a:p>
            <a:r>
              <a:rPr lang="en-US" dirty="0" err="1"/>
              <a:t>iRep</a:t>
            </a:r>
            <a:r>
              <a:rPr lang="en-US" dirty="0"/>
              <a:t> Configuration – Objects and Data to be Synced 2</a:t>
            </a:r>
          </a:p>
        </p:txBody>
      </p:sp>
      <p:sp>
        <p:nvSpPr>
          <p:cNvPr id="6" name="6-Point Star 5">
            <a:extLst>
              <a:ext uri="{FF2B5EF4-FFF2-40B4-BE49-F238E27FC236}">
                <a16:creationId xmlns:a16="http://schemas.microsoft.com/office/drawing/2014/main" id="{5561FE0C-6FE6-C443-D68B-315A100BA1AE}"/>
              </a:ext>
            </a:extLst>
          </p:cNvPr>
          <p:cNvSpPr/>
          <p:nvPr/>
        </p:nvSpPr>
        <p:spPr>
          <a:xfrm>
            <a:off x="107104" y="3429000"/>
            <a:ext cx="526143" cy="660246"/>
          </a:xfrm>
          <a:prstGeom prst="star6">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728491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a:xfrm>
            <a:off x="744410" y="4168450"/>
            <a:ext cx="4132390" cy="457200"/>
          </a:xfrm>
        </p:spPr>
        <p:txBody>
          <a:bodyPr/>
          <a:lstStyle/>
          <a:p>
            <a:r>
              <a:rPr lang="en-US" sz="3200" b="1" dirty="0" err="1"/>
              <a:t>iRep</a:t>
            </a:r>
            <a:r>
              <a:rPr lang="en-US" sz="3200" b="1" dirty="0"/>
              <a:t> CLM Overview</a:t>
            </a:r>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r>
              <a:rPr lang="en-US"/>
              <a:t>© 2023 Cognizant</a:t>
            </a:r>
            <a:endParaRPr lang="en-US" dirty="0"/>
          </a:p>
        </p:txBody>
      </p:sp>
      <p:sp>
        <p:nvSpPr>
          <p:cNvPr id="5" name="Text Placeholder 4">
            <a:extLst>
              <a:ext uri="{FF2B5EF4-FFF2-40B4-BE49-F238E27FC236}">
                <a16:creationId xmlns:a16="http://schemas.microsoft.com/office/drawing/2014/main" id="{950E133F-E69D-1B0A-B204-ED8872B1C093}"/>
              </a:ext>
            </a:extLst>
          </p:cNvPr>
          <p:cNvSpPr>
            <a:spLocks noGrp="1"/>
          </p:cNvSpPr>
          <p:nvPr>
            <p:ph type="body" idx="12"/>
          </p:nvPr>
        </p:nvSpPr>
        <p:spPr/>
        <p:txBody>
          <a:bodyPr/>
          <a:lstStyle/>
          <a:p>
            <a:r>
              <a:rPr lang="en-US" dirty="0"/>
              <a:t>20-07-2023</a:t>
            </a:r>
          </a:p>
        </p:txBody>
      </p:sp>
      <p:sp>
        <p:nvSpPr>
          <p:cNvPr id="11" name="TextBox 10">
            <a:extLst>
              <a:ext uri="{FF2B5EF4-FFF2-40B4-BE49-F238E27FC236}">
                <a16:creationId xmlns:a16="http://schemas.microsoft.com/office/drawing/2014/main" id="{6C89135B-DDC4-C06C-33AD-3FA78D5BA252}"/>
              </a:ext>
            </a:extLst>
          </p:cNvPr>
          <p:cNvSpPr txBox="1"/>
          <p:nvPr/>
        </p:nvSpPr>
        <p:spPr>
          <a:xfrm>
            <a:off x="569495" y="3026026"/>
            <a:ext cx="8614610" cy="646331"/>
          </a:xfrm>
          <a:prstGeom prst="rect">
            <a:avLst/>
          </a:prstGeom>
          <a:noFill/>
        </p:spPr>
        <p:txBody>
          <a:bodyPr wrap="square">
            <a:spAutoFit/>
          </a:bodyPr>
          <a:lstStyle/>
          <a:p>
            <a:r>
              <a:rPr lang="en-US" sz="3600" dirty="0" err="1">
                <a:solidFill>
                  <a:srgbClr val="00718F"/>
                </a:solidFill>
                <a:latin typeface="Arial" panose="020B0604020202020204" pitchFamily="34" charset="0"/>
                <a:cs typeface="Arial" panose="020B0604020202020204" pitchFamily="34" charset="0"/>
              </a:rPr>
              <a:t>iRep</a:t>
            </a:r>
            <a:r>
              <a:rPr lang="en-US" sz="3600" dirty="0">
                <a:solidFill>
                  <a:srgbClr val="00718F"/>
                </a:solidFill>
                <a:latin typeface="Arial" panose="020B0604020202020204" pitchFamily="34" charset="0"/>
                <a:cs typeface="Arial" panose="020B0604020202020204" pitchFamily="34" charset="0"/>
              </a:rPr>
              <a:t> Configuration</a:t>
            </a:r>
            <a:endParaRPr lang="en-IN" sz="3600" dirty="0"/>
          </a:p>
        </p:txBody>
      </p:sp>
    </p:spTree>
    <p:extLst>
      <p:ext uri="{BB962C8B-B14F-4D97-AF65-F5344CB8AC3E}">
        <p14:creationId xmlns:p14="http://schemas.microsoft.com/office/powerpoint/2010/main" val="23753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35</a:t>
            </a:fld>
            <a:endParaRPr lang="en-US" dirty="0"/>
          </a:p>
        </p:txBody>
      </p:sp>
      <p:sp>
        <p:nvSpPr>
          <p:cNvPr id="2" name="Content Placeholder 1">
            <a:extLst>
              <a:ext uri="{FF2B5EF4-FFF2-40B4-BE49-F238E27FC236}">
                <a16:creationId xmlns:a16="http://schemas.microsoft.com/office/drawing/2014/main" id="{00565AA0-9D26-01E4-3E5C-A7CD5FA39082}"/>
              </a:ext>
            </a:extLst>
          </p:cNvPr>
          <p:cNvSpPr>
            <a:spLocks noGrp="1"/>
          </p:cNvSpPr>
          <p:nvPr>
            <p:ph sz="quarter" idx="4294967295"/>
          </p:nvPr>
        </p:nvSpPr>
        <p:spPr>
          <a:xfrm>
            <a:off x="317240" y="914401"/>
            <a:ext cx="9325083" cy="5101388"/>
          </a:xfrm>
        </p:spPr>
        <p:txBody>
          <a:bodyPr/>
          <a:lstStyle/>
          <a:p>
            <a:pPr marL="349250" lvl="1" indent="0">
              <a:buNone/>
            </a:pPr>
            <a:r>
              <a:rPr lang="en-US" dirty="0"/>
              <a:t>The </a:t>
            </a:r>
            <a:r>
              <a:rPr lang="en-US" dirty="0" err="1"/>
              <a:t>iRep</a:t>
            </a:r>
            <a:r>
              <a:rPr lang="en-US" dirty="0"/>
              <a:t> Closed Loop Marketing (CLM) capabilities </a:t>
            </a:r>
          </a:p>
          <a:p>
            <a:pPr marL="349250" lvl="1" indent="0">
              <a:buNone/>
            </a:pPr>
            <a:r>
              <a:rPr lang="en-US" dirty="0"/>
              <a:t>-  Streamlines the process for managing and distributing digital content </a:t>
            </a:r>
          </a:p>
          <a:p>
            <a:pPr marL="349250" lvl="1" indent="0">
              <a:buNone/>
            </a:pPr>
            <a:r>
              <a:rPr lang="en-US" dirty="0"/>
              <a:t>-  Gives users easy access to the most current and relevant information </a:t>
            </a:r>
          </a:p>
          <a:p>
            <a:pPr marL="349250" lvl="1" indent="0">
              <a:buNone/>
            </a:pPr>
            <a:endParaRPr lang="en-US" dirty="0"/>
          </a:p>
          <a:p>
            <a:pPr marL="349250" lvl="1" indent="0">
              <a:buNone/>
            </a:pPr>
            <a:r>
              <a:rPr lang="en-US" dirty="0"/>
              <a:t>Content viewer enables users to preview and deliver e-detail material and interactive presentations </a:t>
            </a:r>
          </a:p>
          <a:p>
            <a:pPr marL="349250" lvl="1" indent="0">
              <a:buNone/>
            </a:pPr>
            <a:endParaRPr lang="en-US" dirty="0"/>
          </a:p>
          <a:p>
            <a:pPr marL="349250" lvl="1" indent="0">
              <a:buNone/>
            </a:pPr>
            <a:r>
              <a:rPr lang="en-US" dirty="0"/>
              <a:t>With CRM, users have the ability to capture physician reactions to content and messaging </a:t>
            </a:r>
          </a:p>
          <a:p>
            <a:pPr marL="349250" lvl="1" indent="0">
              <a:buNone/>
            </a:pPr>
            <a:endParaRPr lang="en-US" dirty="0"/>
          </a:p>
          <a:p>
            <a:pPr marL="349250" lvl="1" indent="0">
              <a:buNone/>
            </a:pPr>
            <a:r>
              <a:rPr lang="en-US" dirty="0"/>
              <a:t>The responses are seamlessly synchronized to </a:t>
            </a:r>
            <a:r>
              <a:rPr lang="en-US" dirty="0" err="1"/>
              <a:t>VBioPharma</a:t>
            </a:r>
            <a:r>
              <a:rPr lang="en-US" dirty="0"/>
              <a:t> online for use in reporting and analysis that improves detailing quality </a:t>
            </a:r>
          </a:p>
          <a:p>
            <a:pPr marL="349250" lvl="1" indent="0">
              <a:buNone/>
            </a:pPr>
            <a:endParaRPr lang="en-US" dirty="0"/>
          </a:p>
          <a:p>
            <a:pPr marL="349250" lvl="1" indent="0">
              <a:buNone/>
            </a:pPr>
            <a:r>
              <a:rPr lang="en-US" dirty="0"/>
              <a:t>Companies can deploy CLM only </a:t>
            </a:r>
          </a:p>
          <a:p>
            <a:pPr marL="349250" lvl="1" indent="0">
              <a:buNone/>
            </a:pPr>
            <a:endParaRPr lang="en-US" dirty="0"/>
          </a:p>
          <a:p>
            <a:pPr marL="349250" lvl="1" indent="0">
              <a:buNone/>
            </a:pPr>
            <a:endParaRPr lang="en-US" dirty="0"/>
          </a:p>
          <a:p>
            <a:pPr lvl="1"/>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17240" y="386080"/>
            <a:ext cx="10807700" cy="369332"/>
          </a:xfrm>
        </p:spPr>
        <p:txBody>
          <a:bodyPr/>
          <a:lstStyle/>
          <a:p>
            <a:r>
              <a:rPr lang="en-US" dirty="0"/>
              <a:t>CLM Overview</a:t>
            </a:r>
          </a:p>
        </p:txBody>
      </p:sp>
    </p:spTree>
    <p:extLst>
      <p:ext uri="{BB962C8B-B14F-4D97-AF65-F5344CB8AC3E}">
        <p14:creationId xmlns:p14="http://schemas.microsoft.com/office/powerpoint/2010/main" val="1501185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36</a:t>
            </a:fld>
            <a:endParaRPr lang="en-US" dirty="0"/>
          </a:p>
        </p:txBody>
      </p:sp>
      <p:sp>
        <p:nvSpPr>
          <p:cNvPr id="2" name="Content Placeholder 1">
            <a:extLst>
              <a:ext uri="{FF2B5EF4-FFF2-40B4-BE49-F238E27FC236}">
                <a16:creationId xmlns:a16="http://schemas.microsoft.com/office/drawing/2014/main" id="{00565AA0-9D26-01E4-3E5C-A7CD5FA39082}"/>
              </a:ext>
            </a:extLst>
          </p:cNvPr>
          <p:cNvSpPr>
            <a:spLocks noGrp="1"/>
          </p:cNvSpPr>
          <p:nvPr>
            <p:ph sz="quarter" idx="4294967295"/>
          </p:nvPr>
        </p:nvSpPr>
        <p:spPr>
          <a:xfrm>
            <a:off x="317240" y="914401"/>
            <a:ext cx="9325083" cy="5101388"/>
          </a:xfrm>
        </p:spPr>
        <p:txBody>
          <a:bodyPr/>
          <a:lstStyle/>
          <a:p>
            <a:pPr marL="349250" lvl="1" indent="0">
              <a:buNone/>
            </a:pPr>
            <a:endParaRPr lang="en-US" dirty="0"/>
          </a:p>
          <a:p>
            <a:pPr marL="349250" lvl="1" indent="0">
              <a:buNone/>
            </a:pPr>
            <a:r>
              <a:rPr lang="en-US" dirty="0"/>
              <a:t>The Media menu on </a:t>
            </a:r>
            <a:r>
              <a:rPr lang="en-US" dirty="0" err="1"/>
              <a:t>iRep’s</a:t>
            </a:r>
            <a:r>
              <a:rPr lang="en-US" dirty="0"/>
              <a:t> home page displays if user has at least read permission on:</a:t>
            </a:r>
          </a:p>
          <a:p>
            <a:pPr lvl="1"/>
            <a:r>
              <a:rPr lang="en-US" dirty="0" err="1"/>
              <a:t>CLM_Presentation_vod</a:t>
            </a:r>
            <a:endParaRPr lang="en-US" dirty="0"/>
          </a:p>
          <a:p>
            <a:pPr lvl="1"/>
            <a:r>
              <a:rPr lang="en-US" dirty="0" err="1"/>
              <a:t>CLM_Presentation_Slide_vod</a:t>
            </a:r>
            <a:endParaRPr lang="en-US" dirty="0"/>
          </a:p>
          <a:p>
            <a:pPr lvl="1"/>
            <a:endParaRPr lang="en-US" dirty="0"/>
          </a:p>
          <a:p>
            <a:pPr marL="349250" lvl="1" indent="0">
              <a:buNone/>
            </a:pPr>
            <a:endParaRPr lang="en-US" dirty="0"/>
          </a:p>
          <a:p>
            <a:pPr marL="349250" lvl="1" indent="0">
              <a:buNone/>
            </a:pPr>
            <a:endParaRPr lang="en-US" dirty="0"/>
          </a:p>
          <a:p>
            <a:pPr lvl="1"/>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17240" y="386080"/>
            <a:ext cx="10807700" cy="369332"/>
          </a:xfrm>
        </p:spPr>
        <p:txBody>
          <a:bodyPr/>
          <a:lstStyle/>
          <a:p>
            <a:r>
              <a:rPr lang="en-US" dirty="0"/>
              <a:t>CLM Media Visibility</a:t>
            </a:r>
          </a:p>
        </p:txBody>
      </p:sp>
      <p:pic>
        <p:nvPicPr>
          <p:cNvPr id="6" name="Picture 5">
            <a:extLst>
              <a:ext uri="{FF2B5EF4-FFF2-40B4-BE49-F238E27FC236}">
                <a16:creationId xmlns:a16="http://schemas.microsoft.com/office/drawing/2014/main" id="{D7150594-7103-86F3-2BEE-8C76E7489B9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7199" y="2261360"/>
            <a:ext cx="9423399" cy="4184842"/>
          </a:xfrm>
          <a:prstGeom prst="rect">
            <a:avLst/>
          </a:prstGeom>
        </p:spPr>
      </p:pic>
      <p:sp>
        <p:nvSpPr>
          <p:cNvPr id="7" name="Left Arrow 9">
            <a:extLst>
              <a:ext uri="{FF2B5EF4-FFF2-40B4-BE49-F238E27FC236}">
                <a16:creationId xmlns:a16="http://schemas.microsoft.com/office/drawing/2014/main" id="{D18403C3-456C-936B-CBAE-CD123A438F25}"/>
              </a:ext>
            </a:extLst>
          </p:cNvPr>
          <p:cNvSpPr/>
          <p:nvPr/>
        </p:nvSpPr>
        <p:spPr>
          <a:xfrm>
            <a:off x="1787677" y="3916305"/>
            <a:ext cx="762000" cy="304800"/>
          </a:xfrm>
          <a:prstGeom prst="lef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8682088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37</a:t>
            </a:fld>
            <a:endParaRPr lang="en-US" dirty="0"/>
          </a:p>
        </p:txBody>
      </p:sp>
      <p:sp>
        <p:nvSpPr>
          <p:cNvPr id="2" name="Content Placeholder 1">
            <a:extLst>
              <a:ext uri="{FF2B5EF4-FFF2-40B4-BE49-F238E27FC236}">
                <a16:creationId xmlns:a16="http://schemas.microsoft.com/office/drawing/2014/main" id="{00565AA0-9D26-01E4-3E5C-A7CD5FA39082}"/>
              </a:ext>
            </a:extLst>
          </p:cNvPr>
          <p:cNvSpPr>
            <a:spLocks noGrp="1"/>
          </p:cNvSpPr>
          <p:nvPr>
            <p:ph sz="quarter" idx="4294967295"/>
          </p:nvPr>
        </p:nvSpPr>
        <p:spPr>
          <a:xfrm>
            <a:off x="317240" y="570746"/>
            <a:ext cx="9325083" cy="969620"/>
          </a:xfrm>
        </p:spPr>
        <p:txBody>
          <a:bodyPr/>
          <a:lstStyle/>
          <a:p>
            <a:pPr marL="349250" lvl="1" indent="0">
              <a:buNone/>
            </a:pPr>
            <a:endParaRPr lang="en-US" dirty="0"/>
          </a:p>
          <a:p>
            <a:pPr lvl="1"/>
            <a:endParaRPr lang="en-US" dirty="0"/>
          </a:p>
          <a:p>
            <a:pPr lvl="1"/>
            <a:r>
              <a:rPr lang="en-US" dirty="0"/>
              <a:t>Users can view content in full screen </a:t>
            </a:r>
          </a:p>
          <a:p>
            <a:pPr lvl="2">
              <a:buFont typeface="Wingdings" panose="05000000000000000000" pitchFamily="2" charset="2"/>
              <a:buChar char="Ø"/>
            </a:pPr>
            <a:r>
              <a:rPr lang="en-US" dirty="0"/>
              <a:t>Swipe left or right to move between content components </a:t>
            </a:r>
          </a:p>
          <a:p>
            <a:pPr lvl="1"/>
            <a:r>
              <a:rPr lang="en-US" dirty="0"/>
              <a:t>Scroll the thumbnail view to jump to specific slides</a:t>
            </a:r>
          </a:p>
          <a:p>
            <a:pPr marL="349250" lvl="1" indent="0">
              <a:buNone/>
            </a:pPr>
            <a:endParaRPr lang="en-US" dirty="0"/>
          </a:p>
          <a:p>
            <a:pPr lvl="1"/>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17240" y="386080"/>
            <a:ext cx="10807700" cy="369332"/>
          </a:xfrm>
        </p:spPr>
        <p:txBody>
          <a:bodyPr/>
          <a:lstStyle/>
          <a:p>
            <a:r>
              <a:rPr lang="en-US" dirty="0"/>
              <a:t>Viewing CLM Content</a:t>
            </a:r>
          </a:p>
        </p:txBody>
      </p:sp>
      <p:pic>
        <p:nvPicPr>
          <p:cNvPr id="8" name="Picture 7">
            <a:extLst>
              <a:ext uri="{FF2B5EF4-FFF2-40B4-BE49-F238E27FC236}">
                <a16:creationId xmlns:a16="http://schemas.microsoft.com/office/drawing/2014/main" id="{FABE7191-E379-94D9-B71B-D309C4A6E196}"/>
              </a:ext>
            </a:extLst>
          </p:cNvPr>
          <p:cNvPicPr>
            <a:picLocks noChangeAspect="1"/>
          </p:cNvPicPr>
          <p:nvPr/>
        </p:nvPicPr>
        <p:blipFill>
          <a:blip r:embed="rId2"/>
          <a:stretch>
            <a:fillRect/>
          </a:stretch>
        </p:blipFill>
        <p:spPr>
          <a:xfrm>
            <a:off x="538683" y="2446128"/>
            <a:ext cx="9220200" cy="4182637"/>
          </a:xfrm>
          <a:prstGeom prst="rect">
            <a:avLst/>
          </a:prstGeom>
        </p:spPr>
      </p:pic>
    </p:spTree>
    <p:extLst>
      <p:ext uri="{BB962C8B-B14F-4D97-AF65-F5344CB8AC3E}">
        <p14:creationId xmlns:p14="http://schemas.microsoft.com/office/powerpoint/2010/main" val="23288603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a:xfrm>
            <a:off x="1042416" y="6263639"/>
            <a:ext cx="1198179" cy="365125"/>
          </a:xfrm>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38</a:t>
            </a:fld>
            <a:endParaRPr lang="en-US" dirty="0"/>
          </a:p>
        </p:txBody>
      </p:sp>
      <p:sp>
        <p:nvSpPr>
          <p:cNvPr id="2" name="Content Placeholder 1">
            <a:extLst>
              <a:ext uri="{FF2B5EF4-FFF2-40B4-BE49-F238E27FC236}">
                <a16:creationId xmlns:a16="http://schemas.microsoft.com/office/drawing/2014/main" id="{00565AA0-9D26-01E4-3E5C-A7CD5FA39082}"/>
              </a:ext>
            </a:extLst>
          </p:cNvPr>
          <p:cNvSpPr>
            <a:spLocks noGrp="1"/>
          </p:cNvSpPr>
          <p:nvPr>
            <p:ph sz="quarter" idx="4294967295"/>
          </p:nvPr>
        </p:nvSpPr>
        <p:spPr>
          <a:xfrm>
            <a:off x="317240" y="570746"/>
            <a:ext cx="9325083" cy="969620"/>
          </a:xfrm>
        </p:spPr>
        <p:txBody>
          <a:bodyPr/>
          <a:lstStyle/>
          <a:p>
            <a:pPr marL="349250" lvl="1" indent="0">
              <a:buNone/>
            </a:pPr>
            <a:endParaRPr lang="en-US" dirty="0"/>
          </a:p>
          <a:p>
            <a:pPr lvl="1"/>
            <a:endParaRPr lang="en-US" dirty="0"/>
          </a:p>
          <a:p>
            <a:pPr lvl="1"/>
            <a:r>
              <a:rPr lang="en-US" dirty="0"/>
              <a:t>Create a case with VEEVA Customer Support</a:t>
            </a:r>
          </a:p>
          <a:p>
            <a:pPr lvl="2">
              <a:buFont typeface="Wingdings" panose="05000000000000000000" pitchFamily="2" charset="2"/>
              <a:buChar char="Ø"/>
            </a:pPr>
            <a:r>
              <a:rPr lang="en-US" dirty="0"/>
              <a:t>Note each production org or sandbox which needs to have access to media</a:t>
            </a:r>
          </a:p>
          <a:p>
            <a:pPr lvl="2">
              <a:buFont typeface="Wingdings" panose="05000000000000000000" pitchFamily="2" charset="2"/>
              <a:buChar char="Ø"/>
            </a:pPr>
            <a:r>
              <a:rPr lang="en-US" dirty="0"/>
              <a:t>If a sandbox is refreshed, this access will need to be requested again and the content reloaded </a:t>
            </a:r>
          </a:p>
          <a:p>
            <a:pPr lvl="1"/>
            <a:endParaRPr lang="en-US" dirty="0"/>
          </a:p>
          <a:p>
            <a:pPr lvl="1"/>
            <a:r>
              <a:rPr lang="en-US" dirty="0"/>
              <a:t>Configure profiles for the content loading user and viewing users</a:t>
            </a:r>
          </a:p>
          <a:p>
            <a:pPr lvl="2">
              <a:buFont typeface="Wingdings" panose="05000000000000000000" pitchFamily="2" charset="2"/>
              <a:buChar char="Ø"/>
            </a:pPr>
            <a:r>
              <a:rPr lang="en-US" dirty="0"/>
              <a:t>Create/Read permission to Key Message, Presentation, and Presentation Slide objects</a:t>
            </a:r>
          </a:p>
          <a:p>
            <a:pPr lvl="1"/>
            <a:endParaRPr lang="en-US" dirty="0"/>
          </a:p>
          <a:p>
            <a:pPr lvl="1"/>
            <a:r>
              <a:rPr lang="en-US" dirty="0"/>
              <a:t> Add at least one product to the content viewing user’s My Setup</a:t>
            </a:r>
          </a:p>
          <a:p>
            <a:pPr lvl="2">
              <a:buFont typeface="Wingdings" panose="05000000000000000000" pitchFamily="2" charset="2"/>
              <a:buChar char="Ø"/>
            </a:pPr>
            <a:r>
              <a:rPr lang="en-US" dirty="0"/>
              <a:t>Media that specifies a product where the user does not have matching my setup products will not be downloaded or displayed for that user</a:t>
            </a:r>
          </a:p>
          <a:p>
            <a:pPr lvl="1"/>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17240" y="386080"/>
            <a:ext cx="10807700" cy="369332"/>
          </a:xfrm>
        </p:spPr>
        <p:txBody>
          <a:bodyPr/>
          <a:lstStyle/>
          <a:p>
            <a:r>
              <a:rPr lang="en-US" dirty="0"/>
              <a:t>Enabling CLM in Your Org</a:t>
            </a:r>
          </a:p>
        </p:txBody>
      </p:sp>
    </p:spTree>
    <p:extLst>
      <p:ext uri="{BB962C8B-B14F-4D97-AF65-F5344CB8AC3E}">
        <p14:creationId xmlns:p14="http://schemas.microsoft.com/office/powerpoint/2010/main" val="3174997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a:xfrm>
            <a:off x="1042416" y="6263639"/>
            <a:ext cx="1198179" cy="365125"/>
          </a:xfrm>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39</a:t>
            </a:fld>
            <a:endParaRPr lang="en-US" dirty="0"/>
          </a:p>
        </p:txBody>
      </p:sp>
      <p:sp>
        <p:nvSpPr>
          <p:cNvPr id="2" name="Content Placeholder 1">
            <a:extLst>
              <a:ext uri="{FF2B5EF4-FFF2-40B4-BE49-F238E27FC236}">
                <a16:creationId xmlns:a16="http://schemas.microsoft.com/office/drawing/2014/main" id="{00565AA0-9D26-01E4-3E5C-A7CD5FA39082}"/>
              </a:ext>
            </a:extLst>
          </p:cNvPr>
          <p:cNvSpPr>
            <a:spLocks noGrp="1"/>
          </p:cNvSpPr>
          <p:nvPr>
            <p:ph sz="quarter" idx="4294967295"/>
          </p:nvPr>
        </p:nvSpPr>
        <p:spPr>
          <a:xfrm>
            <a:off x="317240" y="570746"/>
            <a:ext cx="9325083" cy="969620"/>
          </a:xfrm>
        </p:spPr>
        <p:txBody>
          <a:bodyPr/>
          <a:lstStyle/>
          <a:p>
            <a:pPr marL="349250" lvl="1" indent="0">
              <a:buNone/>
            </a:pPr>
            <a:endParaRPr lang="en-US" dirty="0"/>
          </a:p>
          <a:p>
            <a:pPr lvl="1"/>
            <a:r>
              <a:rPr lang="en-US" dirty="0"/>
              <a:t>Configure call page layouts to display </a:t>
            </a:r>
            <a:r>
              <a:rPr lang="en-US" dirty="0" err="1"/>
              <a:t>eDetailing</a:t>
            </a:r>
            <a:r>
              <a:rPr lang="en-US" dirty="0"/>
              <a:t> info</a:t>
            </a:r>
          </a:p>
          <a:p>
            <a:pPr lvl="1"/>
            <a:r>
              <a:rPr lang="en-US" dirty="0"/>
              <a:t>Add a section with “</a:t>
            </a:r>
            <a:r>
              <a:rPr lang="en-US" dirty="0" err="1"/>
              <a:t>zvod_CLMDetails</a:t>
            </a:r>
            <a:r>
              <a:rPr lang="en-US" dirty="0"/>
              <a:t>” marker field</a:t>
            </a:r>
          </a:p>
          <a:p>
            <a:pPr lvl="1"/>
            <a:endParaRPr lang="en-US" dirty="0"/>
          </a:p>
          <a:p>
            <a:pPr lvl="1"/>
            <a:r>
              <a:rPr lang="en-US" dirty="0"/>
              <a:t>Edit Key Message page layout Structured Comment </a:t>
            </a:r>
            <a:r>
              <a:rPr lang="en-US" dirty="0" err="1"/>
              <a:t>Layout_vod</a:t>
            </a:r>
            <a:endParaRPr lang="en-US" dirty="0"/>
          </a:p>
          <a:p>
            <a:pPr lvl="1"/>
            <a:r>
              <a:rPr lang="en-US" dirty="0"/>
              <a:t>Create a section called Media Information above the system information section</a:t>
            </a:r>
          </a:p>
          <a:p>
            <a:pPr lvl="1"/>
            <a:endParaRPr lang="en-US" dirty="0"/>
          </a:p>
          <a:p>
            <a:pPr lvl="1"/>
            <a:r>
              <a:rPr lang="en-US" dirty="0"/>
              <a:t>Add Media File Visual Force Page</a:t>
            </a:r>
          </a:p>
          <a:p>
            <a:pPr lvl="1"/>
            <a:endParaRPr lang="en-US" dirty="0"/>
          </a:p>
          <a:p>
            <a:pPr lvl="1"/>
            <a:r>
              <a:rPr lang="en-US" dirty="0"/>
              <a:t>Add related list CLM Presentation Slide</a:t>
            </a:r>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17240" y="386080"/>
            <a:ext cx="10807700" cy="369332"/>
          </a:xfrm>
        </p:spPr>
        <p:txBody>
          <a:bodyPr/>
          <a:lstStyle/>
          <a:p>
            <a:r>
              <a:rPr lang="en-US" dirty="0"/>
              <a:t>Configuring Org for CLM 1</a:t>
            </a:r>
          </a:p>
        </p:txBody>
      </p:sp>
      <p:pic>
        <p:nvPicPr>
          <p:cNvPr id="6" name="Picture 5">
            <a:extLst>
              <a:ext uri="{FF2B5EF4-FFF2-40B4-BE49-F238E27FC236}">
                <a16:creationId xmlns:a16="http://schemas.microsoft.com/office/drawing/2014/main" id="{0D124410-7BB5-188C-FA3D-AFAD7EEDA2A0}"/>
              </a:ext>
            </a:extLst>
          </p:cNvPr>
          <p:cNvPicPr>
            <a:picLocks noChangeAspect="1"/>
          </p:cNvPicPr>
          <p:nvPr/>
        </p:nvPicPr>
        <p:blipFill>
          <a:blip r:embed="rId2"/>
          <a:stretch>
            <a:fillRect/>
          </a:stretch>
        </p:blipFill>
        <p:spPr>
          <a:xfrm>
            <a:off x="6863780" y="570746"/>
            <a:ext cx="4614346" cy="3159457"/>
          </a:xfrm>
          <a:prstGeom prst="rect">
            <a:avLst/>
          </a:prstGeom>
        </p:spPr>
      </p:pic>
      <p:pic>
        <p:nvPicPr>
          <p:cNvPr id="8" name="Picture 7">
            <a:extLst>
              <a:ext uri="{FF2B5EF4-FFF2-40B4-BE49-F238E27FC236}">
                <a16:creationId xmlns:a16="http://schemas.microsoft.com/office/drawing/2014/main" id="{38CE4E8B-0B4D-CAA3-A857-0DF493086A32}"/>
              </a:ext>
            </a:extLst>
          </p:cNvPr>
          <p:cNvPicPr>
            <a:picLocks noChangeAspect="1"/>
          </p:cNvPicPr>
          <p:nvPr/>
        </p:nvPicPr>
        <p:blipFill>
          <a:blip r:embed="rId3"/>
          <a:stretch>
            <a:fillRect/>
          </a:stretch>
        </p:blipFill>
        <p:spPr>
          <a:xfrm>
            <a:off x="4468681" y="5359926"/>
            <a:ext cx="6656259" cy="927328"/>
          </a:xfrm>
          <a:prstGeom prst="rect">
            <a:avLst/>
          </a:prstGeom>
        </p:spPr>
      </p:pic>
      <p:cxnSp>
        <p:nvCxnSpPr>
          <p:cNvPr id="9" name="Straight Arrow Connector 8">
            <a:extLst>
              <a:ext uri="{FF2B5EF4-FFF2-40B4-BE49-F238E27FC236}">
                <a16:creationId xmlns:a16="http://schemas.microsoft.com/office/drawing/2014/main" id="{BED54E01-3D05-7F79-37FF-39FF1C7E7FBB}"/>
              </a:ext>
            </a:extLst>
          </p:cNvPr>
          <p:cNvCxnSpPr/>
          <p:nvPr/>
        </p:nvCxnSpPr>
        <p:spPr>
          <a:xfrm>
            <a:off x="9170953" y="3730203"/>
            <a:ext cx="0" cy="1981200"/>
          </a:xfrm>
          <a:prstGeom prst="straightConnector1">
            <a:avLst/>
          </a:prstGeom>
          <a:ln w="1016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26933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a:xfrm>
            <a:off x="1042416" y="6263639"/>
            <a:ext cx="1198179" cy="365125"/>
          </a:xfrm>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40</a:t>
            </a:fld>
            <a:endParaRPr lang="en-US" dirty="0"/>
          </a:p>
        </p:txBody>
      </p:sp>
      <p:sp>
        <p:nvSpPr>
          <p:cNvPr id="2" name="Content Placeholder 1">
            <a:extLst>
              <a:ext uri="{FF2B5EF4-FFF2-40B4-BE49-F238E27FC236}">
                <a16:creationId xmlns:a16="http://schemas.microsoft.com/office/drawing/2014/main" id="{00565AA0-9D26-01E4-3E5C-A7CD5FA39082}"/>
              </a:ext>
            </a:extLst>
          </p:cNvPr>
          <p:cNvSpPr>
            <a:spLocks noGrp="1"/>
          </p:cNvSpPr>
          <p:nvPr>
            <p:ph sz="quarter" idx="4294967295"/>
          </p:nvPr>
        </p:nvSpPr>
        <p:spPr>
          <a:xfrm>
            <a:off x="317240" y="570746"/>
            <a:ext cx="9325083" cy="969620"/>
          </a:xfrm>
        </p:spPr>
        <p:txBody>
          <a:bodyPr/>
          <a:lstStyle/>
          <a:p>
            <a:pPr marL="349250" lvl="1" indent="0">
              <a:buNone/>
            </a:pPr>
            <a:endParaRPr lang="en-US" dirty="0"/>
          </a:p>
          <a:p>
            <a:pPr marL="349250" lvl="1" indent="0">
              <a:buNone/>
            </a:pPr>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17240" y="386080"/>
            <a:ext cx="10807700" cy="369332"/>
          </a:xfrm>
        </p:spPr>
        <p:txBody>
          <a:bodyPr/>
          <a:lstStyle/>
          <a:p>
            <a:r>
              <a:rPr lang="en-US" dirty="0"/>
              <a:t>Configuring Org for CLM 2</a:t>
            </a:r>
          </a:p>
        </p:txBody>
      </p:sp>
      <p:sp>
        <p:nvSpPr>
          <p:cNvPr id="10" name="TextBox 9">
            <a:extLst>
              <a:ext uri="{FF2B5EF4-FFF2-40B4-BE49-F238E27FC236}">
                <a16:creationId xmlns:a16="http://schemas.microsoft.com/office/drawing/2014/main" id="{34C06AAE-1128-ADD1-C840-044CDEF376EB}"/>
              </a:ext>
            </a:extLst>
          </p:cNvPr>
          <p:cNvSpPr txBox="1"/>
          <p:nvPr/>
        </p:nvSpPr>
        <p:spPr>
          <a:xfrm>
            <a:off x="457199" y="1309352"/>
            <a:ext cx="8698832" cy="3693319"/>
          </a:xfrm>
          <a:prstGeom prst="rect">
            <a:avLst/>
          </a:prstGeom>
          <a:noFill/>
        </p:spPr>
        <p:txBody>
          <a:bodyPr wrap="square">
            <a:spAutoFit/>
          </a:bodyPr>
          <a:lstStyle/>
          <a:p>
            <a:pPr marL="285750" indent="-285750">
              <a:buFont typeface="Arial" panose="020B0604020202020204" pitchFamily="34" charset="0"/>
              <a:buChar char="•"/>
            </a:pPr>
            <a:r>
              <a:rPr lang="en-IN" dirty="0"/>
              <a:t>Configure the page layout for CLM Presentation object </a:t>
            </a:r>
          </a:p>
          <a:p>
            <a:pPr marL="742950" lvl="1" indent="-285750">
              <a:buFont typeface="Wingdings" panose="05000000000000000000" pitchFamily="2" charset="2"/>
              <a:buChar char="ü"/>
            </a:pPr>
            <a:r>
              <a:rPr lang="en-IN" dirty="0"/>
              <a:t>Go into CLM Presentation object </a:t>
            </a:r>
          </a:p>
          <a:p>
            <a:pPr marL="742950" lvl="1" indent="-285750">
              <a:buFont typeface="Wingdings" panose="05000000000000000000" pitchFamily="2" charset="2"/>
              <a:buChar char="ü"/>
            </a:pPr>
            <a:r>
              <a:rPr lang="en-IN" dirty="0"/>
              <a:t>Edit the page layout CLM Presentation Layout </a:t>
            </a:r>
          </a:p>
          <a:p>
            <a:pPr marL="742950" lvl="1" indent="-285750">
              <a:buFont typeface="Wingdings" panose="05000000000000000000" pitchFamily="2" charset="2"/>
              <a:buChar char="ü"/>
            </a:pPr>
            <a:r>
              <a:rPr lang="en-IN" dirty="0"/>
              <a:t>Add the </a:t>
            </a:r>
            <a:r>
              <a:rPr lang="en-IN" dirty="0" err="1"/>
              <a:t>Presentation_ID_vod</a:t>
            </a:r>
            <a:r>
              <a:rPr lang="en-IN" dirty="0"/>
              <a:t> (an external ID) </a:t>
            </a:r>
          </a:p>
          <a:p>
            <a:pPr marL="742950" lvl="1" indent="-285750">
              <a:buFont typeface="Wingdings" panose="05000000000000000000" pitchFamily="2" charset="2"/>
              <a:buChar char="ü"/>
            </a:pPr>
            <a:r>
              <a:rPr lang="en-IN" dirty="0"/>
              <a:t>Add the related list CLM Presentation Slides </a:t>
            </a:r>
          </a:p>
          <a:p>
            <a:endParaRPr lang="en-IN" dirty="0"/>
          </a:p>
          <a:p>
            <a:pPr marL="285750" indent="-285750">
              <a:buFont typeface="Arial" panose="020B0604020202020204" pitchFamily="34" charset="0"/>
              <a:buChar char="•"/>
            </a:pPr>
            <a:r>
              <a:rPr lang="en-IN" dirty="0"/>
              <a:t>Configure the page layout for CLM Presentation Slide object </a:t>
            </a:r>
          </a:p>
          <a:p>
            <a:pPr marL="742950" lvl="1" indent="-285750">
              <a:buFont typeface="Wingdings" panose="05000000000000000000" pitchFamily="2" charset="2"/>
              <a:buChar char="ü"/>
            </a:pPr>
            <a:r>
              <a:rPr lang="en-IN" dirty="0"/>
              <a:t>Show at least CLM Presentation, Key Message, and Display Order </a:t>
            </a:r>
          </a:p>
          <a:p>
            <a:pPr marL="742950" lvl="1" indent="-285750">
              <a:buFont typeface="Wingdings" panose="05000000000000000000" pitchFamily="2" charset="2"/>
              <a:buChar char="ü"/>
            </a:pPr>
            <a:r>
              <a:rPr lang="en-IN" dirty="0"/>
              <a:t>Optionally, add a formula field “Key Message Product” on the CLM Presentation Slide Object, with value “Key_Message_</a:t>
            </a:r>
            <a:r>
              <a:rPr lang="en-IN" dirty="0" err="1"/>
              <a:t>vod</a:t>
            </a:r>
            <a:r>
              <a:rPr lang="en-IN" dirty="0"/>
              <a:t>__r.Product_</a:t>
            </a:r>
            <a:r>
              <a:rPr lang="en-IN" dirty="0" err="1"/>
              <a:t>vod</a:t>
            </a:r>
            <a:r>
              <a:rPr lang="en-IN" dirty="0"/>
              <a:t>__</a:t>
            </a:r>
            <a:r>
              <a:rPr lang="en-IN" dirty="0" err="1"/>
              <a:t>r.Name</a:t>
            </a:r>
            <a:r>
              <a:rPr lang="en-IN" dirty="0"/>
              <a:t>” </a:t>
            </a:r>
          </a:p>
          <a:p>
            <a:pPr marL="285750" indent="-285750">
              <a:buFont typeface="Wingdings" panose="05000000000000000000" pitchFamily="2" charset="2"/>
              <a:buChar char="ü"/>
            </a:pPr>
            <a:endParaRPr lang="en-IN" dirty="0"/>
          </a:p>
          <a:p>
            <a:pPr marL="285750" indent="-285750">
              <a:buFont typeface="Arial" panose="020B0604020202020204" pitchFamily="34" charset="0"/>
              <a:buChar char="•"/>
            </a:pPr>
            <a:r>
              <a:rPr lang="en-IN" dirty="0"/>
              <a:t>Clear the VEEVA Cache </a:t>
            </a:r>
          </a:p>
        </p:txBody>
      </p:sp>
    </p:spTree>
    <p:extLst>
      <p:ext uri="{BB962C8B-B14F-4D97-AF65-F5344CB8AC3E}">
        <p14:creationId xmlns:p14="http://schemas.microsoft.com/office/powerpoint/2010/main" val="39811490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81E77C3-D8B4-4C79-BBE4-056C91CEFE33}"/>
              </a:ext>
            </a:extLst>
          </p:cNvPr>
          <p:cNvSpPr>
            <a:spLocks noGrp="1"/>
          </p:cNvSpPr>
          <p:nvPr>
            <p:ph type="ftr" sz="quarter" idx="11"/>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t>© 2019 Cognizant</a:t>
            </a:r>
          </a:p>
        </p:txBody>
      </p:sp>
      <p:sp>
        <p:nvSpPr>
          <p:cNvPr id="3" name="Slide Number Placeholder 2">
            <a:extLst>
              <a:ext uri="{FF2B5EF4-FFF2-40B4-BE49-F238E27FC236}">
                <a16:creationId xmlns:a16="http://schemas.microsoft.com/office/drawing/2014/main" id="{2257B3A7-36BF-4F0B-90BE-9534ADFC84E2}"/>
              </a:ext>
            </a:extLst>
          </p:cNvPr>
          <p:cNvSpPr>
            <a:spLocks noGrp="1"/>
          </p:cNvSpPr>
          <p:nvPr>
            <p:ph type="sldNum" sz="quarter" idx="12"/>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fld id="{2EFEF571-C9B4-4D92-A7F7-315B894862A8}" type="slidenum">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pPr marL="0" marR="0" lvl="0" indent="0" algn="l" defTabSz="609585" rtl="0" eaLnBrk="1" fontAlgn="auto" latinLnBrk="0" hangingPunct="1">
                <a:lnSpc>
                  <a:spcPct val="100000"/>
                </a:lnSpc>
                <a:spcBef>
                  <a:spcPts val="0"/>
                </a:spcBef>
                <a:spcAft>
                  <a:spcPts val="0"/>
                </a:spcAft>
                <a:buClrTx/>
                <a:buSzTx/>
                <a:buFontTx/>
                <a:buNone/>
                <a:tabLst/>
                <a:defRPr/>
              </a:pPr>
              <a:t>41</a:t>
            </a:fld>
            <a:endParaRPr kumimoji="0" lang="en-US" sz="7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Title 6">
            <a:extLst>
              <a:ext uri="{FF2B5EF4-FFF2-40B4-BE49-F238E27FC236}">
                <a16:creationId xmlns:a16="http://schemas.microsoft.com/office/drawing/2014/main" id="{EA0D6B93-CE79-4088-9EA6-938915E2F70B}"/>
              </a:ext>
            </a:extLst>
          </p:cNvPr>
          <p:cNvSpPr>
            <a:spLocks noGrp="1"/>
          </p:cNvSpPr>
          <p:nvPr>
            <p:ph type="ctrTitle"/>
          </p:nvPr>
        </p:nvSpPr>
        <p:spPr>
          <a:xfrm>
            <a:off x="457200" y="505601"/>
            <a:ext cx="9381744" cy="553998"/>
          </a:xfrm>
        </p:spPr>
        <p:txBody>
          <a:bodyPr/>
          <a:lstStyle/>
          <a:p>
            <a:pPr lvl="0"/>
            <a:r>
              <a:rPr lang="en-US" sz="3600" dirty="0"/>
              <a:t>Check Your Understanding ... 1</a:t>
            </a:r>
            <a:endParaRPr lang="en-US" dirty="0"/>
          </a:p>
        </p:txBody>
      </p:sp>
      <p:graphicFrame>
        <p:nvGraphicFramePr>
          <p:cNvPr id="5" name="Diagram 4">
            <a:extLst>
              <a:ext uri="{FF2B5EF4-FFF2-40B4-BE49-F238E27FC236}">
                <a16:creationId xmlns:a16="http://schemas.microsoft.com/office/drawing/2014/main" id="{71AF468C-B04E-BD66-2C2E-6A4F0AAA2E2F}"/>
              </a:ext>
            </a:extLst>
          </p:cNvPr>
          <p:cNvGraphicFramePr/>
          <p:nvPr>
            <p:extLst>
              <p:ext uri="{D42A27DB-BD31-4B8C-83A1-F6EECF244321}">
                <p14:modId xmlns:p14="http://schemas.microsoft.com/office/powerpoint/2010/main" val="3638342578"/>
              </p:ext>
            </p:extLst>
          </p:nvPr>
        </p:nvGraphicFramePr>
        <p:xfrm>
          <a:off x="457200" y="1187116"/>
          <a:ext cx="8333885" cy="18769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 name="Diagram 5">
            <a:extLst>
              <a:ext uri="{FF2B5EF4-FFF2-40B4-BE49-F238E27FC236}">
                <a16:creationId xmlns:a16="http://schemas.microsoft.com/office/drawing/2014/main" id="{8CA72680-3A46-3D46-A5A0-B399BF375B4E}"/>
              </a:ext>
            </a:extLst>
          </p:cNvPr>
          <p:cNvGraphicFramePr/>
          <p:nvPr>
            <p:extLst>
              <p:ext uri="{D42A27DB-BD31-4B8C-83A1-F6EECF244321}">
                <p14:modId xmlns:p14="http://schemas.microsoft.com/office/powerpoint/2010/main" val="28808032"/>
              </p:ext>
            </p:extLst>
          </p:nvPr>
        </p:nvGraphicFramePr>
        <p:xfrm>
          <a:off x="457200" y="4943829"/>
          <a:ext cx="8333885" cy="306630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8" name="TextBox 7">
            <a:extLst>
              <a:ext uri="{FF2B5EF4-FFF2-40B4-BE49-F238E27FC236}">
                <a16:creationId xmlns:a16="http://schemas.microsoft.com/office/drawing/2014/main" id="{D05C2CA5-DEA1-3E93-24DC-C0DA712EEAA3}"/>
              </a:ext>
            </a:extLst>
          </p:cNvPr>
          <p:cNvSpPr txBox="1"/>
          <p:nvPr/>
        </p:nvSpPr>
        <p:spPr>
          <a:xfrm>
            <a:off x="457200" y="3216708"/>
            <a:ext cx="8686800" cy="1477328"/>
          </a:xfrm>
          <a:prstGeom prst="rect">
            <a:avLst/>
          </a:prstGeom>
          <a:noFill/>
        </p:spPr>
        <p:txBody>
          <a:bodyPr wrap="square">
            <a:spAutoFit/>
          </a:bodyPr>
          <a:lstStyle/>
          <a:p>
            <a:pPr marL="285750" indent="-285750">
              <a:buFont typeface="Arial" panose="020B0604020202020204" pitchFamily="34" charset="0"/>
              <a:buChar char="•"/>
            </a:pPr>
            <a:r>
              <a:rPr lang="en-US" dirty="0">
                <a:solidFill>
                  <a:schemeClr val="bg1"/>
                </a:solidFill>
              </a:rPr>
              <a:t>First Download VEEVA </a:t>
            </a:r>
            <a:r>
              <a:rPr lang="en-US" dirty="0" err="1">
                <a:solidFill>
                  <a:schemeClr val="bg1"/>
                </a:solidFill>
              </a:rPr>
              <a:t>iRep</a:t>
            </a:r>
            <a:r>
              <a:rPr lang="en-US" dirty="0">
                <a:solidFill>
                  <a:schemeClr val="bg1"/>
                </a:solidFill>
              </a:rPr>
              <a:t> link to install the application and then install Provisioning profile</a:t>
            </a:r>
          </a:p>
          <a:p>
            <a:pPr marL="285750" indent="-285750">
              <a:buFont typeface="Arial" panose="020B0604020202020204" pitchFamily="34" charset="0"/>
              <a:buChar char="•"/>
            </a:pPr>
            <a:r>
              <a:rPr lang="en-US" dirty="0" err="1">
                <a:solidFill>
                  <a:schemeClr val="bg1"/>
                </a:solidFill>
              </a:rPr>
              <a:t>iRep</a:t>
            </a:r>
            <a:r>
              <a:rPr lang="en-US" dirty="0">
                <a:solidFill>
                  <a:schemeClr val="bg1"/>
                </a:solidFill>
              </a:rPr>
              <a:t> can store multiple user logins and databases </a:t>
            </a:r>
          </a:p>
          <a:p>
            <a:pPr marL="285750" indent="-285750">
              <a:buFont typeface="Arial" panose="020B0604020202020204" pitchFamily="34" charset="0"/>
              <a:buChar char="•"/>
            </a:pPr>
            <a:r>
              <a:rPr lang="en-US" dirty="0">
                <a:solidFill>
                  <a:schemeClr val="bg1"/>
                </a:solidFill>
              </a:rPr>
              <a:t>Provisioning profile needs to be installed each time a user log into </a:t>
            </a:r>
            <a:r>
              <a:rPr lang="en-US" dirty="0" err="1">
                <a:solidFill>
                  <a:schemeClr val="bg1"/>
                </a:solidFill>
              </a:rPr>
              <a:t>iRep</a:t>
            </a:r>
            <a:endParaRPr lang="en-US" dirty="0">
              <a:solidFill>
                <a:schemeClr val="bg1"/>
              </a:solidFill>
            </a:endParaRPr>
          </a:p>
          <a:p>
            <a:pPr marL="285750" indent="-285750">
              <a:buFont typeface="Arial" panose="020B0604020202020204" pitchFamily="34" charset="0"/>
              <a:buChar char="•"/>
            </a:pPr>
            <a:r>
              <a:rPr lang="en-US" dirty="0" err="1">
                <a:solidFill>
                  <a:schemeClr val="bg1"/>
                </a:solidFill>
              </a:rPr>
              <a:t>iRep</a:t>
            </a:r>
            <a:r>
              <a:rPr lang="en-US" dirty="0">
                <a:solidFill>
                  <a:schemeClr val="bg1"/>
                </a:solidFill>
              </a:rPr>
              <a:t> SQLite local database needs to be installed on the iPad</a:t>
            </a:r>
            <a:endParaRPr lang="en-IN" dirty="0"/>
          </a:p>
        </p:txBody>
      </p:sp>
    </p:spTree>
    <p:extLst>
      <p:ext uri="{BB962C8B-B14F-4D97-AF65-F5344CB8AC3E}">
        <p14:creationId xmlns:p14="http://schemas.microsoft.com/office/powerpoint/2010/main" val="180774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Graphic spid="6" grpId="0">
        <p:bldAsOne/>
      </p:bldGraphic>
    </p:bld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81E77C3-D8B4-4C79-BBE4-056C91CEFE33}"/>
              </a:ext>
            </a:extLst>
          </p:cNvPr>
          <p:cNvSpPr>
            <a:spLocks noGrp="1"/>
          </p:cNvSpPr>
          <p:nvPr>
            <p:ph type="ftr" sz="quarter" idx="11"/>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t>© 2019 Cognizant</a:t>
            </a:r>
          </a:p>
        </p:txBody>
      </p:sp>
      <p:sp>
        <p:nvSpPr>
          <p:cNvPr id="3" name="Slide Number Placeholder 2">
            <a:extLst>
              <a:ext uri="{FF2B5EF4-FFF2-40B4-BE49-F238E27FC236}">
                <a16:creationId xmlns:a16="http://schemas.microsoft.com/office/drawing/2014/main" id="{2257B3A7-36BF-4F0B-90BE-9534ADFC84E2}"/>
              </a:ext>
            </a:extLst>
          </p:cNvPr>
          <p:cNvSpPr>
            <a:spLocks noGrp="1"/>
          </p:cNvSpPr>
          <p:nvPr>
            <p:ph type="sldNum" sz="quarter" idx="12"/>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fld id="{2EFEF571-C9B4-4D92-A7F7-315B894862A8}" type="slidenum">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pPr marL="0" marR="0" lvl="0" indent="0" algn="l" defTabSz="609585" rtl="0" eaLnBrk="1" fontAlgn="auto" latinLnBrk="0" hangingPunct="1">
                <a:lnSpc>
                  <a:spcPct val="100000"/>
                </a:lnSpc>
                <a:spcBef>
                  <a:spcPts val="0"/>
                </a:spcBef>
                <a:spcAft>
                  <a:spcPts val="0"/>
                </a:spcAft>
                <a:buClrTx/>
                <a:buSzTx/>
                <a:buFontTx/>
                <a:buNone/>
                <a:tabLst/>
                <a:defRPr/>
              </a:pPr>
              <a:t>42</a:t>
            </a:fld>
            <a:endParaRPr kumimoji="0" lang="en-US" sz="7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Title 6">
            <a:extLst>
              <a:ext uri="{FF2B5EF4-FFF2-40B4-BE49-F238E27FC236}">
                <a16:creationId xmlns:a16="http://schemas.microsoft.com/office/drawing/2014/main" id="{EA0D6B93-CE79-4088-9EA6-938915E2F70B}"/>
              </a:ext>
            </a:extLst>
          </p:cNvPr>
          <p:cNvSpPr>
            <a:spLocks noGrp="1"/>
          </p:cNvSpPr>
          <p:nvPr>
            <p:ph type="ctrTitle"/>
          </p:nvPr>
        </p:nvSpPr>
        <p:spPr>
          <a:xfrm>
            <a:off x="457200" y="505601"/>
            <a:ext cx="9381744" cy="553998"/>
          </a:xfrm>
        </p:spPr>
        <p:txBody>
          <a:bodyPr/>
          <a:lstStyle/>
          <a:p>
            <a:pPr lvl="0"/>
            <a:r>
              <a:rPr lang="en-US" sz="3600" dirty="0"/>
              <a:t>Check Your Understanding ... 2</a:t>
            </a:r>
            <a:endParaRPr lang="en-US" dirty="0"/>
          </a:p>
        </p:txBody>
      </p:sp>
      <p:graphicFrame>
        <p:nvGraphicFramePr>
          <p:cNvPr id="5" name="Diagram 4">
            <a:extLst>
              <a:ext uri="{FF2B5EF4-FFF2-40B4-BE49-F238E27FC236}">
                <a16:creationId xmlns:a16="http://schemas.microsoft.com/office/drawing/2014/main" id="{71AF468C-B04E-BD66-2C2E-6A4F0AAA2E2F}"/>
              </a:ext>
            </a:extLst>
          </p:cNvPr>
          <p:cNvGraphicFramePr/>
          <p:nvPr>
            <p:extLst>
              <p:ext uri="{D42A27DB-BD31-4B8C-83A1-F6EECF244321}">
                <p14:modId xmlns:p14="http://schemas.microsoft.com/office/powerpoint/2010/main" val="2627486731"/>
              </p:ext>
            </p:extLst>
          </p:nvPr>
        </p:nvGraphicFramePr>
        <p:xfrm>
          <a:off x="457200" y="1187116"/>
          <a:ext cx="8333885" cy="20295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 name="Diagram 5">
            <a:extLst>
              <a:ext uri="{FF2B5EF4-FFF2-40B4-BE49-F238E27FC236}">
                <a16:creationId xmlns:a16="http://schemas.microsoft.com/office/drawing/2014/main" id="{8CA72680-3A46-3D46-A5A0-B399BF375B4E}"/>
              </a:ext>
            </a:extLst>
          </p:cNvPr>
          <p:cNvGraphicFramePr/>
          <p:nvPr>
            <p:extLst>
              <p:ext uri="{D42A27DB-BD31-4B8C-83A1-F6EECF244321}">
                <p14:modId xmlns:p14="http://schemas.microsoft.com/office/powerpoint/2010/main" val="1525732279"/>
              </p:ext>
            </p:extLst>
          </p:nvPr>
        </p:nvGraphicFramePr>
        <p:xfrm>
          <a:off x="457200" y="4287623"/>
          <a:ext cx="8333885" cy="3722507"/>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8" name="TextBox 7">
            <a:extLst>
              <a:ext uri="{FF2B5EF4-FFF2-40B4-BE49-F238E27FC236}">
                <a16:creationId xmlns:a16="http://schemas.microsoft.com/office/drawing/2014/main" id="{D05C2CA5-DEA1-3E93-24DC-C0DA712EEAA3}"/>
              </a:ext>
            </a:extLst>
          </p:cNvPr>
          <p:cNvSpPr txBox="1"/>
          <p:nvPr/>
        </p:nvSpPr>
        <p:spPr>
          <a:xfrm>
            <a:off x="457200" y="3429000"/>
            <a:ext cx="8686800" cy="646331"/>
          </a:xfrm>
          <a:prstGeom prst="rect">
            <a:avLst/>
          </a:prstGeom>
          <a:noFill/>
        </p:spPr>
        <p:txBody>
          <a:bodyPr wrap="square">
            <a:spAutoFit/>
          </a:bodyPr>
          <a:lstStyle/>
          <a:p>
            <a:pPr marL="285750" indent="-285750">
              <a:buFont typeface="Arial" panose="020B0604020202020204" pitchFamily="34" charset="0"/>
              <a:buChar char="•"/>
            </a:pPr>
            <a:r>
              <a:rPr lang="en-IN" dirty="0">
                <a:solidFill>
                  <a:schemeClr val="bg1"/>
                </a:solidFill>
              </a:rPr>
              <a:t>Permission set</a:t>
            </a:r>
          </a:p>
          <a:p>
            <a:pPr marL="285750" indent="-285750">
              <a:buFont typeface="Arial" panose="020B0604020202020204" pitchFamily="34" charset="0"/>
              <a:buChar char="•"/>
            </a:pPr>
            <a:r>
              <a:rPr lang="en-IN" dirty="0">
                <a:solidFill>
                  <a:schemeClr val="bg1"/>
                </a:solidFill>
              </a:rPr>
              <a:t>VMOC</a:t>
            </a:r>
          </a:p>
        </p:txBody>
      </p:sp>
    </p:spTree>
    <p:extLst>
      <p:ext uri="{BB962C8B-B14F-4D97-AF65-F5344CB8AC3E}">
        <p14:creationId xmlns:p14="http://schemas.microsoft.com/office/powerpoint/2010/main" val="3678314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Graphic spid="6" grpId="0">
        <p:bldAsOne/>
      </p:bldGraphic>
    </p:bld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81E77C3-D8B4-4C79-BBE4-056C91CEFE33}"/>
              </a:ext>
            </a:extLst>
          </p:cNvPr>
          <p:cNvSpPr>
            <a:spLocks noGrp="1"/>
          </p:cNvSpPr>
          <p:nvPr>
            <p:ph type="ftr" sz="quarter" idx="11"/>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t>© 2019 Cognizant</a:t>
            </a:r>
          </a:p>
        </p:txBody>
      </p:sp>
      <p:sp>
        <p:nvSpPr>
          <p:cNvPr id="3" name="Slide Number Placeholder 2">
            <a:extLst>
              <a:ext uri="{FF2B5EF4-FFF2-40B4-BE49-F238E27FC236}">
                <a16:creationId xmlns:a16="http://schemas.microsoft.com/office/drawing/2014/main" id="{2257B3A7-36BF-4F0B-90BE-9534ADFC84E2}"/>
              </a:ext>
            </a:extLst>
          </p:cNvPr>
          <p:cNvSpPr>
            <a:spLocks noGrp="1"/>
          </p:cNvSpPr>
          <p:nvPr>
            <p:ph type="sldNum" sz="quarter" idx="12"/>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fld id="{2EFEF571-C9B4-4D92-A7F7-315B894862A8}" type="slidenum">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pPr marL="0" marR="0" lvl="0" indent="0" algn="l" defTabSz="609585" rtl="0" eaLnBrk="1" fontAlgn="auto" latinLnBrk="0" hangingPunct="1">
                <a:lnSpc>
                  <a:spcPct val="100000"/>
                </a:lnSpc>
                <a:spcBef>
                  <a:spcPts val="0"/>
                </a:spcBef>
                <a:spcAft>
                  <a:spcPts val="0"/>
                </a:spcAft>
                <a:buClrTx/>
                <a:buSzTx/>
                <a:buFontTx/>
                <a:buNone/>
                <a:tabLst/>
                <a:defRPr/>
              </a:pPr>
              <a:t>43</a:t>
            </a:fld>
            <a:endParaRPr kumimoji="0" lang="en-US" sz="7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Title 6">
            <a:extLst>
              <a:ext uri="{FF2B5EF4-FFF2-40B4-BE49-F238E27FC236}">
                <a16:creationId xmlns:a16="http://schemas.microsoft.com/office/drawing/2014/main" id="{EA0D6B93-CE79-4088-9EA6-938915E2F70B}"/>
              </a:ext>
            </a:extLst>
          </p:cNvPr>
          <p:cNvSpPr>
            <a:spLocks noGrp="1"/>
          </p:cNvSpPr>
          <p:nvPr>
            <p:ph type="ctrTitle"/>
          </p:nvPr>
        </p:nvSpPr>
        <p:spPr>
          <a:xfrm>
            <a:off x="457200" y="505601"/>
            <a:ext cx="9381744" cy="553998"/>
          </a:xfrm>
        </p:spPr>
        <p:txBody>
          <a:bodyPr/>
          <a:lstStyle/>
          <a:p>
            <a:pPr lvl="0"/>
            <a:r>
              <a:rPr lang="en-US" sz="3600" dirty="0"/>
              <a:t>Check Your Understanding ... 3</a:t>
            </a:r>
            <a:endParaRPr lang="en-US" dirty="0"/>
          </a:p>
        </p:txBody>
      </p:sp>
      <p:graphicFrame>
        <p:nvGraphicFramePr>
          <p:cNvPr id="5" name="Diagram 4">
            <a:extLst>
              <a:ext uri="{FF2B5EF4-FFF2-40B4-BE49-F238E27FC236}">
                <a16:creationId xmlns:a16="http://schemas.microsoft.com/office/drawing/2014/main" id="{71AF468C-B04E-BD66-2C2E-6A4F0AAA2E2F}"/>
              </a:ext>
            </a:extLst>
          </p:cNvPr>
          <p:cNvGraphicFramePr/>
          <p:nvPr>
            <p:extLst>
              <p:ext uri="{D42A27DB-BD31-4B8C-83A1-F6EECF244321}">
                <p14:modId xmlns:p14="http://schemas.microsoft.com/office/powerpoint/2010/main" val="654742009"/>
              </p:ext>
            </p:extLst>
          </p:nvPr>
        </p:nvGraphicFramePr>
        <p:xfrm>
          <a:off x="457200" y="1187116"/>
          <a:ext cx="8333885" cy="20295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 name="Diagram 5">
            <a:extLst>
              <a:ext uri="{FF2B5EF4-FFF2-40B4-BE49-F238E27FC236}">
                <a16:creationId xmlns:a16="http://schemas.microsoft.com/office/drawing/2014/main" id="{8CA72680-3A46-3D46-A5A0-B399BF375B4E}"/>
              </a:ext>
            </a:extLst>
          </p:cNvPr>
          <p:cNvGraphicFramePr/>
          <p:nvPr>
            <p:extLst>
              <p:ext uri="{D42A27DB-BD31-4B8C-83A1-F6EECF244321}">
                <p14:modId xmlns:p14="http://schemas.microsoft.com/office/powerpoint/2010/main" val="1773156781"/>
              </p:ext>
            </p:extLst>
          </p:nvPr>
        </p:nvGraphicFramePr>
        <p:xfrm>
          <a:off x="457200" y="4352331"/>
          <a:ext cx="8333885" cy="36578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8" name="TextBox 7">
            <a:extLst>
              <a:ext uri="{FF2B5EF4-FFF2-40B4-BE49-F238E27FC236}">
                <a16:creationId xmlns:a16="http://schemas.microsoft.com/office/drawing/2014/main" id="{D05C2CA5-DEA1-3E93-24DC-C0DA712EEAA3}"/>
              </a:ext>
            </a:extLst>
          </p:cNvPr>
          <p:cNvSpPr txBox="1"/>
          <p:nvPr/>
        </p:nvSpPr>
        <p:spPr>
          <a:xfrm>
            <a:off x="457200" y="3429000"/>
            <a:ext cx="8686800" cy="923330"/>
          </a:xfrm>
          <a:prstGeom prst="rect">
            <a:avLst/>
          </a:prstGeom>
          <a:noFill/>
        </p:spPr>
        <p:txBody>
          <a:bodyPr wrap="square">
            <a:spAutoFit/>
          </a:bodyPr>
          <a:lstStyle/>
          <a:p>
            <a:pPr marL="285750" lvl="0" indent="-28575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True</a:t>
            </a:r>
          </a:p>
          <a:p>
            <a:pPr marL="285750" lvl="0" indent="-28575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False</a:t>
            </a:r>
          </a:p>
          <a:p>
            <a:pPr marL="285750" indent="-285750">
              <a:buFont typeface="Arial" panose="020B0604020202020204" pitchFamily="34" charset="0"/>
              <a:buChar char="•"/>
            </a:pPr>
            <a:endParaRPr lang="en-IN" dirty="0">
              <a:solidFill>
                <a:schemeClr val="bg1"/>
              </a:solidFill>
            </a:endParaRPr>
          </a:p>
        </p:txBody>
      </p:sp>
    </p:spTree>
    <p:extLst>
      <p:ext uri="{BB962C8B-B14F-4D97-AF65-F5344CB8AC3E}">
        <p14:creationId xmlns:p14="http://schemas.microsoft.com/office/powerpoint/2010/main" val="3991654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Graphic spid="6" grpId="0">
        <p:bldAsOne/>
      </p:bldGraphic>
    </p:bld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81E77C3-D8B4-4C79-BBE4-056C91CEFE33}"/>
              </a:ext>
            </a:extLst>
          </p:cNvPr>
          <p:cNvSpPr>
            <a:spLocks noGrp="1"/>
          </p:cNvSpPr>
          <p:nvPr>
            <p:ph type="ftr" sz="quarter" idx="11"/>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t>© 2019 Cognizant</a:t>
            </a:r>
          </a:p>
        </p:txBody>
      </p:sp>
      <p:sp>
        <p:nvSpPr>
          <p:cNvPr id="3" name="Slide Number Placeholder 2">
            <a:extLst>
              <a:ext uri="{FF2B5EF4-FFF2-40B4-BE49-F238E27FC236}">
                <a16:creationId xmlns:a16="http://schemas.microsoft.com/office/drawing/2014/main" id="{2257B3A7-36BF-4F0B-90BE-9534ADFC84E2}"/>
              </a:ext>
            </a:extLst>
          </p:cNvPr>
          <p:cNvSpPr>
            <a:spLocks noGrp="1"/>
          </p:cNvSpPr>
          <p:nvPr>
            <p:ph type="sldNum" sz="quarter" idx="12"/>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fld id="{2EFEF571-C9B4-4D92-A7F7-315B894862A8}" type="slidenum">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pPr marL="0" marR="0" lvl="0" indent="0" algn="l" defTabSz="609585" rtl="0" eaLnBrk="1" fontAlgn="auto" latinLnBrk="0" hangingPunct="1">
                <a:lnSpc>
                  <a:spcPct val="100000"/>
                </a:lnSpc>
                <a:spcBef>
                  <a:spcPts val="0"/>
                </a:spcBef>
                <a:spcAft>
                  <a:spcPts val="0"/>
                </a:spcAft>
                <a:buClrTx/>
                <a:buSzTx/>
                <a:buFontTx/>
                <a:buNone/>
                <a:tabLst/>
                <a:defRPr/>
              </a:pPr>
              <a:t>44</a:t>
            </a:fld>
            <a:endParaRPr kumimoji="0" lang="en-US" sz="7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Title 6">
            <a:extLst>
              <a:ext uri="{FF2B5EF4-FFF2-40B4-BE49-F238E27FC236}">
                <a16:creationId xmlns:a16="http://schemas.microsoft.com/office/drawing/2014/main" id="{EA0D6B93-CE79-4088-9EA6-938915E2F70B}"/>
              </a:ext>
            </a:extLst>
          </p:cNvPr>
          <p:cNvSpPr>
            <a:spLocks noGrp="1"/>
          </p:cNvSpPr>
          <p:nvPr>
            <p:ph type="ctrTitle"/>
          </p:nvPr>
        </p:nvSpPr>
        <p:spPr>
          <a:xfrm>
            <a:off x="457200" y="505601"/>
            <a:ext cx="9381744" cy="553998"/>
          </a:xfrm>
        </p:spPr>
        <p:txBody>
          <a:bodyPr/>
          <a:lstStyle/>
          <a:p>
            <a:pPr lvl="0"/>
            <a:r>
              <a:rPr lang="en-US" sz="3600" dirty="0"/>
              <a:t>Check Your Understanding ... 4</a:t>
            </a:r>
            <a:endParaRPr lang="en-US" dirty="0"/>
          </a:p>
        </p:txBody>
      </p:sp>
      <p:graphicFrame>
        <p:nvGraphicFramePr>
          <p:cNvPr id="5" name="Diagram 4">
            <a:extLst>
              <a:ext uri="{FF2B5EF4-FFF2-40B4-BE49-F238E27FC236}">
                <a16:creationId xmlns:a16="http://schemas.microsoft.com/office/drawing/2014/main" id="{71AF468C-B04E-BD66-2C2E-6A4F0AAA2E2F}"/>
              </a:ext>
            </a:extLst>
          </p:cNvPr>
          <p:cNvGraphicFramePr/>
          <p:nvPr>
            <p:extLst>
              <p:ext uri="{D42A27DB-BD31-4B8C-83A1-F6EECF244321}">
                <p14:modId xmlns:p14="http://schemas.microsoft.com/office/powerpoint/2010/main" val="2571800663"/>
              </p:ext>
            </p:extLst>
          </p:nvPr>
        </p:nvGraphicFramePr>
        <p:xfrm>
          <a:off x="457200" y="1187116"/>
          <a:ext cx="8333885" cy="20295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 name="Diagram 5">
            <a:extLst>
              <a:ext uri="{FF2B5EF4-FFF2-40B4-BE49-F238E27FC236}">
                <a16:creationId xmlns:a16="http://schemas.microsoft.com/office/drawing/2014/main" id="{8CA72680-3A46-3D46-A5A0-B399BF375B4E}"/>
              </a:ext>
            </a:extLst>
          </p:cNvPr>
          <p:cNvGraphicFramePr/>
          <p:nvPr>
            <p:extLst>
              <p:ext uri="{D42A27DB-BD31-4B8C-83A1-F6EECF244321}">
                <p14:modId xmlns:p14="http://schemas.microsoft.com/office/powerpoint/2010/main" val="4146047134"/>
              </p:ext>
            </p:extLst>
          </p:nvPr>
        </p:nvGraphicFramePr>
        <p:xfrm>
          <a:off x="457200" y="4352331"/>
          <a:ext cx="8333885" cy="36578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8" name="TextBox 7">
            <a:extLst>
              <a:ext uri="{FF2B5EF4-FFF2-40B4-BE49-F238E27FC236}">
                <a16:creationId xmlns:a16="http://schemas.microsoft.com/office/drawing/2014/main" id="{D05C2CA5-DEA1-3E93-24DC-C0DA712EEAA3}"/>
              </a:ext>
            </a:extLst>
          </p:cNvPr>
          <p:cNvSpPr txBox="1"/>
          <p:nvPr/>
        </p:nvSpPr>
        <p:spPr>
          <a:xfrm>
            <a:off x="457200" y="3041128"/>
            <a:ext cx="8686800" cy="1200329"/>
          </a:xfrm>
          <a:prstGeom prst="rect">
            <a:avLst/>
          </a:prstGeom>
          <a:noFill/>
        </p:spPr>
        <p:txBody>
          <a:bodyPr wrap="square">
            <a:spAutoFit/>
          </a:bodyPr>
          <a:lstStyle/>
          <a:p>
            <a:pPr marL="285750" lvl="0" indent="-285750">
              <a:buFont typeface="Arial" panose="020B0604020202020204" pitchFamily="34" charset="0"/>
              <a:buChar char="•"/>
            </a:pPr>
            <a:r>
              <a:rPr lang="en-US" sz="1800" dirty="0" err="1">
                <a:solidFill>
                  <a:schemeClr val="bg1"/>
                </a:solidFill>
                <a:latin typeface="Arial" panose="020B0604020202020204" pitchFamily="34" charset="0"/>
                <a:cs typeface="Arial" panose="020B0604020202020204" pitchFamily="34" charset="0"/>
              </a:rPr>
              <a:t>CLM_Presentation_vod</a:t>
            </a:r>
            <a:endParaRPr lang="en-US" sz="1800" dirty="0">
              <a:solidFill>
                <a:schemeClr val="bg1"/>
              </a:solidFill>
              <a:latin typeface="Arial" panose="020B0604020202020204" pitchFamily="34" charset="0"/>
              <a:cs typeface="Arial" panose="020B0604020202020204" pitchFamily="34" charset="0"/>
            </a:endParaRPr>
          </a:p>
          <a:p>
            <a:pPr marL="285750" lvl="0" indent="-285750">
              <a:buFont typeface="Arial" panose="020B0604020202020204" pitchFamily="34" charset="0"/>
              <a:buChar char="•"/>
            </a:pPr>
            <a:r>
              <a:rPr lang="en-US" sz="1800" dirty="0" err="1">
                <a:solidFill>
                  <a:schemeClr val="bg1"/>
                </a:solidFill>
                <a:latin typeface="Arial" panose="020B0604020202020204" pitchFamily="34" charset="0"/>
                <a:cs typeface="Arial" panose="020B0604020202020204" pitchFamily="34" charset="0"/>
              </a:rPr>
              <a:t>CLM_Presentation_Slide_vod</a:t>
            </a:r>
            <a:endParaRPr lang="en-US" sz="1800" dirty="0">
              <a:solidFill>
                <a:schemeClr val="bg1"/>
              </a:solidFill>
              <a:latin typeface="Arial" panose="020B0604020202020204" pitchFamily="34" charset="0"/>
              <a:cs typeface="Arial" panose="020B0604020202020204" pitchFamily="34" charset="0"/>
            </a:endParaRPr>
          </a:p>
          <a:p>
            <a:pPr marL="285750" lvl="0" indent="-28575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Both</a:t>
            </a:r>
          </a:p>
          <a:p>
            <a:pPr marL="285750" indent="-285750">
              <a:buFont typeface="Arial" panose="020B0604020202020204" pitchFamily="34" charset="0"/>
              <a:buChar char="•"/>
            </a:pPr>
            <a:endParaRPr lang="en-IN" dirty="0">
              <a:solidFill>
                <a:schemeClr val="bg1"/>
              </a:solidFill>
            </a:endParaRPr>
          </a:p>
        </p:txBody>
      </p:sp>
    </p:spTree>
    <p:extLst>
      <p:ext uri="{BB962C8B-B14F-4D97-AF65-F5344CB8AC3E}">
        <p14:creationId xmlns:p14="http://schemas.microsoft.com/office/powerpoint/2010/main" val="1242835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Graphic spid="6" grpId="0">
        <p:bldAsOne/>
      </p:bldGraphic>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5D2F748-67E4-BA36-3F4B-023D623E3230}"/>
              </a:ext>
            </a:extLst>
          </p:cNvPr>
          <p:cNvSpPr>
            <a:spLocks noGrp="1"/>
          </p:cNvSpPr>
          <p:nvPr>
            <p:ph type="ftr" sz="quarter" idx="11"/>
          </p:nvPr>
        </p:nvSpPr>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2E71F873-015A-FB70-DC9C-379FD20CEA0A}"/>
              </a:ext>
            </a:extLst>
          </p:cNvPr>
          <p:cNvSpPr>
            <a:spLocks noGrp="1"/>
          </p:cNvSpPr>
          <p:nvPr>
            <p:ph type="sldNum" sz="quarter" idx="12"/>
          </p:nvPr>
        </p:nvSpPr>
        <p:spPr/>
        <p:txBody>
          <a:bodyPr/>
          <a:lstStyle/>
          <a:p>
            <a:fld id="{C53E075B-3175-45CF-B3C7-FEDF3F5961E3}" type="slidenum">
              <a:rPr lang="en-US" smtClean="0"/>
              <a:pPr/>
              <a:t>45</a:t>
            </a:fld>
            <a:endParaRPr lang="en-US" dirty="0"/>
          </a:p>
        </p:txBody>
      </p:sp>
      <p:sp>
        <p:nvSpPr>
          <p:cNvPr id="4" name="Title 2">
            <a:extLst>
              <a:ext uri="{FF2B5EF4-FFF2-40B4-BE49-F238E27FC236}">
                <a16:creationId xmlns:a16="http://schemas.microsoft.com/office/drawing/2014/main" id="{B280C7C4-AD6D-F440-1971-FBC38A6F1BD3}"/>
              </a:ext>
            </a:extLst>
          </p:cNvPr>
          <p:cNvSpPr txBox="1">
            <a:spLocks/>
          </p:cNvSpPr>
          <p:nvPr/>
        </p:nvSpPr>
        <p:spPr>
          <a:xfrm>
            <a:off x="633247" y="932330"/>
            <a:ext cx="9143995" cy="478971"/>
          </a:xfrm>
          <a:prstGeom prst="rect">
            <a:avLst/>
          </a:prstGeom>
        </p:spPr>
        <p:txBody>
          <a:bodyPr vert="horz" lIns="91440" tIns="45720" rIns="91440" bIns="45720" rtlCol="0" anchor="ctr">
            <a:noAutofit/>
          </a:bodyPr>
          <a:lstStyle>
            <a:lvl1pPr algn="l" defTabSz="914400" rtl="0" eaLnBrk="1" latinLnBrk="0" hangingPunct="1">
              <a:lnSpc>
                <a:spcPct val="100000"/>
              </a:lnSpc>
              <a:spcBef>
                <a:spcPct val="0"/>
              </a:spcBef>
              <a:buNone/>
              <a:defRPr sz="2400" b="1" kern="1200">
                <a:solidFill>
                  <a:schemeClr val="tx1"/>
                </a:solidFill>
                <a:latin typeface="+mj-lt"/>
                <a:ea typeface="+mj-ea"/>
                <a:cs typeface="+mj-cs"/>
              </a:defRPr>
            </a:lvl1pPr>
          </a:lstStyle>
          <a:p>
            <a:r>
              <a:rPr lang="en-US" dirty="0"/>
              <a:t>Summary</a:t>
            </a:r>
          </a:p>
        </p:txBody>
      </p:sp>
      <p:sp>
        <p:nvSpPr>
          <p:cNvPr id="5" name="Content Placeholder 1">
            <a:extLst>
              <a:ext uri="{FF2B5EF4-FFF2-40B4-BE49-F238E27FC236}">
                <a16:creationId xmlns:a16="http://schemas.microsoft.com/office/drawing/2014/main" id="{3325E288-3DD0-3289-1B46-700F55FF4848}"/>
              </a:ext>
            </a:extLst>
          </p:cNvPr>
          <p:cNvSpPr txBox="1">
            <a:spLocks/>
          </p:cNvSpPr>
          <p:nvPr/>
        </p:nvSpPr>
        <p:spPr>
          <a:xfrm>
            <a:off x="633247" y="1874837"/>
            <a:ext cx="8229600" cy="4983163"/>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buFont typeface="Arial" panose="020B0604020202020204" pitchFamily="34" charset="0"/>
              <a:buChar char="•"/>
            </a:pPr>
            <a:endParaRPr lang="en-US" dirty="0">
              <a:solidFill>
                <a:schemeClr val="tx1"/>
              </a:solidFill>
            </a:endParaRPr>
          </a:p>
        </p:txBody>
      </p:sp>
      <p:pic>
        <p:nvPicPr>
          <p:cNvPr id="6" name="Picture 2" descr="D:\Images\Images\Objective\shutterstock_128202194.jpg">
            <a:extLst>
              <a:ext uri="{FF2B5EF4-FFF2-40B4-BE49-F238E27FC236}">
                <a16:creationId xmlns:a16="http://schemas.microsoft.com/office/drawing/2014/main" id="{720B3D16-4F58-A86E-B2F4-AEA0328A9EC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19658" y="4104596"/>
            <a:ext cx="3023521" cy="2016075"/>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6D847E6F-770C-7D1B-B082-243722BC28FD}"/>
              </a:ext>
            </a:extLst>
          </p:cNvPr>
          <p:cNvSpPr txBox="1"/>
          <p:nvPr/>
        </p:nvSpPr>
        <p:spPr>
          <a:xfrm>
            <a:off x="798233" y="2083144"/>
            <a:ext cx="8510753" cy="1754326"/>
          </a:xfrm>
          <a:prstGeom prst="rect">
            <a:avLst/>
          </a:prstGeom>
          <a:noFill/>
        </p:spPr>
        <p:txBody>
          <a:bodyPr wrap="square">
            <a:spAutoFit/>
          </a:bodyPr>
          <a:lstStyle/>
          <a:p>
            <a:pPr marL="0" indent="0">
              <a:buNone/>
            </a:pPr>
            <a:r>
              <a:rPr lang="en-US" dirty="0"/>
              <a:t>In this module, you have learnt to: </a:t>
            </a:r>
          </a:p>
          <a:p>
            <a:pPr marL="285750" indent="-285750">
              <a:buFont typeface="Arial" panose="020B0604020202020204" pitchFamily="34" charset="0"/>
              <a:buChar char="•"/>
            </a:pPr>
            <a:r>
              <a:rPr lang="en-US" sz="1800" dirty="0"/>
              <a:t>Define </a:t>
            </a:r>
            <a:r>
              <a:rPr lang="en-US" sz="1800" dirty="0" err="1"/>
              <a:t>iRep</a:t>
            </a:r>
            <a:r>
              <a:rPr lang="en-US" sz="1800" dirty="0"/>
              <a:t> </a:t>
            </a:r>
          </a:p>
          <a:p>
            <a:pPr marL="285750" indent="-285750">
              <a:buFont typeface="Arial" panose="020B0604020202020204" pitchFamily="34" charset="0"/>
              <a:buChar char="•"/>
            </a:pPr>
            <a:r>
              <a:rPr lang="en-US" sz="1800" dirty="0"/>
              <a:t>Install </a:t>
            </a:r>
            <a:r>
              <a:rPr lang="en-US" sz="1800" dirty="0" err="1"/>
              <a:t>iRep</a:t>
            </a:r>
            <a:r>
              <a:rPr lang="en-US" sz="1800" dirty="0"/>
              <a:t> </a:t>
            </a:r>
          </a:p>
          <a:p>
            <a:pPr marL="285750" indent="-285750">
              <a:buFont typeface="Arial" panose="020B0604020202020204" pitchFamily="34" charset="0"/>
              <a:buChar char="•"/>
            </a:pPr>
            <a:r>
              <a:rPr lang="en-US" sz="1800" dirty="0"/>
              <a:t>Navigate through </a:t>
            </a:r>
            <a:r>
              <a:rPr lang="en-US" sz="1800" dirty="0" err="1"/>
              <a:t>iRep</a:t>
            </a:r>
            <a:r>
              <a:rPr lang="en-US" sz="1800" dirty="0"/>
              <a:t> UI</a:t>
            </a:r>
          </a:p>
          <a:p>
            <a:pPr marL="285750" indent="-285750">
              <a:buFont typeface="Arial" panose="020B0604020202020204" pitchFamily="34" charset="0"/>
              <a:buChar char="•"/>
            </a:pPr>
            <a:r>
              <a:rPr lang="en-US" sz="1800" dirty="0"/>
              <a:t>Configure </a:t>
            </a:r>
            <a:r>
              <a:rPr lang="en-US" sz="1800" dirty="0" err="1"/>
              <a:t>iRep</a:t>
            </a:r>
            <a:r>
              <a:rPr lang="en-US" sz="1800" dirty="0"/>
              <a:t> </a:t>
            </a:r>
          </a:p>
          <a:p>
            <a:pPr marL="285750" indent="-285750">
              <a:buFont typeface="Arial" panose="020B0604020202020204" pitchFamily="34" charset="0"/>
              <a:buChar char="•"/>
            </a:pPr>
            <a:r>
              <a:rPr lang="en-US" sz="1800" dirty="0"/>
              <a:t>Define CLM and its capabilities &amp; Configure CLM </a:t>
            </a:r>
          </a:p>
        </p:txBody>
      </p:sp>
    </p:spTree>
    <p:extLst>
      <p:ext uri="{BB962C8B-B14F-4D97-AF65-F5344CB8AC3E}">
        <p14:creationId xmlns:p14="http://schemas.microsoft.com/office/powerpoint/2010/main" val="30903491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5D2F748-67E4-BA36-3F4B-023D623E3230}"/>
              </a:ext>
            </a:extLst>
          </p:cNvPr>
          <p:cNvSpPr>
            <a:spLocks noGrp="1"/>
          </p:cNvSpPr>
          <p:nvPr>
            <p:ph type="ftr" sz="quarter" idx="11"/>
          </p:nvPr>
        </p:nvSpPr>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2E71F873-015A-FB70-DC9C-379FD20CEA0A}"/>
              </a:ext>
            </a:extLst>
          </p:cNvPr>
          <p:cNvSpPr>
            <a:spLocks noGrp="1"/>
          </p:cNvSpPr>
          <p:nvPr>
            <p:ph type="sldNum" sz="quarter" idx="12"/>
          </p:nvPr>
        </p:nvSpPr>
        <p:spPr/>
        <p:txBody>
          <a:bodyPr/>
          <a:lstStyle/>
          <a:p>
            <a:fld id="{C53E075B-3175-45CF-B3C7-FEDF3F5961E3}" type="slidenum">
              <a:rPr lang="en-US" smtClean="0"/>
              <a:pPr/>
              <a:t>46</a:t>
            </a:fld>
            <a:endParaRPr lang="en-US" dirty="0"/>
          </a:p>
        </p:txBody>
      </p:sp>
      <p:sp>
        <p:nvSpPr>
          <p:cNvPr id="4" name="Title 2">
            <a:extLst>
              <a:ext uri="{FF2B5EF4-FFF2-40B4-BE49-F238E27FC236}">
                <a16:creationId xmlns:a16="http://schemas.microsoft.com/office/drawing/2014/main" id="{B280C7C4-AD6D-F440-1971-FBC38A6F1BD3}"/>
              </a:ext>
            </a:extLst>
          </p:cNvPr>
          <p:cNvSpPr txBox="1">
            <a:spLocks/>
          </p:cNvSpPr>
          <p:nvPr/>
        </p:nvSpPr>
        <p:spPr>
          <a:xfrm>
            <a:off x="633247" y="1027641"/>
            <a:ext cx="9143995" cy="478971"/>
          </a:xfrm>
          <a:prstGeom prst="rect">
            <a:avLst/>
          </a:prstGeom>
        </p:spPr>
        <p:txBody>
          <a:bodyPr vert="horz" lIns="91440" tIns="45720" rIns="91440" bIns="45720" rtlCol="0" anchor="ctr">
            <a:noAutofit/>
          </a:bodyPr>
          <a:lstStyle>
            <a:lvl1pPr algn="l" defTabSz="914400" rtl="0" eaLnBrk="1" latinLnBrk="0" hangingPunct="1">
              <a:lnSpc>
                <a:spcPct val="100000"/>
              </a:lnSpc>
              <a:spcBef>
                <a:spcPct val="0"/>
              </a:spcBef>
              <a:buNone/>
              <a:defRPr sz="2400" b="1" kern="1200">
                <a:solidFill>
                  <a:schemeClr val="tx1"/>
                </a:solidFill>
                <a:latin typeface="+mj-lt"/>
                <a:ea typeface="+mj-ea"/>
                <a:cs typeface="+mj-cs"/>
              </a:defRPr>
            </a:lvl1pPr>
          </a:lstStyle>
          <a:p>
            <a:r>
              <a:rPr lang="en-US" sz="2800" dirty="0"/>
              <a:t>Source</a:t>
            </a:r>
          </a:p>
        </p:txBody>
      </p:sp>
      <p:sp>
        <p:nvSpPr>
          <p:cNvPr id="5" name="Content Placeholder 1">
            <a:extLst>
              <a:ext uri="{FF2B5EF4-FFF2-40B4-BE49-F238E27FC236}">
                <a16:creationId xmlns:a16="http://schemas.microsoft.com/office/drawing/2014/main" id="{3325E288-3DD0-3289-1B46-700F55FF4848}"/>
              </a:ext>
            </a:extLst>
          </p:cNvPr>
          <p:cNvSpPr txBox="1">
            <a:spLocks/>
          </p:cNvSpPr>
          <p:nvPr/>
        </p:nvSpPr>
        <p:spPr>
          <a:xfrm>
            <a:off x="633247" y="1776226"/>
            <a:ext cx="8229600" cy="3726216"/>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US" sz="2400" dirty="0">
                <a:solidFill>
                  <a:schemeClr val="tx1">
                    <a:lumMod val="50000"/>
                    <a:lumOff val="50000"/>
                  </a:schemeClr>
                </a:solidFill>
                <a:hlinkClick r:id="rId2">
                  <a:extLst>
                    <a:ext uri="{A12FA001-AC4F-418D-AE19-62706E023703}">
                      <ahyp:hlinkClr xmlns:ahyp="http://schemas.microsoft.com/office/drawing/2018/hyperlinkcolor" val="tx"/>
                    </a:ext>
                  </a:extLst>
                </a:hlinkClick>
              </a:rPr>
              <a:t>https://crmhelp.veeva.com/doc/Content/CRM_topics/Mobile_Device_Setup/Home_Screen.htm</a:t>
            </a:r>
            <a:endParaRPr lang="en-US" sz="2400" dirty="0">
              <a:solidFill>
                <a:schemeClr val="tx1">
                  <a:lumMod val="50000"/>
                  <a:lumOff val="50000"/>
                </a:schemeClr>
              </a:solidFill>
            </a:endParaRPr>
          </a:p>
          <a:p>
            <a:pPr marL="0" indent="0">
              <a:buNone/>
              <a:defRPr/>
            </a:pPr>
            <a:endParaRPr lang="en-US" sz="2400" dirty="0">
              <a:solidFill>
                <a:schemeClr val="tx1">
                  <a:lumMod val="50000"/>
                  <a:lumOff val="50000"/>
                </a:schemeClr>
              </a:solidFill>
            </a:endParaRPr>
          </a:p>
          <a:p>
            <a:pPr>
              <a:defRPr/>
            </a:pPr>
            <a:endParaRPr lang="en-US" sz="2400" dirty="0">
              <a:solidFill>
                <a:schemeClr val="tx1">
                  <a:lumMod val="50000"/>
                  <a:lumOff val="50000"/>
                </a:schemeClr>
              </a:solidFill>
            </a:endParaRPr>
          </a:p>
          <a:p>
            <a:pPr>
              <a:defRPr/>
            </a:pPr>
            <a:r>
              <a:rPr lang="en-US" sz="2400" dirty="0">
                <a:solidFill>
                  <a:schemeClr val="tx1">
                    <a:lumMod val="50000"/>
                    <a:lumOff val="50000"/>
                  </a:schemeClr>
                </a:solidFill>
                <a:hlinkClick r:id="rId3">
                  <a:extLst>
                    <a:ext uri="{A12FA001-AC4F-418D-AE19-62706E023703}">
                      <ahyp:hlinkClr xmlns:ahyp="http://schemas.microsoft.com/office/drawing/2018/hyperlinkcolor" val="tx"/>
                    </a:ext>
                  </a:extLst>
                </a:hlinkClick>
              </a:rPr>
              <a:t>https://crmhelp.veeva.com/doc/Content/CRM_topics/Multichannel/CLM/What_is_CLM.htm</a:t>
            </a:r>
            <a:endParaRPr lang="en-US" sz="2400" dirty="0">
              <a:solidFill>
                <a:schemeClr val="tx1">
                  <a:lumMod val="50000"/>
                  <a:lumOff val="50000"/>
                </a:schemeClr>
              </a:solidFill>
            </a:endParaRPr>
          </a:p>
          <a:p>
            <a:pPr marL="285750" indent="-285750">
              <a:buFont typeface="Arial" panose="020B0604020202020204" pitchFamily="34" charset="0"/>
              <a:buChar char="•"/>
              <a:defRPr/>
            </a:pPr>
            <a:endParaRPr lang="en-US" sz="1800" dirty="0">
              <a:solidFill>
                <a:schemeClr val="tx1">
                  <a:lumMod val="50000"/>
                  <a:lumOff val="50000"/>
                </a:schemeClr>
              </a:solidFill>
            </a:endParaRPr>
          </a:p>
          <a:p>
            <a:pPr marL="285750" indent="-285750">
              <a:buFont typeface="Arial" panose="020B0604020202020204" pitchFamily="34" charset="0"/>
              <a:buChar char="•"/>
              <a:defRPr/>
            </a:pPr>
            <a:endParaRPr lang="en-US" sz="1800" dirty="0"/>
          </a:p>
          <a:p>
            <a:endParaRPr lang="en-US" dirty="0"/>
          </a:p>
        </p:txBody>
      </p:sp>
      <p:sp>
        <p:nvSpPr>
          <p:cNvPr id="11" name="Text Box 4">
            <a:extLst>
              <a:ext uri="{FF2B5EF4-FFF2-40B4-BE49-F238E27FC236}">
                <a16:creationId xmlns:a16="http://schemas.microsoft.com/office/drawing/2014/main" id="{EC77BAAE-1BF9-295B-7AAB-74B487B7972B}"/>
              </a:ext>
            </a:extLst>
          </p:cNvPr>
          <p:cNvSpPr txBox="1">
            <a:spLocks noChangeArrowheads="1"/>
          </p:cNvSpPr>
          <p:nvPr/>
        </p:nvSpPr>
        <p:spPr bwMode="auto">
          <a:xfrm>
            <a:off x="793254" y="4867377"/>
            <a:ext cx="7676978" cy="830997"/>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defPPr>
              <a:defRPr lang="en-US"/>
            </a:defPPr>
            <a:lvl1pPr eaLnBrk="0" hangingPunct="0">
              <a:defRPr sz="1200" b="1">
                <a:solidFill>
                  <a:schemeClr val="tx2">
                    <a:lumMod val="50000"/>
                  </a:schemeClr>
                </a:solidFill>
                <a:latin typeface="Arial Unicode MS" pitchFamily="34" charset="-128"/>
                <a:ea typeface="Arial Unicode MS" pitchFamily="34" charset="-128"/>
                <a:cs typeface="Arial Unicode MS" pitchFamily="34" charset="-128"/>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t>Disclaimer: </a:t>
            </a:r>
            <a:r>
              <a:rPr lang="en-US" b="0" dirty="0"/>
              <a:t>Parts of the content of </a:t>
            </a:r>
            <a:r>
              <a:rPr lang="en-US" b="0" i="1" dirty="0"/>
              <a:t>this course is based </a:t>
            </a:r>
            <a:r>
              <a:rPr lang="en-US" b="0" dirty="0"/>
              <a:t>on the materials available from the Web sites and books listed above. The materials that can be accessed from linked sites are not maintained by Cognizant Academy and we are not responsible for the contents thereof. All trademarks, service marks, and trade names in this course are the marks of the respective owner(s).</a:t>
            </a:r>
          </a:p>
        </p:txBody>
      </p:sp>
    </p:spTree>
    <p:extLst>
      <p:ext uri="{BB962C8B-B14F-4D97-AF65-F5344CB8AC3E}">
        <p14:creationId xmlns:p14="http://schemas.microsoft.com/office/powerpoint/2010/main" val="56379723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5D2F748-67E4-BA36-3F4B-023D623E3230}"/>
              </a:ext>
            </a:extLst>
          </p:cNvPr>
          <p:cNvSpPr>
            <a:spLocks noGrp="1"/>
          </p:cNvSpPr>
          <p:nvPr>
            <p:ph type="ftr" sz="quarter" idx="11"/>
          </p:nvPr>
        </p:nvSpPr>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2E71F873-015A-FB70-DC9C-379FD20CEA0A}"/>
              </a:ext>
            </a:extLst>
          </p:cNvPr>
          <p:cNvSpPr>
            <a:spLocks noGrp="1"/>
          </p:cNvSpPr>
          <p:nvPr>
            <p:ph type="sldNum" sz="quarter" idx="12"/>
          </p:nvPr>
        </p:nvSpPr>
        <p:spPr/>
        <p:txBody>
          <a:bodyPr/>
          <a:lstStyle/>
          <a:p>
            <a:fld id="{C53E075B-3175-45CF-B3C7-FEDF3F5961E3}" type="slidenum">
              <a:rPr lang="en-US" smtClean="0"/>
              <a:pPr/>
              <a:t>47</a:t>
            </a:fld>
            <a:endParaRPr lang="en-US" dirty="0"/>
          </a:p>
        </p:txBody>
      </p:sp>
      <p:sp>
        <p:nvSpPr>
          <p:cNvPr id="4" name="Title 2">
            <a:extLst>
              <a:ext uri="{FF2B5EF4-FFF2-40B4-BE49-F238E27FC236}">
                <a16:creationId xmlns:a16="http://schemas.microsoft.com/office/drawing/2014/main" id="{B280C7C4-AD6D-F440-1971-FBC38A6F1BD3}"/>
              </a:ext>
            </a:extLst>
          </p:cNvPr>
          <p:cNvSpPr txBox="1">
            <a:spLocks/>
          </p:cNvSpPr>
          <p:nvPr/>
        </p:nvSpPr>
        <p:spPr>
          <a:xfrm>
            <a:off x="633247" y="1027641"/>
            <a:ext cx="9143995" cy="478971"/>
          </a:xfrm>
          <a:prstGeom prst="rect">
            <a:avLst/>
          </a:prstGeom>
        </p:spPr>
        <p:txBody>
          <a:bodyPr vert="horz" lIns="91440" tIns="45720" rIns="91440" bIns="45720" rtlCol="0" anchor="ctr">
            <a:noAutofit/>
          </a:bodyPr>
          <a:lstStyle>
            <a:lvl1pPr algn="l" defTabSz="914400" rtl="0" eaLnBrk="1" latinLnBrk="0" hangingPunct="1">
              <a:lnSpc>
                <a:spcPct val="100000"/>
              </a:lnSpc>
              <a:spcBef>
                <a:spcPct val="0"/>
              </a:spcBef>
              <a:buNone/>
              <a:defRPr sz="2400" b="1" kern="1200">
                <a:solidFill>
                  <a:schemeClr val="tx1"/>
                </a:solidFill>
                <a:latin typeface="+mj-lt"/>
                <a:ea typeface="+mj-ea"/>
                <a:cs typeface="+mj-cs"/>
              </a:defRPr>
            </a:lvl1pPr>
          </a:lstStyle>
          <a:p>
            <a:r>
              <a:rPr lang="en-US" sz="2000" dirty="0"/>
              <a:t>Coming Next ... </a:t>
            </a:r>
          </a:p>
        </p:txBody>
      </p:sp>
      <p:sp>
        <p:nvSpPr>
          <p:cNvPr id="5" name="Content Placeholder 1">
            <a:extLst>
              <a:ext uri="{FF2B5EF4-FFF2-40B4-BE49-F238E27FC236}">
                <a16:creationId xmlns:a16="http://schemas.microsoft.com/office/drawing/2014/main" id="{3325E288-3DD0-3289-1B46-700F55FF4848}"/>
              </a:ext>
            </a:extLst>
          </p:cNvPr>
          <p:cNvSpPr txBox="1">
            <a:spLocks/>
          </p:cNvSpPr>
          <p:nvPr/>
        </p:nvSpPr>
        <p:spPr>
          <a:xfrm>
            <a:off x="633247" y="1776225"/>
            <a:ext cx="8229600" cy="4983163"/>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t>In the upcoming module – </a:t>
            </a:r>
            <a:r>
              <a:rPr lang="en-US" i="1"/>
              <a:t>DCR Configuration, </a:t>
            </a:r>
            <a:r>
              <a:rPr lang="en-US"/>
              <a:t>you will learn to, </a:t>
            </a:r>
          </a:p>
          <a:p>
            <a:pPr marL="0" indent="0">
              <a:buNone/>
            </a:pPr>
            <a:endParaRPr lang="en-US"/>
          </a:p>
          <a:p>
            <a:pPr lvl="1"/>
            <a:r>
              <a:rPr lang="en-US"/>
              <a:t>Define the Online &amp; iPad DCR Process</a:t>
            </a:r>
          </a:p>
          <a:p>
            <a:pPr lvl="1"/>
            <a:r>
              <a:rPr lang="en-US"/>
              <a:t>Configure a DCR</a:t>
            </a:r>
          </a:p>
          <a:p>
            <a:pPr lvl="1"/>
            <a:r>
              <a:rPr lang="en-US"/>
              <a:t>Look at the output/results of a DCR</a:t>
            </a:r>
          </a:p>
          <a:p>
            <a:pPr lvl="1"/>
            <a:r>
              <a:rPr lang="en-US"/>
              <a:t>Describe a DCR Model</a:t>
            </a:r>
          </a:p>
          <a:p>
            <a:pPr lvl="1"/>
            <a:r>
              <a:rPr lang="en-US"/>
              <a:t>Describe the Network settings required for a DCR</a:t>
            </a:r>
            <a:endParaRPr lang="en-US" dirty="0"/>
          </a:p>
        </p:txBody>
      </p:sp>
    </p:spTree>
    <p:extLst>
      <p:ext uri="{BB962C8B-B14F-4D97-AF65-F5344CB8AC3E}">
        <p14:creationId xmlns:p14="http://schemas.microsoft.com/office/powerpoint/2010/main" val="351172754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EF15240-9274-1C9C-353E-4E0AAA2A97BF}"/>
              </a:ext>
            </a:extLst>
          </p:cNvPr>
          <p:cNvSpPr>
            <a:spLocks noGrp="1"/>
          </p:cNvSpPr>
          <p:nvPr>
            <p:ph type="ctrTitle"/>
          </p:nvPr>
        </p:nvSpPr>
        <p:spPr>
          <a:xfrm>
            <a:off x="1042416" y="2365335"/>
            <a:ext cx="6053327" cy="923330"/>
          </a:xfrm>
        </p:spPr>
        <p:txBody>
          <a:bodyPr/>
          <a:lstStyle/>
          <a:p>
            <a:r>
              <a:rPr lang="en-US" dirty="0"/>
              <a:t>Thank you</a:t>
            </a:r>
          </a:p>
        </p:txBody>
      </p:sp>
      <p:sp>
        <p:nvSpPr>
          <p:cNvPr id="2" name="Footer Placeholder 1">
            <a:extLst>
              <a:ext uri="{FF2B5EF4-FFF2-40B4-BE49-F238E27FC236}">
                <a16:creationId xmlns:a16="http://schemas.microsoft.com/office/drawing/2014/main" id="{1059F124-9A06-01E2-76D8-64E3DE8DE648}"/>
              </a:ext>
            </a:extLst>
          </p:cNvPr>
          <p:cNvSpPr>
            <a:spLocks noGrp="1"/>
          </p:cNvSpPr>
          <p:nvPr>
            <p:ph type="ftr" sz="quarter" idx="11"/>
          </p:nvPr>
        </p:nvSpPr>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54A8E351-776C-6B1F-7E44-C0B82A02B43E}"/>
              </a:ext>
            </a:extLst>
          </p:cNvPr>
          <p:cNvSpPr>
            <a:spLocks noGrp="1"/>
          </p:cNvSpPr>
          <p:nvPr>
            <p:ph type="sldNum" sz="quarter" idx="12"/>
          </p:nvPr>
        </p:nvSpPr>
        <p:spPr/>
        <p:txBody>
          <a:bodyPr/>
          <a:lstStyle/>
          <a:p>
            <a:fld id="{C53E075B-3175-45CF-B3C7-FEDF3F5961E3}" type="slidenum">
              <a:rPr lang="en-US" smtClean="0"/>
              <a:pPr/>
              <a:t>48</a:t>
            </a:fld>
            <a:endParaRPr lang="en-US" dirty="0"/>
          </a:p>
        </p:txBody>
      </p:sp>
      <p:sp>
        <p:nvSpPr>
          <p:cNvPr id="5" name="Text Placeholder 4">
            <a:extLst>
              <a:ext uri="{FF2B5EF4-FFF2-40B4-BE49-F238E27FC236}">
                <a16:creationId xmlns:a16="http://schemas.microsoft.com/office/drawing/2014/main" id="{9F210633-8F7E-62A5-5DA0-0E7F5050FB3E}"/>
              </a:ext>
            </a:extLst>
          </p:cNvPr>
          <p:cNvSpPr>
            <a:spLocks noGrp="1"/>
          </p:cNvSpPr>
          <p:nvPr>
            <p:ph type="body" sz="quarter" idx="13"/>
          </p:nvPr>
        </p:nvSpPr>
        <p:spPr/>
        <p:txBody>
          <a:bodyPr/>
          <a:lstStyle/>
          <a:p>
            <a:pPr marL="0" lvl="1" indent="0">
              <a:buNone/>
            </a:pPr>
            <a:r>
              <a:rPr lang="en-US" sz="2800" dirty="0">
                <a:solidFill>
                  <a:schemeClr val="tx1">
                    <a:lumMod val="75000"/>
                    <a:lumOff val="25000"/>
                  </a:schemeClr>
                </a:solidFill>
                <a:latin typeface="Arial Rounded MT Bold" pitchFamily="34" charset="0"/>
              </a:rPr>
              <a:t>You have successfully completed</a:t>
            </a:r>
          </a:p>
          <a:p>
            <a:pPr marL="0" lvl="1" indent="0">
              <a:buNone/>
            </a:pPr>
            <a:r>
              <a:rPr lang="en-US" sz="2800" b="1" dirty="0">
                <a:solidFill>
                  <a:srgbClr val="00718F"/>
                </a:solidFill>
                <a:latin typeface="Arial" panose="020B0604020202020204" pitchFamily="34" charset="0"/>
                <a:cs typeface="Arial" panose="020B0604020202020204" pitchFamily="34" charset="0"/>
              </a:rPr>
              <a:t> </a:t>
            </a:r>
            <a:r>
              <a:rPr lang="en-US" sz="2800" b="1" dirty="0" err="1">
                <a:solidFill>
                  <a:srgbClr val="00718F"/>
                </a:solidFill>
                <a:latin typeface="Arial" panose="020B0604020202020204" pitchFamily="34" charset="0"/>
                <a:cs typeface="Arial" panose="020B0604020202020204" pitchFamily="34" charset="0"/>
              </a:rPr>
              <a:t>iRep</a:t>
            </a:r>
            <a:r>
              <a:rPr lang="en-US" sz="2800" b="1" dirty="0">
                <a:solidFill>
                  <a:srgbClr val="00718F"/>
                </a:solidFill>
                <a:latin typeface="Arial" panose="020B0604020202020204" pitchFamily="34" charset="0"/>
                <a:cs typeface="Arial" panose="020B0604020202020204" pitchFamily="34" charset="0"/>
              </a:rPr>
              <a:t> </a:t>
            </a:r>
            <a:r>
              <a:rPr lang="en-US" sz="2800" b="1">
                <a:solidFill>
                  <a:srgbClr val="00718F"/>
                </a:solidFill>
                <a:latin typeface="Arial" panose="020B0604020202020204" pitchFamily="34" charset="0"/>
                <a:cs typeface="Arial" panose="020B0604020202020204" pitchFamily="34" charset="0"/>
              </a:rPr>
              <a:t>Configuration Course</a:t>
            </a:r>
            <a:endParaRPr lang="en-US" sz="2800" b="1" dirty="0">
              <a:solidFill>
                <a:srgbClr val="00718F"/>
              </a:solidFill>
              <a:latin typeface="Arial" panose="020B060402020202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3158841849"/>
      </p:ext>
    </p:extLst>
  </p:cSld>
  <p:clrMapOvr>
    <a:masterClrMapping/>
  </p:clrMapOvr>
</p:sld>
</file>

<file path=ppt/theme/theme1.xml><?xml version="1.0" encoding="utf-8"?>
<a:theme xmlns:a="http://schemas.openxmlformats.org/drawingml/2006/main" name="Office Theme">
  <a:themeElements>
    <a:clrScheme name="Cognizant Colors 2022">
      <a:dk1>
        <a:srgbClr val="000048"/>
      </a:dk1>
      <a:lt1>
        <a:srgbClr val="FFFFFF"/>
      </a:lt1>
      <a:dk2>
        <a:srgbClr val="000048"/>
      </a:dk2>
      <a:lt2>
        <a:srgbClr val="FFFFFF"/>
      </a:lt2>
      <a:accent1>
        <a:srgbClr val="2E308E"/>
      </a:accent1>
      <a:accent2>
        <a:srgbClr val="7373D8"/>
      </a:accent2>
      <a:accent3>
        <a:srgbClr val="2F78C4"/>
      </a:accent3>
      <a:accent4>
        <a:srgbClr val="92BBE6"/>
      </a:accent4>
      <a:accent5>
        <a:srgbClr val="06C7CC"/>
      </a:accent5>
      <a:accent6>
        <a:srgbClr val="26EFE9"/>
      </a:accent6>
      <a:hlink>
        <a:srgbClr val="535659"/>
      </a:hlink>
      <a:folHlink>
        <a:srgbClr val="97999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defRPr sz="1600" dirty="0">
            <a:solidFill>
              <a:schemeClr val="tx2"/>
            </a:solidFill>
          </a:defRPr>
        </a:defPPr>
      </a:lstStyle>
    </a:txDef>
  </a:objectDefaults>
  <a:extraClrSchemeLst/>
  <a:extLst>
    <a:ext uri="{05A4C25C-085E-4340-85A3-A5531E510DB2}">
      <thm15:themeFamily xmlns:thm15="http://schemas.microsoft.com/office/thememl/2012/main" name="729107_CorporateTemplate_ppt_031122" id="{E81ECB99-F2DE-FC44-B993-E5A209E9C071}" vid="{E056BC50-BFCB-5444-AECA-4841FEB0A9A4}"/>
    </a:ext>
  </a:extLst>
</a:theme>
</file>

<file path=ppt/theme/theme2.xml><?xml version="1.0" encoding="utf-8"?>
<a:theme xmlns:a="http://schemas.openxmlformats.org/drawingml/2006/main" name="Theme2">
  <a:themeElements>
    <a:clrScheme name="Cognizant Colors 2022">
      <a:dk1>
        <a:srgbClr val="000048"/>
      </a:dk1>
      <a:lt1>
        <a:srgbClr val="FFFFFF"/>
      </a:lt1>
      <a:dk2>
        <a:srgbClr val="000048"/>
      </a:dk2>
      <a:lt2>
        <a:srgbClr val="FFFFFF"/>
      </a:lt2>
      <a:accent1>
        <a:srgbClr val="2E308E"/>
      </a:accent1>
      <a:accent2>
        <a:srgbClr val="7373D8"/>
      </a:accent2>
      <a:accent3>
        <a:srgbClr val="2F78C4"/>
      </a:accent3>
      <a:accent4>
        <a:srgbClr val="92BBE6"/>
      </a:accent4>
      <a:accent5>
        <a:srgbClr val="06C7CC"/>
      </a:accent5>
      <a:accent6>
        <a:srgbClr val="26EFE9"/>
      </a:accent6>
      <a:hlink>
        <a:srgbClr val="535659"/>
      </a:hlink>
      <a:folHlink>
        <a:srgbClr val="97999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defRPr sz="1600" dirty="0">
            <a:solidFill>
              <a:schemeClr val="tx2"/>
            </a:solidFill>
          </a:defRPr>
        </a:defPPr>
      </a:lstStyle>
    </a:txDef>
  </a:objectDefaults>
  <a:extraClrSchemeLst/>
  <a:extLst>
    <a:ext uri="{05A4C25C-085E-4340-85A3-A5531E510DB2}">
      <thm15:themeFamily xmlns:thm15="http://schemas.microsoft.com/office/thememl/2012/main" name="Theme2" id="{56B626CA-8A14-4156-BF93-D68E07C61167}" vid="{0431F8BC-A74B-4BAE-BB49-089E99ED09F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CC933FEF0C0674A996127B68FDC3420" ma:contentTypeVersion="6" ma:contentTypeDescription="Create a new document." ma:contentTypeScope="" ma:versionID="467fd860e439affda554b0e8fd635450">
  <xsd:schema xmlns:xsd="http://www.w3.org/2001/XMLSchema" xmlns:xs="http://www.w3.org/2001/XMLSchema" xmlns:p="http://schemas.microsoft.com/office/2006/metadata/properties" xmlns:ns2="fc8212d3-0522-415d-bf05-8cb4ef112812" xmlns:ns3="c87adb7a-312c-4840-9f22-562d3543171d" targetNamespace="http://schemas.microsoft.com/office/2006/metadata/properties" ma:root="true" ma:fieldsID="97a4d66715efea2c754f88516e87045d" ns2:_="" ns3:_="">
    <xsd:import namespace="fc8212d3-0522-415d-bf05-8cb4ef112812"/>
    <xsd:import namespace="c87adb7a-312c-4840-9f22-562d3543171d"/>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c8212d3-0522-415d-bf05-8cb4ef11281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87adb7a-312c-4840-9f22-562d3543171d"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FE26B16-591B-4D19-9A28-79D857DAB385}">
  <ds:schemaRefs>
    <ds:schemaRef ds:uri="http://schemas.microsoft.com/sharepoint/v3/contenttype/forms"/>
  </ds:schemaRefs>
</ds:datastoreItem>
</file>

<file path=customXml/itemProps2.xml><?xml version="1.0" encoding="utf-8"?>
<ds:datastoreItem xmlns:ds="http://schemas.openxmlformats.org/officeDocument/2006/customXml" ds:itemID="{F916E250-D33D-40D1-970C-79E7C523FAA6}">
  <ds:schemaRefs>
    <ds:schemaRef ds:uri="http://schemas.microsoft.com/office/2006/metadata/properties"/>
    <ds:schemaRef ds:uri="http://schemas.microsoft.com/office/infopath/2007/PartnerControls"/>
    <ds:schemaRef ds:uri="9bf2d67a-4843-4f77-8dec-dc49e79de6e2"/>
    <ds:schemaRef ds:uri="ced96c98-7ffa-4594-9ee3-7376ab79bd9a"/>
  </ds:schemaRefs>
</ds:datastoreItem>
</file>

<file path=customXml/itemProps3.xml><?xml version="1.0" encoding="utf-8"?>
<ds:datastoreItem xmlns:ds="http://schemas.openxmlformats.org/officeDocument/2006/customXml" ds:itemID="{4BB35440-1B51-4289-B952-D78423DE91DE}"/>
</file>

<file path=docProps/app.xml><?xml version="1.0" encoding="utf-8"?>
<Properties xmlns="http://schemas.openxmlformats.org/officeDocument/2006/extended-properties" xmlns:vt="http://schemas.openxmlformats.org/officeDocument/2006/docPropsVTypes">
  <Template>cognizant_ppt_template_11mar2022 (1)</Template>
  <TotalTime>2106</TotalTime>
  <Words>2565</Words>
  <Application>Microsoft Office PowerPoint</Application>
  <PresentationFormat>Widescreen</PresentationFormat>
  <Paragraphs>408</Paragraphs>
  <Slides>48</Slides>
  <Notes>4</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48</vt:i4>
      </vt:variant>
    </vt:vector>
  </HeadingPairs>
  <TitlesOfParts>
    <vt:vector size="56" baseType="lpstr">
      <vt:lpstr>Arial</vt:lpstr>
      <vt:lpstr>Arial Rounded MT Bold</vt:lpstr>
      <vt:lpstr>Arial Unicode MS</vt:lpstr>
      <vt:lpstr>Calibri</vt:lpstr>
      <vt:lpstr>Cambria</vt:lpstr>
      <vt:lpstr>Wingdings</vt:lpstr>
      <vt:lpstr>Office Theme</vt:lpstr>
      <vt:lpstr>Theme2</vt:lpstr>
      <vt:lpstr>  iRep Configuration  </vt:lpstr>
      <vt:lpstr>About the Author</vt:lpstr>
      <vt:lpstr>Recap…</vt:lpstr>
      <vt:lpstr>Do You Know</vt:lpstr>
      <vt:lpstr>Objectives</vt:lpstr>
      <vt:lpstr>Overview</vt:lpstr>
      <vt:lpstr>PowerPoint Presentation</vt:lpstr>
      <vt:lpstr>What is iRep</vt:lpstr>
      <vt:lpstr>PowerPoint Presentation</vt:lpstr>
      <vt:lpstr>Installing iRep 1</vt:lpstr>
      <vt:lpstr>Installing iRep 2</vt:lpstr>
      <vt:lpstr>PowerPoint Presentation</vt:lpstr>
      <vt:lpstr>Initial Login and Sync</vt:lpstr>
      <vt:lpstr>Update and Logout</vt:lpstr>
      <vt:lpstr>iRep Home Screen</vt:lpstr>
      <vt:lpstr>My Accounts</vt:lpstr>
      <vt:lpstr>My Accounts</vt:lpstr>
      <vt:lpstr>My Accounts</vt:lpstr>
      <vt:lpstr>Recording Call</vt:lpstr>
      <vt:lpstr>Recording Call - Attendees</vt:lpstr>
      <vt:lpstr>Recording Call –Product Priority</vt:lpstr>
      <vt:lpstr>Recording Call –Key Messages</vt:lpstr>
      <vt:lpstr>Recording Call – Sample and Promotional Items</vt:lpstr>
      <vt:lpstr>Managing iRep Errors</vt:lpstr>
      <vt:lpstr>Vinsights Tab</vt:lpstr>
      <vt:lpstr>Go Online</vt:lpstr>
      <vt:lpstr>Synchronization</vt:lpstr>
      <vt:lpstr>PowerPoint Presentation</vt:lpstr>
      <vt:lpstr>Home Page Installation Link</vt:lpstr>
      <vt:lpstr>iRep Configuration - VMOC</vt:lpstr>
      <vt:lpstr>iRep Configuration – Objects and Data to be Synced 1</vt:lpstr>
      <vt:lpstr>iRep Configuration – Objects and Data to be Synced 1</vt:lpstr>
      <vt:lpstr>iRep Configuration – Objects and Data to be Synced 2</vt:lpstr>
      <vt:lpstr>PowerPoint Presentation</vt:lpstr>
      <vt:lpstr>CLM Overview</vt:lpstr>
      <vt:lpstr>CLM Media Visibility</vt:lpstr>
      <vt:lpstr>Viewing CLM Content</vt:lpstr>
      <vt:lpstr>Enabling CLM in Your Org</vt:lpstr>
      <vt:lpstr>Configuring Org for CLM 1</vt:lpstr>
      <vt:lpstr>Configuring Org for CLM 2</vt:lpstr>
      <vt:lpstr>Check Your Understanding ... 1</vt:lpstr>
      <vt:lpstr>Check Your Understanding ... 2</vt:lpstr>
      <vt:lpstr>Check Your Understanding ... 3</vt:lpstr>
      <vt:lpstr>Check Your Understanding ... 4</vt:lpstr>
      <vt:lpstr>PowerPoint Presentation</vt:lpstr>
      <vt:lpstr>PowerPoint Presentation</vt:lpstr>
      <vt:lpstr>PowerPoint Presentation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subject/>
  <dc:creator>Nandi, Tuhin (Cognizant)</dc:creator>
  <cp:keywords/>
  <dc:description/>
  <cp:lastModifiedBy>Kate, Sneha (Cognizant)</cp:lastModifiedBy>
  <cp:revision>8</cp:revision>
  <dcterms:created xsi:type="dcterms:W3CDTF">2023-02-10T06:22:06Z</dcterms:created>
  <dcterms:modified xsi:type="dcterms:W3CDTF">2023-07-21T08:57:45Z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0x0101008CC933FEF0C0674A996127B68FDC3420</vt:lpwstr>
  </property>
</Properties>
</file>