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5"/>
    <p:sldMasterId id="2147483819" r:id="rId6"/>
    <p:sldMasterId id="2147483648" r:id="rId7"/>
  </p:sldMasterIdLst>
  <p:notesMasterIdLst>
    <p:notesMasterId r:id="rId51"/>
  </p:notesMasterIdLst>
  <p:handoutMasterIdLst>
    <p:handoutMasterId r:id="rId52"/>
  </p:handoutMasterIdLst>
  <p:sldIdLst>
    <p:sldId id="318" r:id="rId8"/>
    <p:sldId id="319" r:id="rId9"/>
    <p:sldId id="299" r:id="rId10"/>
    <p:sldId id="263" r:id="rId11"/>
    <p:sldId id="264" r:id="rId12"/>
    <p:sldId id="258" r:id="rId13"/>
    <p:sldId id="302" r:id="rId14"/>
    <p:sldId id="265" r:id="rId15"/>
    <p:sldId id="295" r:id="rId16"/>
    <p:sldId id="281" r:id="rId17"/>
    <p:sldId id="280" r:id="rId18"/>
    <p:sldId id="312" r:id="rId19"/>
    <p:sldId id="316" r:id="rId20"/>
    <p:sldId id="313" r:id="rId21"/>
    <p:sldId id="317" r:id="rId22"/>
    <p:sldId id="282" r:id="rId23"/>
    <p:sldId id="284" r:id="rId24"/>
    <p:sldId id="314" r:id="rId25"/>
    <p:sldId id="315" r:id="rId26"/>
    <p:sldId id="296" r:id="rId27"/>
    <p:sldId id="283" r:id="rId28"/>
    <p:sldId id="285" r:id="rId29"/>
    <p:sldId id="297" r:id="rId30"/>
    <p:sldId id="286" r:id="rId31"/>
    <p:sldId id="287" r:id="rId32"/>
    <p:sldId id="288" r:id="rId33"/>
    <p:sldId id="298" r:id="rId34"/>
    <p:sldId id="289" r:id="rId35"/>
    <p:sldId id="290" r:id="rId36"/>
    <p:sldId id="291" r:id="rId37"/>
    <p:sldId id="292" r:id="rId38"/>
    <p:sldId id="293" r:id="rId39"/>
    <p:sldId id="294" r:id="rId40"/>
    <p:sldId id="272" r:id="rId41"/>
    <p:sldId id="307" r:id="rId42"/>
    <p:sldId id="308" r:id="rId43"/>
    <p:sldId id="309" r:id="rId44"/>
    <p:sldId id="310" r:id="rId45"/>
    <p:sldId id="311" r:id="rId46"/>
    <p:sldId id="277" r:id="rId47"/>
    <p:sldId id="278" r:id="rId48"/>
    <p:sldId id="301" r:id="rId49"/>
    <p:sldId id="32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F1C"/>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F108E6-876F-675D-8F48-CCB90C76DF9A}" v="1" dt="2025-07-28T03:18:13.4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94491" autoAdjust="0"/>
  </p:normalViewPr>
  <p:slideViewPr>
    <p:cSldViewPr>
      <p:cViewPr varScale="1">
        <p:scale>
          <a:sx n="59" d="100"/>
          <a:sy n="59" d="100"/>
        </p:scale>
        <p:origin x="856"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theme" Target="theme/theme1.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1.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microsoft.com/office/2016/11/relationships/changesInfo" Target="changesInfos/changesInfo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umdar, Abhijan (Cognizant)" userId="4bb79d37-e6fa-4d15-9b62-cf35cbb2da07" providerId="ADAL" clId="{361519D1-4B0A-43D9-817D-3B00F5B34381}"/>
    <pc:docChg chg="undo custSel addSld delSld modSld addMainMaster modMainMaster">
      <pc:chgData name="Majumdar, Abhijan (Cognizant)" userId="4bb79d37-e6fa-4d15-9b62-cf35cbb2da07" providerId="ADAL" clId="{361519D1-4B0A-43D9-817D-3B00F5B34381}" dt="2023-08-12T16:20:11.583" v="490" actId="21"/>
      <pc:docMkLst>
        <pc:docMk/>
      </pc:docMkLst>
      <pc:sldChg chg="del">
        <pc:chgData name="Majumdar, Abhijan (Cognizant)" userId="4bb79d37-e6fa-4d15-9b62-cf35cbb2da07" providerId="ADAL" clId="{361519D1-4B0A-43D9-817D-3B00F5B34381}" dt="2023-08-12T15:45:41.049" v="3" actId="47"/>
        <pc:sldMkLst>
          <pc:docMk/>
          <pc:sldMk cId="0" sldId="257"/>
        </pc:sldMkLst>
      </pc:sldChg>
      <pc:sldChg chg="modSp mod chgLayout">
        <pc:chgData name="Majumdar, Abhijan (Cognizant)" userId="4bb79d37-e6fa-4d15-9b62-cf35cbb2da07" providerId="ADAL" clId="{361519D1-4B0A-43D9-817D-3B00F5B34381}" dt="2023-08-12T15:49:34.484" v="69" actId="20577"/>
        <pc:sldMkLst>
          <pc:docMk/>
          <pc:sldMk cId="0" sldId="258"/>
        </pc:sldMkLst>
      </pc:sldChg>
      <pc:sldChg chg="del">
        <pc:chgData name="Majumdar, Abhijan (Cognizant)" userId="4bb79d37-e6fa-4d15-9b62-cf35cbb2da07" providerId="ADAL" clId="{361519D1-4B0A-43D9-817D-3B00F5B34381}" dt="2023-08-12T15:46:56.618" v="25" actId="47"/>
        <pc:sldMkLst>
          <pc:docMk/>
          <pc:sldMk cId="0" sldId="261"/>
        </pc:sldMkLst>
      </pc:sldChg>
      <pc:sldChg chg="modSp mod chgLayout">
        <pc:chgData name="Majumdar, Abhijan (Cognizant)" userId="4bb79d37-e6fa-4d15-9b62-cf35cbb2da07" providerId="ADAL" clId="{361519D1-4B0A-43D9-817D-3B00F5B34381}" dt="2023-08-12T15:48:18.529" v="48" actId="20577"/>
        <pc:sldMkLst>
          <pc:docMk/>
          <pc:sldMk cId="0" sldId="263"/>
        </pc:sldMkLst>
      </pc:sldChg>
      <pc:sldChg chg="modSp mod chgLayout">
        <pc:chgData name="Majumdar, Abhijan (Cognizant)" userId="4bb79d37-e6fa-4d15-9b62-cf35cbb2da07" providerId="ADAL" clId="{361519D1-4B0A-43D9-817D-3B00F5B34381}" dt="2023-08-12T15:49:00.425" v="58" actId="20577"/>
        <pc:sldMkLst>
          <pc:docMk/>
          <pc:sldMk cId="0" sldId="264"/>
        </pc:sldMkLst>
      </pc:sldChg>
      <pc:sldChg chg="modSp mod chgLayout">
        <pc:chgData name="Majumdar, Abhijan (Cognizant)" userId="4bb79d37-e6fa-4d15-9b62-cf35cbb2da07" providerId="ADAL" clId="{361519D1-4B0A-43D9-817D-3B00F5B34381}" dt="2023-08-12T15:51:29.935" v="88" actId="1076"/>
        <pc:sldMkLst>
          <pc:docMk/>
          <pc:sldMk cId="0" sldId="265"/>
        </pc:sldMkLst>
      </pc:sldChg>
      <pc:sldChg chg="modSp mod chgLayout">
        <pc:chgData name="Majumdar, Abhijan (Cognizant)" userId="4bb79d37-e6fa-4d15-9b62-cf35cbb2da07" providerId="ADAL" clId="{361519D1-4B0A-43D9-817D-3B00F5B34381}" dt="2023-08-12T16:10:53.457" v="368" actId="20577"/>
        <pc:sldMkLst>
          <pc:docMk/>
          <pc:sldMk cId="0" sldId="272"/>
        </pc:sldMkLst>
      </pc:sldChg>
      <pc:sldChg chg="modSp mod modClrScheme chgLayout">
        <pc:chgData name="Majumdar, Abhijan (Cognizant)" userId="4bb79d37-e6fa-4d15-9b62-cf35cbb2da07" providerId="ADAL" clId="{361519D1-4B0A-43D9-817D-3B00F5B34381}" dt="2023-08-12T16:18:13.537" v="462" actId="20577"/>
        <pc:sldMkLst>
          <pc:docMk/>
          <pc:sldMk cId="0" sldId="277"/>
        </pc:sldMkLst>
      </pc:sldChg>
      <pc:sldChg chg="addSp delSp modSp mod modClrScheme chgLayout">
        <pc:chgData name="Majumdar, Abhijan (Cognizant)" userId="4bb79d37-e6fa-4d15-9b62-cf35cbb2da07" providerId="ADAL" clId="{361519D1-4B0A-43D9-817D-3B00F5B34381}" dt="2023-08-12T16:18:43.567" v="476" actId="20577"/>
        <pc:sldMkLst>
          <pc:docMk/>
          <pc:sldMk cId="0" sldId="278"/>
        </pc:sldMkLst>
      </pc:sldChg>
      <pc:sldChg chg="del">
        <pc:chgData name="Majumdar, Abhijan (Cognizant)" userId="4bb79d37-e6fa-4d15-9b62-cf35cbb2da07" providerId="ADAL" clId="{361519D1-4B0A-43D9-817D-3B00F5B34381}" dt="2023-08-12T16:19:56.195" v="489" actId="47"/>
        <pc:sldMkLst>
          <pc:docMk/>
          <pc:sldMk cId="0" sldId="279"/>
        </pc:sldMkLst>
      </pc:sldChg>
      <pc:sldChg chg="modSp mod chgLayout">
        <pc:chgData name="Majumdar, Abhijan (Cognizant)" userId="4bb79d37-e6fa-4d15-9b62-cf35cbb2da07" providerId="ADAL" clId="{361519D1-4B0A-43D9-817D-3B00F5B34381}" dt="2023-08-12T15:54:04.239" v="136" actId="20577"/>
        <pc:sldMkLst>
          <pc:docMk/>
          <pc:sldMk cId="2913242042" sldId="280"/>
        </pc:sldMkLst>
      </pc:sldChg>
      <pc:sldChg chg="modSp mod chgLayout">
        <pc:chgData name="Majumdar, Abhijan (Cognizant)" userId="4bb79d37-e6fa-4d15-9b62-cf35cbb2da07" providerId="ADAL" clId="{361519D1-4B0A-43D9-817D-3B00F5B34381}" dt="2023-08-12T15:53:06.844" v="107" actId="20577"/>
        <pc:sldMkLst>
          <pc:docMk/>
          <pc:sldMk cId="3336658933" sldId="281"/>
        </pc:sldMkLst>
      </pc:sldChg>
      <pc:sldChg chg="modSp mod chgLayout">
        <pc:chgData name="Majumdar, Abhijan (Cognizant)" userId="4bb79d37-e6fa-4d15-9b62-cf35cbb2da07" providerId="ADAL" clId="{361519D1-4B0A-43D9-817D-3B00F5B34381}" dt="2023-08-12T15:58:39.018" v="173" actId="20577"/>
        <pc:sldMkLst>
          <pc:docMk/>
          <pc:sldMk cId="609407028" sldId="282"/>
        </pc:sldMkLst>
      </pc:sldChg>
      <pc:sldChg chg="modSp mod chgLayout">
        <pc:chgData name="Majumdar, Abhijan (Cognizant)" userId="4bb79d37-e6fa-4d15-9b62-cf35cbb2da07" providerId="ADAL" clId="{361519D1-4B0A-43D9-817D-3B00F5B34381}" dt="2023-08-12T16:01:39.674" v="223" actId="20577"/>
        <pc:sldMkLst>
          <pc:docMk/>
          <pc:sldMk cId="1506357935" sldId="283"/>
        </pc:sldMkLst>
      </pc:sldChg>
      <pc:sldChg chg="modSp mod chgLayout">
        <pc:chgData name="Majumdar, Abhijan (Cognizant)" userId="4bb79d37-e6fa-4d15-9b62-cf35cbb2da07" providerId="ADAL" clId="{361519D1-4B0A-43D9-817D-3B00F5B34381}" dt="2023-08-12T15:58:58.533" v="181" actId="20577"/>
        <pc:sldMkLst>
          <pc:docMk/>
          <pc:sldMk cId="2732812485" sldId="284"/>
        </pc:sldMkLst>
      </pc:sldChg>
      <pc:sldChg chg="modSp mod chgLayout">
        <pc:chgData name="Majumdar, Abhijan (Cognizant)" userId="4bb79d37-e6fa-4d15-9b62-cf35cbb2da07" providerId="ADAL" clId="{361519D1-4B0A-43D9-817D-3B00F5B34381}" dt="2023-08-12T16:02:04.279" v="234" actId="20577"/>
        <pc:sldMkLst>
          <pc:docMk/>
          <pc:sldMk cId="4145343735" sldId="285"/>
        </pc:sldMkLst>
      </pc:sldChg>
      <pc:sldChg chg="modSp mod chgLayout">
        <pc:chgData name="Majumdar, Abhijan (Cognizant)" userId="4bb79d37-e6fa-4d15-9b62-cf35cbb2da07" providerId="ADAL" clId="{361519D1-4B0A-43D9-817D-3B00F5B34381}" dt="2023-08-12T16:03:21.377" v="254" actId="20577"/>
        <pc:sldMkLst>
          <pc:docMk/>
          <pc:sldMk cId="904943755" sldId="286"/>
        </pc:sldMkLst>
      </pc:sldChg>
      <pc:sldChg chg="modSp mod chgLayout">
        <pc:chgData name="Majumdar, Abhijan (Cognizant)" userId="4bb79d37-e6fa-4d15-9b62-cf35cbb2da07" providerId="ADAL" clId="{361519D1-4B0A-43D9-817D-3B00F5B34381}" dt="2023-08-12T16:04:04.976" v="267" actId="20577"/>
        <pc:sldMkLst>
          <pc:docMk/>
          <pc:sldMk cId="4231150335" sldId="287"/>
        </pc:sldMkLst>
      </pc:sldChg>
      <pc:sldChg chg="modSp mod chgLayout">
        <pc:chgData name="Majumdar, Abhijan (Cognizant)" userId="4bb79d37-e6fa-4d15-9b62-cf35cbb2da07" providerId="ADAL" clId="{361519D1-4B0A-43D9-817D-3B00F5B34381}" dt="2023-08-12T16:04:51.357" v="279" actId="20577"/>
        <pc:sldMkLst>
          <pc:docMk/>
          <pc:sldMk cId="1010093476" sldId="288"/>
        </pc:sldMkLst>
      </pc:sldChg>
      <pc:sldChg chg="modSp mod chgLayout">
        <pc:chgData name="Majumdar, Abhijan (Cognizant)" userId="4bb79d37-e6fa-4d15-9b62-cf35cbb2da07" providerId="ADAL" clId="{361519D1-4B0A-43D9-817D-3B00F5B34381}" dt="2023-08-12T16:06:11.510" v="305" actId="1076"/>
        <pc:sldMkLst>
          <pc:docMk/>
          <pc:sldMk cId="463985708" sldId="289"/>
        </pc:sldMkLst>
      </pc:sldChg>
      <pc:sldChg chg="modSp mod chgLayout">
        <pc:chgData name="Majumdar, Abhijan (Cognizant)" userId="4bb79d37-e6fa-4d15-9b62-cf35cbb2da07" providerId="ADAL" clId="{361519D1-4B0A-43D9-817D-3B00F5B34381}" dt="2023-08-12T16:06:33.911" v="315" actId="20577"/>
        <pc:sldMkLst>
          <pc:docMk/>
          <pc:sldMk cId="4001742821" sldId="290"/>
        </pc:sldMkLst>
      </pc:sldChg>
      <pc:sldChg chg="modSp mod chgLayout">
        <pc:chgData name="Majumdar, Abhijan (Cognizant)" userId="4bb79d37-e6fa-4d15-9b62-cf35cbb2da07" providerId="ADAL" clId="{361519D1-4B0A-43D9-817D-3B00F5B34381}" dt="2023-08-12T16:07:17.183" v="326" actId="20577"/>
        <pc:sldMkLst>
          <pc:docMk/>
          <pc:sldMk cId="754240359" sldId="291"/>
        </pc:sldMkLst>
      </pc:sldChg>
      <pc:sldChg chg="modSp mod chgLayout">
        <pc:chgData name="Majumdar, Abhijan (Cognizant)" userId="4bb79d37-e6fa-4d15-9b62-cf35cbb2da07" providerId="ADAL" clId="{361519D1-4B0A-43D9-817D-3B00F5B34381}" dt="2023-08-12T16:08:07.859" v="337" actId="20577"/>
        <pc:sldMkLst>
          <pc:docMk/>
          <pc:sldMk cId="983607763" sldId="292"/>
        </pc:sldMkLst>
      </pc:sldChg>
      <pc:sldChg chg="modSp mod chgLayout">
        <pc:chgData name="Majumdar, Abhijan (Cognizant)" userId="4bb79d37-e6fa-4d15-9b62-cf35cbb2da07" providerId="ADAL" clId="{361519D1-4B0A-43D9-817D-3B00F5B34381}" dt="2023-08-12T16:08:39.913" v="348" actId="33524"/>
        <pc:sldMkLst>
          <pc:docMk/>
          <pc:sldMk cId="609073706" sldId="293"/>
        </pc:sldMkLst>
      </pc:sldChg>
      <pc:sldChg chg="modSp mod chgLayout">
        <pc:chgData name="Majumdar, Abhijan (Cognizant)" userId="4bb79d37-e6fa-4d15-9b62-cf35cbb2da07" providerId="ADAL" clId="{361519D1-4B0A-43D9-817D-3B00F5B34381}" dt="2023-08-12T16:09:11.312" v="358" actId="20577"/>
        <pc:sldMkLst>
          <pc:docMk/>
          <pc:sldMk cId="376835971" sldId="294"/>
        </pc:sldMkLst>
      </pc:sldChg>
      <pc:sldChg chg="addSp delSp modSp mod modClrScheme chgLayout">
        <pc:chgData name="Majumdar, Abhijan (Cognizant)" userId="4bb79d37-e6fa-4d15-9b62-cf35cbb2da07" providerId="ADAL" clId="{361519D1-4B0A-43D9-817D-3B00F5B34381}" dt="2023-08-12T15:52:08.603" v="98" actId="20577"/>
        <pc:sldMkLst>
          <pc:docMk/>
          <pc:sldMk cId="4190460335" sldId="295"/>
        </pc:sldMkLst>
      </pc:sldChg>
      <pc:sldChg chg="addSp delSp modSp mod modClrScheme chgLayout">
        <pc:chgData name="Majumdar, Abhijan (Cognizant)" userId="4bb79d37-e6fa-4d15-9b62-cf35cbb2da07" providerId="ADAL" clId="{361519D1-4B0A-43D9-817D-3B00F5B34381}" dt="2023-08-12T16:01:01.171" v="212" actId="20577"/>
        <pc:sldMkLst>
          <pc:docMk/>
          <pc:sldMk cId="3906998166" sldId="296"/>
        </pc:sldMkLst>
      </pc:sldChg>
      <pc:sldChg chg="addSp delSp modSp mod setBg modClrScheme chgLayout">
        <pc:chgData name="Majumdar, Abhijan (Cognizant)" userId="4bb79d37-e6fa-4d15-9b62-cf35cbb2da07" providerId="ADAL" clId="{361519D1-4B0A-43D9-817D-3B00F5B34381}" dt="2023-08-12T16:05:12.408" v="284"/>
        <pc:sldMkLst>
          <pc:docMk/>
          <pc:sldMk cId="4016458263" sldId="297"/>
        </pc:sldMkLst>
      </pc:sldChg>
      <pc:sldChg chg="addSp delSp modSp mod modClrScheme chgLayout">
        <pc:chgData name="Majumdar, Abhijan (Cognizant)" userId="4bb79d37-e6fa-4d15-9b62-cf35cbb2da07" providerId="ADAL" clId="{361519D1-4B0A-43D9-817D-3B00F5B34381}" dt="2023-08-12T16:05:28.828" v="290" actId="20577"/>
        <pc:sldMkLst>
          <pc:docMk/>
          <pc:sldMk cId="341207396" sldId="298"/>
        </pc:sldMkLst>
      </pc:sldChg>
      <pc:sldChg chg="modSp mod chgLayout">
        <pc:chgData name="Majumdar, Abhijan (Cognizant)" userId="4bb79d37-e6fa-4d15-9b62-cf35cbb2da07" providerId="ADAL" clId="{361519D1-4B0A-43D9-817D-3B00F5B34381}" dt="2023-08-12T15:47:57.282" v="39" actId="20577"/>
        <pc:sldMkLst>
          <pc:docMk/>
          <pc:sldMk cId="2169114494" sldId="299"/>
        </pc:sldMkLst>
      </pc:sldChg>
      <pc:sldChg chg="delSp modSp mod modClrScheme chgLayout">
        <pc:chgData name="Majumdar, Abhijan (Cognizant)" userId="4bb79d37-e6fa-4d15-9b62-cf35cbb2da07" providerId="ADAL" clId="{361519D1-4B0A-43D9-817D-3B00F5B34381}" dt="2023-08-12T16:20:11.583" v="490" actId="21"/>
        <pc:sldMkLst>
          <pc:docMk/>
          <pc:sldMk cId="3808181712" sldId="301"/>
        </pc:sldMkLst>
      </pc:sldChg>
      <pc:sldChg chg="addSp delSp modSp mod modClrScheme chgLayout">
        <pc:chgData name="Majumdar, Abhijan (Cognizant)" userId="4bb79d37-e6fa-4d15-9b62-cf35cbb2da07" providerId="ADAL" clId="{361519D1-4B0A-43D9-817D-3B00F5B34381}" dt="2023-08-12T15:50:09.794" v="78" actId="20577"/>
        <pc:sldMkLst>
          <pc:docMk/>
          <pc:sldMk cId="1156192069" sldId="302"/>
        </pc:sldMkLst>
      </pc:sldChg>
      <pc:sldChg chg="modSp mod modClrScheme chgLayout">
        <pc:chgData name="Majumdar, Abhijan (Cognizant)" userId="4bb79d37-e6fa-4d15-9b62-cf35cbb2da07" providerId="ADAL" clId="{361519D1-4B0A-43D9-817D-3B00F5B34381}" dt="2023-08-12T16:12:57.816" v="386" actId="1076"/>
        <pc:sldMkLst>
          <pc:docMk/>
          <pc:sldMk cId="1901416901" sldId="307"/>
        </pc:sldMkLst>
      </pc:sldChg>
      <pc:sldChg chg="modSp mod modClrScheme chgLayout">
        <pc:chgData name="Majumdar, Abhijan (Cognizant)" userId="4bb79d37-e6fa-4d15-9b62-cf35cbb2da07" providerId="ADAL" clId="{361519D1-4B0A-43D9-817D-3B00F5B34381}" dt="2023-08-12T16:14:24.251" v="402" actId="1076"/>
        <pc:sldMkLst>
          <pc:docMk/>
          <pc:sldMk cId="529404882" sldId="308"/>
        </pc:sldMkLst>
      </pc:sldChg>
      <pc:sldChg chg="modSp mod modClrScheme chgLayout">
        <pc:chgData name="Majumdar, Abhijan (Cognizant)" userId="4bb79d37-e6fa-4d15-9b62-cf35cbb2da07" providerId="ADAL" clId="{361519D1-4B0A-43D9-817D-3B00F5B34381}" dt="2023-08-12T16:15:37.305" v="421" actId="1076"/>
        <pc:sldMkLst>
          <pc:docMk/>
          <pc:sldMk cId="3658516275" sldId="309"/>
        </pc:sldMkLst>
      </pc:sldChg>
      <pc:sldChg chg="modSp mod modClrScheme chgLayout">
        <pc:chgData name="Majumdar, Abhijan (Cognizant)" userId="4bb79d37-e6fa-4d15-9b62-cf35cbb2da07" providerId="ADAL" clId="{361519D1-4B0A-43D9-817D-3B00F5B34381}" dt="2023-08-12T16:16:28.917" v="437" actId="20577"/>
        <pc:sldMkLst>
          <pc:docMk/>
          <pc:sldMk cId="529046655" sldId="310"/>
        </pc:sldMkLst>
      </pc:sldChg>
      <pc:sldChg chg="modSp mod modClrScheme chgLayout">
        <pc:chgData name="Majumdar, Abhijan (Cognizant)" userId="4bb79d37-e6fa-4d15-9b62-cf35cbb2da07" providerId="ADAL" clId="{361519D1-4B0A-43D9-817D-3B00F5B34381}" dt="2023-08-12T16:17:30.684" v="452" actId="1076"/>
        <pc:sldMkLst>
          <pc:docMk/>
          <pc:sldMk cId="1811237439" sldId="311"/>
        </pc:sldMkLst>
      </pc:sldChg>
      <pc:sldChg chg="addSp modSp mod chgLayout">
        <pc:chgData name="Majumdar, Abhijan (Cognizant)" userId="4bb79d37-e6fa-4d15-9b62-cf35cbb2da07" providerId="ADAL" clId="{361519D1-4B0A-43D9-817D-3B00F5B34381}" dt="2023-08-12T15:55:45.044" v="151" actId="1076"/>
        <pc:sldMkLst>
          <pc:docMk/>
          <pc:sldMk cId="2435485061" sldId="312"/>
        </pc:sldMkLst>
      </pc:sldChg>
      <pc:sldChg chg="addSp modSp mod chgLayout">
        <pc:chgData name="Majumdar, Abhijan (Cognizant)" userId="4bb79d37-e6fa-4d15-9b62-cf35cbb2da07" providerId="ADAL" clId="{361519D1-4B0A-43D9-817D-3B00F5B34381}" dt="2023-08-12T15:57:34.611" v="157"/>
        <pc:sldMkLst>
          <pc:docMk/>
          <pc:sldMk cId="2720568722" sldId="313"/>
        </pc:sldMkLst>
      </pc:sldChg>
      <pc:sldChg chg="addSp delSp modSp mod chgLayout">
        <pc:chgData name="Majumdar, Abhijan (Cognizant)" userId="4bb79d37-e6fa-4d15-9b62-cf35cbb2da07" providerId="ADAL" clId="{361519D1-4B0A-43D9-817D-3B00F5B34381}" dt="2023-08-12T16:00:18.639" v="201" actId="21"/>
        <pc:sldMkLst>
          <pc:docMk/>
          <pc:sldMk cId="4004610543" sldId="314"/>
        </pc:sldMkLst>
      </pc:sldChg>
      <pc:sldChg chg="addSp modSp mod chgLayout">
        <pc:chgData name="Majumdar, Abhijan (Cognizant)" userId="4bb79d37-e6fa-4d15-9b62-cf35cbb2da07" providerId="ADAL" clId="{361519D1-4B0A-43D9-817D-3B00F5B34381}" dt="2023-08-12T16:00:22.015" v="202"/>
        <pc:sldMkLst>
          <pc:docMk/>
          <pc:sldMk cId="2162799648" sldId="315"/>
        </pc:sldMkLst>
      </pc:sldChg>
      <pc:sldChg chg="addSp modSp mod chgLayout">
        <pc:chgData name="Majumdar, Abhijan (Cognizant)" userId="4bb79d37-e6fa-4d15-9b62-cf35cbb2da07" providerId="ADAL" clId="{361519D1-4B0A-43D9-817D-3B00F5B34381}" dt="2023-08-12T15:55:31.994" v="149"/>
        <pc:sldMkLst>
          <pc:docMk/>
          <pc:sldMk cId="122575658" sldId="316"/>
        </pc:sldMkLst>
      </pc:sldChg>
      <pc:sldChg chg="addSp modSp mod chgLayout">
        <pc:chgData name="Majumdar, Abhijan (Cognizant)" userId="4bb79d37-e6fa-4d15-9b62-cf35cbb2da07" providerId="ADAL" clId="{361519D1-4B0A-43D9-817D-3B00F5B34381}" dt="2023-08-12T15:58:13.153" v="165"/>
        <pc:sldMkLst>
          <pc:docMk/>
          <pc:sldMk cId="3115836431" sldId="317"/>
        </pc:sldMkLst>
      </pc:sldChg>
      <pc:sldChg chg="modSp add mod">
        <pc:chgData name="Majumdar, Abhijan (Cognizant)" userId="4bb79d37-e6fa-4d15-9b62-cf35cbb2da07" providerId="ADAL" clId="{361519D1-4B0A-43D9-817D-3B00F5B34381}" dt="2023-08-12T15:45:50.827" v="6" actId="1076"/>
        <pc:sldMkLst>
          <pc:docMk/>
          <pc:sldMk cId="2682367817" sldId="318"/>
        </pc:sldMkLst>
      </pc:sldChg>
      <pc:sldChg chg="modSp add mod">
        <pc:chgData name="Majumdar, Abhijan (Cognizant)" userId="4bb79d37-e6fa-4d15-9b62-cf35cbb2da07" providerId="ADAL" clId="{361519D1-4B0A-43D9-817D-3B00F5B34381}" dt="2023-08-12T15:46:52.214" v="24" actId="20577"/>
        <pc:sldMkLst>
          <pc:docMk/>
          <pc:sldMk cId="2309930151" sldId="319"/>
        </pc:sldMkLst>
      </pc:sldChg>
      <pc:sldChg chg="add del">
        <pc:chgData name="Majumdar, Abhijan (Cognizant)" userId="4bb79d37-e6fa-4d15-9b62-cf35cbb2da07" providerId="ADAL" clId="{361519D1-4B0A-43D9-817D-3B00F5B34381}" dt="2023-08-12T15:48:32.840" v="49" actId="47"/>
        <pc:sldMkLst>
          <pc:docMk/>
          <pc:sldMk cId="179362370" sldId="320"/>
        </pc:sldMkLst>
      </pc:sldChg>
      <pc:sldChg chg="add del">
        <pc:chgData name="Majumdar, Abhijan (Cognizant)" userId="4bb79d37-e6fa-4d15-9b62-cf35cbb2da07" providerId="ADAL" clId="{361519D1-4B0A-43D9-817D-3B00F5B34381}" dt="2023-08-12T16:18:17.949" v="463" actId="47"/>
        <pc:sldMkLst>
          <pc:docMk/>
          <pc:sldMk cId="1905292904" sldId="320"/>
        </pc:sldMkLst>
      </pc:sldChg>
      <pc:sldChg chg="modSp add mod">
        <pc:chgData name="Majumdar, Abhijan (Cognizant)" userId="4bb79d37-e6fa-4d15-9b62-cf35cbb2da07" providerId="ADAL" clId="{361519D1-4B0A-43D9-817D-3B00F5B34381}" dt="2023-08-12T16:19:51.742" v="488"/>
        <pc:sldMkLst>
          <pc:docMk/>
          <pc:sldMk cId="2921011842" sldId="320"/>
        </pc:sldMkLst>
      </pc:sldChg>
      <pc:sldChg chg="add del">
        <pc:chgData name="Majumdar, Abhijan (Cognizant)" userId="4bb79d37-e6fa-4d15-9b62-cf35cbb2da07" providerId="ADAL" clId="{361519D1-4B0A-43D9-817D-3B00F5B34381}" dt="2023-08-12T16:13:18.953" v="387" actId="47"/>
        <pc:sldMkLst>
          <pc:docMk/>
          <pc:sldMk cId="3430997485" sldId="320"/>
        </pc:sldMkLst>
      </pc:sldChg>
      <pc:sldChg chg="add del">
        <pc:chgData name="Majumdar, Abhijan (Cognizant)" userId="4bb79d37-e6fa-4d15-9b62-cf35cbb2da07" providerId="ADAL" clId="{361519D1-4B0A-43D9-817D-3B00F5B34381}" dt="2023-08-12T15:47:19.868" v="28" actId="47"/>
        <pc:sldMkLst>
          <pc:docMk/>
          <pc:sldMk cId="4092732963" sldId="320"/>
        </pc:sldMkLst>
      </pc:sldChg>
      <pc:sldMasterChg chg="add addSldLayout">
        <pc:chgData name="Majumdar, Abhijan (Cognizant)" userId="4bb79d37-e6fa-4d15-9b62-cf35cbb2da07" providerId="ADAL" clId="{361519D1-4B0A-43D9-817D-3B00F5B34381}" dt="2023-08-12T16:17:53.417" v="453" actId="27028"/>
        <pc:sldMasterMkLst>
          <pc:docMk/>
          <pc:sldMasterMk cId="216168790" sldId="2147483648"/>
        </pc:sldMasterMkLst>
        <pc:sldLayoutChg chg="add">
          <pc:chgData name="Majumdar, Abhijan (Cognizant)" userId="4bb79d37-e6fa-4d15-9b62-cf35cbb2da07" providerId="ADAL" clId="{361519D1-4B0A-43D9-817D-3B00F5B34381}" dt="2023-08-12T16:17:53.417" v="453" actId="27028"/>
          <pc:sldLayoutMkLst>
            <pc:docMk/>
            <pc:sldMasterMk cId="216168790" sldId="2147483648"/>
            <pc:sldLayoutMk cId="1260293168" sldId="2147483817"/>
          </pc:sldLayoutMkLst>
        </pc:sldLayoutChg>
      </pc:sldMasterChg>
      <pc:sldMasterChg chg="addSldLayout delSldLayout modSldLayout">
        <pc:chgData name="Majumdar, Abhijan (Cognizant)" userId="4bb79d37-e6fa-4d15-9b62-cf35cbb2da07" providerId="ADAL" clId="{361519D1-4B0A-43D9-817D-3B00F5B34381}" dt="2023-08-12T16:19:56.195" v="489" actId="47"/>
        <pc:sldMasterMkLst>
          <pc:docMk/>
          <pc:sldMasterMk cId="440358670" sldId="2147483674"/>
        </pc:sldMasterMkLst>
        <pc:sldLayoutChg chg="del">
          <pc:chgData name="Majumdar, Abhijan (Cognizant)" userId="4bb79d37-e6fa-4d15-9b62-cf35cbb2da07" providerId="ADAL" clId="{361519D1-4B0A-43D9-817D-3B00F5B34381}" dt="2023-08-12T15:46:56.618" v="25" actId="47"/>
          <pc:sldLayoutMkLst>
            <pc:docMk/>
            <pc:sldMasterMk cId="440358670" sldId="2147483674"/>
            <pc:sldLayoutMk cId="0" sldId="2147483690"/>
          </pc:sldLayoutMkLst>
        </pc:sldLayoutChg>
        <pc:sldLayoutChg chg="del">
          <pc:chgData name="Majumdar, Abhijan (Cognizant)" userId="4bb79d37-e6fa-4d15-9b62-cf35cbb2da07" providerId="ADAL" clId="{361519D1-4B0A-43D9-817D-3B00F5B34381}" dt="2023-08-12T16:19:56.195" v="489" actId="47"/>
          <pc:sldLayoutMkLst>
            <pc:docMk/>
            <pc:sldMasterMk cId="440358670" sldId="2147483674"/>
            <pc:sldLayoutMk cId="0" sldId="2147483692"/>
          </pc:sldLayoutMkLst>
        </pc:sldLayoutChg>
        <pc:sldLayoutChg chg="add">
          <pc:chgData name="Majumdar, Abhijan (Cognizant)" userId="4bb79d37-e6fa-4d15-9b62-cf35cbb2da07" providerId="ADAL" clId="{361519D1-4B0A-43D9-817D-3B00F5B34381}" dt="2023-08-12T15:45:00.368" v="0" actId="27028"/>
          <pc:sldLayoutMkLst>
            <pc:docMk/>
            <pc:sldMasterMk cId="440358670" sldId="2147483674"/>
            <pc:sldLayoutMk cId="2871592216" sldId="2147483694"/>
          </pc:sldLayoutMkLst>
        </pc:sldLayoutChg>
        <pc:sldLayoutChg chg="add">
          <pc:chgData name="Majumdar, Abhijan (Cognizant)" userId="4bb79d37-e6fa-4d15-9b62-cf35cbb2da07" providerId="ADAL" clId="{361519D1-4B0A-43D9-817D-3B00F5B34381}" dt="2023-08-12T15:46:07.964" v="7" actId="27028"/>
          <pc:sldLayoutMkLst>
            <pc:docMk/>
            <pc:sldMasterMk cId="440358670" sldId="2147483674"/>
            <pc:sldLayoutMk cId="1770713744" sldId="2147483695"/>
          </pc:sldLayoutMkLst>
        </pc:sldLayoutChg>
        <pc:sldLayoutChg chg="replId">
          <pc:chgData name="Majumdar, Abhijan (Cognizant)" userId="4bb79d37-e6fa-4d15-9b62-cf35cbb2da07" providerId="ADAL" clId="{361519D1-4B0A-43D9-817D-3B00F5B34381}" dt="2023-08-12T15:46:07.964" v="7" actId="27028"/>
          <pc:sldLayoutMkLst>
            <pc:docMk/>
            <pc:sldMasterMk cId="440358670" sldId="2147483674"/>
            <pc:sldLayoutMk cId="4189694178" sldId="2147483696"/>
          </pc:sldLayoutMkLst>
        </pc:sldLayoutChg>
      </pc:sldMasterChg>
      <pc:sldMasterChg chg="add addSldLayout">
        <pc:chgData name="Majumdar, Abhijan (Cognizant)" userId="4bb79d37-e6fa-4d15-9b62-cf35cbb2da07" providerId="ADAL" clId="{361519D1-4B0A-43D9-817D-3B00F5B34381}" dt="2023-08-12T16:11:54.616" v="369" actId="27028"/>
        <pc:sldMasterMkLst>
          <pc:docMk/>
          <pc:sldMasterMk cId="3433887231" sldId="2147483819"/>
        </pc:sldMasterMkLst>
        <pc:sldLayoutChg chg="add">
          <pc:chgData name="Majumdar, Abhijan (Cognizant)" userId="4bb79d37-e6fa-4d15-9b62-cf35cbb2da07" providerId="ADAL" clId="{361519D1-4B0A-43D9-817D-3B00F5B34381}" dt="2023-08-12T16:11:54.616" v="369" actId="27028"/>
          <pc:sldLayoutMkLst>
            <pc:docMk/>
            <pc:sldMasterMk cId="3433887231" sldId="2147483819"/>
            <pc:sldLayoutMk cId="799818550" sldId="2147483826"/>
          </pc:sldLayoutMkLst>
        </pc:sldLayoutChg>
      </pc:sldMasterChg>
    </pc:docChg>
  </pc:docChgLst>
  <pc:docChgLst>
    <pc:chgData name="Reddy, Laxmi (Cognizant)" userId="S::2096600@cognizant.com::23f5fa8b-0eb7-4ed4-8656-9fab6c0cd501" providerId="AD" clId="Web-{6CF108E6-876F-675D-8F48-CCB90C76DF9A}"/>
    <pc:docChg chg="modSld">
      <pc:chgData name="Reddy, Laxmi (Cognizant)" userId="S::2096600@cognizant.com::23f5fa8b-0eb7-4ed4-8656-9fab6c0cd501" providerId="AD" clId="Web-{6CF108E6-876F-675D-8F48-CCB90C76DF9A}" dt="2025-07-28T03:18:13.405" v="0"/>
      <pc:docMkLst>
        <pc:docMk/>
      </pc:docMkLst>
      <pc:sldChg chg="delSp">
        <pc:chgData name="Reddy, Laxmi (Cognizant)" userId="S::2096600@cognizant.com::23f5fa8b-0eb7-4ed4-8656-9fab6c0cd501" providerId="AD" clId="Web-{6CF108E6-876F-675D-8F48-CCB90C76DF9A}" dt="2025-07-28T03:18:13.405" v="0"/>
        <pc:sldMkLst>
          <pc:docMk/>
          <pc:sldMk cId="2169114494" sldId="299"/>
        </pc:sldMkLst>
        <pc:spChg chg="del">
          <ac:chgData name="Reddy, Laxmi (Cognizant)" userId="S::2096600@cognizant.com::23f5fa8b-0eb7-4ed4-8656-9fab6c0cd501" providerId="AD" clId="Web-{6CF108E6-876F-675D-8F48-CCB90C76DF9A}" dt="2025-07-28T03:18:13.405" v="0"/>
          <ac:spMkLst>
            <pc:docMk/>
            <pc:sldMk cId="2169114494" sldId="299"/>
            <ac:spMk id="3" creationId="{00000000-0000-0000-0000-000000000000}"/>
          </ac:spMkLst>
        </pc:spChg>
      </pc:sldChg>
    </pc:docChg>
  </pc:docChgLst>
  <pc:docChgLst>
    <pc:chgData name="M, Vinay (Contractor)" userId="S::2407467@cognizant.com::29e0bdcb-61b4-44a2-ab9a-b83055bd04bf" providerId="AD" clId="Web-{F87D7747-30FF-CB16-3809-7DD9BF02D1CF}"/>
    <pc:docChg chg="modSld">
      <pc:chgData name="M, Vinay (Contractor)" userId="S::2407467@cognizant.com::29e0bdcb-61b4-44a2-ab9a-b83055bd04bf" providerId="AD" clId="Web-{F87D7747-30FF-CB16-3809-7DD9BF02D1CF}" dt="2025-07-29T11:50:38.604" v="1" actId="1076"/>
      <pc:docMkLst>
        <pc:docMk/>
      </pc:docMkLst>
      <pc:sldChg chg="modSp">
        <pc:chgData name="M, Vinay (Contractor)" userId="S::2407467@cognizant.com::29e0bdcb-61b4-44a2-ab9a-b83055bd04bf" providerId="AD" clId="Web-{F87D7747-30FF-CB16-3809-7DD9BF02D1CF}" dt="2025-07-29T11:50:38.604" v="1" actId="1076"/>
        <pc:sldMkLst>
          <pc:docMk/>
          <pc:sldMk cId="1901416901" sldId="307"/>
        </pc:sldMkLst>
        <pc:graphicFrameChg chg="mod">
          <ac:chgData name="M, Vinay (Contractor)" userId="S::2407467@cognizant.com::29e0bdcb-61b4-44a2-ab9a-b83055bd04bf" providerId="AD" clId="Web-{F87D7747-30FF-CB16-3809-7DD9BF02D1CF}" dt="2025-07-29T11:50:38.604" v="1" actId="1076"/>
          <ac:graphicFrameMkLst>
            <pc:docMk/>
            <pc:sldMk cId="1901416901" sldId="307"/>
            <ac:graphicFrameMk id="23" creationId="{00000000-0000-0000-0000-000000000000}"/>
          </ac:graphicFrameMkLst>
        </pc:graphicFrameChg>
      </pc:sldChg>
    </pc:docChg>
  </pc:docChgLst>
  <pc:docChgLst>
    <pc:chgData name="Majumdar, Abhijan (Cognizant)" userId="4bb79d37-e6fa-4d15-9b62-cf35cbb2da07" providerId="ADAL" clId="{D7DABB45-82BC-43A6-84E7-2FBF9CD9B9F1}"/>
    <pc:docChg chg="undo custSel modSld">
      <pc:chgData name="Majumdar, Abhijan (Cognizant)" userId="4bb79d37-e6fa-4d15-9b62-cf35cbb2da07" providerId="ADAL" clId="{D7DABB45-82BC-43A6-84E7-2FBF9CD9B9F1}" dt="2023-07-25T19:50:07.635" v="695" actId="14100"/>
      <pc:docMkLst>
        <pc:docMk/>
      </pc:docMkLst>
      <pc:sldChg chg="addSp delSp modSp mod">
        <pc:chgData name="Majumdar, Abhijan (Cognizant)" userId="4bb79d37-e6fa-4d15-9b62-cf35cbb2da07" providerId="ADAL" clId="{D7DABB45-82BC-43A6-84E7-2FBF9CD9B9F1}" dt="2023-07-25T18:48:44.525" v="7" actId="1035"/>
        <pc:sldMkLst>
          <pc:docMk/>
          <pc:sldMk cId="3336658933" sldId="281"/>
        </pc:sldMkLst>
      </pc:sldChg>
      <pc:sldChg chg="addSp delSp modSp mod">
        <pc:chgData name="Majumdar, Abhijan (Cognizant)" userId="4bb79d37-e6fa-4d15-9b62-cf35cbb2da07" providerId="ADAL" clId="{D7DABB45-82BC-43A6-84E7-2FBF9CD9B9F1}" dt="2023-07-25T19:13:50.853" v="569" actId="1036"/>
        <pc:sldMkLst>
          <pc:docMk/>
          <pc:sldMk cId="609407028" sldId="282"/>
        </pc:sldMkLst>
      </pc:sldChg>
      <pc:sldChg chg="addSp delSp modSp mod">
        <pc:chgData name="Majumdar, Abhijan (Cognizant)" userId="4bb79d37-e6fa-4d15-9b62-cf35cbb2da07" providerId="ADAL" clId="{D7DABB45-82BC-43A6-84E7-2FBF9CD9B9F1}" dt="2023-07-25T19:23:43.820" v="652" actId="14100"/>
        <pc:sldMkLst>
          <pc:docMk/>
          <pc:sldMk cId="1506357935" sldId="283"/>
        </pc:sldMkLst>
      </pc:sldChg>
      <pc:sldChg chg="addSp delSp modSp mod">
        <pc:chgData name="Majumdar, Abhijan (Cognizant)" userId="4bb79d37-e6fa-4d15-9b62-cf35cbb2da07" providerId="ADAL" clId="{D7DABB45-82BC-43A6-84E7-2FBF9CD9B9F1}" dt="2023-07-25T19:21:00.372" v="648" actId="1076"/>
        <pc:sldMkLst>
          <pc:docMk/>
          <pc:sldMk cId="2732812485" sldId="284"/>
        </pc:sldMkLst>
      </pc:sldChg>
      <pc:sldChg chg="addSp delSp modSp mod">
        <pc:chgData name="Majumdar, Abhijan (Cognizant)" userId="4bb79d37-e6fa-4d15-9b62-cf35cbb2da07" providerId="ADAL" clId="{D7DABB45-82BC-43A6-84E7-2FBF9CD9B9F1}" dt="2023-07-25T19:36:27.906" v="664" actId="14100"/>
        <pc:sldMkLst>
          <pc:docMk/>
          <pc:sldMk cId="4231150335" sldId="287"/>
        </pc:sldMkLst>
      </pc:sldChg>
      <pc:sldChg chg="addSp delSp modSp mod">
        <pc:chgData name="Majumdar, Abhijan (Cognizant)" userId="4bb79d37-e6fa-4d15-9b62-cf35cbb2da07" providerId="ADAL" clId="{D7DABB45-82BC-43A6-84E7-2FBF9CD9B9F1}" dt="2023-07-25T19:37:59.718" v="671" actId="1076"/>
        <pc:sldMkLst>
          <pc:docMk/>
          <pc:sldMk cId="463985708" sldId="289"/>
        </pc:sldMkLst>
      </pc:sldChg>
      <pc:sldChg chg="addSp delSp modSp mod">
        <pc:chgData name="Majumdar, Abhijan (Cognizant)" userId="4bb79d37-e6fa-4d15-9b62-cf35cbb2da07" providerId="ADAL" clId="{D7DABB45-82BC-43A6-84E7-2FBF9CD9B9F1}" dt="2023-07-25T19:38:42.594" v="675" actId="14100"/>
        <pc:sldMkLst>
          <pc:docMk/>
          <pc:sldMk cId="4001742821" sldId="290"/>
        </pc:sldMkLst>
      </pc:sldChg>
      <pc:sldChg chg="addSp delSp modSp mod">
        <pc:chgData name="Majumdar, Abhijan (Cognizant)" userId="4bb79d37-e6fa-4d15-9b62-cf35cbb2da07" providerId="ADAL" clId="{D7DABB45-82BC-43A6-84E7-2FBF9CD9B9F1}" dt="2023-07-25T19:40:32.559" v="681" actId="14100"/>
        <pc:sldMkLst>
          <pc:docMk/>
          <pc:sldMk cId="754240359" sldId="291"/>
        </pc:sldMkLst>
      </pc:sldChg>
      <pc:sldChg chg="addSp delSp modSp mod">
        <pc:chgData name="Majumdar, Abhijan (Cognizant)" userId="4bb79d37-e6fa-4d15-9b62-cf35cbb2da07" providerId="ADAL" clId="{D7DABB45-82BC-43A6-84E7-2FBF9CD9B9F1}" dt="2023-07-25T19:44:49.212" v="689" actId="14100"/>
        <pc:sldMkLst>
          <pc:docMk/>
          <pc:sldMk cId="983607763" sldId="292"/>
        </pc:sldMkLst>
      </pc:sldChg>
      <pc:sldChg chg="addSp delSp modSp mod">
        <pc:chgData name="Majumdar, Abhijan (Cognizant)" userId="4bb79d37-e6fa-4d15-9b62-cf35cbb2da07" providerId="ADAL" clId="{D7DABB45-82BC-43A6-84E7-2FBF9CD9B9F1}" dt="2023-07-25T19:50:07.635" v="695" actId="14100"/>
        <pc:sldMkLst>
          <pc:docMk/>
          <pc:sldMk cId="376835971" sldId="29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1. You have a Product of </a:t>
          </a:r>
          <a:r>
            <a:rPr lang="en-US" sz="1800" b="1" dirty="0">
              <a:solidFill>
                <a:schemeClr val="bg1"/>
              </a:solidFill>
              <a:latin typeface="Arial" panose="020B0604020202020204" pitchFamily="34" charset="0"/>
              <a:cs typeface="Arial" panose="020B0604020202020204" pitchFamily="34" charset="0"/>
            </a:rPr>
            <a:t>Detail</a:t>
          </a:r>
          <a:r>
            <a:rPr lang="en-US" sz="1800" b="0" dirty="0">
              <a:solidFill>
                <a:schemeClr val="bg1"/>
              </a:solidFill>
              <a:latin typeface="Arial" panose="020B0604020202020204" pitchFamily="34" charset="0"/>
              <a:cs typeface="Arial" panose="020B0604020202020204" pitchFamily="34" charset="0"/>
            </a:rPr>
            <a:t> type which you want to assign to a sales rep, but this should not be displayed in his detail section of the Call report page.</a:t>
          </a:r>
        </a:p>
        <a:p>
          <a:r>
            <a:rPr lang="en-US" sz="1800" i="0" dirty="0">
              <a:solidFill>
                <a:schemeClr val="bg1"/>
              </a:solidFill>
              <a:latin typeface="Arial" panose="020B0604020202020204" pitchFamily="34" charset="0"/>
              <a:cs typeface="Arial" panose="020B0604020202020204" pitchFamily="34" charset="0"/>
            </a:rPr>
            <a:t>Which of the following action can be used to achieve this?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Set </a:t>
          </a:r>
          <a:r>
            <a:rPr lang="en-US" sz="1800" b="1" dirty="0">
              <a:solidFill>
                <a:schemeClr val="bg1"/>
              </a:solidFill>
              <a:latin typeface="Arial" panose="020B0604020202020204" pitchFamily="34" charset="0"/>
              <a:cs typeface="Arial" panose="020B0604020202020204" pitchFamily="34" charset="0"/>
            </a:rPr>
            <a:t>No Details= TRUE</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BA274F7-EA79-441E-9CCA-5188F13B1F15}">
      <dgm:prSet custT="1"/>
      <dgm:spPr/>
      <dgm:t>
        <a:bodyPr/>
        <a:lstStyle/>
        <a:p>
          <a:r>
            <a:rPr lang="en-US" sz="1800" dirty="0">
              <a:solidFill>
                <a:schemeClr val="bg1"/>
              </a:solidFill>
              <a:latin typeface="Arial" panose="020B0604020202020204" pitchFamily="34" charset="0"/>
              <a:cs typeface="Arial" panose="020B0604020202020204" pitchFamily="34" charset="0"/>
            </a:rPr>
            <a:t>Change </a:t>
          </a:r>
          <a:r>
            <a:rPr lang="en-US" sz="1800" b="1" dirty="0">
              <a:solidFill>
                <a:schemeClr val="bg1"/>
              </a:solidFill>
              <a:latin typeface="Arial" panose="020B0604020202020204" pitchFamily="34" charset="0"/>
              <a:cs typeface="Arial" panose="020B0604020202020204" pitchFamily="34" charset="0"/>
            </a:rPr>
            <a:t>Product Type</a:t>
          </a:r>
          <a:r>
            <a:rPr lang="en-US" sz="1800" dirty="0">
              <a:solidFill>
                <a:schemeClr val="bg1"/>
              </a:solidFill>
              <a:latin typeface="Arial" panose="020B0604020202020204" pitchFamily="34" charset="0"/>
              <a:cs typeface="Arial" panose="020B0604020202020204" pitchFamily="34" charset="0"/>
            </a:rPr>
            <a:t> to </a:t>
          </a:r>
          <a:r>
            <a:rPr lang="en-US" sz="1800" b="1" dirty="0">
              <a:solidFill>
                <a:schemeClr val="bg1"/>
              </a:solidFill>
              <a:latin typeface="Arial" panose="020B0604020202020204" pitchFamily="34" charset="0"/>
              <a:cs typeface="Arial" panose="020B0604020202020204" pitchFamily="34" charset="0"/>
            </a:rPr>
            <a:t>Sample</a:t>
          </a:r>
          <a:endParaRPr lang="en-US" sz="1800" dirty="0">
            <a:solidFill>
              <a:schemeClr val="bg1"/>
            </a:solidFill>
            <a:latin typeface="Arial" panose="020B0604020202020204" pitchFamily="34" charset="0"/>
            <a:cs typeface="Arial" panose="020B0604020202020204" pitchFamily="34" charset="0"/>
          </a:endParaRPr>
        </a:p>
      </dgm:t>
    </dgm:pt>
    <dgm:pt modelId="{EC72E5CE-9797-4532-BD62-6907779F7C35}" type="parTrans" cxnId="{3EB22CB7-C950-4A4F-B754-6F14116D6DA6}">
      <dgm:prSet/>
      <dgm:spPr/>
      <dgm:t>
        <a:bodyPr/>
        <a:lstStyle/>
        <a:p>
          <a:endParaRPr lang="en-US"/>
        </a:p>
      </dgm:t>
    </dgm:pt>
    <dgm:pt modelId="{41CEC4DA-10F4-47DF-B455-08F4D39841A2}" type="sibTrans" cxnId="{3EB22CB7-C950-4A4F-B754-6F14116D6DA6}">
      <dgm:prSet/>
      <dgm:spPr/>
      <dgm:t>
        <a:bodyPr/>
        <a:lstStyle/>
        <a:p>
          <a:endParaRPr lang="en-US"/>
        </a:p>
      </dgm:t>
    </dgm:pt>
    <dgm:pt modelId="{5F999030-93EF-47E1-8CE9-6128007F480E}">
      <dgm:prSet custT="1"/>
      <dgm:spPr/>
      <dgm:t>
        <a:bodyPr/>
        <a:lstStyle/>
        <a:p>
          <a:r>
            <a:rPr lang="en-US" sz="1800" dirty="0">
              <a:solidFill>
                <a:schemeClr val="bg1"/>
              </a:solidFill>
              <a:latin typeface="Arial" panose="020B0604020202020204" pitchFamily="34" charset="0"/>
              <a:cs typeface="Arial" panose="020B0604020202020204" pitchFamily="34" charset="0"/>
            </a:rPr>
            <a:t>Set </a:t>
          </a:r>
          <a:r>
            <a:rPr lang="en-US" sz="1800" b="1" dirty="0">
              <a:solidFill>
                <a:schemeClr val="bg1"/>
              </a:solidFill>
              <a:latin typeface="Arial" panose="020B0604020202020204" pitchFamily="34" charset="0"/>
              <a:cs typeface="Arial" panose="020B0604020202020204" pitchFamily="34" charset="0"/>
            </a:rPr>
            <a:t>User Aligned</a:t>
          </a:r>
          <a:r>
            <a:rPr lang="en-US" altLang="ja-JP" sz="1800" b="1" dirty="0">
              <a:solidFill>
                <a:schemeClr val="bg1"/>
              </a:solidFill>
              <a:latin typeface="Arial" panose="020B0604020202020204" pitchFamily="34" charset="0"/>
              <a:cs typeface="Arial" panose="020B0604020202020204" pitchFamily="34" charset="0"/>
            </a:rPr>
            <a:t> = TRUE</a:t>
          </a:r>
          <a:endParaRPr lang="en-US" sz="1800" dirty="0">
            <a:solidFill>
              <a:schemeClr val="bg1"/>
            </a:solidFill>
            <a:latin typeface="Arial" panose="020B0604020202020204" pitchFamily="34" charset="0"/>
            <a:cs typeface="Arial" panose="020B0604020202020204" pitchFamily="34" charset="0"/>
          </a:endParaRPr>
        </a:p>
      </dgm:t>
    </dgm:pt>
    <dgm:pt modelId="{58DD8A86-9C97-46B1-AFF0-815A00CBBE5C}" type="parTrans" cxnId="{A4DB00A4-BD83-47C1-BA3A-784E8B5521CD}">
      <dgm:prSet/>
      <dgm:spPr/>
      <dgm:t>
        <a:bodyPr/>
        <a:lstStyle/>
        <a:p>
          <a:endParaRPr lang="en-US"/>
        </a:p>
      </dgm:t>
    </dgm:pt>
    <dgm:pt modelId="{012D74D7-5DB3-4474-BFB9-82CE0E887EFD}" type="sibTrans" cxnId="{A4DB00A4-BD83-47C1-BA3A-784E8B5521CD}">
      <dgm:prSet/>
      <dgm:spPr/>
      <dgm:t>
        <a:bodyPr/>
        <a:lstStyle/>
        <a:p>
          <a:endParaRPr lang="en-US"/>
        </a:p>
      </dgm:t>
    </dgm:pt>
    <dgm:pt modelId="{39FB0E28-DB9F-4073-97DD-71AE18AAB346}">
      <dgm:prSet custT="1"/>
      <dgm:spPr/>
      <dgm:t>
        <a:bodyPr/>
        <a:lstStyle/>
        <a:p>
          <a:r>
            <a:rPr lang="en-US" sz="1800" dirty="0">
              <a:solidFill>
                <a:schemeClr val="tx1"/>
              </a:solidFill>
              <a:latin typeface="Arial" panose="020B0604020202020204" pitchFamily="34" charset="0"/>
              <a:cs typeface="Arial" panose="020B0604020202020204" pitchFamily="34" charset="0"/>
            </a:rPr>
            <a:t>Populate </a:t>
          </a:r>
          <a:r>
            <a:rPr lang="en-US" sz="1800" b="1" dirty="0">
              <a:solidFill>
                <a:schemeClr val="tx1"/>
              </a:solidFill>
              <a:latin typeface="Arial" panose="020B0604020202020204" pitchFamily="34" charset="0"/>
              <a:cs typeface="Arial" panose="020B0604020202020204" pitchFamily="34" charset="0"/>
            </a:rPr>
            <a:t>External ID</a:t>
          </a:r>
          <a:r>
            <a:rPr lang="en-US" sz="1800" dirty="0">
              <a:solidFill>
                <a:schemeClr val="tx1"/>
              </a:solidFill>
              <a:latin typeface="Arial" panose="020B0604020202020204" pitchFamily="34" charset="0"/>
              <a:cs typeface="Arial" panose="020B0604020202020204" pitchFamily="34" charset="0"/>
            </a:rPr>
            <a:t> with ‘</a:t>
          </a:r>
          <a:r>
            <a:rPr lang="en-US" sz="1800" b="1" dirty="0">
              <a:solidFill>
                <a:schemeClr val="tx1"/>
              </a:solidFill>
              <a:latin typeface="Arial" panose="020B0604020202020204" pitchFamily="34" charset="0"/>
              <a:cs typeface="Arial" panose="020B0604020202020204" pitchFamily="34" charset="0"/>
            </a:rPr>
            <a:t>1234</a:t>
          </a:r>
          <a:r>
            <a:rPr lang="en-US" sz="1800" dirty="0">
              <a:solidFill>
                <a:schemeClr val="tx1"/>
              </a:solidFill>
              <a:latin typeface="Arial" panose="020B0604020202020204" pitchFamily="34" charset="0"/>
              <a:cs typeface="Arial" panose="020B0604020202020204" pitchFamily="34" charset="0"/>
            </a:rPr>
            <a:t>’ </a:t>
          </a:r>
        </a:p>
      </dgm:t>
    </dgm:pt>
    <dgm:pt modelId="{A9EB7B81-62CC-41D1-8DF5-70F3FA7497AD}" type="parTrans" cxnId="{6EE37C80-A5C5-409A-AABB-379F57A228AE}">
      <dgm:prSet/>
      <dgm:spPr/>
      <dgm:t>
        <a:bodyPr/>
        <a:lstStyle/>
        <a:p>
          <a:endParaRPr lang="en-US"/>
        </a:p>
      </dgm:t>
    </dgm:pt>
    <dgm:pt modelId="{56AC88C4-FB7C-4F4E-ADB6-0B1D0DFFA53C}" type="sibTrans" cxnId="{6EE37C80-A5C5-409A-AABB-379F57A228A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X="-14657" custLinFactNeighborY="-9715">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10893">
        <dgm:presLayoutVars>
          <dgm:bulletEnabled val="1"/>
        </dgm:presLayoutVars>
      </dgm:prSet>
      <dgm:spPr/>
    </dgm:pt>
  </dgm:ptLst>
  <dgm:cxnLst>
    <dgm:cxn modelId="{EF84C23C-BED3-462B-8783-20A2A2D70ED5}" type="presOf" srcId="{39FB0E28-DB9F-4073-97DD-71AE18AAB346}" destId="{0EBE7C70-51AD-4402-A9D8-36889ADBC56A}" srcOrd="0" destOrd="3" presId="urn:microsoft.com/office/officeart/2005/8/layout/vList2"/>
    <dgm:cxn modelId="{6EE37C80-A5C5-409A-AABB-379F57A228AE}" srcId="{2C8EA471-3542-4573-A8BF-295862507B6E}" destId="{39FB0E28-DB9F-4073-97DD-71AE18AAB346}" srcOrd="3" destOrd="0" parTransId="{A9EB7B81-62CC-41D1-8DF5-70F3FA7497AD}" sibTransId="{56AC88C4-FB7C-4F4E-ADB6-0B1D0DFFA53C}"/>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A4DB00A4-BD83-47C1-BA3A-784E8B5521CD}" srcId="{2C8EA471-3542-4573-A8BF-295862507B6E}" destId="{5F999030-93EF-47E1-8CE9-6128007F480E}" srcOrd="2" destOrd="0" parTransId="{58DD8A86-9C97-46B1-AFF0-815A00CBBE5C}" sibTransId="{012D74D7-5DB3-4474-BFB9-82CE0E887EFD}"/>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B4658FB2-5276-4926-B8A1-D2D76AC752E5}" type="presOf" srcId="{9BA274F7-EA79-441E-9CCA-5188F13B1F15}" destId="{0EBE7C70-51AD-4402-A9D8-36889ADBC56A}" srcOrd="0" destOrd="1" presId="urn:microsoft.com/office/officeart/2005/8/layout/vList2"/>
    <dgm:cxn modelId="{3EB22CB7-C950-4A4F-B754-6F14116D6DA6}" srcId="{2C8EA471-3542-4573-A8BF-295862507B6E}" destId="{9BA274F7-EA79-441E-9CCA-5188F13B1F15}" srcOrd="1" destOrd="0" parTransId="{EC72E5CE-9797-4532-BD62-6907779F7C35}" sibTransId="{41CEC4DA-10F4-47DF-B455-08F4D39841A2}"/>
    <dgm:cxn modelId="{42C701BD-9304-43B0-BEE0-4718A400C443}" type="presOf" srcId="{D073AE1F-622F-41F3-83F6-04C7A451C39E}" destId="{0EBE7C70-51AD-4402-A9D8-36889ADBC56A}" srcOrd="0" destOrd="0" presId="urn:microsoft.com/office/officeart/2005/8/layout/vList2"/>
    <dgm:cxn modelId="{CA5809D4-8326-4190-854D-48080E9028CE}" type="presOf" srcId="{5F999030-93EF-47E1-8CE9-6128007F480E}"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Set </a:t>
          </a:r>
          <a:r>
            <a:rPr lang="en-US" sz="1800" b="1" dirty="0">
              <a:latin typeface="Arial" panose="020B0604020202020204" pitchFamily="34" charset="0"/>
              <a:cs typeface="Arial" panose="020B0604020202020204" pitchFamily="34" charset="0"/>
            </a:rPr>
            <a:t>No Details= TRUE</a:t>
          </a: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i="0" dirty="0">
              <a:latin typeface="Arial" panose="020B0604020202020204" pitchFamily="34" charset="0"/>
              <a:cs typeface="Arial" panose="020B0604020202020204" pitchFamily="34" charset="0"/>
            </a:rPr>
            <a:t>2. Detail Groups work similarly to Product Groups for Order Management and Samples, but for Detail-level products.</a:t>
          </a:r>
        </a:p>
        <a:p>
          <a:r>
            <a:rPr lang="en-US" sz="1800" b="0" i="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000A9E6-88B5-4D45-9F0E-F3D88392BA61}">
      <dgm:prSet phldrT="[Tex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36804117-707E-4F58-9915-917E2CFA04BE}" type="parTrans" cxnId="{40CCC009-534F-4906-8352-DC752F51A9B4}">
      <dgm:prSet/>
      <dgm:spPr/>
      <dgm:t>
        <a:bodyPr/>
        <a:lstStyle/>
        <a:p>
          <a:endParaRPr lang="en-US"/>
        </a:p>
      </dgm:t>
    </dgm:pt>
    <dgm:pt modelId="{AE6D1741-B9CC-4733-85EE-64E2285DC4E8}" type="sibTrans" cxnId="{40CCC009-534F-4906-8352-DC752F51A9B4}">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10893">
        <dgm:presLayoutVars>
          <dgm:bulletEnabled val="1"/>
        </dgm:presLayoutVars>
      </dgm:prSet>
      <dgm:spPr/>
    </dgm:pt>
  </dgm:ptLst>
  <dgm:cxnLst>
    <dgm:cxn modelId="{40CCC009-534F-4906-8352-DC752F51A9B4}" srcId="{2C8EA471-3542-4573-A8BF-295862507B6E}" destId="{6000A9E6-88B5-4D45-9F0E-F3D88392BA61}" srcOrd="1" destOrd="0" parTransId="{36804117-707E-4F58-9915-917E2CFA04BE}" sibTransId="{AE6D1741-B9CC-4733-85EE-64E2285DC4E8}"/>
    <dgm:cxn modelId="{A595F76E-3F98-440B-95FD-0762A9355E4C}" type="presOf" srcId="{6000A9E6-88B5-4D45-9F0E-F3D88392BA61}"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714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600" b="0" i="0" dirty="0">
              <a:solidFill>
                <a:schemeClr val="bg1"/>
              </a:solidFill>
              <a:latin typeface="Arial" panose="020B0604020202020204" pitchFamily="34" charset="0"/>
              <a:cs typeface="Arial" panose="020B0604020202020204" pitchFamily="34" charset="0"/>
            </a:rPr>
            <a:t>3. Match the Following from My Setup page product assignment:</a:t>
          </a:r>
          <a:endParaRPr lang="en-US" sz="1600" b="0" dirty="0">
            <a:latin typeface="Arial" panose="020B0604020202020204" pitchFamily="34" charset="0"/>
            <a:cs typeface="Arial" panose="020B0604020202020204" pitchFamily="34" charset="0"/>
          </a:endParaRPr>
        </a:p>
        <a:p>
          <a:r>
            <a:rPr lang="en-US" sz="1600" b="0" i="0" dirty="0">
              <a:solidFill>
                <a:schemeClr val="bg1"/>
              </a:solidFill>
              <a:latin typeface="Arial" panose="020B0604020202020204" pitchFamily="34" charset="0"/>
              <a:cs typeface="Arial" panose="020B0604020202020204" pitchFamily="34" charset="0"/>
            </a:rPr>
            <a:t>I. Deselected 			     a. the Topic displays by default in the Call Report and in the Ratings and Evaluations</a:t>
          </a:r>
        </a:p>
        <a:p>
          <a:r>
            <a:rPr lang="en-US" sz="1600" b="0" i="0" dirty="0">
              <a:solidFill>
                <a:schemeClr val="bg1"/>
              </a:solidFill>
              <a:latin typeface="Arial" panose="020B0604020202020204" pitchFamily="34" charset="0"/>
              <a:cs typeface="Arial" panose="020B0604020202020204" pitchFamily="34" charset="0"/>
            </a:rPr>
            <a:t>II. Selected 			     b.</a:t>
          </a:r>
          <a:r>
            <a:rPr lang="en-US" sz="1600" dirty="0">
              <a:latin typeface="Arial" panose="020B0604020202020204" pitchFamily="34" charset="0"/>
              <a:cs typeface="Arial" panose="020B0604020202020204" pitchFamily="34" charset="0"/>
            </a:rPr>
            <a:t> the Topic is not visible in the Call Report or the Ratings and Evaluations</a:t>
          </a:r>
          <a:endParaRPr lang="en-US" sz="1600" b="0" i="0" dirty="0">
            <a:solidFill>
              <a:schemeClr val="bg1"/>
            </a:solidFill>
            <a:latin typeface="Arial" panose="020B0604020202020204" pitchFamily="34" charset="0"/>
            <a:cs typeface="Arial" panose="020B0604020202020204" pitchFamily="34" charset="0"/>
          </a:endParaRPr>
        </a:p>
        <a:p>
          <a:r>
            <a:rPr lang="en-US" sz="1600" b="0" i="0" dirty="0">
              <a:solidFill>
                <a:schemeClr val="bg1"/>
              </a:solidFill>
              <a:latin typeface="Arial" panose="020B0604020202020204" pitchFamily="34" charset="0"/>
              <a:cs typeface="Arial" panose="020B0604020202020204" pitchFamily="34" charset="0"/>
            </a:rPr>
            <a:t>III. Selected and Favorite active     c. the Topic does not display by default in the Detailing Priority section of the Call 					         report but can be added using the Add other function and searching </a:t>
          </a:r>
          <a:endParaRPr lang="en-US" sz="16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I </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b; II  c; III  a</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3543E104-5757-4CC0-BFCC-A3646140029F}">
      <dgm:prSet custT="1"/>
      <dgm:spPr/>
      <dgm:t>
        <a:bodyPr/>
        <a:lstStyle/>
        <a:p>
          <a:r>
            <a:rPr lang="en-US" sz="1800" dirty="0">
              <a:solidFill>
                <a:schemeClr val="bg1"/>
              </a:solidFill>
              <a:latin typeface="Arial" panose="020B0604020202020204" pitchFamily="34" charset="0"/>
              <a:cs typeface="Arial" panose="020B0604020202020204" pitchFamily="34" charset="0"/>
            </a:rPr>
            <a:t>I </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b; II  a; III  c</a:t>
          </a:r>
          <a:endParaRPr lang="en-US" sz="1800" dirty="0">
            <a:solidFill>
              <a:schemeClr val="bg1"/>
            </a:solidFill>
            <a:latin typeface="Arial" panose="020B0604020202020204" pitchFamily="34" charset="0"/>
            <a:cs typeface="Arial" panose="020B0604020202020204" pitchFamily="34" charset="0"/>
          </a:endParaRPr>
        </a:p>
      </dgm:t>
    </dgm:pt>
    <dgm:pt modelId="{6E640A31-E887-4602-876D-912E49AA6308}" type="parTrans" cxnId="{6ACEB19C-65A9-429C-A2AB-FB05C5D34961}">
      <dgm:prSet/>
      <dgm:spPr/>
      <dgm:t>
        <a:bodyPr/>
        <a:lstStyle/>
        <a:p>
          <a:endParaRPr lang="en-US"/>
        </a:p>
      </dgm:t>
    </dgm:pt>
    <dgm:pt modelId="{09ADD203-A1A7-462C-8493-ACAE682514D7}" type="sibTrans" cxnId="{6ACEB19C-65A9-429C-A2AB-FB05C5D34961}">
      <dgm:prSet/>
      <dgm:spPr/>
      <dgm:t>
        <a:bodyPr/>
        <a:lstStyle/>
        <a:p>
          <a:endParaRPr lang="en-US"/>
        </a:p>
      </dgm:t>
    </dgm:pt>
    <dgm:pt modelId="{6E814388-8031-47CB-98BF-BEFDACA38733}">
      <dgm:prSet custT="1"/>
      <dgm:spPr/>
      <dgm:t>
        <a:bodyPr/>
        <a:lstStyle/>
        <a:p>
          <a:r>
            <a:rPr lang="en-US" sz="1800" dirty="0">
              <a:solidFill>
                <a:schemeClr val="bg1"/>
              </a:solidFill>
              <a:latin typeface="Arial" panose="020B0604020202020204" pitchFamily="34" charset="0"/>
              <a:cs typeface="Arial" panose="020B0604020202020204" pitchFamily="34" charset="0"/>
            </a:rPr>
            <a:t>I </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c; II  c; III  b</a:t>
          </a:r>
          <a:endParaRPr lang="en-US" sz="1800" dirty="0">
            <a:solidFill>
              <a:schemeClr val="bg1"/>
            </a:solidFill>
            <a:latin typeface="Arial" panose="020B0604020202020204" pitchFamily="34" charset="0"/>
            <a:cs typeface="Arial" panose="020B0604020202020204" pitchFamily="34" charset="0"/>
          </a:endParaRPr>
        </a:p>
      </dgm:t>
    </dgm:pt>
    <dgm:pt modelId="{2423C26B-371B-4682-A5D2-45F7CB088E0B}" type="parTrans" cxnId="{C5B3FEF0-8F1C-4DDB-9B4E-D221C36CF7A2}">
      <dgm:prSet/>
      <dgm:spPr/>
      <dgm:t>
        <a:bodyPr/>
        <a:lstStyle/>
        <a:p>
          <a:endParaRPr lang="en-US"/>
        </a:p>
      </dgm:t>
    </dgm:pt>
    <dgm:pt modelId="{0F585357-E149-4B1E-9A21-23A9BBD85918}" type="sibTrans" cxnId="{C5B3FEF0-8F1C-4DDB-9B4E-D221C36CF7A2}">
      <dgm:prSet/>
      <dgm:spPr/>
      <dgm:t>
        <a:bodyPr/>
        <a:lstStyle/>
        <a:p>
          <a:endParaRPr lang="en-US"/>
        </a:p>
      </dgm:t>
    </dgm:pt>
    <dgm:pt modelId="{7B2C7C03-1F93-4EB2-985A-1C36B2485BFB}">
      <dgm:prSet custT="1"/>
      <dgm:spPr/>
      <dgm:t>
        <a:bodyPr/>
        <a:lstStyle/>
        <a:p>
          <a:r>
            <a:rPr lang="en-US" sz="1800" dirty="0">
              <a:solidFill>
                <a:schemeClr val="bg1"/>
              </a:solidFill>
              <a:latin typeface="Arial" panose="020B0604020202020204" pitchFamily="34" charset="0"/>
              <a:cs typeface="Arial" panose="020B0604020202020204" pitchFamily="34" charset="0"/>
            </a:rPr>
            <a:t>I </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a; II  b; III  c</a:t>
          </a:r>
          <a:endParaRPr lang="en-US" sz="1800" dirty="0">
            <a:solidFill>
              <a:schemeClr val="bg1"/>
            </a:solidFill>
            <a:latin typeface="Arial" panose="020B0604020202020204" pitchFamily="34" charset="0"/>
            <a:cs typeface="Arial" panose="020B0604020202020204" pitchFamily="34" charset="0"/>
          </a:endParaRPr>
        </a:p>
      </dgm:t>
    </dgm:pt>
    <dgm:pt modelId="{38CB7C52-C898-4A81-93F2-D31AE724C6A5}" type="parTrans" cxnId="{715C596B-DA7C-4814-BCC6-9E6FFDC3E002}">
      <dgm:prSet/>
      <dgm:spPr/>
      <dgm:t>
        <a:bodyPr/>
        <a:lstStyle/>
        <a:p>
          <a:endParaRPr lang="en-US"/>
        </a:p>
      </dgm:t>
    </dgm:pt>
    <dgm:pt modelId="{23439A0D-5DCE-45D8-9FD1-1E5D5C1F8360}" type="sibTrans" cxnId="{715C596B-DA7C-4814-BCC6-9E6FFDC3E002}">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34502" custLinFactNeighborX="-22017" custLinFactNeighborY="-2208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3768">
        <dgm:presLayoutVars>
          <dgm:bulletEnabled val="1"/>
        </dgm:presLayoutVars>
      </dgm:prSet>
      <dgm:spPr/>
    </dgm:pt>
  </dgm:ptLst>
  <dgm:cxnLst>
    <dgm:cxn modelId="{EC4EBF06-548A-45F3-A6FB-F878CAEB357A}" type="presOf" srcId="{3543E104-5757-4CC0-BFCC-A3646140029F}" destId="{0EBE7C70-51AD-4402-A9D8-36889ADBC56A}" srcOrd="0" destOrd="1" presId="urn:microsoft.com/office/officeart/2005/8/layout/vList2"/>
    <dgm:cxn modelId="{715C596B-DA7C-4814-BCC6-9E6FFDC3E002}" srcId="{2C8EA471-3542-4573-A8BF-295862507B6E}" destId="{7B2C7C03-1F93-4EB2-985A-1C36B2485BFB}" srcOrd="3" destOrd="0" parTransId="{38CB7C52-C898-4A81-93F2-D31AE724C6A5}" sibTransId="{23439A0D-5DCE-45D8-9FD1-1E5D5C1F8360}"/>
    <dgm:cxn modelId="{1524638D-6358-4EBC-99B6-14796BAFA37A}" type="presOf" srcId="{2C8EA471-3542-4573-A8BF-295862507B6E}" destId="{B6F44C7D-37FA-4A88-A65B-56F3574B16C2}" srcOrd="0" destOrd="0" presId="urn:microsoft.com/office/officeart/2005/8/layout/vList2"/>
    <dgm:cxn modelId="{6ACEB19C-65A9-429C-A2AB-FB05C5D34961}" srcId="{2C8EA471-3542-4573-A8BF-295862507B6E}" destId="{3543E104-5757-4CC0-BFCC-A3646140029F}" srcOrd="1" destOrd="0" parTransId="{6E640A31-E887-4602-876D-912E49AA6308}" sibTransId="{09ADD203-A1A7-462C-8493-ACAE682514D7}"/>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C5B3FEF0-8F1C-4DDB-9B4E-D221C36CF7A2}" srcId="{2C8EA471-3542-4573-A8BF-295862507B6E}" destId="{6E814388-8031-47CB-98BF-BEFDACA38733}" srcOrd="2" destOrd="0" parTransId="{2423C26B-371B-4682-A5D2-45F7CB088E0B}" sibTransId="{0F585357-E149-4B1E-9A21-23A9BBD85918}"/>
    <dgm:cxn modelId="{3BB7B6F9-2185-4255-A0E9-6118DCB6A082}" type="presOf" srcId="{7B2C7C03-1F93-4EB2-985A-1C36B2485BFB}" destId="{0EBE7C70-51AD-4402-A9D8-36889ADBC56A}" srcOrd="0" destOrd="3" presId="urn:microsoft.com/office/officeart/2005/8/layout/vList2"/>
    <dgm:cxn modelId="{94CB19FC-32DA-4B7D-931E-19B87FB2544B}" type="presOf" srcId="{6E814388-8031-47CB-98BF-BEFDACA38733}"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a:solidFill>
                <a:schemeClr val="bg1"/>
              </a:solidFill>
              <a:latin typeface="Arial" panose="020B0604020202020204" pitchFamily="34" charset="0"/>
              <a:cs typeface="Arial" panose="020B0604020202020204" pitchFamily="34" charset="0"/>
            </a:rPr>
            <a:t>I </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b; II  c; III  a</a:t>
          </a:r>
          <a:endParaRPr lang="en-US" sz="1800" b="1" dirty="0">
            <a:solidFill>
              <a:schemeClr val="bg1"/>
            </a:solidFill>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i="0" dirty="0">
              <a:solidFill>
                <a:schemeClr val="bg1"/>
              </a:solidFill>
              <a:latin typeface="Arial" panose="020B0604020202020204" pitchFamily="34" charset="0"/>
              <a:cs typeface="Arial" panose="020B0604020202020204" pitchFamily="34" charset="0"/>
            </a:rPr>
            <a:t>4. </a:t>
          </a:r>
          <a:r>
            <a:rPr lang="en-US" sz="1800" b="0" i="0" dirty="0">
              <a:latin typeface="Arial" panose="020B0604020202020204" pitchFamily="34" charset="0"/>
              <a:cs typeface="Arial" panose="020B0604020202020204" pitchFamily="34" charset="0"/>
            </a:rPr>
            <a:t>The My Setup Products object can be prepopulated during implementation to preselect certain products for certain users. This is especially useful if all the users of the application focus on the same product set.</a:t>
          </a:r>
        </a:p>
        <a:p>
          <a:r>
            <a:rPr lang="en-US" sz="1800" b="0" i="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000A9E6-88B5-4D45-9F0E-F3D88392BA61}">
      <dgm:prSet phldrT="[Tex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36804117-707E-4F58-9915-917E2CFA04BE}" type="parTrans" cxnId="{40CCC009-534F-4906-8352-DC752F51A9B4}">
      <dgm:prSet/>
      <dgm:spPr/>
      <dgm:t>
        <a:bodyPr/>
        <a:lstStyle/>
        <a:p>
          <a:endParaRPr lang="en-US"/>
        </a:p>
      </dgm:t>
    </dgm:pt>
    <dgm:pt modelId="{AE6D1741-B9CC-4733-85EE-64E2285DC4E8}" type="sibTrans" cxnId="{40CCC009-534F-4906-8352-DC752F51A9B4}">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10893">
        <dgm:presLayoutVars>
          <dgm:bulletEnabled val="1"/>
        </dgm:presLayoutVars>
      </dgm:prSet>
      <dgm:spPr/>
    </dgm:pt>
  </dgm:ptLst>
  <dgm:cxnLst>
    <dgm:cxn modelId="{40CCC009-534F-4906-8352-DC752F51A9B4}" srcId="{2C8EA471-3542-4573-A8BF-295862507B6E}" destId="{6000A9E6-88B5-4D45-9F0E-F3D88392BA61}" srcOrd="1" destOrd="0" parTransId="{36804117-707E-4F58-9915-917E2CFA04BE}" sibTransId="{AE6D1741-B9CC-4733-85EE-64E2285DC4E8}"/>
    <dgm:cxn modelId="{A595F76E-3F98-440B-95FD-0762A9355E4C}" type="presOf" srcId="{6000A9E6-88B5-4D45-9F0E-F3D88392BA61}"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i="0" dirty="0">
              <a:solidFill>
                <a:schemeClr val="bg1"/>
              </a:solidFill>
              <a:latin typeface="Arial" panose="020B0604020202020204" pitchFamily="34" charset="0"/>
              <a:cs typeface="Arial" panose="020B0604020202020204" pitchFamily="34" charset="0"/>
            </a:rPr>
            <a:t>5. </a:t>
          </a:r>
          <a:r>
            <a:rPr lang="en-US" sz="1800" dirty="0">
              <a:latin typeface="Arial" panose="020B0604020202020204" pitchFamily="34" charset="0"/>
              <a:cs typeface="Arial" panose="020B0604020202020204" pitchFamily="34" charset="0"/>
            </a:rPr>
            <a:t>To enable the </a:t>
          </a:r>
          <a:r>
            <a:rPr lang="en-US" sz="1800" dirty="0" err="1">
              <a:latin typeface="Arial" panose="020B0604020202020204" pitchFamily="34" charset="0"/>
              <a:cs typeface="Arial" panose="020B0604020202020204" pitchFamily="34" charset="0"/>
            </a:rPr>
            <a:t>Product_Identifier_vod</a:t>
          </a:r>
          <a:r>
            <a:rPr lang="en-US" sz="1800" dirty="0">
              <a:latin typeface="Arial" panose="020B0604020202020204" pitchFamily="34" charset="0"/>
              <a:cs typeface="Arial" panose="020B0604020202020204" pitchFamily="34" charset="0"/>
            </a:rPr>
            <a:t> field, we should provide the necessary FLS in the following objects: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err="1">
              <a:solidFill>
                <a:schemeClr val="bg1"/>
              </a:solidFill>
              <a:latin typeface="Arial" panose="020B0604020202020204" pitchFamily="34" charset="0"/>
              <a:cs typeface="Arial" panose="020B0604020202020204" pitchFamily="34" charset="0"/>
            </a:rPr>
            <a:t>Product_vod</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80E66DEC-0712-48CE-8806-4BF6CC5DF148}">
      <dgm:prSet custT="1"/>
      <dgm:spPr/>
      <dgm:t>
        <a:bodyPr/>
        <a:lstStyle/>
        <a:p>
          <a:r>
            <a:rPr lang="en-US" sz="1800" dirty="0" err="1">
              <a:solidFill>
                <a:schemeClr val="bg1"/>
              </a:solidFill>
              <a:latin typeface="Arial" panose="020B0604020202020204" pitchFamily="34" charset="0"/>
              <a:cs typeface="Arial" panose="020B0604020202020204" pitchFamily="34" charset="0"/>
            </a:rPr>
            <a:t>Order_Line</a:t>
          </a:r>
          <a:r>
            <a:rPr lang="en-US" sz="1800" dirty="0">
              <a:solidFill>
                <a:schemeClr val="bg1"/>
              </a:solidFill>
              <a:latin typeface="Arial" panose="020B0604020202020204" pitchFamily="34" charset="0"/>
              <a:cs typeface="Arial" panose="020B0604020202020204" pitchFamily="34" charset="0"/>
            </a:rPr>
            <a:t> _vod</a:t>
          </a:r>
          <a:endParaRPr lang="en-US" sz="1800" b="0" dirty="0">
            <a:solidFill>
              <a:schemeClr val="bg1"/>
            </a:solidFill>
            <a:latin typeface="Arial" panose="020B0604020202020204" pitchFamily="34" charset="0"/>
            <a:cs typeface="Arial" panose="020B0604020202020204" pitchFamily="34" charset="0"/>
          </a:endParaRPr>
        </a:p>
      </dgm:t>
    </dgm:pt>
    <dgm:pt modelId="{24B60C35-391E-4DC7-8F9B-865A6283EE53}" type="parTrans" cxnId="{F19C392F-BF81-4C4E-AEEF-B411163E9F7F}">
      <dgm:prSet/>
      <dgm:spPr/>
      <dgm:t>
        <a:bodyPr/>
        <a:lstStyle/>
        <a:p>
          <a:endParaRPr lang="en-US"/>
        </a:p>
      </dgm:t>
    </dgm:pt>
    <dgm:pt modelId="{4ADD4426-45A1-4518-B2B9-9BB7FB9FBF58}" type="sibTrans" cxnId="{F19C392F-BF81-4C4E-AEEF-B411163E9F7F}">
      <dgm:prSet/>
      <dgm:spPr/>
      <dgm:t>
        <a:bodyPr/>
        <a:lstStyle/>
        <a:p>
          <a:endParaRPr lang="en-US"/>
        </a:p>
      </dgm:t>
    </dgm:pt>
    <dgm:pt modelId="{756E383E-222F-4E64-ADFD-CF9BEA5311FA}">
      <dgm:prSet custT="1"/>
      <dgm:spPr/>
      <dgm:t>
        <a:bodyPr/>
        <a:lstStyle/>
        <a:p>
          <a:r>
            <a:rPr lang="en-US" sz="1800" dirty="0" err="1">
              <a:solidFill>
                <a:schemeClr val="bg1"/>
              </a:solidFill>
              <a:latin typeface="Arial" panose="020B0604020202020204" pitchFamily="34" charset="0"/>
              <a:cs typeface="Arial" panose="020B0604020202020204" pitchFamily="34" charset="0"/>
            </a:rPr>
            <a:t>Contract_Line</a:t>
          </a:r>
          <a:r>
            <a:rPr lang="en-US" sz="1800" dirty="0">
              <a:solidFill>
                <a:schemeClr val="bg1"/>
              </a:solidFill>
              <a:latin typeface="Arial" panose="020B0604020202020204" pitchFamily="34" charset="0"/>
              <a:cs typeface="Arial" panose="020B0604020202020204" pitchFamily="34" charset="0"/>
            </a:rPr>
            <a:t> _vod</a:t>
          </a:r>
          <a:endParaRPr lang="en-US" sz="1800" b="0" dirty="0">
            <a:solidFill>
              <a:schemeClr val="bg1"/>
            </a:solidFill>
            <a:latin typeface="Arial" panose="020B0604020202020204" pitchFamily="34" charset="0"/>
            <a:cs typeface="Arial" panose="020B0604020202020204" pitchFamily="34" charset="0"/>
          </a:endParaRPr>
        </a:p>
      </dgm:t>
    </dgm:pt>
    <dgm:pt modelId="{62B30A6E-C307-4508-976A-5ECA01347C3A}" type="parTrans" cxnId="{1063B5A7-A37F-42E9-9F0E-81242053407F}">
      <dgm:prSet/>
      <dgm:spPr/>
      <dgm:t>
        <a:bodyPr/>
        <a:lstStyle/>
        <a:p>
          <a:endParaRPr lang="en-US"/>
        </a:p>
      </dgm:t>
    </dgm:pt>
    <dgm:pt modelId="{075CDACA-1566-41DF-8F23-6AF51727D11C}" type="sibTrans" cxnId="{1063B5A7-A37F-42E9-9F0E-81242053407F}">
      <dgm:prSet/>
      <dgm:spPr/>
      <dgm:t>
        <a:bodyPr/>
        <a:lstStyle/>
        <a:p>
          <a:endParaRPr lang="en-US"/>
        </a:p>
      </dgm:t>
    </dgm:pt>
    <dgm:pt modelId="{2C866FA3-0493-42B0-B2A3-4F06019ECCC2}">
      <dgm:prSet custT="1"/>
      <dgm:spPr/>
      <dgm:t>
        <a:bodyPr/>
        <a:lstStyle/>
        <a:p>
          <a:r>
            <a:rPr lang="en-US" sz="1800" b="0" dirty="0">
              <a:solidFill>
                <a:schemeClr val="bg1"/>
              </a:solidFill>
              <a:latin typeface="Arial" panose="020B0604020202020204" pitchFamily="34" charset="0"/>
              <a:cs typeface="Arial" panose="020B0604020202020204" pitchFamily="34" charset="0"/>
            </a:rPr>
            <a:t>All of the above</a:t>
          </a:r>
        </a:p>
      </dgm:t>
    </dgm:pt>
    <dgm:pt modelId="{EB7A2BF1-8648-44F2-B1C5-C0F275AD73D4}" type="parTrans" cxnId="{1A258167-813B-411E-81B1-067AE455233F}">
      <dgm:prSet/>
      <dgm:spPr/>
      <dgm:t>
        <a:bodyPr/>
        <a:lstStyle/>
        <a:p>
          <a:endParaRPr lang="en-US"/>
        </a:p>
      </dgm:t>
    </dgm:pt>
    <dgm:pt modelId="{D9850CD1-9F76-41AA-ACF1-842B5C3FBEDF}" type="sibTrans" cxnId="{1A258167-813B-411E-81B1-067AE455233F}">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10893">
        <dgm:presLayoutVars>
          <dgm:bulletEnabled val="1"/>
        </dgm:presLayoutVars>
      </dgm:prSet>
      <dgm:spPr/>
    </dgm:pt>
  </dgm:ptLst>
  <dgm:cxnLst>
    <dgm:cxn modelId="{61A52B23-2D14-4827-9A23-E81E82F52AAD}" type="presOf" srcId="{80E66DEC-0712-48CE-8806-4BF6CC5DF148}" destId="{0EBE7C70-51AD-4402-A9D8-36889ADBC56A}" srcOrd="0" destOrd="1" presId="urn:microsoft.com/office/officeart/2005/8/layout/vList2"/>
    <dgm:cxn modelId="{F19C392F-BF81-4C4E-AEEF-B411163E9F7F}" srcId="{2C8EA471-3542-4573-A8BF-295862507B6E}" destId="{80E66DEC-0712-48CE-8806-4BF6CC5DF148}" srcOrd="1" destOrd="0" parTransId="{24B60C35-391E-4DC7-8F9B-865A6283EE53}" sibTransId="{4ADD4426-45A1-4518-B2B9-9BB7FB9FBF58}"/>
    <dgm:cxn modelId="{1A258167-813B-411E-81B1-067AE455233F}" srcId="{2C8EA471-3542-4573-A8BF-295862507B6E}" destId="{2C866FA3-0493-42B0-B2A3-4F06019ECCC2}" srcOrd="3" destOrd="0" parTransId="{EB7A2BF1-8648-44F2-B1C5-C0F275AD73D4}" sibTransId="{D9850CD1-9F76-41AA-ACF1-842B5C3FBEDF}"/>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D9581BA4-24D3-4CA1-80BA-08136C81D8FE}" type="presOf" srcId="{2C866FA3-0493-42B0-B2A3-4F06019ECCC2}" destId="{0EBE7C70-51AD-4402-A9D8-36889ADBC56A}" srcOrd="0" destOrd="3" presId="urn:microsoft.com/office/officeart/2005/8/layout/vList2"/>
    <dgm:cxn modelId="{1063B5A7-A37F-42E9-9F0E-81242053407F}" srcId="{2C8EA471-3542-4573-A8BF-295862507B6E}" destId="{756E383E-222F-4E64-ADFD-CF9BEA5311FA}" srcOrd="2" destOrd="0" parTransId="{62B30A6E-C307-4508-976A-5ECA01347C3A}" sibTransId="{075CDACA-1566-41DF-8F23-6AF51727D11C}"/>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9A8F5BDC-23C7-4FE1-884C-321BE78DAEDC}" type="presOf" srcId="{756E383E-222F-4E64-ADFD-CF9BEA5311FA}"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All of the above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10025">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19098"/>
          <a:ext cx="8333885" cy="12960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1. You have a Product of </a:t>
          </a:r>
          <a:r>
            <a:rPr lang="en-US" sz="1800" b="1" kern="1200" dirty="0">
              <a:solidFill>
                <a:schemeClr val="bg1"/>
              </a:solidFill>
              <a:latin typeface="Arial" panose="020B0604020202020204" pitchFamily="34" charset="0"/>
              <a:cs typeface="Arial" panose="020B0604020202020204" pitchFamily="34" charset="0"/>
            </a:rPr>
            <a:t>Detail</a:t>
          </a:r>
          <a:r>
            <a:rPr lang="en-US" sz="1800" b="0" kern="1200" dirty="0">
              <a:solidFill>
                <a:schemeClr val="bg1"/>
              </a:solidFill>
              <a:latin typeface="Arial" panose="020B0604020202020204" pitchFamily="34" charset="0"/>
              <a:cs typeface="Arial" panose="020B0604020202020204" pitchFamily="34" charset="0"/>
            </a:rPr>
            <a:t> type which you want to assign to a sales rep, but this should not be displayed in his detail section of the Call report page.</a:t>
          </a:r>
        </a:p>
        <a:p>
          <a:pPr marL="0" lvl="0" indent="0" algn="l" defTabSz="800100">
            <a:lnSpc>
              <a:spcPct val="90000"/>
            </a:lnSpc>
            <a:spcBef>
              <a:spcPct val="0"/>
            </a:spcBef>
            <a:spcAft>
              <a:spcPct val="35000"/>
            </a:spcAft>
            <a:buNone/>
          </a:pPr>
          <a:r>
            <a:rPr lang="en-US" sz="1800" i="0" kern="1200" dirty="0">
              <a:solidFill>
                <a:schemeClr val="bg1"/>
              </a:solidFill>
              <a:latin typeface="Arial" panose="020B0604020202020204" pitchFamily="34" charset="0"/>
              <a:cs typeface="Arial" panose="020B0604020202020204" pitchFamily="34" charset="0"/>
            </a:rPr>
            <a:t>Which of the following action can be used to achieve this?</a:t>
          </a:r>
          <a:endParaRPr lang="en-US" sz="1800" kern="1200" dirty="0">
            <a:solidFill>
              <a:schemeClr val="bg1"/>
            </a:solidFill>
            <a:latin typeface="Arial" panose="020B0604020202020204" pitchFamily="34" charset="0"/>
            <a:cs typeface="Arial" panose="020B0604020202020204" pitchFamily="34" charset="0"/>
          </a:endParaRPr>
        </a:p>
      </dsp:txBody>
      <dsp:txXfrm>
        <a:off x="63266" y="382364"/>
        <a:ext cx="8207353" cy="1169482"/>
      </dsp:txXfrm>
    </dsp:sp>
    <dsp:sp modelId="{0EBE7C70-51AD-4402-A9D8-36889ADBC56A}">
      <dsp:nvSpPr>
        <dsp:cNvPr id="0" name=""/>
        <dsp:cNvSpPr/>
      </dsp:nvSpPr>
      <dsp:spPr>
        <a:xfrm>
          <a:off x="0" y="1854783"/>
          <a:ext cx="8333885" cy="913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Set </a:t>
          </a:r>
          <a:r>
            <a:rPr lang="en-US" sz="1800" b="1" kern="1200" dirty="0">
              <a:solidFill>
                <a:schemeClr val="bg1"/>
              </a:solidFill>
              <a:latin typeface="Arial" panose="020B0604020202020204" pitchFamily="34" charset="0"/>
              <a:cs typeface="Arial" panose="020B0604020202020204" pitchFamily="34" charset="0"/>
            </a:rPr>
            <a:t>No Details= TRUE</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Change </a:t>
          </a:r>
          <a:r>
            <a:rPr lang="en-US" sz="1800" b="1" kern="1200" dirty="0">
              <a:solidFill>
                <a:schemeClr val="bg1"/>
              </a:solidFill>
              <a:latin typeface="Arial" panose="020B0604020202020204" pitchFamily="34" charset="0"/>
              <a:cs typeface="Arial" panose="020B0604020202020204" pitchFamily="34" charset="0"/>
            </a:rPr>
            <a:t>Product Type</a:t>
          </a:r>
          <a:r>
            <a:rPr lang="en-US" sz="1800" kern="1200" dirty="0">
              <a:solidFill>
                <a:schemeClr val="bg1"/>
              </a:solidFill>
              <a:latin typeface="Arial" panose="020B0604020202020204" pitchFamily="34" charset="0"/>
              <a:cs typeface="Arial" panose="020B0604020202020204" pitchFamily="34" charset="0"/>
            </a:rPr>
            <a:t> to </a:t>
          </a:r>
          <a:r>
            <a:rPr lang="en-US" sz="1800" b="1" kern="1200" dirty="0">
              <a:solidFill>
                <a:schemeClr val="bg1"/>
              </a:solidFill>
              <a:latin typeface="Arial" panose="020B0604020202020204" pitchFamily="34" charset="0"/>
              <a:cs typeface="Arial" panose="020B0604020202020204" pitchFamily="34" charset="0"/>
            </a:rPr>
            <a:t>Sample</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Set </a:t>
          </a:r>
          <a:r>
            <a:rPr lang="en-US" sz="1800" b="1" kern="1200" dirty="0">
              <a:solidFill>
                <a:schemeClr val="bg1"/>
              </a:solidFill>
              <a:latin typeface="Arial" panose="020B0604020202020204" pitchFamily="34" charset="0"/>
              <a:cs typeface="Arial" panose="020B0604020202020204" pitchFamily="34" charset="0"/>
            </a:rPr>
            <a:t>User Aligned</a:t>
          </a:r>
          <a:r>
            <a:rPr lang="en-US" altLang="ja-JP" sz="1800" b="1" kern="1200" dirty="0">
              <a:solidFill>
                <a:schemeClr val="bg1"/>
              </a:solidFill>
              <a:latin typeface="Arial" panose="020B0604020202020204" pitchFamily="34" charset="0"/>
              <a:cs typeface="Arial" panose="020B0604020202020204" pitchFamily="34" charset="0"/>
            </a:rPr>
            <a:t> = TRUE</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Populate </a:t>
          </a:r>
          <a:r>
            <a:rPr lang="en-US" sz="1800" b="1" kern="1200" dirty="0">
              <a:solidFill>
                <a:schemeClr val="tx1"/>
              </a:solidFill>
              <a:latin typeface="Arial" panose="020B0604020202020204" pitchFamily="34" charset="0"/>
              <a:cs typeface="Arial" panose="020B0604020202020204" pitchFamily="34" charset="0"/>
            </a:rPr>
            <a:t>External ID</a:t>
          </a:r>
          <a:r>
            <a:rPr lang="en-US" sz="1800" kern="1200" dirty="0">
              <a:solidFill>
                <a:schemeClr val="tx1"/>
              </a:solidFill>
              <a:latin typeface="Arial" panose="020B0604020202020204" pitchFamily="34" charset="0"/>
              <a:cs typeface="Arial" panose="020B0604020202020204" pitchFamily="34" charset="0"/>
            </a:rPr>
            <a:t> with ‘</a:t>
          </a:r>
          <a:r>
            <a:rPr lang="en-US" sz="1800" b="1" kern="1200" dirty="0">
              <a:solidFill>
                <a:schemeClr val="tx1"/>
              </a:solidFill>
              <a:latin typeface="Arial" panose="020B0604020202020204" pitchFamily="34" charset="0"/>
              <a:cs typeface="Arial" panose="020B0604020202020204" pitchFamily="34" charset="0"/>
            </a:rPr>
            <a:t>1234</a:t>
          </a:r>
          <a:r>
            <a:rPr lang="en-US" sz="1800" kern="1200" dirty="0">
              <a:solidFill>
                <a:schemeClr val="tx1"/>
              </a:solidFill>
              <a:latin typeface="Arial" panose="020B0604020202020204" pitchFamily="34" charset="0"/>
              <a:cs typeface="Arial" panose="020B0604020202020204" pitchFamily="34" charset="0"/>
            </a:rPr>
            <a:t>’ </a:t>
          </a:r>
        </a:p>
      </dsp:txBody>
      <dsp:txXfrm>
        <a:off x="0" y="1854783"/>
        <a:ext cx="8333885" cy="9135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Set </a:t>
          </a:r>
          <a:r>
            <a:rPr lang="en-US" sz="1800" b="1" kern="1200" dirty="0">
              <a:latin typeface="Arial" panose="020B0604020202020204" pitchFamily="34" charset="0"/>
              <a:cs typeface="Arial" panose="020B0604020202020204" pitchFamily="34" charset="0"/>
            </a:rPr>
            <a:t>No Details= TRUE</a:t>
          </a:r>
        </a:p>
      </dsp:txBody>
      <dsp:txXfrm>
        <a:off x="36447" y="36447"/>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70174"/>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latin typeface="Arial" panose="020B0604020202020204" pitchFamily="34" charset="0"/>
              <a:cs typeface="Arial" panose="020B0604020202020204" pitchFamily="34" charset="0"/>
            </a:rPr>
            <a:t>2. Detail Groups work similarly to Product Groups for Order Management and Samples, but for Detail-level products.</a:t>
          </a:r>
        </a:p>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4318" y="234492"/>
        <a:ext cx="8205249" cy="1188915"/>
      </dsp:txXfrm>
    </dsp:sp>
    <dsp:sp modelId="{0EBE7C70-51AD-4402-A9D8-36889ADBC56A}">
      <dsp:nvSpPr>
        <dsp:cNvPr id="0" name=""/>
        <dsp:cNvSpPr/>
      </dsp:nvSpPr>
      <dsp:spPr>
        <a:xfrm>
          <a:off x="0" y="1763992"/>
          <a:ext cx="8333885" cy="874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763992"/>
        <a:ext cx="8333885" cy="8740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98812"/>
          <a:ext cx="11252957" cy="21129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dirty="0">
              <a:solidFill>
                <a:schemeClr val="bg1"/>
              </a:solidFill>
              <a:latin typeface="Arial" panose="020B0604020202020204" pitchFamily="34" charset="0"/>
              <a:cs typeface="Arial" panose="020B0604020202020204" pitchFamily="34" charset="0"/>
            </a:rPr>
            <a:t>3. Match the Following from My Setup page product assignment:</a:t>
          </a:r>
          <a:endParaRPr lang="en-US" sz="1600" b="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en-US" sz="1600" b="0" i="0" kern="1200" dirty="0">
              <a:solidFill>
                <a:schemeClr val="bg1"/>
              </a:solidFill>
              <a:latin typeface="Arial" panose="020B0604020202020204" pitchFamily="34" charset="0"/>
              <a:cs typeface="Arial" panose="020B0604020202020204" pitchFamily="34" charset="0"/>
            </a:rPr>
            <a:t>I. Deselected 			     a. the Topic displays by default in the Call Report and in the Ratings and Evaluations</a:t>
          </a:r>
        </a:p>
        <a:p>
          <a:pPr marL="0" lvl="0" indent="0" algn="l" defTabSz="711200">
            <a:lnSpc>
              <a:spcPct val="90000"/>
            </a:lnSpc>
            <a:spcBef>
              <a:spcPct val="0"/>
            </a:spcBef>
            <a:spcAft>
              <a:spcPct val="35000"/>
            </a:spcAft>
            <a:buNone/>
          </a:pPr>
          <a:r>
            <a:rPr lang="en-US" sz="1600" b="0" i="0" kern="1200" dirty="0">
              <a:solidFill>
                <a:schemeClr val="bg1"/>
              </a:solidFill>
              <a:latin typeface="Arial" panose="020B0604020202020204" pitchFamily="34" charset="0"/>
              <a:cs typeface="Arial" panose="020B0604020202020204" pitchFamily="34" charset="0"/>
            </a:rPr>
            <a:t>II. Selected 			     b.</a:t>
          </a:r>
          <a:r>
            <a:rPr lang="en-US" sz="1600" kern="1200" dirty="0">
              <a:latin typeface="Arial" panose="020B0604020202020204" pitchFamily="34" charset="0"/>
              <a:cs typeface="Arial" panose="020B0604020202020204" pitchFamily="34" charset="0"/>
            </a:rPr>
            <a:t> the Topic is not visible in the Call Report or the Ratings and Evaluations</a:t>
          </a:r>
          <a:endParaRPr lang="en-US" sz="1600" b="0" i="0" kern="1200" dirty="0">
            <a:solidFill>
              <a:schemeClr val="bg1"/>
            </a:solidFill>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en-US" sz="1600" b="0" i="0" kern="1200" dirty="0">
              <a:solidFill>
                <a:schemeClr val="bg1"/>
              </a:solidFill>
              <a:latin typeface="Arial" panose="020B0604020202020204" pitchFamily="34" charset="0"/>
              <a:cs typeface="Arial" panose="020B0604020202020204" pitchFamily="34" charset="0"/>
            </a:rPr>
            <a:t>III. Selected and Favorite active     c. the Topic does not display by default in the Detailing Priority section of the Call 					         report but can be added using the Add other function and searching </a:t>
          </a:r>
          <a:endParaRPr lang="en-US" sz="1600" kern="1200" dirty="0">
            <a:solidFill>
              <a:schemeClr val="bg1"/>
            </a:solidFill>
            <a:latin typeface="Arial" panose="020B0604020202020204" pitchFamily="34" charset="0"/>
            <a:cs typeface="Arial" panose="020B0604020202020204" pitchFamily="34" charset="0"/>
          </a:endParaRPr>
        </a:p>
      </dsp:txBody>
      <dsp:txXfrm>
        <a:off x="103146" y="301958"/>
        <a:ext cx="11046665" cy="1906659"/>
      </dsp:txXfrm>
    </dsp:sp>
    <dsp:sp modelId="{0EBE7C70-51AD-4402-A9D8-36889ADBC56A}">
      <dsp:nvSpPr>
        <dsp:cNvPr id="0" name=""/>
        <dsp:cNvSpPr/>
      </dsp:nvSpPr>
      <dsp:spPr>
        <a:xfrm>
          <a:off x="0" y="2508295"/>
          <a:ext cx="11252957" cy="940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28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I </a:t>
          </a:r>
          <a:r>
            <a:rPr lang="en-US" sz="1800" kern="1200" dirty="0">
              <a:solidFill>
                <a:schemeClr val="bg1"/>
              </a:solidFill>
              <a:latin typeface="Arial" panose="020B0604020202020204" pitchFamily="34" charset="0"/>
              <a:cs typeface="Arial" panose="020B0604020202020204" pitchFamily="34" charset="0"/>
              <a:sym typeface="Wingdings" panose="05000000000000000000" pitchFamily="2" charset="2"/>
            </a:rPr>
            <a:t> b; II  c; III  a</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I </a:t>
          </a:r>
          <a:r>
            <a:rPr lang="en-US" sz="1800" kern="1200" dirty="0">
              <a:solidFill>
                <a:schemeClr val="bg1"/>
              </a:solidFill>
              <a:latin typeface="Arial" panose="020B0604020202020204" pitchFamily="34" charset="0"/>
              <a:cs typeface="Arial" panose="020B0604020202020204" pitchFamily="34" charset="0"/>
              <a:sym typeface="Wingdings" panose="05000000000000000000" pitchFamily="2" charset="2"/>
            </a:rPr>
            <a:t> b; II  a; III  c</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I </a:t>
          </a:r>
          <a:r>
            <a:rPr lang="en-US" sz="1800" kern="1200" dirty="0">
              <a:solidFill>
                <a:schemeClr val="bg1"/>
              </a:solidFill>
              <a:latin typeface="Arial" panose="020B0604020202020204" pitchFamily="34" charset="0"/>
              <a:cs typeface="Arial" panose="020B0604020202020204" pitchFamily="34" charset="0"/>
              <a:sym typeface="Wingdings" panose="05000000000000000000" pitchFamily="2" charset="2"/>
            </a:rPr>
            <a:t> c; II  c; III  b</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I </a:t>
          </a:r>
          <a:r>
            <a:rPr lang="en-US" sz="1800" kern="1200" dirty="0">
              <a:solidFill>
                <a:schemeClr val="bg1"/>
              </a:solidFill>
              <a:latin typeface="Arial" panose="020B0604020202020204" pitchFamily="34" charset="0"/>
              <a:cs typeface="Arial" panose="020B0604020202020204" pitchFamily="34" charset="0"/>
              <a:sym typeface="Wingdings" panose="05000000000000000000" pitchFamily="2" charset="2"/>
            </a:rPr>
            <a:t> a; II  b; III  c</a:t>
          </a:r>
          <a:endParaRPr lang="en-US" sz="1800" kern="1200" dirty="0">
            <a:solidFill>
              <a:schemeClr val="bg1"/>
            </a:solidFill>
            <a:latin typeface="Arial" panose="020B0604020202020204" pitchFamily="34" charset="0"/>
            <a:cs typeface="Arial" panose="020B0604020202020204" pitchFamily="34" charset="0"/>
          </a:endParaRPr>
        </a:p>
      </dsp:txBody>
      <dsp:txXfrm>
        <a:off x="0" y="2508295"/>
        <a:ext cx="11252957" cy="9403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10820398"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a:solidFill>
                <a:schemeClr val="bg1"/>
              </a:solidFill>
              <a:latin typeface="Arial" panose="020B0604020202020204" pitchFamily="34" charset="0"/>
              <a:cs typeface="Arial" panose="020B0604020202020204" pitchFamily="34" charset="0"/>
            </a:rPr>
            <a:t>I </a:t>
          </a:r>
          <a:r>
            <a:rPr lang="en-US" sz="1800" kern="1200" dirty="0">
              <a:solidFill>
                <a:schemeClr val="bg1"/>
              </a:solidFill>
              <a:latin typeface="Arial" panose="020B0604020202020204" pitchFamily="34" charset="0"/>
              <a:cs typeface="Arial" panose="020B0604020202020204" pitchFamily="34" charset="0"/>
              <a:sym typeface="Wingdings" panose="05000000000000000000" pitchFamily="2" charset="2"/>
            </a:rPr>
            <a:t> b; II  c; III  a</a:t>
          </a:r>
          <a:endParaRPr lang="en-US" sz="1800" b="1" kern="1200" dirty="0">
            <a:solidFill>
              <a:schemeClr val="bg1"/>
            </a:solidFill>
            <a:latin typeface="Arial" panose="020B0604020202020204" pitchFamily="34" charset="0"/>
            <a:cs typeface="Arial" panose="020B0604020202020204" pitchFamily="34" charset="0"/>
          </a:endParaRPr>
        </a:p>
      </dsp:txBody>
      <dsp:txXfrm>
        <a:off x="36447" y="36447"/>
        <a:ext cx="10747504"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08414"/>
          <a:ext cx="8333885" cy="144107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4. </a:t>
          </a:r>
          <a:r>
            <a:rPr lang="en-US" sz="1800" b="0" i="0" kern="1200" dirty="0">
              <a:latin typeface="Arial" panose="020B0604020202020204" pitchFamily="34" charset="0"/>
              <a:cs typeface="Arial" panose="020B0604020202020204" pitchFamily="34" charset="0"/>
            </a:rPr>
            <a:t>The My Setup Products object can be prepopulated during implementation to preselect certain products for certain users. This is especially useful if all the users of the application focus on the same product set.</a:t>
          </a:r>
        </a:p>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70347" y="178761"/>
        <a:ext cx="8193191" cy="1300377"/>
      </dsp:txXfrm>
    </dsp:sp>
    <dsp:sp modelId="{0EBE7C70-51AD-4402-A9D8-36889ADBC56A}">
      <dsp:nvSpPr>
        <dsp:cNvPr id="0" name=""/>
        <dsp:cNvSpPr/>
      </dsp:nvSpPr>
      <dsp:spPr>
        <a:xfrm>
          <a:off x="0" y="1838179"/>
          <a:ext cx="8333885" cy="874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838179"/>
        <a:ext cx="8333885" cy="87405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36881"/>
          <a:ext cx="8333885" cy="12960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5. </a:t>
          </a:r>
          <a:r>
            <a:rPr lang="en-US" sz="1800" kern="1200" dirty="0">
              <a:latin typeface="Arial" panose="020B0604020202020204" pitchFamily="34" charset="0"/>
              <a:cs typeface="Arial" panose="020B0604020202020204" pitchFamily="34" charset="0"/>
            </a:rPr>
            <a:t>To enable the </a:t>
          </a:r>
          <a:r>
            <a:rPr lang="en-US" sz="1800" kern="1200" dirty="0" err="1">
              <a:latin typeface="Arial" panose="020B0604020202020204" pitchFamily="34" charset="0"/>
              <a:cs typeface="Arial" panose="020B0604020202020204" pitchFamily="34" charset="0"/>
            </a:rPr>
            <a:t>Product_Identifier_vod</a:t>
          </a:r>
          <a:r>
            <a:rPr lang="en-US" sz="1800" kern="1200" dirty="0">
              <a:latin typeface="Arial" panose="020B0604020202020204" pitchFamily="34" charset="0"/>
              <a:cs typeface="Arial" panose="020B0604020202020204" pitchFamily="34" charset="0"/>
            </a:rPr>
            <a:t> field, we should provide the necessary FLS in the following objects:</a:t>
          </a:r>
          <a:endParaRPr lang="en-US" sz="1800" kern="1200" dirty="0">
            <a:solidFill>
              <a:schemeClr val="bg1"/>
            </a:solidFill>
            <a:latin typeface="Arial" panose="020B0604020202020204" pitchFamily="34" charset="0"/>
            <a:cs typeface="Arial" panose="020B0604020202020204" pitchFamily="34" charset="0"/>
          </a:endParaRPr>
        </a:p>
      </dsp:txBody>
      <dsp:txXfrm>
        <a:off x="63266" y="200147"/>
        <a:ext cx="8207353" cy="1169482"/>
      </dsp:txXfrm>
    </dsp:sp>
    <dsp:sp modelId="{0EBE7C70-51AD-4402-A9D8-36889ADBC56A}">
      <dsp:nvSpPr>
        <dsp:cNvPr id="0" name=""/>
        <dsp:cNvSpPr/>
      </dsp:nvSpPr>
      <dsp:spPr>
        <a:xfrm>
          <a:off x="0" y="1717899"/>
          <a:ext cx="8333885" cy="940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err="1">
              <a:solidFill>
                <a:schemeClr val="bg1"/>
              </a:solidFill>
              <a:latin typeface="Arial" panose="020B0604020202020204" pitchFamily="34" charset="0"/>
              <a:cs typeface="Arial" panose="020B0604020202020204" pitchFamily="34" charset="0"/>
            </a:rPr>
            <a:t>Product_vod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err="1">
              <a:solidFill>
                <a:schemeClr val="bg1"/>
              </a:solidFill>
              <a:latin typeface="Arial" panose="020B0604020202020204" pitchFamily="34" charset="0"/>
              <a:cs typeface="Arial" panose="020B0604020202020204" pitchFamily="34" charset="0"/>
            </a:rPr>
            <a:t>Order_Line</a:t>
          </a:r>
          <a:r>
            <a:rPr lang="en-US" sz="1800" kern="1200" dirty="0">
              <a:solidFill>
                <a:schemeClr val="bg1"/>
              </a:solidFill>
              <a:latin typeface="Arial" panose="020B0604020202020204" pitchFamily="34" charset="0"/>
              <a:cs typeface="Arial" panose="020B0604020202020204" pitchFamily="34" charset="0"/>
            </a:rPr>
            <a:t> _vod</a:t>
          </a:r>
          <a:endParaRPr lang="en-US" sz="1800" b="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err="1">
              <a:solidFill>
                <a:schemeClr val="bg1"/>
              </a:solidFill>
              <a:latin typeface="Arial" panose="020B0604020202020204" pitchFamily="34" charset="0"/>
              <a:cs typeface="Arial" panose="020B0604020202020204" pitchFamily="34" charset="0"/>
            </a:rPr>
            <a:t>Contract_Line</a:t>
          </a:r>
          <a:r>
            <a:rPr lang="en-US" sz="1800" kern="1200" dirty="0">
              <a:solidFill>
                <a:schemeClr val="bg1"/>
              </a:solidFill>
              <a:latin typeface="Arial" panose="020B0604020202020204" pitchFamily="34" charset="0"/>
              <a:cs typeface="Arial" panose="020B0604020202020204" pitchFamily="34" charset="0"/>
            </a:rPr>
            <a:t> _vod</a:t>
          </a:r>
          <a:endParaRPr lang="en-US" sz="1800" b="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All of the above</a:t>
          </a:r>
        </a:p>
      </dsp:txBody>
      <dsp:txXfrm>
        <a:off x="0" y="1717899"/>
        <a:ext cx="8333885" cy="94037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9157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All of the above</a:t>
          </a:r>
          <a:endParaRPr lang="en-US" sz="1800" b="1" kern="1200" dirty="0">
            <a:latin typeface="Arial" panose="020B0604020202020204" pitchFamily="34" charset="0"/>
            <a:cs typeface="Arial" panose="020B0604020202020204" pitchFamily="34" charset="0"/>
          </a:endParaRPr>
        </a:p>
      </dsp:txBody>
      <dsp:txXfrm>
        <a:off x="36447" y="12801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0FE121-B9CD-4047-B6B0-D0F09B57F9E9}" type="datetimeFigureOut">
              <a:rPr kumimoji="1" lang="ja-JP" altLang="en-US" smtClean="0"/>
              <a:t>2025/7/29</a:t>
            </a:fld>
            <a:endParaRPr kumimoji="1" lang="ja-JP"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1E0DF2-D658-46FA-9351-0C815E5677A9}" type="slidenum">
              <a:rPr kumimoji="1" lang="ja-JP" altLang="en-US" smtClean="0"/>
              <a:t>‹#›</a:t>
            </a:fld>
            <a:endParaRPr kumimoji="1" lang="ja-JP" altLang="en-US"/>
          </a:p>
        </p:txBody>
      </p:sp>
    </p:spTree>
    <p:extLst>
      <p:ext uri="{BB962C8B-B14F-4D97-AF65-F5344CB8AC3E}">
        <p14:creationId xmlns:p14="http://schemas.microsoft.com/office/powerpoint/2010/main" val="2525463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7/29/2025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4</a:t>
            </a:fld>
            <a:endParaRPr lang="en-US"/>
          </a:p>
        </p:txBody>
      </p:sp>
    </p:spTree>
    <p:extLst>
      <p:ext uri="{BB962C8B-B14F-4D97-AF65-F5344CB8AC3E}">
        <p14:creationId xmlns:p14="http://schemas.microsoft.com/office/powerpoint/2010/main" val="3156856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5</a:t>
            </a:fld>
            <a:endParaRPr lang="en-US"/>
          </a:p>
        </p:txBody>
      </p:sp>
    </p:spTree>
    <p:extLst>
      <p:ext uri="{BB962C8B-B14F-4D97-AF65-F5344CB8AC3E}">
        <p14:creationId xmlns:p14="http://schemas.microsoft.com/office/powerpoint/2010/main" val="2025858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6</a:t>
            </a:fld>
            <a:endParaRPr lang="en-US"/>
          </a:p>
        </p:txBody>
      </p:sp>
    </p:spTree>
    <p:extLst>
      <p:ext uri="{BB962C8B-B14F-4D97-AF65-F5344CB8AC3E}">
        <p14:creationId xmlns:p14="http://schemas.microsoft.com/office/powerpoint/2010/main" val="414139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8</a:t>
            </a:fld>
            <a:endParaRPr lang="en-US"/>
          </a:p>
        </p:txBody>
      </p:sp>
    </p:spTree>
    <p:extLst>
      <p:ext uri="{BB962C8B-B14F-4D97-AF65-F5344CB8AC3E}">
        <p14:creationId xmlns:p14="http://schemas.microsoft.com/office/powerpoint/2010/main" val="4179388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10</a:t>
            </a:fld>
            <a:endParaRPr lang="en-US"/>
          </a:p>
        </p:txBody>
      </p:sp>
    </p:spTree>
    <p:extLst>
      <p:ext uri="{BB962C8B-B14F-4D97-AF65-F5344CB8AC3E}">
        <p14:creationId xmlns:p14="http://schemas.microsoft.com/office/powerpoint/2010/main" val="194105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11</a:t>
            </a:fld>
            <a:endParaRPr lang="en-US"/>
          </a:p>
        </p:txBody>
      </p:sp>
    </p:spTree>
    <p:extLst>
      <p:ext uri="{BB962C8B-B14F-4D97-AF65-F5344CB8AC3E}">
        <p14:creationId xmlns:p14="http://schemas.microsoft.com/office/powerpoint/2010/main" val="3686548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12</a:t>
            </a:fld>
            <a:endParaRPr lang="en-US"/>
          </a:p>
        </p:txBody>
      </p:sp>
    </p:spTree>
    <p:extLst>
      <p:ext uri="{BB962C8B-B14F-4D97-AF65-F5344CB8AC3E}">
        <p14:creationId xmlns:p14="http://schemas.microsoft.com/office/powerpoint/2010/main" val="115034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13</a:t>
            </a:fld>
            <a:endParaRPr lang="en-US"/>
          </a:p>
        </p:txBody>
      </p:sp>
    </p:spTree>
    <p:extLst>
      <p:ext uri="{BB962C8B-B14F-4D97-AF65-F5344CB8AC3E}">
        <p14:creationId xmlns:p14="http://schemas.microsoft.com/office/powerpoint/2010/main" val="3903486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14</a:t>
            </a:fld>
            <a:endParaRPr lang="en-US"/>
          </a:p>
        </p:txBody>
      </p:sp>
    </p:spTree>
    <p:extLst>
      <p:ext uri="{BB962C8B-B14F-4D97-AF65-F5344CB8AC3E}">
        <p14:creationId xmlns:p14="http://schemas.microsoft.com/office/powerpoint/2010/main" val="916606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15</a:t>
            </a:fld>
            <a:endParaRPr lang="en-US"/>
          </a:p>
        </p:txBody>
      </p:sp>
    </p:spTree>
    <p:extLst>
      <p:ext uri="{BB962C8B-B14F-4D97-AF65-F5344CB8AC3E}">
        <p14:creationId xmlns:p14="http://schemas.microsoft.com/office/powerpoint/2010/main" val="2314811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16</a:t>
            </a:fld>
            <a:endParaRPr lang="en-US"/>
          </a:p>
        </p:txBody>
      </p:sp>
    </p:spTree>
    <p:extLst>
      <p:ext uri="{BB962C8B-B14F-4D97-AF65-F5344CB8AC3E}">
        <p14:creationId xmlns:p14="http://schemas.microsoft.com/office/powerpoint/2010/main" val="3211849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17</a:t>
            </a:fld>
            <a:endParaRPr lang="en-US"/>
          </a:p>
        </p:txBody>
      </p:sp>
    </p:spTree>
    <p:extLst>
      <p:ext uri="{BB962C8B-B14F-4D97-AF65-F5344CB8AC3E}">
        <p14:creationId xmlns:p14="http://schemas.microsoft.com/office/powerpoint/2010/main" val="1149524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18</a:t>
            </a:fld>
            <a:endParaRPr lang="en-US"/>
          </a:p>
        </p:txBody>
      </p:sp>
    </p:spTree>
    <p:extLst>
      <p:ext uri="{BB962C8B-B14F-4D97-AF65-F5344CB8AC3E}">
        <p14:creationId xmlns:p14="http://schemas.microsoft.com/office/powerpoint/2010/main" val="905399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19</a:t>
            </a:fld>
            <a:endParaRPr lang="en-US"/>
          </a:p>
        </p:txBody>
      </p:sp>
    </p:spTree>
    <p:extLst>
      <p:ext uri="{BB962C8B-B14F-4D97-AF65-F5344CB8AC3E}">
        <p14:creationId xmlns:p14="http://schemas.microsoft.com/office/powerpoint/2010/main" val="1266728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21</a:t>
            </a:fld>
            <a:endParaRPr lang="en-US"/>
          </a:p>
        </p:txBody>
      </p:sp>
    </p:spTree>
    <p:extLst>
      <p:ext uri="{BB962C8B-B14F-4D97-AF65-F5344CB8AC3E}">
        <p14:creationId xmlns:p14="http://schemas.microsoft.com/office/powerpoint/2010/main" val="2189705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22</a:t>
            </a:fld>
            <a:endParaRPr lang="en-US"/>
          </a:p>
        </p:txBody>
      </p:sp>
    </p:spTree>
    <p:extLst>
      <p:ext uri="{BB962C8B-B14F-4D97-AF65-F5344CB8AC3E}">
        <p14:creationId xmlns:p14="http://schemas.microsoft.com/office/powerpoint/2010/main" val="2592819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24</a:t>
            </a:fld>
            <a:endParaRPr lang="en-US"/>
          </a:p>
        </p:txBody>
      </p:sp>
    </p:spTree>
    <p:extLst>
      <p:ext uri="{BB962C8B-B14F-4D97-AF65-F5344CB8AC3E}">
        <p14:creationId xmlns:p14="http://schemas.microsoft.com/office/powerpoint/2010/main" val="317986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25</a:t>
            </a:fld>
            <a:endParaRPr lang="en-US"/>
          </a:p>
        </p:txBody>
      </p:sp>
    </p:spTree>
    <p:extLst>
      <p:ext uri="{BB962C8B-B14F-4D97-AF65-F5344CB8AC3E}">
        <p14:creationId xmlns:p14="http://schemas.microsoft.com/office/powerpoint/2010/main" val="7991260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26</a:t>
            </a:fld>
            <a:endParaRPr lang="en-US"/>
          </a:p>
        </p:txBody>
      </p:sp>
    </p:spTree>
    <p:extLst>
      <p:ext uri="{BB962C8B-B14F-4D97-AF65-F5344CB8AC3E}">
        <p14:creationId xmlns:p14="http://schemas.microsoft.com/office/powerpoint/2010/main" val="3250403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28</a:t>
            </a:fld>
            <a:endParaRPr lang="en-US"/>
          </a:p>
        </p:txBody>
      </p:sp>
    </p:spTree>
    <p:extLst>
      <p:ext uri="{BB962C8B-B14F-4D97-AF65-F5344CB8AC3E}">
        <p14:creationId xmlns:p14="http://schemas.microsoft.com/office/powerpoint/2010/main" val="4101317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29</a:t>
            </a:fld>
            <a:endParaRPr lang="en-US"/>
          </a:p>
        </p:txBody>
      </p:sp>
    </p:spTree>
    <p:extLst>
      <p:ext uri="{BB962C8B-B14F-4D97-AF65-F5344CB8AC3E}">
        <p14:creationId xmlns:p14="http://schemas.microsoft.com/office/powerpoint/2010/main" val="2108044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30</a:t>
            </a:fld>
            <a:endParaRPr lang="en-US"/>
          </a:p>
        </p:txBody>
      </p:sp>
    </p:spTree>
    <p:extLst>
      <p:ext uri="{BB962C8B-B14F-4D97-AF65-F5344CB8AC3E}">
        <p14:creationId xmlns:p14="http://schemas.microsoft.com/office/powerpoint/2010/main" val="2688376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31</a:t>
            </a:fld>
            <a:endParaRPr lang="en-US"/>
          </a:p>
        </p:txBody>
      </p:sp>
    </p:spTree>
    <p:extLst>
      <p:ext uri="{BB962C8B-B14F-4D97-AF65-F5344CB8AC3E}">
        <p14:creationId xmlns:p14="http://schemas.microsoft.com/office/powerpoint/2010/main" val="3407446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32</a:t>
            </a:fld>
            <a:endParaRPr lang="en-US"/>
          </a:p>
        </p:txBody>
      </p:sp>
    </p:spTree>
    <p:extLst>
      <p:ext uri="{BB962C8B-B14F-4D97-AF65-F5344CB8AC3E}">
        <p14:creationId xmlns:p14="http://schemas.microsoft.com/office/powerpoint/2010/main" val="33516816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33</a:t>
            </a:fld>
            <a:endParaRPr lang="en-US"/>
          </a:p>
        </p:txBody>
      </p:sp>
    </p:spTree>
    <p:extLst>
      <p:ext uri="{BB962C8B-B14F-4D97-AF65-F5344CB8AC3E}">
        <p14:creationId xmlns:p14="http://schemas.microsoft.com/office/powerpoint/2010/main" val="20912006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34</a:t>
            </a:fld>
            <a:endParaRPr lang="en-US"/>
          </a:p>
        </p:txBody>
      </p:sp>
    </p:spTree>
    <p:extLst>
      <p:ext uri="{BB962C8B-B14F-4D97-AF65-F5344CB8AC3E}">
        <p14:creationId xmlns:p14="http://schemas.microsoft.com/office/powerpoint/2010/main" val="655591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40</a:t>
            </a:fld>
            <a:endParaRPr lang="en-US"/>
          </a:p>
        </p:txBody>
      </p:sp>
    </p:spTree>
    <p:extLst>
      <p:ext uri="{BB962C8B-B14F-4D97-AF65-F5344CB8AC3E}">
        <p14:creationId xmlns:p14="http://schemas.microsoft.com/office/powerpoint/2010/main" val="115628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41</a:t>
            </a:fld>
            <a:endParaRPr lang="en-US"/>
          </a:p>
        </p:txBody>
      </p:sp>
    </p:spTree>
    <p:extLst>
      <p:ext uri="{BB962C8B-B14F-4D97-AF65-F5344CB8AC3E}">
        <p14:creationId xmlns:p14="http://schemas.microsoft.com/office/powerpoint/2010/main" val="37139690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7707137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287159221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222248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4189694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24072160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95" r:id="rId1"/>
    <p:sldLayoutId id="2147483694" r:id="rId2"/>
    <p:sldLayoutId id="2147483675" r:id="rId3"/>
    <p:sldLayoutId id="2147483676" r:id="rId4"/>
    <p:sldLayoutId id="2147483678" r:id="rId5"/>
    <p:sldLayoutId id="2147483679" r:id="rId6"/>
    <p:sldLayoutId id="2147483680" r:id="rId7"/>
    <p:sldLayoutId id="2147483681" r:id="rId8"/>
    <p:sldLayoutId id="2147483684" r:id="rId9"/>
    <p:sldLayoutId id="2147483693" r:id="rId10"/>
    <p:sldLayoutId id="2147483696" r:id="rId11"/>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6" r:id="rId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7" r:id="rId1"/>
    <p:sldLayoutId id="2147483827"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38.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39.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hyperlink" Target="https://crmhelp.veeva.com/doc/Content/Home.htm"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40.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381000" y="2206834"/>
            <a:ext cx="6245891" cy="1828469"/>
          </a:xfrm>
        </p:spPr>
        <p:txBody>
          <a:bodyPr anchor="ctr"/>
          <a:lstStyle/>
          <a:p>
            <a:pPr marL="238125" lvl="1"/>
            <a:r>
              <a:rPr lang="en-US" altLang="ja-JP" sz="3600" b="1" dirty="0">
                <a:solidFill>
                  <a:srgbClr val="00718F"/>
                </a:solidFill>
                <a:latin typeface="Arial" panose="020B0604020202020204" pitchFamily="34" charset="0"/>
                <a:cs typeface="Arial" panose="020B0604020202020204" pitchFamily="34" charset="0"/>
              </a:rPr>
              <a:t>Products &amp; My Setup</a:t>
            </a:r>
            <a:endParaRPr lang="en-US" sz="3600" b="1" dirty="0">
              <a:solidFill>
                <a:srgbClr val="00718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dirty="0"/>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sz="2400" dirty="0">
                <a:solidFill>
                  <a:schemeClr val="tx2">
                    <a:lumMod val="50000"/>
                  </a:schemeClr>
                </a:solidFill>
              </a:rPr>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3927934258"/>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Saibal Roy,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774224"/>
                  </a:ext>
                </a:extLst>
              </a:tr>
              <a:tr h="458632">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normalizeH="0" baseline="0" dirty="0">
                          <a:ln>
                            <a:noFill/>
                          </a:ln>
                          <a:solidFill>
                            <a:schemeClr val="tx1"/>
                          </a:solidFill>
                          <a:effectLst/>
                          <a:latin typeface="+mn-lt"/>
                          <a:ea typeface="+mn-ea"/>
                          <a:cs typeface="+mn-cs"/>
                        </a:rPr>
                        <a:t>Consultant CRM</a:t>
                      </a:r>
                      <a:r>
                        <a:rPr kumimoji="0" lang="en-US" sz="1800" b="0" i="0" u="none" strike="noStrike" kern="1200" cap="none" normalizeH="0" baseline="0" dirty="0">
                          <a:ln>
                            <a:noFill/>
                          </a:ln>
                          <a:solidFill>
                            <a:schemeClr val="tx1"/>
                          </a:solidFill>
                          <a:effectLst/>
                          <a:latin typeface="+mn-lt"/>
                          <a:ea typeface="+mn-ea"/>
                          <a:cs typeface="+mn-cs"/>
                        </a:rPr>
                        <a:t>; Sr. Consultant CRM – EAS Salesforce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V0.6: 17-Jan-2018, V0.7: August-2023: Updated with Lightning UI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Abhijan Majumdar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a:t>
            </a:fld>
            <a:endParaRPr lang="en-US" dirty="0"/>
          </a:p>
        </p:txBody>
      </p:sp>
      <p:sp>
        <p:nvSpPr>
          <p:cNvPr id="2" name="Title 1"/>
          <p:cNvSpPr>
            <a:spLocks noGrp="1"/>
          </p:cNvSpPr>
          <p:nvPr>
            <p:ph type="title" idx="4294967295"/>
          </p:nvPr>
        </p:nvSpPr>
        <p:spPr>
          <a:xfrm>
            <a:off x="1641505" y="381000"/>
            <a:ext cx="9144000" cy="479425"/>
          </a:xfrm>
        </p:spPr>
        <p:txBody>
          <a:bodyPr/>
          <a:lstStyle/>
          <a:p>
            <a:r>
              <a:rPr lang="en-US" sz="2400" dirty="0">
                <a:solidFill>
                  <a:schemeClr val="tx1"/>
                </a:solidFill>
              </a:rPr>
              <a:t>Recap ... </a:t>
            </a:r>
          </a:p>
        </p:txBody>
      </p:sp>
    </p:spTree>
    <p:extLst>
      <p:ext uri="{BB962C8B-B14F-4D97-AF65-F5344CB8AC3E}">
        <p14:creationId xmlns:p14="http://schemas.microsoft.com/office/powerpoint/2010/main" val="2169114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a:t>
            </a:fld>
            <a:endParaRPr lang="en-US" dirty="0"/>
          </a:p>
        </p:txBody>
      </p:sp>
      <p:sp>
        <p:nvSpPr>
          <p:cNvPr id="3" name="Title 2"/>
          <p:cNvSpPr>
            <a:spLocks noGrp="1"/>
          </p:cNvSpPr>
          <p:nvPr>
            <p:ph type="title" idx="4294967295"/>
          </p:nvPr>
        </p:nvSpPr>
        <p:spPr>
          <a:xfrm>
            <a:off x="1619734" y="339724"/>
            <a:ext cx="9144000" cy="479425"/>
          </a:xfrm>
        </p:spPr>
        <p:txBody>
          <a:bodyPr vert="horz" lIns="91440" tIns="45720" rIns="91440" bIns="45720" rtlCol="0" anchor="ctr">
            <a:noAutofit/>
          </a:bodyPr>
          <a:lstStyle/>
          <a:p>
            <a:r>
              <a:rPr lang="en-US" sz="2400" dirty="0">
                <a:solidFill>
                  <a:schemeClr val="tx1"/>
                </a:solidFill>
              </a:rPr>
              <a:t>Objectives</a:t>
            </a:r>
          </a:p>
        </p:txBody>
      </p:sp>
      <p:sp>
        <p:nvSpPr>
          <p:cNvPr id="2" name="Content Placeholder 1"/>
          <p:cNvSpPr>
            <a:spLocks noGrp="1"/>
          </p:cNvSpPr>
          <p:nvPr>
            <p:ph idx="4294967295"/>
          </p:nvPr>
        </p:nvSpPr>
        <p:spPr>
          <a:xfrm>
            <a:off x="457199" y="1291362"/>
            <a:ext cx="7575550" cy="4983163"/>
          </a:xfrm>
        </p:spPr>
        <p:txBody>
          <a:bodyPr/>
          <a:lstStyle/>
          <a:p>
            <a:r>
              <a:rPr dirty="0">
                <a:solidFill>
                  <a:schemeClr val="tx1"/>
                </a:solidFill>
              </a:rPr>
              <a:t>After completing this chapter, you will learn to:</a:t>
            </a:r>
          </a:p>
          <a:p>
            <a:endParaRPr lang="en-US" altLang="ja-JP" dirty="0">
              <a:solidFill>
                <a:schemeClr val="tx1"/>
              </a:solidFill>
            </a:endParaRPr>
          </a:p>
          <a:p>
            <a:pPr lvl="1"/>
            <a:r>
              <a:rPr lang="en-US" altLang="ja-JP" dirty="0">
                <a:solidFill>
                  <a:schemeClr val="tx1"/>
                </a:solidFill>
              </a:rPr>
              <a:t>Describe Products Data Model</a:t>
            </a:r>
            <a:endParaRPr dirty="0">
              <a:solidFill>
                <a:schemeClr val="tx1"/>
              </a:solidFill>
            </a:endParaRPr>
          </a:p>
          <a:p>
            <a:pPr lvl="1"/>
            <a:r>
              <a:rPr lang="en-US" altLang="ja-JP" dirty="0">
                <a:solidFill>
                  <a:schemeClr val="tx1"/>
                </a:solidFill>
              </a:rPr>
              <a:t>Create and configure:</a:t>
            </a:r>
          </a:p>
          <a:p>
            <a:pPr lvl="2"/>
            <a:r>
              <a:rPr lang="en-US" altLang="ja-JP" sz="1800" dirty="0">
                <a:solidFill>
                  <a:schemeClr val="tx1"/>
                </a:solidFill>
              </a:rPr>
              <a:t>Product Catalog</a:t>
            </a:r>
          </a:p>
          <a:p>
            <a:pPr lvl="2"/>
            <a:r>
              <a:rPr lang="en-US" altLang="ja-JP" sz="1800" dirty="0">
                <a:solidFill>
                  <a:schemeClr val="tx1"/>
                </a:solidFill>
              </a:rPr>
              <a:t>My Setup</a:t>
            </a:r>
          </a:p>
          <a:p>
            <a:pPr lvl="2"/>
            <a:r>
              <a:rPr lang="en-US" altLang="ja-JP" sz="1800" dirty="0">
                <a:solidFill>
                  <a:schemeClr val="tx1"/>
                </a:solidFill>
              </a:rPr>
              <a:t>Detail Favorites</a:t>
            </a:r>
          </a:p>
          <a:p>
            <a:pPr lvl="2"/>
            <a:r>
              <a:rPr lang="en-US" altLang="ja-JP" sz="1800" dirty="0">
                <a:solidFill>
                  <a:schemeClr val="tx1"/>
                </a:solidFill>
              </a:rPr>
              <a:t>Detail Groups</a:t>
            </a:r>
          </a:p>
          <a:p>
            <a:pPr lvl="2"/>
            <a:r>
              <a:rPr lang="en-US" altLang="ja-JP" sz="1800" dirty="0">
                <a:solidFill>
                  <a:schemeClr val="tx1"/>
                </a:solidFill>
              </a:rPr>
              <a:t>Detail Topics</a:t>
            </a:r>
            <a:endParaRPr lang="en-US" sz="1800" dirty="0">
              <a:solidFill>
                <a:schemeClr val="tx1"/>
              </a:solidFill>
            </a:endParaRPr>
          </a:p>
        </p:txBody>
      </p:sp>
      <p:pic>
        <p:nvPicPr>
          <p:cNvPr id="4098" name="Picture 2" descr="D:\Images\Images\Objective\shutterstock_6790168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708588" y="1989844"/>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1905000" y="235131"/>
            <a:ext cx="9144000" cy="479425"/>
          </a:xfrm>
        </p:spPr>
        <p:txBody>
          <a:bodyPr vert="horz" lIns="91440" tIns="45720" rIns="91440" bIns="45720" rtlCol="0" anchor="ctr">
            <a:noAutofit/>
          </a:bodyPr>
          <a:lstStyle/>
          <a:p>
            <a:r>
              <a:rPr lang="en-US" sz="2400" dirty="0">
                <a:solidFill>
                  <a:schemeClr val="tx1"/>
                </a:solidFill>
              </a:rPr>
              <a:t>Overview</a:t>
            </a:r>
          </a:p>
        </p:txBody>
      </p:sp>
      <p:sp>
        <p:nvSpPr>
          <p:cNvPr id="2" name="Content Placeholder 1"/>
          <p:cNvSpPr>
            <a:spLocks noGrp="1"/>
          </p:cNvSpPr>
          <p:nvPr>
            <p:ph idx="4294967295"/>
          </p:nvPr>
        </p:nvSpPr>
        <p:spPr>
          <a:xfrm>
            <a:off x="305333" y="1199354"/>
            <a:ext cx="8154988" cy="4357687"/>
          </a:xfrm>
        </p:spPr>
        <p:txBody>
          <a:bodyPr/>
          <a:lstStyle/>
          <a:p>
            <a:r>
              <a:rPr lang="en-US" altLang="ja-JP" sz="1800" dirty="0">
                <a:solidFill>
                  <a:schemeClr val="tx1"/>
                </a:solidFill>
              </a:rPr>
              <a:t>The Product Catalog is a custom object called </a:t>
            </a:r>
            <a:r>
              <a:rPr lang="en-US" altLang="ja-JP" sz="1800" b="1" dirty="0" err="1">
                <a:solidFill>
                  <a:schemeClr val="tx1"/>
                </a:solidFill>
              </a:rPr>
              <a:t>Product_vod</a:t>
            </a:r>
            <a:r>
              <a:rPr lang="en-US" altLang="ja-JP" sz="1800" dirty="0">
                <a:solidFill>
                  <a:schemeClr val="tx1"/>
                </a:solidFill>
              </a:rPr>
              <a:t>. You can add custom fields to this object so your users can reference it as a catalog of information about your products and competitive intelligence</a:t>
            </a:r>
          </a:p>
          <a:p>
            <a:endParaRPr lang="en-US" altLang="ja-JP" sz="1800" dirty="0">
              <a:solidFill>
                <a:schemeClr val="tx1"/>
              </a:solidFill>
            </a:endParaRPr>
          </a:p>
          <a:p>
            <a:r>
              <a:rPr lang="en-US" altLang="ja-JP" sz="1800" dirty="0">
                <a:solidFill>
                  <a:schemeClr val="tx1"/>
                </a:solidFill>
              </a:rPr>
              <a:t>The main product type in the catalog is </a:t>
            </a:r>
            <a:r>
              <a:rPr lang="en-US" altLang="ja-JP" sz="1800" b="1" dirty="0">
                <a:solidFill>
                  <a:schemeClr val="tx1"/>
                </a:solidFill>
              </a:rPr>
              <a:t>Product Detail</a:t>
            </a:r>
            <a:r>
              <a:rPr lang="en-US" altLang="ja-JP" sz="1800" dirty="0">
                <a:solidFill>
                  <a:schemeClr val="tx1"/>
                </a:solidFill>
              </a:rPr>
              <a:t>. All other product types are children of the detail</a:t>
            </a:r>
          </a:p>
          <a:p>
            <a:endParaRPr lang="en-US" altLang="ja-JP" sz="1800" dirty="0">
              <a:solidFill>
                <a:schemeClr val="tx1"/>
              </a:solidFill>
            </a:endParaRPr>
          </a:p>
          <a:p>
            <a:r>
              <a:rPr lang="en-US" altLang="ja-JP" sz="1800" dirty="0">
                <a:solidFill>
                  <a:schemeClr val="tx1"/>
                </a:solidFill>
              </a:rPr>
              <a:t>The Product Name is not the only attribute by which Products are identified. The Product identifier is an additional way to search for and identify products</a:t>
            </a:r>
          </a:p>
          <a:p>
            <a:endParaRPr lang="en-US" altLang="ja-JP" sz="1800" dirty="0">
              <a:solidFill>
                <a:schemeClr val="tx1"/>
              </a:solidFill>
            </a:endParaRPr>
          </a:p>
          <a:p>
            <a:r>
              <a:rPr lang="en-US" altLang="ja-JP" sz="1800" dirty="0">
                <a:solidFill>
                  <a:schemeClr val="tx1"/>
                </a:solidFill>
              </a:rPr>
              <a:t>The My Setup Products custom object utilizes a Custom S-Control called </a:t>
            </a:r>
            <a:r>
              <a:rPr lang="en-US" altLang="ja-JP" sz="1800" b="1" dirty="0">
                <a:solidFill>
                  <a:schemeClr val="tx1"/>
                </a:solidFill>
              </a:rPr>
              <a:t>My_Setup_vod</a:t>
            </a:r>
            <a:r>
              <a:rPr lang="en-US" altLang="ja-JP" sz="1800" dirty="0">
                <a:solidFill>
                  <a:schemeClr val="tx1"/>
                </a:solidFill>
              </a:rPr>
              <a:t> to present product check box selections to the user</a:t>
            </a:r>
            <a:endParaRPr lang="en-US" sz="1800" dirty="0">
              <a:solidFill>
                <a:schemeClr val="tx1"/>
              </a:solidFill>
            </a:endParaRPr>
          </a:p>
        </p:txBody>
      </p:sp>
      <p:sp>
        <p:nvSpPr>
          <p:cNvPr id="8" name="Rectangle 7"/>
          <p:cNvSpPr/>
          <p:nvPr/>
        </p:nvSpPr>
        <p:spPr>
          <a:xfrm>
            <a:off x="8534400" y="990600"/>
            <a:ext cx="3257539" cy="4775199"/>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pic>
        <p:nvPicPr>
          <p:cNvPr id="9" name="Picture 2" descr="D:\Images\Images\Overview\shutterstock_7268929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08476" y="1046160"/>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1955800" y="332442"/>
            <a:ext cx="9144000" cy="479425"/>
          </a:xfrm>
        </p:spPr>
        <p:txBody>
          <a:bodyPr vert="horz" lIns="91440" tIns="45720" rIns="91440" bIns="45720" rtlCol="0" anchor="ctr">
            <a:noAutofit/>
          </a:bodyPr>
          <a:lstStyle/>
          <a:p>
            <a:r>
              <a:rPr lang="en-US" sz="2400" dirty="0">
                <a:solidFill>
                  <a:schemeClr val="tx1"/>
                </a:solidFill>
              </a:rPr>
              <a:t>Do You Know</a:t>
            </a:r>
          </a:p>
        </p:txBody>
      </p:sp>
      <p:sp>
        <p:nvSpPr>
          <p:cNvPr id="2" name="Content Placeholder 1"/>
          <p:cNvSpPr>
            <a:spLocks noGrp="1"/>
          </p:cNvSpPr>
          <p:nvPr>
            <p:ph idx="4294967295"/>
          </p:nvPr>
        </p:nvSpPr>
        <p:spPr>
          <a:xfrm>
            <a:off x="228600" y="1248942"/>
            <a:ext cx="11099800" cy="4983163"/>
          </a:xfrm>
        </p:spPr>
        <p:txBody>
          <a:bodyPr/>
          <a:lstStyle/>
          <a:p>
            <a:r>
              <a:rPr lang="en-US" altLang="ja-JP" sz="1800" dirty="0">
                <a:solidFill>
                  <a:schemeClr val="tx1"/>
                </a:solidFill>
              </a:rPr>
              <a:t>VEEVA CRM's Product Catalog houses all product types available for use within the various </a:t>
            </a:r>
          </a:p>
          <a:p>
            <a:pPr marL="0" indent="0">
              <a:buNone/>
            </a:pPr>
            <a:r>
              <a:rPr lang="en-US" altLang="ja-JP" sz="1800" dirty="0">
                <a:solidFill>
                  <a:schemeClr val="tx1"/>
                </a:solidFill>
              </a:rPr>
              <a:t>modules of the application</a:t>
            </a:r>
          </a:p>
          <a:p>
            <a:pPr marL="0" indent="0">
              <a:buNone/>
            </a:pPr>
            <a:endParaRPr lang="en-US" altLang="ja-JP" sz="1800" dirty="0">
              <a:solidFill>
                <a:schemeClr val="tx1"/>
              </a:solidFill>
            </a:endParaRPr>
          </a:p>
          <a:p>
            <a:r>
              <a:rPr lang="en-US" altLang="ja-JP" sz="1800" dirty="0">
                <a:solidFill>
                  <a:schemeClr val="tx1"/>
                </a:solidFill>
              </a:rPr>
              <a:t>Each user’s product preferences are stored in a custom object called My Setup Products</a:t>
            </a:r>
          </a:p>
          <a:p>
            <a:endParaRPr lang="en-US" sz="1800" dirty="0">
              <a:solidFill>
                <a:schemeClr val="tx1"/>
              </a:solidFill>
            </a:endParaRPr>
          </a:p>
          <a:p>
            <a:r>
              <a:rPr lang="en-US" sz="1800" dirty="0">
                <a:solidFill>
                  <a:schemeClr val="tx1"/>
                </a:solidFill>
              </a:rPr>
              <a:t>Competitor products are displayed in CRM for iPad, and users are allowed to place orders for Competitor products</a:t>
            </a:r>
          </a:p>
          <a:p>
            <a:endParaRPr lang="en-US" sz="1800" dirty="0">
              <a:solidFill>
                <a:schemeClr val="tx1"/>
              </a:solidFill>
            </a:endParaRPr>
          </a:p>
          <a:p>
            <a:r>
              <a:rPr lang="en-US" sz="1800" dirty="0">
                <a:solidFill>
                  <a:schemeClr val="tx1"/>
                </a:solidFill>
              </a:rPr>
              <a:t>The Product Selector does not display for Online or </a:t>
            </a:r>
          </a:p>
          <a:p>
            <a:pPr marL="0" indent="0">
              <a:buNone/>
            </a:pPr>
            <a:r>
              <a:rPr lang="en-US" sz="1800" dirty="0">
                <a:solidFill>
                  <a:schemeClr val="tx1"/>
                </a:solidFill>
              </a:rPr>
              <a:t>Windows 8 platforms, and users are not allowed </a:t>
            </a:r>
          </a:p>
          <a:p>
            <a:pPr marL="0" indent="0">
              <a:buNone/>
            </a:pPr>
            <a:r>
              <a:rPr lang="en-US" sz="1800" dirty="0">
                <a:solidFill>
                  <a:schemeClr val="tx1"/>
                </a:solidFill>
              </a:rPr>
              <a:t>to place orders for Competitor products</a:t>
            </a:r>
          </a:p>
        </p:txBody>
      </p:sp>
      <p:sp>
        <p:nvSpPr>
          <p:cNvPr id="9" name="Rectangle 8"/>
          <p:cNvSpPr/>
          <p:nvPr/>
        </p:nvSpPr>
        <p:spPr>
          <a:xfrm>
            <a:off x="7076632" y="3886200"/>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2" descr="D:\Images\Images\Question\shutterstock_15759473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2572" b="14047"/>
          <a:stretch/>
        </p:blipFill>
        <p:spPr bwMode="auto">
          <a:xfrm>
            <a:off x="7145575" y="3949268"/>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13BF400D-8D22-104F-CB3F-3A1309CF70E4}"/>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7</a:t>
            </a:fld>
            <a:endParaRPr lang="en-US"/>
          </a:p>
        </p:txBody>
      </p:sp>
      <p:sp>
        <p:nvSpPr>
          <p:cNvPr id="6" name="Rectangle 5"/>
          <p:cNvSpPr/>
          <p:nvPr/>
        </p:nvSpPr>
        <p:spPr>
          <a:xfrm>
            <a:off x="685800" y="2971800"/>
            <a:ext cx="67056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Product Data Model</a:t>
            </a:r>
          </a:p>
        </p:txBody>
      </p:sp>
    </p:spTree>
    <p:extLst>
      <p:ext uri="{BB962C8B-B14F-4D97-AF65-F5344CB8AC3E}">
        <p14:creationId xmlns:p14="http://schemas.microsoft.com/office/powerpoint/2010/main" val="1156192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8</a:t>
            </a:fld>
            <a:endParaRPr lang="en-US" dirty="0"/>
          </a:p>
        </p:txBody>
      </p:sp>
      <p:sp>
        <p:nvSpPr>
          <p:cNvPr id="3" name="Title 2"/>
          <p:cNvSpPr>
            <a:spLocks noGrp="1"/>
          </p:cNvSpPr>
          <p:nvPr>
            <p:ph type="title" idx="4294967295"/>
          </p:nvPr>
        </p:nvSpPr>
        <p:spPr>
          <a:xfrm>
            <a:off x="2057400" y="217487"/>
            <a:ext cx="9144000" cy="479425"/>
          </a:xfrm>
        </p:spPr>
        <p:txBody>
          <a:bodyPr vert="horz" lIns="91440" tIns="45720" rIns="91440" bIns="45720" rtlCol="0" anchor="ctr">
            <a:noAutofit/>
          </a:bodyPr>
          <a:lstStyle/>
          <a:p>
            <a:r>
              <a:rPr lang="en-US" altLang="ja-JP" sz="2400" dirty="0">
                <a:solidFill>
                  <a:schemeClr val="tx1"/>
                </a:solidFill>
              </a:rPr>
              <a:t>Product Data Model</a:t>
            </a:r>
            <a:endParaRPr lang="en-US" sz="2400" dirty="0">
              <a:solidFill>
                <a:schemeClr val="tx1"/>
              </a:solidFill>
            </a:endParaRPr>
          </a:p>
        </p:txBody>
      </p:sp>
      <p:sp>
        <p:nvSpPr>
          <p:cNvPr id="2" name="Content Placeholder 1"/>
          <p:cNvSpPr>
            <a:spLocks noGrp="1"/>
          </p:cNvSpPr>
          <p:nvPr>
            <p:ph idx="4294967295"/>
          </p:nvPr>
        </p:nvSpPr>
        <p:spPr>
          <a:xfrm>
            <a:off x="424542" y="1280476"/>
            <a:ext cx="8229600" cy="49831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altLang="ja-JP" dirty="0">
                <a:solidFill>
                  <a:schemeClr val="tx1"/>
                </a:solidFill>
              </a:rPr>
              <a:t>Products are created in Product Catalog</a:t>
            </a:r>
          </a:p>
          <a:p>
            <a:pPr>
              <a:defRPr/>
            </a:pPr>
            <a:r>
              <a:rPr lang="en-US" altLang="ja-JP" dirty="0">
                <a:solidFill>
                  <a:schemeClr val="tx1"/>
                </a:solidFill>
              </a:rPr>
              <a:t>Products are referenced by other objects </a:t>
            </a:r>
          </a:p>
          <a:p>
            <a:pPr marL="457200" lvl="1" indent="0">
              <a:buNone/>
              <a:defRPr/>
            </a:pPr>
            <a:r>
              <a:rPr lang="en-US" altLang="ja-JP" dirty="0">
                <a:solidFill>
                  <a:schemeClr val="tx1"/>
                </a:solidFill>
              </a:rPr>
              <a:t>e.g.</a:t>
            </a:r>
          </a:p>
          <a:p>
            <a:pPr lvl="1">
              <a:defRPr/>
            </a:pPr>
            <a:r>
              <a:rPr lang="en-US" altLang="ja-JP" dirty="0">
                <a:solidFill>
                  <a:schemeClr val="tx1"/>
                </a:solidFill>
              </a:rPr>
              <a:t>My Setup</a:t>
            </a:r>
          </a:p>
          <a:p>
            <a:pPr lvl="1">
              <a:defRPr/>
            </a:pPr>
            <a:r>
              <a:rPr lang="en-US" altLang="ja-JP" dirty="0">
                <a:solidFill>
                  <a:schemeClr val="tx1"/>
                </a:solidFill>
              </a:rPr>
              <a:t>Call Sample</a:t>
            </a:r>
          </a:p>
          <a:p>
            <a:pPr lvl="1">
              <a:defRPr/>
            </a:pPr>
            <a:r>
              <a:rPr lang="en-US" altLang="ja-JP" dirty="0">
                <a:solidFill>
                  <a:schemeClr val="tx1"/>
                </a:solidFill>
              </a:rPr>
              <a:t>Call Discussion</a:t>
            </a:r>
          </a:p>
          <a:p>
            <a:pPr lvl="1">
              <a:defRPr/>
            </a:pPr>
            <a:r>
              <a:rPr lang="en-US" altLang="ja-JP" dirty="0">
                <a:solidFill>
                  <a:schemeClr val="tx1"/>
                </a:solidFill>
              </a:rPr>
              <a:t>Call Key Message</a:t>
            </a:r>
          </a:p>
          <a:p>
            <a:pPr lvl="1">
              <a:defRPr/>
            </a:pPr>
            <a:r>
              <a:rPr lang="en-US" altLang="ja-JP" dirty="0">
                <a:solidFill>
                  <a:schemeClr val="tx1"/>
                </a:solidFill>
              </a:rPr>
              <a:t>Call Detail</a:t>
            </a:r>
            <a:endParaRPr dirty="0">
              <a:solidFill>
                <a:schemeClr val="tx1"/>
              </a:solidFill>
            </a:endParaRPr>
          </a:p>
        </p:txBody>
      </p:sp>
      <p:pic>
        <p:nvPicPr>
          <p:cNvPr id="1026" name="Picture 2" descr="https://crmhelp.veeva.com/doc/Content/Resources/Images/General/DataModelGuide/ERD1_553x72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1868" y="723568"/>
            <a:ext cx="5347716" cy="554007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236458" y="1395673"/>
            <a:ext cx="1037988" cy="1118927"/>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2768EA76-BF10-0908-91DA-EE94CA8593B0}"/>
              </a:ext>
            </a:extLst>
          </p:cNvPr>
          <p:cNvSpPr>
            <a:spLocks noGrp="1"/>
          </p:cNvSpPr>
          <p:nvPr>
            <p:ph type="body" idx="12"/>
          </p:nvPr>
        </p:nvSpPr>
        <p:spPr/>
        <p:txBody>
          <a:bodyPr/>
          <a:lstStyle/>
          <a:p>
            <a:endParaRPr lang="en-US" dirty="0"/>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9</a:t>
            </a:fld>
            <a:endParaRPr lang="en-US"/>
          </a:p>
        </p:txBody>
      </p:sp>
      <p:sp>
        <p:nvSpPr>
          <p:cNvPr id="6" name="Rectangle 5"/>
          <p:cNvSpPr/>
          <p:nvPr/>
        </p:nvSpPr>
        <p:spPr>
          <a:xfrm>
            <a:off x="838200" y="3051628"/>
            <a:ext cx="74676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Product Catalog</a:t>
            </a:r>
          </a:p>
        </p:txBody>
      </p:sp>
    </p:spTree>
    <p:extLst>
      <p:ext uri="{BB962C8B-B14F-4D97-AF65-F5344CB8AC3E}">
        <p14:creationId xmlns:p14="http://schemas.microsoft.com/office/powerpoint/2010/main" val="4190460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dirty="0"/>
          </a:p>
        </p:txBody>
      </p:sp>
      <p:sp>
        <p:nvSpPr>
          <p:cNvPr id="3" name="Title 2"/>
          <p:cNvSpPr>
            <a:spLocks noGrp="1"/>
          </p:cNvSpPr>
          <p:nvPr>
            <p:ph type="title" idx="4294967295"/>
          </p:nvPr>
        </p:nvSpPr>
        <p:spPr>
          <a:xfrm>
            <a:off x="1752600" y="271897"/>
            <a:ext cx="9144000" cy="479425"/>
          </a:xfrm>
        </p:spPr>
        <p:txBody>
          <a:bodyPr vert="horz" lIns="91440" tIns="45720" rIns="91440" bIns="45720" rtlCol="0" anchor="ctr">
            <a:noAutofit/>
          </a:bodyPr>
          <a:lstStyle/>
          <a:p>
            <a:r>
              <a:rPr lang="en-US" altLang="ja-JP" sz="2400" dirty="0">
                <a:solidFill>
                  <a:schemeClr val="tx1"/>
                </a:solidFill>
              </a:rPr>
              <a:t>Accessing Product Catalog</a:t>
            </a:r>
            <a:endParaRPr lang="en-US" sz="2400" dirty="0">
              <a:solidFill>
                <a:schemeClr val="tx1"/>
              </a:solidFill>
            </a:endParaRPr>
          </a:p>
        </p:txBody>
      </p:sp>
      <p:sp>
        <p:nvSpPr>
          <p:cNvPr id="2" name="Content Placeholder 1"/>
          <p:cNvSpPr>
            <a:spLocks noGrp="1"/>
          </p:cNvSpPr>
          <p:nvPr>
            <p:ph idx="4294967295"/>
          </p:nvPr>
        </p:nvSpPr>
        <p:spPr>
          <a:xfrm>
            <a:off x="914400" y="1138470"/>
            <a:ext cx="9728200" cy="4983162"/>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altLang="ja-JP" sz="1800" dirty="0">
                <a:solidFill>
                  <a:schemeClr val="tx1"/>
                </a:solidFill>
              </a:rPr>
              <a:t>Access the Product Catalog from </a:t>
            </a:r>
            <a:r>
              <a:rPr lang="en-US" altLang="ja-JP" sz="1800" b="1" dirty="0">
                <a:solidFill>
                  <a:schemeClr val="tx1"/>
                </a:solidFill>
              </a:rPr>
              <a:t>All Tabs &gt; Product Catalog</a:t>
            </a:r>
          </a:p>
        </p:txBody>
      </p:sp>
      <p:pic>
        <p:nvPicPr>
          <p:cNvPr id="8" name="Picture 7">
            <a:extLst>
              <a:ext uri="{FF2B5EF4-FFF2-40B4-BE49-F238E27FC236}">
                <a16:creationId xmlns:a16="http://schemas.microsoft.com/office/drawing/2014/main" id="{BD41B3FB-4555-FEEB-9E38-392A7D31F759}"/>
              </a:ext>
            </a:extLst>
          </p:cNvPr>
          <p:cNvPicPr>
            <a:picLocks noChangeAspect="1"/>
          </p:cNvPicPr>
          <p:nvPr/>
        </p:nvPicPr>
        <p:blipFill>
          <a:blip r:embed="rId3"/>
          <a:stretch>
            <a:fillRect/>
          </a:stretch>
        </p:blipFill>
        <p:spPr>
          <a:xfrm>
            <a:off x="380999" y="1600200"/>
            <a:ext cx="11506201" cy="4521432"/>
          </a:xfrm>
          <a:prstGeom prst="rect">
            <a:avLst/>
          </a:prstGeom>
        </p:spPr>
      </p:pic>
    </p:spTree>
    <p:extLst>
      <p:ext uri="{BB962C8B-B14F-4D97-AF65-F5344CB8AC3E}">
        <p14:creationId xmlns:p14="http://schemas.microsoft.com/office/powerpoint/2010/main" val="3336658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dirty="0"/>
          </a:p>
        </p:txBody>
      </p:sp>
      <p:sp>
        <p:nvSpPr>
          <p:cNvPr id="3" name="Title 2"/>
          <p:cNvSpPr>
            <a:spLocks noGrp="1"/>
          </p:cNvSpPr>
          <p:nvPr>
            <p:ph type="title" idx="4294967295"/>
          </p:nvPr>
        </p:nvSpPr>
        <p:spPr>
          <a:xfrm>
            <a:off x="2057400" y="229235"/>
            <a:ext cx="9144000" cy="479425"/>
          </a:xfrm>
        </p:spPr>
        <p:txBody>
          <a:bodyPr vert="horz" lIns="91440" tIns="45720" rIns="91440" bIns="45720" rtlCol="0" anchor="ctr">
            <a:noAutofit/>
          </a:bodyPr>
          <a:lstStyle/>
          <a:p>
            <a:r>
              <a:rPr lang="en-US" altLang="ja-JP" sz="2400" dirty="0">
                <a:solidFill>
                  <a:schemeClr val="tx1"/>
                </a:solidFill>
              </a:rPr>
              <a:t>Product Types</a:t>
            </a:r>
            <a:endParaRPr lang="en-US" sz="2400" dirty="0">
              <a:solidFill>
                <a:schemeClr val="tx1"/>
              </a:solidFill>
            </a:endParaRPr>
          </a:p>
        </p:txBody>
      </p:sp>
      <p:sp>
        <p:nvSpPr>
          <p:cNvPr id="2" name="Content Placeholder 1"/>
          <p:cNvSpPr>
            <a:spLocks noGrp="1"/>
          </p:cNvSpPr>
          <p:nvPr>
            <p:ph idx="4294967295"/>
          </p:nvPr>
        </p:nvSpPr>
        <p:spPr>
          <a:xfrm>
            <a:off x="457200" y="1219131"/>
            <a:ext cx="10744200" cy="4983162"/>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altLang="ja-JP" sz="1800" dirty="0">
                <a:solidFill>
                  <a:schemeClr val="tx1"/>
                </a:solidFill>
              </a:rPr>
              <a:t>The Product Type (</a:t>
            </a:r>
            <a:r>
              <a:rPr lang="en-US" altLang="ja-JP" sz="1800" b="1" dirty="0">
                <a:solidFill>
                  <a:schemeClr val="tx1"/>
                </a:solidFill>
              </a:rPr>
              <a:t>Product_Type_</a:t>
            </a:r>
            <a:r>
              <a:rPr lang="en-US" altLang="ja-JP" sz="1800" b="1" dirty="0" err="1">
                <a:solidFill>
                  <a:schemeClr val="tx1"/>
                </a:solidFill>
              </a:rPr>
              <a:t>vod</a:t>
            </a:r>
            <a:r>
              <a:rPr lang="en-US" altLang="ja-JP" sz="1800" b="1" dirty="0">
                <a:solidFill>
                  <a:schemeClr val="tx1"/>
                </a:solidFill>
              </a:rPr>
              <a:t>__c</a:t>
            </a:r>
            <a:r>
              <a:rPr lang="en-US" altLang="ja-JP" sz="1800" dirty="0">
                <a:solidFill>
                  <a:schemeClr val="tx1"/>
                </a:solidFill>
              </a:rPr>
              <a:t>) determines the use for the product</a:t>
            </a:r>
          </a:p>
          <a:p>
            <a:pPr>
              <a:defRPr/>
            </a:pPr>
            <a:r>
              <a:rPr lang="en-US" altLang="ja-JP" sz="1800" dirty="0">
                <a:solidFill>
                  <a:schemeClr val="tx1"/>
                </a:solidFill>
              </a:rPr>
              <a:t>The main product type in the catalog is </a:t>
            </a:r>
            <a:r>
              <a:rPr lang="en-US" altLang="ja-JP" sz="1800" b="1" dirty="0">
                <a:solidFill>
                  <a:schemeClr val="tx1"/>
                </a:solidFill>
              </a:rPr>
              <a:t>Product Detail</a:t>
            </a:r>
            <a:r>
              <a:rPr lang="en-US" altLang="ja-JP" sz="1800" dirty="0">
                <a:solidFill>
                  <a:schemeClr val="tx1"/>
                </a:solidFill>
              </a:rPr>
              <a:t>. </a:t>
            </a:r>
            <a:r>
              <a:rPr lang="en-US" altLang="ja-JP" sz="1800" b="1" dirty="0">
                <a:solidFill>
                  <a:schemeClr val="tx1"/>
                </a:solidFill>
              </a:rPr>
              <a:t>All other product types are child of the detail</a:t>
            </a:r>
          </a:p>
          <a:p>
            <a:pPr>
              <a:defRPr/>
            </a:pPr>
            <a:endParaRPr sz="1800" dirty="0">
              <a:solidFill>
                <a:schemeClr val="tx1"/>
              </a:solidFill>
            </a:endParaRPr>
          </a:p>
        </p:txBody>
      </p:sp>
      <p:sp>
        <p:nvSpPr>
          <p:cNvPr id="8" name="Rectangle 7"/>
          <p:cNvSpPr/>
          <p:nvPr/>
        </p:nvSpPr>
        <p:spPr>
          <a:xfrm>
            <a:off x="2286000" y="2506151"/>
            <a:ext cx="7696200" cy="414030"/>
          </a:xfrm>
          <a:prstGeom prst="rect">
            <a:avLst/>
          </a:prstGeom>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tx1"/>
                </a:solidFill>
              </a:rPr>
              <a:t>Detail</a:t>
            </a:r>
          </a:p>
        </p:txBody>
      </p:sp>
      <p:sp>
        <p:nvSpPr>
          <p:cNvPr id="9" name="Rectangle 8"/>
          <p:cNvSpPr/>
          <p:nvPr/>
        </p:nvSpPr>
        <p:spPr>
          <a:xfrm>
            <a:off x="2286001" y="3276600"/>
            <a:ext cx="2499089" cy="575184"/>
          </a:xfrm>
          <a:prstGeom prst="rect">
            <a:avLst/>
          </a:prstGeom>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tx1"/>
                </a:solidFill>
              </a:rPr>
              <a:t>For Detailing</a:t>
            </a:r>
          </a:p>
        </p:txBody>
      </p:sp>
      <p:sp>
        <p:nvSpPr>
          <p:cNvPr id="10" name="Rectangle 9"/>
          <p:cNvSpPr/>
          <p:nvPr/>
        </p:nvSpPr>
        <p:spPr>
          <a:xfrm>
            <a:off x="4876800" y="3276600"/>
            <a:ext cx="2499090" cy="575184"/>
          </a:xfrm>
          <a:prstGeom prst="rect">
            <a:avLst/>
          </a:prstGeom>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tx1"/>
                </a:solidFill>
              </a:rPr>
              <a:t>For Sample &amp; Promotional</a:t>
            </a:r>
          </a:p>
        </p:txBody>
      </p:sp>
      <p:sp>
        <p:nvSpPr>
          <p:cNvPr id="11" name="Rectangle 10"/>
          <p:cNvSpPr/>
          <p:nvPr/>
        </p:nvSpPr>
        <p:spPr>
          <a:xfrm>
            <a:off x="7545125" y="3276601"/>
            <a:ext cx="2378558" cy="560435"/>
          </a:xfrm>
          <a:prstGeom prst="rect">
            <a:avLst/>
          </a:prstGeom>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tx1"/>
                </a:solidFill>
              </a:rPr>
              <a:t>For Order Management</a:t>
            </a:r>
          </a:p>
        </p:txBody>
      </p:sp>
      <p:sp>
        <p:nvSpPr>
          <p:cNvPr id="12" name="Down Arrow 11"/>
          <p:cNvSpPr/>
          <p:nvPr/>
        </p:nvSpPr>
        <p:spPr>
          <a:xfrm>
            <a:off x="3439734" y="2920181"/>
            <a:ext cx="217867" cy="324463"/>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b="1" dirty="0">
              <a:solidFill>
                <a:schemeClr val="tx1"/>
              </a:solidFill>
            </a:endParaRPr>
          </a:p>
        </p:txBody>
      </p:sp>
      <p:sp>
        <p:nvSpPr>
          <p:cNvPr id="15" name="Rectangle 14"/>
          <p:cNvSpPr/>
          <p:nvPr/>
        </p:nvSpPr>
        <p:spPr>
          <a:xfrm>
            <a:off x="2286001" y="3908323"/>
            <a:ext cx="2499089" cy="2521974"/>
          </a:xfrm>
          <a:prstGeom prst="rect">
            <a:avLst/>
          </a:prstGeom>
          <a:solidFill>
            <a:schemeClr val="accent4">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ct val="20000"/>
              </a:spcBef>
              <a:buFont typeface="Arial" pitchFamily="34" charset="0"/>
              <a:buChar char="•"/>
              <a:defRPr/>
            </a:pPr>
            <a:r>
              <a:rPr lang="en-US" sz="1600" dirty="0">
                <a:solidFill>
                  <a:schemeClr val="tx1"/>
                </a:solidFill>
                <a:latin typeface="Arial" pitchFamily="34" charset="0"/>
                <a:ea typeface="Arial Unicode MS" pitchFamily="34" charset="-128"/>
                <a:cs typeface="Arial" pitchFamily="34" charset="0"/>
              </a:rPr>
              <a:t>Detail Group.</a:t>
            </a:r>
          </a:p>
          <a:p>
            <a:pPr marL="342900" indent="-342900">
              <a:spcBef>
                <a:spcPct val="20000"/>
              </a:spcBef>
              <a:buFont typeface="Arial" pitchFamily="34" charset="0"/>
              <a:buChar char="•"/>
              <a:defRPr/>
            </a:pPr>
            <a:r>
              <a:rPr lang="en-US" sz="1600" dirty="0">
                <a:solidFill>
                  <a:schemeClr val="tx1"/>
                </a:solidFill>
                <a:latin typeface="Arial" pitchFamily="34" charset="0"/>
                <a:ea typeface="Arial Unicode MS" pitchFamily="34" charset="-128"/>
                <a:cs typeface="Arial" pitchFamily="34" charset="0"/>
              </a:rPr>
              <a:t>Detail Topic.</a:t>
            </a:r>
          </a:p>
          <a:p>
            <a:pPr marL="342900" indent="-342900">
              <a:spcBef>
                <a:spcPct val="20000"/>
              </a:spcBef>
              <a:buFont typeface="Arial" pitchFamily="34" charset="0"/>
              <a:buChar char="•"/>
              <a:defRPr/>
            </a:pPr>
            <a:r>
              <a:rPr lang="en-US" sz="1600" dirty="0">
                <a:solidFill>
                  <a:schemeClr val="tx1"/>
                </a:solidFill>
                <a:latin typeface="Arial" pitchFamily="34" charset="0"/>
                <a:ea typeface="Arial Unicode MS" pitchFamily="34" charset="-128"/>
                <a:cs typeface="Arial" pitchFamily="34" charset="0"/>
              </a:rPr>
              <a:t>Product Group.</a:t>
            </a:r>
          </a:p>
          <a:p>
            <a:pPr marL="285750" indent="-285750">
              <a:buFont typeface="Wingdings" panose="05000000000000000000" pitchFamily="2" charset="2"/>
              <a:buChar char="ü"/>
            </a:pPr>
            <a:endParaRPr lang="en-US" sz="1600" dirty="0">
              <a:solidFill>
                <a:schemeClr val="tx1"/>
              </a:solidFill>
            </a:endParaRPr>
          </a:p>
          <a:p>
            <a:pPr marL="285750" indent="-285750">
              <a:buFont typeface="Wingdings" panose="05000000000000000000" pitchFamily="2" charset="2"/>
              <a:buChar char="ü"/>
            </a:pPr>
            <a:endParaRPr lang="en-US" sz="1600" dirty="0">
              <a:solidFill>
                <a:schemeClr val="tx1"/>
              </a:solidFill>
            </a:endParaRPr>
          </a:p>
          <a:p>
            <a:pPr marL="285750" indent="-285750">
              <a:buFont typeface="Wingdings" panose="05000000000000000000" pitchFamily="2" charset="2"/>
              <a:buChar char="ü"/>
            </a:pPr>
            <a:endParaRPr lang="en-US" sz="1600" dirty="0">
              <a:solidFill>
                <a:schemeClr val="tx1"/>
              </a:solidFill>
            </a:endParaRPr>
          </a:p>
          <a:p>
            <a:pPr marL="285750" indent="-285750">
              <a:buFont typeface="Wingdings" panose="05000000000000000000" pitchFamily="2" charset="2"/>
              <a:buChar char="ü"/>
            </a:pPr>
            <a:endParaRPr lang="en-US" sz="1600" dirty="0">
              <a:solidFill>
                <a:schemeClr val="tx1"/>
              </a:solidFill>
            </a:endParaRPr>
          </a:p>
          <a:p>
            <a:pPr marL="285750" indent="-285750">
              <a:buFont typeface="Wingdings" panose="05000000000000000000" pitchFamily="2" charset="2"/>
              <a:buChar char="ü"/>
            </a:pPr>
            <a:endParaRPr lang="en-US" sz="1600" dirty="0">
              <a:solidFill>
                <a:schemeClr val="tx1"/>
              </a:solidFill>
            </a:endParaRPr>
          </a:p>
        </p:txBody>
      </p:sp>
      <p:sp>
        <p:nvSpPr>
          <p:cNvPr id="16" name="Rectangle 15"/>
          <p:cNvSpPr/>
          <p:nvPr/>
        </p:nvSpPr>
        <p:spPr>
          <a:xfrm>
            <a:off x="7543801" y="3886200"/>
            <a:ext cx="2381209" cy="2521974"/>
          </a:xfrm>
          <a:prstGeom prst="rect">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ct val="20000"/>
              </a:spcBef>
              <a:buFont typeface="Arial" pitchFamily="34" charset="0"/>
              <a:buChar char="•"/>
              <a:defRPr/>
            </a:pPr>
            <a:r>
              <a:rPr lang="en-US" sz="1600" dirty="0">
                <a:solidFill>
                  <a:schemeClr val="tx1"/>
                </a:solidFill>
                <a:latin typeface="Arial" pitchFamily="34" charset="0"/>
                <a:ea typeface="Arial Unicode MS" pitchFamily="34" charset="-128"/>
                <a:cs typeface="Arial" pitchFamily="34" charset="0"/>
              </a:rPr>
              <a:t>Order.</a:t>
            </a:r>
          </a:p>
          <a:p>
            <a:pPr marL="342900" indent="-342900">
              <a:spcBef>
                <a:spcPct val="20000"/>
              </a:spcBef>
              <a:buFont typeface="Arial" pitchFamily="34" charset="0"/>
              <a:buChar char="•"/>
              <a:defRPr/>
            </a:pPr>
            <a:r>
              <a:rPr lang="en-US" sz="1600" dirty="0">
                <a:solidFill>
                  <a:schemeClr val="tx1"/>
                </a:solidFill>
                <a:latin typeface="Arial" pitchFamily="34" charset="0"/>
                <a:ea typeface="Arial Unicode MS" pitchFamily="34" charset="-128"/>
                <a:cs typeface="Arial" pitchFamily="34" charset="0"/>
              </a:rPr>
              <a:t>Kit Item.</a:t>
            </a:r>
          </a:p>
          <a:p>
            <a:pPr marL="342900" indent="-342900">
              <a:spcBef>
                <a:spcPct val="20000"/>
              </a:spcBef>
              <a:buFont typeface="Arial" pitchFamily="34" charset="0"/>
              <a:buChar char="•"/>
              <a:defRPr/>
            </a:pPr>
            <a:r>
              <a:rPr lang="en-US" sz="1600" dirty="0">
                <a:solidFill>
                  <a:schemeClr val="tx1"/>
                </a:solidFill>
                <a:latin typeface="Arial" pitchFamily="34" charset="0"/>
                <a:ea typeface="Arial Unicode MS" pitchFamily="34" charset="-128"/>
                <a:cs typeface="Arial" pitchFamily="34" charset="0"/>
              </a:rPr>
              <a:t>Inventory Monitoring.</a:t>
            </a:r>
          </a:p>
          <a:p>
            <a:pPr marL="285750" indent="-285750">
              <a:buFont typeface="Wingdings" panose="05000000000000000000" pitchFamily="2" charset="2"/>
              <a:buChar char="ü"/>
            </a:pPr>
            <a:endParaRPr lang="en-US" sz="1600" dirty="0">
              <a:solidFill>
                <a:schemeClr val="tx1"/>
              </a:solidFill>
            </a:endParaRPr>
          </a:p>
          <a:p>
            <a:pPr marL="285750" indent="-285750">
              <a:buFont typeface="Wingdings" panose="05000000000000000000" pitchFamily="2" charset="2"/>
              <a:buChar char="ü"/>
            </a:pPr>
            <a:endParaRPr lang="en-US" sz="1600" dirty="0">
              <a:solidFill>
                <a:schemeClr val="tx1"/>
              </a:solidFill>
            </a:endParaRPr>
          </a:p>
          <a:p>
            <a:pPr marL="285750" indent="-285750">
              <a:buFont typeface="Wingdings" panose="05000000000000000000" pitchFamily="2" charset="2"/>
              <a:buChar char="ü"/>
            </a:pPr>
            <a:endParaRPr lang="en-US" sz="1600" dirty="0">
              <a:solidFill>
                <a:schemeClr val="tx1"/>
              </a:solidFill>
            </a:endParaRPr>
          </a:p>
          <a:p>
            <a:pPr marL="285750" indent="-285750">
              <a:buFont typeface="Wingdings" panose="05000000000000000000" pitchFamily="2" charset="2"/>
              <a:buChar char="ü"/>
            </a:pPr>
            <a:endParaRPr lang="en-US" sz="1600" dirty="0">
              <a:solidFill>
                <a:schemeClr val="tx1"/>
              </a:solidFill>
            </a:endParaRPr>
          </a:p>
        </p:txBody>
      </p:sp>
      <p:sp>
        <p:nvSpPr>
          <p:cNvPr id="17" name="Rectangle 16"/>
          <p:cNvSpPr/>
          <p:nvPr/>
        </p:nvSpPr>
        <p:spPr>
          <a:xfrm>
            <a:off x="4876802" y="3908323"/>
            <a:ext cx="2499089" cy="2521974"/>
          </a:xfrm>
          <a:prstGeom prst="rect">
            <a:avLst/>
          </a:prstGeom>
          <a:solidFill>
            <a:schemeClr val="accent4">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ct val="20000"/>
              </a:spcBef>
              <a:buFont typeface="Arial" pitchFamily="34" charset="0"/>
              <a:buChar char="•"/>
            </a:pPr>
            <a:endParaRPr lang="en-US" sz="1600" dirty="0">
              <a:solidFill>
                <a:schemeClr val="tx1"/>
              </a:solidFill>
              <a:latin typeface="Arial" pitchFamily="34" charset="0"/>
              <a:ea typeface="Arial Unicode MS" pitchFamily="34" charset="-128"/>
              <a:cs typeface="Arial" pitchFamily="34" charset="0"/>
            </a:endParaRPr>
          </a:p>
          <a:p>
            <a:pPr marL="342900" indent="-342900">
              <a:spcBef>
                <a:spcPct val="20000"/>
              </a:spcBef>
              <a:buFont typeface="Arial" pitchFamily="34" charset="0"/>
              <a:buChar char="•"/>
            </a:pPr>
            <a:r>
              <a:rPr lang="en-US" sz="1600" dirty="0">
                <a:solidFill>
                  <a:schemeClr val="tx1"/>
                </a:solidFill>
                <a:latin typeface="Arial" pitchFamily="34" charset="0"/>
                <a:ea typeface="Arial Unicode MS" pitchFamily="34" charset="-128"/>
                <a:cs typeface="Arial" pitchFamily="34" charset="0"/>
              </a:rPr>
              <a:t>Sample.</a:t>
            </a:r>
          </a:p>
          <a:p>
            <a:pPr marL="342900" indent="-342900">
              <a:spcBef>
                <a:spcPct val="20000"/>
              </a:spcBef>
              <a:buFont typeface="Arial" pitchFamily="34" charset="0"/>
              <a:buChar char="•"/>
            </a:pPr>
            <a:r>
              <a:rPr lang="en-US" sz="1600" dirty="0">
                <a:solidFill>
                  <a:schemeClr val="tx1"/>
                </a:solidFill>
                <a:latin typeface="Arial" pitchFamily="34" charset="0"/>
                <a:ea typeface="Arial Unicode MS" pitchFamily="34" charset="-128"/>
                <a:cs typeface="Arial" pitchFamily="34" charset="0"/>
              </a:rPr>
              <a:t>Sample Product Group .</a:t>
            </a:r>
          </a:p>
          <a:p>
            <a:pPr marL="342900" indent="-342900">
              <a:spcBef>
                <a:spcPct val="20000"/>
              </a:spcBef>
              <a:buFont typeface="Arial" pitchFamily="34" charset="0"/>
              <a:buChar char="•"/>
            </a:pPr>
            <a:r>
              <a:rPr lang="en-US" sz="1600" dirty="0">
                <a:solidFill>
                  <a:schemeClr val="tx1"/>
                </a:solidFill>
                <a:latin typeface="Arial" pitchFamily="34" charset="0"/>
                <a:ea typeface="Arial Unicode MS" pitchFamily="34" charset="-128"/>
                <a:cs typeface="Arial" pitchFamily="34" charset="0"/>
              </a:rPr>
              <a:t>BRC.</a:t>
            </a:r>
          </a:p>
          <a:p>
            <a:pPr marL="342900" indent="-342900">
              <a:spcBef>
                <a:spcPct val="20000"/>
              </a:spcBef>
              <a:buFont typeface="Arial" pitchFamily="34" charset="0"/>
              <a:buChar char="•"/>
            </a:pPr>
            <a:r>
              <a:rPr lang="en-US" sz="1600" dirty="0">
                <a:solidFill>
                  <a:schemeClr val="tx1"/>
                </a:solidFill>
                <a:latin typeface="Arial" pitchFamily="34" charset="0"/>
                <a:ea typeface="Arial Unicode MS" pitchFamily="34" charset="-128"/>
                <a:cs typeface="Arial" pitchFamily="34" charset="0"/>
              </a:rPr>
              <a:t>Promotional Item.</a:t>
            </a:r>
          </a:p>
          <a:p>
            <a:pPr marL="342900" indent="-342900">
              <a:spcBef>
                <a:spcPct val="20000"/>
              </a:spcBef>
              <a:buFont typeface="Arial" pitchFamily="34" charset="0"/>
              <a:buChar char="•"/>
            </a:pPr>
            <a:r>
              <a:rPr lang="en-US" sz="1600" dirty="0">
                <a:solidFill>
                  <a:schemeClr val="tx1"/>
                </a:solidFill>
                <a:latin typeface="Arial" pitchFamily="34" charset="0"/>
                <a:ea typeface="Arial Unicode MS" pitchFamily="34" charset="-128"/>
                <a:cs typeface="Arial" pitchFamily="34" charset="0"/>
              </a:rPr>
              <a:t>High Value Promotional Item.</a:t>
            </a:r>
          </a:p>
          <a:p>
            <a:pPr marL="342900" indent="-342900">
              <a:spcBef>
                <a:spcPct val="20000"/>
              </a:spcBef>
              <a:buFont typeface="Arial" pitchFamily="34" charset="0"/>
              <a:buChar char="•"/>
            </a:pPr>
            <a:r>
              <a:rPr lang="en-US" sz="1600" dirty="0">
                <a:solidFill>
                  <a:schemeClr val="tx1"/>
                </a:solidFill>
                <a:latin typeface="Arial" pitchFamily="34" charset="0"/>
                <a:ea typeface="Arial Unicode MS" pitchFamily="34" charset="-128"/>
                <a:cs typeface="Arial" pitchFamily="34" charset="0"/>
              </a:rPr>
              <a:t>Alternative Sample.</a:t>
            </a:r>
          </a:p>
          <a:p>
            <a:pPr marL="342900" indent="-342900">
              <a:spcBef>
                <a:spcPct val="20000"/>
              </a:spcBef>
              <a:buFont typeface="Arial" pitchFamily="34" charset="0"/>
              <a:buChar char="•"/>
            </a:pPr>
            <a:endParaRPr lang="en-US" sz="1600" dirty="0">
              <a:solidFill>
                <a:schemeClr val="tx1"/>
              </a:solidFill>
              <a:latin typeface="Arial" pitchFamily="34" charset="0"/>
              <a:ea typeface="Arial Unicode MS" pitchFamily="34" charset="-128"/>
              <a:cs typeface="Arial" pitchFamily="34" charset="0"/>
            </a:endParaRPr>
          </a:p>
        </p:txBody>
      </p:sp>
      <p:sp>
        <p:nvSpPr>
          <p:cNvPr id="18" name="Down Arrow 17"/>
          <p:cNvSpPr/>
          <p:nvPr/>
        </p:nvSpPr>
        <p:spPr>
          <a:xfrm>
            <a:off x="6017413" y="2918555"/>
            <a:ext cx="217867" cy="324463"/>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b="1" dirty="0">
              <a:solidFill>
                <a:schemeClr val="tx1"/>
              </a:solidFill>
            </a:endParaRPr>
          </a:p>
        </p:txBody>
      </p:sp>
      <p:sp>
        <p:nvSpPr>
          <p:cNvPr id="19" name="Down Arrow 18"/>
          <p:cNvSpPr/>
          <p:nvPr/>
        </p:nvSpPr>
        <p:spPr>
          <a:xfrm>
            <a:off x="8625472" y="2914193"/>
            <a:ext cx="213729" cy="305871"/>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b="1" dirty="0">
              <a:solidFill>
                <a:schemeClr val="tx1"/>
              </a:solidFill>
            </a:endParaRPr>
          </a:p>
        </p:txBody>
      </p:sp>
    </p:spTree>
    <p:extLst>
      <p:ext uri="{BB962C8B-B14F-4D97-AF65-F5344CB8AC3E}">
        <p14:creationId xmlns:p14="http://schemas.microsoft.com/office/powerpoint/2010/main" val="2913242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12</a:t>
            </a:fld>
            <a:endParaRPr lang="en-US" dirty="0"/>
          </a:p>
        </p:txBody>
      </p:sp>
      <p:sp>
        <p:nvSpPr>
          <p:cNvPr id="3" name="Title 2"/>
          <p:cNvSpPr>
            <a:spLocks noGrp="1"/>
          </p:cNvSpPr>
          <p:nvPr>
            <p:ph type="title" idx="4294967295"/>
          </p:nvPr>
        </p:nvSpPr>
        <p:spPr>
          <a:xfrm>
            <a:off x="2438400" y="228600"/>
            <a:ext cx="9144000" cy="479425"/>
          </a:xfrm>
        </p:spPr>
        <p:txBody>
          <a:bodyPr vert="horz" lIns="91440" tIns="45720" rIns="91440" bIns="45720" rtlCol="0" anchor="ctr">
            <a:noAutofit/>
          </a:bodyPr>
          <a:lstStyle/>
          <a:p>
            <a:r>
              <a:rPr lang="en-US" altLang="ja-JP" sz="2400" dirty="0">
                <a:solidFill>
                  <a:schemeClr val="tx1"/>
                </a:solidFill>
              </a:rPr>
              <a:t>Product Types ... 1</a:t>
            </a:r>
            <a:endParaRPr lang="en-US" sz="2400" dirty="0">
              <a:solidFill>
                <a:schemeClr val="tx1"/>
              </a:solidFill>
            </a:endParaRPr>
          </a:p>
        </p:txBody>
      </p:sp>
      <p:sp>
        <p:nvSpPr>
          <p:cNvPr id="2" name="Content Placeholder 1"/>
          <p:cNvSpPr>
            <a:spLocks noGrp="1"/>
          </p:cNvSpPr>
          <p:nvPr>
            <p:ph idx="4294967295"/>
          </p:nvPr>
        </p:nvSpPr>
        <p:spPr>
          <a:xfrm>
            <a:off x="250372" y="903513"/>
            <a:ext cx="11506200" cy="57150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sz="1800" dirty="0">
                <a:solidFill>
                  <a:schemeClr val="tx1"/>
                </a:solidFill>
              </a:rPr>
              <a:t>The following is the full list of product types delivered out-of-the-box in VEEVA CRM:</a:t>
            </a:r>
          </a:p>
          <a:p>
            <a:endParaRPr lang="en-US" sz="1800" dirty="0">
              <a:solidFill>
                <a:schemeClr val="tx1"/>
              </a:solidFill>
            </a:endParaRPr>
          </a:p>
          <a:p>
            <a:pPr lvl="1"/>
            <a:r>
              <a:rPr lang="en-US" b="1" dirty="0">
                <a:solidFill>
                  <a:schemeClr val="tx1"/>
                </a:solidFill>
              </a:rPr>
              <a:t>Detail</a:t>
            </a:r>
            <a:r>
              <a:rPr lang="en-US" dirty="0">
                <a:solidFill>
                  <a:schemeClr val="tx1"/>
                </a:solidFill>
              </a:rPr>
              <a:t>: </a:t>
            </a:r>
          </a:p>
          <a:p>
            <a:pPr lvl="2"/>
            <a:r>
              <a:rPr lang="en-US" dirty="0">
                <a:solidFill>
                  <a:schemeClr val="tx1"/>
                </a:solidFill>
              </a:rPr>
              <a:t>This type represents the product detailed, or discussed, during sales rep calls against targeted accounts</a:t>
            </a:r>
          </a:p>
          <a:p>
            <a:pPr lvl="2"/>
            <a:r>
              <a:rPr lang="en-US" dirty="0">
                <a:solidFill>
                  <a:schemeClr val="tx1"/>
                </a:solidFill>
              </a:rPr>
              <a:t>Access to the other type of products is driven by alignment of users to the Detail level product, via the My Setup page</a:t>
            </a:r>
          </a:p>
          <a:p>
            <a:pPr lvl="2"/>
            <a:r>
              <a:rPr lang="en-US" dirty="0">
                <a:solidFill>
                  <a:schemeClr val="tx1"/>
                </a:solidFill>
              </a:rPr>
              <a:t>Other types of products (see below) are associated to their parent Detail product, via the Parent Product field</a:t>
            </a:r>
          </a:p>
          <a:p>
            <a:pPr lvl="1"/>
            <a:endParaRPr lang="en-US" dirty="0">
              <a:solidFill>
                <a:schemeClr val="tx1"/>
              </a:solidFill>
            </a:endParaRPr>
          </a:p>
          <a:p>
            <a:pPr lvl="1"/>
            <a:r>
              <a:rPr lang="en-US" b="1" dirty="0">
                <a:solidFill>
                  <a:schemeClr val="tx1"/>
                </a:solidFill>
              </a:rPr>
              <a:t>Sample</a:t>
            </a:r>
            <a:r>
              <a:rPr lang="en-US" dirty="0">
                <a:solidFill>
                  <a:schemeClr val="tx1"/>
                </a:solidFill>
              </a:rPr>
              <a:t>: </a:t>
            </a:r>
          </a:p>
          <a:p>
            <a:pPr lvl="2"/>
            <a:r>
              <a:rPr lang="en-US" dirty="0">
                <a:solidFill>
                  <a:schemeClr val="tx1"/>
                </a:solidFill>
              </a:rPr>
              <a:t>Represents samples that are disbursed as free products to physicians during calls </a:t>
            </a:r>
          </a:p>
          <a:p>
            <a:pPr lvl="2"/>
            <a:r>
              <a:rPr lang="en-US" dirty="0">
                <a:solidFill>
                  <a:schemeClr val="tx1"/>
                </a:solidFill>
              </a:rPr>
              <a:t>These have specified lot numbers and form factors stored in the Sample Lot object</a:t>
            </a:r>
          </a:p>
          <a:p>
            <a:pPr lvl="1"/>
            <a:endParaRPr lang="en-US" dirty="0">
              <a:solidFill>
                <a:schemeClr val="tx1"/>
              </a:solidFill>
            </a:endParaRPr>
          </a:p>
          <a:p>
            <a:pPr lvl="1"/>
            <a:r>
              <a:rPr lang="en-US" b="1" dirty="0">
                <a:solidFill>
                  <a:schemeClr val="tx1"/>
                </a:solidFill>
              </a:rPr>
              <a:t>BRC</a:t>
            </a:r>
            <a:r>
              <a:rPr lang="en-US" dirty="0">
                <a:solidFill>
                  <a:schemeClr val="tx1"/>
                </a:solidFill>
              </a:rPr>
              <a:t>: </a:t>
            </a:r>
          </a:p>
          <a:p>
            <a:pPr lvl="2"/>
            <a:r>
              <a:rPr lang="en-US" dirty="0">
                <a:solidFill>
                  <a:schemeClr val="tx1"/>
                </a:solidFill>
              </a:rPr>
              <a:t>Business Reply Cards, or BRCs, represent requests to ship product samples to an HCP</a:t>
            </a:r>
          </a:p>
          <a:p>
            <a:pPr lvl="2"/>
            <a:r>
              <a:rPr lang="en-US" dirty="0">
                <a:solidFill>
                  <a:schemeClr val="tx1"/>
                </a:solidFill>
              </a:rPr>
              <a:t>This provide a mechanism for sales representatives to create sample orders on behalf of a requesting HCP through the VEEVA CRM application</a:t>
            </a:r>
          </a:p>
          <a:p>
            <a:pPr lvl="2"/>
            <a:r>
              <a:rPr lang="en-US" dirty="0">
                <a:solidFill>
                  <a:schemeClr val="tx1"/>
                </a:solidFill>
              </a:rPr>
              <a:t>Users will be able to specify a Ship to Location allowing BRC shipments to be sent to a business location associated to the HCP</a:t>
            </a:r>
          </a:p>
        </p:txBody>
      </p:sp>
      <p:sp>
        <p:nvSpPr>
          <p:cNvPr id="5" name="Footer Placeholder 4">
            <a:extLst>
              <a:ext uri="{FF2B5EF4-FFF2-40B4-BE49-F238E27FC236}">
                <a16:creationId xmlns:a16="http://schemas.microsoft.com/office/drawing/2014/main" id="{640CE4B3-2205-5459-2C62-6185A6A9EAF9}"/>
              </a:ext>
            </a:extLst>
          </p:cNvPr>
          <p:cNvSpPr>
            <a:spLocks noGrp="1"/>
          </p:cNvSpPr>
          <p:nvPr>
            <p:ph type="ftr" sz="quarter" idx="11"/>
          </p:nvPr>
        </p:nvSpPr>
        <p:spPr>
          <a:xfrm>
            <a:off x="914400" y="6324600"/>
            <a:ext cx="1198179" cy="365125"/>
          </a:xfrm>
        </p:spPr>
        <p:txBody>
          <a:bodyPr/>
          <a:lstStyle/>
          <a:p>
            <a:r>
              <a:rPr lang="en-US" dirty="0"/>
              <a:t>© Cognizant 2023</a:t>
            </a:r>
          </a:p>
        </p:txBody>
      </p:sp>
    </p:spTree>
    <p:extLst>
      <p:ext uri="{BB962C8B-B14F-4D97-AF65-F5344CB8AC3E}">
        <p14:creationId xmlns:p14="http://schemas.microsoft.com/office/powerpoint/2010/main" val="2435485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13</a:t>
            </a:fld>
            <a:endParaRPr lang="en-US" dirty="0"/>
          </a:p>
        </p:txBody>
      </p:sp>
      <p:sp>
        <p:nvSpPr>
          <p:cNvPr id="3" name="Title 2"/>
          <p:cNvSpPr>
            <a:spLocks noGrp="1"/>
          </p:cNvSpPr>
          <p:nvPr>
            <p:ph type="title" idx="4294967295"/>
          </p:nvPr>
        </p:nvSpPr>
        <p:spPr>
          <a:xfrm>
            <a:off x="1752600" y="304800"/>
            <a:ext cx="9144000" cy="479425"/>
          </a:xfrm>
        </p:spPr>
        <p:txBody>
          <a:bodyPr vert="horz" lIns="91440" tIns="45720" rIns="91440" bIns="45720" rtlCol="0" anchor="ctr">
            <a:noAutofit/>
          </a:bodyPr>
          <a:lstStyle/>
          <a:p>
            <a:r>
              <a:rPr lang="en-US" altLang="ja-JP" sz="2400" dirty="0">
                <a:solidFill>
                  <a:schemeClr val="tx1"/>
                </a:solidFill>
              </a:rPr>
              <a:t>Product Types ... 2</a:t>
            </a:r>
            <a:endParaRPr lang="en-US" sz="2400" dirty="0">
              <a:solidFill>
                <a:schemeClr val="tx1"/>
              </a:solidFill>
            </a:endParaRPr>
          </a:p>
        </p:txBody>
      </p:sp>
      <p:sp>
        <p:nvSpPr>
          <p:cNvPr id="2" name="Content Placeholder 1"/>
          <p:cNvSpPr>
            <a:spLocks noGrp="1"/>
          </p:cNvSpPr>
          <p:nvPr>
            <p:ph idx="4294967295"/>
          </p:nvPr>
        </p:nvSpPr>
        <p:spPr>
          <a:xfrm>
            <a:off x="152400" y="1247820"/>
            <a:ext cx="11506200" cy="4983162"/>
          </a:xfrm>
          <a:noFill/>
          <a:ln w="9525">
            <a:noFill/>
            <a:miter lim="800000"/>
            <a:headEnd/>
            <a:tailEnd/>
          </a:ln>
        </p:spPr>
        <p:txBody>
          <a:bodyPr vert="horz" wrap="square" lIns="91440" tIns="45720" rIns="91440" bIns="45720" numCol="1" anchor="t" anchorCtr="0" compatLnSpc="1">
            <a:prstTxWarp prst="textNoShape">
              <a:avLst/>
            </a:prstTxWarp>
          </a:bodyPr>
          <a:lstStyle/>
          <a:p>
            <a:pPr lvl="1"/>
            <a:r>
              <a:rPr lang="en-US" b="1" dirty="0">
                <a:solidFill>
                  <a:schemeClr val="tx1"/>
                </a:solidFill>
              </a:rPr>
              <a:t>Promotional Item</a:t>
            </a:r>
            <a:r>
              <a:rPr lang="en-US" dirty="0">
                <a:solidFill>
                  <a:schemeClr val="tx1"/>
                </a:solidFill>
              </a:rPr>
              <a:t>: </a:t>
            </a:r>
          </a:p>
          <a:p>
            <a:pPr lvl="2"/>
            <a:r>
              <a:rPr lang="en-US" dirty="0">
                <a:solidFill>
                  <a:schemeClr val="tx1"/>
                </a:solidFill>
              </a:rPr>
              <a:t>Any non-sample item given to physicians or other targeted accounts free of charge. </a:t>
            </a:r>
          </a:p>
          <a:p>
            <a:pPr lvl="2"/>
            <a:r>
              <a:rPr lang="en-US" dirty="0">
                <a:solidFill>
                  <a:schemeClr val="tx1"/>
                </a:solidFill>
              </a:rPr>
              <a:t>Examples include educational brochures and pamphlets, pens, USB drives, etc.</a:t>
            </a:r>
          </a:p>
          <a:p>
            <a:pPr lvl="1"/>
            <a:endParaRPr lang="en-US" b="1" dirty="0">
              <a:solidFill>
                <a:schemeClr val="tx1"/>
              </a:solidFill>
            </a:endParaRPr>
          </a:p>
          <a:p>
            <a:pPr lvl="1"/>
            <a:r>
              <a:rPr lang="en-US" b="1" dirty="0">
                <a:solidFill>
                  <a:schemeClr val="tx1"/>
                </a:solidFill>
              </a:rPr>
              <a:t>Order</a:t>
            </a:r>
            <a:r>
              <a:rPr lang="en-US" dirty="0">
                <a:solidFill>
                  <a:schemeClr val="tx1"/>
                </a:solidFill>
              </a:rPr>
              <a:t>: </a:t>
            </a:r>
          </a:p>
          <a:p>
            <a:pPr lvl="2"/>
            <a:r>
              <a:rPr lang="en-US" dirty="0">
                <a:solidFill>
                  <a:schemeClr val="tx1"/>
                </a:solidFill>
              </a:rPr>
              <a:t>For products ordered by pharmacies and other institutions. </a:t>
            </a:r>
          </a:p>
          <a:p>
            <a:pPr lvl="2"/>
            <a:r>
              <a:rPr lang="en-US" dirty="0">
                <a:solidFill>
                  <a:schemeClr val="tx1"/>
                </a:solidFill>
              </a:rPr>
              <a:t>These have a monetary value driven by pricing rules defined in the </a:t>
            </a:r>
            <a:r>
              <a:rPr lang="en-US" dirty="0" err="1">
                <a:solidFill>
                  <a:schemeClr val="tx1"/>
                </a:solidFill>
              </a:rPr>
              <a:t>Pricing_Rule_vod</a:t>
            </a:r>
            <a:r>
              <a:rPr lang="en-US" dirty="0">
                <a:solidFill>
                  <a:schemeClr val="tx1"/>
                </a:solidFill>
              </a:rPr>
              <a:t> object.</a:t>
            </a:r>
          </a:p>
          <a:p>
            <a:pPr lvl="1"/>
            <a:endParaRPr lang="en-US" b="1" dirty="0">
              <a:solidFill>
                <a:schemeClr val="tx1"/>
              </a:solidFill>
            </a:endParaRPr>
          </a:p>
          <a:p>
            <a:pPr lvl="1"/>
            <a:r>
              <a:rPr lang="en-US" b="1" dirty="0">
                <a:solidFill>
                  <a:schemeClr val="tx1"/>
                </a:solidFill>
              </a:rPr>
              <a:t>Detail Group</a:t>
            </a:r>
            <a:r>
              <a:rPr lang="en-US" dirty="0">
                <a:solidFill>
                  <a:schemeClr val="tx1"/>
                </a:solidFill>
              </a:rPr>
              <a:t>: </a:t>
            </a:r>
          </a:p>
          <a:p>
            <a:pPr lvl="2"/>
            <a:r>
              <a:rPr lang="en-US" dirty="0">
                <a:solidFill>
                  <a:schemeClr val="tx1"/>
                </a:solidFill>
              </a:rPr>
              <a:t>This special type is used to represent a group of Detail level products. Unlike other types, this type does not have a detail level product as its parent. </a:t>
            </a:r>
          </a:p>
          <a:p>
            <a:pPr lvl="2"/>
            <a:r>
              <a:rPr lang="en-US" dirty="0">
                <a:solidFill>
                  <a:schemeClr val="tx1"/>
                </a:solidFill>
              </a:rPr>
              <a:t>Detail products that are part of a Detail Group are linked together via the Product Group object.</a:t>
            </a:r>
          </a:p>
          <a:p>
            <a:pPr>
              <a:defRPr/>
            </a:pPr>
            <a:endParaRPr sz="1600" dirty="0">
              <a:solidFill>
                <a:schemeClr val="tx1"/>
              </a:solidFill>
            </a:endParaRPr>
          </a:p>
        </p:txBody>
      </p:sp>
      <p:sp>
        <p:nvSpPr>
          <p:cNvPr id="5" name="Footer Placeholder 4">
            <a:extLst>
              <a:ext uri="{FF2B5EF4-FFF2-40B4-BE49-F238E27FC236}">
                <a16:creationId xmlns:a16="http://schemas.microsoft.com/office/drawing/2014/main" id="{667449DE-4050-2443-665F-9C0972CD2C2D}"/>
              </a:ext>
            </a:extLst>
          </p:cNvPr>
          <p:cNvSpPr>
            <a:spLocks noGrp="1"/>
          </p:cNvSpPr>
          <p:nvPr>
            <p:ph type="ftr" sz="quarter" idx="11"/>
          </p:nvPr>
        </p:nvSpPr>
        <p:spPr>
          <a:xfrm>
            <a:off x="1042416" y="6263640"/>
            <a:ext cx="1198179" cy="365125"/>
          </a:xfrm>
        </p:spPr>
        <p:txBody>
          <a:bodyPr/>
          <a:lstStyle/>
          <a:p>
            <a:r>
              <a:rPr lang="en-US" dirty="0"/>
              <a:t>© Cognizant 2023</a:t>
            </a:r>
          </a:p>
        </p:txBody>
      </p:sp>
    </p:spTree>
    <p:extLst>
      <p:ext uri="{BB962C8B-B14F-4D97-AF65-F5344CB8AC3E}">
        <p14:creationId xmlns:p14="http://schemas.microsoft.com/office/powerpoint/2010/main" val="122575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14</a:t>
            </a:fld>
            <a:endParaRPr lang="en-US" dirty="0"/>
          </a:p>
        </p:txBody>
      </p:sp>
      <p:sp>
        <p:nvSpPr>
          <p:cNvPr id="3" name="Title 2"/>
          <p:cNvSpPr>
            <a:spLocks noGrp="1"/>
          </p:cNvSpPr>
          <p:nvPr>
            <p:ph type="title" idx="4294967295"/>
          </p:nvPr>
        </p:nvSpPr>
        <p:spPr>
          <a:xfrm>
            <a:off x="1676400" y="228600"/>
            <a:ext cx="9144000" cy="479425"/>
          </a:xfrm>
        </p:spPr>
        <p:txBody>
          <a:bodyPr vert="horz" lIns="91440" tIns="45720" rIns="91440" bIns="45720" rtlCol="0" anchor="ctr">
            <a:noAutofit/>
          </a:bodyPr>
          <a:lstStyle/>
          <a:p>
            <a:r>
              <a:rPr lang="en-US" altLang="ja-JP" sz="2400" dirty="0">
                <a:solidFill>
                  <a:schemeClr val="tx1"/>
                </a:solidFill>
              </a:rPr>
              <a:t>Product Types ... 3</a:t>
            </a:r>
            <a:endParaRPr lang="en-US" sz="2400" dirty="0">
              <a:solidFill>
                <a:schemeClr val="tx1"/>
              </a:solidFill>
            </a:endParaRPr>
          </a:p>
        </p:txBody>
      </p:sp>
      <p:sp>
        <p:nvSpPr>
          <p:cNvPr id="2" name="Content Placeholder 1"/>
          <p:cNvSpPr>
            <a:spLocks noGrp="1"/>
          </p:cNvSpPr>
          <p:nvPr>
            <p:ph idx="4294967295"/>
          </p:nvPr>
        </p:nvSpPr>
        <p:spPr>
          <a:xfrm>
            <a:off x="228600" y="1143000"/>
            <a:ext cx="10744200" cy="4983162"/>
          </a:xfrm>
          <a:noFill/>
          <a:ln w="9525">
            <a:noFill/>
            <a:miter lim="800000"/>
            <a:headEnd/>
            <a:tailEnd/>
          </a:ln>
        </p:spPr>
        <p:txBody>
          <a:bodyPr vert="horz" wrap="square" lIns="91440" tIns="45720" rIns="91440" bIns="45720" numCol="1" anchor="t" anchorCtr="0" compatLnSpc="1">
            <a:prstTxWarp prst="textNoShape">
              <a:avLst/>
            </a:prstTxWarp>
          </a:bodyPr>
          <a:lstStyle/>
          <a:p>
            <a:pPr lvl="1"/>
            <a:r>
              <a:rPr lang="en-US" b="1" dirty="0">
                <a:solidFill>
                  <a:schemeClr val="tx1"/>
                </a:solidFill>
              </a:rPr>
              <a:t>Detail Topic</a:t>
            </a:r>
            <a:r>
              <a:rPr lang="en-US" dirty="0">
                <a:solidFill>
                  <a:schemeClr val="tx1"/>
                </a:solidFill>
              </a:rPr>
              <a:t>: </a:t>
            </a:r>
          </a:p>
          <a:p>
            <a:pPr lvl="2"/>
            <a:r>
              <a:rPr lang="en-US" dirty="0">
                <a:solidFill>
                  <a:schemeClr val="tx1"/>
                </a:solidFill>
              </a:rPr>
              <a:t>Represents a topic of discussion relating to a Detail Group</a:t>
            </a:r>
          </a:p>
          <a:p>
            <a:pPr lvl="2"/>
            <a:endParaRPr lang="en-US" dirty="0">
              <a:solidFill>
                <a:schemeClr val="tx1"/>
              </a:solidFill>
            </a:endParaRPr>
          </a:p>
          <a:p>
            <a:pPr lvl="1"/>
            <a:r>
              <a:rPr lang="en-US" b="1" dirty="0">
                <a:solidFill>
                  <a:schemeClr val="tx1"/>
                </a:solidFill>
              </a:rPr>
              <a:t>Reprint</a:t>
            </a:r>
            <a:r>
              <a:rPr lang="en-US" dirty="0">
                <a:solidFill>
                  <a:schemeClr val="tx1"/>
                </a:solidFill>
              </a:rPr>
              <a:t>: </a:t>
            </a:r>
          </a:p>
          <a:p>
            <a:pPr lvl="2"/>
            <a:r>
              <a:rPr lang="en-US" dirty="0">
                <a:solidFill>
                  <a:schemeClr val="tx1"/>
                </a:solidFill>
              </a:rPr>
              <a:t>A physical paper copy of information material, such as a Product Information brochure, or Important Safety Information inset</a:t>
            </a:r>
          </a:p>
          <a:p>
            <a:pPr lvl="2"/>
            <a:endParaRPr lang="en-US" dirty="0">
              <a:solidFill>
                <a:schemeClr val="tx1"/>
              </a:solidFill>
            </a:endParaRPr>
          </a:p>
          <a:p>
            <a:pPr lvl="1"/>
            <a:r>
              <a:rPr lang="en-US" b="1" dirty="0">
                <a:solidFill>
                  <a:schemeClr val="tx1"/>
                </a:solidFill>
              </a:rPr>
              <a:t>Alternative Sample</a:t>
            </a:r>
            <a:r>
              <a:rPr lang="en-US" dirty="0">
                <a:solidFill>
                  <a:schemeClr val="tx1"/>
                </a:solidFill>
              </a:rPr>
              <a:t>: </a:t>
            </a:r>
          </a:p>
          <a:p>
            <a:pPr lvl="2"/>
            <a:r>
              <a:rPr lang="en-US" dirty="0">
                <a:solidFill>
                  <a:schemeClr val="tx1"/>
                </a:solidFill>
              </a:rPr>
              <a:t>A product sample that does not require a lot number for disbursement (e.g.: co-pay cards, vouchers)</a:t>
            </a:r>
          </a:p>
          <a:p>
            <a:pPr lvl="2"/>
            <a:r>
              <a:rPr lang="en-US" dirty="0">
                <a:solidFill>
                  <a:schemeClr val="tx1"/>
                </a:solidFill>
              </a:rPr>
              <a:t>Alternative samples require both a valid license status and an HCP signature</a:t>
            </a:r>
          </a:p>
          <a:p>
            <a:pPr lvl="2"/>
            <a:r>
              <a:rPr lang="en-US" dirty="0">
                <a:solidFill>
                  <a:schemeClr val="tx1"/>
                </a:solidFill>
              </a:rPr>
              <a:t>It should have the </a:t>
            </a:r>
            <a:r>
              <a:rPr lang="en-US" dirty="0" err="1">
                <a:solidFill>
                  <a:schemeClr val="tx1"/>
                </a:solidFill>
              </a:rPr>
              <a:t>Parent_Product_vod</a:t>
            </a:r>
            <a:r>
              <a:rPr lang="en-US" dirty="0">
                <a:solidFill>
                  <a:schemeClr val="tx1"/>
                </a:solidFill>
              </a:rPr>
              <a:t> field populated with a Detail-level product</a:t>
            </a:r>
          </a:p>
          <a:p>
            <a:pPr lvl="2"/>
            <a:endParaRPr lang="en-US" dirty="0">
              <a:solidFill>
                <a:schemeClr val="tx1"/>
              </a:solidFill>
            </a:endParaRPr>
          </a:p>
          <a:p>
            <a:pPr lvl="1"/>
            <a:r>
              <a:rPr lang="en-US" b="1" dirty="0">
                <a:solidFill>
                  <a:schemeClr val="tx1"/>
                </a:solidFill>
              </a:rPr>
              <a:t>High Value Promotional Item: </a:t>
            </a:r>
          </a:p>
          <a:p>
            <a:pPr lvl="2"/>
            <a:r>
              <a:rPr lang="en-US" dirty="0">
                <a:solidFill>
                  <a:schemeClr val="tx1"/>
                </a:solidFill>
              </a:rPr>
              <a:t>Any highly valued marketing or sales aid requiring an HCP's signature when left at a call location. (e.g.: medical books, models, demonstration devices). </a:t>
            </a:r>
          </a:p>
          <a:p>
            <a:pPr lvl="2"/>
            <a:r>
              <a:rPr lang="en-US" dirty="0">
                <a:solidFill>
                  <a:schemeClr val="tx1"/>
                </a:solidFill>
              </a:rPr>
              <a:t>The </a:t>
            </a:r>
            <a:r>
              <a:rPr lang="en-US" dirty="0" err="1">
                <a:solidFill>
                  <a:schemeClr val="tx1"/>
                </a:solidFill>
              </a:rPr>
              <a:t>Parent_Product_vod</a:t>
            </a:r>
            <a:r>
              <a:rPr lang="en-US" dirty="0">
                <a:solidFill>
                  <a:schemeClr val="tx1"/>
                </a:solidFill>
              </a:rPr>
              <a:t> field must be populated with a Detail-level product</a:t>
            </a:r>
          </a:p>
        </p:txBody>
      </p:sp>
      <p:sp>
        <p:nvSpPr>
          <p:cNvPr id="5" name="Footer Placeholder 4">
            <a:extLst>
              <a:ext uri="{FF2B5EF4-FFF2-40B4-BE49-F238E27FC236}">
                <a16:creationId xmlns:a16="http://schemas.microsoft.com/office/drawing/2014/main" id="{DD849633-9C2F-60DA-B07F-82F73C65FF45}"/>
              </a:ext>
            </a:extLst>
          </p:cNvPr>
          <p:cNvSpPr>
            <a:spLocks noGrp="1"/>
          </p:cNvSpPr>
          <p:nvPr>
            <p:ph type="ftr" sz="quarter" idx="11"/>
          </p:nvPr>
        </p:nvSpPr>
        <p:spPr>
          <a:xfrm>
            <a:off x="1042416" y="6263640"/>
            <a:ext cx="1198179" cy="365125"/>
          </a:xfrm>
        </p:spPr>
        <p:txBody>
          <a:bodyPr/>
          <a:lstStyle/>
          <a:p>
            <a:r>
              <a:rPr lang="en-US" dirty="0"/>
              <a:t>© Cognizant 2023</a:t>
            </a:r>
          </a:p>
        </p:txBody>
      </p:sp>
    </p:spTree>
    <p:extLst>
      <p:ext uri="{BB962C8B-B14F-4D97-AF65-F5344CB8AC3E}">
        <p14:creationId xmlns:p14="http://schemas.microsoft.com/office/powerpoint/2010/main" val="2720568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15</a:t>
            </a:fld>
            <a:endParaRPr lang="en-US" dirty="0"/>
          </a:p>
        </p:txBody>
      </p:sp>
      <p:sp>
        <p:nvSpPr>
          <p:cNvPr id="3" name="Title 2"/>
          <p:cNvSpPr>
            <a:spLocks noGrp="1"/>
          </p:cNvSpPr>
          <p:nvPr>
            <p:ph type="title" idx="4294967295"/>
          </p:nvPr>
        </p:nvSpPr>
        <p:spPr>
          <a:xfrm>
            <a:off x="2133600" y="304800"/>
            <a:ext cx="9144000" cy="479425"/>
          </a:xfrm>
        </p:spPr>
        <p:txBody>
          <a:bodyPr vert="horz" lIns="91440" tIns="45720" rIns="91440" bIns="45720" rtlCol="0" anchor="ctr">
            <a:noAutofit/>
          </a:bodyPr>
          <a:lstStyle/>
          <a:p>
            <a:r>
              <a:rPr lang="en-US" altLang="ja-JP" sz="2400" dirty="0">
                <a:solidFill>
                  <a:schemeClr val="tx1"/>
                </a:solidFill>
              </a:rPr>
              <a:t>Product Types ... 4</a:t>
            </a:r>
            <a:endParaRPr lang="en-US" sz="2400" dirty="0">
              <a:solidFill>
                <a:schemeClr val="tx1"/>
              </a:solidFill>
            </a:endParaRPr>
          </a:p>
        </p:txBody>
      </p:sp>
      <p:sp>
        <p:nvSpPr>
          <p:cNvPr id="2" name="Content Placeholder 1"/>
          <p:cNvSpPr>
            <a:spLocks noGrp="1"/>
          </p:cNvSpPr>
          <p:nvPr>
            <p:ph idx="4294967295"/>
          </p:nvPr>
        </p:nvSpPr>
        <p:spPr>
          <a:xfrm>
            <a:off x="0" y="1143000"/>
            <a:ext cx="10744200" cy="4983162"/>
          </a:xfrm>
          <a:noFill/>
          <a:ln w="9525">
            <a:noFill/>
            <a:miter lim="800000"/>
            <a:headEnd/>
            <a:tailEnd/>
          </a:ln>
        </p:spPr>
        <p:txBody>
          <a:bodyPr vert="horz" wrap="square" lIns="91440" tIns="45720" rIns="91440" bIns="45720" numCol="1" anchor="t" anchorCtr="0" compatLnSpc="1">
            <a:prstTxWarp prst="textNoShape">
              <a:avLst/>
            </a:prstTxWarp>
          </a:bodyPr>
          <a:lstStyle/>
          <a:p>
            <a:pPr lvl="1"/>
            <a:r>
              <a:rPr lang="en-US" b="1" dirty="0">
                <a:solidFill>
                  <a:schemeClr val="tx1"/>
                </a:solidFill>
              </a:rPr>
              <a:t>Kit Item:</a:t>
            </a:r>
            <a:r>
              <a:rPr lang="en-US" dirty="0">
                <a:solidFill>
                  <a:schemeClr val="tx1"/>
                </a:solidFill>
              </a:rPr>
              <a:t> </a:t>
            </a:r>
          </a:p>
          <a:p>
            <a:pPr lvl="2"/>
            <a:r>
              <a:rPr lang="en-US" dirty="0">
                <a:solidFill>
                  <a:schemeClr val="tx1"/>
                </a:solidFill>
              </a:rPr>
              <a:t>Items that make up a kit, which is a virtual bundling of two types of products</a:t>
            </a:r>
          </a:p>
          <a:p>
            <a:pPr lvl="2"/>
            <a:r>
              <a:rPr lang="en-US" dirty="0">
                <a:solidFill>
                  <a:schemeClr val="tx1"/>
                </a:solidFill>
              </a:rPr>
              <a:t>Products of type kit item are linked to the kit by setting the parent product to the corresponding kit </a:t>
            </a:r>
          </a:p>
          <a:p>
            <a:pPr marL="914400" lvl="2" indent="0">
              <a:buNone/>
            </a:pPr>
            <a:r>
              <a:rPr lang="en-US" dirty="0">
                <a:solidFill>
                  <a:schemeClr val="tx1"/>
                </a:solidFill>
              </a:rPr>
              <a:t>record (product catalog record with </a:t>
            </a:r>
            <a:r>
              <a:rPr lang="en-US" dirty="0" err="1">
                <a:solidFill>
                  <a:schemeClr val="tx1"/>
                </a:solidFill>
              </a:rPr>
              <a:t>Product_Type_vod</a:t>
            </a:r>
            <a:r>
              <a:rPr lang="en-US" dirty="0">
                <a:solidFill>
                  <a:schemeClr val="tx1"/>
                </a:solidFill>
              </a:rPr>
              <a:t> = Order)</a:t>
            </a:r>
          </a:p>
          <a:p>
            <a:pPr lvl="1"/>
            <a:endParaRPr lang="en-US" b="1" dirty="0">
              <a:solidFill>
                <a:schemeClr val="tx1"/>
              </a:solidFill>
            </a:endParaRPr>
          </a:p>
          <a:p>
            <a:pPr lvl="1"/>
            <a:r>
              <a:rPr lang="en-US" b="1" dirty="0">
                <a:solidFill>
                  <a:schemeClr val="tx1"/>
                </a:solidFill>
              </a:rPr>
              <a:t>Product Group:</a:t>
            </a:r>
            <a:r>
              <a:rPr lang="en-US" dirty="0">
                <a:solidFill>
                  <a:schemeClr val="tx1"/>
                </a:solidFill>
              </a:rPr>
              <a:t> </a:t>
            </a:r>
          </a:p>
          <a:p>
            <a:pPr lvl="2"/>
            <a:r>
              <a:rPr lang="en-US" dirty="0">
                <a:solidFill>
                  <a:schemeClr val="tx1"/>
                </a:solidFill>
              </a:rPr>
              <a:t>Links detail products that are part of a Detail Group</a:t>
            </a:r>
          </a:p>
          <a:p>
            <a:pPr lvl="1"/>
            <a:endParaRPr lang="en-US" b="1" dirty="0">
              <a:solidFill>
                <a:schemeClr val="tx1"/>
              </a:solidFill>
            </a:endParaRPr>
          </a:p>
          <a:p>
            <a:pPr lvl="1"/>
            <a:r>
              <a:rPr lang="en-US" b="1" dirty="0">
                <a:solidFill>
                  <a:schemeClr val="tx1"/>
                </a:solidFill>
              </a:rPr>
              <a:t>Sample Product Group: </a:t>
            </a:r>
          </a:p>
          <a:p>
            <a:pPr lvl="2"/>
            <a:r>
              <a:rPr lang="en-US" dirty="0">
                <a:solidFill>
                  <a:schemeClr val="tx1"/>
                </a:solidFill>
              </a:rPr>
              <a:t>An ensemble of samples (products of type Sample or BRC) from the Product Catalog against which specific disbursement limit rules may be defined</a:t>
            </a:r>
          </a:p>
          <a:p>
            <a:pPr lvl="2"/>
            <a:r>
              <a:rPr lang="en-US" dirty="0">
                <a:solidFill>
                  <a:schemeClr val="tx1"/>
                </a:solidFill>
              </a:rPr>
              <a:t>These items are from the same company but may or may not belong to the same brand (products of type detail)</a:t>
            </a:r>
          </a:p>
          <a:p>
            <a:pPr lvl="2"/>
            <a:r>
              <a:rPr lang="en-US" dirty="0">
                <a:solidFill>
                  <a:schemeClr val="tx1"/>
                </a:solidFill>
              </a:rPr>
              <a:t>It is also sometimes referred as Sample Portfolio or Sample Band.</a:t>
            </a:r>
          </a:p>
        </p:txBody>
      </p:sp>
      <p:sp>
        <p:nvSpPr>
          <p:cNvPr id="5" name="Footer Placeholder 4">
            <a:extLst>
              <a:ext uri="{FF2B5EF4-FFF2-40B4-BE49-F238E27FC236}">
                <a16:creationId xmlns:a16="http://schemas.microsoft.com/office/drawing/2014/main" id="{DA5DCC4E-0A62-BC54-4E64-980202D6BE62}"/>
              </a:ext>
            </a:extLst>
          </p:cNvPr>
          <p:cNvSpPr>
            <a:spLocks noGrp="1"/>
          </p:cNvSpPr>
          <p:nvPr>
            <p:ph type="ftr" sz="quarter" idx="11"/>
          </p:nvPr>
        </p:nvSpPr>
        <p:spPr>
          <a:xfrm>
            <a:off x="1042416" y="6263640"/>
            <a:ext cx="1198179" cy="365125"/>
          </a:xfrm>
        </p:spPr>
        <p:txBody>
          <a:bodyPr/>
          <a:lstStyle/>
          <a:p>
            <a:r>
              <a:rPr lang="en-US" dirty="0"/>
              <a:t>© Cognizant 2023</a:t>
            </a:r>
          </a:p>
        </p:txBody>
      </p:sp>
    </p:spTree>
    <p:extLst>
      <p:ext uri="{BB962C8B-B14F-4D97-AF65-F5344CB8AC3E}">
        <p14:creationId xmlns:p14="http://schemas.microsoft.com/office/powerpoint/2010/main" val="3115836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16</a:t>
            </a:fld>
            <a:endParaRPr lang="en-US" dirty="0"/>
          </a:p>
        </p:txBody>
      </p:sp>
      <p:sp>
        <p:nvSpPr>
          <p:cNvPr id="3" name="Title 2"/>
          <p:cNvSpPr>
            <a:spLocks noGrp="1"/>
          </p:cNvSpPr>
          <p:nvPr>
            <p:ph type="title" idx="4294967295"/>
          </p:nvPr>
        </p:nvSpPr>
        <p:spPr>
          <a:xfrm>
            <a:off x="1825914" y="194416"/>
            <a:ext cx="9144000" cy="479425"/>
          </a:xfrm>
        </p:spPr>
        <p:txBody>
          <a:bodyPr vert="horz" lIns="91440" tIns="45720" rIns="91440" bIns="45720" rtlCol="0" anchor="ctr">
            <a:noAutofit/>
          </a:bodyPr>
          <a:lstStyle/>
          <a:p>
            <a:r>
              <a:rPr lang="en-US" altLang="ja-JP" sz="2400" dirty="0">
                <a:solidFill>
                  <a:schemeClr val="tx1"/>
                </a:solidFill>
              </a:rPr>
              <a:t>Adding a Detail Product ...1</a:t>
            </a:r>
            <a:endParaRPr lang="en-US" sz="2400" dirty="0">
              <a:solidFill>
                <a:schemeClr val="tx1"/>
              </a:solidFill>
            </a:endParaRPr>
          </a:p>
        </p:txBody>
      </p:sp>
      <p:pic>
        <p:nvPicPr>
          <p:cNvPr id="9" name="Picture 8">
            <a:extLst>
              <a:ext uri="{FF2B5EF4-FFF2-40B4-BE49-F238E27FC236}">
                <a16:creationId xmlns:a16="http://schemas.microsoft.com/office/drawing/2014/main" id="{BAA1EA4A-569B-22D2-CD68-D364331ECE0D}"/>
              </a:ext>
            </a:extLst>
          </p:cNvPr>
          <p:cNvPicPr>
            <a:picLocks noChangeAspect="1"/>
          </p:cNvPicPr>
          <p:nvPr/>
        </p:nvPicPr>
        <p:blipFill>
          <a:blip r:embed="rId3"/>
          <a:stretch>
            <a:fillRect/>
          </a:stretch>
        </p:blipFill>
        <p:spPr>
          <a:xfrm>
            <a:off x="6315206" y="914400"/>
            <a:ext cx="3626036" cy="3829247"/>
          </a:xfrm>
          <a:prstGeom prst="rect">
            <a:avLst/>
          </a:prstGeom>
        </p:spPr>
      </p:pic>
      <p:sp>
        <p:nvSpPr>
          <p:cNvPr id="15" name="Right Arrow 14"/>
          <p:cNvSpPr/>
          <p:nvPr/>
        </p:nvSpPr>
        <p:spPr>
          <a:xfrm rot="11523720">
            <a:off x="7656760" y="2070159"/>
            <a:ext cx="2332564" cy="213747"/>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11478981">
            <a:off x="7719804" y="2429892"/>
            <a:ext cx="2263471" cy="204163"/>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10800000">
            <a:off x="7625459" y="914400"/>
            <a:ext cx="1027028" cy="167089"/>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9976428" y="2165467"/>
            <a:ext cx="1986972" cy="42533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No Details: Exclude product on call report</a:t>
            </a:r>
          </a:p>
        </p:txBody>
      </p:sp>
      <p:sp>
        <p:nvSpPr>
          <p:cNvPr id="20" name="Rectangle 19"/>
          <p:cNvSpPr/>
          <p:nvPr/>
        </p:nvSpPr>
        <p:spPr>
          <a:xfrm>
            <a:off x="9976428" y="2656334"/>
            <a:ext cx="1986972" cy="69646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No Metrics: Exclude metrics displaying for specific products</a:t>
            </a:r>
          </a:p>
        </p:txBody>
      </p:sp>
      <p:sp>
        <p:nvSpPr>
          <p:cNvPr id="68" name="Rectangle 67"/>
          <p:cNvSpPr/>
          <p:nvPr/>
        </p:nvSpPr>
        <p:spPr>
          <a:xfrm>
            <a:off x="8673498" y="550744"/>
            <a:ext cx="1719364" cy="82085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Key Message: is required when detailing this product</a:t>
            </a:r>
          </a:p>
        </p:txBody>
      </p:sp>
      <p:sp>
        <p:nvSpPr>
          <p:cNvPr id="50" name="Rectangle 49"/>
          <p:cNvSpPr/>
          <p:nvPr/>
        </p:nvSpPr>
        <p:spPr>
          <a:xfrm>
            <a:off x="6775740" y="4833718"/>
            <a:ext cx="1420476" cy="82917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Indicates company vs. competitor products</a:t>
            </a:r>
          </a:p>
        </p:txBody>
      </p:sp>
      <p:sp>
        <p:nvSpPr>
          <p:cNvPr id="2" name="Rectangle 1"/>
          <p:cNvSpPr/>
          <p:nvPr/>
        </p:nvSpPr>
        <p:spPr>
          <a:xfrm>
            <a:off x="6324600" y="2133600"/>
            <a:ext cx="1406854" cy="290242"/>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1" name="Picture 10">
            <a:extLst>
              <a:ext uri="{FF2B5EF4-FFF2-40B4-BE49-F238E27FC236}">
                <a16:creationId xmlns:a16="http://schemas.microsoft.com/office/drawing/2014/main" id="{9012D33B-0DBD-9AD4-39D6-3D23EA13A938}"/>
              </a:ext>
            </a:extLst>
          </p:cNvPr>
          <p:cNvPicPr>
            <a:picLocks noChangeAspect="1"/>
          </p:cNvPicPr>
          <p:nvPr/>
        </p:nvPicPr>
        <p:blipFill>
          <a:blip r:embed="rId4"/>
          <a:stretch>
            <a:fillRect/>
          </a:stretch>
        </p:blipFill>
        <p:spPr>
          <a:xfrm>
            <a:off x="422693" y="1148507"/>
            <a:ext cx="3772094" cy="3276768"/>
          </a:xfrm>
          <a:prstGeom prst="rect">
            <a:avLst/>
          </a:prstGeom>
        </p:spPr>
      </p:pic>
      <p:sp>
        <p:nvSpPr>
          <p:cNvPr id="17" name="Right Arrow 16"/>
          <p:cNvSpPr/>
          <p:nvPr/>
        </p:nvSpPr>
        <p:spPr>
          <a:xfrm rot="10800000">
            <a:off x="9906000" y="1481904"/>
            <a:ext cx="574358" cy="19449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10473442" y="1145432"/>
            <a:ext cx="1337558" cy="91196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The order to display the product on Call Report</a:t>
            </a:r>
          </a:p>
        </p:txBody>
      </p:sp>
      <p:sp>
        <p:nvSpPr>
          <p:cNvPr id="19" name="Rectangle 18"/>
          <p:cNvSpPr/>
          <p:nvPr/>
        </p:nvSpPr>
        <p:spPr>
          <a:xfrm>
            <a:off x="533400" y="1983257"/>
            <a:ext cx="1371600" cy="262073"/>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Right Arrow 21"/>
          <p:cNvSpPr/>
          <p:nvPr/>
        </p:nvSpPr>
        <p:spPr>
          <a:xfrm rot="11611640">
            <a:off x="1889661" y="2375362"/>
            <a:ext cx="2746324" cy="221378"/>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4297434" y="2517535"/>
            <a:ext cx="1986972" cy="59824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No Cycle Plans: Exclude product from cycle plan page</a:t>
            </a:r>
          </a:p>
        </p:txBody>
      </p:sp>
      <p:pic>
        <p:nvPicPr>
          <p:cNvPr id="13" name="Picture 12">
            <a:extLst>
              <a:ext uri="{FF2B5EF4-FFF2-40B4-BE49-F238E27FC236}">
                <a16:creationId xmlns:a16="http://schemas.microsoft.com/office/drawing/2014/main" id="{26A3C5EF-05C9-4804-559F-F2986E221806}"/>
              </a:ext>
            </a:extLst>
          </p:cNvPr>
          <p:cNvPicPr>
            <a:picLocks noChangeAspect="1"/>
          </p:cNvPicPr>
          <p:nvPr/>
        </p:nvPicPr>
        <p:blipFill>
          <a:blip r:embed="rId5"/>
          <a:stretch>
            <a:fillRect/>
          </a:stretch>
        </p:blipFill>
        <p:spPr>
          <a:xfrm>
            <a:off x="2334503" y="3472112"/>
            <a:ext cx="3949903" cy="2543070"/>
          </a:xfrm>
          <a:prstGeom prst="rect">
            <a:avLst/>
          </a:prstGeom>
        </p:spPr>
      </p:pic>
      <p:sp>
        <p:nvSpPr>
          <p:cNvPr id="18" name="Right Arrow 17"/>
          <p:cNvSpPr/>
          <p:nvPr/>
        </p:nvSpPr>
        <p:spPr>
          <a:xfrm rot="11822197">
            <a:off x="3940265" y="4412232"/>
            <a:ext cx="2867570" cy="268392"/>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9407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r>
              <a:rPr lang="en-US" dirty="0"/>
              <a:t>© Cognizant 2023</a:t>
            </a:r>
          </a:p>
        </p:txBody>
      </p:sp>
      <p:sp>
        <p:nvSpPr>
          <p:cNvPr id="29" name="Slide Number Placeholder 3"/>
          <p:cNvSpPr>
            <a:spLocks noGrp="1"/>
          </p:cNvSpPr>
          <p:nvPr>
            <p:ph type="sldNum" sz="quarter" idx="12"/>
          </p:nvPr>
        </p:nvSpPr>
        <p:spPr/>
        <p:txBody>
          <a:bodyPr/>
          <a:lstStyle/>
          <a:p>
            <a:r>
              <a:rPr lang="en-US" dirty="0"/>
              <a:t>17</a:t>
            </a:r>
          </a:p>
        </p:txBody>
      </p:sp>
      <p:sp>
        <p:nvSpPr>
          <p:cNvPr id="6" name="Title 5"/>
          <p:cNvSpPr>
            <a:spLocks noGrp="1"/>
          </p:cNvSpPr>
          <p:nvPr>
            <p:ph type="title" idx="4294967295"/>
          </p:nvPr>
        </p:nvSpPr>
        <p:spPr>
          <a:xfrm>
            <a:off x="2273252" y="206999"/>
            <a:ext cx="9144000" cy="479425"/>
          </a:xfrm>
        </p:spPr>
        <p:txBody>
          <a:bodyPr vert="horz" lIns="91440" tIns="45720" rIns="91440" bIns="45720" rtlCol="0" anchor="ctr">
            <a:noAutofit/>
          </a:bodyPr>
          <a:lstStyle/>
          <a:p>
            <a:r>
              <a:rPr lang="en-US" altLang="ja-JP" sz="2400" dirty="0">
                <a:solidFill>
                  <a:schemeClr val="tx1"/>
                </a:solidFill>
              </a:rPr>
              <a:t>Adding a Detail Product ... 2</a:t>
            </a:r>
            <a:endParaRPr lang="ja-JP" altLang="en-US" sz="2400" dirty="0">
              <a:solidFill>
                <a:schemeClr val="tx1"/>
              </a:solidFill>
            </a:endParaRPr>
          </a:p>
        </p:txBody>
      </p:sp>
      <p:sp>
        <p:nvSpPr>
          <p:cNvPr id="10" name="Rectangle 9"/>
          <p:cNvSpPr/>
          <p:nvPr/>
        </p:nvSpPr>
        <p:spPr>
          <a:xfrm>
            <a:off x="4841193" y="1491775"/>
            <a:ext cx="1930310" cy="79422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If Product Type is not Detail, it must have a Parent Product of type Detail</a:t>
            </a:r>
          </a:p>
        </p:txBody>
      </p:sp>
      <p:sp>
        <p:nvSpPr>
          <p:cNvPr id="12" name="Rectangle 11"/>
          <p:cNvSpPr/>
          <p:nvPr/>
        </p:nvSpPr>
        <p:spPr>
          <a:xfrm>
            <a:off x="5411136" y="2875730"/>
            <a:ext cx="1446864" cy="1772471"/>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Restricts the sample quantity entered on the call report; On iRep: only values entered here will appear. If no values, will default to 1-20</a:t>
            </a:r>
          </a:p>
        </p:txBody>
      </p:sp>
      <p:sp>
        <p:nvSpPr>
          <p:cNvPr id="16" name="Rectangle 15"/>
          <p:cNvSpPr/>
          <p:nvPr/>
        </p:nvSpPr>
        <p:spPr>
          <a:xfrm>
            <a:off x="4297388" y="5127407"/>
            <a:ext cx="1701262" cy="945971"/>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If product is a controlled substance, then dr. must have DEA license for sampling</a:t>
            </a:r>
          </a:p>
        </p:txBody>
      </p:sp>
      <p:sp>
        <p:nvSpPr>
          <p:cNvPr id="23" name="Right Arrow 22"/>
          <p:cNvSpPr/>
          <p:nvPr/>
        </p:nvSpPr>
        <p:spPr>
          <a:xfrm rot="10800000">
            <a:off x="4441037" y="1781048"/>
            <a:ext cx="400156" cy="17968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42BD82F-04F4-E4CD-1056-B36E399F9299}"/>
              </a:ext>
            </a:extLst>
          </p:cNvPr>
          <p:cNvPicPr>
            <a:picLocks noChangeAspect="1"/>
          </p:cNvPicPr>
          <p:nvPr/>
        </p:nvPicPr>
        <p:blipFill>
          <a:blip r:embed="rId3"/>
          <a:stretch>
            <a:fillRect/>
          </a:stretch>
        </p:blipFill>
        <p:spPr>
          <a:xfrm>
            <a:off x="871231" y="980157"/>
            <a:ext cx="3568883" cy="3791145"/>
          </a:xfrm>
          <a:prstGeom prst="rect">
            <a:avLst/>
          </a:prstGeom>
        </p:spPr>
      </p:pic>
      <p:sp>
        <p:nvSpPr>
          <p:cNvPr id="22" name="Right Arrow 21"/>
          <p:cNvSpPr/>
          <p:nvPr/>
        </p:nvSpPr>
        <p:spPr>
          <a:xfrm rot="8625418">
            <a:off x="4196088" y="3948450"/>
            <a:ext cx="1280572" cy="197420"/>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B5168D5-C078-44EC-7119-76EA9E2FBA50}"/>
              </a:ext>
            </a:extLst>
          </p:cNvPr>
          <p:cNvPicPr>
            <a:picLocks noChangeAspect="1"/>
          </p:cNvPicPr>
          <p:nvPr/>
        </p:nvPicPr>
        <p:blipFill>
          <a:blip r:embed="rId4"/>
          <a:stretch>
            <a:fillRect/>
          </a:stretch>
        </p:blipFill>
        <p:spPr>
          <a:xfrm>
            <a:off x="7108980" y="878552"/>
            <a:ext cx="3721291" cy="3892750"/>
          </a:xfrm>
          <a:prstGeom prst="rect">
            <a:avLst/>
          </a:prstGeom>
        </p:spPr>
      </p:pic>
      <p:sp>
        <p:nvSpPr>
          <p:cNvPr id="24" name="Right Arrow 23"/>
          <p:cNvSpPr/>
          <p:nvPr/>
        </p:nvSpPr>
        <p:spPr>
          <a:xfrm rot="10800000">
            <a:off x="9526241" y="986594"/>
            <a:ext cx="596845" cy="156406"/>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p:cNvSpPr/>
          <p:nvPr/>
        </p:nvSpPr>
        <p:spPr>
          <a:xfrm rot="12343228">
            <a:off x="8401016" y="3127560"/>
            <a:ext cx="1026326" cy="222007"/>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123087" y="673426"/>
            <a:ext cx="1916327" cy="75609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Company distributing BRC samples; displayed when capturing signatures</a:t>
            </a:r>
          </a:p>
        </p:txBody>
      </p:sp>
      <p:sp>
        <p:nvSpPr>
          <p:cNvPr id="25" name="Rectangle 24"/>
          <p:cNvSpPr/>
          <p:nvPr/>
        </p:nvSpPr>
        <p:spPr>
          <a:xfrm>
            <a:off x="9399325" y="3262097"/>
            <a:ext cx="2738251" cy="75609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aligned product to provide users a more granular level of product availability</a:t>
            </a:r>
          </a:p>
        </p:txBody>
      </p:sp>
      <p:sp>
        <p:nvSpPr>
          <p:cNvPr id="28" name="Right Arrow 27"/>
          <p:cNvSpPr/>
          <p:nvPr/>
        </p:nvSpPr>
        <p:spPr>
          <a:xfrm rot="10800000">
            <a:off x="8577943" y="2514600"/>
            <a:ext cx="413657" cy="217714"/>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9022343" y="2458937"/>
            <a:ext cx="2738251" cy="6454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To restrict product detailing and sampling of certain products and detail topics by Account.</a:t>
            </a:r>
          </a:p>
        </p:txBody>
      </p:sp>
      <p:sp>
        <p:nvSpPr>
          <p:cNvPr id="14" name="Rectangle 13"/>
          <p:cNvSpPr/>
          <p:nvPr/>
        </p:nvSpPr>
        <p:spPr>
          <a:xfrm>
            <a:off x="10440331" y="1680391"/>
            <a:ext cx="1697245" cy="56068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Must be checked to enforce Sample Quantity online</a:t>
            </a:r>
          </a:p>
        </p:txBody>
      </p:sp>
      <p:sp>
        <p:nvSpPr>
          <p:cNvPr id="21" name="Right Arrow 20"/>
          <p:cNvSpPr/>
          <p:nvPr/>
        </p:nvSpPr>
        <p:spPr>
          <a:xfrm rot="11625275">
            <a:off x="8426984" y="1594576"/>
            <a:ext cx="2022195" cy="169472"/>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55110BAE-AE4B-16EC-68A3-1A1AB2A1D885}"/>
              </a:ext>
            </a:extLst>
          </p:cNvPr>
          <p:cNvPicPr>
            <a:picLocks noChangeAspect="1"/>
          </p:cNvPicPr>
          <p:nvPr/>
        </p:nvPicPr>
        <p:blipFill>
          <a:blip r:embed="rId5"/>
          <a:stretch>
            <a:fillRect/>
          </a:stretch>
        </p:blipFill>
        <p:spPr>
          <a:xfrm>
            <a:off x="1803076" y="4980187"/>
            <a:ext cx="2006703" cy="1238314"/>
          </a:xfrm>
          <a:prstGeom prst="rect">
            <a:avLst/>
          </a:prstGeom>
        </p:spPr>
      </p:pic>
      <p:sp>
        <p:nvSpPr>
          <p:cNvPr id="20" name="Right Arrow 19"/>
          <p:cNvSpPr/>
          <p:nvPr/>
        </p:nvSpPr>
        <p:spPr>
          <a:xfrm rot="10800000">
            <a:off x="3456071" y="5470395"/>
            <a:ext cx="838200" cy="191856"/>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2812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a:t>18</a:t>
            </a:r>
          </a:p>
        </p:txBody>
      </p:sp>
      <p:sp>
        <p:nvSpPr>
          <p:cNvPr id="6" name="Title 5"/>
          <p:cNvSpPr>
            <a:spLocks noGrp="1"/>
          </p:cNvSpPr>
          <p:nvPr>
            <p:ph type="title" idx="4294967295"/>
          </p:nvPr>
        </p:nvSpPr>
        <p:spPr>
          <a:xfrm>
            <a:off x="2133600" y="228600"/>
            <a:ext cx="9144000" cy="479425"/>
          </a:xfrm>
        </p:spPr>
        <p:txBody>
          <a:bodyPr vert="horz" lIns="91440" tIns="45720" rIns="91440" bIns="45720" rtlCol="0" anchor="ctr">
            <a:noAutofit/>
          </a:bodyPr>
          <a:lstStyle/>
          <a:p>
            <a:r>
              <a:rPr lang="en-US" sz="2400" dirty="0">
                <a:solidFill>
                  <a:schemeClr val="tx1"/>
                </a:solidFill>
              </a:rPr>
              <a:t>User-Aligned Products</a:t>
            </a:r>
          </a:p>
        </p:txBody>
      </p:sp>
      <p:sp>
        <p:nvSpPr>
          <p:cNvPr id="25" name="Content Placeholder 1"/>
          <p:cNvSpPr>
            <a:spLocks noGrp="1"/>
          </p:cNvSpPr>
          <p:nvPr>
            <p:ph idx="4294967295"/>
          </p:nvPr>
        </p:nvSpPr>
        <p:spPr>
          <a:xfrm>
            <a:off x="342900" y="761590"/>
            <a:ext cx="11506200" cy="5491163"/>
          </a:xfr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z="1800" dirty="0">
                <a:solidFill>
                  <a:schemeClr val="tx1"/>
                </a:solidFill>
              </a:rPr>
              <a:t>To provide users a more granular level of product availability, the User-Aligned </a:t>
            </a:r>
          </a:p>
          <a:p>
            <a:pPr marL="0" lvl="0" indent="0">
              <a:buNone/>
            </a:pPr>
            <a:r>
              <a:rPr lang="en-US" sz="1800" dirty="0">
                <a:solidFill>
                  <a:schemeClr val="tx1"/>
                </a:solidFill>
              </a:rPr>
              <a:t>functionality may be employed</a:t>
            </a:r>
          </a:p>
          <a:p>
            <a:pPr lvl="0"/>
            <a:endParaRPr lang="en-US" sz="1800" dirty="0">
              <a:solidFill>
                <a:schemeClr val="tx1"/>
              </a:solidFill>
            </a:endParaRPr>
          </a:p>
          <a:p>
            <a:pPr lvl="0"/>
            <a:r>
              <a:rPr lang="en-US" sz="1800" dirty="0">
                <a:solidFill>
                  <a:schemeClr val="tx1"/>
                </a:solidFill>
              </a:rPr>
              <a:t>This functionality allows an organization to determine which specific product records are </a:t>
            </a:r>
          </a:p>
          <a:p>
            <a:pPr marL="0" lvl="0" indent="0">
              <a:buNone/>
            </a:pPr>
            <a:r>
              <a:rPr lang="en-US" sz="1800" dirty="0">
                <a:solidFill>
                  <a:schemeClr val="tx1"/>
                </a:solidFill>
              </a:rPr>
              <a:t>available to a user at the child product level, rather than at the parent detail level</a:t>
            </a:r>
          </a:p>
          <a:p>
            <a:pPr lvl="0"/>
            <a:endParaRPr lang="en-US" sz="1800" dirty="0">
              <a:solidFill>
                <a:schemeClr val="tx1"/>
              </a:solidFill>
            </a:endParaRPr>
          </a:p>
          <a:p>
            <a:pPr lvl="0"/>
            <a:r>
              <a:rPr lang="en-US" sz="1800" dirty="0">
                <a:solidFill>
                  <a:schemeClr val="tx1"/>
                </a:solidFill>
              </a:rPr>
              <a:t>To configure the User-Aligned functionality, the following must occur:</a:t>
            </a:r>
          </a:p>
          <a:p>
            <a:pPr lvl="1"/>
            <a:r>
              <a:rPr lang="en-US" sz="1600" dirty="0">
                <a:solidFill>
                  <a:schemeClr val="tx1"/>
                </a:solidFill>
              </a:rPr>
              <a:t>The </a:t>
            </a:r>
            <a:r>
              <a:rPr lang="en-US" sz="1600" dirty="0" err="1">
                <a:solidFill>
                  <a:schemeClr val="tx1"/>
                </a:solidFill>
              </a:rPr>
              <a:t>User_Aligned_vod</a:t>
            </a:r>
            <a:r>
              <a:rPr lang="en-US" sz="1600" dirty="0">
                <a:solidFill>
                  <a:schemeClr val="tx1"/>
                </a:solidFill>
              </a:rPr>
              <a:t> check box for the product record (BRC, Alternative Sample, High Value Promotional Item, Promotional Item, Reprint, or custom) must be selected in the Product Catalog</a:t>
            </a:r>
          </a:p>
          <a:p>
            <a:pPr lvl="1"/>
            <a:r>
              <a:rPr lang="en-US" sz="1600" dirty="0">
                <a:solidFill>
                  <a:schemeClr val="tx1"/>
                </a:solidFill>
              </a:rPr>
              <a:t>A record must be added directly to the My Setup Product object for the user and product record that is marked user aligned</a:t>
            </a:r>
          </a:p>
          <a:p>
            <a:pPr lvl="1"/>
            <a:endParaRPr lang="en-US" sz="1600" dirty="0">
              <a:solidFill>
                <a:schemeClr val="tx1"/>
              </a:solidFill>
            </a:endParaRPr>
          </a:p>
          <a:p>
            <a:pPr lvl="0"/>
            <a:r>
              <a:rPr lang="en-US" sz="1800" dirty="0">
                <a:solidFill>
                  <a:schemeClr val="tx1"/>
                </a:solidFill>
              </a:rPr>
              <a:t>If a BRC, Alternative Sample, High Value Promotional Item, Promotional Item, Reprint, or custom product record is marked as user-aligned in the Product Catalog, providing a user access to the parent Detail record via My Setup does not cause the product to be available for selection</a:t>
            </a:r>
          </a:p>
          <a:p>
            <a:pPr lvl="0"/>
            <a:endParaRPr lang="en-US" sz="1800" dirty="0">
              <a:solidFill>
                <a:schemeClr val="tx1"/>
              </a:solidFill>
            </a:endParaRPr>
          </a:p>
          <a:p>
            <a:pPr lvl="0"/>
            <a:r>
              <a:rPr lang="en-US" sz="1800" dirty="0">
                <a:solidFill>
                  <a:schemeClr val="tx1"/>
                </a:solidFill>
              </a:rPr>
              <a:t>The specific BRC, Alternative Sample, High Value Promotional Item, Promotional Item, Reprint, or custom product type must be added directly to the My Setup Product object</a:t>
            </a:r>
          </a:p>
        </p:txBody>
      </p:sp>
      <p:sp>
        <p:nvSpPr>
          <p:cNvPr id="2" name="Footer Placeholder 4">
            <a:extLst>
              <a:ext uri="{FF2B5EF4-FFF2-40B4-BE49-F238E27FC236}">
                <a16:creationId xmlns:a16="http://schemas.microsoft.com/office/drawing/2014/main" id="{AC72498B-F320-4203-8D83-645CA6B79BAD}"/>
              </a:ext>
            </a:extLst>
          </p:cNvPr>
          <p:cNvSpPr>
            <a:spLocks noGrp="1"/>
          </p:cNvSpPr>
          <p:nvPr>
            <p:ph type="ftr" sz="quarter" idx="11"/>
          </p:nvPr>
        </p:nvSpPr>
        <p:spPr>
          <a:xfrm>
            <a:off x="1042416" y="6263640"/>
            <a:ext cx="1198179" cy="365125"/>
          </a:xfrm>
        </p:spPr>
        <p:txBody>
          <a:bodyPr/>
          <a:lstStyle/>
          <a:p>
            <a:r>
              <a:rPr lang="en-US" dirty="0"/>
              <a:t>© Cognizant 2023</a:t>
            </a:r>
          </a:p>
        </p:txBody>
      </p:sp>
    </p:spTree>
    <p:extLst>
      <p:ext uri="{BB962C8B-B14F-4D97-AF65-F5344CB8AC3E}">
        <p14:creationId xmlns:p14="http://schemas.microsoft.com/office/powerpoint/2010/main" val="4004610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a:t>19</a:t>
            </a:r>
          </a:p>
        </p:txBody>
      </p:sp>
      <p:sp>
        <p:nvSpPr>
          <p:cNvPr id="6" name="Title 5"/>
          <p:cNvSpPr>
            <a:spLocks noGrp="1"/>
          </p:cNvSpPr>
          <p:nvPr>
            <p:ph type="title" idx="4294967295"/>
          </p:nvPr>
        </p:nvSpPr>
        <p:spPr>
          <a:xfrm>
            <a:off x="1828800" y="228600"/>
            <a:ext cx="9144000" cy="479425"/>
          </a:xfrm>
        </p:spPr>
        <p:txBody>
          <a:bodyPr vert="horz" lIns="91440" tIns="45720" rIns="91440" bIns="45720" rtlCol="0" anchor="ctr">
            <a:noAutofit/>
          </a:bodyPr>
          <a:lstStyle/>
          <a:p>
            <a:r>
              <a:rPr lang="en-US" sz="2400" dirty="0">
                <a:solidFill>
                  <a:schemeClr val="tx1"/>
                </a:solidFill>
              </a:rPr>
              <a:t>Restricted Products</a:t>
            </a:r>
          </a:p>
        </p:txBody>
      </p:sp>
      <p:sp>
        <p:nvSpPr>
          <p:cNvPr id="25" name="Content Placeholder 1"/>
          <p:cNvSpPr>
            <a:spLocks noGrp="1"/>
          </p:cNvSpPr>
          <p:nvPr>
            <p:ph idx="4294967295"/>
          </p:nvPr>
        </p:nvSpPr>
        <p:spPr>
          <a:xfrm>
            <a:off x="435428" y="1066800"/>
            <a:ext cx="10744200" cy="4983162"/>
          </a:xfrm>
          <a:noFill/>
          <a:ln w="9525">
            <a:noFill/>
            <a:miter lim="800000"/>
            <a:headEnd/>
            <a:tailEnd/>
          </a:ln>
        </p:spPr>
        <p:txBody>
          <a:bodyPr vert="horz" wrap="square" lIns="91440" tIns="45720" rIns="91440" bIns="45720" numCol="1" anchor="t" anchorCtr="0" compatLnSpc="1">
            <a:prstTxWarp prst="textNoShape">
              <a:avLst/>
            </a:prstTxWarp>
          </a:bodyPr>
          <a:lstStyle/>
          <a:p>
            <a:r>
              <a:rPr lang="en-US" sz="1800" dirty="0">
                <a:solidFill>
                  <a:schemeClr val="tx1"/>
                </a:solidFill>
              </a:rPr>
              <a:t>Customers have the ability to restrict product detailing and sampling of certain products </a:t>
            </a:r>
          </a:p>
          <a:p>
            <a:pPr marL="0" indent="0">
              <a:buNone/>
            </a:pPr>
            <a:r>
              <a:rPr lang="en-US" sz="1800" dirty="0">
                <a:solidFill>
                  <a:schemeClr val="tx1"/>
                </a:solidFill>
              </a:rPr>
              <a:t>and detail topics by Account</a:t>
            </a:r>
          </a:p>
          <a:p>
            <a:endParaRPr lang="en-US" sz="1800" dirty="0">
              <a:solidFill>
                <a:schemeClr val="tx1"/>
              </a:solidFill>
            </a:endParaRPr>
          </a:p>
          <a:p>
            <a:r>
              <a:rPr lang="en-US" sz="1800" dirty="0">
                <a:solidFill>
                  <a:schemeClr val="tx1"/>
                </a:solidFill>
              </a:rPr>
              <a:t>To enable this feature: </a:t>
            </a:r>
          </a:p>
          <a:p>
            <a:endParaRPr lang="en-US" sz="1800" dirty="0">
              <a:solidFill>
                <a:schemeClr val="tx1"/>
              </a:solidFill>
            </a:endParaRPr>
          </a:p>
          <a:p>
            <a:pPr lvl="1"/>
            <a:r>
              <a:rPr lang="en-US" sz="1600" dirty="0">
                <a:solidFill>
                  <a:schemeClr val="tx1"/>
                </a:solidFill>
              </a:rPr>
              <a:t>Grant users FLS read permissions to the </a:t>
            </a:r>
            <a:r>
              <a:rPr lang="en-US" sz="1600" dirty="0" err="1">
                <a:solidFill>
                  <a:schemeClr val="tx1"/>
                </a:solidFill>
              </a:rPr>
              <a:t>Restricted_Products_vod</a:t>
            </a:r>
            <a:r>
              <a:rPr lang="en-US" sz="1600" dirty="0">
                <a:solidFill>
                  <a:schemeClr val="tx1"/>
                </a:solidFill>
              </a:rPr>
              <a:t> field on the Account object</a:t>
            </a:r>
          </a:p>
          <a:p>
            <a:pPr lvl="1"/>
            <a:endParaRPr lang="en-US" sz="1600" dirty="0">
              <a:solidFill>
                <a:schemeClr val="tx1"/>
              </a:solidFill>
            </a:endParaRPr>
          </a:p>
          <a:p>
            <a:pPr lvl="1"/>
            <a:r>
              <a:rPr lang="en-US" sz="1600" dirty="0">
                <a:solidFill>
                  <a:schemeClr val="tx1"/>
                </a:solidFill>
              </a:rPr>
              <a:t>Ensure the field is on the appropriate page layout for that Account</a:t>
            </a:r>
          </a:p>
          <a:p>
            <a:pPr lvl="1"/>
            <a:endParaRPr lang="en-US" sz="1600" dirty="0">
              <a:solidFill>
                <a:schemeClr val="tx1"/>
              </a:solidFill>
            </a:endParaRPr>
          </a:p>
          <a:p>
            <a:pPr lvl="1"/>
            <a:r>
              <a:rPr lang="en-US" sz="1600" dirty="0">
                <a:solidFill>
                  <a:schemeClr val="tx1"/>
                </a:solidFill>
              </a:rPr>
              <a:t>Populate the field with a double semicolon delimited list of the product and detail topic names that should be restricted. For example: Product 1;;Product 2;;Product 3</a:t>
            </a:r>
          </a:p>
          <a:p>
            <a:pPr lvl="1"/>
            <a:endParaRPr lang="en-US" dirty="0">
              <a:solidFill>
                <a:schemeClr val="tx1"/>
              </a:solidFill>
            </a:endParaRPr>
          </a:p>
          <a:p>
            <a:pPr marL="457200" lvl="1" indent="0">
              <a:buNone/>
            </a:pPr>
            <a:r>
              <a:rPr lang="en-US" dirty="0">
                <a:solidFill>
                  <a:schemeClr val="tx1"/>
                </a:solidFill>
              </a:rPr>
              <a:t>The </a:t>
            </a:r>
            <a:r>
              <a:rPr lang="en-US" dirty="0" err="1">
                <a:solidFill>
                  <a:schemeClr val="tx1"/>
                </a:solidFill>
              </a:rPr>
              <a:t>Restricted_Products_vod</a:t>
            </a:r>
            <a:r>
              <a:rPr lang="en-US" dirty="0">
                <a:solidFill>
                  <a:schemeClr val="tx1"/>
                </a:solidFill>
              </a:rPr>
              <a:t> field is not required on the Account page layout. To allow users to see which Products are restricted, add the field to the page layout and set it to read only.</a:t>
            </a:r>
          </a:p>
        </p:txBody>
      </p:sp>
      <p:sp>
        <p:nvSpPr>
          <p:cNvPr id="2" name="Footer Placeholder 4">
            <a:extLst>
              <a:ext uri="{FF2B5EF4-FFF2-40B4-BE49-F238E27FC236}">
                <a16:creationId xmlns:a16="http://schemas.microsoft.com/office/drawing/2014/main" id="{A0B91AC1-819A-7CC0-700B-1FC826CF7FEB}"/>
              </a:ext>
            </a:extLst>
          </p:cNvPr>
          <p:cNvSpPr>
            <a:spLocks noGrp="1"/>
          </p:cNvSpPr>
          <p:nvPr>
            <p:ph type="ftr" sz="quarter" idx="11"/>
          </p:nvPr>
        </p:nvSpPr>
        <p:spPr>
          <a:xfrm>
            <a:off x="1042416" y="6263640"/>
            <a:ext cx="1198179" cy="365125"/>
          </a:xfrm>
        </p:spPr>
        <p:txBody>
          <a:bodyPr/>
          <a:lstStyle/>
          <a:p>
            <a:r>
              <a:rPr lang="en-US" dirty="0"/>
              <a:t>© Cognizant 2023</a:t>
            </a:r>
          </a:p>
        </p:txBody>
      </p:sp>
    </p:spTree>
    <p:extLst>
      <p:ext uri="{BB962C8B-B14F-4D97-AF65-F5344CB8AC3E}">
        <p14:creationId xmlns:p14="http://schemas.microsoft.com/office/powerpoint/2010/main" val="2162799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8AEF7023-B584-A526-4930-FD2A0062B7E1}"/>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20</a:t>
            </a:fld>
            <a:endParaRPr lang="en-US"/>
          </a:p>
        </p:txBody>
      </p:sp>
      <p:sp>
        <p:nvSpPr>
          <p:cNvPr id="6" name="Rectangle 5"/>
          <p:cNvSpPr/>
          <p:nvPr/>
        </p:nvSpPr>
        <p:spPr>
          <a:xfrm>
            <a:off x="381000" y="2895600"/>
            <a:ext cx="79248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My Setup</a:t>
            </a:r>
          </a:p>
        </p:txBody>
      </p:sp>
    </p:spTree>
    <p:extLst>
      <p:ext uri="{BB962C8B-B14F-4D97-AF65-F5344CB8AC3E}">
        <p14:creationId xmlns:p14="http://schemas.microsoft.com/office/powerpoint/2010/main" val="3906998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7" name="Slide Number Placeholder 3"/>
          <p:cNvSpPr>
            <a:spLocks noGrp="1"/>
          </p:cNvSpPr>
          <p:nvPr>
            <p:ph type="sldNum" sz="quarter" idx="12"/>
          </p:nvPr>
        </p:nvSpPr>
        <p:spPr/>
        <p:txBody>
          <a:bodyPr/>
          <a:lstStyle/>
          <a:p>
            <a:r>
              <a:rPr lang="en-US" dirty="0"/>
              <a:t>21</a:t>
            </a:r>
          </a:p>
        </p:txBody>
      </p:sp>
      <p:sp>
        <p:nvSpPr>
          <p:cNvPr id="6" name="Title 5"/>
          <p:cNvSpPr>
            <a:spLocks noGrp="1"/>
          </p:cNvSpPr>
          <p:nvPr>
            <p:ph type="title" idx="4294967295"/>
          </p:nvPr>
        </p:nvSpPr>
        <p:spPr>
          <a:xfrm>
            <a:off x="2133600" y="217487"/>
            <a:ext cx="9144000" cy="479425"/>
          </a:xfrm>
        </p:spPr>
        <p:txBody>
          <a:bodyPr vert="horz" lIns="91440" tIns="45720" rIns="91440" bIns="45720" rtlCol="0" anchor="ctr">
            <a:noAutofit/>
          </a:bodyPr>
          <a:lstStyle/>
          <a:p>
            <a:r>
              <a:rPr lang="en-US" altLang="ja-JP" sz="2400" dirty="0">
                <a:solidFill>
                  <a:schemeClr val="tx1"/>
                </a:solidFill>
              </a:rPr>
              <a:t>Enabling a Product in My Setup Tab</a:t>
            </a:r>
            <a:endParaRPr lang="ja-JP" altLang="en-US" sz="2400" dirty="0">
              <a:solidFill>
                <a:schemeClr val="tx1"/>
              </a:solidFill>
            </a:endParaRPr>
          </a:p>
        </p:txBody>
      </p:sp>
      <p:sp>
        <p:nvSpPr>
          <p:cNvPr id="33" name="Rectangle 32"/>
          <p:cNvSpPr/>
          <p:nvPr/>
        </p:nvSpPr>
        <p:spPr>
          <a:xfrm>
            <a:off x="457199" y="921379"/>
            <a:ext cx="10363200" cy="3139321"/>
          </a:xfrm>
          <a:prstGeom prst="rect">
            <a:avLst/>
          </a:prstGeom>
        </p:spPr>
        <p:txBody>
          <a:bodyPr wrap="square">
            <a:spAutoFit/>
          </a:bodyPr>
          <a:lstStyle/>
          <a:p>
            <a:pPr marL="342900" indent="-342900">
              <a:spcBef>
                <a:spcPct val="20000"/>
              </a:spcBef>
              <a:buFont typeface="Arial" pitchFamily="34" charset="0"/>
              <a:buChar char="•"/>
              <a:defRPr/>
            </a:pPr>
            <a:r>
              <a:rPr lang="en-US" altLang="ja-JP" b="1" dirty="0">
                <a:latin typeface="Arial" pitchFamily="34" charset="0"/>
                <a:ea typeface="Arial Unicode MS" pitchFamily="34" charset="-128"/>
                <a:cs typeface="Arial" pitchFamily="34" charset="0"/>
              </a:rPr>
              <a:t>Identifies products that users:</a:t>
            </a:r>
          </a:p>
          <a:p>
            <a:pPr marL="742950" lvl="1" indent="-285750">
              <a:spcBef>
                <a:spcPct val="20000"/>
              </a:spcBef>
              <a:buFont typeface="Arial" pitchFamily="34" charset="0"/>
              <a:buChar char="–"/>
              <a:defRPr/>
            </a:pPr>
            <a:r>
              <a:rPr lang="en-US" altLang="ja-JP" sz="1600" dirty="0">
                <a:latin typeface="Arial" pitchFamily="34" charset="0"/>
                <a:ea typeface="Arial Unicode MS" pitchFamily="34" charset="-128"/>
                <a:cs typeface="Arial" pitchFamily="34" charset="0"/>
              </a:rPr>
              <a:t>Are responsible for </a:t>
            </a:r>
            <a:r>
              <a:rPr lang="en-US" altLang="ja-JP" sz="1600" b="1" dirty="0">
                <a:latin typeface="Arial" pitchFamily="34" charset="0"/>
                <a:ea typeface="Arial Unicode MS" pitchFamily="34" charset="-128"/>
                <a:cs typeface="Arial" pitchFamily="34" charset="0"/>
              </a:rPr>
              <a:t>promoting</a:t>
            </a:r>
            <a:endParaRPr lang="en-US" altLang="ja-JP" sz="1600"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defRPr/>
            </a:pPr>
            <a:r>
              <a:rPr lang="en-US" altLang="ja-JP" sz="1600" dirty="0">
                <a:latin typeface="Arial" pitchFamily="34" charset="0"/>
                <a:ea typeface="Arial Unicode MS" pitchFamily="34" charset="-128"/>
                <a:cs typeface="Arial" pitchFamily="34" charset="0"/>
              </a:rPr>
              <a:t>Can include in </a:t>
            </a:r>
            <a:r>
              <a:rPr lang="en-US" altLang="ja-JP" sz="1600" b="1" dirty="0">
                <a:latin typeface="Arial" pitchFamily="34" charset="0"/>
                <a:ea typeface="Arial Unicode MS" pitchFamily="34" charset="-128"/>
                <a:cs typeface="Arial" pitchFamily="34" charset="0"/>
              </a:rPr>
              <a:t>Call Reports</a:t>
            </a:r>
            <a:endParaRPr lang="en-US" altLang="ja-JP" sz="1600"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defRPr/>
            </a:pPr>
            <a:r>
              <a:rPr lang="en-US" altLang="ja-JP" sz="1600" dirty="0">
                <a:latin typeface="Arial" pitchFamily="34" charset="0"/>
                <a:ea typeface="Arial Unicode MS" pitchFamily="34" charset="-128"/>
                <a:cs typeface="Arial" pitchFamily="34" charset="0"/>
              </a:rPr>
              <a:t>Can track in </a:t>
            </a:r>
            <a:r>
              <a:rPr lang="en-US" altLang="ja-JP" sz="1600" b="1" dirty="0">
                <a:latin typeface="Arial" pitchFamily="34" charset="0"/>
                <a:ea typeface="Arial Unicode MS" pitchFamily="34" charset="-128"/>
                <a:cs typeface="Arial" pitchFamily="34" charset="0"/>
              </a:rPr>
              <a:t>Product Metrics </a:t>
            </a:r>
            <a:r>
              <a:rPr lang="en-US" altLang="ja-JP" sz="1600" dirty="0">
                <a:latin typeface="Arial" pitchFamily="34" charset="0"/>
                <a:ea typeface="Arial Unicode MS" pitchFamily="34" charset="-128"/>
                <a:cs typeface="Arial" pitchFamily="34" charset="0"/>
              </a:rPr>
              <a:t>(company and competitor)</a:t>
            </a:r>
          </a:p>
          <a:p>
            <a:pPr marL="742950" lvl="1" indent="-285750">
              <a:spcBef>
                <a:spcPct val="20000"/>
              </a:spcBef>
              <a:buFont typeface="Arial" pitchFamily="34" charset="0"/>
              <a:buChar char="–"/>
              <a:defRPr/>
            </a:pPr>
            <a:r>
              <a:rPr lang="en-US" altLang="ja-JP" sz="1600" dirty="0">
                <a:latin typeface="Arial" pitchFamily="34" charset="0"/>
                <a:ea typeface="Arial Unicode MS" pitchFamily="34" charset="-128"/>
                <a:cs typeface="Arial" pitchFamily="34" charset="0"/>
              </a:rPr>
              <a:t>Can view in </a:t>
            </a:r>
            <a:r>
              <a:rPr lang="en-US" altLang="ja-JP" sz="1600" b="1" dirty="0">
                <a:latin typeface="Arial" pitchFamily="34" charset="0"/>
                <a:ea typeface="Arial Unicode MS" pitchFamily="34" charset="-128"/>
                <a:cs typeface="Arial" pitchFamily="34" charset="0"/>
              </a:rPr>
              <a:t>Cycle Plans</a:t>
            </a:r>
          </a:p>
          <a:p>
            <a:pPr marL="742950" lvl="1" indent="-285750">
              <a:spcBef>
                <a:spcPct val="20000"/>
              </a:spcBef>
              <a:buFont typeface="Arial" pitchFamily="34" charset="0"/>
              <a:buChar char="–"/>
              <a:defRPr/>
            </a:pPr>
            <a:r>
              <a:rPr lang="en-US" altLang="ja-JP" sz="1600" dirty="0">
                <a:latin typeface="Arial" pitchFamily="34" charset="0"/>
                <a:ea typeface="Arial Unicode MS" pitchFamily="34" charset="-128"/>
                <a:cs typeface="Arial" pitchFamily="34" charset="0"/>
              </a:rPr>
              <a:t>Can view in </a:t>
            </a:r>
            <a:r>
              <a:rPr lang="en-US" altLang="ja-JP" sz="1600" b="1" dirty="0" err="1">
                <a:latin typeface="Arial" pitchFamily="34" charset="0"/>
                <a:ea typeface="Arial Unicode MS" pitchFamily="34" charset="-128"/>
                <a:cs typeface="Arial" pitchFamily="34" charset="0"/>
              </a:rPr>
              <a:t>Vinsights</a:t>
            </a:r>
            <a:endParaRPr lang="en-US" altLang="ja-JP" sz="1600" b="1" dirty="0">
              <a:latin typeface="Arial" pitchFamily="34" charset="0"/>
              <a:ea typeface="Arial Unicode MS" pitchFamily="34" charset="-128"/>
              <a:cs typeface="Arial" pitchFamily="34" charset="0"/>
            </a:endParaRPr>
          </a:p>
          <a:p>
            <a:pPr marL="342900" lvl="3" indent="-34290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To </a:t>
            </a:r>
            <a:r>
              <a:rPr lang="en-US" altLang="ja-JP" b="1" dirty="0">
                <a:latin typeface="Arial" pitchFamily="34" charset="0"/>
                <a:ea typeface="Arial Unicode MS" pitchFamily="34" charset="-128"/>
                <a:cs typeface="Arial" pitchFamily="34" charset="0"/>
              </a:rPr>
              <a:t>add products </a:t>
            </a:r>
            <a:r>
              <a:rPr lang="en-US" altLang="ja-JP" dirty="0">
                <a:latin typeface="Arial" pitchFamily="34" charset="0"/>
                <a:ea typeface="Arial Unicode MS" pitchFamily="34" charset="-128"/>
                <a:cs typeface="Arial" pitchFamily="34" charset="0"/>
              </a:rPr>
              <a:t>to users’ My Setup go to:</a:t>
            </a:r>
          </a:p>
          <a:p>
            <a:pPr marL="742950" lvl="1" indent="-285750">
              <a:spcBef>
                <a:spcPct val="20000"/>
              </a:spcBef>
              <a:buFont typeface="Arial" pitchFamily="34" charset="0"/>
              <a:buChar char="–"/>
              <a:tabLst>
                <a:tab pos="280988" algn="l"/>
              </a:tabLst>
              <a:defRPr/>
            </a:pPr>
            <a:r>
              <a:rPr lang="en-US" altLang="ja-JP" sz="1600" dirty="0">
                <a:latin typeface="Arial" pitchFamily="34" charset="0"/>
                <a:ea typeface="Arial Unicode MS" pitchFamily="34" charset="-128"/>
                <a:cs typeface="Arial" pitchFamily="34" charset="0"/>
              </a:rPr>
              <a:t> </a:t>
            </a:r>
            <a:r>
              <a:rPr lang="en-US" altLang="ja-JP" sz="1600" b="1" dirty="0">
                <a:latin typeface="Arial" pitchFamily="34" charset="0"/>
                <a:ea typeface="Arial Unicode MS" pitchFamily="34" charset="-128"/>
                <a:cs typeface="Arial" pitchFamily="34" charset="0"/>
              </a:rPr>
              <a:t>All Tabs &gt; My Setup</a:t>
            </a:r>
          </a:p>
          <a:p>
            <a:pPr marL="285750" indent="-285750">
              <a:spcBef>
                <a:spcPct val="20000"/>
              </a:spcBef>
              <a:buFont typeface="Arial" panose="020B0604020202020204" pitchFamily="34" charset="0"/>
              <a:buChar char="•"/>
              <a:defRPr/>
            </a:pPr>
            <a:r>
              <a:rPr lang="en-US" altLang="ja-JP" dirty="0">
                <a:latin typeface="Arial" pitchFamily="34" charset="0"/>
                <a:ea typeface="Arial Unicode MS" pitchFamily="34" charset="-128"/>
                <a:cs typeface="Arial" pitchFamily="34" charset="0"/>
              </a:rPr>
              <a:t>Users can </a:t>
            </a:r>
            <a:r>
              <a:rPr lang="en-US" altLang="ja-JP" b="1" dirty="0">
                <a:latin typeface="Arial" pitchFamily="34" charset="0"/>
                <a:ea typeface="Arial Unicode MS" pitchFamily="34" charset="-128"/>
                <a:cs typeface="Arial" pitchFamily="34" charset="0"/>
              </a:rPr>
              <a:t>detail company products </a:t>
            </a:r>
            <a:r>
              <a:rPr lang="en-US" altLang="ja-JP" dirty="0">
                <a:latin typeface="Arial" pitchFamily="34" charset="0"/>
                <a:ea typeface="Arial Unicode MS" pitchFamily="34" charset="-128"/>
                <a:cs typeface="Arial" pitchFamily="34" charset="0"/>
              </a:rPr>
              <a:t>that are selected</a:t>
            </a:r>
          </a:p>
          <a:p>
            <a:pPr marL="285750" indent="-285750">
              <a:spcBef>
                <a:spcPct val="20000"/>
              </a:spcBef>
              <a:buFont typeface="Arial" panose="020B0604020202020204" pitchFamily="34" charset="0"/>
              <a:buChar char="•"/>
              <a:defRPr/>
            </a:pPr>
            <a:r>
              <a:rPr lang="en-US" altLang="ja-JP" dirty="0">
                <a:latin typeface="Arial" pitchFamily="34" charset="0"/>
                <a:ea typeface="Arial Unicode MS" pitchFamily="34" charset="-128"/>
                <a:cs typeface="Arial" pitchFamily="34" charset="0"/>
              </a:rPr>
              <a:t>Selected </a:t>
            </a:r>
            <a:r>
              <a:rPr lang="en-US" altLang="ja-JP" b="1" dirty="0">
                <a:latin typeface="Arial" pitchFamily="34" charset="0"/>
                <a:ea typeface="Arial Unicode MS" pitchFamily="34" charset="-128"/>
                <a:cs typeface="Arial" pitchFamily="34" charset="0"/>
              </a:rPr>
              <a:t>competitor products </a:t>
            </a:r>
            <a:r>
              <a:rPr lang="en-US" altLang="ja-JP" dirty="0">
                <a:latin typeface="Arial" pitchFamily="34" charset="0"/>
                <a:ea typeface="Arial Unicode MS" pitchFamily="34" charset="-128"/>
                <a:cs typeface="Arial" pitchFamily="34" charset="0"/>
              </a:rPr>
              <a:t>appear in </a:t>
            </a:r>
            <a:r>
              <a:rPr lang="en-US" altLang="ja-JP" b="1" dirty="0">
                <a:latin typeface="Arial" pitchFamily="34" charset="0"/>
                <a:ea typeface="Arial Unicode MS" pitchFamily="34" charset="-128"/>
                <a:cs typeface="Arial" pitchFamily="34" charset="0"/>
              </a:rPr>
              <a:t>Product Metrics</a:t>
            </a:r>
            <a:endParaRPr lang="en-US" altLang="ja-JP" sz="1600" dirty="0">
              <a:latin typeface="Arial" pitchFamily="34" charset="0"/>
              <a:ea typeface="Arial Unicode MS" pitchFamily="34" charset="-128"/>
              <a:cs typeface="Arial" pitchFamily="34" charset="0"/>
            </a:endParaRPr>
          </a:p>
        </p:txBody>
      </p:sp>
      <p:pic>
        <p:nvPicPr>
          <p:cNvPr id="4" name="Picture 3">
            <a:extLst>
              <a:ext uri="{FF2B5EF4-FFF2-40B4-BE49-F238E27FC236}">
                <a16:creationId xmlns:a16="http://schemas.microsoft.com/office/drawing/2014/main" id="{BF484301-EEA3-202F-8743-8E51232C7931}"/>
              </a:ext>
            </a:extLst>
          </p:cNvPr>
          <p:cNvPicPr>
            <a:picLocks noChangeAspect="1"/>
          </p:cNvPicPr>
          <p:nvPr/>
        </p:nvPicPr>
        <p:blipFill>
          <a:blip r:embed="rId3"/>
          <a:stretch>
            <a:fillRect/>
          </a:stretch>
        </p:blipFill>
        <p:spPr>
          <a:xfrm>
            <a:off x="853828" y="4123523"/>
            <a:ext cx="9569942" cy="2011978"/>
          </a:xfrm>
          <a:prstGeom prst="rect">
            <a:avLst/>
          </a:prstGeom>
        </p:spPr>
      </p:pic>
    </p:spTree>
    <p:extLst>
      <p:ext uri="{BB962C8B-B14F-4D97-AF65-F5344CB8AC3E}">
        <p14:creationId xmlns:p14="http://schemas.microsoft.com/office/powerpoint/2010/main" val="15063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8" name="Slide Number Placeholder 3"/>
          <p:cNvSpPr>
            <a:spLocks noGrp="1"/>
          </p:cNvSpPr>
          <p:nvPr>
            <p:ph type="sldNum" sz="quarter" idx="12"/>
          </p:nvPr>
        </p:nvSpPr>
        <p:spPr/>
        <p:txBody>
          <a:bodyPr/>
          <a:lstStyle/>
          <a:p>
            <a:r>
              <a:rPr lang="en-US" dirty="0"/>
              <a:t>22</a:t>
            </a:r>
          </a:p>
        </p:txBody>
      </p:sp>
      <p:sp>
        <p:nvSpPr>
          <p:cNvPr id="6" name="Title 5"/>
          <p:cNvSpPr>
            <a:spLocks noGrp="1"/>
          </p:cNvSpPr>
          <p:nvPr>
            <p:ph type="title" idx="4294967295"/>
          </p:nvPr>
        </p:nvSpPr>
        <p:spPr>
          <a:xfrm>
            <a:off x="1641505" y="359229"/>
            <a:ext cx="9144000" cy="479425"/>
          </a:xfrm>
        </p:spPr>
        <p:txBody>
          <a:bodyPr vert="horz" lIns="91440" tIns="45720" rIns="91440" bIns="45720" rtlCol="0" anchor="ctr">
            <a:noAutofit/>
          </a:bodyPr>
          <a:lstStyle/>
          <a:p>
            <a:r>
              <a:rPr lang="en-US" altLang="ja-JP" sz="2400" dirty="0">
                <a:solidFill>
                  <a:schemeClr val="tx1"/>
                </a:solidFill>
              </a:rPr>
              <a:t>How to add Products to My Setup?</a:t>
            </a:r>
            <a:endParaRPr lang="ja-JP" altLang="en-US" sz="2400" dirty="0">
              <a:solidFill>
                <a:schemeClr val="tx1"/>
              </a:solidFill>
            </a:endParaRPr>
          </a:p>
        </p:txBody>
      </p:sp>
      <p:sp>
        <p:nvSpPr>
          <p:cNvPr id="33" name="Rectangle 32"/>
          <p:cNvSpPr/>
          <p:nvPr/>
        </p:nvSpPr>
        <p:spPr>
          <a:xfrm>
            <a:off x="809296" y="1257963"/>
            <a:ext cx="9296400" cy="2215991"/>
          </a:xfrm>
          <a:prstGeom prst="rect">
            <a:avLst/>
          </a:prstGeom>
        </p:spPr>
        <p:txBody>
          <a:bodyPr wrap="square">
            <a:spAutoFit/>
          </a:bodyPr>
          <a:lstStyle/>
          <a:p>
            <a:pPr marL="342900" indent="-342900">
              <a:spcBef>
                <a:spcPct val="20000"/>
              </a:spcBef>
              <a:buFont typeface="Arial" pitchFamily="34" charset="0"/>
              <a:buChar char="•"/>
              <a:defRPr/>
            </a:pPr>
            <a:r>
              <a:rPr lang="en-US" altLang="ja-JP" b="1" dirty="0">
                <a:latin typeface="Arial" pitchFamily="34" charset="0"/>
                <a:ea typeface="Arial Unicode MS" pitchFamily="34" charset="-128"/>
                <a:cs typeface="Arial" pitchFamily="34" charset="0"/>
              </a:rPr>
              <a:t>Manually through the My Setup tab </a:t>
            </a:r>
          </a:p>
          <a:p>
            <a:pPr marL="742950" lvl="1" indent="-285750">
              <a:spcBef>
                <a:spcPct val="20000"/>
              </a:spcBef>
              <a:buFont typeface="Arial" pitchFamily="34" charset="0"/>
              <a:buChar char="–"/>
              <a:defRPr/>
            </a:pPr>
            <a:r>
              <a:rPr lang="en-US" altLang="ja-JP" sz="1600" dirty="0">
                <a:latin typeface="Arial" pitchFamily="34" charset="0"/>
                <a:ea typeface="Arial Unicode MS" pitchFamily="34" charset="-128"/>
                <a:cs typeface="Arial" pitchFamily="34" charset="0"/>
              </a:rPr>
              <a:t>Preferred if the </a:t>
            </a:r>
            <a:r>
              <a:rPr lang="en-US" altLang="ja-JP" sz="1600" b="1" dirty="0">
                <a:latin typeface="Arial" pitchFamily="34" charset="0"/>
                <a:ea typeface="Arial Unicode MS" pitchFamily="34" charset="-128"/>
                <a:cs typeface="Arial" pitchFamily="34" charset="0"/>
              </a:rPr>
              <a:t>product mix for each rep changes regularly</a:t>
            </a:r>
          </a:p>
          <a:p>
            <a:pPr marL="742950" lvl="1" indent="-285750">
              <a:spcBef>
                <a:spcPct val="20000"/>
              </a:spcBef>
              <a:buFont typeface="Arial" pitchFamily="34" charset="0"/>
              <a:buChar char="–"/>
              <a:defRPr/>
            </a:pPr>
            <a:endParaRPr lang="en-US" altLang="ja-JP" sz="1600" dirty="0">
              <a:latin typeface="Arial" pitchFamily="34" charset="0"/>
              <a:ea typeface="Arial Unicode MS" pitchFamily="34" charset="-128"/>
              <a:cs typeface="Arial" pitchFamily="34" charset="0"/>
            </a:endParaRPr>
          </a:p>
          <a:p>
            <a:pPr marL="342900" indent="-342900">
              <a:spcBef>
                <a:spcPct val="20000"/>
              </a:spcBef>
              <a:buFont typeface="Arial" pitchFamily="34" charset="0"/>
              <a:buChar char="•"/>
              <a:defRPr/>
            </a:pPr>
            <a:r>
              <a:rPr lang="en-US" altLang="ja-JP" b="1" dirty="0">
                <a:latin typeface="Arial" pitchFamily="34" charset="0"/>
                <a:ea typeface="Arial Unicode MS" pitchFamily="34" charset="-128"/>
                <a:cs typeface="Arial" pitchFamily="34" charset="0"/>
              </a:rPr>
              <a:t>Apex Data Loader and/or Workbench – </a:t>
            </a:r>
          </a:p>
          <a:p>
            <a:pPr marL="742950" lvl="1" indent="-285750">
              <a:spcBef>
                <a:spcPct val="20000"/>
              </a:spcBef>
              <a:buFont typeface="Arial" pitchFamily="34" charset="0"/>
              <a:buChar char="–"/>
              <a:tabLst>
                <a:tab pos="280988" algn="l"/>
              </a:tabLst>
              <a:defRPr/>
            </a:pPr>
            <a:r>
              <a:rPr lang="en-US" altLang="ja-JP" sz="1600" dirty="0">
                <a:latin typeface="Arial" pitchFamily="34" charset="0"/>
                <a:ea typeface="Arial Unicode MS" pitchFamily="34" charset="-128"/>
                <a:cs typeface="Arial" pitchFamily="34" charset="0"/>
              </a:rPr>
              <a:t>Preferred for large number of users and/or products</a:t>
            </a:r>
          </a:p>
          <a:p>
            <a:pPr marL="742950" lvl="1" indent="-285750">
              <a:spcBef>
                <a:spcPct val="20000"/>
              </a:spcBef>
              <a:buFont typeface="Arial" pitchFamily="34" charset="0"/>
              <a:buChar char="–"/>
              <a:tabLst>
                <a:tab pos="280988" algn="l"/>
              </a:tabLst>
              <a:defRPr/>
            </a:pPr>
            <a:endParaRPr lang="en-US" altLang="ja-JP" sz="1600" dirty="0">
              <a:latin typeface="Arial" pitchFamily="34" charset="0"/>
              <a:ea typeface="Arial Unicode MS" pitchFamily="34" charset="-128"/>
              <a:cs typeface="Arial" pitchFamily="34" charset="0"/>
            </a:endParaRPr>
          </a:p>
          <a:p>
            <a:pPr marL="342900" indent="-342900">
              <a:spcBef>
                <a:spcPct val="20000"/>
              </a:spcBef>
              <a:buFont typeface="Arial" pitchFamily="34" charset="0"/>
              <a:buChar char="•"/>
              <a:tabLst>
                <a:tab pos="280988" algn="l"/>
              </a:tabLst>
              <a:defRPr/>
            </a:pPr>
            <a:r>
              <a:rPr lang="en-US" altLang="ja-JP" b="1" dirty="0">
                <a:latin typeface="Arial" pitchFamily="34" charset="0"/>
                <a:ea typeface="Arial Unicode MS" pitchFamily="34" charset="-128"/>
                <a:cs typeface="Arial" pitchFamily="34" charset="0"/>
              </a:rPr>
              <a:t>My Setup table stores one row per product per user</a:t>
            </a:r>
          </a:p>
        </p:txBody>
      </p:sp>
      <p:pic>
        <p:nvPicPr>
          <p:cNvPr id="5" name="Picture 4"/>
          <p:cNvPicPr>
            <a:picLocks noChangeAspect="1"/>
          </p:cNvPicPr>
          <p:nvPr/>
        </p:nvPicPr>
        <p:blipFill>
          <a:blip r:embed="rId3"/>
          <a:stretch>
            <a:fillRect/>
          </a:stretch>
        </p:blipFill>
        <p:spPr>
          <a:xfrm>
            <a:off x="2895601" y="3893264"/>
            <a:ext cx="3048000" cy="2583736"/>
          </a:xfrm>
          <a:prstGeom prst="rect">
            <a:avLst/>
          </a:prstGeom>
        </p:spPr>
      </p:pic>
    </p:spTree>
    <p:extLst>
      <p:ext uri="{BB962C8B-B14F-4D97-AF65-F5344CB8AC3E}">
        <p14:creationId xmlns:p14="http://schemas.microsoft.com/office/powerpoint/2010/main" val="4145343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41B9EA4F-8BFB-1971-BB76-FDB2A367C9FC}"/>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23</a:t>
            </a:fld>
            <a:endParaRPr lang="en-US"/>
          </a:p>
        </p:txBody>
      </p:sp>
      <p:sp>
        <p:nvSpPr>
          <p:cNvPr id="6" name="Rectangle 5"/>
          <p:cNvSpPr/>
          <p:nvPr/>
        </p:nvSpPr>
        <p:spPr>
          <a:xfrm>
            <a:off x="32657" y="2971800"/>
            <a:ext cx="82296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2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Detail Favorites</a:t>
            </a:r>
          </a:p>
        </p:txBody>
      </p:sp>
    </p:spTree>
    <p:extLst>
      <p:ext uri="{BB962C8B-B14F-4D97-AF65-F5344CB8AC3E}">
        <p14:creationId xmlns:p14="http://schemas.microsoft.com/office/powerpoint/2010/main" val="4016458263"/>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dirty="0"/>
              <a:t>© Cognizant 2023</a:t>
            </a:r>
          </a:p>
        </p:txBody>
      </p:sp>
      <p:sp>
        <p:nvSpPr>
          <p:cNvPr id="9" name="Slide Number Placeholder 3"/>
          <p:cNvSpPr>
            <a:spLocks noGrp="1"/>
          </p:cNvSpPr>
          <p:nvPr>
            <p:ph type="sldNum" sz="quarter" idx="12"/>
          </p:nvPr>
        </p:nvSpPr>
        <p:spPr/>
        <p:txBody>
          <a:bodyPr/>
          <a:lstStyle/>
          <a:p>
            <a:r>
              <a:rPr lang="en-US" dirty="0"/>
              <a:t>24</a:t>
            </a:r>
          </a:p>
        </p:txBody>
      </p:sp>
      <p:sp>
        <p:nvSpPr>
          <p:cNvPr id="6" name="Title 5"/>
          <p:cNvSpPr>
            <a:spLocks noGrp="1"/>
          </p:cNvSpPr>
          <p:nvPr>
            <p:ph type="title" idx="4294967295"/>
          </p:nvPr>
        </p:nvSpPr>
        <p:spPr>
          <a:xfrm>
            <a:off x="1817914" y="299080"/>
            <a:ext cx="9144000" cy="479425"/>
          </a:xfrm>
        </p:spPr>
        <p:txBody>
          <a:bodyPr vert="horz" lIns="91440" tIns="45720" rIns="91440" bIns="45720" rtlCol="0" anchor="ctr">
            <a:noAutofit/>
          </a:bodyPr>
          <a:lstStyle/>
          <a:p>
            <a:r>
              <a:rPr lang="en-US" altLang="ja-JP" sz="2400" dirty="0">
                <a:solidFill>
                  <a:schemeClr val="tx1"/>
                </a:solidFill>
              </a:rPr>
              <a:t>Detail Favorites</a:t>
            </a:r>
            <a:endParaRPr lang="ja-JP" altLang="en-US" sz="2400" dirty="0">
              <a:solidFill>
                <a:schemeClr val="tx1"/>
              </a:solidFill>
            </a:endParaRPr>
          </a:p>
        </p:txBody>
      </p:sp>
      <p:sp>
        <p:nvSpPr>
          <p:cNvPr id="33" name="Rectangle 32"/>
          <p:cNvSpPr/>
          <p:nvPr/>
        </p:nvSpPr>
        <p:spPr>
          <a:xfrm>
            <a:off x="633247" y="1372363"/>
            <a:ext cx="9982200" cy="1803571"/>
          </a:xfrm>
          <a:prstGeom prst="rect">
            <a:avLst/>
          </a:prstGeom>
        </p:spPr>
        <p:txBody>
          <a:bodyPr wrap="square">
            <a:spAutoFit/>
          </a:bodyPr>
          <a:lstStyle/>
          <a:p>
            <a:pPr marL="342900" indent="-342900">
              <a:spcBef>
                <a:spcPct val="20000"/>
              </a:spcBef>
              <a:buFont typeface="Arial" pitchFamily="34" charset="0"/>
              <a:buChar char="•"/>
              <a:defRPr/>
            </a:pPr>
            <a:r>
              <a:rPr lang="en-US" altLang="ja-JP" sz="2000" dirty="0">
                <a:latin typeface="Arial" pitchFamily="34" charset="0"/>
                <a:ea typeface="Arial Unicode MS" pitchFamily="34" charset="-128"/>
                <a:cs typeface="Arial" pitchFamily="34" charset="0"/>
              </a:rPr>
              <a:t>Filtering mechanism that lets the user select “</a:t>
            </a:r>
            <a:r>
              <a:rPr lang="en-US" altLang="ja-JP" sz="2000" b="1" dirty="0">
                <a:latin typeface="Arial" pitchFamily="34" charset="0"/>
                <a:ea typeface="Arial Unicode MS" pitchFamily="34" charset="-128"/>
                <a:cs typeface="Arial" pitchFamily="34" charset="0"/>
              </a:rPr>
              <a:t>favorite</a:t>
            </a:r>
            <a:r>
              <a:rPr lang="en-US" altLang="ja-JP" sz="2000" dirty="0">
                <a:latin typeface="Arial" pitchFamily="34" charset="0"/>
                <a:ea typeface="Arial Unicode MS" pitchFamily="34" charset="-128"/>
                <a:cs typeface="Arial" pitchFamily="34" charset="0"/>
              </a:rPr>
              <a:t>” products in My Setup</a:t>
            </a:r>
          </a:p>
          <a:p>
            <a:pPr marL="342900" lvl="1" indent="-342900">
              <a:spcBef>
                <a:spcPct val="20000"/>
              </a:spcBef>
              <a:buFont typeface="Arial" pitchFamily="34" charset="0"/>
              <a:buChar char="•"/>
              <a:defRPr/>
            </a:pPr>
            <a:endParaRPr lang="en-US" altLang="ja-JP" sz="2000" b="1" dirty="0">
              <a:latin typeface="Arial" pitchFamily="34" charset="0"/>
              <a:ea typeface="Arial Unicode MS" pitchFamily="34" charset="-128"/>
              <a:cs typeface="Arial" pitchFamily="34" charset="0"/>
            </a:endParaRPr>
          </a:p>
          <a:p>
            <a:pPr marL="342900" indent="-342900">
              <a:spcBef>
                <a:spcPct val="20000"/>
              </a:spcBef>
              <a:buFont typeface="Arial" pitchFamily="34" charset="0"/>
              <a:buChar char="•"/>
              <a:defRPr/>
            </a:pPr>
            <a:r>
              <a:rPr lang="en-US" altLang="ja-JP" sz="2000" dirty="0">
                <a:latin typeface="Arial" pitchFamily="34" charset="0"/>
                <a:ea typeface="Arial Unicode MS" pitchFamily="34" charset="-128"/>
                <a:cs typeface="Arial" pitchFamily="34" charset="0"/>
              </a:rPr>
              <a:t>Useful for field forces with a </a:t>
            </a:r>
            <a:r>
              <a:rPr lang="en-US" altLang="ja-JP" sz="2000" b="1" dirty="0">
                <a:latin typeface="Arial" pitchFamily="34" charset="0"/>
                <a:ea typeface="Arial Unicode MS" pitchFamily="34" charset="-128"/>
                <a:cs typeface="Arial" pitchFamily="34" charset="0"/>
              </a:rPr>
              <a:t>large number of detail products</a:t>
            </a:r>
            <a:endParaRPr lang="en-US" altLang="ja-JP" sz="2000"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Products marked as “favorites” will display by </a:t>
            </a:r>
            <a:r>
              <a:rPr lang="en-US" altLang="ja-JP" b="1" dirty="0">
                <a:latin typeface="Arial" pitchFamily="34" charset="0"/>
                <a:ea typeface="Arial Unicode MS" pitchFamily="34" charset="-128"/>
                <a:cs typeface="Arial" pitchFamily="34" charset="0"/>
              </a:rPr>
              <a:t>default on call reports</a:t>
            </a: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Other products in the user’s My Setup can be searched and added to call reports</a:t>
            </a:r>
          </a:p>
        </p:txBody>
      </p:sp>
      <p:pic>
        <p:nvPicPr>
          <p:cNvPr id="3" name="Picture 2"/>
          <p:cNvPicPr>
            <a:picLocks noChangeAspect="1"/>
          </p:cNvPicPr>
          <p:nvPr/>
        </p:nvPicPr>
        <p:blipFill>
          <a:blip r:embed="rId3"/>
          <a:stretch>
            <a:fillRect/>
          </a:stretch>
        </p:blipFill>
        <p:spPr>
          <a:xfrm>
            <a:off x="1524000" y="3640524"/>
            <a:ext cx="7600950" cy="1533525"/>
          </a:xfrm>
          <a:prstGeom prst="rect">
            <a:avLst/>
          </a:prstGeom>
        </p:spPr>
      </p:pic>
      <p:sp>
        <p:nvSpPr>
          <p:cNvPr id="4" name="Rectangle 3"/>
          <p:cNvSpPr/>
          <p:nvPr/>
        </p:nvSpPr>
        <p:spPr>
          <a:xfrm>
            <a:off x="4191000" y="4191000"/>
            <a:ext cx="457200" cy="45720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p:cNvSpPr/>
          <p:nvPr/>
        </p:nvSpPr>
        <p:spPr>
          <a:xfrm>
            <a:off x="6700837" y="4724400"/>
            <a:ext cx="457200" cy="45720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90494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9" name="Slide Number Placeholder 3"/>
          <p:cNvSpPr>
            <a:spLocks noGrp="1"/>
          </p:cNvSpPr>
          <p:nvPr>
            <p:ph type="sldNum" sz="quarter" idx="12"/>
          </p:nvPr>
        </p:nvSpPr>
        <p:spPr/>
        <p:txBody>
          <a:bodyPr/>
          <a:lstStyle/>
          <a:p>
            <a:r>
              <a:rPr lang="en-US" dirty="0"/>
              <a:t>25</a:t>
            </a:r>
          </a:p>
        </p:txBody>
      </p:sp>
      <p:sp>
        <p:nvSpPr>
          <p:cNvPr id="6" name="Title 5"/>
          <p:cNvSpPr>
            <a:spLocks noGrp="1"/>
          </p:cNvSpPr>
          <p:nvPr>
            <p:ph type="title" idx="4294967295"/>
          </p:nvPr>
        </p:nvSpPr>
        <p:spPr>
          <a:xfrm>
            <a:off x="1905000" y="272694"/>
            <a:ext cx="9144000" cy="479425"/>
          </a:xfrm>
        </p:spPr>
        <p:txBody>
          <a:bodyPr vert="horz" lIns="91440" tIns="45720" rIns="91440" bIns="45720" rtlCol="0" anchor="ctr">
            <a:noAutofit/>
          </a:bodyPr>
          <a:lstStyle/>
          <a:p>
            <a:r>
              <a:rPr lang="en-US" altLang="ja-JP" sz="2400" dirty="0">
                <a:solidFill>
                  <a:schemeClr val="tx1"/>
                </a:solidFill>
              </a:rPr>
              <a:t>Enabling Detail Favorites</a:t>
            </a:r>
            <a:endParaRPr lang="ja-JP" altLang="en-US" sz="2400" dirty="0">
              <a:solidFill>
                <a:schemeClr val="tx1"/>
              </a:solidFill>
            </a:endParaRPr>
          </a:p>
        </p:txBody>
      </p:sp>
      <p:sp>
        <p:nvSpPr>
          <p:cNvPr id="33" name="Rectangle 32"/>
          <p:cNvSpPr/>
          <p:nvPr/>
        </p:nvSpPr>
        <p:spPr>
          <a:xfrm>
            <a:off x="381000" y="1066800"/>
            <a:ext cx="10668000" cy="3404009"/>
          </a:xfrm>
          <a:prstGeom prst="rect">
            <a:avLst/>
          </a:prstGeom>
        </p:spPr>
        <p:txBody>
          <a:bodyPr wrap="square">
            <a:spAutoFit/>
          </a:bodyPr>
          <a:lstStyle/>
          <a:p>
            <a:pPr marL="342900" indent="-342900">
              <a:spcBef>
                <a:spcPct val="20000"/>
              </a:spcBef>
              <a:buFont typeface="Arial" pitchFamily="34" charset="0"/>
              <a:buChar char="•"/>
              <a:defRPr/>
            </a:pPr>
            <a:r>
              <a:rPr lang="en-US" altLang="ja-JP" sz="2000" b="1" dirty="0">
                <a:latin typeface="Arial" pitchFamily="34" charset="0"/>
                <a:ea typeface="Arial Unicode MS" pitchFamily="34" charset="-128"/>
                <a:cs typeface="Arial" pitchFamily="34" charset="0"/>
              </a:rPr>
              <a:t>Give user profiles CRUD access to My Setup Products.</a:t>
            </a:r>
          </a:p>
          <a:p>
            <a:pPr marL="742950" lvl="1" indent="-285750">
              <a:spcBef>
                <a:spcPct val="20000"/>
              </a:spcBef>
              <a:buFont typeface="Arial" pitchFamily="34" charset="0"/>
              <a:buChar char="–"/>
              <a:tabLst>
                <a:tab pos="280988" algn="l"/>
              </a:tabLst>
              <a:defRPr/>
            </a:pPr>
            <a:r>
              <a:rPr lang="en-US" altLang="ja-JP" b="1" dirty="0">
                <a:latin typeface="Arial" pitchFamily="34" charset="0"/>
                <a:ea typeface="Arial Unicode MS" pitchFamily="34" charset="-128"/>
                <a:cs typeface="Arial" pitchFamily="34" charset="0"/>
              </a:rPr>
              <a:t>Setup &gt; Manage Users &gt; Profiles </a:t>
            </a:r>
            <a:r>
              <a:rPr lang="en-US" altLang="ja-JP" dirty="0">
                <a:latin typeface="Arial" pitchFamily="34" charset="0"/>
                <a:ea typeface="Arial Unicode MS" pitchFamily="34" charset="-128"/>
                <a:cs typeface="Arial" pitchFamily="34" charset="0"/>
              </a:rPr>
              <a:t>and click the link for the desired profile</a:t>
            </a:r>
          </a:p>
          <a:p>
            <a:pPr marL="742950" lvl="1" indent="-285750">
              <a:spcBef>
                <a:spcPct val="20000"/>
              </a:spcBef>
              <a:buFont typeface="Arial" pitchFamily="34" charset="0"/>
              <a:buChar char="–"/>
              <a:tabLst>
                <a:tab pos="280988" algn="l"/>
              </a:tabLst>
              <a:defRPr/>
            </a:pPr>
            <a:r>
              <a:rPr lang="en-US" altLang="ja-JP" b="1" dirty="0">
                <a:latin typeface="Arial" pitchFamily="34" charset="0"/>
                <a:ea typeface="Arial Unicode MS" pitchFamily="34" charset="-128"/>
                <a:cs typeface="Arial" pitchFamily="34" charset="0"/>
              </a:rPr>
              <a:t>Make sure the profile has Read and Edit permission for the My Setup Products </a:t>
            </a:r>
          </a:p>
          <a:p>
            <a:pPr lvl="1">
              <a:spcBef>
                <a:spcPct val="20000"/>
              </a:spcBef>
              <a:tabLst>
                <a:tab pos="280988" algn="l"/>
              </a:tabLst>
              <a:defRPr/>
            </a:pPr>
            <a:r>
              <a:rPr lang="en-US" altLang="ja-JP" b="1" dirty="0">
                <a:latin typeface="Arial" pitchFamily="34" charset="0"/>
                <a:ea typeface="Arial Unicode MS" pitchFamily="34" charset="-128"/>
                <a:cs typeface="Arial" pitchFamily="34" charset="0"/>
              </a:rPr>
              <a:t>object</a:t>
            </a:r>
          </a:p>
          <a:p>
            <a:pPr marL="742950" lvl="1" indent="-285750">
              <a:buFont typeface="Wingdings" panose="05000000000000000000" pitchFamily="2" charset="2"/>
              <a:buChar char="ü"/>
            </a:pPr>
            <a:endParaRPr lang="en-US" altLang="ja-JP" sz="2000" dirty="0">
              <a:latin typeface="Arial" panose="020B0604020202020204" pitchFamily="34" charset="0"/>
              <a:cs typeface="Arial" panose="020B0604020202020204" pitchFamily="34" charset="0"/>
            </a:endParaRPr>
          </a:p>
          <a:p>
            <a:pPr marL="342900" indent="-342900">
              <a:spcBef>
                <a:spcPct val="20000"/>
              </a:spcBef>
              <a:buFont typeface="Arial" pitchFamily="34" charset="0"/>
              <a:buChar char="•"/>
              <a:defRPr/>
            </a:pPr>
            <a:r>
              <a:rPr lang="en-US" altLang="ja-JP" sz="2000" b="1" dirty="0">
                <a:latin typeface="Arial" pitchFamily="34" charset="0"/>
                <a:ea typeface="Arial Unicode MS" pitchFamily="34" charset="-128"/>
                <a:cs typeface="Arial" pitchFamily="34" charset="0"/>
              </a:rPr>
              <a:t>Give user profiles access to the </a:t>
            </a:r>
            <a:r>
              <a:rPr lang="en-US" altLang="ja-JP" sz="2000" b="1" dirty="0" err="1">
                <a:latin typeface="Arial" pitchFamily="34" charset="0"/>
                <a:ea typeface="Arial Unicode MS" pitchFamily="34" charset="-128"/>
                <a:cs typeface="Arial" pitchFamily="34" charset="0"/>
              </a:rPr>
              <a:t>Favorite_vod</a:t>
            </a:r>
            <a:r>
              <a:rPr lang="en-US" altLang="ja-JP" sz="2000" b="1" dirty="0">
                <a:latin typeface="Arial" pitchFamily="34" charset="0"/>
                <a:ea typeface="Arial Unicode MS" pitchFamily="34" charset="-128"/>
                <a:cs typeface="Arial" pitchFamily="34" charset="0"/>
              </a:rPr>
              <a:t> field in the My Setup Products object:</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Go to </a:t>
            </a:r>
            <a:r>
              <a:rPr lang="en-US" altLang="ja-JP" b="1" dirty="0">
                <a:latin typeface="Arial" pitchFamily="34" charset="0"/>
                <a:ea typeface="Arial Unicode MS" pitchFamily="34" charset="-128"/>
                <a:cs typeface="Arial" pitchFamily="34" charset="0"/>
              </a:rPr>
              <a:t>Setup &gt; Create &gt; Objects &gt; My Setup Products</a:t>
            </a: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Click the link for the Favorite field</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Click the Set Field-Level Security button</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Select the Visible checkbox for the profiles that need access to the detail favorite functionality</a:t>
            </a:r>
          </a:p>
        </p:txBody>
      </p:sp>
      <p:pic>
        <p:nvPicPr>
          <p:cNvPr id="3" name="Picture 2">
            <a:extLst>
              <a:ext uri="{FF2B5EF4-FFF2-40B4-BE49-F238E27FC236}">
                <a16:creationId xmlns:a16="http://schemas.microsoft.com/office/drawing/2014/main" id="{43BF839B-0D89-D458-4672-E18454332657}"/>
              </a:ext>
            </a:extLst>
          </p:cNvPr>
          <p:cNvPicPr>
            <a:picLocks noChangeAspect="1"/>
          </p:cNvPicPr>
          <p:nvPr/>
        </p:nvPicPr>
        <p:blipFill>
          <a:blip r:embed="rId3"/>
          <a:stretch>
            <a:fillRect/>
          </a:stretch>
        </p:blipFill>
        <p:spPr>
          <a:xfrm>
            <a:off x="5682343" y="4568201"/>
            <a:ext cx="5867400" cy="1333569"/>
          </a:xfrm>
          <a:prstGeom prst="rect">
            <a:avLst/>
          </a:prstGeom>
        </p:spPr>
      </p:pic>
      <p:pic>
        <p:nvPicPr>
          <p:cNvPr id="10" name="Picture 9">
            <a:extLst>
              <a:ext uri="{FF2B5EF4-FFF2-40B4-BE49-F238E27FC236}">
                <a16:creationId xmlns:a16="http://schemas.microsoft.com/office/drawing/2014/main" id="{F060DAAD-E5B3-5598-0D94-A0549CCF5F7D}"/>
              </a:ext>
            </a:extLst>
          </p:cNvPr>
          <p:cNvPicPr>
            <a:picLocks noChangeAspect="1"/>
          </p:cNvPicPr>
          <p:nvPr/>
        </p:nvPicPr>
        <p:blipFill>
          <a:blip r:embed="rId4"/>
          <a:stretch>
            <a:fillRect/>
          </a:stretch>
        </p:blipFill>
        <p:spPr>
          <a:xfrm>
            <a:off x="1143000" y="4568201"/>
            <a:ext cx="4140413" cy="1333569"/>
          </a:xfrm>
          <a:prstGeom prst="rect">
            <a:avLst/>
          </a:prstGeom>
        </p:spPr>
      </p:pic>
    </p:spTree>
    <p:extLst>
      <p:ext uri="{BB962C8B-B14F-4D97-AF65-F5344CB8AC3E}">
        <p14:creationId xmlns:p14="http://schemas.microsoft.com/office/powerpoint/2010/main" val="4231150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dirty="0"/>
              <a:t>© Cognizant 2023</a:t>
            </a:r>
          </a:p>
        </p:txBody>
      </p:sp>
      <p:sp>
        <p:nvSpPr>
          <p:cNvPr id="9" name="Slide Number Placeholder 3"/>
          <p:cNvSpPr>
            <a:spLocks noGrp="1"/>
          </p:cNvSpPr>
          <p:nvPr>
            <p:ph type="sldNum" sz="quarter" idx="12"/>
          </p:nvPr>
        </p:nvSpPr>
        <p:spPr/>
        <p:txBody>
          <a:bodyPr/>
          <a:lstStyle/>
          <a:p>
            <a:r>
              <a:rPr lang="en-US" dirty="0"/>
              <a:t>26</a:t>
            </a:r>
          </a:p>
        </p:txBody>
      </p:sp>
      <p:sp>
        <p:nvSpPr>
          <p:cNvPr id="6" name="Title 5"/>
          <p:cNvSpPr>
            <a:spLocks noGrp="1"/>
          </p:cNvSpPr>
          <p:nvPr>
            <p:ph type="title" idx="4294967295"/>
          </p:nvPr>
        </p:nvSpPr>
        <p:spPr>
          <a:xfrm>
            <a:off x="1524000" y="321031"/>
            <a:ext cx="9144000" cy="479425"/>
          </a:xfrm>
        </p:spPr>
        <p:txBody>
          <a:bodyPr vert="horz" lIns="91440" tIns="45720" rIns="91440" bIns="45720" rtlCol="0" anchor="ctr">
            <a:noAutofit/>
          </a:bodyPr>
          <a:lstStyle/>
          <a:p>
            <a:r>
              <a:rPr lang="en-US" altLang="ja-JP" sz="2400" dirty="0">
                <a:solidFill>
                  <a:schemeClr val="tx1"/>
                </a:solidFill>
              </a:rPr>
              <a:t>Detail Favorites Management</a:t>
            </a:r>
            <a:endParaRPr lang="ja-JP" altLang="en-US" sz="2400" dirty="0">
              <a:solidFill>
                <a:schemeClr val="tx1"/>
              </a:solidFill>
            </a:endParaRPr>
          </a:p>
        </p:txBody>
      </p:sp>
      <p:sp>
        <p:nvSpPr>
          <p:cNvPr id="33" name="Rectangle 32"/>
          <p:cNvSpPr/>
          <p:nvPr/>
        </p:nvSpPr>
        <p:spPr>
          <a:xfrm>
            <a:off x="435428" y="1282222"/>
            <a:ext cx="10287000" cy="2074414"/>
          </a:xfrm>
          <a:prstGeom prst="rect">
            <a:avLst/>
          </a:prstGeom>
        </p:spPr>
        <p:txBody>
          <a:bodyPr wrap="square">
            <a:spAutoFit/>
          </a:bodyPr>
          <a:lstStyle/>
          <a:p>
            <a:pPr marL="342900" indent="-342900">
              <a:spcBef>
                <a:spcPct val="20000"/>
              </a:spcBef>
              <a:buFont typeface="Arial" pitchFamily="34" charset="0"/>
              <a:buChar char="•"/>
              <a:defRPr/>
            </a:pPr>
            <a:r>
              <a:rPr lang="en-US" altLang="ja-JP" sz="2000" b="1" dirty="0">
                <a:latin typeface="Arial" pitchFamily="34" charset="0"/>
                <a:ea typeface="Arial Unicode MS" pitchFamily="34" charset="-128"/>
                <a:cs typeface="Arial" pitchFamily="34" charset="0"/>
              </a:rPr>
              <a:t>Users can manage their Favorite products but cannot manage the products </a:t>
            </a:r>
          </a:p>
          <a:p>
            <a:pPr>
              <a:spcBef>
                <a:spcPct val="20000"/>
              </a:spcBef>
              <a:defRPr/>
            </a:pPr>
            <a:r>
              <a:rPr lang="en-US" altLang="ja-JP" sz="2000" b="1" dirty="0">
                <a:latin typeface="Arial" pitchFamily="34" charset="0"/>
                <a:ea typeface="Arial Unicode MS" pitchFamily="34" charset="-128"/>
                <a:cs typeface="Arial" pitchFamily="34" charset="0"/>
              </a:rPr>
              <a:t>they have access to in My Setup</a:t>
            </a:r>
          </a:p>
          <a:p>
            <a:pPr marL="742950" lvl="1" indent="-285750">
              <a:buFont typeface="Wingdings" panose="05000000000000000000" pitchFamily="2" charset="2"/>
              <a:buChar char="ü"/>
            </a:pPr>
            <a:endParaRPr lang="en-US" altLang="ja-JP" sz="2000" dirty="0">
              <a:latin typeface="Arial" panose="020B0604020202020204" pitchFamily="34" charset="0"/>
              <a:cs typeface="Arial" panose="020B0604020202020204"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My Setup products managed by the Administrator</a:t>
            </a:r>
          </a:p>
          <a:p>
            <a:pPr marL="742950" lvl="1" indent="-285750">
              <a:spcBef>
                <a:spcPct val="20000"/>
              </a:spcBef>
              <a:buFont typeface="Arial" pitchFamily="34" charset="0"/>
              <a:buChar char="–"/>
              <a:tabLst>
                <a:tab pos="280988" algn="l"/>
              </a:tabLst>
              <a:defRPr/>
            </a:pP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Favorite products managed by the User or Administrator</a:t>
            </a:r>
          </a:p>
        </p:txBody>
      </p:sp>
      <p:pic>
        <p:nvPicPr>
          <p:cNvPr id="3" name="Picture 2"/>
          <p:cNvPicPr>
            <a:picLocks noChangeAspect="1"/>
          </p:cNvPicPr>
          <p:nvPr/>
        </p:nvPicPr>
        <p:blipFill>
          <a:blip r:embed="rId3"/>
          <a:stretch>
            <a:fillRect/>
          </a:stretch>
        </p:blipFill>
        <p:spPr>
          <a:xfrm>
            <a:off x="1641505" y="3566401"/>
            <a:ext cx="7600950" cy="1533525"/>
          </a:xfrm>
          <a:prstGeom prst="rect">
            <a:avLst/>
          </a:prstGeom>
        </p:spPr>
      </p:pic>
      <p:sp>
        <p:nvSpPr>
          <p:cNvPr id="7" name="Rectangle 6"/>
          <p:cNvSpPr/>
          <p:nvPr/>
        </p:nvSpPr>
        <p:spPr>
          <a:xfrm>
            <a:off x="4800600" y="4409364"/>
            <a:ext cx="2514600" cy="543636"/>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p:cNvSpPr/>
          <p:nvPr/>
        </p:nvSpPr>
        <p:spPr>
          <a:xfrm>
            <a:off x="2314433" y="3844454"/>
            <a:ext cx="2514600" cy="48871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10093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506CEC38-BCA5-5FAB-8EBE-661527A9CAA5}"/>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27</a:t>
            </a:fld>
            <a:endParaRPr lang="en-US"/>
          </a:p>
        </p:txBody>
      </p:sp>
      <p:sp>
        <p:nvSpPr>
          <p:cNvPr id="6" name="Rectangle 5"/>
          <p:cNvSpPr/>
          <p:nvPr/>
        </p:nvSpPr>
        <p:spPr>
          <a:xfrm>
            <a:off x="762000" y="2895600"/>
            <a:ext cx="76200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Detail Topics and </a:t>
            </a:r>
          </a:p>
          <a:p>
            <a:r>
              <a:rPr lang="en-US" sz="3600" b="1" dirty="0">
                <a:solidFill>
                  <a:srgbClr val="00718F"/>
                </a:solidFill>
                <a:latin typeface="Arial" panose="020B0604020202020204" pitchFamily="34" charset="0"/>
                <a:cs typeface="Arial" panose="020B0604020202020204" pitchFamily="34" charset="0"/>
              </a:rPr>
              <a:t>Detail Groups</a:t>
            </a:r>
          </a:p>
        </p:txBody>
      </p:sp>
    </p:spTree>
    <p:extLst>
      <p:ext uri="{BB962C8B-B14F-4D97-AF65-F5344CB8AC3E}">
        <p14:creationId xmlns:p14="http://schemas.microsoft.com/office/powerpoint/2010/main" val="341207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8" name="Slide Number Placeholder 3"/>
          <p:cNvSpPr>
            <a:spLocks noGrp="1"/>
          </p:cNvSpPr>
          <p:nvPr>
            <p:ph type="sldNum" sz="quarter" idx="12"/>
          </p:nvPr>
        </p:nvSpPr>
        <p:spPr/>
        <p:txBody>
          <a:bodyPr/>
          <a:lstStyle/>
          <a:p>
            <a:r>
              <a:rPr lang="en-US" dirty="0"/>
              <a:t>28</a:t>
            </a:r>
          </a:p>
        </p:txBody>
      </p:sp>
      <p:sp>
        <p:nvSpPr>
          <p:cNvPr id="6" name="Title 5"/>
          <p:cNvSpPr>
            <a:spLocks noGrp="1"/>
          </p:cNvSpPr>
          <p:nvPr>
            <p:ph type="title" idx="4294967295"/>
          </p:nvPr>
        </p:nvSpPr>
        <p:spPr>
          <a:xfrm>
            <a:off x="2057400" y="190188"/>
            <a:ext cx="9144000" cy="479425"/>
          </a:xfrm>
        </p:spPr>
        <p:txBody>
          <a:bodyPr vert="horz" lIns="91440" tIns="45720" rIns="91440" bIns="45720" rtlCol="0" anchor="ctr">
            <a:noAutofit/>
          </a:bodyPr>
          <a:lstStyle/>
          <a:p>
            <a:r>
              <a:rPr lang="en-US" altLang="ja-JP" sz="2400" dirty="0">
                <a:solidFill>
                  <a:schemeClr val="tx1"/>
                </a:solidFill>
              </a:rPr>
              <a:t>Detail Topics</a:t>
            </a:r>
            <a:endParaRPr lang="ja-JP" altLang="en-US" sz="2400" dirty="0">
              <a:solidFill>
                <a:schemeClr val="tx1"/>
              </a:solidFill>
            </a:endParaRPr>
          </a:p>
        </p:txBody>
      </p:sp>
      <p:sp>
        <p:nvSpPr>
          <p:cNvPr id="33" name="Rectangle 32"/>
          <p:cNvSpPr/>
          <p:nvPr/>
        </p:nvSpPr>
        <p:spPr>
          <a:xfrm>
            <a:off x="263128" y="866855"/>
            <a:ext cx="11056143" cy="3416320"/>
          </a:xfrm>
          <a:prstGeom prst="rect">
            <a:avLst/>
          </a:prstGeom>
        </p:spPr>
        <p:txBody>
          <a:bodyPr wrap="square">
            <a:spAutoFit/>
          </a:bodyPr>
          <a:lstStyle/>
          <a:p>
            <a:pPr marL="285750" indent="-285750">
              <a:buFont typeface="Arial" panose="020B0604020202020204" pitchFamily="34" charset="0"/>
              <a:buChar char="•"/>
            </a:pPr>
            <a:r>
              <a:rPr lang="en-US" altLang="ja-JP" dirty="0">
                <a:latin typeface="Arial" pitchFamily="34" charset="0"/>
                <a:ea typeface="Arial Unicode MS" pitchFamily="34" charset="-128"/>
                <a:cs typeface="Arial" pitchFamily="34" charset="0"/>
              </a:rPr>
              <a:t>Detail Topic allows field forces to align topics to targeted Accounts, particularly for </a:t>
            </a:r>
          </a:p>
          <a:p>
            <a:r>
              <a:rPr lang="en-US" altLang="ja-JP" dirty="0">
                <a:latin typeface="Arial" pitchFamily="34" charset="0"/>
                <a:ea typeface="Arial Unicode MS" pitchFamily="34" charset="-128"/>
                <a:cs typeface="Arial" pitchFamily="34" charset="0"/>
              </a:rPr>
              <a:t>indication based or Animal Health</a:t>
            </a:r>
          </a:p>
          <a:p>
            <a:pPr marL="285750" indent="-285750">
              <a:buFont typeface="Arial" panose="020B0604020202020204" pitchFamily="34" charset="0"/>
              <a:buChar char="•"/>
            </a:pPr>
            <a:endParaRPr lang="en-US" altLang="ja-JP"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altLang="ja-JP" dirty="0">
                <a:latin typeface="Arial" pitchFamily="34" charset="0"/>
                <a:ea typeface="Arial Unicode MS" pitchFamily="34" charset="-128"/>
                <a:cs typeface="Arial" pitchFamily="34" charset="0"/>
              </a:rPr>
              <a:t>Detail Topic is a </a:t>
            </a:r>
            <a:r>
              <a:rPr lang="en-US" altLang="ja-JP" b="1" dirty="0">
                <a:latin typeface="Arial" pitchFamily="34" charset="0"/>
                <a:ea typeface="Arial Unicode MS" pitchFamily="34" charset="-128"/>
                <a:cs typeface="Arial" pitchFamily="34" charset="0"/>
              </a:rPr>
              <a:t>product type </a:t>
            </a:r>
            <a:r>
              <a:rPr lang="en-US" altLang="ja-JP" dirty="0">
                <a:latin typeface="Arial" pitchFamily="34" charset="0"/>
                <a:ea typeface="Arial Unicode MS" pitchFamily="34" charset="-128"/>
                <a:cs typeface="Arial" pitchFamily="34" charset="0"/>
              </a:rPr>
              <a:t>in the Product Catalog:</a:t>
            </a:r>
          </a:p>
          <a:p>
            <a:pPr marL="285750" indent="-285750">
              <a:buFont typeface="Arial" panose="020B0604020202020204" pitchFamily="34" charset="0"/>
              <a:buChar char="•"/>
            </a:pPr>
            <a:endParaRPr lang="en-US" altLang="ja-JP" b="1"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Behaves similarly to a </a:t>
            </a:r>
            <a:r>
              <a:rPr lang="en-US" altLang="ja-JP" b="1" dirty="0">
                <a:latin typeface="Arial" pitchFamily="34" charset="0"/>
                <a:ea typeface="Arial Unicode MS" pitchFamily="34" charset="-128"/>
                <a:cs typeface="Arial" pitchFamily="34" charset="0"/>
              </a:rPr>
              <a:t>Detail Product</a:t>
            </a: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Once created it needs to be assigned to users via </a:t>
            </a:r>
            <a:r>
              <a:rPr lang="en-US" altLang="ja-JP" b="1" dirty="0">
                <a:latin typeface="Arial" pitchFamily="34" charset="0"/>
                <a:ea typeface="Arial Unicode MS" pitchFamily="34" charset="-128"/>
                <a:cs typeface="Arial" pitchFamily="34" charset="0"/>
              </a:rPr>
              <a:t>My Setup</a:t>
            </a: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Detail Topics can be used in </a:t>
            </a:r>
            <a:r>
              <a:rPr lang="en-US" altLang="ja-JP" b="1" dirty="0">
                <a:latin typeface="Arial" pitchFamily="34" charset="0"/>
                <a:ea typeface="Arial Unicode MS" pitchFamily="34" charset="-128"/>
                <a:cs typeface="Arial" pitchFamily="34" charset="0"/>
              </a:rPr>
              <a:t>Call Reports, Call Discussions, Key Messages, Product Plan and Account Plan Tactics</a:t>
            </a:r>
          </a:p>
        </p:txBody>
      </p:sp>
      <p:pic>
        <p:nvPicPr>
          <p:cNvPr id="3" name="Picture 2">
            <a:extLst>
              <a:ext uri="{FF2B5EF4-FFF2-40B4-BE49-F238E27FC236}">
                <a16:creationId xmlns:a16="http://schemas.microsoft.com/office/drawing/2014/main" id="{95FEBB71-9F50-9EAC-83AA-458B3392BE07}"/>
              </a:ext>
            </a:extLst>
          </p:cNvPr>
          <p:cNvPicPr>
            <a:picLocks noChangeAspect="1"/>
          </p:cNvPicPr>
          <p:nvPr/>
        </p:nvPicPr>
        <p:blipFill>
          <a:blip r:embed="rId3"/>
          <a:stretch>
            <a:fillRect/>
          </a:stretch>
        </p:blipFill>
        <p:spPr>
          <a:xfrm>
            <a:off x="2057400" y="4283175"/>
            <a:ext cx="7010400" cy="1927618"/>
          </a:xfrm>
          <a:prstGeom prst="rect">
            <a:avLst/>
          </a:prstGeom>
        </p:spPr>
      </p:pic>
    </p:spTree>
    <p:extLst>
      <p:ext uri="{BB962C8B-B14F-4D97-AF65-F5344CB8AC3E}">
        <p14:creationId xmlns:p14="http://schemas.microsoft.com/office/powerpoint/2010/main" val="463985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7" name="Slide Number Placeholder 3"/>
          <p:cNvSpPr>
            <a:spLocks noGrp="1"/>
          </p:cNvSpPr>
          <p:nvPr>
            <p:ph type="sldNum" sz="quarter" idx="12"/>
          </p:nvPr>
        </p:nvSpPr>
        <p:spPr/>
        <p:txBody>
          <a:bodyPr/>
          <a:lstStyle/>
          <a:p>
            <a:r>
              <a:rPr lang="en-US" dirty="0"/>
              <a:t>29</a:t>
            </a:r>
          </a:p>
        </p:txBody>
      </p:sp>
      <p:sp>
        <p:nvSpPr>
          <p:cNvPr id="6" name="Title 5"/>
          <p:cNvSpPr>
            <a:spLocks noGrp="1"/>
          </p:cNvSpPr>
          <p:nvPr>
            <p:ph type="title" idx="4294967295"/>
          </p:nvPr>
        </p:nvSpPr>
        <p:spPr>
          <a:xfrm>
            <a:off x="1828800" y="344273"/>
            <a:ext cx="9144000" cy="479425"/>
          </a:xfrm>
        </p:spPr>
        <p:txBody>
          <a:bodyPr vert="horz" lIns="91440" tIns="45720" rIns="91440" bIns="45720" rtlCol="0" anchor="ctr">
            <a:noAutofit/>
          </a:bodyPr>
          <a:lstStyle/>
          <a:p>
            <a:r>
              <a:rPr lang="en-US" altLang="ja-JP" sz="2400" dirty="0">
                <a:solidFill>
                  <a:schemeClr val="tx1"/>
                </a:solidFill>
              </a:rPr>
              <a:t>Detail Groups</a:t>
            </a:r>
            <a:endParaRPr lang="ja-JP" altLang="en-US" sz="2400" dirty="0">
              <a:solidFill>
                <a:schemeClr val="tx1"/>
              </a:solidFill>
            </a:endParaRPr>
          </a:p>
        </p:txBody>
      </p:sp>
      <p:sp>
        <p:nvSpPr>
          <p:cNvPr id="33" name="Rectangle 32"/>
          <p:cNvSpPr/>
          <p:nvPr/>
        </p:nvSpPr>
        <p:spPr>
          <a:xfrm>
            <a:off x="489856" y="1295400"/>
            <a:ext cx="10134600" cy="1809726"/>
          </a:xfrm>
          <a:prstGeom prst="rect">
            <a:avLst/>
          </a:prstGeom>
        </p:spPr>
        <p:txBody>
          <a:bodyPr wrap="square">
            <a:spAutoFit/>
          </a:bodyPr>
          <a:lstStyle/>
          <a:p>
            <a:pPr marL="285750" indent="-285750">
              <a:buFont typeface="Arial" panose="020B0604020202020204" pitchFamily="34" charset="0"/>
              <a:buChar char="•"/>
            </a:pPr>
            <a:r>
              <a:rPr lang="en-US" altLang="ja-JP" dirty="0">
                <a:latin typeface="Arial" pitchFamily="34" charset="0"/>
                <a:ea typeface="Arial Unicode MS" pitchFamily="34" charset="-128"/>
                <a:cs typeface="Arial" pitchFamily="34" charset="0"/>
              </a:rPr>
              <a:t>Detail Groups are used to group </a:t>
            </a:r>
            <a:r>
              <a:rPr lang="en-US" altLang="ja-JP" b="1" dirty="0">
                <a:latin typeface="Arial" pitchFamily="34" charset="0"/>
                <a:ea typeface="Arial Unicode MS" pitchFamily="34" charset="-128"/>
                <a:cs typeface="Arial" pitchFamily="34" charset="0"/>
              </a:rPr>
              <a:t>Detail Products </a:t>
            </a:r>
            <a:r>
              <a:rPr lang="en-US" altLang="ja-JP" dirty="0">
                <a:latin typeface="Arial" pitchFamily="34" charset="0"/>
                <a:ea typeface="Arial Unicode MS" pitchFamily="34" charset="-128"/>
                <a:cs typeface="Arial" pitchFamily="34" charset="0"/>
              </a:rPr>
              <a:t>and </a:t>
            </a:r>
            <a:r>
              <a:rPr lang="en-US" altLang="ja-JP" b="1" dirty="0">
                <a:latin typeface="Arial" pitchFamily="34" charset="0"/>
                <a:ea typeface="Arial Unicode MS" pitchFamily="34" charset="-128"/>
                <a:cs typeface="Arial" pitchFamily="34" charset="0"/>
              </a:rPr>
              <a:t>Detail Topics</a:t>
            </a:r>
            <a:r>
              <a:rPr lang="en-US" altLang="ja-JP" dirty="0">
                <a:latin typeface="Arial" pitchFamily="34" charset="0"/>
                <a:ea typeface="Arial Unicode MS" pitchFamily="34" charset="-128"/>
                <a:cs typeface="Arial" pitchFamily="34" charset="0"/>
              </a:rPr>
              <a:t> based on indication groups, molecules, or species in animal health</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Behaves as another </a:t>
            </a:r>
            <a:r>
              <a:rPr lang="en-US" altLang="ja-JP" b="1" dirty="0">
                <a:latin typeface="Arial" pitchFamily="34" charset="0"/>
                <a:ea typeface="Arial Unicode MS" pitchFamily="34" charset="-128"/>
                <a:cs typeface="Arial" pitchFamily="34" charset="0"/>
              </a:rPr>
              <a:t>product type</a:t>
            </a:r>
          </a:p>
          <a:p>
            <a:pPr marL="285750" lvl="1" indent="-285750">
              <a:buFont typeface="Arial" panose="020B0604020202020204" pitchFamily="34" charset="0"/>
              <a:buChar char="•"/>
            </a:pPr>
            <a:endParaRPr lang="en-US" altLang="ja-JP"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altLang="ja-JP" dirty="0">
                <a:latin typeface="Arial" pitchFamily="34" charset="0"/>
                <a:ea typeface="Arial Unicode MS" pitchFamily="34" charset="-128"/>
                <a:cs typeface="Arial" pitchFamily="34" charset="0"/>
              </a:rPr>
              <a:t>When a Detail group is selected, the products in the group displays in the list of products in My Setup</a:t>
            </a:r>
            <a:endParaRPr lang="en-US" altLang="ja-JP"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ED2B064-C4EC-3AB9-FB1E-7B6D4D72CCDA}"/>
              </a:ext>
            </a:extLst>
          </p:cNvPr>
          <p:cNvPicPr>
            <a:picLocks noChangeAspect="1"/>
          </p:cNvPicPr>
          <p:nvPr/>
        </p:nvPicPr>
        <p:blipFill>
          <a:blip r:embed="rId3"/>
          <a:stretch>
            <a:fillRect/>
          </a:stretch>
        </p:blipFill>
        <p:spPr>
          <a:xfrm>
            <a:off x="1674162" y="3429000"/>
            <a:ext cx="7258423" cy="1002893"/>
          </a:xfrm>
          <a:prstGeom prst="rect">
            <a:avLst/>
          </a:prstGeom>
        </p:spPr>
      </p:pic>
    </p:spTree>
    <p:extLst>
      <p:ext uri="{BB962C8B-B14F-4D97-AF65-F5344CB8AC3E}">
        <p14:creationId xmlns:p14="http://schemas.microsoft.com/office/powerpoint/2010/main" val="4001742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8" name="Slide Number Placeholder 3"/>
          <p:cNvSpPr>
            <a:spLocks noGrp="1"/>
          </p:cNvSpPr>
          <p:nvPr>
            <p:ph type="sldNum" sz="quarter" idx="12"/>
          </p:nvPr>
        </p:nvSpPr>
        <p:spPr/>
        <p:txBody>
          <a:bodyPr/>
          <a:lstStyle/>
          <a:p>
            <a:r>
              <a:rPr lang="en-US" dirty="0"/>
              <a:t>30</a:t>
            </a:r>
          </a:p>
        </p:txBody>
      </p:sp>
      <p:sp>
        <p:nvSpPr>
          <p:cNvPr id="6" name="Title 5"/>
          <p:cNvSpPr>
            <a:spLocks noGrp="1"/>
          </p:cNvSpPr>
          <p:nvPr>
            <p:ph type="title" idx="4294967295"/>
          </p:nvPr>
        </p:nvSpPr>
        <p:spPr>
          <a:xfrm>
            <a:off x="1828800" y="381000"/>
            <a:ext cx="9144000" cy="479425"/>
          </a:xfrm>
        </p:spPr>
        <p:txBody>
          <a:bodyPr vert="horz" lIns="91440" tIns="45720" rIns="91440" bIns="45720" rtlCol="0" anchor="ctr">
            <a:noAutofit/>
          </a:bodyPr>
          <a:lstStyle/>
          <a:p>
            <a:r>
              <a:rPr lang="en-US" altLang="ja-JP" sz="2400" dirty="0">
                <a:solidFill>
                  <a:schemeClr val="tx1"/>
                </a:solidFill>
              </a:rPr>
              <a:t>Detail Groups - Define</a:t>
            </a:r>
            <a:endParaRPr lang="ja-JP" altLang="en-US" sz="2400" dirty="0">
              <a:solidFill>
                <a:schemeClr val="tx1"/>
              </a:solidFill>
            </a:endParaRPr>
          </a:p>
        </p:txBody>
      </p:sp>
      <p:sp>
        <p:nvSpPr>
          <p:cNvPr id="33" name="Rectangle 32"/>
          <p:cNvSpPr/>
          <p:nvPr/>
        </p:nvSpPr>
        <p:spPr>
          <a:xfrm>
            <a:off x="633247" y="1152832"/>
            <a:ext cx="9829800" cy="1064907"/>
          </a:xfrm>
          <a:prstGeom prst="rect">
            <a:avLst/>
          </a:prstGeom>
        </p:spPr>
        <p:txBody>
          <a:bodyPr wrap="square">
            <a:spAutoFit/>
          </a:bodyPr>
          <a:lstStyle/>
          <a:p>
            <a:pPr marL="285750" indent="-285750">
              <a:buFont typeface="Arial" panose="020B0604020202020204" pitchFamily="34" charset="0"/>
              <a:buChar char="•"/>
            </a:pPr>
            <a:r>
              <a:rPr lang="en-US" altLang="ja-JP" sz="2000" dirty="0">
                <a:latin typeface="Arial" pitchFamily="34" charset="0"/>
                <a:ea typeface="Arial Unicode MS" pitchFamily="34" charset="-128"/>
                <a:cs typeface="Arial" pitchFamily="34" charset="0"/>
              </a:rPr>
              <a:t>To define a Detail Group:</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Create a </a:t>
            </a:r>
            <a:r>
              <a:rPr lang="en-US" altLang="ja-JP" b="1" dirty="0">
                <a:latin typeface="Arial" pitchFamily="34" charset="0"/>
                <a:ea typeface="Arial Unicode MS" pitchFamily="34" charset="-128"/>
                <a:cs typeface="Arial" pitchFamily="34" charset="0"/>
              </a:rPr>
              <a:t>new</a:t>
            </a:r>
            <a:r>
              <a:rPr lang="en-US" altLang="ja-JP" dirty="0">
                <a:latin typeface="Arial" pitchFamily="34" charset="0"/>
                <a:ea typeface="Arial Unicode MS" pitchFamily="34" charset="-128"/>
                <a:cs typeface="Arial" pitchFamily="34" charset="0"/>
              </a:rPr>
              <a:t> </a:t>
            </a:r>
            <a:r>
              <a:rPr lang="en-US" altLang="ja-JP" b="1" dirty="0">
                <a:latin typeface="Arial" pitchFamily="34" charset="0"/>
                <a:ea typeface="Arial Unicode MS" pitchFamily="34" charset="-128"/>
                <a:cs typeface="Arial" pitchFamily="34" charset="0"/>
              </a:rPr>
              <a:t>product</a:t>
            </a:r>
            <a:r>
              <a:rPr lang="en-US" altLang="ja-JP" dirty="0">
                <a:latin typeface="Arial" pitchFamily="34" charset="0"/>
                <a:ea typeface="Arial Unicode MS" pitchFamily="34" charset="-128"/>
                <a:cs typeface="Arial" pitchFamily="34" charset="0"/>
              </a:rPr>
              <a:t> in the </a:t>
            </a:r>
            <a:r>
              <a:rPr lang="en-US" altLang="ja-JP" b="1" dirty="0">
                <a:latin typeface="Arial" pitchFamily="34" charset="0"/>
                <a:ea typeface="Arial Unicode MS" pitchFamily="34" charset="-128"/>
                <a:cs typeface="Arial" pitchFamily="34" charset="0"/>
              </a:rPr>
              <a:t>Product Catalog</a:t>
            </a:r>
            <a:endParaRPr lang="en-US" altLang="ja-JP"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Select the </a:t>
            </a:r>
            <a:r>
              <a:rPr lang="en-US" altLang="ja-JP" b="1" dirty="0">
                <a:latin typeface="Arial" pitchFamily="34" charset="0"/>
                <a:ea typeface="Arial Unicode MS" pitchFamily="34" charset="-128"/>
                <a:cs typeface="Arial" pitchFamily="34" charset="0"/>
              </a:rPr>
              <a:t>Product Type </a:t>
            </a:r>
            <a:r>
              <a:rPr lang="en-US" altLang="ja-JP" dirty="0">
                <a:latin typeface="Arial" pitchFamily="34" charset="0"/>
                <a:ea typeface="Arial Unicode MS" pitchFamily="34" charset="-128"/>
                <a:cs typeface="Arial" pitchFamily="34" charset="0"/>
              </a:rPr>
              <a:t>= “Detail Group”</a:t>
            </a:r>
          </a:p>
        </p:txBody>
      </p:sp>
      <p:pic>
        <p:nvPicPr>
          <p:cNvPr id="3" name="Picture 2">
            <a:extLst>
              <a:ext uri="{FF2B5EF4-FFF2-40B4-BE49-F238E27FC236}">
                <a16:creationId xmlns:a16="http://schemas.microsoft.com/office/drawing/2014/main" id="{79766AAB-7054-898E-7330-6D492EC1C5A0}"/>
              </a:ext>
            </a:extLst>
          </p:cNvPr>
          <p:cNvPicPr>
            <a:picLocks noChangeAspect="1"/>
          </p:cNvPicPr>
          <p:nvPr/>
        </p:nvPicPr>
        <p:blipFill>
          <a:blip r:embed="rId3"/>
          <a:stretch>
            <a:fillRect/>
          </a:stretch>
        </p:blipFill>
        <p:spPr>
          <a:xfrm>
            <a:off x="2240595" y="2217739"/>
            <a:ext cx="7848600" cy="4259261"/>
          </a:xfrm>
          <a:prstGeom prst="rect">
            <a:avLst/>
          </a:prstGeom>
        </p:spPr>
      </p:pic>
    </p:spTree>
    <p:extLst>
      <p:ext uri="{BB962C8B-B14F-4D97-AF65-F5344CB8AC3E}">
        <p14:creationId xmlns:p14="http://schemas.microsoft.com/office/powerpoint/2010/main" val="754240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4"/>
          <p:cNvSpPr>
            <a:spLocks noGrp="1"/>
          </p:cNvSpPr>
          <p:nvPr>
            <p:ph type="ftr" sz="quarter" idx="11"/>
          </p:nvPr>
        </p:nvSpPr>
        <p:spPr/>
        <p:txBody>
          <a:bodyPr/>
          <a:lstStyle/>
          <a:p>
            <a:r>
              <a:rPr lang="en-US" dirty="0"/>
              <a:t>© Cognizant 2023</a:t>
            </a:r>
          </a:p>
        </p:txBody>
      </p:sp>
      <p:sp>
        <p:nvSpPr>
          <p:cNvPr id="10" name="Slide Number Placeholder 3"/>
          <p:cNvSpPr>
            <a:spLocks noGrp="1"/>
          </p:cNvSpPr>
          <p:nvPr>
            <p:ph type="sldNum" sz="quarter" idx="12"/>
          </p:nvPr>
        </p:nvSpPr>
        <p:spPr/>
        <p:txBody>
          <a:bodyPr/>
          <a:lstStyle/>
          <a:p>
            <a:r>
              <a:rPr lang="en-US" dirty="0"/>
              <a:t>31</a:t>
            </a:r>
          </a:p>
        </p:txBody>
      </p:sp>
      <p:sp>
        <p:nvSpPr>
          <p:cNvPr id="6" name="Title 5"/>
          <p:cNvSpPr>
            <a:spLocks noGrp="1"/>
          </p:cNvSpPr>
          <p:nvPr>
            <p:ph type="title" idx="4294967295"/>
          </p:nvPr>
        </p:nvSpPr>
        <p:spPr>
          <a:xfrm>
            <a:off x="1905000" y="229235"/>
            <a:ext cx="9144000" cy="479425"/>
          </a:xfrm>
        </p:spPr>
        <p:txBody>
          <a:bodyPr vert="horz" lIns="91440" tIns="45720" rIns="91440" bIns="45720" rtlCol="0" anchor="ctr">
            <a:noAutofit/>
          </a:bodyPr>
          <a:lstStyle/>
          <a:p>
            <a:r>
              <a:rPr lang="en-US" altLang="ja-JP" sz="2400" dirty="0">
                <a:solidFill>
                  <a:schemeClr val="tx1"/>
                </a:solidFill>
              </a:rPr>
              <a:t>Detail Groups - Assign</a:t>
            </a:r>
            <a:endParaRPr lang="ja-JP" altLang="en-US" sz="2400" dirty="0">
              <a:solidFill>
                <a:schemeClr val="tx1"/>
              </a:solidFill>
            </a:endParaRPr>
          </a:p>
        </p:txBody>
      </p:sp>
      <p:sp>
        <p:nvSpPr>
          <p:cNvPr id="33" name="Rectangle 32"/>
          <p:cNvSpPr/>
          <p:nvPr/>
        </p:nvSpPr>
        <p:spPr>
          <a:xfrm>
            <a:off x="457199" y="1130004"/>
            <a:ext cx="9829800" cy="2006703"/>
          </a:xfrm>
          <a:prstGeom prst="rect">
            <a:avLst/>
          </a:prstGeom>
        </p:spPr>
        <p:txBody>
          <a:bodyPr wrap="square">
            <a:spAutoFit/>
          </a:bodyPr>
          <a:lstStyle/>
          <a:p>
            <a:pPr marL="285750" indent="-285750">
              <a:buFont typeface="Arial" panose="020B0604020202020204" pitchFamily="34" charset="0"/>
              <a:buChar char="•"/>
            </a:pPr>
            <a:r>
              <a:rPr lang="en-US" altLang="ja-JP" sz="2000" dirty="0">
                <a:latin typeface="Arial" panose="020B0604020202020204" pitchFamily="34" charset="0"/>
                <a:cs typeface="Arial" panose="020B0604020202020204" pitchFamily="34" charset="0"/>
              </a:rPr>
              <a:t>To assign products and topics to a Detail Group:</a:t>
            </a:r>
          </a:p>
          <a:p>
            <a:pPr marL="285750" indent="-285750">
              <a:buFont typeface="Wingdings" panose="05000000000000000000" pitchFamily="2" charset="2"/>
              <a:buChar char="l"/>
            </a:pPr>
            <a:endParaRPr lang="en-US" altLang="ja-JP" dirty="0">
              <a:latin typeface="Arial" panose="020B0604020202020204" pitchFamily="34" charset="0"/>
              <a:cs typeface="Arial" panose="020B0604020202020204" pitchFamily="34" charset="0"/>
            </a:endParaRP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Select the </a:t>
            </a:r>
            <a:r>
              <a:rPr lang="en-US" altLang="ja-JP" b="1" dirty="0">
                <a:latin typeface="Arial" pitchFamily="34" charset="0"/>
                <a:ea typeface="Arial Unicode MS" pitchFamily="34" charset="-128"/>
                <a:cs typeface="Arial" pitchFamily="34" charset="0"/>
              </a:rPr>
              <a:t>Detail Group </a:t>
            </a:r>
            <a:r>
              <a:rPr lang="en-US" altLang="ja-JP" dirty="0">
                <a:latin typeface="Arial" pitchFamily="34" charset="0"/>
                <a:ea typeface="Arial Unicode MS" pitchFamily="34" charset="-128"/>
                <a:cs typeface="Arial" pitchFamily="34" charset="0"/>
              </a:rPr>
              <a:t>in the Product Catalog</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Add a </a:t>
            </a:r>
            <a:r>
              <a:rPr lang="en-US" altLang="ja-JP" b="1" dirty="0">
                <a:latin typeface="Arial" pitchFamily="34" charset="0"/>
                <a:ea typeface="Arial Unicode MS" pitchFamily="34" charset="-128"/>
                <a:cs typeface="Arial" pitchFamily="34" charset="0"/>
              </a:rPr>
              <a:t>New Product Group </a:t>
            </a:r>
            <a:r>
              <a:rPr lang="en-US" altLang="ja-JP" dirty="0">
                <a:latin typeface="Arial" pitchFamily="34" charset="0"/>
                <a:ea typeface="Arial Unicode MS" pitchFamily="34" charset="-128"/>
                <a:cs typeface="Arial" pitchFamily="34" charset="0"/>
              </a:rPr>
              <a:t>in the Product Groups (Product Catalog) related list</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Enter the Product Group Name</a:t>
            </a:r>
          </a:p>
          <a:p>
            <a:pPr marL="742950" lvl="1" indent="-285750">
              <a:spcBef>
                <a:spcPct val="20000"/>
              </a:spcBef>
              <a:buFont typeface="Arial" pitchFamily="34" charset="0"/>
              <a:buChar char="–"/>
              <a:tabLst>
                <a:tab pos="280988" algn="l"/>
              </a:tabLst>
              <a:defRPr/>
            </a:pPr>
            <a:r>
              <a:rPr lang="en-US" altLang="ja-JP" dirty="0">
                <a:latin typeface="Arial" pitchFamily="34" charset="0"/>
                <a:ea typeface="Arial Unicode MS" pitchFamily="34" charset="-128"/>
                <a:cs typeface="Arial" pitchFamily="34" charset="0"/>
              </a:rPr>
              <a:t>Use the lookup in the </a:t>
            </a:r>
            <a:r>
              <a:rPr lang="en-US" altLang="ja-JP" b="1" dirty="0">
                <a:latin typeface="Arial" pitchFamily="34" charset="0"/>
                <a:ea typeface="Arial Unicode MS" pitchFamily="34" charset="-128"/>
                <a:cs typeface="Arial" pitchFamily="34" charset="0"/>
              </a:rPr>
              <a:t>Product field </a:t>
            </a:r>
            <a:r>
              <a:rPr lang="en-US" altLang="ja-JP" dirty="0">
                <a:latin typeface="Arial" pitchFamily="34" charset="0"/>
                <a:ea typeface="Arial Unicode MS" pitchFamily="34" charset="-128"/>
                <a:cs typeface="Arial" pitchFamily="34" charset="0"/>
              </a:rPr>
              <a:t>and select a product of type </a:t>
            </a:r>
            <a:r>
              <a:rPr lang="en-US" altLang="ja-JP" b="1" dirty="0">
                <a:latin typeface="Arial" pitchFamily="34" charset="0"/>
                <a:ea typeface="Arial Unicode MS" pitchFamily="34" charset="-128"/>
                <a:cs typeface="Arial" pitchFamily="34" charset="0"/>
              </a:rPr>
              <a:t>Detail Topic or Detail</a:t>
            </a:r>
            <a:endParaRPr lang="en-US" altLang="ja-JP" sz="16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26B7BF73-FBC0-57E2-29A9-D10FCBBE305B}"/>
              </a:ext>
            </a:extLst>
          </p:cNvPr>
          <p:cNvPicPr>
            <a:picLocks noChangeAspect="1"/>
          </p:cNvPicPr>
          <p:nvPr/>
        </p:nvPicPr>
        <p:blipFill>
          <a:blip r:embed="rId3"/>
          <a:stretch>
            <a:fillRect/>
          </a:stretch>
        </p:blipFill>
        <p:spPr>
          <a:xfrm>
            <a:off x="2133599" y="3136707"/>
            <a:ext cx="8153400" cy="3264093"/>
          </a:xfrm>
          <a:prstGeom prst="rect">
            <a:avLst/>
          </a:prstGeom>
        </p:spPr>
      </p:pic>
    </p:spTree>
    <p:extLst>
      <p:ext uri="{BB962C8B-B14F-4D97-AF65-F5344CB8AC3E}">
        <p14:creationId xmlns:p14="http://schemas.microsoft.com/office/powerpoint/2010/main" val="9836077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7" name="Slide Number Placeholder 3"/>
          <p:cNvSpPr>
            <a:spLocks noGrp="1"/>
          </p:cNvSpPr>
          <p:nvPr>
            <p:ph type="sldNum" sz="quarter" idx="12"/>
          </p:nvPr>
        </p:nvSpPr>
        <p:spPr/>
        <p:txBody>
          <a:bodyPr/>
          <a:lstStyle/>
          <a:p>
            <a:r>
              <a:rPr lang="en-US" dirty="0"/>
              <a:t>32</a:t>
            </a:r>
          </a:p>
        </p:txBody>
      </p:sp>
      <p:sp>
        <p:nvSpPr>
          <p:cNvPr id="6" name="Title 5"/>
          <p:cNvSpPr>
            <a:spLocks noGrp="1"/>
          </p:cNvSpPr>
          <p:nvPr>
            <p:ph type="title" idx="4294967295"/>
          </p:nvPr>
        </p:nvSpPr>
        <p:spPr>
          <a:xfrm>
            <a:off x="2218824" y="218349"/>
            <a:ext cx="9144000" cy="479425"/>
          </a:xfrm>
        </p:spPr>
        <p:txBody>
          <a:bodyPr vert="horz" lIns="91440" tIns="45720" rIns="91440" bIns="45720" rtlCol="0" anchor="ctr">
            <a:noAutofit/>
          </a:bodyPr>
          <a:lstStyle/>
          <a:p>
            <a:r>
              <a:rPr lang="en-US" altLang="ja-JP" sz="2400" dirty="0">
                <a:solidFill>
                  <a:schemeClr val="tx1"/>
                </a:solidFill>
              </a:rPr>
              <a:t>Detail Groups- Display</a:t>
            </a:r>
            <a:endParaRPr lang="ja-JP" altLang="en-US" sz="2400" dirty="0">
              <a:solidFill>
                <a:schemeClr val="tx1"/>
              </a:solidFill>
            </a:endParaRPr>
          </a:p>
        </p:txBody>
      </p:sp>
      <p:sp>
        <p:nvSpPr>
          <p:cNvPr id="33" name="Rectangle 32"/>
          <p:cNvSpPr/>
          <p:nvPr/>
        </p:nvSpPr>
        <p:spPr>
          <a:xfrm>
            <a:off x="489856" y="1158423"/>
            <a:ext cx="9525000" cy="1200329"/>
          </a:xfrm>
          <a:prstGeom prst="rect">
            <a:avLst/>
          </a:prstGeom>
        </p:spPr>
        <p:txBody>
          <a:bodyPr wrap="square">
            <a:spAutoFit/>
          </a:bodyPr>
          <a:lstStyle/>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To display products and topics assigned to a Detail Group, go to My Setup and select the Detail Group checkbox</a:t>
            </a:r>
          </a:p>
          <a:p>
            <a:pPr marL="285750" indent="-285750">
              <a:buFont typeface="Arial" panose="020B0604020202020204" pitchFamily="34" charset="0"/>
              <a:buChar char="•"/>
            </a:pPr>
            <a:endParaRPr lang="en-US" altLang="ja-JP"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Otherwise, product and topics tied to a Detail Group will not display in My Setup page</a:t>
            </a:r>
          </a:p>
        </p:txBody>
      </p:sp>
      <p:pic>
        <p:nvPicPr>
          <p:cNvPr id="2" name="Picture 1"/>
          <p:cNvPicPr>
            <a:picLocks noChangeAspect="1"/>
          </p:cNvPicPr>
          <p:nvPr/>
        </p:nvPicPr>
        <p:blipFill>
          <a:blip r:embed="rId3"/>
          <a:stretch>
            <a:fillRect/>
          </a:stretch>
        </p:blipFill>
        <p:spPr>
          <a:xfrm>
            <a:off x="2133600" y="2681741"/>
            <a:ext cx="6677025" cy="3171825"/>
          </a:xfrm>
          <a:prstGeom prst="rect">
            <a:avLst/>
          </a:prstGeom>
        </p:spPr>
      </p:pic>
    </p:spTree>
    <p:extLst>
      <p:ext uri="{BB962C8B-B14F-4D97-AF65-F5344CB8AC3E}">
        <p14:creationId xmlns:p14="http://schemas.microsoft.com/office/powerpoint/2010/main" val="609073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7" name="Slide Number Placeholder 3"/>
          <p:cNvSpPr>
            <a:spLocks noGrp="1"/>
          </p:cNvSpPr>
          <p:nvPr>
            <p:ph type="sldNum" sz="quarter" idx="12"/>
          </p:nvPr>
        </p:nvSpPr>
        <p:spPr/>
        <p:txBody>
          <a:bodyPr/>
          <a:lstStyle/>
          <a:p>
            <a:r>
              <a:rPr lang="en-US" dirty="0"/>
              <a:t>33</a:t>
            </a:r>
          </a:p>
        </p:txBody>
      </p:sp>
      <p:sp>
        <p:nvSpPr>
          <p:cNvPr id="6" name="Title 5"/>
          <p:cNvSpPr>
            <a:spLocks noGrp="1"/>
          </p:cNvSpPr>
          <p:nvPr>
            <p:ph type="title" idx="4294967295"/>
          </p:nvPr>
        </p:nvSpPr>
        <p:spPr>
          <a:xfrm>
            <a:off x="1524000" y="229235"/>
            <a:ext cx="9144000" cy="479425"/>
          </a:xfrm>
        </p:spPr>
        <p:txBody>
          <a:bodyPr vert="horz" lIns="91440" tIns="45720" rIns="91440" bIns="45720" rtlCol="0" anchor="ctr">
            <a:noAutofit/>
          </a:bodyPr>
          <a:lstStyle/>
          <a:p>
            <a:r>
              <a:rPr lang="en-US" altLang="ja-JP" sz="2400" dirty="0">
                <a:solidFill>
                  <a:schemeClr val="tx1"/>
                </a:solidFill>
              </a:rPr>
              <a:t>Product Alignment by Territory and Account</a:t>
            </a:r>
            <a:endParaRPr lang="ja-JP" altLang="en-US" sz="2400" dirty="0">
              <a:solidFill>
                <a:schemeClr val="tx1"/>
              </a:solidFill>
            </a:endParaRPr>
          </a:p>
        </p:txBody>
      </p:sp>
      <p:sp>
        <p:nvSpPr>
          <p:cNvPr id="33" name="Rectangle 32"/>
          <p:cNvSpPr/>
          <p:nvPr/>
        </p:nvSpPr>
        <p:spPr>
          <a:xfrm>
            <a:off x="304800" y="911263"/>
            <a:ext cx="10210799" cy="3108543"/>
          </a:xfrm>
          <a:prstGeom prst="rect">
            <a:avLst/>
          </a:prstGeom>
        </p:spPr>
        <p:txBody>
          <a:bodyPr wrap="square">
            <a:spAutoFit/>
          </a:bodyPr>
          <a:lstStyle/>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Allows control of which products can be detailed by reps (territories) for specific accounts</a:t>
            </a:r>
            <a:endParaRPr lang="en-US" altLang="ja-JP" sz="1600" dirty="0">
              <a:latin typeface="Arial" pitchFamily="34" charset="0"/>
              <a:ea typeface="Arial Unicode MS" pitchFamily="34" charset="-128"/>
              <a:cs typeface="Arial" pitchFamily="34" charset="0"/>
            </a:endParaRPr>
          </a:p>
          <a:p>
            <a:pPr marL="742950" lvl="2" indent="-285750">
              <a:buFont typeface="Arial" panose="020B0604020202020204" pitchFamily="34" charset="0"/>
              <a:buChar char="−"/>
            </a:pPr>
            <a:r>
              <a:rPr lang="en-US" altLang="ja-JP" b="1" dirty="0">
                <a:latin typeface="Arial" pitchFamily="34" charset="0"/>
                <a:ea typeface="Arial Unicode MS" pitchFamily="34" charset="-128"/>
                <a:cs typeface="Arial" pitchFamily="34" charset="0"/>
              </a:rPr>
              <a:t>Example</a:t>
            </a:r>
            <a:r>
              <a:rPr lang="en-US" altLang="ja-JP" dirty="0">
                <a:latin typeface="Arial" pitchFamily="34" charset="0"/>
                <a:ea typeface="Arial Unicode MS" pitchFamily="34" charset="-128"/>
                <a:cs typeface="Arial" pitchFamily="34" charset="0"/>
              </a:rPr>
              <a:t>: When a sales rep is recording a call for a certain account, he can only detail certain products</a:t>
            </a:r>
          </a:p>
          <a:p>
            <a:pPr marL="742950" lvl="2" indent="-285750">
              <a:buFont typeface="Arial" panose="020B0604020202020204" pitchFamily="34" charset="0"/>
              <a:buChar char="−"/>
            </a:pPr>
            <a:endParaRPr lang="en-US" altLang="ja-JP" sz="1600"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Typically managed via data loader, not UI</a:t>
            </a:r>
          </a:p>
          <a:p>
            <a:pPr marL="285750" indent="-285750">
              <a:buFont typeface="Arial" panose="020B0604020202020204" pitchFamily="34" charset="0"/>
              <a:buChar char="•"/>
            </a:pPr>
            <a:endParaRPr lang="en-US" altLang="ja-JP"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Supported Online, Tablet, iPad</a:t>
            </a:r>
          </a:p>
          <a:p>
            <a:pPr marL="285750" indent="-285750">
              <a:buFont typeface="Arial" panose="020B0604020202020204" pitchFamily="34" charset="0"/>
              <a:buChar char="•"/>
            </a:pPr>
            <a:endParaRPr lang="en-US" altLang="ja-JP"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In the Territory Field object, add the Allowed Product field to the TSF Layout page layout</a:t>
            </a:r>
          </a:p>
          <a:p>
            <a:pPr marL="285750" indent="-285750">
              <a:buFont typeface="Arial" panose="020B0604020202020204" pitchFamily="34" charset="0"/>
              <a:buChar char="•"/>
            </a:pPr>
            <a:endParaRPr lang="en-US" altLang="ja-JP"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Populate the Allowed Product field with double semi-colon (;;) delimited list of Product Names</a:t>
            </a:r>
          </a:p>
        </p:txBody>
      </p:sp>
      <p:pic>
        <p:nvPicPr>
          <p:cNvPr id="3" name="Picture 2">
            <a:extLst>
              <a:ext uri="{FF2B5EF4-FFF2-40B4-BE49-F238E27FC236}">
                <a16:creationId xmlns:a16="http://schemas.microsoft.com/office/drawing/2014/main" id="{3B5BE364-F5DD-C384-95A4-C30FCC793512}"/>
              </a:ext>
            </a:extLst>
          </p:cNvPr>
          <p:cNvPicPr>
            <a:picLocks noChangeAspect="1"/>
          </p:cNvPicPr>
          <p:nvPr/>
        </p:nvPicPr>
        <p:blipFill>
          <a:blip r:embed="rId3"/>
          <a:stretch>
            <a:fillRect/>
          </a:stretch>
        </p:blipFill>
        <p:spPr>
          <a:xfrm>
            <a:off x="3429000" y="4030692"/>
            <a:ext cx="5124713" cy="2359224"/>
          </a:xfrm>
          <a:prstGeom prst="rect">
            <a:avLst/>
          </a:prstGeom>
        </p:spPr>
      </p:pic>
    </p:spTree>
    <p:extLst>
      <p:ext uri="{BB962C8B-B14F-4D97-AF65-F5344CB8AC3E}">
        <p14:creationId xmlns:p14="http://schemas.microsoft.com/office/powerpoint/2010/main" val="376835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34</a:t>
            </a:fld>
            <a:endParaRPr lang="en-US" dirty="0"/>
          </a:p>
        </p:txBody>
      </p:sp>
      <p:sp>
        <p:nvSpPr>
          <p:cNvPr id="3" name="Title 2"/>
          <p:cNvSpPr>
            <a:spLocks noGrp="1"/>
          </p:cNvSpPr>
          <p:nvPr>
            <p:ph type="title" idx="4294967295"/>
          </p:nvPr>
        </p:nvSpPr>
        <p:spPr>
          <a:xfrm>
            <a:off x="1981200" y="229235"/>
            <a:ext cx="9144000" cy="479425"/>
          </a:xfrm>
        </p:spPr>
        <p:txBody>
          <a:bodyPr vert="horz" lIns="91440" tIns="45720" rIns="91440" bIns="45720" rtlCol="0" anchor="ctr">
            <a:noAutofit/>
          </a:bodyPr>
          <a:lstStyle/>
          <a:p>
            <a:r>
              <a:rPr lang="en-US" sz="2400" dirty="0">
                <a:solidFill>
                  <a:schemeClr val="tx1"/>
                </a:solidFill>
              </a:rPr>
              <a:t>Best Practices (if applicable)</a:t>
            </a:r>
          </a:p>
        </p:txBody>
      </p:sp>
      <p:sp>
        <p:nvSpPr>
          <p:cNvPr id="2" name="Content Placeholder 1"/>
          <p:cNvSpPr>
            <a:spLocks noGrp="1"/>
          </p:cNvSpPr>
          <p:nvPr>
            <p:ph idx="4294967295"/>
          </p:nvPr>
        </p:nvSpPr>
        <p:spPr>
          <a:xfrm>
            <a:off x="304800" y="1790700"/>
            <a:ext cx="10556875" cy="3276600"/>
          </a:xfrm>
        </p:spPr>
        <p:txBody>
          <a:bodyPr/>
          <a:lstStyle/>
          <a:p>
            <a:pPr>
              <a:defRPr/>
            </a:pPr>
            <a:r>
              <a:rPr lang="en-US" dirty="0">
                <a:solidFill>
                  <a:schemeClr val="tx1"/>
                </a:solidFill>
              </a:rPr>
              <a:t>Although Product External ID isn’t a mandatory field, it is better to populate this field (especially for Detail products) to maintain data integrity between external system and seamless integration with CLM, Key messages and Approved emails</a:t>
            </a:r>
          </a:p>
          <a:p>
            <a:pPr>
              <a:defRPr/>
            </a:pPr>
            <a:endParaRPr lang="en-US" dirty="0">
              <a:solidFill>
                <a:schemeClr val="tx1"/>
              </a:solidFill>
            </a:endParaRPr>
          </a:p>
          <a:p>
            <a:pPr>
              <a:defRPr/>
            </a:pPr>
            <a:r>
              <a:rPr lang="en-US" dirty="0">
                <a:solidFill>
                  <a:schemeClr val="tx1"/>
                </a:solidFill>
              </a:rPr>
              <a:t>For Detail type products, it is recommended to populate the Parent Product field where Product is of Market type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35</a:t>
            </a:r>
          </a:p>
        </p:txBody>
      </p:sp>
      <p:sp>
        <p:nvSpPr>
          <p:cNvPr id="2" name="Title 1"/>
          <p:cNvSpPr>
            <a:spLocks noGrp="1"/>
          </p:cNvSpPr>
          <p:nvPr>
            <p:ph type="ctrTitle"/>
          </p:nvPr>
        </p:nvSpPr>
        <p:spPr>
          <a:xfrm>
            <a:off x="924076" y="202888"/>
            <a:ext cx="9381744" cy="1107996"/>
          </a:xfrm>
        </p:spPr>
        <p:txBody>
          <a:bodyPr vert="horz" lIns="91440" tIns="45720" rIns="91440" bIns="45720" rtlCol="0" anchor="ctr">
            <a:noAutofit/>
          </a:bodyPr>
          <a:lstStyle/>
          <a:p>
            <a:r>
              <a:rPr lang="en-US" sz="3200" dirty="0"/>
              <a:t>Check Your Understanding ... 1</a:t>
            </a:r>
          </a:p>
        </p:txBody>
      </p:sp>
      <p:graphicFrame>
        <p:nvGraphicFramePr>
          <p:cNvPr id="23" name="Diagram 22"/>
          <p:cNvGraphicFramePr/>
          <p:nvPr>
            <p:extLst>
              <p:ext uri="{D42A27DB-BD31-4B8C-83A1-F6EECF244321}">
                <p14:modId xmlns:p14="http://schemas.microsoft.com/office/powerpoint/2010/main" val="524904660"/>
              </p:ext>
            </p:extLst>
          </p:nvPr>
        </p:nvGraphicFramePr>
        <p:xfrm>
          <a:off x="809298" y="1092043"/>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776640"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3486681092"/>
              </p:ext>
            </p:extLst>
          </p:nvPr>
        </p:nvGraphicFramePr>
        <p:xfrm>
          <a:off x="809297" y="4158344"/>
          <a:ext cx="8333885" cy="8381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0141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36</a:t>
            </a:r>
          </a:p>
        </p:txBody>
      </p:sp>
      <p:sp>
        <p:nvSpPr>
          <p:cNvPr id="2" name="Title 1"/>
          <p:cNvSpPr>
            <a:spLocks noGrp="1"/>
          </p:cNvSpPr>
          <p:nvPr>
            <p:ph type="ctrTitle"/>
          </p:nvPr>
        </p:nvSpPr>
        <p:spPr>
          <a:xfrm>
            <a:off x="841955" y="195245"/>
            <a:ext cx="9381744" cy="1107996"/>
          </a:xfrm>
        </p:spPr>
        <p:txBody>
          <a:bodyPr vert="horz" lIns="91440" tIns="45720" rIns="91440" bIns="45720" rtlCol="0" anchor="ctr">
            <a:noAutofit/>
          </a:bodyPr>
          <a:lstStyle/>
          <a:p>
            <a:r>
              <a:rPr lang="en-US" sz="3200" dirty="0"/>
              <a:t>Check Your Understanding ... 2</a:t>
            </a:r>
          </a:p>
        </p:txBody>
      </p:sp>
      <p:graphicFrame>
        <p:nvGraphicFramePr>
          <p:cNvPr id="23" name="Diagram 22"/>
          <p:cNvGraphicFramePr/>
          <p:nvPr>
            <p:extLst>
              <p:ext uri="{D42A27DB-BD31-4B8C-83A1-F6EECF244321}">
                <p14:modId xmlns:p14="http://schemas.microsoft.com/office/powerpoint/2010/main" val="1304895201"/>
              </p:ext>
            </p:extLst>
          </p:nvPr>
        </p:nvGraphicFramePr>
        <p:xfrm>
          <a:off x="809298" y="1349829"/>
          <a:ext cx="8333885" cy="2819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41955"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1632178277"/>
              </p:ext>
            </p:extLst>
          </p:nvPr>
        </p:nvGraphicFramePr>
        <p:xfrm>
          <a:off x="841955" y="4302206"/>
          <a:ext cx="8333885" cy="8381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2940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37</a:t>
            </a:r>
          </a:p>
        </p:txBody>
      </p:sp>
      <p:sp>
        <p:nvSpPr>
          <p:cNvPr id="2" name="Title 1"/>
          <p:cNvSpPr>
            <a:spLocks noGrp="1"/>
          </p:cNvSpPr>
          <p:nvPr>
            <p:ph type="ctrTitle"/>
          </p:nvPr>
        </p:nvSpPr>
        <p:spPr>
          <a:xfrm>
            <a:off x="758625" y="141519"/>
            <a:ext cx="9381744" cy="1107996"/>
          </a:xfrm>
        </p:spPr>
        <p:txBody>
          <a:bodyPr vert="horz" lIns="91440" tIns="45720" rIns="91440" bIns="45720" rtlCol="0" anchor="ctr">
            <a:noAutofit/>
          </a:bodyPr>
          <a:lstStyle/>
          <a:p>
            <a:r>
              <a:rPr lang="en-US" sz="3200" dirty="0"/>
              <a:t>Check Your Understanding ... 3</a:t>
            </a:r>
          </a:p>
        </p:txBody>
      </p:sp>
      <p:graphicFrame>
        <p:nvGraphicFramePr>
          <p:cNvPr id="23" name="Diagram 22"/>
          <p:cNvGraphicFramePr/>
          <p:nvPr>
            <p:extLst>
              <p:ext uri="{D42A27DB-BD31-4B8C-83A1-F6EECF244321}">
                <p14:modId xmlns:p14="http://schemas.microsoft.com/office/powerpoint/2010/main" val="298068093"/>
              </p:ext>
            </p:extLst>
          </p:nvPr>
        </p:nvGraphicFramePr>
        <p:xfrm>
          <a:off x="469520" y="1110342"/>
          <a:ext cx="11252957" cy="3962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09298" y="6466112"/>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4074871332"/>
              </p:ext>
            </p:extLst>
          </p:nvPr>
        </p:nvGraphicFramePr>
        <p:xfrm>
          <a:off x="468087" y="5279921"/>
          <a:ext cx="10820399" cy="8381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58516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38</a:t>
            </a:r>
          </a:p>
        </p:txBody>
      </p:sp>
      <p:sp>
        <p:nvSpPr>
          <p:cNvPr id="2" name="Title 1"/>
          <p:cNvSpPr>
            <a:spLocks noGrp="1"/>
          </p:cNvSpPr>
          <p:nvPr>
            <p:ph type="ctrTitle"/>
          </p:nvPr>
        </p:nvSpPr>
        <p:spPr>
          <a:xfrm>
            <a:off x="798412" y="159491"/>
            <a:ext cx="9381744" cy="1107996"/>
          </a:xfrm>
        </p:spPr>
        <p:txBody>
          <a:bodyPr vert="horz" lIns="91440" tIns="45720" rIns="91440" bIns="45720" rtlCol="0" anchor="ctr">
            <a:noAutofit/>
          </a:bodyPr>
          <a:lstStyle/>
          <a:p>
            <a:r>
              <a:rPr lang="en-US" sz="3200" dirty="0"/>
              <a:t>Check Your Understanding ... 4</a:t>
            </a:r>
          </a:p>
        </p:txBody>
      </p:sp>
      <p:graphicFrame>
        <p:nvGraphicFramePr>
          <p:cNvPr id="23" name="Diagram 22"/>
          <p:cNvGraphicFramePr/>
          <p:nvPr>
            <p:extLst>
              <p:ext uri="{D42A27DB-BD31-4B8C-83A1-F6EECF244321}">
                <p14:modId xmlns:p14="http://schemas.microsoft.com/office/powerpoint/2010/main" val="1615095547"/>
              </p:ext>
            </p:extLst>
          </p:nvPr>
        </p:nvGraphicFramePr>
        <p:xfrm>
          <a:off x="633249" y="1371600"/>
          <a:ext cx="8333885" cy="2819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09298" y="646990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861571545"/>
              </p:ext>
            </p:extLst>
          </p:nvPr>
        </p:nvGraphicFramePr>
        <p:xfrm>
          <a:off x="633249" y="4306000"/>
          <a:ext cx="8333885" cy="8381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2904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dirty="0"/>
              <a:t>39</a:t>
            </a:r>
            <a:endParaRPr lang="en-US" sz="1200" dirty="0">
              <a:solidFill>
                <a:schemeClr val="bg1"/>
              </a:solidFill>
            </a:endParaRPr>
          </a:p>
        </p:txBody>
      </p:sp>
      <p:sp>
        <p:nvSpPr>
          <p:cNvPr id="2" name="Title 1"/>
          <p:cNvSpPr>
            <a:spLocks noGrp="1"/>
          </p:cNvSpPr>
          <p:nvPr>
            <p:ph type="ctrTitle"/>
          </p:nvPr>
        </p:nvSpPr>
        <p:spPr>
          <a:xfrm>
            <a:off x="841955" y="157845"/>
            <a:ext cx="9381744" cy="1107996"/>
          </a:xfrm>
        </p:spPr>
        <p:txBody>
          <a:bodyPr vert="horz" lIns="91440" tIns="45720" rIns="91440" bIns="45720" rtlCol="0" anchor="ctr">
            <a:noAutofit/>
          </a:bodyPr>
          <a:lstStyle/>
          <a:p>
            <a:r>
              <a:rPr lang="en-US" sz="3200" dirty="0"/>
              <a:t>Check Your Understanding ... 5</a:t>
            </a:r>
          </a:p>
        </p:txBody>
      </p:sp>
      <p:graphicFrame>
        <p:nvGraphicFramePr>
          <p:cNvPr id="23" name="Diagram 22"/>
          <p:cNvGraphicFramePr/>
          <p:nvPr>
            <p:extLst>
              <p:ext uri="{D42A27DB-BD31-4B8C-83A1-F6EECF244321}">
                <p14:modId xmlns:p14="http://schemas.microsoft.com/office/powerpoint/2010/main" val="3035424282"/>
              </p:ext>
            </p:extLst>
          </p:nvPr>
        </p:nvGraphicFramePr>
        <p:xfrm>
          <a:off x="809298" y="1314826"/>
          <a:ext cx="8333885" cy="2819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09298" y="651509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3745917417"/>
              </p:ext>
            </p:extLst>
          </p:nvPr>
        </p:nvGraphicFramePr>
        <p:xfrm>
          <a:off x="809298" y="4505514"/>
          <a:ext cx="8333885" cy="8381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11237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40</a:t>
            </a:fld>
            <a:endParaRPr lang="en-US" dirty="0"/>
          </a:p>
        </p:txBody>
      </p:sp>
      <p:sp>
        <p:nvSpPr>
          <p:cNvPr id="3" name="Title 2"/>
          <p:cNvSpPr>
            <a:spLocks noGrp="1"/>
          </p:cNvSpPr>
          <p:nvPr>
            <p:ph type="title" idx="4294967295"/>
          </p:nvPr>
        </p:nvSpPr>
        <p:spPr>
          <a:xfrm>
            <a:off x="1905000" y="355473"/>
            <a:ext cx="9144000" cy="479425"/>
          </a:xfrm>
        </p:spPr>
        <p:txBody>
          <a:bodyPr vert="horz" lIns="91440" tIns="45720" rIns="91440" bIns="45720" rtlCol="0" anchor="ctr">
            <a:noAutofit/>
          </a:bodyPr>
          <a:lstStyle/>
          <a:p>
            <a:r>
              <a:rPr lang="en-US" dirty="0"/>
              <a:t>Summary</a:t>
            </a:r>
          </a:p>
        </p:txBody>
      </p:sp>
      <p:sp>
        <p:nvSpPr>
          <p:cNvPr id="2" name="Content Placeholder 1"/>
          <p:cNvSpPr>
            <a:spLocks noGrp="1"/>
          </p:cNvSpPr>
          <p:nvPr>
            <p:ph idx="4294967295"/>
          </p:nvPr>
        </p:nvSpPr>
        <p:spPr>
          <a:xfrm>
            <a:off x="809296" y="1371600"/>
            <a:ext cx="5553075" cy="4983163"/>
          </a:xfrm>
        </p:spPr>
        <p:txBody>
          <a:bodyPr/>
          <a:lstStyle/>
          <a:p>
            <a:r>
              <a:rPr lang="en-US" altLang="ja-JP" dirty="0">
                <a:solidFill>
                  <a:schemeClr val="tx1"/>
                </a:solidFill>
              </a:rPr>
              <a:t>In this module, you have learnt to:</a:t>
            </a:r>
          </a:p>
          <a:p>
            <a:pPr lvl="1"/>
            <a:endParaRPr lang="en-US" altLang="ja-JP" dirty="0">
              <a:solidFill>
                <a:schemeClr val="tx1"/>
              </a:solidFill>
            </a:endParaRPr>
          </a:p>
          <a:p>
            <a:pPr lvl="1"/>
            <a:r>
              <a:rPr lang="en-US" altLang="ja-JP" dirty="0">
                <a:solidFill>
                  <a:schemeClr val="tx1"/>
                </a:solidFill>
              </a:rPr>
              <a:t>Describe the Products Data Model</a:t>
            </a:r>
          </a:p>
          <a:p>
            <a:pPr lvl="1"/>
            <a:r>
              <a:rPr lang="en-US" altLang="ja-JP" dirty="0">
                <a:solidFill>
                  <a:schemeClr val="tx1"/>
                </a:solidFill>
              </a:rPr>
              <a:t>Create and Configure Products:</a:t>
            </a:r>
          </a:p>
          <a:p>
            <a:pPr lvl="2"/>
            <a:r>
              <a:rPr lang="en-US" altLang="ja-JP" sz="1800" dirty="0">
                <a:solidFill>
                  <a:schemeClr val="tx1"/>
                </a:solidFill>
              </a:rPr>
              <a:t>Product Catalog</a:t>
            </a:r>
          </a:p>
          <a:p>
            <a:pPr lvl="2"/>
            <a:r>
              <a:rPr lang="en-US" altLang="ja-JP" sz="1800" dirty="0">
                <a:solidFill>
                  <a:schemeClr val="tx1"/>
                </a:solidFill>
              </a:rPr>
              <a:t>My Setup</a:t>
            </a:r>
          </a:p>
          <a:p>
            <a:pPr lvl="2"/>
            <a:r>
              <a:rPr lang="en-US" altLang="ja-JP" sz="1800" dirty="0">
                <a:solidFill>
                  <a:schemeClr val="tx1"/>
                </a:solidFill>
              </a:rPr>
              <a:t>Detail Favorites</a:t>
            </a:r>
          </a:p>
          <a:p>
            <a:pPr lvl="2"/>
            <a:r>
              <a:rPr lang="en-US" altLang="ja-JP" sz="1800" dirty="0">
                <a:solidFill>
                  <a:schemeClr val="tx1"/>
                </a:solidFill>
              </a:rPr>
              <a:t>Detail Topics</a:t>
            </a:r>
          </a:p>
          <a:p>
            <a:pPr lvl="2"/>
            <a:r>
              <a:rPr lang="en-US" altLang="ja-JP" sz="1800" dirty="0">
                <a:solidFill>
                  <a:schemeClr val="tx1"/>
                </a:solidFill>
              </a:rPr>
              <a:t>Detail Groups</a:t>
            </a:r>
            <a:endParaRPr lang="en-US" sz="1800" dirty="0">
              <a:solidFill>
                <a:schemeClr val="tx1"/>
              </a:solidFill>
            </a:endParaRPr>
          </a:p>
        </p:txBody>
      </p:sp>
      <p:sp>
        <p:nvSpPr>
          <p:cNvPr id="6" name="Rectangle 5"/>
          <p:cNvSpPr/>
          <p:nvPr/>
        </p:nvSpPr>
        <p:spPr>
          <a:xfrm>
            <a:off x="6836229" y="3643086"/>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descr="D:\Images\Images\Objective\shutterstock_12820219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9279" y="3731885"/>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41</a:t>
            </a:fld>
            <a:endParaRPr lang="en-US" dirty="0"/>
          </a:p>
        </p:txBody>
      </p:sp>
      <p:sp>
        <p:nvSpPr>
          <p:cNvPr id="3" name="Title 2"/>
          <p:cNvSpPr>
            <a:spLocks noGrp="1"/>
          </p:cNvSpPr>
          <p:nvPr>
            <p:ph type="title" idx="4294967295"/>
          </p:nvPr>
        </p:nvSpPr>
        <p:spPr>
          <a:xfrm>
            <a:off x="1630619" y="321411"/>
            <a:ext cx="9144000" cy="479425"/>
          </a:xfrm>
        </p:spPr>
        <p:txBody>
          <a:bodyPr vert="horz" lIns="91440" tIns="45720" rIns="91440" bIns="45720" rtlCol="0" anchor="ctr">
            <a:noAutofit/>
          </a:bodyPr>
          <a:lstStyle/>
          <a:p>
            <a:r>
              <a:rPr lang="en-US" dirty="0"/>
              <a:t>Source</a:t>
            </a:r>
          </a:p>
        </p:txBody>
      </p:sp>
      <p:sp>
        <p:nvSpPr>
          <p:cNvPr id="2" name="Content Placeholder 1"/>
          <p:cNvSpPr>
            <a:spLocks noGrp="1"/>
          </p:cNvSpPr>
          <p:nvPr>
            <p:ph idx="4294967295"/>
          </p:nvPr>
        </p:nvSpPr>
        <p:spPr>
          <a:xfrm>
            <a:off x="489857" y="1371600"/>
            <a:ext cx="7391400" cy="4983162"/>
          </a:xfrm>
        </p:spPr>
        <p:txBody>
          <a:bodyPr/>
          <a:lstStyle/>
          <a:p>
            <a:pPr>
              <a:defRPr/>
            </a:pPr>
            <a:r>
              <a:rPr dirty="0">
                <a:solidFill>
                  <a:schemeClr val="tx1"/>
                </a:solidFill>
              </a:rPr>
              <a:t>For further details please visit </a:t>
            </a:r>
            <a:r>
              <a:rPr lang="en-US" dirty="0">
                <a:hlinkClick r:id="rId3"/>
              </a:rPr>
              <a:t>https://crmhelp.VEEVA.com/doc/Content/Home.htm</a:t>
            </a:r>
            <a:r>
              <a:rPr lang="en-US" dirty="0"/>
              <a:t> </a:t>
            </a:r>
            <a:r>
              <a:rPr lang="en-US" dirty="0">
                <a:solidFill>
                  <a:schemeClr val="tx1"/>
                </a:solidFill>
              </a:rPr>
              <a:t>and navigate to </a:t>
            </a:r>
            <a:r>
              <a:rPr lang="en-US" b="1" dirty="0">
                <a:solidFill>
                  <a:schemeClr val="tx1"/>
                </a:solidFill>
              </a:rPr>
              <a:t>Help Topics &gt; Products</a:t>
            </a:r>
            <a:endParaRPr b="1" dirty="0">
              <a:solidFill>
                <a:schemeClr val="tx1"/>
              </a:solidFill>
            </a:endParaRPr>
          </a:p>
          <a:p>
            <a:endParaRPr lang="en-US" dirty="0"/>
          </a:p>
        </p:txBody>
      </p:sp>
      <p:sp>
        <p:nvSpPr>
          <p:cNvPr id="7" name="Text Box 4"/>
          <p:cNvSpPr txBox="1">
            <a:spLocks noChangeArrowheads="1"/>
          </p:cNvSpPr>
          <p:nvPr/>
        </p:nvSpPr>
        <p:spPr bwMode="auto">
          <a:xfrm>
            <a:off x="1371600" y="4930633"/>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48600" y="1511868"/>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dirty="0"/>
          </a:p>
        </p:txBody>
      </p:sp>
      <p:sp>
        <p:nvSpPr>
          <p:cNvPr id="3" name="Content Placeholder 2"/>
          <p:cNvSpPr>
            <a:spLocks noGrp="1"/>
          </p:cNvSpPr>
          <p:nvPr>
            <p:ph sz="quarter" idx="4294967295"/>
          </p:nvPr>
        </p:nvSpPr>
        <p:spPr>
          <a:xfrm>
            <a:off x="787525" y="1821656"/>
            <a:ext cx="10174287" cy="3214687"/>
          </a:xfrm>
        </p:spPr>
        <p:txBody>
          <a:bodyPr>
            <a:normAutofit/>
          </a:bodyPr>
          <a:lstStyle/>
          <a:p>
            <a:pPr marL="0" indent="0">
              <a:buNone/>
            </a:pPr>
            <a:r>
              <a:rPr lang="en-US" dirty="0">
                <a:solidFill>
                  <a:schemeClr val="tx1"/>
                </a:solidFill>
              </a:rPr>
              <a:t>In the upcoming module - </a:t>
            </a:r>
            <a:r>
              <a:rPr lang="en-US" i="1" dirty="0">
                <a:solidFill>
                  <a:schemeClr val="tx1"/>
                </a:solidFill>
              </a:rPr>
              <a:t>Sphere of influence, Affiliation, Account Hierarchy </a:t>
            </a:r>
            <a:r>
              <a:rPr lang="en-US" dirty="0">
                <a:solidFill>
                  <a:schemeClr val="tx1"/>
                </a:solidFill>
              </a:rPr>
              <a:t>you will learn to:</a:t>
            </a:r>
          </a:p>
          <a:p>
            <a:pPr marL="0" indent="0">
              <a:buNone/>
            </a:pPr>
            <a:endParaRPr lang="en-US" dirty="0">
              <a:solidFill>
                <a:schemeClr val="tx1"/>
              </a:solidFill>
            </a:endParaRPr>
          </a:p>
          <a:p>
            <a:pPr lvl="1">
              <a:buClrTx/>
              <a:buFont typeface="Arial" panose="020B0604020202020204" pitchFamily="34" charset="0"/>
              <a:buChar char="-"/>
            </a:pPr>
            <a:r>
              <a:rPr lang="en-US" dirty="0">
                <a:solidFill>
                  <a:schemeClr val="tx1"/>
                </a:solidFill>
              </a:rPr>
              <a:t>Describe Product Metrics</a:t>
            </a:r>
          </a:p>
          <a:p>
            <a:pPr lvl="1">
              <a:buClrTx/>
              <a:buFont typeface="Arial" panose="020B0604020202020204" pitchFamily="34" charset="0"/>
              <a:buChar char="-"/>
            </a:pPr>
            <a:r>
              <a:rPr lang="en-US" dirty="0">
                <a:solidFill>
                  <a:schemeClr val="tx1"/>
                </a:solidFill>
              </a:rPr>
              <a:t>Describe types of Metric fields</a:t>
            </a:r>
          </a:p>
          <a:p>
            <a:pPr lvl="1">
              <a:buClrTx/>
              <a:buFont typeface="Arial" panose="020B0604020202020204" pitchFamily="34" charset="0"/>
              <a:buChar char="-"/>
            </a:pPr>
            <a:r>
              <a:rPr lang="en-US" dirty="0">
                <a:solidFill>
                  <a:schemeClr val="tx1"/>
                </a:solidFill>
              </a:rPr>
              <a:t>Configure of Product Metrics section on Account profile</a:t>
            </a:r>
          </a:p>
          <a:p>
            <a:pPr lvl="1">
              <a:buClrTx/>
              <a:buFont typeface="Arial" panose="020B0604020202020204" pitchFamily="34" charset="0"/>
              <a:buChar char="-"/>
            </a:pPr>
            <a:r>
              <a:rPr lang="en-US" dirty="0">
                <a:solidFill>
                  <a:schemeClr val="tx1"/>
                </a:solidFill>
              </a:rPr>
              <a:t>Create new Product Metrics</a:t>
            </a:r>
          </a:p>
          <a:p>
            <a:pPr lvl="1">
              <a:buClrTx/>
              <a:buFont typeface="Arial" panose="020B0604020202020204" pitchFamily="34" charset="0"/>
              <a:buChar char="-"/>
            </a:pPr>
            <a:r>
              <a:rPr lang="en-US" dirty="0">
                <a:solidFill>
                  <a:schemeClr val="tx1"/>
                </a:solidFill>
              </a:rPr>
              <a:t>Create Metric Configuration</a:t>
            </a:r>
          </a:p>
          <a:p>
            <a:pPr lvl="1">
              <a:buClrTx/>
              <a:buFont typeface="Arial" panose="020B0604020202020204" pitchFamily="34" charset="0"/>
              <a:buChar char="-"/>
            </a:pPr>
            <a:r>
              <a:rPr lang="en-US" dirty="0">
                <a:solidFill>
                  <a:schemeClr val="tx1"/>
                </a:solidFill>
              </a:rPr>
              <a:t>Explain how users can control Metric on Account Profile</a:t>
            </a:r>
            <a:endParaRPr lang="en-US" i="1" dirty="0">
              <a:solidFill>
                <a:schemeClr val="tx1"/>
              </a:solidFill>
            </a:endParaRPr>
          </a:p>
        </p:txBody>
      </p:sp>
      <p:sp>
        <p:nvSpPr>
          <p:cNvPr id="5" name="Title 2"/>
          <p:cNvSpPr>
            <a:spLocks noGrp="1"/>
          </p:cNvSpPr>
          <p:nvPr>
            <p:ph type="title" idx="4294967295"/>
          </p:nvPr>
        </p:nvSpPr>
        <p:spPr>
          <a:xfrm>
            <a:off x="1860247" y="457200"/>
            <a:ext cx="9144000" cy="479425"/>
          </a:xfrm>
        </p:spPr>
        <p:txBody>
          <a:bodyPr vert="horz" lIns="91440" tIns="45720" rIns="91440" bIns="45720" rtlCol="0" anchor="ctr">
            <a:noAutofit/>
          </a:bodyPr>
          <a:lstStyle/>
          <a:p>
            <a:r>
              <a:rPr lang="en-US" dirty="0"/>
              <a:t>Coming Next ...</a:t>
            </a:r>
          </a:p>
        </p:txBody>
      </p:sp>
      <p:sp>
        <p:nvSpPr>
          <p:cNvPr id="6" name="Footer Placeholder 4"/>
          <p:cNvSpPr txBox="1">
            <a:spLocks/>
          </p:cNvSpPr>
          <p:nvPr/>
        </p:nvSpPr>
        <p:spPr>
          <a:xfrm>
            <a:off x="787525" y="6500947"/>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spTree>
    <p:extLst>
      <p:ext uri="{BB962C8B-B14F-4D97-AF65-F5344CB8AC3E}">
        <p14:creationId xmlns:p14="http://schemas.microsoft.com/office/powerpoint/2010/main" val="38081817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3733800"/>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65088" lvl="1"/>
            <a:r>
              <a:rPr lang="en-US" altLang="ja-JP" sz="2800" b="1" dirty="0">
                <a:solidFill>
                  <a:srgbClr val="00718F"/>
                </a:solidFill>
                <a:latin typeface="Arial" panose="020B0604020202020204" pitchFamily="34" charset="0"/>
                <a:cs typeface="Arial" panose="020B0604020202020204" pitchFamily="34" charset="0"/>
              </a:rPr>
              <a:t>Products &amp; My Setup</a:t>
            </a:r>
            <a:endParaRPr lang="en-US" sz="2800" b="1" dirty="0">
              <a:solidFill>
                <a:srgbClr val="00718F"/>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94EA25DC-23F3-BFB5-BF58-EDBF9749F224}"/>
              </a:ext>
            </a:extLst>
          </p:cNvPr>
          <p:cNvSpPr>
            <a:spLocks noGrp="1"/>
          </p:cNvSpPr>
          <p:nvPr>
            <p:ph type="ctrTitle"/>
          </p:nvPr>
        </p:nvSpPr>
        <p:spPr>
          <a:xfrm>
            <a:off x="1042416" y="2365335"/>
            <a:ext cx="6053327" cy="923330"/>
          </a:xfrm>
        </p:spPr>
        <p:txBody>
          <a:bodyPr/>
          <a:lstStyle/>
          <a:p>
            <a:r>
              <a:rPr lang="en-US" dirty="0"/>
              <a:t>Thank you</a:t>
            </a:r>
          </a:p>
        </p:txBody>
      </p:sp>
    </p:spTree>
    <p:extLst>
      <p:ext uri="{BB962C8B-B14F-4D97-AF65-F5344CB8AC3E}">
        <p14:creationId xmlns:p14="http://schemas.microsoft.com/office/powerpoint/2010/main" val="29210118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i="http://www.w3.org/2001/XMLSchema-instance" xmlns:xsd="http://www.w3.org/2001/XMLSchema" xmlns="http://www.boldonjames.com/2008/01/sie/internal/label" sislVersion="0" policy="82ad3a63-90ad-4a46-a3cb-757f4658e205" origin="userSelected">
  <element uid="7349a702-6462-4442-88eb-c64cd513835c" value=""/>
  <element uid="03e9b10b-a1f9-4a88-9630-476473f62285" value=""/>
  <element uid="8490d18d-1e1f-4ae2-adbe-3f6683173bee" value=""/>
</sisl>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45039A044B60D40B3724930C1FBFD03" ma:contentTypeVersion="16" ma:contentTypeDescription="Create a new document." ma:contentTypeScope="" ma:versionID="7b464aa6ddfb3948d0b6ebd52d50a260">
  <xsd:schema xmlns:xsd="http://www.w3.org/2001/XMLSchema" xmlns:xs="http://www.w3.org/2001/XMLSchema" xmlns:p="http://schemas.microsoft.com/office/2006/metadata/properties" xmlns:ns2="a36ce515-a707-4959-aaa2-b339df12b9ad" xmlns:ns3="c1fa1b37-97c2-4738-b9c9-f06e40c084a6" targetNamespace="http://schemas.microsoft.com/office/2006/metadata/properties" ma:root="true" ma:fieldsID="1ac63ed8350cb60c84dcbc4db0ab2b71" ns2:_="" ns3:_="">
    <xsd:import namespace="a36ce515-a707-4959-aaa2-b339df12b9ad"/>
    <xsd:import namespace="c1fa1b37-97c2-4738-b9c9-f06e40c084a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ce515-a707-4959-aaa2-b339df12b9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fa1b37-97c2-4738-b9c9-f06e40c084a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00b07d-837c-47c6-83e1-c25618c757b1}" ma:internalName="TaxCatchAll" ma:showField="CatchAllData" ma:web="c1fa1b37-97c2-4738-b9c9-f06e40c08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documentManagement>
    <TaxCatchAll xmlns="c1fa1b37-97c2-4738-b9c9-f06e40c084a6" xsi:nil="true"/>
    <lcf76f155ced4ddcb4097134ff3c332f xmlns="a36ce515-a707-4959-aaa2-b339df12b9a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16B23A2-A400-419E-A93B-83B59A2B5E48}">
  <ds:schemaRefs>
    <ds:schemaRef ds:uri="http://www.w3.org/2001/XMLSchema"/>
    <ds:schemaRef ds:uri="http://www.boldonjames.com/2008/01/sie/internal/label"/>
  </ds:schemaRefs>
</ds:datastoreItem>
</file>

<file path=customXml/itemProps2.xml><?xml version="1.0" encoding="utf-8"?>
<ds:datastoreItem xmlns:ds="http://schemas.openxmlformats.org/officeDocument/2006/customXml" ds:itemID="{8AAEEA49-3EED-4488-A043-7D1DC7843D7D}">
  <ds:schemaRefs>
    <ds:schemaRef ds:uri="http://schemas.microsoft.com/sharepoint/v3/contenttype/forms"/>
  </ds:schemaRefs>
</ds:datastoreItem>
</file>

<file path=customXml/itemProps3.xml><?xml version="1.0" encoding="utf-8"?>
<ds:datastoreItem xmlns:ds="http://schemas.openxmlformats.org/officeDocument/2006/customXml" ds:itemID="{13B64FAD-A11D-4A5C-8574-9FDA941846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6ce515-a707-4959-aaa2-b339df12b9ad"/>
    <ds:schemaRef ds:uri="c1fa1b37-97c2-4738-b9c9-f06e40c084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F78FCE96-C8A4-4E92-8467-18B7198B1C7C}">
  <ds:schemaRefs>
    <ds:schemaRef ds:uri="http://schemas.microsoft.com/office/2006/metadata/properties"/>
    <ds:schemaRef ds:uri="dfd53ed4-94b5-463c-b53e-ba94579571dd"/>
    <ds:schemaRef ds:uri="c1fa1b37-97c2-4738-b9c9-f06e40c084a6"/>
    <ds:schemaRef ds:uri="a36ce515-a707-4959-aaa2-b339df12b9a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6350</TotalTime>
  <Words>2996</Words>
  <Application>Microsoft Office PowerPoint</Application>
  <PresentationFormat>Widescreen</PresentationFormat>
  <Paragraphs>450</Paragraphs>
  <Slides>43</Slides>
  <Notes>28</Notes>
  <HiddenSlides>0</HiddenSlides>
  <MMClips>0</MMClips>
  <ScaleCrop>false</ScaleCrop>
  <HeadingPairs>
    <vt:vector size="4" baseType="variant">
      <vt:variant>
        <vt:lpstr>Theme</vt:lpstr>
      </vt:variant>
      <vt:variant>
        <vt:i4>3</vt:i4>
      </vt:variant>
      <vt:variant>
        <vt:lpstr>Slide Titles</vt:lpstr>
      </vt:variant>
      <vt:variant>
        <vt:i4>43</vt:i4>
      </vt:variant>
    </vt:vector>
  </HeadingPairs>
  <TitlesOfParts>
    <vt:vector size="46" baseType="lpstr">
      <vt:lpstr>Custom Design</vt:lpstr>
      <vt:lpstr>Theme2</vt:lpstr>
      <vt:lpstr>Office Theme</vt:lpstr>
      <vt:lpstr>Products &amp; My Setup</vt:lpstr>
      <vt:lpstr>About the Author</vt:lpstr>
      <vt:lpstr>Recap ... </vt:lpstr>
      <vt:lpstr>Objectives</vt:lpstr>
      <vt:lpstr>Overview</vt:lpstr>
      <vt:lpstr>Do You Know</vt:lpstr>
      <vt:lpstr>PowerPoint Presentation</vt:lpstr>
      <vt:lpstr>Product Data Model</vt:lpstr>
      <vt:lpstr>PowerPoint Presentation</vt:lpstr>
      <vt:lpstr>Accessing Product Catalog</vt:lpstr>
      <vt:lpstr>Product Types</vt:lpstr>
      <vt:lpstr>Product Types ... 1</vt:lpstr>
      <vt:lpstr>Product Types ... 2</vt:lpstr>
      <vt:lpstr>Product Types ... 3</vt:lpstr>
      <vt:lpstr>Product Types ... 4</vt:lpstr>
      <vt:lpstr>Adding a Detail Product ...1</vt:lpstr>
      <vt:lpstr>Adding a Detail Product ... 2</vt:lpstr>
      <vt:lpstr>User-Aligned Products</vt:lpstr>
      <vt:lpstr>Restricted Products</vt:lpstr>
      <vt:lpstr>PowerPoint Presentation</vt:lpstr>
      <vt:lpstr>Enabling a Product in My Setup Tab</vt:lpstr>
      <vt:lpstr>How to add Products to My Setup?</vt:lpstr>
      <vt:lpstr>PowerPoint Presentation</vt:lpstr>
      <vt:lpstr>Detail Favorites</vt:lpstr>
      <vt:lpstr>Enabling Detail Favorites</vt:lpstr>
      <vt:lpstr>Detail Favorites Management</vt:lpstr>
      <vt:lpstr>PowerPoint Presentation</vt:lpstr>
      <vt:lpstr>Detail Topics</vt:lpstr>
      <vt:lpstr>Detail Groups</vt:lpstr>
      <vt:lpstr>Detail Groups - Define</vt:lpstr>
      <vt:lpstr>Detail Groups - Assign</vt:lpstr>
      <vt:lpstr>Detail Groups- Display</vt:lpstr>
      <vt:lpstr>Product Alignment by Territory and Account</vt:lpstr>
      <vt:lpstr>Best Practices (if applicable)</vt:lpstr>
      <vt:lpstr>Check Your Understanding ... 1</vt:lpstr>
      <vt:lpstr>Check Your Understanding ... 2</vt:lpstr>
      <vt:lpstr>Check Your Understanding ... 3</vt:lpstr>
      <vt:lpstr>Check Your Understanding ... 4</vt:lpstr>
      <vt:lpstr>Check Your Understanding ... 5</vt:lpstr>
      <vt:lpstr>Summary</vt:lpstr>
      <vt:lpstr>Source</vt:lpstr>
      <vt:lpstr>Coming Next ...</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keywords>*$%PUB-*$%GenBus</cp:keywords>
  <cp:lastModifiedBy>Majumdar, Abhijan (Cognizant)</cp:lastModifiedBy>
  <cp:revision>196</cp:revision>
  <dcterms:created xsi:type="dcterms:W3CDTF">2011-06-15T11:24:59Z</dcterms:created>
  <dcterms:modified xsi:type="dcterms:W3CDTF">2025-07-29T11:50:46Z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0x010100145039A044B60D40B3724930C1FBFD03</vt:lpwstr>
  </property>
  <property fmtid="{D5CDD505-2E9C-101B-9397-08002B2CF9AE}" pid="3" name="_dlc_DocIdItemGuid">
    <vt:lpwstr>1c19f327-3998-48ba-bd4d-be7aee79e354</vt:lpwstr>
  </property>
  <property fmtid="{D5CDD505-2E9C-101B-9397-08002B2CF9AE}" pid="4" name="docIndexRef">
    <vt:lpwstr>0d17af4f-4fba-4da5-bc14-b7b33acb6080</vt:lpwstr>
  </property>
  <property fmtid="{D5CDD505-2E9C-101B-9397-08002B2CF9AE}" pid="5" name="bjSaver">
    <vt:lpwstr>S8y3Fo54J7jfxCVfxFNi0eRK9n+Ux2bt</vt:lpwstr>
  </property>
  <property fmtid="{D5CDD505-2E9C-101B-9397-08002B2CF9AE}" pid="6" name="bjDocumentLabelXML">
    <vt:lpwstr>&lt;?xml version="1.0" encoding="us-ascii"?&gt;&lt;sisl xmlns:xsi="http://www.w3.org/2001/XMLSchema-instance" xmlns:xsd="http://www.w3.org/2001/XMLSchema" sislVersion="0" policy="82ad3a63-90ad-4a46-a3cb-757f4658e205" origin="userSelected" xmlns="http://www.boldonj</vt:lpwstr>
  </property>
  <property fmtid="{D5CDD505-2E9C-101B-9397-08002B2CF9AE}" pid="7" name="bjDocumentLabelXML-0">
    <vt:lpwstr>ames.com/2008/01/sie/internal/label"&gt;&lt;element uid="7349a702-6462-4442-88eb-c64cd513835c" value="" /&gt;&lt;element uid="03e9b10b-a1f9-4a88-9630-476473f62285" value="" /&gt;&lt;element uid="8490d18d-1e1f-4ae2-adbe-3f6683173bee" value="" /&gt;&lt;/sisl&gt;</vt:lpwstr>
  </property>
  <property fmtid="{D5CDD505-2E9C-101B-9397-08002B2CF9AE}" pid="8" name="bjDocumentSecurityLabel">
    <vt:lpwstr>Public - General Business</vt:lpwstr>
  </property>
  <property fmtid="{D5CDD505-2E9C-101B-9397-08002B2CF9AE}" pid="9" name="MediaServiceImageTags">
    <vt:lpwstr/>
  </property>
</Properties>
</file>