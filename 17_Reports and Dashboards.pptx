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819" r:id="rId5"/>
  </p:sldMasterIdLst>
  <p:notesMasterIdLst>
    <p:notesMasterId r:id="rId45"/>
  </p:notesMasterIdLst>
  <p:handoutMasterIdLst>
    <p:handoutMasterId r:id="rId46"/>
  </p:handoutMasterIdLst>
  <p:sldIdLst>
    <p:sldId id="256" r:id="rId6"/>
    <p:sldId id="289" r:id="rId7"/>
    <p:sldId id="259" r:id="rId8"/>
    <p:sldId id="260" r:id="rId9"/>
    <p:sldId id="724" r:id="rId10"/>
    <p:sldId id="717" r:id="rId11"/>
    <p:sldId id="723" r:id="rId12"/>
    <p:sldId id="791" r:id="rId13"/>
    <p:sldId id="261" r:id="rId14"/>
    <p:sldId id="792" r:id="rId15"/>
    <p:sldId id="793" r:id="rId16"/>
    <p:sldId id="794" r:id="rId17"/>
    <p:sldId id="795" r:id="rId18"/>
    <p:sldId id="796" r:id="rId19"/>
    <p:sldId id="797" r:id="rId20"/>
    <p:sldId id="798" r:id="rId21"/>
    <p:sldId id="799" r:id="rId22"/>
    <p:sldId id="800" r:id="rId23"/>
    <p:sldId id="801" r:id="rId24"/>
    <p:sldId id="802" r:id="rId25"/>
    <p:sldId id="803" r:id="rId26"/>
    <p:sldId id="804" r:id="rId27"/>
    <p:sldId id="805" r:id="rId28"/>
    <p:sldId id="806" r:id="rId29"/>
    <p:sldId id="807" r:id="rId30"/>
    <p:sldId id="808" r:id="rId31"/>
    <p:sldId id="809" r:id="rId32"/>
    <p:sldId id="810" r:id="rId33"/>
    <p:sldId id="811" r:id="rId34"/>
    <p:sldId id="812" r:id="rId35"/>
    <p:sldId id="712" r:id="rId36"/>
    <p:sldId id="788" r:id="rId37"/>
    <p:sldId id="789" r:id="rId38"/>
    <p:sldId id="790" r:id="rId39"/>
    <p:sldId id="813" r:id="rId40"/>
    <p:sldId id="265" r:id="rId41"/>
    <p:sldId id="287" r:id="rId42"/>
    <p:sldId id="288" r:id="rId43"/>
    <p:sldId id="26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4" userDrawn="1">
          <p15:clr>
            <a:srgbClr val="A4A3A4"/>
          </p15:clr>
        </p15:guide>
        <p15:guide id="2" orient="horz" pos="3480" userDrawn="1">
          <p15:clr>
            <a:srgbClr val="A4A3A4"/>
          </p15:clr>
        </p15:guide>
        <p15:guide id="3" orient="horz" pos="1968" userDrawn="1">
          <p15:clr>
            <a:srgbClr val="A4A3A4"/>
          </p15:clr>
        </p15:guide>
        <p15:guide id="4"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0FE45A-7076-C060-3926-02C230FFCD7B}" name="Gartner, David (Cognizant)" initials="GD(" userId="S::930056@cognizant.com::31109c44-657a-4c1f-917c-0cd2083250d2" providerId="AD"/>
  <p188:author id="{99F93FB6-C18C-5FBA-5487-DBE9A471B604}" name="Jennifer Kelly" initials="JK" userId="c+VufwqJC72uMbGB6Qy3ESl4lWVfVYW4DP6fjOUmpX4=" providerId="None"/>
  <p188:author id="{AFF83BBF-8DC2-56B1-7D97-F4B62A6558D1}" name="Holsinger, Sophie (Contractor)" initials="H(" userId="qSv0elhcSqVZ6Und2jvxKda9UaW6eolhxm7dQQjF6aw=" providerId="None"/>
  <p188:author id="{0DF45BD4-5C8A-2E2D-FEE5-54A7402B3C0A}" name="Michelle Loeb" initials="ML" userId="y5thoKV0uDjaThbJPgxbMhWQvDJapLNicr5yuEWdci8=" providerId="None"/>
  <p188:author id="{561DB6D9-3341-C508-291F-4E7B425C4BEE}" name="La Cascia, Lynne (Cognizant)" initials="L(" userId="XzsV+nJzGmSCzj+6LOZ0MUrq7QBF9d0P2TCBTjMm7P4="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ikki Feuerstein" initials="RF" lastIdx="118" clrIdx="0">
    <p:extLst>
      <p:ext uri="{19B8F6BF-5375-455C-9EA6-DF929625EA0E}">
        <p15:presenceInfo xmlns:p15="http://schemas.microsoft.com/office/powerpoint/2012/main" userId="9696b6c1086d6638" providerId="Windows Live"/>
      </p:ext>
    </p:extLst>
  </p:cmAuthor>
  <p:cmAuthor id="2" name="Alex DiMaio" initials="AD" lastIdx="327" clrIdx="1">
    <p:extLst>
      <p:ext uri="{19B8F6BF-5375-455C-9EA6-DF929625EA0E}">
        <p15:presenceInfo xmlns:p15="http://schemas.microsoft.com/office/powerpoint/2012/main" userId="S::adimaio@tenetpartner.onmicrosoft.com::b1481f74-343d-4e6b-b114-ca2ded61f9f6" providerId="AD"/>
      </p:ext>
    </p:extLst>
  </p:cmAuthor>
  <p:cmAuthor id="3" name="Microsoft Office User" initials="MOU" lastIdx="4" clrIdx="2"/>
  <p:cmAuthor id="4" name="Gartner, David (Cognizant)" initials="GD(" lastIdx="61" clrIdx="3">
    <p:extLst>
      <p:ext uri="{19B8F6BF-5375-455C-9EA6-DF929625EA0E}">
        <p15:presenceInfo xmlns:p15="http://schemas.microsoft.com/office/powerpoint/2012/main" userId="S::930056@cognizant.com::31109c44-657a-4c1f-917c-0cd2083250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DB820"/>
    <a:srgbClr val="EAC71D"/>
    <a:srgbClr val="B81E2D"/>
    <a:srgbClr val="424242"/>
    <a:srgbClr val="ECECEC"/>
    <a:srgbClr val="000048"/>
    <a:srgbClr val="777777"/>
    <a:srgbClr val="E9C71D"/>
    <a:srgbClr val="2E31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0ED0F6-41E0-44EA-8D91-87385E521FCF}" v="134" dt="2023-07-21T10:03:21.6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6327" autoAdjust="0"/>
  </p:normalViewPr>
  <p:slideViewPr>
    <p:cSldViewPr snapToGrid="0">
      <p:cViewPr varScale="1">
        <p:scale>
          <a:sx n="40" d="100"/>
          <a:sy n="40" d="100"/>
        </p:scale>
        <p:origin x="60" y="540"/>
      </p:cViewPr>
      <p:guideLst>
        <p:guide orient="horz" pos="1584"/>
        <p:guide orient="horz" pos="3480"/>
        <p:guide orient="horz" pos="1968"/>
        <p:guide pos="3840"/>
      </p:guideLst>
    </p:cSldViewPr>
  </p:slideViewPr>
  <p:outlineViewPr>
    <p:cViewPr>
      <p:scale>
        <a:sx n="33" d="100"/>
        <a:sy n="33" d="100"/>
      </p:scale>
      <p:origin x="0" y="-20008"/>
    </p:cViewPr>
  </p:outlineViewPr>
  <p:notesTextViewPr>
    <p:cViewPr>
      <p:scale>
        <a:sx n="1" d="1"/>
        <a:sy n="1" d="1"/>
      </p:scale>
      <p:origin x="0" y="0"/>
    </p:cViewPr>
  </p:notesTextViewPr>
  <p:sorterViewPr>
    <p:cViewPr>
      <p:scale>
        <a:sx n="1" d="1"/>
        <a:sy n="1" d="1"/>
      </p:scale>
      <p:origin x="0" y="0"/>
    </p:cViewPr>
  </p:sorterViewPr>
  <p:notesViewPr>
    <p:cSldViewPr snapToGrid="0" showGuides="1">
      <p:cViewPr varScale="1">
        <p:scale>
          <a:sx n="110" d="100"/>
          <a:sy n="110" d="100"/>
        </p:scale>
        <p:origin x="416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Sneha (Cognizant)" userId="62ca8c89-7698-4ba4-86c5-ae883b79a337" providerId="ADAL" clId="{040ED0F6-41E0-44EA-8D91-87385E521FCF}"/>
    <pc:docChg chg="undo custSel addSld delSld modSld sldOrd">
      <pc:chgData name="Kate, Sneha (Cognizant)" userId="62ca8c89-7698-4ba4-86c5-ae883b79a337" providerId="ADAL" clId="{040ED0F6-41E0-44EA-8D91-87385E521FCF}" dt="2023-07-21T10:05:01.808" v="1203" actId="20577"/>
      <pc:docMkLst>
        <pc:docMk/>
      </pc:docMkLst>
      <pc:sldChg chg="modSp mod">
        <pc:chgData name="Kate, Sneha (Cognizant)" userId="62ca8c89-7698-4ba4-86c5-ae883b79a337" providerId="ADAL" clId="{040ED0F6-41E0-44EA-8D91-87385E521FCF}" dt="2023-07-21T09:16:17.733" v="71" actId="20577"/>
        <pc:sldMkLst>
          <pc:docMk/>
          <pc:sldMk cId="2682367817" sldId="256"/>
        </pc:sldMkLst>
        <pc:spChg chg="mod">
          <ac:chgData name="Kate, Sneha (Cognizant)" userId="62ca8c89-7698-4ba4-86c5-ae883b79a337" providerId="ADAL" clId="{040ED0F6-41E0-44EA-8D91-87385E521FCF}" dt="2023-07-21T09:16:17.733" v="71" actId="20577"/>
          <ac:spMkLst>
            <pc:docMk/>
            <pc:sldMk cId="2682367817" sldId="256"/>
            <ac:spMk id="2" creationId="{6DD6D1A9-B0C5-D73A-BAE7-E3FCBDA3F0BA}"/>
          </ac:spMkLst>
        </pc:spChg>
      </pc:sldChg>
      <pc:sldChg chg="modSp mod">
        <pc:chgData name="Kate, Sneha (Cognizant)" userId="62ca8c89-7698-4ba4-86c5-ae883b79a337" providerId="ADAL" clId="{040ED0F6-41E0-44EA-8D91-87385E521FCF}" dt="2023-07-21T09:16:48.185" v="75" actId="14100"/>
        <pc:sldMkLst>
          <pc:docMk/>
          <pc:sldMk cId="1879160448" sldId="259"/>
        </pc:sldMkLst>
        <pc:spChg chg="mod">
          <ac:chgData name="Kate, Sneha (Cognizant)" userId="62ca8c89-7698-4ba4-86c5-ae883b79a337" providerId="ADAL" clId="{040ED0F6-41E0-44EA-8D91-87385E521FCF}" dt="2023-07-21T09:16:48.185" v="75" actId="14100"/>
          <ac:spMkLst>
            <pc:docMk/>
            <pc:sldMk cId="1879160448" sldId="259"/>
            <ac:spMk id="2" creationId="{E5A63820-092F-35E6-E8BF-2B62EEE21138}"/>
          </ac:spMkLst>
        </pc:spChg>
      </pc:sldChg>
      <pc:sldChg chg="modSp mod ord">
        <pc:chgData name="Kate, Sneha (Cognizant)" userId="62ca8c89-7698-4ba4-86c5-ae883b79a337" providerId="ADAL" clId="{040ED0F6-41E0-44EA-8D91-87385E521FCF}" dt="2023-07-21T09:17:09.414" v="80"/>
        <pc:sldMkLst>
          <pc:docMk/>
          <pc:sldMk cId="3005906201" sldId="260"/>
        </pc:sldMkLst>
        <pc:spChg chg="mod">
          <ac:chgData name="Kate, Sneha (Cognizant)" userId="62ca8c89-7698-4ba4-86c5-ae883b79a337" providerId="ADAL" clId="{040ED0F6-41E0-44EA-8D91-87385E521FCF}" dt="2023-07-21T09:17:09.414" v="80"/>
          <ac:spMkLst>
            <pc:docMk/>
            <pc:sldMk cId="3005906201" sldId="260"/>
            <ac:spMk id="2" creationId="{C4B7A633-33F1-43A7-05B1-ABCE3F2FD3C2}"/>
          </ac:spMkLst>
        </pc:spChg>
      </pc:sldChg>
      <pc:sldChg chg="addSp modSp mod">
        <pc:chgData name="Kate, Sneha (Cognizant)" userId="62ca8c89-7698-4ba4-86c5-ae883b79a337" providerId="ADAL" clId="{040ED0F6-41E0-44EA-8D91-87385E521FCF}" dt="2023-07-21T09:21:50.765" v="297" actId="1076"/>
        <pc:sldMkLst>
          <pc:docMk/>
          <pc:sldMk cId="2236367607" sldId="261"/>
        </pc:sldMkLst>
        <pc:spChg chg="mod">
          <ac:chgData name="Kate, Sneha (Cognizant)" userId="62ca8c89-7698-4ba4-86c5-ae883b79a337" providerId="ADAL" clId="{040ED0F6-41E0-44EA-8D91-87385E521FCF}" dt="2023-07-21T09:21:45.051" v="295"/>
          <ac:spMkLst>
            <pc:docMk/>
            <pc:sldMk cId="2236367607" sldId="261"/>
            <ac:spMk id="2" creationId="{00565AA0-9D26-01E4-3E5C-A7CD5FA39082}"/>
          </ac:spMkLst>
        </pc:spChg>
        <pc:spChg chg="mod">
          <ac:chgData name="Kate, Sneha (Cognizant)" userId="62ca8c89-7698-4ba4-86c5-ae883b79a337" providerId="ADAL" clId="{040ED0F6-41E0-44EA-8D91-87385E521FCF}" dt="2023-07-21T09:21:36.909" v="293" actId="20577"/>
          <ac:spMkLst>
            <pc:docMk/>
            <pc:sldMk cId="2236367607" sldId="261"/>
            <ac:spMk id="3" creationId="{F407570A-35E0-C689-8D89-981372F5A85F}"/>
          </ac:spMkLst>
        </pc:spChg>
        <pc:picChg chg="add mod">
          <ac:chgData name="Kate, Sneha (Cognizant)" userId="62ca8c89-7698-4ba4-86c5-ae883b79a337" providerId="ADAL" clId="{040ED0F6-41E0-44EA-8D91-87385E521FCF}" dt="2023-07-21T09:21:50.765" v="297" actId="1076"/>
          <ac:picMkLst>
            <pc:docMk/>
            <pc:sldMk cId="2236367607" sldId="261"/>
            <ac:picMk id="6" creationId="{9EF183E1-DC40-F91F-7B10-AEBACABFAF94}"/>
          </ac:picMkLst>
        </pc:picChg>
      </pc:sldChg>
      <pc:sldChg chg="modSp mod">
        <pc:chgData name="Kate, Sneha (Cognizant)" userId="62ca8c89-7698-4ba4-86c5-ae883b79a337" providerId="ADAL" clId="{040ED0F6-41E0-44EA-8D91-87385E521FCF}" dt="2023-07-21T10:03:47.601" v="1144" actId="14100"/>
        <pc:sldMkLst>
          <pc:docMk/>
          <pc:sldMk cId="3090349151" sldId="265"/>
        </pc:sldMkLst>
        <pc:spChg chg="mod">
          <ac:chgData name="Kate, Sneha (Cognizant)" userId="62ca8c89-7698-4ba4-86c5-ae883b79a337" providerId="ADAL" clId="{040ED0F6-41E0-44EA-8D91-87385E521FCF}" dt="2023-07-21T10:03:47.601" v="1144" actId="14100"/>
          <ac:spMkLst>
            <pc:docMk/>
            <pc:sldMk cId="3090349151" sldId="265"/>
            <ac:spMk id="8" creationId="{6D847E6F-770C-7D1B-B082-243722BC28FD}"/>
          </ac:spMkLst>
        </pc:spChg>
      </pc:sldChg>
      <pc:sldChg chg="modSp mod">
        <pc:chgData name="Kate, Sneha (Cognizant)" userId="62ca8c89-7698-4ba4-86c5-ae883b79a337" providerId="ADAL" clId="{040ED0F6-41E0-44EA-8D91-87385E521FCF}" dt="2023-07-21T10:05:01.808" v="1203" actId="20577"/>
        <pc:sldMkLst>
          <pc:docMk/>
          <pc:sldMk cId="3158841849" sldId="268"/>
        </pc:sldMkLst>
        <pc:spChg chg="mod">
          <ac:chgData name="Kate, Sneha (Cognizant)" userId="62ca8c89-7698-4ba4-86c5-ae883b79a337" providerId="ADAL" clId="{040ED0F6-41E0-44EA-8D91-87385E521FCF}" dt="2023-07-21T10:05:01.808" v="1203" actId="20577"/>
          <ac:spMkLst>
            <pc:docMk/>
            <pc:sldMk cId="3158841849" sldId="268"/>
            <ac:spMk id="5" creationId="{9F210633-8F7E-62A5-5DA0-0E7F5050FB3E}"/>
          </ac:spMkLst>
        </pc:spChg>
      </pc:sldChg>
      <pc:sldChg chg="modSp mod">
        <pc:chgData name="Kate, Sneha (Cognizant)" userId="62ca8c89-7698-4ba4-86c5-ae883b79a337" providerId="ADAL" clId="{040ED0F6-41E0-44EA-8D91-87385E521FCF}" dt="2023-07-21T10:04:18.232" v="1147" actId="207"/>
        <pc:sldMkLst>
          <pc:docMk/>
          <pc:sldMk cId="563797236" sldId="287"/>
        </pc:sldMkLst>
        <pc:spChg chg="mod">
          <ac:chgData name="Kate, Sneha (Cognizant)" userId="62ca8c89-7698-4ba4-86c5-ae883b79a337" providerId="ADAL" clId="{040ED0F6-41E0-44EA-8D91-87385E521FCF}" dt="2023-07-21T10:04:18.232" v="1147" actId="207"/>
          <ac:spMkLst>
            <pc:docMk/>
            <pc:sldMk cId="563797236" sldId="287"/>
            <ac:spMk id="5" creationId="{3325E288-3DD0-3289-1B46-700F55FF4848}"/>
          </ac:spMkLst>
        </pc:spChg>
      </pc:sldChg>
      <pc:sldChg chg="modSp mod">
        <pc:chgData name="Kate, Sneha (Cognizant)" userId="62ca8c89-7698-4ba4-86c5-ae883b79a337" providerId="ADAL" clId="{040ED0F6-41E0-44EA-8D91-87385E521FCF}" dt="2023-07-21T10:04:40.675" v="1149"/>
        <pc:sldMkLst>
          <pc:docMk/>
          <pc:sldMk cId="3511727540" sldId="288"/>
        </pc:sldMkLst>
        <pc:spChg chg="mod">
          <ac:chgData name="Kate, Sneha (Cognizant)" userId="62ca8c89-7698-4ba4-86c5-ae883b79a337" providerId="ADAL" clId="{040ED0F6-41E0-44EA-8D91-87385E521FCF}" dt="2023-07-21T10:04:40.675" v="1149"/>
          <ac:spMkLst>
            <pc:docMk/>
            <pc:sldMk cId="3511727540" sldId="288"/>
            <ac:spMk id="5" creationId="{3325E288-3DD0-3289-1B46-700F55FF4848}"/>
          </ac:spMkLst>
        </pc:spChg>
      </pc:sldChg>
      <pc:sldChg chg="modSp mod">
        <pc:chgData name="Kate, Sneha (Cognizant)" userId="62ca8c89-7698-4ba4-86c5-ae883b79a337" providerId="ADAL" clId="{040ED0F6-41E0-44EA-8D91-87385E521FCF}" dt="2023-07-21T09:55:42.858" v="995" actId="20577"/>
        <pc:sldMkLst>
          <pc:docMk/>
          <pc:sldMk cId="180774390" sldId="712"/>
        </pc:sldMkLst>
        <pc:spChg chg="mod">
          <ac:chgData name="Kate, Sneha (Cognizant)" userId="62ca8c89-7698-4ba4-86c5-ae883b79a337" providerId="ADAL" clId="{040ED0F6-41E0-44EA-8D91-87385E521FCF}" dt="2023-07-21T09:55:34.202" v="986" actId="12"/>
          <ac:spMkLst>
            <pc:docMk/>
            <pc:sldMk cId="180774390" sldId="712"/>
            <ac:spMk id="8" creationId="{D05C2CA5-DEA1-3E93-24DC-C0DA712EEAA3}"/>
          </ac:spMkLst>
        </pc:spChg>
        <pc:graphicFrameChg chg="mod">
          <ac:chgData name="Kate, Sneha (Cognizant)" userId="62ca8c89-7698-4ba4-86c5-ae883b79a337" providerId="ADAL" clId="{040ED0F6-41E0-44EA-8D91-87385E521FCF}" dt="2023-07-21T09:54:54.552" v="980"/>
          <ac:graphicFrameMkLst>
            <pc:docMk/>
            <pc:sldMk cId="180774390" sldId="712"/>
            <ac:graphicFrameMk id="5" creationId="{71AF468C-B04E-BD66-2C2E-6A4F0AAA2E2F}"/>
          </ac:graphicFrameMkLst>
        </pc:graphicFrameChg>
        <pc:graphicFrameChg chg="mod">
          <ac:chgData name="Kate, Sneha (Cognizant)" userId="62ca8c89-7698-4ba4-86c5-ae883b79a337" providerId="ADAL" clId="{040ED0F6-41E0-44EA-8D91-87385E521FCF}" dt="2023-07-21T09:55:42.858" v="995" actId="20577"/>
          <ac:graphicFrameMkLst>
            <pc:docMk/>
            <pc:sldMk cId="180774390" sldId="712"/>
            <ac:graphicFrameMk id="6" creationId="{8CA72680-3A46-3D46-A5A0-B399BF375B4E}"/>
          </ac:graphicFrameMkLst>
        </pc:graphicFrameChg>
      </pc:sldChg>
      <pc:sldChg chg="modSp mod ord">
        <pc:chgData name="Kate, Sneha (Cognizant)" userId="62ca8c89-7698-4ba4-86c5-ae883b79a337" providerId="ADAL" clId="{040ED0F6-41E0-44EA-8D91-87385E521FCF}" dt="2023-07-21T09:20:58.498" v="208" actId="1076"/>
        <pc:sldMkLst>
          <pc:docMk/>
          <pc:sldMk cId="3519810719" sldId="717"/>
        </pc:sldMkLst>
        <pc:spChg chg="mod">
          <ac:chgData name="Kate, Sneha (Cognizant)" userId="62ca8c89-7698-4ba4-86c5-ae883b79a337" providerId="ADAL" clId="{040ED0F6-41E0-44EA-8D91-87385E521FCF}" dt="2023-07-21T09:20:58.498" v="208" actId="1076"/>
          <ac:spMkLst>
            <pc:docMk/>
            <pc:sldMk cId="3519810719" sldId="717"/>
            <ac:spMk id="3" creationId="{C7276DC3-F326-F107-FC8E-C78A1B588DB8}"/>
          </ac:spMkLst>
        </pc:spChg>
        <pc:spChg chg="mod">
          <ac:chgData name="Kate, Sneha (Cognizant)" userId="62ca8c89-7698-4ba4-86c5-ae883b79a337" providerId="ADAL" clId="{040ED0F6-41E0-44EA-8D91-87385E521FCF}" dt="2023-07-21T09:20:36.408" v="205" actId="14100"/>
          <ac:spMkLst>
            <pc:docMk/>
            <pc:sldMk cId="3519810719" sldId="717"/>
            <ac:spMk id="11" creationId="{6C89135B-DDC4-C06C-33AD-3FA78D5BA252}"/>
          </ac:spMkLst>
        </pc:spChg>
      </pc:sldChg>
      <pc:sldChg chg="delSp modSp mod">
        <pc:chgData name="Kate, Sneha (Cognizant)" userId="62ca8c89-7698-4ba4-86c5-ae883b79a337" providerId="ADAL" clId="{040ED0F6-41E0-44EA-8D91-87385E521FCF}" dt="2023-07-21T09:19:53.078" v="199" actId="12"/>
        <pc:sldMkLst>
          <pc:docMk/>
          <pc:sldMk cId="1169519382" sldId="723"/>
        </pc:sldMkLst>
        <pc:spChg chg="mod">
          <ac:chgData name="Kate, Sneha (Cognizant)" userId="62ca8c89-7698-4ba4-86c5-ae883b79a337" providerId="ADAL" clId="{040ED0F6-41E0-44EA-8D91-87385E521FCF}" dt="2023-07-21T09:19:53.078" v="199" actId="12"/>
          <ac:spMkLst>
            <pc:docMk/>
            <pc:sldMk cId="1169519382" sldId="723"/>
            <ac:spMk id="2" creationId="{C4B7A633-33F1-43A7-05B1-ABCE3F2FD3C2}"/>
          </ac:spMkLst>
        </pc:spChg>
        <pc:spChg chg="mod">
          <ac:chgData name="Kate, Sneha (Cognizant)" userId="62ca8c89-7698-4ba4-86c5-ae883b79a337" providerId="ADAL" clId="{040ED0F6-41E0-44EA-8D91-87385E521FCF}" dt="2023-07-21T09:19:26.120" v="193" actId="20577"/>
          <ac:spMkLst>
            <pc:docMk/>
            <pc:sldMk cId="1169519382" sldId="723"/>
            <ac:spMk id="3" creationId="{DC2DC814-4F78-F1E8-7410-932E50715871}"/>
          </ac:spMkLst>
        </pc:spChg>
        <pc:picChg chg="del">
          <ac:chgData name="Kate, Sneha (Cognizant)" userId="62ca8c89-7698-4ba4-86c5-ae883b79a337" providerId="ADAL" clId="{040ED0F6-41E0-44EA-8D91-87385E521FCF}" dt="2023-07-21T09:19:38.517" v="196" actId="478"/>
          <ac:picMkLst>
            <pc:docMk/>
            <pc:sldMk cId="1169519382" sldId="723"/>
            <ac:picMk id="9" creationId="{10E117A6-29B4-0A1A-1352-C2C6755F2E78}"/>
          </ac:picMkLst>
        </pc:picChg>
      </pc:sldChg>
      <pc:sldChg chg="modSp mod">
        <pc:chgData name="Kate, Sneha (Cognizant)" userId="62ca8c89-7698-4ba4-86c5-ae883b79a337" providerId="ADAL" clId="{040ED0F6-41E0-44EA-8D91-87385E521FCF}" dt="2023-07-21T09:17:57.641" v="88" actId="1076"/>
        <pc:sldMkLst>
          <pc:docMk/>
          <pc:sldMk cId="2537782893" sldId="724"/>
        </pc:sldMkLst>
        <pc:spChg chg="mod">
          <ac:chgData name="Kate, Sneha (Cognizant)" userId="62ca8c89-7698-4ba4-86c5-ae883b79a337" providerId="ADAL" clId="{040ED0F6-41E0-44EA-8D91-87385E521FCF}" dt="2023-07-21T09:17:50.236" v="87" actId="14100"/>
          <ac:spMkLst>
            <pc:docMk/>
            <pc:sldMk cId="2537782893" sldId="724"/>
            <ac:spMk id="2" creationId="{C4B7A633-33F1-43A7-05B1-ABCE3F2FD3C2}"/>
          </ac:spMkLst>
        </pc:spChg>
        <pc:spChg chg="mod">
          <ac:chgData name="Kate, Sneha (Cognizant)" userId="62ca8c89-7698-4ba4-86c5-ae883b79a337" providerId="ADAL" clId="{040ED0F6-41E0-44EA-8D91-87385E521FCF}" dt="2023-07-21T09:17:44.937" v="86" actId="14100"/>
          <ac:spMkLst>
            <pc:docMk/>
            <pc:sldMk cId="2537782893" sldId="724"/>
            <ac:spMk id="3" creationId="{DC2DC814-4F78-F1E8-7410-932E50715871}"/>
          </ac:spMkLst>
        </pc:spChg>
        <pc:picChg chg="mod">
          <ac:chgData name="Kate, Sneha (Cognizant)" userId="62ca8c89-7698-4ba4-86c5-ae883b79a337" providerId="ADAL" clId="{040ED0F6-41E0-44EA-8D91-87385E521FCF}" dt="2023-07-21T09:17:57.641" v="88" actId="1076"/>
          <ac:picMkLst>
            <pc:docMk/>
            <pc:sldMk cId="2537782893" sldId="724"/>
            <ac:picMk id="7" creationId="{D43DA37D-F5C0-A09B-6241-6926604ABA72}"/>
          </ac:picMkLst>
        </pc:picChg>
      </pc:sldChg>
      <pc:sldChg chg="del">
        <pc:chgData name="Kate, Sneha (Cognizant)" userId="62ca8c89-7698-4ba4-86c5-ae883b79a337" providerId="ADAL" clId="{040ED0F6-41E0-44EA-8D91-87385E521FCF}" dt="2023-07-21T09:52:52.977" v="889" actId="47"/>
        <pc:sldMkLst>
          <pc:docMk/>
          <pc:sldMk cId="1685285059" sldId="725"/>
        </pc:sldMkLst>
      </pc:sldChg>
      <pc:sldChg chg="del">
        <pc:chgData name="Kate, Sneha (Cognizant)" userId="62ca8c89-7698-4ba4-86c5-ae883b79a337" providerId="ADAL" clId="{040ED0F6-41E0-44EA-8D91-87385E521FCF}" dt="2023-07-21T09:52:52.977" v="889" actId="47"/>
        <pc:sldMkLst>
          <pc:docMk/>
          <pc:sldMk cId="1670132802" sldId="756"/>
        </pc:sldMkLst>
      </pc:sldChg>
      <pc:sldChg chg="del">
        <pc:chgData name="Kate, Sneha (Cognizant)" userId="62ca8c89-7698-4ba4-86c5-ae883b79a337" providerId="ADAL" clId="{040ED0F6-41E0-44EA-8D91-87385E521FCF}" dt="2023-07-21T09:52:52.977" v="889" actId="47"/>
        <pc:sldMkLst>
          <pc:docMk/>
          <pc:sldMk cId="2630839839" sldId="757"/>
        </pc:sldMkLst>
      </pc:sldChg>
      <pc:sldChg chg="del">
        <pc:chgData name="Kate, Sneha (Cognizant)" userId="62ca8c89-7698-4ba4-86c5-ae883b79a337" providerId="ADAL" clId="{040ED0F6-41E0-44EA-8D91-87385E521FCF}" dt="2023-07-21T09:52:52.977" v="889" actId="47"/>
        <pc:sldMkLst>
          <pc:docMk/>
          <pc:sldMk cId="1246579872" sldId="758"/>
        </pc:sldMkLst>
      </pc:sldChg>
      <pc:sldChg chg="del">
        <pc:chgData name="Kate, Sneha (Cognizant)" userId="62ca8c89-7698-4ba4-86c5-ae883b79a337" providerId="ADAL" clId="{040ED0F6-41E0-44EA-8D91-87385E521FCF}" dt="2023-07-21T09:52:52.977" v="889" actId="47"/>
        <pc:sldMkLst>
          <pc:docMk/>
          <pc:sldMk cId="3467115969" sldId="759"/>
        </pc:sldMkLst>
      </pc:sldChg>
      <pc:sldChg chg="del">
        <pc:chgData name="Kate, Sneha (Cognizant)" userId="62ca8c89-7698-4ba4-86c5-ae883b79a337" providerId="ADAL" clId="{040ED0F6-41E0-44EA-8D91-87385E521FCF}" dt="2023-07-21T09:52:52.977" v="889" actId="47"/>
        <pc:sldMkLst>
          <pc:docMk/>
          <pc:sldMk cId="3269928138" sldId="760"/>
        </pc:sldMkLst>
      </pc:sldChg>
      <pc:sldChg chg="del">
        <pc:chgData name="Kate, Sneha (Cognizant)" userId="62ca8c89-7698-4ba4-86c5-ae883b79a337" providerId="ADAL" clId="{040ED0F6-41E0-44EA-8D91-87385E521FCF}" dt="2023-07-21T09:52:52.977" v="889" actId="47"/>
        <pc:sldMkLst>
          <pc:docMk/>
          <pc:sldMk cId="2043248746" sldId="761"/>
        </pc:sldMkLst>
      </pc:sldChg>
      <pc:sldChg chg="del">
        <pc:chgData name="Kate, Sneha (Cognizant)" userId="62ca8c89-7698-4ba4-86c5-ae883b79a337" providerId="ADAL" clId="{040ED0F6-41E0-44EA-8D91-87385E521FCF}" dt="2023-07-21T09:52:52.977" v="889" actId="47"/>
        <pc:sldMkLst>
          <pc:docMk/>
          <pc:sldMk cId="1470212343" sldId="763"/>
        </pc:sldMkLst>
      </pc:sldChg>
      <pc:sldChg chg="del">
        <pc:chgData name="Kate, Sneha (Cognizant)" userId="62ca8c89-7698-4ba4-86c5-ae883b79a337" providerId="ADAL" clId="{040ED0F6-41E0-44EA-8D91-87385E521FCF}" dt="2023-07-21T09:52:52.977" v="889" actId="47"/>
        <pc:sldMkLst>
          <pc:docMk/>
          <pc:sldMk cId="135865193" sldId="764"/>
        </pc:sldMkLst>
      </pc:sldChg>
      <pc:sldChg chg="del">
        <pc:chgData name="Kate, Sneha (Cognizant)" userId="62ca8c89-7698-4ba4-86c5-ae883b79a337" providerId="ADAL" clId="{040ED0F6-41E0-44EA-8D91-87385E521FCF}" dt="2023-07-21T09:52:52.977" v="889" actId="47"/>
        <pc:sldMkLst>
          <pc:docMk/>
          <pc:sldMk cId="1555676955" sldId="765"/>
        </pc:sldMkLst>
      </pc:sldChg>
      <pc:sldChg chg="del">
        <pc:chgData name="Kate, Sneha (Cognizant)" userId="62ca8c89-7698-4ba4-86c5-ae883b79a337" providerId="ADAL" clId="{040ED0F6-41E0-44EA-8D91-87385E521FCF}" dt="2023-07-21T09:52:52.977" v="889" actId="47"/>
        <pc:sldMkLst>
          <pc:docMk/>
          <pc:sldMk cId="1611668336" sldId="766"/>
        </pc:sldMkLst>
      </pc:sldChg>
      <pc:sldChg chg="del">
        <pc:chgData name="Kate, Sneha (Cognizant)" userId="62ca8c89-7698-4ba4-86c5-ae883b79a337" providerId="ADAL" clId="{040ED0F6-41E0-44EA-8D91-87385E521FCF}" dt="2023-07-21T09:52:52.977" v="889" actId="47"/>
        <pc:sldMkLst>
          <pc:docMk/>
          <pc:sldMk cId="4144132421" sldId="767"/>
        </pc:sldMkLst>
      </pc:sldChg>
      <pc:sldChg chg="del">
        <pc:chgData name="Kate, Sneha (Cognizant)" userId="62ca8c89-7698-4ba4-86c5-ae883b79a337" providerId="ADAL" clId="{040ED0F6-41E0-44EA-8D91-87385E521FCF}" dt="2023-07-21T09:52:52.977" v="889" actId="47"/>
        <pc:sldMkLst>
          <pc:docMk/>
          <pc:sldMk cId="1306357230" sldId="768"/>
        </pc:sldMkLst>
      </pc:sldChg>
      <pc:sldChg chg="del">
        <pc:chgData name="Kate, Sneha (Cognizant)" userId="62ca8c89-7698-4ba4-86c5-ae883b79a337" providerId="ADAL" clId="{040ED0F6-41E0-44EA-8D91-87385E521FCF}" dt="2023-07-21T09:52:52.977" v="889" actId="47"/>
        <pc:sldMkLst>
          <pc:docMk/>
          <pc:sldMk cId="4064300600" sldId="769"/>
        </pc:sldMkLst>
      </pc:sldChg>
      <pc:sldChg chg="del">
        <pc:chgData name="Kate, Sneha (Cognizant)" userId="62ca8c89-7698-4ba4-86c5-ae883b79a337" providerId="ADAL" clId="{040ED0F6-41E0-44EA-8D91-87385E521FCF}" dt="2023-07-21T09:52:52.977" v="889" actId="47"/>
        <pc:sldMkLst>
          <pc:docMk/>
          <pc:sldMk cId="2091256055" sldId="770"/>
        </pc:sldMkLst>
      </pc:sldChg>
      <pc:sldChg chg="del">
        <pc:chgData name="Kate, Sneha (Cognizant)" userId="62ca8c89-7698-4ba4-86c5-ae883b79a337" providerId="ADAL" clId="{040ED0F6-41E0-44EA-8D91-87385E521FCF}" dt="2023-07-21T09:52:52.977" v="889" actId="47"/>
        <pc:sldMkLst>
          <pc:docMk/>
          <pc:sldMk cId="2339763959" sldId="771"/>
        </pc:sldMkLst>
      </pc:sldChg>
      <pc:sldChg chg="del">
        <pc:chgData name="Kate, Sneha (Cognizant)" userId="62ca8c89-7698-4ba4-86c5-ae883b79a337" providerId="ADAL" clId="{040ED0F6-41E0-44EA-8D91-87385E521FCF}" dt="2023-07-21T09:52:52.977" v="889" actId="47"/>
        <pc:sldMkLst>
          <pc:docMk/>
          <pc:sldMk cId="2866877165" sldId="772"/>
        </pc:sldMkLst>
      </pc:sldChg>
      <pc:sldChg chg="del">
        <pc:chgData name="Kate, Sneha (Cognizant)" userId="62ca8c89-7698-4ba4-86c5-ae883b79a337" providerId="ADAL" clId="{040ED0F6-41E0-44EA-8D91-87385E521FCF}" dt="2023-07-21T09:52:52.977" v="889" actId="47"/>
        <pc:sldMkLst>
          <pc:docMk/>
          <pc:sldMk cId="800342494" sldId="773"/>
        </pc:sldMkLst>
      </pc:sldChg>
      <pc:sldChg chg="del">
        <pc:chgData name="Kate, Sneha (Cognizant)" userId="62ca8c89-7698-4ba4-86c5-ae883b79a337" providerId="ADAL" clId="{040ED0F6-41E0-44EA-8D91-87385E521FCF}" dt="2023-07-21T09:52:52.977" v="889" actId="47"/>
        <pc:sldMkLst>
          <pc:docMk/>
          <pc:sldMk cId="3149270288" sldId="774"/>
        </pc:sldMkLst>
      </pc:sldChg>
      <pc:sldChg chg="del">
        <pc:chgData name="Kate, Sneha (Cognizant)" userId="62ca8c89-7698-4ba4-86c5-ae883b79a337" providerId="ADAL" clId="{040ED0F6-41E0-44EA-8D91-87385E521FCF}" dt="2023-07-21T09:52:52.977" v="889" actId="47"/>
        <pc:sldMkLst>
          <pc:docMk/>
          <pc:sldMk cId="4097949383" sldId="775"/>
        </pc:sldMkLst>
      </pc:sldChg>
      <pc:sldChg chg="del">
        <pc:chgData name="Kate, Sneha (Cognizant)" userId="62ca8c89-7698-4ba4-86c5-ae883b79a337" providerId="ADAL" clId="{040ED0F6-41E0-44EA-8D91-87385E521FCF}" dt="2023-07-21T09:52:52.977" v="889" actId="47"/>
        <pc:sldMkLst>
          <pc:docMk/>
          <pc:sldMk cId="899599619" sldId="776"/>
        </pc:sldMkLst>
      </pc:sldChg>
      <pc:sldChg chg="del">
        <pc:chgData name="Kate, Sneha (Cognizant)" userId="62ca8c89-7698-4ba4-86c5-ae883b79a337" providerId="ADAL" clId="{040ED0F6-41E0-44EA-8D91-87385E521FCF}" dt="2023-07-21T09:52:52.977" v="889" actId="47"/>
        <pc:sldMkLst>
          <pc:docMk/>
          <pc:sldMk cId="1667763169" sldId="777"/>
        </pc:sldMkLst>
      </pc:sldChg>
      <pc:sldChg chg="del">
        <pc:chgData name="Kate, Sneha (Cognizant)" userId="62ca8c89-7698-4ba4-86c5-ae883b79a337" providerId="ADAL" clId="{040ED0F6-41E0-44EA-8D91-87385E521FCF}" dt="2023-07-21T09:52:52.977" v="889" actId="47"/>
        <pc:sldMkLst>
          <pc:docMk/>
          <pc:sldMk cId="2900420758" sldId="778"/>
        </pc:sldMkLst>
      </pc:sldChg>
      <pc:sldChg chg="del">
        <pc:chgData name="Kate, Sneha (Cognizant)" userId="62ca8c89-7698-4ba4-86c5-ae883b79a337" providerId="ADAL" clId="{040ED0F6-41E0-44EA-8D91-87385E521FCF}" dt="2023-07-21T09:52:52.977" v="889" actId="47"/>
        <pc:sldMkLst>
          <pc:docMk/>
          <pc:sldMk cId="2691927518" sldId="779"/>
        </pc:sldMkLst>
      </pc:sldChg>
      <pc:sldChg chg="del">
        <pc:chgData name="Kate, Sneha (Cognizant)" userId="62ca8c89-7698-4ba4-86c5-ae883b79a337" providerId="ADAL" clId="{040ED0F6-41E0-44EA-8D91-87385E521FCF}" dt="2023-07-21T09:52:52.977" v="889" actId="47"/>
        <pc:sldMkLst>
          <pc:docMk/>
          <pc:sldMk cId="1572849127" sldId="780"/>
        </pc:sldMkLst>
      </pc:sldChg>
      <pc:sldChg chg="del">
        <pc:chgData name="Kate, Sneha (Cognizant)" userId="62ca8c89-7698-4ba4-86c5-ae883b79a337" providerId="ADAL" clId="{040ED0F6-41E0-44EA-8D91-87385E521FCF}" dt="2023-07-21T09:52:52.977" v="889" actId="47"/>
        <pc:sldMkLst>
          <pc:docMk/>
          <pc:sldMk cId="2375337" sldId="781"/>
        </pc:sldMkLst>
      </pc:sldChg>
      <pc:sldChg chg="del">
        <pc:chgData name="Kate, Sneha (Cognizant)" userId="62ca8c89-7698-4ba4-86c5-ae883b79a337" providerId="ADAL" clId="{040ED0F6-41E0-44EA-8D91-87385E521FCF}" dt="2023-07-21T09:52:52.977" v="889" actId="47"/>
        <pc:sldMkLst>
          <pc:docMk/>
          <pc:sldMk cId="150118571" sldId="782"/>
        </pc:sldMkLst>
      </pc:sldChg>
      <pc:sldChg chg="del">
        <pc:chgData name="Kate, Sneha (Cognizant)" userId="62ca8c89-7698-4ba4-86c5-ae883b79a337" providerId="ADAL" clId="{040ED0F6-41E0-44EA-8D91-87385E521FCF}" dt="2023-07-21T09:52:52.977" v="889" actId="47"/>
        <pc:sldMkLst>
          <pc:docMk/>
          <pc:sldMk cId="3386820880" sldId="783"/>
        </pc:sldMkLst>
      </pc:sldChg>
      <pc:sldChg chg="del">
        <pc:chgData name="Kate, Sneha (Cognizant)" userId="62ca8c89-7698-4ba4-86c5-ae883b79a337" providerId="ADAL" clId="{040ED0F6-41E0-44EA-8D91-87385E521FCF}" dt="2023-07-21T09:52:52.977" v="889" actId="47"/>
        <pc:sldMkLst>
          <pc:docMk/>
          <pc:sldMk cId="2328860302" sldId="784"/>
        </pc:sldMkLst>
      </pc:sldChg>
      <pc:sldChg chg="del">
        <pc:chgData name="Kate, Sneha (Cognizant)" userId="62ca8c89-7698-4ba4-86c5-ae883b79a337" providerId="ADAL" clId="{040ED0F6-41E0-44EA-8D91-87385E521FCF}" dt="2023-07-21T09:52:52.977" v="889" actId="47"/>
        <pc:sldMkLst>
          <pc:docMk/>
          <pc:sldMk cId="317499719" sldId="785"/>
        </pc:sldMkLst>
      </pc:sldChg>
      <pc:sldChg chg="del">
        <pc:chgData name="Kate, Sneha (Cognizant)" userId="62ca8c89-7698-4ba4-86c5-ae883b79a337" providerId="ADAL" clId="{040ED0F6-41E0-44EA-8D91-87385E521FCF}" dt="2023-07-21T09:52:52.977" v="889" actId="47"/>
        <pc:sldMkLst>
          <pc:docMk/>
          <pc:sldMk cId="3332693356" sldId="786"/>
        </pc:sldMkLst>
      </pc:sldChg>
      <pc:sldChg chg="del">
        <pc:chgData name="Kate, Sneha (Cognizant)" userId="62ca8c89-7698-4ba4-86c5-ae883b79a337" providerId="ADAL" clId="{040ED0F6-41E0-44EA-8D91-87385E521FCF}" dt="2023-07-21T09:52:52.977" v="889" actId="47"/>
        <pc:sldMkLst>
          <pc:docMk/>
          <pc:sldMk cId="3981149084" sldId="787"/>
        </pc:sldMkLst>
      </pc:sldChg>
      <pc:sldChg chg="modSp mod">
        <pc:chgData name="Kate, Sneha (Cognizant)" userId="62ca8c89-7698-4ba4-86c5-ae883b79a337" providerId="ADAL" clId="{040ED0F6-41E0-44EA-8D91-87385E521FCF}" dt="2023-07-21T09:56:38.823" v="1019" actId="20577"/>
        <pc:sldMkLst>
          <pc:docMk/>
          <pc:sldMk cId="3678314445" sldId="788"/>
        </pc:sldMkLst>
        <pc:spChg chg="mod">
          <ac:chgData name="Kate, Sneha (Cognizant)" userId="62ca8c89-7698-4ba4-86c5-ae883b79a337" providerId="ADAL" clId="{040ED0F6-41E0-44EA-8D91-87385E521FCF}" dt="2023-07-21T09:56:25.703" v="1001" actId="1076"/>
          <ac:spMkLst>
            <pc:docMk/>
            <pc:sldMk cId="3678314445" sldId="788"/>
            <ac:spMk id="8" creationId="{D05C2CA5-DEA1-3E93-24DC-C0DA712EEAA3}"/>
          </ac:spMkLst>
        </pc:spChg>
        <pc:graphicFrameChg chg="mod">
          <ac:chgData name="Kate, Sneha (Cognizant)" userId="62ca8c89-7698-4ba4-86c5-ae883b79a337" providerId="ADAL" clId="{040ED0F6-41E0-44EA-8D91-87385E521FCF}" dt="2023-07-21T09:56:02.361" v="997"/>
          <ac:graphicFrameMkLst>
            <pc:docMk/>
            <pc:sldMk cId="3678314445" sldId="788"/>
            <ac:graphicFrameMk id="5" creationId="{71AF468C-B04E-BD66-2C2E-6A4F0AAA2E2F}"/>
          </ac:graphicFrameMkLst>
        </pc:graphicFrameChg>
        <pc:graphicFrameChg chg="mod">
          <ac:chgData name="Kate, Sneha (Cognizant)" userId="62ca8c89-7698-4ba4-86c5-ae883b79a337" providerId="ADAL" clId="{040ED0F6-41E0-44EA-8D91-87385E521FCF}" dt="2023-07-21T09:56:38.823" v="1019" actId="20577"/>
          <ac:graphicFrameMkLst>
            <pc:docMk/>
            <pc:sldMk cId="3678314445" sldId="788"/>
            <ac:graphicFrameMk id="6" creationId="{8CA72680-3A46-3D46-A5A0-B399BF375B4E}"/>
          </ac:graphicFrameMkLst>
        </pc:graphicFrameChg>
      </pc:sldChg>
      <pc:sldChg chg="modSp mod">
        <pc:chgData name="Kate, Sneha (Cognizant)" userId="62ca8c89-7698-4ba4-86c5-ae883b79a337" providerId="ADAL" clId="{040ED0F6-41E0-44EA-8D91-87385E521FCF}" dt="2023-07-21T10:01:52.431" v="1085" actId="20577"/>
        <pc:sldMkLst>
          <pc:docMk/>
          <pc:sldMk cId="3991654541" sldId="789"/>
        </pc:sldMkLst>
        <pc:spChg chg="mod">
          <ac:chgData name="Kate, Sneha (Cognizant)" userId="62ca8c89-7698-4ba4-86c5-ae883b79a337" providerId="ADAL" clId="{040ED0F6-41E0-44EA-8D91-87385E521FCF}" dt="2023-07-21T10:00:48.124" v="1041" actId="20577"/>
          <ac:spMkLst>
            <pc:docMk/>
            <pc:sldMk cId="3991654541" sldId="789"/>
            <ac:spMk id="7" creationId="{EA0D6B93-CE79-4088-9EA6-938915E2F70B}"/>
          </ac:spMkLst>
        </pc:spChg>
        <pc:graphicFrameChg chg="mod">
          <ac:chgData name="Kate, Sneha (Cognizant)" userId="62ca8c89-7698-4ba4-86c5-ae883b79a337" providerId="ADAL" clId="{040ED0F6-41E0-44EA-8D91-87385E521FCF}" dt="2023-07-21T10:01:46.115" v="1076"/>
          <ac:graphicFrameMkLst>
            <pc:docMk/>
            <pc:sldMk cId="3991654541" sldId="789"/>
            <ac:graphicFrameMk id="5" creationId="{71AF468C-B04E-BD66-2C2E-6A4F0AAA2E2F}"/>
          </ac:graphicFrameMkLst>
        </pc:graphicFrameChg>
        <pc:graphicFrameChg chg="mod">
          <ac:chgData name="Kate, Sneha (Cognizant)" userId="62ca8c89-7698-4ba4-86c5-ae883b79a337" providerId="ADAL" clId="{040ED0F6-41E0-44EA-8D91-87385E521FCF}" dt="2023-07-21T10:01:52.431" v="1085" actId="20577"/>
          <ac:graphicFrameMkLst>
            <pc:docMk/>
            <pc:sldMk cId="3991654541" sldId="789"/>
            <ac:graphicFrameMk id="6" creationId="{8CA72680-3A46-3D46-A5A0-B399BF375B4E}"/>
          </ac:graphicFrameMkLst>
        </pc:graphicFrameChg>
      </pc:sldChg>
      <pc:sldChg chg="modSp mod">
        <pc:chgData name="Kate, Sneha (Cognizant)" userId="62ca8c89-7698-4ba4-86c5-ae883b79a337" providerId="ADAL" clId="{040ED0F6-41E0-44EA-8D91-87385E521FCF}" dt="2023-07-21T10:02:33.740" v="1127" actId="20577"/>
        <pc:sldMkLst>
          <pc:docMk/>
          <pc:sldMk cId="1242835352" sldId="790"/>
        </pc:sldMkLst>
        <pc:spChg chg="mod">
          <ac:chgData name="Kate, Sneha (Cognizant)" userId="62ca8c89-7698-4ba4-86c5-ae883b79a337" providerId="ADAL" clId="{040ED0F6-41E0-44EA-8D91-87385E521FCF}" dt="2023-07-21T10:02:28.060" v="1118" actId="20577"/>
          <ac:spMkLst>
            <pc:docMk/>
            <pc:sldMk cId="1242835352" sldId="790"/>
            <ac:spMk id="8" creationId="{D05C2CA5-DEA1-3E93-24DC-C0DA712EEAA3}"/>
          </ac:spMkLst>
        </pc:spChg>
        <pc:graphicFrameChg chg="mod">
          <ac:chgData name="Kate, Sneha (Cognizant)" userId="62ca8c89-7698-4ba4-86c5-ae883b79a337" providerId="ADAL" clId="{040ED0F6-41E0-44EA-8D91-87385E521FCF}" dt="2023-07-21T10:02:11.241" v="1086"/>
          <ac:graphicFrameMkLst>
            <pc:docMk/>
            <pc:sldMk cId="1242835352" sldId="790"/>
            <ac:graphicFrameMk id="5" creationId="{71AF468C-B04E-BD66-2C2E-6A4F0AAA2E2F}"/>
          </ac:graphicFrameMkLst>
        </pc:graphicFrameChg>
        <pc:graphicFrameChg chg="mod">
          <ac:chgData name="Kate, Sneha (Cognizant)" userId="62ca8c89-7698-4ba4-86c5-ae883b79a337" providerId="ADAL" clId="{040ED0F6-41E0-44EA-8D91-87385E521FCF}" dt="2023-07-21T10:02:33.740" v="1127" actId="20577"/>
          <ac:graphicFrameMkLst>
            <pc:docMk/>
            <pc:sldMk cId="1242835352" sldId="790"/>
            <ac:graphicFrameMk id="6" creationId="{8CA72680-3A46-3D46-A5A0-B399BF375B4E}"/>
          </ac:graphicFrameMkLst>
        </pc:graphicFrameChg>
      </pc:sldChg>
      <pc:sldChg chg="modSp add mod ord">
        <pc:chgData name="Kate, Sneha (Cognizant)" userId="62ca8c89-7698-4ba4-86c5-ae883b79a337" providerId="ADAL" clId="{040ED0F6-41E0-44EA-8D91-87385E521FCF}" dt="2023-07-21T09:21:15.610" v="254" actId="20577"/>
        <pc:sldMkLst>
          <pc:docMk/>
          <pc:sldMk cId="308857548" sldId="791"/>
        </pc:sldMkLst>
        <pc:spChg chg="mod">
          <ac:chgData name="Kate, Sneha (Cognizant)" userId="62ca8c89-7698-4ba4-86c5-ae883b79a337" providerId="ADAL" clId="{040ED0F6-41E0-44EA-8D91-87385E521FCF}" dt="2023-07-21T09:21:15.610" v="254" actId="20577"/>
          <ac:spMkLst>
            <pc:docMk/>
            <pc:sldMk cId="308857548" sldId="791"/>
            <ac:spMk id="3" creationId="{C7276DC3-F326-F107-FC8E-C78A1B588DB8}"/>
          </ac:spMkLst>
        </pc:spChg>
        <pc:spChg chg="mod">
          <ac:chgData name="Kate, Sneha (Cognizant)" userId="62ca8c89-7698-4ba4-86c5-ae883b79a337" providerId="ADAL" clId="{040ED0F6-41E0-44EA-8D91-87385E521FCF}" dt="2023-07-21T09:20:20.746" v="203" actId="14100"/>
          <ac:spMkLst>
            <pc:docMk/>
            <pc:sldMk cId="308857548" sldId="791"/>
            <ac:spMk id="11" creationId="{6C89135B-DDC4-C06C-33AD-3FA78D5BA252}"/>
          </ac:spMkLst>
        </pc:spChg>
      </pc:sldChg>
      <pc:sldChg chg="delSp modSp add mod">
        <pc:chgData name="Kate, Sneha (Cognizant)" userId="62ca8c89-7698-4ba4-86c5-ae883b79a337" providerId="ADAL" clId="{040ED0F6-41E0-44EA-8D91-87385E521FCF}" dt="2023-07-21T09:22:31.255" v="304"/>
        <pc:sldMkLst>
          <pc:docMk/>
          <pc:sldMk cId="1870001844" sldId="792"/>
        </pc:sldMkLst>
        <pc:spChg chg="mod">
          <ac:chgData name="Kate, Sneha (Cognizant)" userId="62ca8c89-7698-4ba4-86c5-ae883b79a337" providerId="ADAL" clId="{040ED0F6-41E0-44EA-8D91-87385E521FCF}" dt="2023-07-21T09:22:31.255" v="304"/>
          <ac:spMkLst>
            <pc:docMk/>
            <pc:sldMk cId="1870001844" sldId="792"/>
            <ac:spMk id="2" creationId="{00565AA0-9D26-01E4-3E5C-A7CD5FA39082}"/>
          </ac:spMkLst>
        </pc:spChg>
        <pc:spChg chg="mod">
          <ac:chgData name="Kate, Sneha (Cognizant)" userId="62ca8c89-7698-4ba4-86c5-ae883b79a337" providerId="ADAL" clId="{040ED0F6-41E0-44EA-8D91-87385E521FCF}" dt="2023-07-21T09:22:07.050" v="300" actId="20577"/>
          <ac:spMkLst>
            <pc:docMk/>
            <pc:sldMk cId="1870001844" sldId="792"/>
            <ac:spMk id="3" creationId="{F407570A-35E0-C689-8D89-981372F5A85F}"/>
          </ac:spMkLst>
        </pc:spChg>
        <pc:picChg chg="del">
          <ac:chgData name="Kate, Sneha (Cognizant)" userId="62ca8c89-7698-4ba4-86c5-ae883b79a337" providerId="ADAL" clId="{040ED0F6-41E0-44EA-8D91-87385E521FCF}" dt="2023-07-21T09:22:19.814" v="302" actId="478"/>
          <ac:picMkLst>
            <pc:docMk/>
            <pc:sldMk cId="1870001844" sldId="792"/>
            <ac:picMk id="6" creationId="{9EF183E1-DC40-F91F-7B10-AEBACABFAF94}"/>
          </ac:picMkLst>
        </pc:picChg>
      </pc:sldChg>
      <pc:sldChg chg="modSp add mod">
        <pc:chgData name="Kate, Sneha (Cognizant)" userId="62ca8c89-7698-4ba4-86c5-ae883b79a337" providerId="ADAL" clId="{040ED0F6-41E0-44EA-8D91-87385E521FCF}" dt="2023-07-21T09:27:25.929" v="309"/>
        <pc:sldMkLst>
          <pc:docMk/>
          <pc:sldMk cId="1454777293" sldId="793"/>
        </pc:sldMkLst>
        <pc:spChg chg="mod">
          <ac:chgData name="Kate, Sneha (Cognizant)" userId="62ca8c89-7698-4ba4-86c5-ae883b79a337" providerId="ADAL" clId="{040ED0F6-41E0-44EA-8D91-87385E521FCF}" dt="2023-07-21T09:27:25.929" v="309"/>
          <ac:spMkLst>
            <pc:docMk/>
            <pc:sldMk cId="1454777293" sldId="793"/>
            <ac:spMk id="2" creationId="{00565AA0-9D26-01E4-3E5C-A7CD5FA39082}"/>
          </ac:spMkLst>
        </pc:spChg>
        <pc:spChg chg="mod">
          <ac:chgData name="Kate, Sneha (Cognizant)" userId="62ca8c89-7698-4ba4-86c5-ae883b79a337" providerId="ADAL" clId="{040ED0F6-41E0-44EA-8D91-87385E521FCF}" dt="2023-07-21T09:27:16.125" v="307" actId="20577"/>
          <ac:spMkLst>
            <pc:docMk/>
            <pc:sldMk cId="1454777293" sldId="793"/>
            <ac:spMk id="3" creationId="{F407570A-35E0-C689-8D89-981372F5A85F}"/>
          </ac:spMkLst>
        </pc:spChg>
      </pc:sldChg>
      <pc:sldChg chg="modSp add mod ord">
        <pc:chgData name="Kate, Sneha (Cognizant)" userId="62ca8c89-7698-4ba4-86c5-ae883b79a337" providerId="ADAL" clId="{040ED0F6-41E0-44EA-8D91-87385E521FCF}" dt="2023-07-21T09:27:54.262" v="352" actId="20577"/>
        <pc:sldMkLst>
          <pc:docMk/>
          <pc:sldMk cId="2320455881" sldId="794"/>
        </pc:sldMkLst>
        <pc:spChg chg="mod">
          <ac:chgData name="Kate, Sneha (Cognizant)" userId="62ca8c89-7698-4ba4-86c5-ae883b79a337" providerId="ADAL" clId="{040ED0F6-41E0-44EA-8D91-87385E521FCF}" dt="2023-07-21T09:27:54.262" v="352" actId="20577"/>
          <ac:spMkLst>
            <pc:docMk/>
            <pc:sldMk cId="2320455881" sldId="794"/>
            <ac:spMk id="3" creationId="{C7276DC3-F326-F107-FC8E-C78A1B588DB8}"/>
          </ac:spMkLst>
        </pc:spChg>
      </pc:sldChg>
      <pc:sldChg chg="addSp modSp add mod ord">
        <pc:chgData name="Kate, Sneha (Cognizant)" userId="62ca8c89-7698-4ba4-86c5-ae883b79a337" providerId="ADAL" clId="{040ED0F6-41E0-44EA-8D91-87385E521FCF}" dt="2023-07-21T09:29:05.862" v="415" actId="1076"/>
        <pc:sldMkLst>
          <pc:docMk/>
          <pc:sldMk cId="3590220589" sldId="795"/>
        </pc:sldMkLst>
        <pc:spChg chg="mod">
          <ac:chgData name="Kate, Sneha (Cognizant)" userId="62ca8c89-7698-4ba4-86c5-ae883b79a337" providerId="ADAL" clId="{040ED0F6-41E0-44EA-8D91-87385E521FCF}" dt="2023-07-21T09:28:37.750" v="406" actId="6549"/>
          <ac:spMkLst>
            <pc:docMk/>
            <pc:sldMk cId="3590220589" sldId="795"/>
            <ac:spMk id="2" creationId="{00565AA0-9D26-01E4-3E5C-A7CD5FA39082}"/>
          </ac:spMkLst>
        </pc:spChg>
        <pc:spChg chg="mod">
          <ac:chgData name="Kate, Sneha (Cognizant)" userId="62ca8c89-7698-4ba4-86c5-ae883b79a337" providerId="ADAL" clId="{040ED0F6-41E0-44EA-8D91-87385E521FCF}" dt="2023-07-21T09:28:21.922" v="403" actId="20577"/>
          <ac:spMkLst>
            <pc:docMk/>
            <pc:sldMk cId="3590220589" sldId="795"/>
            <ac:spMk id="3" creationId="{F407570A-35E0-C689-8D89-981372F5A85F}"/>
          </ac:spMkLst>
        </pc:spChg>
        <pc:picChg chg="add mod">
          <ac:chgData name="Kate, Sneha (Cognizant)" userId="62ca8c89-7698-4ba4-86c5-ae883b79a337" providerId="ADAL" clId="{040ED0F6-41E0-44EA-8D91-87385E521FCF}" dt="2023-07-21T09:29:02.566" v="413" actId="1076"/>
          <ac:picMkLst>
            <pc:docMk/>
            <pc:sldMk cId="3590220589" sldId="795"/>
            <ac:picMk id="6" creationId="{3C2F4493-3818-E273-EC64-22000E0A67EC}"/>
          </ac:picMkLst>
        </pc:picChg>
        <pc:picChg chg="add mod">
          <ac:chgData name="Kate, Sneha (Cognizant)" userId="62ca8c89-7698-4ba4-86c5-ae883b79a337" providerId="ADAL" clId="{040ED0F6-41E0-44EA-8D91-87385E521FCF}" dt="2023-07-21T09:29:04.167" v="414" actId="1076"/>
          <ac:picMkLst>
            <pc:docMk/>
            <pc:sldMk cId="3590220589" sldId="795"/>
            <ac:picMk id="7" creationId="{1D6FF020-3C97-59CC-8C88-2D64AC2A7444}"/>
          </ac:picMkLst>
        </pc:picChg>
        <pc:picChg chg="add mod">
          <ac:chgData name="Kate, Sneha (Cognizant)" userId="62ca8c89-7698-4ba4-86c5-ae883b79a337" providerId="ADAL" clId="{040ED0F6-41E0-44EA-8D91-87385E521FCF}" dt="2023-07-21T09:29:05.862" v="415" actId="1076"/>
          <ac:picMkLst>
            <pc:docMk/>
            <pc:sldMk cId="3590220589" sldId="795"/>
            <ac:picMk id="8" creationId="{E81E678A-BF7D-A5E1-6843-6BA33FD68398}"/>
          </ac:picMkLst>
        </pc:picChg>
      </pc:sldChg>
      <pc:sldChg chg="addSp delSp modSp add mod">
        <pc:chgData name="Kate, Sneha (Cognizant)" userId="62ca8c89-7698-4ba4-86c5-ae883b79a337" providerId="ADAL" clId="{040ED0F6-41E0-44EA-8D91-87385E521FCF}" dt="2023-07-21T09:31:32.391" v="428" actId="1076"/>
        <pc:sldMkLst>
          <pc:docMk/>
          <pc:sldMk cId="2332863100" sldId="796"/>
        </pc:sldMkLst>
        <pc:spChg chg="mod">
          <ac:chgData name="Kate, Sneha (Cognizant)" userId="62ca8c89-7698-4ba4-86c5-ae883b79a337" providerId="ADAL" clId="{040ED0F6-41E0-44EA-8D91-87385E521FCF}" dt="2023-07-21T09:31:26.201" v="426" actId="20577"/>
          <ac:spMkLst>
            <pc:docMk/>
            <pc:sldMk cId="2332863100" sldId="796"/>
            <ac:spMk id="2" creationId="{00565AA0-9D26-01E4-3E5C-A7CD5FA39082}"/>
          </ac:spMkLst>
        </pc:spChg>
        <pc:spChg chg="mod">
          <ac:chgData name="Kate, Sneha (Cognizant)" userId="62ca8c89-7698-4ba4-86c5-ae883b79a337" providerId="ADAL" clId="{040ED0F6-41E0-44EA-8D91-87385E521FCF}" dt="2023-07-21T09:29:21.837" v="418" actId="20577"/>
          <ac:spMkLst>
            <pc:docMk/>
            <pc:sldMk cId="2332863100" sldId="796"/>
            <ac:spMk id="3" creationId="{F407570A-35E0-C689-8D89-981372F5A85F}"/>
          </ac:spMkLst>
        </pc:spChg>
        <pc:picChg chg="del">
          <ac:chgData name="Kate, Sneha (Cognizant)" userId="62ca8c89-7698-4ba4-86c5-ae883b79a337" providerId="ADAL" clId="{040ED0F6-41E0-44EA-8D91-87385E521FCF}" dt="2023-07-21T09:29:28.379" v="419" actId="478"/>
          <ac:picMkLst>
            <pc:docMk/>
            <pc:sldMk cId="2332863100" sldId="796"/>
            <ac:picMk id="6" creationId="{3C2F4493-3818-E273-EC64-22000E0A67EC}"/>
          </ac:picMkLst>
        </pc:picChg>
        <pc:picChg chg="del">
          <ac:chgData name="Kate, Sneha (Cognizant)" userId="62ca8c89-7698-4ba4-86c5-ae883b79a337" providerId="ADAL" clId="{040ED0F6-41E0-44EA-8D91-87385E521FCF}" dt="2023-07-21T09:29:29.931" v="420" actId="478"/>
          <ac:picMkLst>
            <pc:docMk/>
            <pc:sldMk cId="2332863100" sldId="796"/>
            <ac:picMk id="7" creationId="{1D6FF020-3C97-59CC-8C88-2D64AC2A7444}"/>
          </ac:picMkLst>
        </pc:picChg>
        <pc:picChg chg="del">
          <ac:chgData name="Kate, Sneha (Cognizant)" userId="62ca8c89-7698-4ba4-86c5-ae883b79a337" providerId="ADAL" clId="{040ED0F6-41E0-44EA-8D91-87385E521FCF}" dt="2023-07-21T09:31:12.717" v="421" actId="478"/>
          <ac:picMkLst>
            <pc:docMk/>
            <pc:sldMk cId="2332863100" sldId="796"/>
            <ac:picMk id="8" creationId="{E81E678A-BF7D-A5E1-6843-6BA33FD68398}"/>
          </ac:picMkLst>
        </pc:picChg>
        <pc:picChg chg="add mod">
          <ac:chgData name="Kate, Sneha (Cognizant)" userId="62ca8c89-7698-4ba4-86c5-ae883b79a337" providerId="ADAL" clId="{040ED0F6-41E0-44EA-8D91-87385E521FCF}" dt="2023-07-21T09:31:32.391" v="428" actId="1076"/>
          <ac:picMkLst>
            <pc:docMk/>
            <pc:sldMk cId="2332863100" sldId="796"/>
            <ac:picMk id="9" creationId="{BC2BBA04-9C07-AB72-622E-C59C688C7F30}"/>
          </ac:picMkLst>
        </pc:picChg>
      </pc:sldChg>
      <pc:sldChg chg="addSp delSp modSp add mod">
        <pc:chgData name="Kate, Sneha (Cognizant)" userId="62ca8c89-7698-4ba4-86c5-ae883b79a337" providerId="ADAL" clId="{040ED0F6-41E0-44EA-8D91-87385E521FCF}" dt="2023-07-21T09:32:39.132" v="498" actId="1076"/>
        <pc:sldMkLst>
          <pc:docMk/>
          <pc:sldMk cId="2141800558" sldId="797"/>
        </pc:sldMkLst>
        <pc:spChg chg="mod">
          <ac:chgData name="Kate, Sneha (Cognizant)" userId="62ca8c89-7698-4ba4-86c5-ae883b79a337" providerId="ADAL" clId="{040ED0F6-41E0-44EA-8D91-87385E521FCF}" dt="2023-07-21T09:32:34.245" v="496" actId="14100"/>
          <ac:spMkLst>
            <pc:docMk/>
            <pc:sldMk cId="2141800558" sldId="797"/>
            <ac:spMk id="2" creationId="{00565AA0-9D26-01E4-3E5C-A7CD5FA39082}"/>
          </ac:spMkLst>
        </pc:spChg>
        <pc:spChg chg="mod">
          <ac:chgData name="Kate, Sneha (Cognizant)" userId="62ca8c89-7698-4ba4-86c5-ae883b79a337" providerId="ADAL" clId="{040ED0F6-41E0-44EA-8D91-87385E521FCF}" dt="2023-07-21T09:31:57.251" v="432" actId="20577"/>
          <ac:spMkLst>
            <pc:docMk/>
            <pc:sldMk cId="2141800558" sldId="797"/>
            <ac:spMk id="3" creationId="{F407570A-35E0-C689-8D89-981372F5A85F}"/>
          </ac:spMkLst>
        </pc:spChg>
        <pc:picChg chg="add del mod">
          <ac:chgData name="Kate, Sneha (Cognizant)" userId="62ca8c89-7698-4ba4-86c5-ae883b79a337" providerId="ADAL" clId="{040ED0F6-41E0-44EA-8D91-87385E521FCF}" dt="2023-07-21T09:32:05.158" v="435" actId="478"/>
          <ac:picMkLst>
            <pc:docMk/>
            <pc:sldMk cId="2141800558" sldId="797"/>
            <ac:picMk id="6" creationId="{35890D70-2141-1B97-E8B9-91820039708E}"/>
          </ac:picMkLst>
        </pc:picChg>
        <pc:picChg chg="add mod">
          <ac:chgData name="Kate, Sneha (Cognizant)" userId="62ca8c89-7698-4ba4-86c5-ae883b79a337" providerId="ADAL" clId="{040ED0F6-41E0-44EA-8D91-87385E521FCF}" dt="2023-07-21T09:32:39.132" v="498" actId="1076"/>
          <ac:picMkLst>
            <pc:docMk/>
            <pc:sldMk cId="2141800558" sldId="797"/>
            <ac:picMk id="7" creationId="{2BD1E397-7010-8A0D-C4EE-CEB4E7D5713F}"/>
          </ac:picMkLst>
        </pc:picChg>
        <pc:picChg chg="del">
          <ac:chgData name="Kate, Sneha (Cognizant)" userId="62ca8c89-7698-4ba4-86c5-ae883b79a337" providerId="ADAL" clId="{040ED0F6-41E0-44EA-8D91-87385E521FCF}" dt="2023-07-21T09:31:59.502" v="433" actId="478"/>
          <ac:picMkLst>
            <pc:docMk/>
            <pc:sldMk cId="2141800558" sldId="797"/>
            <ac:picMk id="9" creationId="{BC2BBA04-9C07-AB72-622E-C59C688C7F30}"/>
          </ac:picMkLst>
        </pc:picChg>
      </pc:sldChg>
      <pc:sldChg chg="addSp delSp modSp add mod">
        <pc:chgData name="Kate, Sneha (Cognizant)" userId="62ca8c89-7698-4ba4-86c5-ae883b79a337" providerId="ADAL" clId="{040ED0F6-41E0-44EA-8D91-87385E521FCF}" dt="2023-07-21T09:33:34.544" v="558" actId="14100"/>
        <pc:sldMkLst>
          <pc:docMk/>
          <pc:sldMk cId="1912208328" sldId="798"/>
        </pc:sldMkLst>
        <pc:spChg chg="mod">
          <ac:chgData name="Kate, Sneha (Cognizant)" userId="62ca8c89-7698-4ba4-86c5-ae883b79a337" providerId="ADAL" clId="{040ED0F6-41E0-44EA-8D91-87385E521FCF}" dt="2023-07-21T09:33:11.091" v="552"/>
          <ac:spMkLst>
            <pc:docMk/>
            <pc:sldMk cId="1912208328" sldId="798"/>
            <ac:spMk id="2" creationId="{00565AA0-9D26-01E4-3E5C-A7CD5FA39082}"/>
          </ac:spMkLst>
        </pc:spChg>
        <pc:spChg chg="add del mod">
          <ac:chgData name="Kate, Sneha (Cognizant)" userId="62ca8c89-7698-4ba4-86c5-ae883b79a337" providerId="ADAL" clId="{040ED0F6-41E0-44EA-8D91-87385E521FCF}" dt="2023-07-21T09:33:34.544" v="558" actId="14100"/>
          <ac:spMkLst>
            <pc:docMk/>
            <pc:sldMk cId="1912208328" sldId="798"/>
            <ac:spMk id="3" creationId="{F407570A-35E0-C689-8D89-981372F5A85F}"/>
          </ac:spMkLst>
        </pc:spChg>
        <pc:picChg chg="add mod">
          <ac:chgData name="Kate, Sneha (Cognizant)" userId="62ca8c89-7698-4ba4-86c5-ae883b79a337" providerId="ADAL" clId="{040ED0F6-41E0-44EA-8D91-87385E521FCF}" dt="2023-07-21T09:32:55.558" v="501" actId="1076"/>
          <ac:picMkLst>
            <pc:docMk/>
            <pc:sldMk cId="1912208328" sldId="798"/>
            <ac:picMk id="6" creationId="{C6B20E5C-DB11-52C2-B2C1-ED9DA709095F}"/>
          </ac:picMkLst>
        </pc:picChg>
        <pc:picChg chg="del">
          <ac:chgData name="Kate, Sneha (Cognizant)" userId="62ca8c89-7698-4ba4-86c5-ae883b79a337" providerId="ADAL" clId="{040ED0F6-41E0-44EA-8D91-87385E521FCF}" dt="2023-07-21T09:32:49.268" v="499" actId="478"/>
          <ac:picMkLst>
            <pc:docMk/>
            <pc:sldMk cId="1912208328" sldId="798"/>
            <ac:picMk id="9" creationId="{BC2BBA04-9C07-AB72-622E-C59C688C7F30}"/>
          </ac:picMkLst>
        </pc:picChg>
      </pc:sldChg>
      <pc:sldChg chg="addSp delSp modSp add mod">
        <pc:chgData name="Kate, Sneha (Cognizant)" userId="62ca8c89-7698-4ba4-86c5-ae883b79a337" providerId="ADAL" clId="{040ED0F6-41E0-44EA-8D91-87385E521FCF}" dt="2023-07-21T09:34:17.815" v="568"/>
        <pc:sldMkLst>
          <pc:docMk/>
          <pc:sldMk cId="1478550188" sldId="799"/>
        </pc:sldMkLst>
        <pc:spChg chg="mod">
          <ac:chgData name="Kate, Sneha (Cognizant)" userId="62ca8c89-7698-4ba4-86c5-ae883b79a337" providerId="ADAL" clId="{040ED0F6-41E0-44EA-8D91-87385E521FCF}" dt="2023-07-21T09:34:17.815" v="568"/>
          <ac:spMkLst>
            <pc:docMk/>
            <pc:sldMk cId="1478550188" sldId="799"/>
            <ac:spMk id="2" creationId="{00565AA0-9D26-01E4-3E5C-A7CD5FA39082}"/>
          </ac:spMkLst>
        </pc:spChg>
        <pc:spChg chg="mod">
          <ac:chgData name="Kate, Sneha (Cognizant)" userId="62ca8c89-7698-4ba4-86c5-ae883b79a337" providerId="ADAL" clId="{040ED0F6-41E0-44EA-8D91-87385E521FCF}" dt="2023-07-21T09:34:05.388" v="566" actId="20577"/>
          <ac:spMkLst>
            <pc:docMk/>
            <pc:sldMk cId="1478550188" sldId="799"/>
            <ac:spMk id="3" creationId="{F407570A-35E0-C689-8D89-981372F5A85F}"/>
          </ac:spMkLst>
        </pc:spChg>
        <pc:picChg chg="del">
          <ac:chgData name="Kate, Sneha (Cognizant)" userId="62ca8c89-7698-4ba4-86c5-ae883b79a337" providerId="ADAL" clId="{040ED0F6-41E0-44EA-8D91-87385E521FCF}" dt="2023-07-21T09:33:52.958" v="560" actId="478"/>
          <ac:picMkLst>
            <pc:docMk/>
            <pc:sldMk cId="1478550188" sldId="799"/>
            <ac:picMk id="6" creationId="{C6B20E5C-DB11-52C2-B2C1-ED9DA709095F}"/>
          </ac:picMkLst>
        </pc:picChg>
        <pc:picChg chg="add mod">
          <ac:chgData name="Kate, Sneha (Cognizant)" userId="62ca8c89-7698-4ba4-86c5-ae883b79a337" providerId="ADAL" clId="{040ED0F6-41E0-44EA-8D91-87385E521FCF}" dt="2023-07-21T09:34:01.551" v="564" actId="14100"/>
          <ac:picMkLst>
            <pc:docMk/>
            <pc:sldMk cId="1478550188" sldId="799"/>
            <ac:picMk id="7" creationId="{36E131B1-B8F5-2561-BFF0-1C3ECC7E4D07}"/>
          </ac:picMkLst>
        </pc:picChg>
      </pc:sldChg>
      <pc:sldChg chg="addSp delSp modSp add mod">
        <pc:chgData name="Kate, Sneha (Cognizant)" userId="62ca8c89-7698-4ba4-86c5-ae883b79a337" providerId="ADAL" clId="{040ED0F6-41E0-44EA-8D91-87385E521FCF}" dt="2023-07-21T09:34:55.290" v="615" actId="1076"/>
        <pc:sldMkLst>
          <pc:docMk/>
          <pc:sldMk cId="225716268" sldId="800"/>
        </pc:sldMkLst>
        <pc:spChg chg="mod">
          <ac:chgData name="Kate, Sneha (Cognizant)" userId="62ca8c89-7698-4ba4-86c5-ae883b79a337" providerId="ADAL" clId="{040ED0F6-41E0-44EA-8D91-87385E521FCF}" dt="2023-07-21T09:34:48.347" v="613"/>
          <ac:spMkLst>
            <pc:docMk/>
            <pc:sldMk cId="225716268" sldId="800"/>
            <ac:spMk id="2" creationId="{00565AA0-9D26-01E4-3E5C-A7CD5FA39082}"/>
          </ac:spMkLst>
        </pc:spChg>
        <pc:spChg chg="mod">
          <ac:chgData name="Kate, Sneha (Cognizant)" userId="62ca8c89-7698-4ba4-86c5-ae883b79a337" providerId="ADAL" clId="{040ED0F6-41E0-44EA-8D91-87385E521FCF}" dt="2023-07-21T09:34:35.122" v="572" actId="20577"/>
          <ac:spMkLst>
            <pc:docMk/>
            <pc:sldMk cId="225716268" sldId="800"/>
            <ac:spMk id="3" creationId="{F407570A-35E0-C689-8D89-981372F5A85F}"/>
          </ac:spMkLst>
        </pc:spChg>
        <pc:picChg chg="add mod">
          <ac:chgData name="Kate, Sneha (Cognizant)" userId="62ca8c89-7698-4ba4-86c5-ae883b79a337" providerId="ADAL" clId="{040ED0F6-41E0-44EA-8D91-87385E521FCF}" dt="2023-07-21T09:34:55.290" v="615" actId="1076"/>
          <ac:picMkLst>
            <pc:docMk/>
            <pc:sldMk cId="225716268" sldId="800"/>
            <ac:picMk id="6" creationId="{DD627CF7-75F4-36D3-5547-DD4669DA05B5}"/>
          </ac:picMkLst>
        </pc:picChg>
        <pc:picChg chg="del">
          <ac:chgData name="Kate, Sneha (Cognizant)" userId="62ca8c89-7698-4ba4-86c5-ae883b79a337" providerId="ADAL" clId="{040ED0F6-41E0-44EA-8D91-87385E521FCF}" dt="2023-07-21T09:34:31.988" v="570" actId="478"/>
          <ac:picMkLst>
            <pc:docMk/>
            <pc:sldMk cId="225716268" sldId="800"/>
            <ac:picMk id="7" creationId="{36E131B1-B8F5-2561-BFF0-1C3ECC7E4D07}"/>
          </ac:picMkLst>
        </pc:picChg>
      </pc:sldChg>
      <pc:sldChg chg="addSp delSp modSp add mod">
        <pc:chgData name="Kate, Sneha (Cognizant)" userId="62ca8c89-7698-4ba4-86c5-ae883b79a337" providerId="ADAL" clId="{040ED0F6-41E0-44EA-8D91-87385E521FCF}" dt="2023-07-21T09:35:38.222" v="628" actId="1076"/>
        <pc:sldMkLst>
          <pc:docMk/>
          <pc:sldMk cId="595458134" sldId="801"/>
        </pc:sldMkLst>
        <pc:spChg chg="mod">
          <ac:chgData name="Kate, Sneha (Cognizant)" userId="62ca8c89-7698-4ba4-86c5-ae883b79a337" providerId="ADAL" clId="{040ED0F6-41E0-44EA-8D91-87385E521FCF}" dt="2023-07-21T09:35:33.161" v="626" actId="14100"/>
          <ac:spMkLst>
            <pc:docMk/>
            <pc:sldMk cId="595458134" sldId="801"/>
            <ac:spMk id="2" creationId="{00565AA0-9D26-01E4-3E5C-A7CD5FA39082}"/>
          </ac:spMkLst>
        </pc:spChg>
        <pc:spChg chg="mod">
          <ac:chgData name="Kate, Sneha (Cognizant)" userId="62ca8c89-7698-4ba4-86c5-ae883b79a337" providerId="ADAL" clId="{040ED0F6-41E0-44EA-8D91-87385E521FCF}" dt="2023-07-21T09:35:09.913" v="619" actId="20577"/>
          <ac:spMkLst>
            <pc:docMk/>
            <pc:sldMk cId="595458134" sldId="801"/>
            <ac:spMk id="3" creationId="{F407570A-35E0-C689-8D89-981372F5A85F}"/>
          </ac:spMkLst>
        </pc:spChg>
        <pc:picChg chg="del">
          <ac:chgData name="Kate, Sneha (Cognizant)" userId="62ca8c89-7698-4ba4-86c5-ae883b79a337" providerId="ADAL" clId="{040ED0F6-41E0-44EA-8D91-87385E521FCF}" dt="2023-07-21T09:35:07.101" v="617" actId="478"/>
          <ac:picMkLst>
            <pc:docMk/>
            <pc:sldMk cId="595458134" sldId="801"/>
            <ac:picMk id="6" creationId="{DD627CF7-75F4-36D3-5547-DD4669DA05B5}"/>
          </ac:picMkLst>
        </pc:picChg>
        <pc:picChg chg="add mod">
          <ac:chgData name="Kate, Sneha (Cognizant)" userId="62ca8c89-7698-4ba4-86c5-ae883b79a337" providerId="ADAL" clId="{040ED0F6-41E0-44EA-8D91-87385E521FCF}" dt="2023-07-21T09:35:38.222" v="628" actId="1076"/>
          <ac:picMkLst>
            <pc:docMk/>
            <pc:sldMk cId="595458134" sldId="801"/>
            <ac:picMk id="7" creationId="{C3BBB121-E36F-370B-316B-6BA7D0DAF576}"/>
          </ac:picMkLst>
        </pc:picChg>
      </pc:sldChg>
      <pc:sldChg chg="modSp add mod ord">
        <pc:chgData name="Kate, Sneha (Cognizant)" userId="62ca8c89-7698-4ba4-86c5-ae883b79a337" providerId="ADAL" clId="{040ED0F6-41E0-44EA-8D91-87385E521FCF}" dt="2023-07-21T09:36:12.160" v="653" actId="20577"/>
        <pc:sldMkLst>
          <pc:docMk/>
          <pc:sldMk cId="163803918" sldId="802"/>
        </pc:sldMkLst>
        <pc:spChg chg="mod">
          <ac:chgData name="Kate, Sneha (Cognizant)" userId="62ca8c89-7698-4ba4-86c5-ae883b79a337" providerId="ADAL" clId="{040ED0F6-41E0-44EA-8D91-87385E521FCF}" dt="2023-07-21T09:36:12.160" v="653" actId="20577"/>
          <ac:spMkLst>
            <pc:docMk/>
            <pc:sldMk cId="163803918" sldId="802"/>
            <ac:spMk id="3" creationId="{C7276DC3-F326-F107-FC8E-C78A1B588DB8}"/>
          </ac:spMkLst>
        </pc:spChg>
      </pc:sldChg>
      <pc:sldChg chg="delSp modSp add mod ord">
        <pc:chgData name="Kate, Sneha (Cognizant)" userId="62ca8c89-7698-4ba4-86c5-ae883b79a337" providerId="ADAL" clId="{040ED0F6-41E0-44EA-8D91-87385E521FCF}" dt="2023-07-21T09:36:46.515" v="687"/>
        <pc:sldMkLst>
          <pc:docMk/>
          <pc:sldMk cId="1624855474" sldId="803"/>
        </pc:sldMkLst>
        <pc:spChg chg="mod">
          <ac:chgData name="Kate, Sneha (Cognizant)" userId="62ca8c89-7698-4ba4-86c5-ae883b79a337" providerId="ADAL" clId="{040ED0F6-41E0-44EA-8D91-87385E521FCF}" dt="2023-07-21T09:36:46.515" v="687"/>
          <ac:spMkLst>
            <pc:docMk/>
            <pc:sldMk cId="1624855474" sldId="803"/>
            <ac:spMk id="2" creationId="{00565AA0-9D26-01E4-3E5C-A7CD5FA39082}"/>
          </ac:spMkLst>
        </pc:spChg>
        <pc:spChg chg="mod">
          <ac:chgData name="Kate, Sneha (Cognizant)" userId="62ca8c89-7698-4ba4-86c5-ae883b79a337" providerId="ADAL" clId="{040ED0F6-41E0-44EA-8D91-87385E521FCF}" dt="2023-07-21T09:36:36.549" v="674" actId="20577"/>
          <ac:spMkLst>
            <pc:docMk/>
            <pc:sldMk cId="1624855474" sldId="803"/>
            <ac:spMk id="3" creationId="{F407570A-35E0-C689-8D89-981372F5A85F}"/>
          </ac:spMkLst>
        </pc:spChg>
        <pc:picChg chg="del">
          <ac:chgData name="Kate, Sneha (Cognizant)" userId="62ca8c89-7698-4ba4-86c5-ae883b79a337" providerId="ADAL" clId="{040ED0F6-41E0-44EA-8D91-87385E521FCF}" dt="2023-07-21T09:36:29.639" v="657" actId="478"/>
          <ac:picMkLst>
            <pc:docMk/>
            <pc:sldMk cId="1624855474" sldId="803"/>
            <ac:picMk id="7" creationId="{C3BBB121-E36F-370B-316B-6BA7D0DAF576}"/>
          </ac:picMkLst>
        </pc:picChg>
      </pc:sldChg>
      <pc:sldChg chg="modSp add mod ord">
        <pc:chgData name="Kate, Sneha (Cognizant)" userId="62ca8c89-7698-4ba4-86c5-ae883b79a337" providerId="ADAL" clId="{040ED0F6-41E0-44EA-8D91-87385E521FCF}" dt="2023-07-21T09:37:16.686" v="713" actId="20577"/>
        <pc:sldMkLst>
          <pc:docMk/>
          <pc:sldMk cId="3818708857" sldId="804"/>
        </pc:sldMkLst>
        <pc:spChg chg="mod">
          <ac:chgData name="Kate, Sneha (Cognizant)" userId="62ca8c89-7698-4ba4-86c5-ae883b79a337" providerId="ADAL" clId="{040ED0F6-41E0-44EA-8D91-87385E521FCF}" dt="2023-07-21T09:37:16.686" v="713" actId="20577"/>
          <ac:spMkLst>
            <pc:docMk/>
            <pc:sldMk cId="3818708857" sldId="804"/>
            <ac:spMk id="3" creationId="{C7276DC3-F326-F107-FC8E-C78A1B588DB8}"/>
          </ac:spMkLst>
        </pc:spChg>
      </pc:sldChg>
      <pc:sldChg chg="modSp add mod ord">
        <pc:chgData name="Kate, Sneha (Cognizant)" userId="62ca8c89-7698-4ba4-86c5-ae883b79a337" providerId="ADAL" clId="{040ED0F6-41E0-44EA-8D91-87385E521FCF}" dt="2023-07-21T09:38:04.425" v="747" actId="12"/>
        <pc:sldMkLst>
          <pc:docMk/>
          <pc:sldMk cId="214089697" sldId="805"/>
        </pc:sldMkLst>
        <pc:spChg chg="mod">
          <ac:chgData name="Kate, Sneha (Cognizant)" userId="62ca8c89-7698-4ba4-86c5-ae883b79a337" providerId="ADAL" clId="{040ED0F6-41E0-44EA-8D91-87385E521FCF}" dt="2023-07-21T09:38:04.425" v="747" actId="12"/>
          <ac:spMkLst>
            <pc:docMk/>
            <pc:sldMk cId="214089697" sldId="805"/>
            <ac:spMk id="2" creationId="{00565AA0-9D26-01E4-3E5C-A7CD5FA39082}"/>
          </ac:spMkLst>
        </pc:spChg>
        <pc:spChg chg="mod">
          <ac:chgData name="Kate, Sneha (Cognizant)" userId="62ca8c89-7698-4ba4-86c5-ae883b79a337" providerId="ADAL" clId="{040ED0F6-41E0-44EA-8D91-87385E521FCF}" dt="2023-07-21T09:37:43.680" v="744" actId="20577"/>
          <ac:spMkLst>
            <pc:docMk/>
            <pc:sldMk cId="214089697" sldId="805"/>
            <ac:spMk id="3" creationId="{F407570A-35E0-C689-8D89-981372F5A85F}"/>
          </ac:spMkLst>
        </pc:spChg>
      </pc:sldChg>
      <pc:sldChg chg="addSp modSp add mod">
        <pc:chgData name="Kate, Sneha (Cognizant)" userId="62ca8c89-7698-4ba4-86c5-ae883b79a337" providerId="ADAL" clId="{040ED0F6-41E0-44EA-8D91-87385E521FCF}" dt="2023-07-21T09:38:31.493" v="751" actId="1076"/>
        <pc:sldMkLst>
          <pc:docMk/>
          <pc:sldMk cId="234692659" sldId="806"/>
        </pc:sldMkLst>
        <pc:spChg chg="mod">
          <ac:chgData name="Kate, Sneha (Cognizant)" userId="62ca8c89-7698-4ba4-86c5-ae883b79a337" providerId="ADAL" clId="{040ED0F6-41E0-44EA-8D91-87385E521FCF}" dt="2023-07-21T09:38:26.135" v="749" actId="20577"/>
          <ac:spMkLst>
            <pc:docMk/>
            <pc:sldMk cId="234692659" sldId="806"/>
            <ac:spMk id="2" creationId="{00565AA0-9D26-01E4-3E5C-A7CD5FA39082}"/>
          </ac:spMkLst>
        </pc:spChg>
        <pc:picChg chg="add mod">
          <ac:chgData name="Kate, Sneha (Cognizant)" userId="62ca8c89-7698-4ba4-86c5-ae883b79a337" providerId="ADAL" clId="{040ED0F6-41E0-44EA-8D91-87385E521FCF}" dt="2023-07-21T09:38:31.493" v="751" actId="1076"/>
          <ac:picMkLst>
            <pc:docMk/>
            <pc:sldMk cId="234692659" sldId="806"/>
            <ac:picMk id="6" creationId="{D5B7B3EE-8412-73F2-3210-E02B4419ACC3}"/>
          </ac:picMkLst>
        </pc:picChg>
      </pc:sldChg>
      <pc:sldChg chg="addSp delSp modSp add mod">
        <pc:chgData name="Kate, Sneha (Cognizant)" userId="62ca8c89-7698-4ba4-86c5-ae883b79a337" providerId="ADAL" clId="{040ED0F6-41E0-44EA-8D91-87385E521FCF}" dt="2023-07-21T09:39:23.467" v="762" actId="12"/>
        <pc:sldMkLst>
          <pc:docMk/>
          <pc:sldMk cId="3887715479" sldId="807"/>
        </pc:sldMkLst>
        <pc:spChg chg="mod">
          <ac:chgData name="Kate, Sneha (Cognizant)" userId="62ca8c89-7698-4ba4-86c5-ae883b79a337" providerId="ADAL" clId="{040ED0F6-41E0-44EA-8D91-87385E521FCF}" dt="2023-07-21T09:39:00.468" v="757"/>
          <ac:spMkLst>
            <pc:docMk/>
            <pc:sldMk cId="3887715479" sldId="807"/>
            <ac:spMk id="3" creationId="{F407570A-35E0-C689-8D89-981372F5A85F}"/>
          </ac:spMkLst>
        </pc:spChg>
        <pc:spChg chg="add mod">
          <ac:chgData name="Kate, Sneha (Cognizant)" userId="62ca8c89-7698-4ba4-86c5-ae883b79a337" providerId="ADAL" clId="{040ED0F6-41E0-44EA-8D91-87385E521FCF}" dt="2023-07-21T09:39:23.467" v="762" actId="12"/>
          <ac:spMkLst>
            <pc:docMk/>
            <pc:sldMk cId="3887715479" sldId="807"/>
            <ac:spMk id="8" creationId="{73764FB2-F9AC-792B-C1EF-859B8B8EF2F4}"/>
          </ac:spMkLst>
        </pc:spChg>
        <pc:picChg chg="del">
          <ac:chgData name="Kate, Sneha (Cognizant)" userId="62ca8c89-7698-4ba4-86c5-ae883b79a337" providerId="ADAL" clId="{040ED0F6-41E0-44EA-8D91-87385E521FCF}" dt="2023-07-21T09:38:48.756" v="753" actId="478"/>
          <ac:picMkLst>
            <pc:docMk/>
            <pc:sldMk cId="3887715479" sldId="807"/>
            <ac:picMk id="6" creationId="{D5B7B3EE-8412-73F2-3210-E02B4419ACC3}"/>
          </ac:picMkLst>
        </pc:picChg>
      </pc:sldChg>
      <pc:sldChg chg="modSp add mod">
        <pc:chgData name="Kate, Sneha (Cognizant)" userId="62ca8c89-7698-4ba4-86c5-ae883b79a337" providerId="ADAL" clId="{040ED0F6-41E0-44EA-8D91-87385E521FCF}" dt="2023-07-21T09:49:58.635" v="776"/>
        <pc:sldMkLst>
          <pc:docMk/>
          <pc:sldMk cId="3406187262" sldId="808"/>
        </pc:sldMkLst>
        <pc:spChg chg="mod">
          <ac:chgData name="Kate, Sneha (Cognizant)" userId="62ca8c89-7698-4ba4-86c5-ae883b79a337" providerId="ADAL" clId="{040ED0F6-41E0-44EA-8D91-87385E521FCF}" dt="2023-07-21T09:49:47.405" v="775" actId="20577"/>
          <ac:spMkLst>
            <pc:docMk/>
            <pc:sldMk cId="3406187262" sldId="808"/>
            <ac:spMk id="3" creationId="{F407570A-35E0-C689-8D89-981372F5A85F}"/>
          </ac:spMkLst>
        </pc:spChg>
        <pc:spChg chg="mod">
          <ac:chgData name="Kate, Sneha (Cognizant)" userId="62ca8c89-7698-4ba4-86c5-ae883b79a337" providerId="ADAL" clId="{040ED0F6-41E0-44EA-8D91-87385E521FCF}" dt="2023-07-21T09:49:58.635" v="776"/>
          <ac:spMkLst>
            <pc:docMk/>
            <pc:sldMk cId="3406187262" sldId="808"/>
            <ac:spMk id="8" creationId="{73764FB2-F9AC-792B-C1EF-859B8B8EF2F4}"/>
          </ac:spMkLst>
        </pc:spChg>
      </pc:sldChg>
      <pc:sldChg chg="addSp modSp add mod">
        <pc:chgData name="Kate, Sneha (Cognizant)" userId="62ca8c89-7698-4ba4-86c5-ae883b79a337" providerId="ADAL" clId="{040ED0F6-41E0-44EA-8D91-87385E521FCF}" dt="2023-07-21T09:51:02.230" v="799" actId="12"/>
        <pc:sldMkLst>
          <pc:docMk/>
          <pc:sldMk cId="3251431116" sldId="809"/>
        </pc:sldMkLst>
        <pc:spChg chg="mod">
          <ac:chgData name="Kate, Sneha (Cognizant)" userId="62ca8c89-7698-4ba4-86c5-ae883b79a337" providerId="ADAL" clId="{040ED0F6-41E0-44EA-8D91-87385E521FCF}" dt="2023-07-21T09:50:26.825" v="792" actId="20577"/>
          <ac:spMkLst>
            <pc:docMk/>
            <pc:sldMk cId="3251431116" sldId="809"/>
            <ac:spMk id="3" creationId="{F407570A-35E0-C689-8D89-981372F5A85F}"/>
          </ac:spMkLst>
        </pc:spChg>
        <pc:spChg chg="mod">
          <ac:chgData name="Kate, Sneha (Cognizant)" userId="62ca8c89-7698-4ba4-86c5-ae883b79a337" providerId="ADAL" clId="{040ED0F6-41E0-44EA-8D91-87385E521FCF}" dt="2023-07-21T09:51:02.230" v="799" actId="12"/>
          <ac:spMkLst>
            <pc:docMk/>
            <pc:sldMk cId="3251431116" sldId="809"/>
            <ac:spMk id="8" creationId="{73764FB2-F9AC-792B-C1EF-859B8B8EF2F4}"/>
          </ac:spMkLst>
        </pc:spChg>
        <pc:picChg chg="add mod">
          <ac:chgData name="Kate, Sneha (Cognizant)" userId="62ca8c89-7698-4ba4-86c5-ae883b79a337" providerId="ADAL" clId="{040ED0F6-41E0-44EA-8D91-87385E521FCF}" dt="2023-07-21T09:50:55.286" v="798" actId="1076"/>
          <ac:picMkLst>
            <pc:docMk/>
            <pc:sldMk cId="3251431116" sldId="809"/>
            <ac:picMk id="6" creationId="{AB044064-26FE-70FB-C343-CCFFA2BB6D74}"/>
          </ac:picMkLst>
        </pc:picChg>
        <pc:picChg chg="add mod">
          <ac:chgData name="Kate, Sneha (Cognizant)" userId="62ca8c89-7698-4ba4-86c5-ae883b79a337" providerId="ADAL" clId="{040ED0F6-41E0-44EA-8D91-87385E521FCF}" dt="2023-07-21T09:50:52.882" v="797" actId="1076"/>
          <ac:picMkLst>
            <pc:docMk/>
            <pc:sldMk cId="3251431116" sldId="809"/>
            <ac:picMk id="7" creationId="{65AFE873-0AD8-A478-101C-D73738FE5E69}"/>
          </ac:picMkLst>
        </pc:picChg>
      </pc:sldChg>
      <pc:sldChg chg="modSp add mod ord">
        <pc:chgData name="Kate, Sneha (Cognizant)" userId="62ca8c89-7698-4ba4-86c5-ae883b79a337" providerId="ADAL" clId="{040ED0F6-41E0-44EA-8D91-87385E521FCF}" dt="2023-07-21T09:52:07.858" v="859" actId="14100"/>
        <pc:sldMkLst>
          <pc:docMk/>
          <pc:sldMk cId="2098586728" sldId="810"/>
        </pc:sldMkLst>
        <pc:spChg chg="mod">
          <ac:chgData name="Kate, Sneha (Cognizant)" userId="62ca8c89-7698-4ba4-86c5-ae883b79a337" providerId="ADAL" clId="{040ED0F6-41E0-44EA-8D91-87385E521FCF}" dt="2023-07-21T09:52:01.200" v="857" actId="14100"/>
          <ac:spMkLst>
            <pc:docMk/>
            <pc:sldMk cId="2098586728" sldId="810"/>
            <ac:spMk id="3" creationId="{C7276DC3-F326-F107-FC8E-C78A1B588DB8}"/>
          </ac:spMkLst>
        </pc:spChg>
        <pc:spChg chg="mod">
          <ac:chgData name="Kate, Sneha (Cognizant)" userId="62ca8c89-7698-4ba4-86c5-ae883b79a337" providerId="ADAL" clId="{040ED0F6-41E0-44EA-8D91-87385E521FCF}" dt="2023-07-21T09:52:07.858" v="859" actId="14100"/>
          <ac:spMkLst>
            <pc:docMk/>
            <pc:sldMk cId="2098586728" sldId="810"/>
            <ac:spMk id="5" creationId="{950E133F-E69D-1B0A-B204-ED8872B1C093}"/>
          </ac:spMkLst>
        </pc:spChg>
      </pc:sldChg>
      <pc:sldChg chg="delSp modSp add mod ord">
        <pc:chgData name="Kate, Sneha (Cognizant)" userId="62ca8c89-7698-4ba4-86c5-ae883b79a337" providerId="ADAL" clId="{040ED0F6-41E0-44EA-8D91-87385E521FCF}" dt="2023-07-21T09:53:54.359" v="939" actId="12"/>
        <pc:sldMkLst>
          <pc:docMk/>
          <pc:sldMk cId="1442782149" sldId="811"/>
        </pc:sldMkLst>
        <pc:spChg chg="mod">
          <ac:chgData name="Kate, Sneha (Cognizant)" userId="62ca8c89-7698-4ba4-86c5-ae883b79a337" providerId="ADAL" clId="{040ED0F6-41E0-44EA-8D91-87385E521FCF}" dt="2023-07-21T09:53:46.726" v="938" actId="20577"/>
          <ac:spMkLst>
            <pc:docMk/>
            <pc:sldMk cId="1442782149" sldId="811"/>
            <ac:spMk id="3" creationId="{F407570A-35E0-C689-8D89-981372F5A85F}"/>
          </ac:spMkLst>
        </pc:spChg>
        <pc:spChg chg="mod">
          <ac:chgData name="Kate, Sneha (Cognizant)" userId="62ca8c89-7698-4ba4-86c5-ae883b79a337" providerId="ADAL" clId="{040ED0F6-41E0-44EA-8D91-87385E521FCF}" dt="2023-07-21T09:53:54.359" v="939" actId="12"/>
          <ac:spMkLst>
            <pc:docMk/>
            <pc:sldMk cId="1442782149" sldId="811"/>
            <ac:spMk id="8" creationId="{73764FB2-F9AC-792B-C1EF-859B8B8EF2F4}"/>
          </ac:spMkLst>
        </pc:spChg>
        <pc:picChg chg="del">
          <ac:chgData name="Kate, Sneha (Cognizant)" userId="62ca8c89-7698-4ba4-86c5-ae883b79a337" providerId="ADAL" clId="{040ED0F6-41E0-44EA-8D91-87385E521FCF}" dt="2023-07-21T09:53:05.216" v="891" actId="478"/>
          <ac:picMkLst>
            <pc:docMk/>
            <pc:sldMk cId="1442782149" sldId="811"/>
            <ac:picMk id="6" creationId="{AB044064-26FE-70FB-C343-CCFFA2BB6D74}"/>
          </ac:picMkLst>
        </pc:picChg>
        <pc:picChg chg="del">
          <ac:chgData name="Kate, Sneha (Cognizant)" userId="62ca8c89-7698-4ba4-86c5-ae883b79a337" providerId="ADAL" clId="{040ED0F6-41E0-44EA-8D91-87385E521FCF}" dt="2023-07-21T09:53:03.266" v="890" actId="478"/>
          <ac:picMkLst>
            <pc:docMk/>
            <pc:sldMk cId="1442782149" sldId="811"/>
            <ac:picMk id="7" creationId="{65AFE873-0AD8-A478-101C-D73738FE5E69}"/>
          </ac:picMkLst>
        </pc:picChg>
      </pc:sldChg>
      <pc:sldChg chg="modSp add mod">
        <pc:chgData name="Kate, Sneha (Cognizant)" userId="62ca8c89-7698-4ba4-86c5-ae883b79a337" providerId="ADAL" clId="{040ED0F6-41E0-44EA-8D91-87385E521FCF}" dt="2023-07-21T09:54:35.105" v="978" actId="12"/>
        <pc:sldMkLst>
          <pc:docMk/>
          <pc:sldMk cId="2441220481" sldId="812"/>
        </pc:sldMkLst>
        <pc:spChg chg="mod">
          <ac:chgData name="Kate, Sneha (Cognizant)" userId="62ca8c89-7698-4ba4-86c5-ae883b79a337" providerId="ADAL" clId="{040ED0F6-41E0-44EA-8D91-87385E521FCF}" dt="2023-07-21T09:54:24.774" v="976" actId="20577"/>
          <ac:spMkLst>
            <pc:docMk/>
            <pc:sldMk cId="2441220481" sldId="812"/>
            <ac:spMk id="3" creationId="{F407570A-35E0-C689-8D89-981372F5A85F}"/>
          </ac:spMkLst>
        </pc:spChg>
        <pc:spChg chg="mod">
          <ac:chgData name="Kate, Sneha (Cognizant)" userId="62ca8c89-7698-4ba4-86c5-ae883b79a337" providerId="ADAL" clId="{040ED0F6-41E0-44EA-8D91-87385E521FCF}" dt="2023-07-21T09:54:35.105" v="978" actId="12"/>
          <ac:spMkLst>
            <pc:docMk/>
            <pc:sldMk cId="2441220481" sldId="812"/>
            <ac:spMk id="8" creationId="{73764FB2-F9AC-792B-C1EF-859B8B8EF2F4}"/>
          </ac:spMkLst>
        </pc:spChg>
      </pc:sldChg>
      <pc:sldChg chg="modSp add mod">
        <pc:chgData name="Kate, Sneha (Cognizant)" userId="62ca8c89-7698-4ba4-86c5-ae883b79a337" providerId="ADAL" clId="{040ED0F6-41E0-44EA-8D91-87385E521FCF}" dt="2023-07-21T10:03:21.624" v="1141" actId="20577"/>
        <pc:sldMkLst>
          <pc:docMk/>
          <pc:sldMk cId="3229305775" sldId="813"/>
        </pc:sldMkLst>
        <pc:spChg chg="mod">
          <ac:chgData name="Kate, Sneha (Cognizant)" userId="62ca8c89-7698-4ba4-86c5-ae883b79a337" providerId="ADAL" clId="{040ED0F6-41E0-44EA-8D91-87385E521FCF}" dt="2023-07-21T10:02:53.435" v="1130" actId="20577"/>
          <ac:spMkLst>
            <pc:docMk/>
            <pc:sldMk cId="3229305775" sldId="813"/>
            <ac:spMk id="7" creationId="{EA0D6B93-CE79-4088-9EA6-938915E2F70B}"/>
          </ac:spMkLst>
        </pc:spChg>
        <pc:spChg chg="mod">
          <ac:chgData name="Kate, Sneha (Cognizant)" userId="62ca8c89-7698-4ba4-86c5-ae883b79a337" providerId="ADAL" clId="{040ED0F6-41E0-44EA-8D91-87385E521FCF}" dt="2023-07-21T10:03:16.490" v="1134" actId="12"/>
          <ac:spMkLst>
            <pc:docMk/>
            <pc:sldMk cId="3229305775" sldId="813"/>
            <ac:spMk id="8" creationId="{D05C2CA5-DEA1-3E93-24DC-C0DA712EEAA3}"/>
          </ac:spMkLst>
        </pc:spChg>
        <pc:graphicFrameChg chg="mod">
          <ac:chgData name="Kate, Sneha (Cognizant)" userId="62ca8c89-7698-4ba4-86c5-ae883b79a337" providerId="ADAL" clId="{040ED0F6-41E0-44EA-8D91-87385E521FCF}" dt="2023-07-21T10:03:00.943" v="1131"/>
          <ac:graphicFrameMkLst>
            <pc:docMk/>
            <pc:sldMk cId="3229305775" sldId="813"/>
            <ac:graphicFrameMk id="5" creationId="{71AF468C-B04E-BD66-2C2E-6A4F0AAA2E2F}"/>
          </ac:graphicFrameMkLst>
        </pc:graphicFrameChg>
        <pc:graphicFrameChg chg="mod">
          <ac:chgData name="Kate, Sneha (Cognizant)" userId="62ca8c89-7698-4ba4-86c5-ae883b79a337" providerId="ADAL" clId="{040ED0F6-41E0-44EA-8D91-87385E521FCF}" dt="2023-07-21T10:03:21.624" v="1141" actId="20577"/>
          <ac:graphicFrameMkLst>
            <pc:docMk/>
            <pc:sldMk cId="3229305775" sldId="813"/>
            <ac:graphicFrameMk id="6" creationId="{8CA72680-3A46-3D46-A5A0-B399BF375B4E}"/>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1. What type of report cannot be used to populate a chart in a dashboard?</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1768">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Tabular</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2. Which report type allows you to group the report results and then summarize information about those groupings?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2995">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Summary Report</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44332" custLinFactNeighborX="0"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3.</a:t>
          </a:r>
          <a:r>
            <a:rPr lang="en-US" sz="1800" dirty="0">
              <a:latin typeface="Arial" panose="020B0604020202020204" pitchFamily="34" charset="0"/>
              <a:cs typeface="Arial" panose="020B0604020202020204" pitchFamily="34" charset="0"/>
            </a:rPr>
            <a:t> Dashboards automatically refresh every time you open them.</a:t>
          </a:r>
        </a:p>
        <a:p>
          <a:r>
            <a:rPr lang="en-US" sz="1800" b="0" dirty="0">
              <a:solidFill>
                <a:schemeClr val="bg1"/>
              </a:solidFill>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2995">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43930" custLinFactNeighborX="0"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4. </a:t>
          </a:r>
          <a:r>
            <a:rPr lang="en-US" sz="1800" dirty="0">
              <a:latin typeface="Arial" panose="020B0604020202020204" pitchFamily="34" charset="0"/>
              <a:cs typeface="Arial" panose="020B0604020202020204" pitchFamily="34" charset="0"/>
            </a:rPr>
            <a:t>You can use standard reports when creating Dashboards.</a:t>
          </a:r>
        </a:p>
        <a:p>
          <a:r>
            <a:rPr lang="en-US" sz="1800" b="0" dirty="0">
              <a:solidFill>
                <a:schemeClr val="bg1"/>
              </a:solidFill>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9520">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False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43930" custLinFactNeighborX="0"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4. </a:t>
          </a:r>
          <a:r>
            <a:rPr lang="en-US" sz="1800" dirty="0">
              <a:latin typeface="Arial" panose="020B0604020202020204" pitchFamily="34" charset="0"/>
              <a:cs typeface="Arial" panose="020B0604020202020204" pitchFamily="34" charset="0"/>
            </a:rPr>
            <a:t>What is the maximum number of Components available on a Dashboard?</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0496" custLinFactNeighborY="59520">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20</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43930" custLinFactNeighborX="0"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480514"/>
          <a:ext cx="8333885" cy="94868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1. What type of report cannot be used to populate a chart in a dashboard?</a:t>
          </a:r>
          <a:endParaRPr lang="en-US" sz="1800" kern="1200" dirty="0">
            <a:solidFill>
              <a:schemeClr val="bg1"/>
            </a:solidFill>
            <a:latin typeface="Arial" panose="020B0604020202020204" pitchFamily="34" charset="0"/>
            <a:cs typeface="Arial" panose="020B0604020202020204" pitchFamily="34" charset="0"/>
          </a:endParaRPr>
        </a:p>
      </dsp:txBody>
      <dsp:txXfrm>
        <a:off x="46311" y="526825"/>
        <a:ext cx="8241263" cy="856065"/>
      </dsp:txXfrm>
    </dsp:sp>
    <dsp:sp modelId="{0EBE7C70-51AD-4402-A9D8-36889ADBC56A}">
      <dsp:nvSpPr>
        <dsp:cNvPr id="0" name=""/>
        <dsp:cNvSpPr/>
      </dsp:nvSpPr>
      <dsp:spPr>
        <a:xfrm>
          <a:off x="0" y="949565"/>
          <a:ext cx="8333885"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1120" rIns="398272" bIns="71120" numCol="1" spcCol="1270" anchor="t" anchorCtr="0">
          <a:noAutofit/>
        </a:bodyPr>
        <a:lstStyle/>
        <a:p>
          <a:pPr marL="285750" lvl="1" indent="-285750" algn="l" defTabSz="1955800">
            <a:lnSpc>
              <a:spcPct val="90000"/>
            </a:lnSpc>
            <a:spcBef>
              <a:spcPct val="0"/>
            </a:spcBef>
            <a:spcAft>
              <a:spcPct val="20000"/>
            </a:spcAft>
            <a:buChar char="•"/>
          </a:pPr>
          <a:endParaRPr lang="en-US" sz="4400" kern="1200" dirty="0">
            <a:solidFill>
              <a:schemeClr val="bg1">
                <a:lumMod val="95000"/>
              </a:schemeClr>
            </a:solidFill>
            <a:latin typeface="Arial" panose="020B0604020202020204" pitchFamily="34" charset="0"/>
            <a:cs typeface="Arial" panose="020B0604020202020204" pitchFamily="34" charset="0"/>
          </a:endParaRPr>
        </a:p>
      </dsp:txBody>
      <dsp:txXfrm>
        <a:off x="0" y="949565"/>
        <a:ext cx="8333885" cy="9273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Tabular</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536328"/>
          <a:ext cx="8333885" cy="10164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2. Which report type allows you to group the report results and then summarize information about those groupings?</a:t>
          </a:r>
          <a:endParaRPr lang="en-US" sz="1800" kern="1200" dirty="0">
            <a:solidFill>
              <a:schemeClr val="bg1"/>
            </a:solidFill>
            <a:latin typeface="Arial" panose="020B0604020202020204" pitchFamily="34" charset="0"/>
            <a:cs typeface="Arial" panose="020B0604020202020204" pitchFamily="34" charset="0"/>
          </a:endParaRPr>
        </a:p>
      </dsp:txBody>
      <dsp:txXfrm>
        <a:off x="49619" y="585947"/>
        <a:ext cx="8234647" cy="917213"/>
      </dsp:txXfrm>
    </dsp:sp>
    <dsp:sp modelId="{0EBE7C70-51AD-4402-A9D8-36889ADBC56A}">
      <dsp:nvSpPr>
        <dsp:cNvPr id="0" name=""/>
        <dsp:cNvSpPr/>
      </dsp:nvSpPr>
      <dsp:spPr>
        <a:xfrm>
          <a:off x="0" y="1035991"/>
          <a:ext cx="8333885"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6200" rIns="426720" bIns="76200" numCol="1" spcCol="1270" anchor="t" anchorCtr="0">
          <a:noAutofit/>
        </a:bodyPr>
        <a:lstStyle/>
        <a:p>
          <a:pPr marL="285750" lvl="1" indent="-285750" algn="l" defTabSz="2089150">
            <a:lnSpc>
              <a:spcPct val="90000"/>
            </a:lnSpc>
            <a:spcBef>
              <a:spcPct val="0"/>
            </a:spcBef>
            <a:spcAft>
              <a:spcPct val="20000"/>
            </a:spcAft>
            <a:buChar char="•"/>
          </a:pPr>
          <a:endParaRPr lang="en-US" sz="4700" kern="1200" dirty="0">
            <a:solidFill>
              <a:schemeClr val="bg1">
                <a:lumMod val="95000"/>
              </a:schemeClr>
            </a:solidFill>
            <a:latin typeface="Arial" panose="020B0604020202020204" pitchFamily="34" charset="0"/>
            <a:cs typeface="Arial" panose="020B0604020202020204" pitchFamily="34" charset="0"/>
          </a:endParaRPr>
        </a:p>
      </dsp:txBody>
      <dsp:txXfrm>
        <a:off x="0" y="1035991"/>
        <a:ext cx="8333885" cy="993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Summary Report</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536328"/>
          <a:ext cx="8333885" cy="10164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3.</a:t>
          </a:r>
          <a:r>
            <a:rPr lang="en-US" sz="1800" kern="1200" dirty="0">
              <a:latin typeface="Arial" panose="020B0604020202020204" pitchFamily="34" charset="0"/>
              <a:cs typeface="Arial" panose="020B0604020202020204" pitchFamily="34" charset="0"/>
            </a:rPr>
            <a:t> Dashboards automatically refresh every time you open them.</a:t>
          </a:r>
        </a:p>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49619" y="585947"/>
        <a:ext cx="8234647" cy="917213"/>
      </dsp:txXfrm>
    </dsp:sp>
    <dsp:sp modelId="{0EBE7C70-51AD-4402-A9D8-36889ADBC56A}">
      <dsp:nvSpPr>
        <dsp:cNvPr id="0" name=""/>
        <dsp:cNvSpPr/>
      </dsp:nvSpPr>
      <dsp:spPr>
        <a:xfrm>
          <a:off x="0" y="1035991"/>
          <a:ext cx="8333885"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6200" rIns="426720" bIns="76200" numCol="1" spcCol="1270" anchor="t" anchorCtr="0">
          <a:noAutofit/>
        </a:bodyPr>
        <a:lstStyle/>
        <a:p>
          <a:pPr marL="285750" lvl="1" indent="-285750" algn="l" defTabSz="2089150">
            <a:lnSpc>
              <a:spcPct val="90000"/>
            </a:lnSpc>
            <a:spcBef>
              <a:spcPct val="0"/>
            </a:spcBef>
            <a:spcAft>
              <a:spcPct val="20000"/>
            </a:spcAft>
            <a:buChar char="•"/>
          </a:pPr>
          <a:endParaRPr lang="en-US" sz="4700" kern="1200" dirty="0">
            <a:solidFill>
              <a:schemeClr val="bg1">
                <a:lumMod val="95000"/>
              </a:schemeClr>
            </a:solidFill>
            <a:latin typeface="Arial" panose="020B0604020202020204" pitchFamily="34" charset="0"/>
            <a:cs typeface="Arial" panose="020B0604020202020204" pitchFamily="34" charset="0"/>
          </a:endParaRPr>
        </a:p>
      </dsp:txBody>
      <dsp:txXfrm>
        <a:off x="0" y="1035991"/>
        <a:ext cx="8333885" cy="9936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601161"/>
          <a:ext cx="8333885" cy="10164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4. </a:t>
          </a:r>
          <a:r>
            <a:rPr lang="en-US" sz="1800" kern="1200" dirty="0">
              <a:latin typeface="Arial" panose="020B0604020202020204" pitchFamily="34" charset="0"/>
              <a:cs typeface="Arial" panose="020B0604020202020204" pitchFamily="34" charset="0"/>
            </a:rPr>
            <a:t>You can use standard reports when creating Dashboards.</a:t>
          </a:r>
        </a:p>
        <a:p>
          <a:pPr marL="0" lvl="0" indent="0" algn="l" defTabSz="800100">
            <a:lnSpc>
              <a:spcPct val="90000"/>
            </a:lnSpc>
            <a:spcBef>
              <a:spcPct val="0"/>
            </a:spcBef>
            <a:spcAft>
              <a:spcPct val="35000"/>
            </a:spcAft>
            <a:buNone/>
          </a:pPr>
          <a:r>
            <a:rPr lang="en-US" sz="1800" b="0" kern="1200" dirty="0">
              <a:solidFill>
                <a:schemeClr val="bg1"/>
              </a:solidFill>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49619" y="650780"/>
        <a:ext cx="8234647" cy="917213"/>
      </dsp:txXfrm>
    </dsp:sp>
    <dsp:sp modelId="{0EBE7C70-51AD-4402-A9D8-36889ADBC56A}">
      <dsp:nvSpPr>
        <dsp:cNvPr id="0" name=""/>
        <dsp:cNvSpPr/>
      </dsp:nvSpPr>
      <dsp:spPr>
        <a:xfrm>
          <a:off x="0" y="1035991"/>
          <a:ext cx="8333885"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6200" rIns="426720" bIns="76200" numCol="1" spcCol="1270" anchor="t" anchorCtr="0">
          <a:noAutofit/>
        </a:bodyPr>
        <a:lstStyle/>
        <a:p>
          <a:pPr marL="285750" lvl="1" indent="-285750" algn="l" defTabSz="2089150">
            <a:lnSpc>
              <a:spcPct val="90000"/>
            </a:lnSpc>
            <a:spcBef>
              <a:spcPct val="0"/>
            </a:spcBef>
            <a:spcAft>
              <a:spcPct val="20000"/>
            </a:spcAft>
            <a:buChar char="•"/>
          </a:pPr>
          <a:endParaRPr lang="en-US" sz="4700" kern="1200" dirty="0">
            <a:solidFill>
              <a:schemeClr val="bg1">
                <a:lumMod val="95000"/>
              </a:schemeClr>
            </a:solidFill>
            <a:latin typeface="Arial" panose="020B0604020202020204" pitchFamily="34" charset="0"/>
            <a:cs typeface="Arial" panose="020B0604020202020204" pitchFamily="34" charset="0"/>
          </a:endParaRPr>
        </a:p>
      </dsp:txBody>
      <dsp:txXfrm>
        <a:off x="0" y="1035991"/>
        <a:ext cx="8333885" cy="9936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False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601161"/>
          <a:ext cx="8333885" cy="10164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4. </a:t>
          </a:r>
          <a:r>
            <a:rPr lang="en-US" sz="1800" kern="1200" dirty="0">
              <a:latin typeface="Arial" panose="020B0604020202020204" pitchFamily="34" charset="0"/>
              <a:cs typeface="Arial" panose="020B0604020202020204" pitchFamily="34" charset="0"/>
            </a:rPr>
            <a:t>What is the maximum number of Components available on a Dashboard?</a:t>
          </a:r>
          <a:endParaRPr lang="en-US" sz="1800" kern="1200" dirty="0">
            <a:solidFill>
              <a:schemeClr val="bg1"/>
            </a:solidFill>
            <a:latin typeface="Arial" panose="020B0604020202020204" pitchFamily="34" charset="0"/>
            <a:cs typeface="Arial" panose="020B0604020202020204" pitchFamily="34" charset="0"/>
          </a:endParaRPr>
        </a:p>
      </dsp:txBody>
      <dsp:txXfrm>
        <a:off x="49619" y="650780"/>
        <a:ext cx="8234647" cy="917213"/>
      </dsp:txXfrm>
    </dsp:sp>
    <dsp:sp modelId="{0EBE7C70-51AD-4402-A9D8-36889ADBC56A}">
      <dsp:nvSpPr>
        <dsp:cNvPr id="0" name=""/>
        <dsp:cNvSpPr/>
      </dsp:nvSpPr>
      <dsp:spPr>
        <a:xfrm>
          <a:off x="0" y="1035991"/>
          <a:ext cx="8333885"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76200" rIns="426720" bIns="76200" numCol="1" spcCol="1270" anchor="t" anchorCtr="0">
          <a:noAutofit/>
        </a:bodyPr>
        <a:lstStyle/>
        <a:p>
          <a:pPr marL="285750" lvl="1" indent="-285750" algn="l" defTabSz="2089150">
            <a:lnSpc>
              <a:spcPct val="90000"/>
            </a:lnSpc>
            <a:spcBef>
              <a:spcPct val="0"/>
            </a:spcBef>
            <a:spcAft>
              <a:spcPct val="20000"/>
            </a:spcAft>
            <a:buChar char="•"/>
          </a:pPr>
          <a:endParaRPr lang="en-US" sz="4700" kern="1200" dirty="0">
            <a:solidFill>
              <a:schemeClr val="bg1">
                <a:lumMod val="95000"/>
              </a:schemeClr>
            </a:solidFill>
            <a:latin typeface="Arial" panose="020B0604020202020204" pitchFamily="34" charset="0"/>
            <a:cs typeface="Arial" panose="020B0604020202020204" pitchFamily="34" charset="0"/>
          </a:endParaRPr>
        </a:p>
      </dsp:txBody>
      <dsp:txXfrm>
        <a:off x="0" y="1035991"/>
        <a:ext cx="8333885" cy="9936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20</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658FED-51F9-9B45-B597-1E80080F05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98449CD-7629-F94E-AB7C-5B049A15EC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407195-0CC2-A547-89CA-57E183807FCC}" type="datetimeFigureOut">
              <a:rPr lang="en-US" smtClean="0"/>
              <a:t>7/21/2023</a:t>
            </a:fld>
            <a:endParaRPr lang="en-US"/>
          </a:p>
        </p:txBody>
      </p:sp>
      <p:sp>
        <p:nvSpPr>
          <p:cNvPr id="4" name="Footer Placeholder 3">
            <a:extLst>
              <a:ext uri="{FF2B5EF4-FFF2-40B4-BE49-F238E27FC236}">
                <a16:creationId xmlns:a16="http://schemas.microsoft.com/office/drawing/2014/main" id="{EEA1FED8-4762-F94C-A006-546565DF54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F831462-D62C-8C42-B544-F3E0E7018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8F4819-B501-CC4D-93F0-10A4E74E0251}" type="slidenum">
              <a:rPr lang="en-US" smtClean="0"/>
              <a:t>‹#›</a:t>
            </a:fld>
            <a:endParaRPr lang="en-US"/>
          </a:p>
        </p:txBody>
      </p:sp>
    </p:spTree>
    <p:extLst>
      <p:ext uri="{BB962C8B-B14F-4D97-AF65-F5344CB8AC3E}">
        <p14:creationId xmlns:p14="http://schemas.microsoft.com/office/powerpoint/2010/main" val="1602135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00608-096F-0448-BF1C-AC23D45B3CD2}" type="datetimeFigureOut">
              <a:rPr lang="en-US" smtClean="0"/>
              <a:t>7/21/2023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9A3903-E1C0-B641-BF09-7903E2AE2EC7}" type="slidenum">
              <a:rPr lang="en-US" smtClean="0"/>
              <a:t>‹#›</a:t>
            </a:fld>
            <a:endParaRPr lang="en-US" dirty="0"/>
          </a:p>
        </p:txBody>
      </p:sp>
    </p:spTree>
    <p:extLst>
      <p:ext uri="{BB962C8B-B14F-4D97-AF65-F5344CB8AC3E}">
        <p14:creationId xmlns:p14="http://schemas.microsoft.com/office/powerpoint/2010/main" val="2347753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2921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45820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11900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38854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501540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319452567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90599" y="1643357"/>
            <a:ext cx="2330451" cy="265494"/>
          </a:xfrm>
          <a:prstGeom prst="rect">
            <a:avLst/>
          </a:prstGeom>
        </p:spPr>
      </p:pic>
    </p:spTree>
    <p:extLst>
      <p:ext uri="{BB962C8B-B14F-4D97-AF65-F5344CB8AC3E}">
        <p14:creationId xmlns:p14="http://schemas.microsoft.com/office/powerpoint/2010/main" val="1924353203"/>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2"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79732" y="1061948"/>
            <a:ext cx="4555068" cy="518932"/>
          </a:xfrm>
          <a:prstGeom prst="rect">
            <a:avLst/>
          </a:prstGeom>
        </p:spPr>
      </p:pic>
    </p:spTree>
    <p:extLst>
      <p:ext uri="{BB962C8B-B14F-4D97-AF65-F5344CB8AC3E}">
        <p14:creationId xmlns:p14="http://schemas.microsoft.com/office/powerpoint/2010/main" val="41548366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79732" y="1061948"/>
            <a:ext cx="4555068" cy="518931"/>
          </a:xfrm>
          <a:prstGeom prst="rect">
            <a:avLst/>
          </a:prstGeom>
        </p:spPr>
      </p:pic>
    </p:spTree>
    <p:extLst>
      <p:ext uri="{BB962C8B-B14F-4D97-AF65-F5344CB8AC3E}">
        <p14:creationId xmlns:p14="http://schemas.microsoft.com/office/powerpoint/2010/main" val="31402081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599300" y="291346"/>
            <a:ext cx="2152968" cy="245275"/>
          </a:xfrm>
          <a:prstGeom prst="rect">
            <a:avLst/>
          </a:prstGeom>
        </p:spPr>
      </p:pic>
    </p:spTree>
    <p:extLst>
      <p:ext uri="{BB962C8B-B14F-4D97-AF65-F5344CB8AC3E}">
        <p14:creationId xmlns:p14="http://schemas.microsoft.com/office/powerpoint/2010/main" val="248601573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6605909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760396691"/>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9841559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35521357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1"/>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667767552"/>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1"/>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42205517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2"/>
                </a:solidFill>
              </a:defRPr>
            </a:lvl1pPr>
          </a:lstStyle>
          <a:p>
            <a:fld id="{C53E075B-3175-45CF-B3C7-FEDF3F5961E3}" type="slidenum">
              <a:rPr lang="en-US" smtClean="0"/>
              <a:pPr/>
              <a:t>‹#›</a:t>
            </a:fld>
            <a:endParaRPr lang="en-US" dirty="0"/>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1730998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12" t="20936" r="6388" b="390"/>
          <a:stretch/>
        </p:blipFill>
        <p:spPr>
          <a:xfrm>
            <a:off x="11575"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C8F4C0-B128-9B4A-A493-3A158A484A83}"/>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5484780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64428607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114743664"/>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DC75C7-77A7-FD4D-BCC3-F341910731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5261054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4254062397"/>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userDrawn="1">
          <p15:clr>
            <a:srgbClr val="FBAE40"/>
          </p15:clr>
        </p15:guide>
        <p15:guide id="4" pos="710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9301401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9516940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82811947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0028586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676110493"/>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14" name="Picture 5">
            <a:extLst>
              <a:ext uri="{FF2B5EF4-FFF2-40B4-BE49-F238E27FC236}">
                <a16:creationId xmlns:a16="http://schemas.microsoft.com/office/drawing/2014/main" id="{6ACFE70C-14DB-2649-88BF-B8FC4CBAD9D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44175262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9069149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524452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0653459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72587817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5">
            <a:extLst>
              <a:ext uri="{FF2B5EF4-FFF2-40B4-BE49-F238E27FC236}">
                <a16:creationId xmlns:a16="http://schemas.microsoft.com/office/drawing/2014/main" id="{9A8872FF-F4A9-EC4C-AFA7-65B0DF88167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483158593"/>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2019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293661127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547856868"/>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39362913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27335735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2597999571"/>
      </p:ext>
    </p:extLst>
  </p:cSld>
  <p:clrMapOvr>
    <a:overrideClrMapping bg1="dk1" tx1="lt1" bg2="dk2" tx2="lt2" accent1="accent1" accent2="accent2" accent3="accent3" accent4="accent4" accent5="accent5" accent6="accent6" hlink="hlink" folHlink="folHlink"/>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179470269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19454593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3200713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11092197"/>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48120014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fld id="{2EFEF571-C9B4-4D92-A7F7-315B894862A8}" type="slidenum">
              <a:rPr lang="en-US" smtClean="0"/>
              <a:pP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9762985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3714977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85696127"/>
      </p:ext>
    </p:extLst>
  </p:cSld>
  <p:clrMapOvr>
    <a:overrideClrMapping bg1="lt1" tx1="dk1" bg2="lt2" tx2="dk2" accent1="accent1" accent2="accent2" accent3="accent3" accent4="accent4" accent5="accent5" accent6="accent6" hlink="hlink" folHlink="folHlink"/>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154611851"/>
      </p:ext>
    </p:extLst>
  </p:cSld>
  <p:clrMapOvr>
    <a:overrideClrMapping bg1="lt1" tx1="dk1" bg2="lt2" tx2="dk2" accent1="accent1" accent2="accent2" accent3="accent3" accent4="accent4" accent5="accent5" accent6="accent6" hlink="hlink" folHlink="folHlink"/>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150979897"/>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35282105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520178969"/>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927355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178608480"/>
      </p:ext>
    </p:extLst>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02762760"/>
      </p:ext>
    </p:extLst>
  </p:cSld>
  <p:clrMapOvr>
    <a:overrideClrMapping bg1="dk1" tx1="lt1" bg2="dk2" tx2="lt2" accent1="accent1" accent2="accent2" accent3="accent3" accent4="accent4" accent5="accent5" accent6="accent6" hlink="hlink" folHlink="folHlink"/>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550575790"/>
      </p:ext>
    </p:extLst>
  </p:cSld>
  <p:clrMapOvr>
    <a:masterClrMapping/>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55009811"/>
      </p:ext>
    </p:extLst>
  </p:cSld>
  <p:clrMapOvr>
    <a:overrideClrMapping bg1="dk1" tx1="lt1" bg2="dk2" tx2="lt2" accent1="accent1" accent2="accent2" accent3="accent3" accent4="accent4" accent5="accent5" accent6="accent6" hlink="hlink" folHlink="folHlink"/>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666602358"/>
      </p:ext>
    </p:extLst>
  </p:cSld>
  <p:clrMapOvr>
    <a:masterClrMapping/>
  </p:clrMapOvr>
  <p:hf hdr="0" dt="0"/>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18489138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2262930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539153871"/>
      </p:ext>
    </p:extLst>
  </p:cSld>
  <p:clrMapOvr>
    <a:overrideClrMapping bg1="lt1" tx1="dk1" bg2="lt2" tx2="dk2" accent1="accent1" accent2="accent2" accent3="accent3" accent4="accent4" accent5="accent5" accent6="accent6" hlink="hlink" folHlink="folHlink"/>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139266149"/>
      </p:ext>
    </p:extLst>
  </p:cSld>
  <p:clrMapOvr>
    <a:overrideClrMapping bg1="dk1" tx1="lt1" bg2="dk2" tx2="lt2" accent1="accent1" accent2="accent2" accent3="accent3" accent4="accent4" accent5="accent5" accent6="accent6" hlink="hlink" folHlink="folHlink"/>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864218846"/>
      </p:ext>
    </p:extLst>
  </p:cSld>
  <p:clrMapOvr>
    <a:overrideClrMapping bg1="lt1" tx1="dk1" bg2="lt2" tx2="dk2" accent1="accent1" accent2="accent2" accent3="accent3" accent4="accent4" accent5="accent5" accent6="accent6" hlink="hlink" folHlink="folHlink"/>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16752220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7/21/2023</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858038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theme" Target="../theme/theme2.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811" r:id="rId1"/>
    <p:sldLayoutId id="2147483691" r:id="rId2"/>
    <p:sldLayoutId id="2147483814" r:id="rId3"/>
    <p:sldLayoutId id="2147483815" r:id="rId4"/>
    <p:sldLayoutId id="2147483729" r:id="rId5"/>
    <p:sldLayoutId id="2147483773" r:id="rId6"/>
    <p:sldLayoutId id="2147483665" r:id="rId7"/>
    <p:sldLayoutId id="2147483798" r:id="rId8"/>
    <p:sldLayoutId id="2147483799" r:id="rId9"/>
    <p:sldLayoutId id="2147483663" r:id="rId10"/>
    <p:sldLayoutId id="2147483806" r:id="rId11"/>
    <p:sldLayoutId id="2147483807" r:id="rId12"/>
    <p:sldLayoutId id="2147483816" r:id="rId13"/>
    <p:sldLayoutId id="2147483817" r:id="rId14"/>
    <p:sldLayoutId id="2147483818" r:id="rId15"/>
    <p:sldLayoutId id="2147483808" r:id="rId16"/>
    <p:sldLayoutId id="2147483809" r:id="rId17"/>
    <p:sldLayoutId id="2147483775" r:id="rId18"/>
    <p:sldLayoutId id="2147483781" r:id="rId19"/>
    <p:sldLayoutId id="2147483776" r:id="rId20"/>
    <p:sldLayoutId id="2147483740" r:id="rId21"/>
    <p:sldLayoutId id="2147483734" r:id="rId22"/>
    <p:sldLayoutId id="2147483783" r:id="rId23"/>
    <p:sldLayoutId id="2147483733" r:id="rId24"/>
    <p:sldLayoutId id="2147483772" r:id="rId25"/>
    <p:sldLayoutId id="2147483726" r:id="rId26"/>
    <p:sldLayoutId id="2147483796" r:id="rId27"/>
    <p:sldLayoutId id="2147483797" r:id="rId28"/>
    <p:sldLayoutId id="2147483795" r:id="rId29"/>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 id="2147483839" r:id="rId20"/>
    <p:sldLayoutId id="2147483840" r:id="rId21"/>
    <p:sldLayoutId id="2147483841" r:id="rId22"/>
    <p:sldLayoutId id="2147483842" r:id="rId23"/>
    <p:sldLayoutId id="2147483843" r:id="rId24"/>
    <p:sldLayoutId id="2147483844" r:id="rId25"/>
    <p:sldLayoutId id="2147483845" r:id="rId26"/>
    <p:sldLayoutId id="2147483846" r:id="rId27"/>
    <p:sldLayoutId id="2147483847" r:id="rId28"/>
    <p:sldLayoutId id="2147483848" r:id="rId29"/>
    <p:sldLayoutId id="2147483849" r:id="rId30"/>
    <p:sldLayoutId id="2147483850" r:id="rId3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5.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3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2.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36.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33.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3.xml"/><Relationship Id="rId1" Type="http://schemas.openxmlformats.org/officeDocument/2006/relationships/slideLayout" Target="../slideLayouts/slideLayout36.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34.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4.xml"/><Relationship Id="rId1" Type="http://schemas.openxmlformats.org/officeDocument/2006/relationships/slideLayout" Target="../slideLayouts/slideLayout36.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35.xml.rels><?xml version="1.0" encoding="UTF-8" standalone="yes"?>
<Relationships xmlns="http://schemas.openxmlformats.org/package/2006/relationships"><Relationship Id="rId8" Type="http://schemas.openxmlformats.org/officeDocument/2006/relationships/diagramData" Target="../diagrams/data10.xml"/><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notesSlide" Target="../notesSlides/notesSlide5.xml"/><Relationship Id="rId1" Type="http://schemas.openxmlformats.org/officeDocument/2006/relationships/slideLayout" Target="../slideLayouts/slideLayout36.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s>
</file>

<file path=ppt/slides/_rels/slide3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hyperlink" Target="https://trailhead.salesforce.com/en/modules/reports_dashboards/units/reports_dashboards_overview" TargetMode="Externa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42416" y="2105094"/>
            <a:ext cx="6245890" cy="1828469"/>
          </a:xfrm>
        </p:spPr>
        <p:txBody>
          <a:bodyPr/>
          <a:lstStyle/>
          <a:p>
            <a:br>
              <a:rPr lang="en-US" sz="3600" b="1" dirty="0">
                <a:solidFill>
                  <a:srgbClr val="00718F"/>
                </a:solidFill>
                <a:latin typeface="Arial" panose="020B0604020202020204" pitchFamily="34" charset="0"/>
                <a:cs typeface="Arial" panose="020B0604020202020204" pitchFamily="34" charset="0"/>
              </a:rPr>
            </a:br>
            <a:br>
              <a:rPr lang="en-US" sz="3600" b="1" dirty="0">
                <a:solidFill>
                  <a:srgbClr val="00718F"/>
                </a:solidFill>
                <a:latin typeface="Arial" panose="020B0604020202020204" pitchFamily="34" charset="0"/>
                <a:cs typeface="Arial" panose="020B0604020202020204" pitchFamily="34" charset="0"/>
              </a:rPr>
            </a:br>
            <a:r>
              <a:rPr lang="en-US" sz="3600" b="1" dirty="0">
                <a:solidFill>
                  <a:srgbClr val="00718F"/>
                </a:solidFill>
                <a:latin typeface="Arial" panose="020B0604020202020204" pitchFamily="34" charset="0"/>
                <a:cs typeface="Arial" panose="020B0604020202020204" pitchFamily="34" charset="0"/>
              </a:rPr>
              <a:t>Reports and Dashboards</a:t>
            </a:r>
            <a:br>
              <a:rPr lang="en-US" sz="3600" b="1" dirty="0">
                <a:solidFill>
                  <a:srgbClr val="00718F"/>
                </a:solidFill>
                <a:latin typeface="Arial" panose="020B0604020202020204" pitchFamily="34" charset="0"/>
                <a:cs typeface="Arial" panose="020B0604020202020204" pitchFamily="34" charset="0"/>
              </a:rPr>
            </a:b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PL3</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dirty="0"/>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1223886841"/>
              </p:ext>
            </p:extLst>
          </p:nvPr>
        </p:nvGraphicFramePr>
        <p:xfrm>
          <a:off x="457198" y="2005884"/>
          <a:ext cx="9283961" cy="2141256"/>
        </p:xfrm>
        <a:graphic>
          <a:graphicData uri="http://schemas.openxmlformats.org/drawingml/2006/table">
            <a:tbl>
              <a:tblPr firstRow="1" bandRow="1">
                <a:tableStyleId>{5C22544A-7EE6-4342-B048-85BDC9FD1C3A}</a:tableStyleId>
              </a:tblPr>
              <a:tblGrid>
                <a:gridCol w="2644851">
                  <a:extLst>
                    <a:ext uri="{9D8B030D-6E8A-4147-A177-3AD203B41FA5}">
                      <a16:colId xmlns:a16="http://schemas.microsoft.com/office/drawing/2014/main" val="4154468561"/>
                    </a:ext>
                  </a:extLst>
                </a:gridCol>
                <a:gridCol w="66391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tx1"/>
                          </a:solidFill>
                          <a:latin typeface="Arial Unicode MS" pitchFamily="34" charset="-128"/>
                          <a:ea typeface="Arial Unicode MS" pitchFamily="34" charset="-128"/>
                          <a:cs typeface="Arial Unicode MS" pitchFamily="34" charset="-128"/>
                        </a:rPr>
                        <a:t>Prashant, Sourav Bhattacharya, Supriyo Saha</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66774224"/>
                  </a:ext>
                </a:extLst>
              </a:tr>
              <a:tr h="0">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solidFill>
                            <a:schemeClr val="tx1"/>
                          </a:solidFill>
                          <a:latin typeface="Arial Unicode MS" pitchFamily="34" charset="-128"/>
                          <a:ea typeface="Arial Unicode MS" pitchFamily="34" charset="-128"/>
                          <a:cs typeface="Arial Unicode MS" pitchFamily="34" charset="-128"/>
                        </a:rPr>
                        <a:t>Consultant CRM, Sr. Consultant CRM – EAS Salesforce</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 0.9 :20-July-2023, V1.0: July-2023:Updated with Lightning UI</a:t>
                      </a:r>
                      <a:endParaRPr lang="en-US" sz="1600" kern="1200" baseline="0" dirty="0">
                        <a:solidFill>
                          <a:schemeClr val="tx1"/>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Sneha Kate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30993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fld id="{C53E075B-3175-45CF-B3C7-FEDF3F5961E3}" type="slidenum">
              <a:rPr lang="en-US" smtClean="0"/>
              <a:pPr/>
              <a:t>3</a:t>
            </a:fld>
            <a:endParaRPr lang="en-US" dirty="0"/>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457199" y="1571029"/>
            <a:ext cx="10611758" cy="4191000"/>
          </a:xfrm>
        </p:spPr>
        <p:txBody>
          <a:bodyPr/>
          <a:lstStyle/>
          <a:p>
            <a:pPr marL="0" indent="0">
              <a:buNone/>
            </a:pPr>
            <a:r>
              <a:rPr lang="en-US" dirty="0">
                <a:solidFill>
                  <a:schemeClr val="tx1"/>
                </a:solidFill>
              </a:rPr>
              <a:t>In the previous Module - </a:t>
            </a:r>
            <a:r>
              <a:rPr lang="en-US" i="1" dirty="0">
                <a:solidFill>
                  <a:schemeClr val="tx1"/>
                </a:solidFill>
              </a:rPr>
              <a:t>Territory Management</a:t>
            </a:r>
            <a:r>
              <a:rPr lang="en-US" dirty="0">
                <a:solidFill>
                  <a:schemeClr val="tx1"/>
                </a:solidFill>
              </a:rPr>
              <a:t>, you learnt to:</a:t>
            </a:r>
          </a:p>
          <a:p>
            <a:pPr marL="0" indent="0">
              <a:buNone/>
            </a:pPr>
            <a:endParaRPr lang="en-US" dirty="0">
              <a:solidFill>
                <a:schemeClr val="tx1"/>
              </a:solidFill>
            </a:endParaRPr>
          </a:p>
          <a:p>
            <a:pPr marL="742950" lvl="2" indent="-342900">
              <a:buFont typeface="Arial" panose="020B0604020202020204" pitchFamily="34" charset="0"/>
              <a:buChar char="-"/>
            </a:pPr>
            <a:r>
              <a:rPr lang="en-US" sz="1800" dirty="0">
                <a:solidFill>
                  <a:schemeClr val="tx1"/>
                </a:solidFill>
              </a:rPr>
              <a:t>Describe VEEVA Data Model – Account Visibility/Territory Alignment </a:t>
            </a:r>
          </a:p>
          <a:p>
            <a:pPr marL="742950" lvl="2" indent="-342900">
              <a:buFont typeface="Arial" panose="020B0604020202020204" pitchFamily="34" charset="0"/>
              <a:buChar char="-"/>
            </a:pPr>
            <a:r>
              <a:rPr lang="en-US" sz="1800" dirty="0">
                <a:solidFill>
                  <a:schemeClr val="tx1"/>
                </a:solidFill>
              </a:rPr>
              <a:t>Explain Territory Hierarchy </a:t>
            </a:r>
          </a:p>
          <a:p>
            <a:pPr marL="742950" lvl="2" indent="-342900">
              <a:buFont typeface="Arial" panose="020B0604020202020204" pitchFamily="34" charset="0"/>
              <a:buChar char="-"/>
            </a:pPr>
            <a:r>
              <a:rPr lang="en-US" sz="1800" dirty="0">
                <a:solidFill>
                  <a:schemeClr val="tx1"/>
                </a:solidFill>
              </a:rPr>
              <a:t>Create Territories </a:t>
            </a:r>
          </a:p>
          <a:p>
            <a:pPr marL="742950" lvl="2" indent="-342900">
              <a:buFont typeface="Arial" panose="020B0604020202020204" pitchFamily="34" charset="0"/>
              <a:buChar char="-"/>
            </a:pPr>
            <a:r>
              <a:rPr lang="en-US" sz="1800" dirty="0">
                <a:solidFill>
                  <a:schemeClr val="tx1"/>
                </a:solidFill>
              </a:rPr>
              <a:t>Explain VEEVA’s Account Territory Loader (ATL) </a:t>
            </a:r>
          </a:p>
          <a:p>
            <a:pPr marL="742950" lvl="2" indent="-342900">
              <a:buFont typeface="Arial" panose="020B0604020202020204" pitchFamily="34" charset="0"/>
              <a:buChar char="-"/>
            </a:pPr>
            <a:r>
              <a:rPr lang="en-US" sz="1800" dirty="0">
                <a:solidFill>
                  <a:schemeClr val="tx1"/>
                </a:solidFill>
              </a:rPr>
              <a:t>Describe ATL Best Practice</a:t>
            </a:r>
          </a:p>
          <a:p>
            <a:pPr marL="742950" lvl="2" indent="-342900">
              <a:buFont typeface="Arial" panose="020B0604020202020204" pitchFamily="34" charset="0"/>
              <a:buChar char="-"/>
            </a:pPr>
            <a:r>
              <a:rPr lang="en-US" sz="1800" dirty="0">
                <a:solidFill>
                  <a:schemeClr val="tx1"/>
                </a:solidFill>
              </a:rPr>
              <a:t>Explain Zip-to-Terr </a:t>
            </a:r>
          </a:p>
          <a:p>
            <a:pPr marL="742950" lvl="2" indent="-342900">
              <a:buFont typeface="Arial" panose="020B0604020202020204" pitchFamily="34" charset="0"/>
              <a:buChar char="-"/>
            </a:pPr>
            <a:r>
              <a:rPr lang="en-US" sz="1800" dirty="0">
                <a:solidFill>
                  <a:schemeClr val="tx1"/>
                </a:solidFill>
              </a:rPr>
              <a:t>Explain Brick-to-Terr</a:t>
            </a:r>
          </a:p>
          <a:p>
            <a:pPr marL="742950" lvl="2" indent="-342900">
              <a:buFont typeface="Arial" panose="020B0604020202020204" pitchFamily="34" charset="0"/>
              <a:buChar char="-"/>
            </a:pPr>
            <a:r>
              <a:rPr lang="en-US" sz="1800" dirty="0">
                <a:solidFill>
                  <a:schemeClr val="tx1"/>
                </a:solidFill>
              </a:rPr>
              <a:t>Describe Territory Fields - Product Alignment by Territory and Account </a:t>
            </a:r>
          </a:p>
          <a:p>
            <a:endParaRPr lang="en-US" sz="1800" dirty="0">
              <a:solidFill>
                <a:schemeClr val="tx1"/>
              </a:solidFill>
            </a:endParaRPr>
          </a:p>
          <a:p>
            <a:pPr marL="0" indent="0">
              <a:buNone/>
            </a:pPr>
            <a:r>
              <a:rPr lang="en-US" dirty="0">
                <a:solidFill>
                  <a:schemeClr val="tx1"/>
                </a:solidFill>
              </a:rPr>
              <a:t>And now ...</a:t>
            </a:r>
          </a:p>
          <a:p>
            <a:endParaRPr lang="en-US" dirty="0"/>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dirty="0"/>
              <a:t>Recap…</a:t>
            </a:r>
          </a:p>
        </p:txBody>
      </p:sp>
    </p:spTree>
    <p:extLst>
      <p:ext uri="{BB962C8B-B14F-4D97-AF65-F5344CB8AC3E}">
        <p14:creationId xmlns:p14="http://schemas.microsoft.com/office/powerpoint/2010/main" val="1879160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4</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333500"/>
            <a:ext cx="6730482" cy="4191000"/>
          </a:xfrm>
        </p:spPr>
        <p:txBody>
          <a:bodyPr/>
          <a:lstStyle/>
          <a:p>
            <a:r>
              <a:rPr lang="en-US" dirty="0">
                <a:solidFill>
                  <a:schemeClr val="tx1"/>
                </a:solidFill>
              </a:rPr>
              <a:t>After completing this chapter, you will learn to:</a:t>
            </a:r>
          </a:p>
          <a:p>
            <a:endParaRPr lang="en-US" dirty="0">
              <a:solidFill>
                <a:schemeClr val="tx1"/>
              </a:solidFill>
            </a:endParaRPr>
          </a:p>
          <a:p>
            <a:pPr lvl="1"/>
            <a:r>
              <a:rPr lang="en-US" dirty="0">
                <a:solidFill>
                  <a:schemeClr val="tx1"/>
                </a:solidFill>
              </a:rPr>
              <a:t>Build reports and dashboards so that you could monitor and analyze your business data</a:t>
            </a:r>
          </a:p>
          <a:p>
            <a:pPr lvl="1"/>
            <a:endParaRPr lang="en-US" dirty="0">
              <a:solidFill>
                <a:schemeClr val="tx1"/>
              </a:solidFill>
            </a:endParaRPr>
          </a:p>
          <a:p>
            <a:pPr lvl="1"/>
            <a:r>
              <a:rPr lang="en-US" dirty="0">
                <a:solidFill>
                  <a:schemeClr val="tx1">
                    <a:lumMod val="95000"/>
                    <a:lumOff val="5000"/>
                  </a:schemeClr>
                </a:solidFill>
              </a:rPr>
              <a:t>Explain the difference between a Report, Dashboard and Report Type</a:t>
            </a:r>
          </a:p>
          <a:p>
            <a:pPr lvl="1"/>
            <a:endParaRPr lang="en-US" dirty="0">
              <a:solidFill>
                <a:schemeClr val="tx1">
                  <a:lumMod val="95000"/>
                  <a:lumOff val="5000"/>
                </a:schemeClr>
              </a:solidFill>
            </a:endParaRPr>
          </a:p>
          <a:p>
            <a:pPr lvl="1"/>
            <a:r>
              <a:rPr lang="en-US" dirty="0">
                <a:solidFill>
                  <a:schemeClr val="tx1">
                    <a:lumMod val="95000"/>
                    <a:lumOff val="5000"/>
                  </a:schemeClr>
                </a:solidFill>
              </a:rPr>
              <a:t>Identify the limitations of VEEVA Reports and Dashboards</a:t>
            </a:r>
          </a:p>
          <a:p>
            <a:pPr marL="0" indent="0">
              <a:buNone/>
            </a:pPr>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Objectives</a:t>
            </a:r>
          </a:p>
        </p:txBody>
      </p:sp>
      <p:pic>
        <p:nvPicPr>
          <p:cNvPr id="6" name="Picture 2" descr="D:\Images\Images\Objective\shutterstock_67901683.jpg">
            <a:extLst>
              <a:ext uri="{FF2B5EF4-FFF2-40B4-BE49-F238E27FC236}">
                <a16:creationId xmlns:a16="http://schemas.microsoft.com/office/drawing/2014/main" id="{B3D16588-795B-937B-A337-67C1C81FC2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6669428" y="816524"/>
            <a:ext cx="2517197" cy="377579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906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5</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7" y="930442"/>
            <a:ext cx="8334693" cy="5155397"/>
          </a:xfrm>
        </p:spPr>
        <p:txBody>
          <a:bodyPr/>
          <a:lstStyle/>
          <a:p>
            <a:r>
              <a:rPr lang="en-US" sz="1800" dirty="0">
                <a:solidFill>
                  <a:schemeClr val="tx1"/>
                </a:solidFill>
              </a:rPr>
              <a:t>Reports are of following types:</a:t>
            </a:r>
          </a:p>
          <a:p>
            <a:pPr lvl="1"/>
            <a:r>
              <a:rPr lang="en-US" sz="1600" dirty="0">
                <a:solidFill>
                  <a:schemeClr val="tx1"/>
                </a:solidFill>
              </a:rPr>
              <a:t>Tabular</a:t>
            </a:r>
          </a:p>
          <a:p>
            <a:pPr lvl="1"/>
            <a:r>
              <a:rPr lang="en-US" sz="1600" dirty="0">
                <a:solidFill>
                  <a:schemeClr val="tx1"/>
                </a:solidFill>
              </a:rPr>
              <a:t>Summary </a:t>
            </a:r>
          </a:p>
          <a:p>
            <a:pPr lvl="1"/>
            <a:r>
              <a:rPr lang="en-US" sz="1600" dirty="0">
                <a:solidFill>
                  <a:schemeClr val="tx1"/>
                </a:solidFill>
              </a:rPr>
              <a:t>Matrix</a:t>
            </a:r>
          </a:p>
          <a:p>
            <a:pPr lvl="1"/>
            <a:r>
              <a:rPr lang="en-US" sz="1600" dirty="0">
                <a:solidFill>
                  <a:schemeClr val="tx1"/>
                </a:solidFill>
              </a:rPr>
              <a:t>Joined</a:t>
            </a:r>
          </a:p>
          <a:p>
            <a:pPr lvl="1"/>
            <a:endParaRPr lang="en-US" sz="1600" dirty="0">
              <a:solidFill>
                <a:schemeClr val="tx1"/>
              </a:solidFill>
            </a:endParaRPr>
          </a:p>
          <a:p>
            <a:r>
              <a:rPr lang="en-US" sz="1800" dirty="0">
                <a:solidFill>
                  <a:schemeClr val="tx1"/>
                </a:solidFill>
              </a:rPr>
              <a:t>Summary and Matrix reports can be used to generate dashboards.</a:t>
            </a:r>
          </a:p>
          <a:p>
            <a:endParaRPr lang="en-US" sz="1800" dirty="0">
              <a:solidFill>
                <a:schemeClr val="tx1"/>
              </a:solidFill>
            </a:endParaRPr>
          </a:p>
          <a:p>
            <a:r>
              <a:rPr lang="en-US" sz="1800" dirty="0">
                <a:solidFill>
                  <a:schemeClr val="tx1"/>
                </a:solidFill>
              </a:rPr>
              <a:t>Report display up to 2000 rows of data</a:t>
            </a:r>
          </a:p>
          <a:p>
            <a:pPr marL="0" indent="0">
              <a:buNone/>
            </a:pPr>
            <a:r>
              <a:rPr lang="en-US" sz="1800" dirty="0">
                <a:solidFill>
                  <a:schemeClr val="tx1"/>
                </a:solidFill>
              </a:rPr>
              <a:t>     Larger reports can be emailed to Excel</a:t>
            </a:r>
          </a:p>
          <a:p>
            <a:endParaRPr lang="en-US" sz="1800" dirty="0">
              <a:solidFill>
                <a:schemeClr val="tx1"/>
              </a:solidFill>
            </a:endParaRPr>
          </a:p>
          <a:p>
            <a:r>
              <a:rPr lang="en-US" sz="1800" dirty="0">
                <a:solidFill>
                  <a:schemeClr val="tx1"/>
                </a:solidFill>
              </a:rPr>
              <a:t>Reports provide two options of exporting data into Excel</a:t>
            </a:r>
          </a:p>
          <a:p>
            <a:pPr marL="0" indent="0">
              <a:buNone/>
            </a:pPr>
            <a:r>
              <a:rPr lang="en-US" sz="1800" dirty="0">
                <a:solidFill>
                  <a:schemeClr val="tx1"/>
                </a:solidFill>
              </a:rPr>
              <a:t>     Printable View - Export report with formatting into </a:t>
            </a:r>
          </a:p>
          <a:p>
            <a:pPr marL="0" indent="0">
              <a:buNone/>
            </a:pPr>
            <a:r>
              <a:rPr lang="en-US" sz="1800" dirty="0">
                <a:solidFill>
                  <a:schemeClr val="tx1"/>
                </a:solidFill>
              </a:rPr>
              <a:t>     Excel Export Details - Export raw data</a:t>
            </a:r>
            <a:endParaRPr lang="en-US" sz="1800" dirty="0"/>
          </a:p>
          <a:p>
            <a:pPr algn="just"/>
            <a:endParaRPr lang="en-US" sz="1600" dirty="0">
              <a:solidFill>
                <a:schemeClr val="tx1"/>
              </a:solidFill>
            </a:endParaRP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7" y="481263"/>
            <a:ext cx="10807700" cy="449179"/>
          </a:xfrm>
        </p:spPr>
        <p:txBody>
          <a:bodyPr/>
          <a:lstStyle/>
          <a:p>
            <a:r>
              <a:rPr lang="en-US" dirty="0"/>
              <a:t>Do You Know</a:t>
            </a:r>
          </a:p>
        </p:txBody>
      </p:sp>
      <p:pic>
        <p:nvPicPr>
          <p:cNvPr id="7" name="Picture 2" descr="D:\Images\Images\Question\shutterstock_157594730.jpg">
            <a:extLst>
              <a:ext uri="{FF2B5EF4-FFF2-40B4-BE49-F238E27FC236}">
                <a16:creationId xmlns:a16="http://schemas.microsoft.com/office/drawing/2014/main" id="{D43DA37D-F5C0-A09B-6241-6926604ABA7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5103852" y="312543"/>
            <a:ext cx="3164841" cy="2341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782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329869" y="4058762"/>
            <a:ext cx="5438272" cy="646331"/>
          </a:xfrm>
        </p:spPr>
        <p:txBody>
          <a:bodyPr/>
          <a:lstStyle/>
          <a:p>
            <a:r>
              <a:rPr lang="en-US" sz="3200" b="1" dirty="0"/>
              <a:t>Introduction On Reports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128337" y="3026026"/>
            <a:ext cx="9055768" cy="646331"/>
          </a:xfrm>
          <a:prstGeom prst="rect">
            <a:avLst/>
          </a:prstGeom>
          <a:noFill/>
        </p:spPr>
        <p:txBody>
          <a:bodyPr wrap="square">
            <a:spAutoFit/>
          </a:bodyPr>
          <a:lstStyle/>
          <a:p>
            <a:r>
              <a:rPr lang="en-US" sz="3600" dirty="0">
                <a:solidFill>
                  <a:srgbClr val="00718F"/>
                </a:solidFill>
                <a:latin typeface="Arial" panose="020B0604020202020204" pitchFamily="34" charset="0"/>
                <a:cs typeface="Arial" panose="020B0604020202020204" pitchFamily="34" charset="0"/>
              </a:rPr>
              <a:t>Reports and Dashboards</a:t>
            </a:r>
            <a:endParaRPr lang="en-IN" sz="3600" dirty="0"/>
          </a:p>
        </p:txBody>
      </p:sp>
    </p:spTree>
    <p:extLst>
      <p:ext uri="{BB962C8B-B14F-4D97-AF65-F5344CB8AC3E}">
        <p14:creationId xmlns:p14="http://schemas.microsoft.com/office/powerpoint/2010/main" val="3519810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7</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3"/>
            <a:ext cx="9152840" cy="4482708"/>
          </a:xfrm>
        </p:spPr>
        <p:txBody>
          <a:bodyPr/>
          <a:lstStyle/>
          <a:p>
            <a:pPr marL="285750" indent="-285750">
              <a:buFont typeface="Arial" panose="020B0604020202020204" pitchFamily="34" charset="0"/>
              <a:buChar char="•"/>
              <a:defRPr/>
            </a:pPr>
            <a:r>
              <a:rPr lang="en-US" sz="1600" dirty="0">
                <a:solidFill>
                  <a:schemeClr val="tx1"/>
                </a:solidFill>
              </a:rPr>
              <a:t>Reports give you access to your Salesforce data</a:t>
            </a:r>
          </a:p>
          <a:p>
            <a:pPr marL="285750" indent="-285750">
              <a:buFont typeface="Arial" panose="020B0604020202020204" pitchFamily="34" charset="0"/>
              <a:buChar char="•"/>
              <a:defRPr/>
            </a:pPr>
            <a:endParaRPr lang="en-US" sz="1600" dirty="0">
              <a:solidFill>
                <a:schemeClr val="tx1"/>
              </a:solidFill>
            </a:endParaRPr>
          </a:p>
          <a:p>
            <a:pPr marL="285750" indent="-285750">
              <a:buFont typeface="Arial" panose="020B0604020202020204" pitchFamily="34" charset="0"/>
              <a:buChar char="•"/>
              <a:defRPr/>
            </a:pPr>
            <a:r>
              <a:rPr lang="en-US" sz="1600" dirty="0">
                <a:solidFill>
                  <a:schemeClr val="tx1"/>
                </a:solidFill>
              </a:rPr>
              <a:t>You can examine your Salesforce data in almost infinite combinations, display it in easy-to-understand formats, and share the resulting insights with others</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Before building your report, consider writing down each of the questions your report must answer</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This way, your report is sure to return all the data you need</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Reports are shared via folders. Whomever has permission to the folder your report is saved in also has access to your report</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Ensure that you save your report in an appropriate folder</a:t>
            </a: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Introduction</a:t>
            </a:r>
          </a:p>
        </p:txBody>
      </p:sp>
    </p:spTree>
    <p:extLst>
      <p:ext uri="{BB962C8B-B14F-4D97-AF65-F5344CB8AC3E}">
        <p14:creationId xmlns:p14="http://schemas.microsoft.com/office/powerpoint/2010/main" val="1169519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288759" y="4281127"/>
            <a:ext cx="5582652" cy="399848"/>
          </a:xfrm>
        </p:spPr>
        <p:txBody>
          <a:bodyPr/>
          <a:lstStyle/>
          <a:p>
            <a:r>
              <a:rPr lang="en-US" sz="3200" b="1" dirty="0"/>
              <a:t>Types of Reports Format</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176463" y="3026026"/>
            <a:ext cx="9007642" cy="646331"/>
          </a:xfrm>
          <a:prstGeom prst="rect">
            <a:avLst/>
          </a:prstGeom>
          <a:noFill/>
        </p:spPr>
        <p:txBody>
          <a:bodyPr wrap="square">
            <a:spAutoFit/>
          </a:bodyPr>
          <a:lstStyle/>
          <a:p>
            <a:r>
              <a:rPr lang="en-US" sz="3600" dirty="0">
                <a:solidFill>
                  <a:srgbClr val="00718F"/>
                </a:solidFill>
                <a:latin typeface="Arial" panose="020B0604020202020204" pitchFamily="34" charset="0"/>
                <a:cs typeface="Arial" panose="020B0604020202020204" pitchFamily="34" charset="0"/>
              </a:rPr>
              <a:t>Reports and Dashboards</a:t>
            </a:r>
            <a:endParaRPr lang="en-IN" sz="3600" dirty="0"/>
          </a:p>
        </p:txBody>
      </p:sp>
    </p:spTree>
    <p:extLst>
      <p:ext uri="{BB962C8B-B14F-4D97-AF65-F5344CB8AC3E}">
        <p14:creationId xmlns:p14="http://schemas.microsoft.com/office/powerpoint/2010/main" val="308857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9</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5076508"/>
          </a:xfrm>
        </p:spPr>
        <p:txBody>
          <a:bodyPr/>
          <a:lstStyle/>
          <a:p>
            <a:pPr marL="0" indent="0">
              <a:buNone/>
            </a:pPr>
            <a:endParaRPr lang="en-US" dirty="0">
              <a:solidFill>
                <a:schemeClr val="tx1"/>
              </a:solidFill>
            </a:endParaRPr>
          </a:p>
          <a:p>
            <a:r>
              <a:rPr lang="en-US" dirty="0">
                <a:solidFill>
                  <a:schemeClr val="tx1"/>
                </a:solidFill>
              </a:rPr>
              <a:t>There are four type of reports:</a:t>
            </a:r>
          </a:p>
          <a:p>
            <a:pPr lvl="1"/>
            <a:r>
              <a:rPr lang="en-US" dirty="0">
                <a:solidFill>
                  <a:schemeClr val="tx1"/>
                </a:solidFill>
              </a:rPr>
              <a:t>Tabular Report</a:t>
            </a:r>
          </a:p>
          <a:p>
            <a:pPr lvl="1"/>
            <a:r>
              <a:rPr lang="en-US" dirty="0">
                <a:solidFill>
                  <a:schemeClr val="tx1"/>
                </a:solidFill>
              </a:rPr>
              <a:t>Summary Report</a:t>
            </a:r>
          </a:p>
          <a:p>
            <a:pPr lvl="1"/>
            <a:r>
              <a:rPr lang="en-US" dirty="0">
                <a:solidFill>
                  <a:schemeClr val="tx1"/>
                </a:solidFill>
              </a:rPr>
              <a:t>Matrix Report</a:t>
            </a:r>
          </a:p>
          <a:p>
            <a:pPr lvl="1"/>
            <a:r>
              <a:rPr lang="en-US" dirty="0">
                <a:solidFill>
                  <a:schemeClr val="tx1"/>
                </a:solidFill>
              </a:rPr>
              <a:t>Joined Reports</a:t>
            </a:r>
            <a:endParaRPr lang="en-US" sz="1600" dirty="0"/>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369332"/>
          </a:xfrm>
        </p:spPr>
        <p:txBody>
          <a:bodyPr/>
          <a:lstStyle/>
          <a:p>
            <a:r>
              <a:rPr lang="en-US" dirty="0"/>
              <a:t>Types of Report Format…1</a:t>
            </a:r>
          </a:p>
        </p:txBody>
      </p:sp>
      <p:pic>
        <p:nvPicPr>
          <p:cNvPr id="6" name="Picture 5">
            <a:extLst>
              <a:ext uri="{FF2B5EF4-FFF2-40B4-BE49-F238E27FC236}">
                <a16:creationId xmlns:a16="http://schemas.microsoft.com/office/drawing/2014/main" id="{9EF183E1-DC40-F91F-7B10-AEBACABFAF94}"/>
              </a:ext>
            </a:extLst>
          </p:cNvPr>
          <p:cNvPicPr>
            <a:picLocks noChangeAspect="1"/>
          </p:cNvPicPr>
          <p:nvPr/>
        </p:nvPicPr>
        <p:blipFill>
          <a:blip r:embed="rId2"/>
          <a:stretch>
            <a:fillRect/>
          </a:stretch>
        </p:blipFill>
        <p:spPr>
          <a:xfrm>
            <a:off x="1232525" y="3122349"/>
            <a:ext cx="6486446" cy="2393058"/>
          </a:xfrm>
          <a:prstGeom prst="rect">
            <a:avLst/>
          </a:prstGeom>
          <a:ln>
            <a:solidFill>
              <a:schemeClr val="accent1"/>
            </a:solidFill>
          </a:ln>
        </p:spPr>
      </p:pic>
    </p:spTree>
    <p:extLst>
      <p:ext uri="{BB962C8B-B14F-4D97-AF65-F5344CB8AC3E}">
        <p14:creationId xmlns:p14="http://schemas.microsoft.com/office/powerpoint/2010/main" val="2236367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10</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5076508"/>
          </a:xfrm>
        </p:spPr>
        <p:txBody>
          <a:bodyPr/>
          <a:lstStyle/>
          <a:p>
            <a:pPr marL="0" indent="0">
              <a:buNone/>
            </a:pPr>
            <a:endParaRPr lang="en-US" dirty="0">
              <a:solidFill>
                <a:schemeClr val="tx1"/>
              </a:solidFill>
            </a:endParaRPr>
          </a:p>
          <a:p>
            <a:r>
              <a:rPr lang="en-US" b="1" dirty="0">
                <a:solidFill>
                  <a:schemeClr val="tx1"/>
                </a:solidFill>
              </a:rPr>
              <a:t>Tabular Report</a:t>
            </a:r>
          </a:p>
          <a:p>
            <a:endParaRPr lang="en-US" sz="1800" b="1" dirty="0">
              <a:solidFill>
                <a:schemeClr val="tx1"/>
              </a:solidFill>
            </a:endParaRPr>
          </a:p>
          <a:p>
            <a:pPr lvl="1"/>
            <a:r>
              <a:rPr lang="en-US" dirty="0">
                <a:solidFill>
                  <a:schemeClr val="tx1"/>
                </a:solidFill>
              </a:rPr>
              <a:t>Simple listing of data without any subtotals</a:t>
            </a:r>
          </a:p>
          <a:p>
            <a:endParaRPr lang="en-US" sz="1800" dirty="0">
              <a:solidFill>
                <a:schemeClr val="tx1"/>
              </a:solidFill>
            </a:endParaRPr>
          </a:p>
          <a:p>
            <a:pPr lvl="1"/>
            <a:r>
              <a:rPr lang="en-US" dirty="0">
                <a:solidFill>
                  <a:schemeClr val="tx1"/>
                </a:solidFill>
              </a:rPr>
              <a:t>This type of report provides you the most basic look at your data</a:t>
            </a:r>
          </a:p>
          <a:p>
            <a:endParaRPr lang="en-US" sz="1800" dirty="0">
              <a:solidFill>
                <a:schemeClr val="tx1"/>
              </a:solidFill>
            </a:endParaRPr>
          </a:p>
          <a:p>
            <a:pPr lvl="1"/>
            <a:r>
              <a:rPr lang="en-US" dirty="0">
                <a:solidFill>
                  <a:schemeClr val="tx1"/>
                </a:solidFill>
              </a:rPr>
              <a:t>Use tabular reports when you want a simple list or a list of items with a grand total</a:t>
            </a:r>
          </a:p>
          <a:p>
            <a:r>
              <a:rPr lang="en-US" b="1" dirty="0">
                <a:solidFill>
                  <a:schemeClr val="tx1"/>
                </a:solidFill>
              </a:rPr>
              <a:t>Summary Report</a:t>
            </a:r>
          </a:p>
          <a:p>
            <a:endParaRPr lang="en-US" sz="1600" b="1" dirty="0">
              <a:solidFill>
                <a:schemeClr val="tx1"/>
              </a:solidFill>
            </a:endParaRPr>
          </a:p>
          <a:p>
            <a:pPr lvl="1"/>
            <a:r>
              <a:rPr lang="en-US" dirty="0">
                <a:solidFill>
                  <a:schemeClr val="tx1"/>
                </a:solidFill>
              </a:rPr>
              <a:t>This type of report provides a listing of data with groupings and sub totals</a:t>
            </a:r>
          </a:p>
          <a:p>
            <a:pPr marL="0" indent="0">
              <a:buNone/>
            </a:pPr>
            <a:endParaRPr lang="en-US" sz="1800" dirty="0">
              <a:solidFill>
                <a:schemeClr val="tx1"/>
              </a:solidFill>
            </a:endParaRPr>
          </a:p>
          <a:p>
            <a:pPr lvl="1"/>
            <a:r>
              <a:rPr lang="en-US" dirty="0">
                <a:solidFill>
                  <a:schemeClr val="tx1"/>
                </a:solidFill>
              </a:rPr>
              <a:t>Use summary reports when you want subtotals based on the value of a particular field or when you want to create a hierarchically grouped report, such as sales organized by year and then by quarter</a:t>
            </a:r>
            <a:endParaRPr lang="en-US" dirty="0"/>
          </a:p>
          <a:p>
            <a:pPr lvl="1"/>
            <a:endParaRPr lang="en-US" dirty="0">
              <a:solidFill>
                <a:schemeClr val="tx1"/>
              </a:solidFill>
            </a:endParaRPr>
          </a:p>
          <a:p>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369332"/>
          </a:xfrm>
        </p:spPr>
        <p:txBody>
          <a:bodyPr/>
          <a:lstStyle/>
          <a:p>
            <a:r>
              <a:rPr lang="en-US" dirty="0"/>
              <a:t>Types of Report Format…2</a:t>
            </a:r>
          </a:p>
        </p:txBody>
      </p:sp>
    </p:spTree>
    <p:extLst>
      <p:ext uri="{BB962C8B-B14F-4D97-AF65-F5344CB8AC3E}">
        <p14:creationId xmlns:p14="http://schemas.microsoft.com/office/powerpoint/2010/main" val="1870001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11</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5076508"/>
          </a:xfrm>
        </p:spPr>
        <p:txBody>
          <a:bodyPr/>
          <a:lstStyle/>
          <a:p>
            <a:pPr marL="0" indent="0">
              <a:buNone/>
            </a:pPr>
            <a:endParaRPr lang="en-US" dirty="0">
              <a:solidFill>
                <a:schemeClr val="tx1"/>
              </a:solidFill>
            </a:endParaRPr>
          </a:p>
          <a:p>
            <a:r>
              <a:rPr lang="en-US" b="1" dirty="0">
                <a:solidFill>
                  <a:schemeClr val="tx1"/>
                </a:solidFill>
              </a:rPr>
              <a:t>Matrix Report</a:t>
            </a:r>
          </a:p>
          <a:p>
            <a:endParaRPr lang="en-US" b="1" dirty="0">
              <a:solidFill>
                <a:schemeClr val="tx1"/>
              </a:solidFill>
            </a:endParaRPr>
          </a:p>
          <a:p>
            <a:pPr lvl="1"/>
            <a:r>
              <a:rPr lang="en-US" dirty="0">
                <a:solidFill>
                  <a:schemeClr val="tx1"/>
                </a:solidFill>
              </a:rPr>
              <a:t>This type of report allows you to group records both by row and by column </a:t>
            </a:r>
          </a:p>
          <a:p>
            <a:pPr lvl="1"/>
            <a:r>
              <a:rPr lang="en-US" dirty="0">
                <a:solidFill>
                  <a:schemeClr val="tx1"/>
                </a:solidFill>
              </a:rPr>
              <a:t>A comparison of related totals, with totals by both row and column </a:t>
            </a:r>
          </a:p>
          <a:p>
            <a:pPr lvl="1"/>
            <a:r>
              <a:rPr lang="en-US" dirty="0">
                <a:solidFill>
                  <a:schemeClr val="tx1"/>
                </a:solidFill>
              </a:rPr>
              <a:t>Use matrix reports when you want to see data by two different dimensions that aren’t related, such as date and product</a:t>
            </a:r>
          </a:p>
          <a:p>
            <a:pPr lvl="1"/>
            <a:endParaRPr lang="en-US" dirty="0">
              <a:solidFill>
                <a:schemeClr val="tx1"/>
              </a:solidFill>
            </a:endParaRPr>
          </a:p>
          <a:p>
            <a:r>
              <a:rPr lang="en-US" b="1" dirty="0">
                <a:solidFill>
                  <a:schemeClr val="tx1"/>
                </a:solidFill>
              </a:rPr>
              <a:t>Joined Report</a:t>
            </a:r>
          </a:p>
          <a:p>
            <a:pPr lvl="1"/>
            <a:endParaRPr lang="en-US" dirty="0">
              <a:solidFill>
                <a:schemeClr val="tx1"/>
              </a:solidFill>
            </a:endParaRPr>
          </a:p>
          <a:p>
            <a:pPr lvl="1"/>
            <a:r>
              <a:rPr lang="en-US" dirty="0">
                <a:solidFill>
                  <a:schemeClr val="tx1"/>
                </a:solidFill>
              </a:rPr>
              <a:t>Blocks of related information in a single report</a:t>
            </a:r>
          </a:p>
          <a:p>
            <a:pPr lvl="1"/>
            <a:r>
              <a:rPr lang="en-US" dirty="0">
                <a:solidFill>
                  <a:schemeClr val="tx1"/>
                </a:solidFill>
              </a:rPr>
              <a:t>This type of report enables you to adopt five different blocks to display different types of related data </a:t>
            </a:r>
          </a:p>
          <a:p>
            <a:pPr lvl="1"/>
            <a:r>
              <a:rPr lang="en-US" dirty="0">
                <a:solidFill>
                  <a:schemeClr val="tx1"/>
                </a:solidFill>
              </a:rPr>
              <a:t>Each block can own unique columns, summary fields, formulas, filters and sort order</a:t>
            </a:r>
          </a:p>
          <a:p>
            <a:pPr lvl="1"/>
            <a:r>
              <a:rPr lang="en-US" dirty="0">
                <a:solidFill>
                  <a:schemeClr val="tx1"/>
                </a:solidFill>
              </a:rPr>
              <a:t>Use joined reports to group and show data from multiple report types in different views</a:t>
            </a:r>
            <a:endParaRPr lang="en-US" sz="1600" dirty="0"/>
          </a:p>
          <a:p>
            <a:pPr lvl="1"/>
            <a:endParaRPr lang="en-US" dirty="0">
              <a:solidFill>
                <a:schemeClr val="tx1"/>
              </a:solidFill>
            </a:endParaRPr>
          </a:p>
          <a:p>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369332"/>
          </a:xfrm>
        </p:spPr>
        <p:txBody>
          <a:bodyPr/>
          <a:lstStyle/>
          <a:p>
            <a:r>
              <a:rPr lang="en-US" dirty="0"/>
              <a:t>Types of Report Format…3</a:t>
            </a:r>
          </a:p>
        </p:txBody>
      </p:sp>
    </p:spTree>
    <p:extLst>
      <p:ext uri="{BB962C8B-B14F-4D97-AF65-F5344CB8AC3E}">
        <p14:creationId xmlns:p14="http://schemas.microsoft.com/office/powerpoint/2010/main" val="1454777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288759" y="4281127"/>
            <a:ext cx="5582652" cy="399848"/>
          </a:xfrm>
        </p:spPr>
        <p:txBody>
          <a:bodyPr/>
          <a:lstStyle/>
          <a:p>
            <a:r>
              <a:rPr lang="en-US" sz="3200" b="1" dirty="0"/>
              <a:t>Report Generation</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176463" y="3026026"/>
            <a:ext cx="9007642" cy="646331"/>
          </a:xfrm>
          <a:prstGeom prst="rect">
            <a:avLst/>
          </a:prstGeom>
          <a:noFill/>
        </p:spPr>
        <p:txBody>
          <a:bodyPr wrap="square">
            <a:spAutoFit/>
          </a:bodyPr>
          <a:lstStyle/>
          <a:p>
            <a:r>
              <a:rPr lang="en-US" sz="3600" dirty="0">
                <a:solidFill>
                  <a:srgbClr val="00718F"/>
                </a:solidFill>
                <a:latin typeface="Arial" panose="020B0604020202020204" pitchFamily="34" charset="0"/>
                <a:cs typeface="Arial" panose="020B0604020202020204" pitchFamily="34" charset="0"/>
              </a:rPr>
              <a:t>Reports and Dashboards</a:t>
            </a:r>
            <a:endParaRPr lang="en-IN" sz="3600" dirty="0"/>
          </a:p>
        </p:txBody>
      </p:sp>
    </p:spTree>
    <p:extLst>
      <p:ext uri="{BB962C8B-B14F-4D97-AF65-F5344CB8AC3E}">
        <p14:creationId xmlns:p14="http://schemas.microsoft.com/office/powerpoint/2010/main" val="2320455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13</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5076508"/>
          </a:xfrm>
        </p:spPr>
        <p:txBody>
          <a:bodyPr/>
          <a:lstStyle/>
          <a:p>
            <a:pPr marL="0" indent="0">
              <a:buNone/>
            </a:pPr>
            <a:endParaRPr lang="en-US" dirty="0">
              <a:solidFill>
                <a:schemeClr val="tx1"/>
              </a:solidFill>
            </a:endParaRPr>
          </a:p>
          <a:p>
            <a:r>
              <a:rPr lang="en-US" b="1" dirty="0">
                <a:solidFill>
                  <a:schemeClr val="tx1"/>
                </a:solidFill>
              </a:rPr>
              <a:t>Following are the steps for Report Generation:</a:t>
            </a:r>
          </a:p>
          <a:p>
            <a:pPr lvl="1"/>
            <a:endParaRPr lang="en-US" sz="1600" dirty="0">
              <a:solidFill>
                <a:schemeClr val="tx1"/>
              </a:solidFill>
            </a:endParaRPr>
          </a:p>
          <a:p>
            <a:pPr lvl="1"/>
            <a:r>
              <a:rPr lang="en-US" dirty="0">
                <a:solidFill>
                  <a:schemeClr val="tx1"/>
                </a:solidFill>
              </a:rPr>
              <a:t>Go to Report Tab                                </a:t>
            </a:r>
          </a:p>
          <a:p>
            <a:pPr marL="457200" lvl="1" indent="0">
              <a:buNone/>
            </a:pPr>
            <a:endParaRPr lang="en-US" dirty="0">
              <a:solidFill>
                <a:schemeClr val="tx1"/>
              </a:solidFill>
            </a:endParaRPr>
          </a:p>
          <a:p>
            <a:pPr lvl="1"/>
            <a:r>
              <a:rPr lang="en-US" dirty="0">
                <a:solidFill>
                  <a:schemeClr val="tx1"/>
                </a:solidFill>
              </a:rPr>
              <a:t>Select New Report                                 </a:t>
            </a:r>
          </a:p>
          <a:p>
            <a:pPr marL="457200" lvl="1" indent="0">
              <a:buNone/>
            </a:pPr>
            <a:r>
              <a:rPr lang="en-IN" dirty="0"/>
              <a:t>-   Select Report Category and Report type and Click on Start Report</a:t>
            </a:r>
          </a:p>
          <a:p>
            <a:pPr lvl="1"/>
            <a:endParaRPr lang="en-US" dirty="0">
              <a:solidFill>
                <a:schemeClr val="tx1"/>
              </a:solidFill>
            </a:endParaRPr>
          </a:p>
          <a:p>
            <a:pPr lvl="1"/>
            <a:endParaRPr lang="en-US" dirty="0">
              <a:solidFill>
                <a:schemeClr val="tx1"/>
              </a:solidFill>
            </a:endParaRPr>
          </a:p>
          <a:p>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369332"/>
          </a:xfrm>
        </p:spPr>
        <p:txBody>
          <a:bodyPr/>
          <a:lstStyle/>
          <a:p>
            <a:r>
              <a:rPr lang="en-US" dirty="0"/>
              <a:t>Report Generation…1</a:t>
            </a:r>
          </a:p>
        </p:txBody>
      </p:sp>
      <p:pic>
        <p:nvPicPr>
          <p:cNvPr id="6" name="Picture 5">
            <a:extLst>
              <a:ext uri="{FF2B5EF4-FFF2-40B4-BE49-F238E27FC236}">
                <a16:creationId xmlns:a16="http://schemas.microsoft.com/office/drawing/2014/main" id="{3C2F4493-3818-E273-EC64-22000E0A67EC}"/>
              </a:ext>
            </a:extLst>
          </p:cNvPr>
          <p:cNvPicPr>
            <a:picLocks noChangeAspect="1"/>
          </p:cNvPicPr>
          <p:nvPr/>
        </p:nvPicPr>
        <p:blipFill>
          <a:blip r:embed="rId2"/>
          <a:stretch>
            <a:fillRect/>
          </a:stretch>
        </p:blipFill>
        <p:spPr>
          <a:xfrm>
            <a:off x="3679079" y="1347537"/>
            <a:ext cx="4858428" cy="600159"/>
          </a:xfrm>
          <a:prstGeom prst="rect">
            <a:avLst/>
          </a:prstGeom>
        </p:spPr>
      </p:pic>
      <p:pic>
        <p:nvPicPr>
          <p:cNvPr id="7" name="Picture 6">
            <a:extLst>
              <a:ext uri="{FF2B5EF4-FFF2-40B4-BE49-F238E27FC236}">
                <a16:creationId xmlns:a16="http://schemas.microsoft.com/office/drawing/2014/main" id="{1D6FF020-3C97-59CC-8C88-2D64AC2A7444}"/>
              </a:ext>
            </a:extLst>
          </p:cNvPr>
          <p:cNvPicPr>
            <a:picLocks noChangeAspect="1"/>
          </p:cNvPicPr>
          <p:nvPr/>
        </p:nvPicPr>
        <p:blipFill rotWithShape="1">
          <a:blip r:embed="rId3"/>
          <a:srcRect l="2439" t="20816"/>
          <a:stretch/>
        </p:blipFill>
        <p:spPr>
          <a:xfrm>
            <a:off x="7059628" y="2130956"/>
            <a:ext cx="2667000" cy="1025901"/>
          </a:xfrm>
          <a:prstGeom prst="rect">
            <a:avLst/>
          </a:prstGeom>
        </p:spPr>
      </p:pic>
      <p:pic>
        <p:nvPicPr>
          <p:cNvPr id="8" name="Picture 7">
            <a:extLst>
              <a:ext uri="{FF2B5EF4-FFF2-40B4-BE49-F238E27FC236}">
                <a16:creationId xmlns:a16="http://schemas.microsoft.com/office/drawing/2014/main" id="{E81E678A-BF7D-A5E1-6843-6BA33FD68398}"/>
              </a:ext>
            </a:extLst>
          </p:cNvPr>
          <p:cNvPicPr>
            <a:picLocks noChangeAspect="1"/>
          </p:cNvPicPr>
          <p:nvPr/>
        </p:nvPicPr>
        <p:blipFill rotWithShape="1">
          <a:blip r:embed="rId4"/>
          <a:srcRect t="45948" r="17158" b="7878"/>
          <a:stretch/>
        </p:blipFill>
        <p:spPr>
          <a:xfrm>
            <a:off x="182880" y="3156857"/>
            <a:ext cx="10244104" cy="3216999"/>
          </a:xfrm>
          <a:prstGeom prst="rect">
            <a:avLst/>
          </a:prstGeom>
        </p:spPr>
      </p:pic>
    </p:spTree>
    <p:extLst>
      <p:ext uri="{BB962C8B-B14F-4D97-AF65-F5344CB8AC3E}">
        <p14:creationId xmlns:p14="http://schemas.microsoft.com/office/powerpoint/2010/main" val="3590220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14</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5076508"/>
          </a:xfrm>
        </p:spPr>
        <p:txBody>
          <a:bodyPr/>
          <a:lstStyle/>
          <a:p>
            <a:pPr marL="349250" lvl="1" indent="0">
              <a:buNone/>
            </a:pPr>
            <a:endParaRPr lang="en-US" sz="1600" dirty="0">
              <a:solidFill>
                <a:schemeClr val="tx1"/>
              </a:solidFill>
            </a:endParaRPr>
          </a:p>
          <a:p>
            <a:pPr lvl="1"/>
            <a:r>
              <a:rPr lang="en-IN" sz="1600" dirty="0"/>
              <a:t>Select Report Format single report type or Joined Report</a:t>
            </a:r>
          </a:p>
          <a:p>
            <a:pPr lvl="1"/>
            <a:endParaRPr lang="en-US" dirty="0">
              <a:solidFill>
                <a:schemeClr val="tx1"/>
              </a:solidFill>
            </a:endParaRPr>
          </a:p>
          <a:p>
            <a:pPr lvl="1"/>
            <a:endParaRPr lang="en-US" dirty="0">
              <a:solidFill>
                <a:schemeClr val="tx1"/>
              </a:solidFill>
            </a:endParaRPr>
          </a:p>
          <a:p>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369332"/>
          </a:xfrm>
        </p:spPr>
        <p:txBody>
          <a:bodyPr/>
          <a:lstStyle/>
          <a:p>
            <a:r>
              <a:rPr lang="en-US" dirty="0"/>
              <a:t>Report Generation…2</a:t>
            </a:r>
          </a:p>
        </p:txBody>
      </p:sp>
      <p:pic>
        <p:nvPicPr>
          <p:cNvPr id="9" name="Content Placeholder 5">
            <a:extLst>
              <a:ext uri="{FF2B5EF4-FFF2-40B4-BE49-F238E27FC236}">
                <a16:creationId xmlns:a16="http://schemas.microsoft.com/office/drawing/2014/main" id="{BC2BBA04-9C07-AB72-622E-C59C688C7F30}"/>
              </a:ext>
            </a:extLst>
          </p:cNvPr>
          <p:cNvPicPr>
            <a:picLocks noChangeAspect="1"/>
          </p:cNvPicPr>
          <p:nvPr/>
        </p:nvPicPr>
        <p:blipFill>
          <a:blip r:embed="rId2"/>
          <a:stretch>
            <a:fillRect/>
          </a:stretch>
        </p:blipFill>
        <p:spPr>
          <a:xfrm>
            <a:off x="1143000" y="1639820"/>
            <a:ext cx="4953000" cy="4401094"/>
          </a:xfrm>
          <a:prstGeom prst="rect">
            <a:avLst/>
          </a:prstGeom>
          <a:noFill/>
          <a:ln w="9525">
            <a:noFill/>
            <a:miter lim="800000"/>
            <a:headEnd/>
            <a:tailEnd/>
          </a:ln>
        </p:spPr>
      </p:pic>
    </p:spTree>
    <p:extLst>
      <p:ext uri="{BB962C8B-B14F-4D97-AF65-F5344CB8AC3E}">
        <p14:creationId xmlns:p14="http://schemas.microsoft.com/office/powerpoint/2010/main" val="2332863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15</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0" y="741680"/>
            <a:ext cx="9994232" cy="5076508"/>
          </a:xfrm>
        </p:spPr>
        <p:txBody>
          <a:bodyPr/>
          <a:lstStyle/>
          <a:p>
            <a:pPr marL="349250" lvl="1" indent="0">
              <a:buNone/>
            </a:pPr>
            <a:endParaRPr lang="en-US" sz="1600" dirty="0">
              <a:solidFill>
                <a:schemeClr val="tx1"/>
              </a:solidFill>
            </a:endParaRPr>
          </a:p>
          <a:p>
            <a:pPr lvl="1"/>
            <a:r>
              <a:rPr lang="en-IN" sz="1600" dirty="0"/>
              <a:t>Select Columns to add it in report for example as shown in image First name, Last Name and so on</a:t>
            </a:r>
          </a:p>
          <a:p>
            <a:pPr lvl="1"/>
            <a:endParaRPr lang="en-US" dirty="0">
              <a:solidFill>
                <a:schemeClr val="tx1"/>
              </a:solidFill>
            </a:endParaRPr>
          </a:p>
          <a:p>
            <a:pPr lvl="1"/>
            <a:endParaRPr lang="en-US" dirty="0">
              <a:solidFill>
                <a:schemeClr val="tx1"/>
              </a:solidFill>
            </a:endParaRPr>
          </a:p>
          <a:p>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369332"/>
          </a:xfrm>
        </p:spPr>
        <p:txBody>
          <a:bodyPr/>
          <a:lstStyle/>
          <a:p>
            <a:r>
              <a:rPr lang="en-US" dirty="0"/>
              <a:t>Report Generation…3</a:t>
            </a:r>
          </a:p>
        </p:txBody>
      </p:sp>
      <p:pic>
        <p:nvPicPr>
          <p:cNvPr id="7" name="Picture 6">
            <a:extLst>
              <a:ext uri="{FF2B5EF4-FFF2-40B4-BE49-F238E27FC236}">
                <a16:creationId xmlns:a16="http://schemas.microsoft.com/office/drawing/2014/main" id="{2BD1E397-7010-8A0D-C4EE-CEB4E7D5713F}"/>
              </a:ext>
            </a:extLst>
          </p:cNvPr>
          <p:cNvPicPr>
            <a:picLocks noChangeAspect="1"/>
          </p:cNvPicPr>
          <p:nvPr/>
        </p:nvPicPr>
        <p:blipFill>
          <a:blip r:embed="rId2"/>
          <a:stretch>
            <a:fillRect/>
          </a:stretch>
        </p:blipFill>
        <p:spPr>
          <a:xfrm>
            <a:off x="457199" y="1414329"/>
            <a:ext cx="9525000" cy="4649854"/>
          </a:xfrm>
          <a:prstGeom prst="rect">
            <a:avLst/>
          </a:prstGeom>
        </p:spPr>
      </p:pic>
    </p:spTree>
    <p:extLst>
      <p:ext uri="{BB962C8B-B14F-4D97-AF65-F5344CB8AC3E}">
        <p14:creationId xmlns:p14="http://schemas.microsoft.com/office/powerpoint/2010/main" val="2141800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16</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5076508"/>
          </a:xfrm>
        </p:spPr>
        <p:txBody>
          <a:bodyPr/>
          <a:lstStyle/>
          <a:p>
            <a:pPr marL="349250" lvl="1" indent="0">
              <a:buNone/>
            </a:pPr>
            <a:endParaRPr lang="en-US" sz="1600" dirty="0">
              <a:solidFill>
                <a:schemeClr val="tx1"/>
              </a:solidFill>
            </a:endParaRPr>
          </a:p>
          <a:p>
            <a:pPr lvl="1"/>
            <a:r>
              <a:rPr lang="en-IN" sz="1600" dirty="0"/>
              <a:t>Click on Filters and add Show me as All accounts ,</a:t>
            </a:r>
            <a:r>
              <a:rPr lang="en-US" sz="1600" dirty="0">
                <a:solidFill>
                  <a:schemeClr val="tx1"/>
                </a:solidFill>
              </a:rPr>
              <a:t> Clear Date Range and select as All</a:t>
            </a:r>
            <a:endParaRPr lang="en-IN" sz="1600" dirty="0"/>
          </a:p>
          <a:p>
            <a:pPr lvl="1"/>
            <a:endParaRPr lang="en-US" dirty="0">
              <a:solidFill>
                <a:schemeClr val="tx1"/>
              </a:solidFill>
            </a:endParaRPr>
          </a:p>
          <a:p>
            <a:pPr lvl="1"/>
            <a:endParaRPr lang="en-US" dirty="0">
              <a:solidFill>
                <a:schemeClr val="tx1"/>
              </a:solidFill>
            </a:endParaRPr>
          </a:p>
          <a:p>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36884" y="296229"/>
            <a:ext cx="10788056" cy="743582"/>
          </a:xfrm>
        </p:spPr>
        <p:txBody>
          <a:bodyPr/>
          <a:lstStyle/>
          <a:p>
            <a:r>
              <a:rPr lang="en-US" dirty="0"/>
              <a:t>Report Generation…4</a:t>
            </a:r>
          </a:p>
        </p:txBody>
      </p:sp>
      <p:pic>
        <p:nvPicPr>
          <p:cNvPr id="6" name="Picture 5">
            <a:extLst>
              <a:ext uri="{FF2B5EF4-FFF2-40B4-BE49-F238E27FC236}">
                <a16:creationId xmlns:a16="http://schemas.microsoft.com/office/drawing/2014/main" id="{C6B20E5C-DB11-52C2-B2C1-ED9DA709095F}"/>
              </a:ext>
            </a:extLst>
          </p:cNvPr>
          <p:cNvPicPr>
            <a:picLocks noChangeAspect="1"/>
          </p:cNvPicPr>
          <p:nvPr/>
        </p:nvPicPr>
        <p:blipFill rotWithShape="1">
          <a:blip r:embed="rId2"/>
          <a:srcRect r="19053" b="31111"/>
          <a:stretch/>
        </p:blipFill>
        <p:spPr>
          <a:xfrm>
            <a:off x="633247" y="1563986"/>
            <a:ext cx="9577385" cy="4552334"/>
          </a:xfrm>
          <a:prstGeom prst="rect">
            <a:avLst/>
          </a:prstGeom>
        </p:spPr>
      </p:pic>
    </p:spTree>
    <p:extLst>
      <p:ext uri="{BB962C8B-B14F-4D97-AF65-F5344CB8AC3E}">
        <p14:creationId xmlns:p14="http://schemas.microsoft.com/office/powerpoint/2010/main" val="1912208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17</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5076508"/>
          </a:xfrm>
        </p:spPr>
        <p:txBody>
          <a:bodyPr/>
          <a:lstStyle/>
          <a:p>
            <a:pPr marL="349250" lvl="1" indent="0">
              <a:buNone/>
            </a:pPr>
            <a:endParaRPr lang="en-US" sz="1600" dirty="0">
              <a:solidFill>
                <a:schemeClr val="tx1"/>
              </a:solidFill>
            </a:endParaRPr>
          </a:p>
          <a:p>
            <a:pPr lvl="1"/>
            <a:r>
              <a:rPr lang="en-US" dirty="0">
                <a:solidFill>
                  <a:schemeClr val="tx1"/>
                </a:solidFill>
              </a:rPr>
              <a:t>Enter Report name and Report Description</a:t>
            </a:r>
          </a:p>
          <a:p>
            <a:pPr lvl="1"/>
            <a:endParaRPr lang="en-US" dirty="0">
              <a:solidFill>
                <a:schemeClr val="tx1"/>
              </a:solidFill>
            </a:endParaRPr>
          </a:p>
          <a:p>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36884" y="296229"/>
            <a:ext cx="10788056" cy="369332"/>
          </a:xfrm>
        </p:spPr>
        <p:txBody>
          <a:bodyPr/>
          <a:lstStyle/>
          <a:p>
            <a:r>
              <a:rPr lang="en-US" dirty="0"/>
              <a:t>Report Generation…5</a:t>
            </a:r>
          </a:p>
        </p:txBody>
      </p:sp>
      <p:pic>
        <p:nvPicPr>
          <p:cNvPr id="7" name="Picture 6">
            <a:extLst>
              <a:ext uri="{FF2B5EF4-FFF2-40B4-BE49-F238E27FC236}">
                <a16:creationId xmlns:a16="http://schemas.microsoft.com/office/drawing/2014/main" id="{36E131B1-B8F5-2561-BFF0-1C3ECC7E4D07}"/>
              </a:ext>
            </a:extLst>
          </p:cNvPr>
          <p:cNvPicPr>
            <a:picLocks noChangeAspect="1"/>
          </p:cNvPicPr>
          <p:nvPr/>
        </p:nvPicPr>
        <p:blipFill>
          <a:blip r:embed="rId2"/>
          <a:stretch>
            <a:fillRect/>
          </a:stretch>
        </p:blipFill>
        <p:spPr>
          <a:xfrm>
            <a:off x="745086" y="1776282"/>
            <a:ext cx="8302661" cy="4041905"/>
          </a:xfrm>
          <a:prstGeom prst="rect">
            <a:avLst/>
          </a:prstGeom>
        </p:spPr>
      </p:pic>
    </p:spTree>
    <p:extLst>
      <p:ext uri="{BB962C8B-B14F-4D97-AF65-F5344CB8AC3E}">
        <p14:creationId xmlns:p14="http://schemas.microsoft.com/office/powerpoint/2010/main" val="1478550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18</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5076508"/>
          </a:xfrm>
        </p:spPr>
        <p:txBody>
          <a:bodyPr/>
          <a:lstStyle/>
          <a:p>
            <a:pPr marL="349250" lvl="1" indent="0">
              <a:buNone/>
            </a:pPr>
            <a:endParaRPr lang="en-US" sz="1600" dirty="0">
              <a:solidFill>
                <a:schemeClr val="tx1"/>
              </a:solidFill>
            </a:endParaRPr>
          </a:p>
          <a:p>
            <a:pPr lvl="1"/>
            <a:r>
              <a:rPr lang="en-US" dirty="0">
                <a:solidFill>
                  <a:schemeClr val="tx1"/>
                </a:solidFill>
              </a:rPr>
              <a:t>Select Folder to save the Report and Click on Save	</a:t>
            </a:r>
          </a:p>
          <a:p>
            <a:pPr lvl="1"/>
            <a:endParaRPr lang="en-US" dirty="0">
              <a:solidFill>
                <a:schemeClr val="tx1"/>
              </a:solidFill>
            </a:endParaRPr>
          </a:p>
          <a:p>
            <a:pPr lvl="1"/>
            <a:endParaRPr lang="en-US" dirty="0">
              <a:solidFill>
                <a:schemeClr val="tx1"/>
              </a:solidFill>
            </a:endParaRPr>
          </a:p>
          <a:p>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36884" y="296229"/>
            <a:ext cx="10788056" cy="369332"/>
          </a:xfrm>
        </p:spPr>
        <p:txBody>
          <a:bodyPr/>
          <a:lstStyle/>
          <a:p>
            <a:r>
              <a:rPr lang="en-US" dirty="0"/>
              <a:t>Report Generation…6</a:t>
            </a:r>
          </a:p>
        </p:txBody>
      </p:sp>
      <p:pic>
        <p:nvPicPr>
          <p:cNvPr id="6" name="Picture 5">
            <a:extLst>
              <a:ext uri="{FF2B5EF4-FFF2-40B4-BE49-F238E27FC236}">
                <a16:creationId xmlns:a16="http://schemas.microsoft.com/office/drawing/2014/main" id="{DD627CF7-75F4-36D3-5547-DD4669DA05B5}"/>
              </a:ext>
            </a:extLst>
          </p:cNvPr>
          <p:cNvPicPr>
            <a:picLocks noChangeAspect="1"/>
          </p:cNvPicPr>
          <p:nvPr/>
        </p:nvPicPr>
        <p:blipFill>
          <a:blip r:embed="rId2"/>
          <a:stretch>
            <a:fillRect/>
          </a:stretch>
        </p:blipFill>
        <p:spPr>
          <a:xfrm>
            <a:off x="633247" y="1593424"/>
            <a:ext cx="8369734" cy="4300883"/>
          </a:xfrm>
          <a:prstGeom prst="rect">
            <a:avLst/>
          </a:prstGeom>
        </p:spPr>
      </p:pic>
    </p:spTree>
    <p:extLst>
      <p:ext uri="{BB962C8B-B14F-4D97-AF65-F5344CB8AC3E}">
        <p14:creationId xmlns:p14="http://schemas.microsoft.com/office/powerpoint/2010/main" val="225716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19</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618965"/>
          </a:xfrm>
        </p:spPr>
        <p:txBody>
          <a:bodyPr/>
          <a:lstStyle/>
          <a:p>
            <a:pPr marL="349250" lvl="1" indent="0">
              <a:buNone/>
            </a:pPr>
            <a:endParaRPr lang="en-US" sz="1600" dirty="0">
              <a:solidFill>
                <a:schemeClr val="tx1"/>
              </a:solidFill>
            </a:endParaRPr>
          </a:p>
          <a:p>
            <a:pPr lvl="1"/>
            <a:r>
              <a:rPr lang="en-US" dirty="0"/>
              <a:t>C</a:t>
            </a:r>
            <a:r>
              <a:rPr lang="en-US" dirty="0">
                <a:solidFill>
                  <a:schemeClr val="tx1"/>
                </a:solidFill>
              </a:rPr>
              <a:t>lick on run</a:t>
            </a:r>
          </a:p>
          <a:p>
            <a:pPr lvl="1"/>
            <a:endParaRPr lang="en-US" dirty="0">
              <a:solidFill>
                <a:schemeClr val="tx1"/>
              </a:solidFill>
            </a:endParaRPr>
          </a:p>
          <a:p>
            <a:pPr lvl="1"/>
            <a:endParaRPr lang="en-US" dirty="0">
              <a:solidFill>
                <a:schemeClr val="tx1"/>
              </a:solidFill>
            </a:endParaRPr>
          </a:p>
          <a:p>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36884" y="296229"/>
            <a:ext cx="10788056" cy="369332"/>
          </a:xfrm>
        </p:spPr>
        <p:txBody>
          <a:bodyPr/>
          <a:lstStyle/>
          <a:p>
            <a:r>
              <a:rPr lang="en-US" dirty="0"/>
              <a:t>Report Generation…7</a:t>
            </a:r>
          </a:p>
        </p:txBody>
      </p:sp>
      <p:pic>
        <p:nvPicPr>
          <p:cNvPr id="7" name="Picture 6">
            <a:extLst>
              <a:ext uri="{FF2B5EF4-FFF2-40B4-BE49-F238E27FC236}">
                <a16:creationId xmlns:a16="http://schemas.microsoft.com/office/drawing/2014/main" id="{C3BBB121-E36F-370B-316B-6BA7D0DAF576}"/>
              </a:ext>
            </a:extLst>
          </p:cNvPr>
          <p:cNvPicPr>
            <a:picLocks noChangeAspect="1"/>
          </p:cNvPicPr>
          <p:nvPr/>
        </p:nvPicPr>
        <p:blipFill rotWithShape="1">
          <a:blip r:embed="rId2"/>
          <a:srcRect t="17762" b="7758"/>
          <a:stretch/>
        </p:blipFill>
        <p:spPr>
          <a:xfrm>
            <a:off x="356193" y="1360645"/>
            <a:ext cx="11479613" cy="4985596"/>
          </a:xfrm>
          <a:prstGeom prst="rect">
            <a:avLst/>
          </a:prstGeom>
        </p:spPr>
      </p:pic>
    </p:spTree>
    <p:extLst>
      <p:ext uri="{BB962C8B-B14F-4D97-AF65-F5344CB8AC3E}">
        <p14:creationId xmlns:p14="http://schemas.microsoft.com/office/powerpoint/2010/main" val="595458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257679" y="4281127"/>
            <a:ext cx="5582652" cy="399848"/>
          </a:xfrm>
        </p:spPr>
        <p:txBody>
          <a:bodyPr/>
          <a:lstStyle/>
          <a:p>
            <a:r>
              <a:rPr lang="en-US" sz="3200" b="1" dirty="0"/>
              <a:t>Report Types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176463" y="3026026"/>
            <a:ext cx="9007642" cy="646331"/>
          </a:xfrm>
          <a:prstGeom prst="rect">
            <a:avLst/>
          </a:prstGeom>
          <a:noFill/>
        </p:spPr>
        <p:txBody>
          <a:bodyPr wrap="square">
            <a:spAutoFit/>
          </a:bodyPr>
          <a:lstStyle/>
          <a:p>
            <a:r>
              <a:rPr lang="en-US" sz="3600" dirty="0">
                <a:solidFill>
                  <a:srgbClr val="00718F"/>
                </a:solidFill>
                <a:latin typeface="Arial" panose="020B0604020202020204" pitchFamily="34" charset="0"/>
                <a:cs typeface="Arial" panose="020B0604020202020204" pitchFamily="34" charset="0"/>
              </a:rPr>
              <a:t>Reports and Dashboards</a:t>
            </a:r>
            <a:endParaRPr lang="en-IN" sz="3600" dirty="0"/>
          </a:p>
        </p:txBody>
      </p:sp>
    </p:spTree>
    <p:extLst>
      <p:ext uri="{BB962C8B-B14F-4D97-AF65-F5344CB8AC3E}">
        <p14:creationId xmlns:p14="http://schemas.microsoft.com/office/powerpoint/2010/main" val="163803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21</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618965"/>
          </a:xfrm>
        </p:spPr>
        <p:txBody>
          <a:bodyPr/>
          <a:lstStyle/>
          <a:p>
            <a:pPr marL="349250" lvl="1" indent="0">
              <a:buNone/>
            </a:pPr>
            <a:endParaRPr lang="en-US" sz="1600" dirty="0">
              <a:solidFill>
                <a:schemeClr val="tx1"/>
              </a:solidFill>
            </a:endParaRPr>
          </a:p>
          <a:p>
            <a:r>
              <a:rPr lang="en-US" b="1" dirty="0">
                <a:solidFill>
                  <a:schemeClr val="tx1"/>
                </a:solidFill>
              </a:rPr>
              <a:t>There are two type of Reports:</a:t>
            </a:r>
            <a:endParaRPr lang="en-US" dirty="0">
              <a:solidFill>
                <a:schemeClr val="tx1"/>
              </a:solidFill>
            </a:endParaRPr>
          </a:p>
          <a:p>
            <a:pPr lvl="1">
              <a:buFont typeface="Wingdings" panose="05000000000000000000" pitchFamily="2" charset="2"/>
              <a:buChar char="Ø"/>
            </a:pPr>
            <a:endParaRPr lang="en-US" dirty="0">
              <a:solidFill>
                <a:schemeClr val="tx1"/>
              </a:solidFill>
            </a:endParaRPr>
          </a:p>
          <a:p>
            <a:pPr lvl="1"/>
            <a:r>
              <a:rPr lang="en-US" b="1" dirty="0">
                <a:solidFill>
                  <a:schemeClr val="tx1"/>
                </a:solidFill>
              </a:rPr>
              <a:t>Standard Report Type</a:t>
            </a:r>
            <a:endParaRPr lang="en-US" dirty="0">
              <a:solidFill>
                <a:schemeClr val="tx1"/>
              </a:solidFill>
            </a:endParaRPr>
          </a:p>
          <a:p>
            <a:pPr lvl="2"/>
            <a:r>
              <a:rPr lang="en-US" sz="1800" dirty="0">
                <a:solidFill>
                  <a:schemeClr val="tx1"/>
                </a:solidFill>
              </a:rPr>
              <a:t>Created when an object is created</a:t>
            </a:r>
          </a:p>
          <a:p>
            <a:pPr lvl="2"/>
            <a:r>
              <a:rPr lang="en-US" sz="1800" dirty="0">
                <a:solidFill>
                  <a:schemeClr val="tx1"/>
                </a:solidFill>
              </a:rPr>
              <a:t>Created when relationships between objects are created</a:t>
            </a:r>
          </a:p>
          <a:p>
            <a:pPr lvl="2"/>
            <a:r>
              <a:rPr lang="en-US" sz="1800" dirty="0">
                <a:solidFill>
                  <a:schemeClr val="tx1"/>
                </a:solidFill>
              </a:rPr>
              <a:t>Always inner joins</a:t>
            </a:r>
          </a:p>
          <a:p>
            <a:pPr lvl="2"/>
            <a:r>
              <a:rPr lang="en-US" sz="1800" dirty="0">
                <a:solidFill>
                  <a:schemeClr val="tx1"/>
                </a:solidFill>
              </a:rPr>
              <a:t>Cannot be modified</a:t>
            </a:r>
          </a:p>
          <a:p>
            <a:pPr lvl="2"/>
            <a:endParaRPr lang="en-US" sz="1800" dirty="0">
              <a:solidFill>
                <a:schemeClr val="tx1"/>
              </a:solidFill>
            </a:endParaRPr>
          </a:p>
          <a:p>
            <a:pPr lvl="1"/>
            <a:r>
              <a:rPr lang="en-US" b="1" dirty="0">
                <a:solidFill>
                  <a:schemeClr val="tx1"/>
                </a:solidFill>
              </a:rPr>
              <a:t>Custom Report Type</a:t>
            </a:r>
            <a:endParaRPr lang="en-US" dirty="0">
              <a:solidFill>
                <a:schemeClr val="tx1"/>
              </a:solidFill>
            </a:endParaRPr>
          </a:p>
          <a:p>
            <a:pPr lvl="2"/>
            <a:r>
              <a:rPr lang="en-US" sz="1800" dirty="0">
                <a:solidFill>
                  <a:schemeClr val="tx1"/>
                </a:solidFill>
                <a:latin typeface="Arial"/>
                <a:ea typeface="Arial Unicode MS"/>
                <a:cs typeface="Arial"/>
              </a:rPr>
              <a:t>Created by Admin or users with “Manage Custom Report types”</a:t>
            </a:r>
          </a:p>
          <a:p>
            <a:pPr lvl="2"/>
            <a:r>
              <a:rPr lang="en-US" sz="1800" dirty="0">
                <a:solidFill>
                  <a:schemeClr val="tx1"/>
                </a:solidFill>
              </a:rPr>
              <a:t>Used to streamline the reporting process</a:t>
            </a:r>
            <a:endParaRPr lang="en-US" sz="1600" dirty="0"/>
          </a:p>
          <a:p>
            <a:pPr lvl="1"/>
            <a:endParaRPr lang="en-US" dirty="0">
              <a:solidFill>
                <a:schemeClr val="tx1"/>
              </a:solidFill>
            </a:endParaRPr>
          </a:p>
          <a:p>
            <a:pPr lvl="1"/>
            <a:endParaRPr lang="en-US" dirty="0">
              <a:solidFill>
                <a:schemeClr val="tx1"/>
              </a:solidFill>
            </a:endParaRPr>
          </a:p>
          <a:p>
            <a:pPr lvl="1"/>
            <a:endParaRPr lang="en-US" dirty="0">
              <a:solidFill>
                <a:schemeClr val="tx1"/>
              </a:solidFill>
            </a:endParaRPr>
          </a:p>
          <a:p>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36884" y="296229"/>
            <a:ext cx="10788056" cy="369332"/>
          </a:xfrm>
        </p:spPr>
        <p:txBody>
          <a:bodyPr/>
          <a:lstStyle/>
          <a:p>
            <a:r>
              <a:rPr lang="en-US" dirty="0"/>
              <a:t>Report Types</a:t>
            </a:r>
          </a:p>
        </p:txBody>
      </p:sp>
    </p:spTree>
    <p:extLst>
      <p:ext uri="{BB962C8B-B14F-4D97-AF65-F5344CB8AC3E}">
        <p14:creationId xmlns:p14="http://schemas.microsoft.com/office/powerpoint/2010/main" val="1624855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257679" y="4281127"/>
            <a:ext cx="5582652" cy="399848"/>
          </a:xfrm>
        </p:spPr>
        <p:txBody>
          <a:bodyPr/>
          <a:lstStyle/>
          <a:p>
            <a:r>
              <a:rPr lang="en-US" sz="3200" b="1" dirty="0"/>
              <a:t>Dashboard</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176463" y="3026026"/>
            <a:ext cx="9007642" cy="646331"/>
          </a:xfrm>
          <a:prstGeom prst="rect">
            <a:avLst/>
          </a:prstGeom>
          <a:noFill/>
        </p:spPr>
        <p:txBody>
          <a:bodyPr wrap="square">
            <a:spAutoFit/>
          </a:bodyPr>
          <a:lstStyle/>
          <a:p>
            <a:r>
              <a:rPr lang="en-US" sz="3600" dirty="0">
                <a:solidFill>
                  <a:srgbClr val="00718F"/>
                </a:solidFill>
                <a:latin typeface="Arial" panose="020B0604020202020204" pitchFamily="34" charset="0"/>
                <a:cs typeface="Arial" panose="020B0604020202020204" pitchFamily="34" charset="0"/>
              </a:rPr>
              <a:t>Reports and Dashboards</a:t>
            </a:r>
            <a:endParaRPr lang="en-IN" sz="3600" dirty="0"/>
          </a:p>
        </p:txBody>
      </p:sp>
    </p:spTree>
    <p:extLst>
      <p:ext uri="{BB962C8B-B14F-4D97-AF65-F5344CB8AC3E}">
        <p14:creationId xmlns:p14="http://schemas.microsoft.com/office/powerpoint/2010/main" val="3818708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23</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618965"/>
          </a:xfrm>
        </p:spPr>
        <p:txBody>
          <a:bodyPr/>
          <a:lstStyle/>
          <a:p>
            <a:pPr marL="349250" lvl="1" indent="0">
              <a:buNone/>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Dashboards help you visually understand changing business conditions so you can make decisions based on the real-time data you have gathered with reports</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Use dashboards to help users identify trends, sort out quantities, and measure the impact of their activities</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A dashboard can have up to 20 components</a:t>
            </a:r>
            <a:endParaRPr lang="en-US" sz="1400" dirty="0"/>
          </a:p>
          <a:p>
            <a:pPr lvl="1"/>
            <a:endParaRPr lang="en-US" dirty="0">
              <a:solidFill>
                <a:schemeClr val="tx1"/>
              </a:solidFill>
            </a:endParaRPr>
          </a:p>
          <a:p>
            <a:pPr lvl="1"/>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36884" y="296229"/>
            <a:ext cx="10788056" cy="369332"/>
          </a:xfrm>
        </p:spPr>
        <p:txBody>
          <a:bodyPr/>
          <a:lstStyle/>
          <a:p>
            <a:r>
              <a:rPr lang="en-US" dirty="0"/>
              <a:t>Dashboard…1</a:t>
            </a:r>
          </a:p>
        </p:txBody>
      </p:sp>
    </p:spTree>
    <p:extLst>
      <p:ext uri="{BB962C8B-B14F-4D97-AF65-F5344CB8AC3E}">
        <p14:creationId xmlns:p14="http://schemas.microsoft.com/office/powerpoint/2010/main" val="214089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24</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618965"/>
          </a:xfrm>
        </p:spPr>
        <p:txBody>
          <a:bodyPr/>
          <a:lstStyle/>
          <a:p>
            <a:pPr marL="349250" lvl="1" indent="0">
              <a:buNone/>
            </a:pPr>
            <a:endParaRPr lang="en-US" sz="1600"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36884" y="296229"/>
            <a:ext cx="10788056" cy="369332"/>
          </a:xfrm>
        </p:spPr>
        <p:txBody>
          <a:bodyPr/>
          <a:lstStyle/>
          <a:p>
            <a:r>
              <a:rPr lang="en-US" dirty="0"/>
              <a:t>Dashboard…1</a:t>
            </a:r>
          </a:p>
        </p:txBody>
      </p:sp>
      <p:pic>
        <p:nvPicPr>
          <p:cNvPr id="6" name="Content Placeholder 16">
            <a:extLst>
              <a:ext uri="{FF2B5EF4-FFF2-40B4-BE49-F238E27FC236}">
                <a16:creationId xmlns:a16="http://schemas.microsoft.com/office/drawing/2014/main" id="{D5B7B3EE-8412-73F2-3210-E02B4419ACC3}"/>
              </a:ext>
            </a:extLst>
          </p:cNvPr>
          <p:cNvPicPr>
            <a:picLocks noChangeAspect="1"/>
          </p:cNvPicPr>
          <p:nvPr/>
        </p:nvPicPr>
        <p:blipFill rotWithShape="1">
          <a:blip r:embed="rId2"/>
          <a:srcRect t="12233" b="12839"/>
          <a:stretch/>
        </p:blipFill>
        <p:spPr>
          <a:xfrm>
            <a:off x="336884" y="1051162"/>
            <a:ext cx="11124324" cy="4933950"/>
          </a:xfrm>
          <a:prstGeom prst="rect">
            <a:avLst/>
          </a:prstGeom>
        </p:spPr>
      </p:pic>
    </p:spTree>
    <p:extLst>
      <p:ext uri="{BB962C8B-B14F-4D97-AF65-F5344CB8AC3E}">
        <p14:creationId xmlns:p14="http://schemas.microsoft.com/office/powerpoint/2010/main" val="234692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25</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618965"/>
          </a:xfrm>
        </p:spPr>
        <p:txBody>
          <a:bodyPr/>
          <a:lstStyle/>
          <a:p>
            <a:pPr marL="349250" lvl="1" indent="0">
              <a:buNone/>
            </a:pPr>
            <a:endParaRPr lang="en-US" sz="1600"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36884" y="296229"/>
            <a:ext cx="10788056" cy="369332"/>
          </a:xfrm>
        </p:spPr>
        <p:txBody>
          <a:bodyPr/>
          <a:lstStyle/>
          <a:p>
            <a:r>
              <a:rPr lang="en-US" dirty="0"/>
              <a:t>Dashboard…2</a:t>
            </a:r>
          </a:p>
        </p:txBody>
      </p:sp>
      <p:sp>
        <p:nvSpPr>
          <p:cNvPr id="8" name="TextBox 7">
            <a:extLst>
              <a:ext uri="{FF2B5EF4-FFF2-40B4-BE49-F238E27FC236}">
                <a16:creationId xmlns:a16="http://schemas.microsoft.com/office/drawing/2014/main" id="{73764FB2-F9AC-792B-C1EF-859B8B8EF2F4}"/>
              </a:ext>
            </a:extLst>
          </p:cNvPr>
          <p:cNvSpPr txBox="1"/>
          <p:nvPr/>
        </p:nvSpPr>
        <p:spPr>
          <a:xfrm>
            <a:off x="336884" y="1010653"/>
            <a:ext cx="8819147" cy="5078313"/>
          </a:xfrm>
          <a:prstGeom prst="rect">
            <a:avLst/>
          </a:prstGeom>
          <a:noFill/>
        </p:spPr>
        <p:txBody>
          <a:bodyPr wrap="square">
            <a:spAutoFit/>
          </a:bodyPr>
          <a:lstStyle/>
          <a:p>
            <a:pPr marL="285750" indent="-285750">
              <a:buFont typeface="Arial" panose="020B0604020202020204" pitchFamily="34" charset="0"/>
              <a:buChar char="•"/>
            </a:pPr>
            <a:r>
              <a:rPr lang="en-US" sz="1800" dirty="0">
                <a:solidFill>
                  <a:schemeClr val="tx1"/>
                </a:solidFill>
              </a:rPr>
              <a:t>The folder in which dashboards are stored determines which user has access to running the dashboard</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The dashboard data is based upon the reports data</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When a user views the drill-down report for a dashboard component. running user's access permissions determine what data is displayed on the drilldown report</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Hence it is possible that the data in the drill down report does not match the cumulative dashboard data </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Dashboard also support automatic refresh and email. The refresh and email can also be scheduled at intervals - daily, weekly, monthly</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Two things that determine access to dashboards: </a:t>
            </a:r>
          </a:p>
          <a:p>
            <a:pPr marL="742950" lvl="1" indent="-285750">
              <a:buFont typeface="Wingdings" panose="05000000000000000000" pitchFamily="2" charset="2"/>
              <a:buChar char="ü"/>
            </a:pPr>
            <a:r>
              <a:rPr lang="en-US" dirty="0">
                <a:solidFill>
                  <a:schemeClr val="tx1"/>
                </a:solidFill>
              </a:rPr>
              <a:t>Dashboard Folder</a:t>
            </a:r>
          </a:p>
          <a:p>
            <a:pPr marL="742950" lvl="1" indent="-285750">
              <a:buFont typeface="Wingdings" panose="05000000000000000000" pitchFamily="2" charset="2"/>
              <a:buChar char="ü"/>
            </a:pPr>
            <a:r>
              <a:rPr lang="en-US" dirty="0">
                <a:solidFill>
                  <a:schemeClr val="tx1"/>
                </a:solidFill>
              </a:rPr>
              <a:t>Running User</a:t>
            </a:r>
            <a:endParaRPr lang="en-US" sz="1800" dirty="0"/>
          </a:p>
        </p:txBody>
      </p:sp>
    </p:spTree>
    <p:extLst>
      <p:ext uri="{BB962C8B-B14F-4D97-AF65-F5344CB8AC3E}">
        <p14:creationId xmlns:p14="http://schemas.microsoft.com/office/powerpoint/2010/main" val="3887715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26</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618965"/>
          </a:xfrm>
        </p:spPr>
        <p:txBody>
          <a:bodyPr/>
          <a:lstStyle/>
          <a:p>
            <a:pPr marL="349250" lvl="1" indent="0">
              <a:buNone/>
            </a:pPr>
            <a:endParaRPr lang="en-US" sz="1600"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36884" y="296229"/>
            <a:ext cx="10788056" cy="369332"/>
          </a:xfrm>
        </p:spPr>
        <p:txBody>
          <a:bodyPr/>
          <a:lstStyle/>
          <a:p>
            <a:r>
              <a:rPr lang="en-US" dirty="0"/>
              <a:t>Dashboard Types</a:t>
            </a:r>
          </a:p>
        </p:txBody>
      </p:sp>
      <p:sp>
        <p:nvSpPr>
          <p:cNvPr id="8" name="TextBox 7">
            <a:extLst>
              <a:ext uri="{FF2B5EF4-FFF2-40B4-BE49-F238E27FC236}">
                <a16:creationId xmlns:a16="http://schemas.microsoft.com/office/drawing/2014/main" id="{73764FB2-F9AC-792B-C1EF-859B8B8EF2F4}"/>
              </a:ext>
            </a:extLst>
          </p:cNvPr>
          <p:cNvSpPr txBox="1"/>
          <p:nvPr/>
        </p:nvSpPr>
        <p:spPr>
          <a:xfrm>
            <a:off x="336884" y="1010653"/>
            <a:ext cx="8819147" cy="3139321"/>
          </a:xfrm>
          <a:prstGeom prst="rect">
            <a:avLst/>
          </a:prstGeom>
          <a:noFill/>
        </p:spPr>
        <p:txBody>
          <a:bodyPr wrap="square">
            <a:spAutoFit/>
          </a:bodyPr>
          <a:lstStyle/>
          <a:p>
            <a:r>
              <a:rPr lang="en-US" sz="1800" dirty="0">
                <a:solidFill>
                  <a:schemeClr val="tx1"/>
                </a:solidFill>
              </a:rPr>
              <a:t>There are five type of dashboards:</a:t>
            </a:r>
          </a:p>
          <a:p>
            <a:endParaRPr lang="en-US" sz="1800" b="1" dirty="0">
              <a:solidFill>
                <a:schemeClr val="tx1"/>
              </a:solidFill>
            </a:endParaRPr>
          </a:p>
          <a:p>
            <a:pPr lvl="1"/>
            <a:r>
              <a:rPr lang="en-US" b="1" dirty="0">
                <a:solidFill>
                  <a:schemeClr val="tx1"/>
                </a:solidFill>
              </a:rPr>
              <a:t>Chart</a:t>
            </a:r>
            <a:r>
              <a:rPr lang="en-US" dirty="0">
                <a:solidFill>
                  <a:schemeClr val="tx1"/>
                </a:solidFill>
              </a:rPr>
              <a:t>: Used for comparisons </a:t>
            </a:r>
          </a:p>
          <a:p>
            <a:endParaRPr lang="en-US" sz="1800" dirty="0">
              <a:solidFill>
                <a:schemeClr val="tx1"/>
              </a:solidFill>
            </a:endParaRPr>
          </a:p>
          <a:p>
            <a:pPr lvl="1"/>
            <a:r>
              <a:rPr lang="en-US" b="1" dirty="0">
                <a:solidFill>
                  <a:schemeClr val="tx1"/>
                </a:solidFill>
              </a:rPr>
              <a:t>Table</a:t>
            </a:r>
            <a:r>
              <a:rPr lang="en-US" dirty="0">
                <a:solidFill>
                  <a:schemeClr val="tx1"/>
                </a:solidFill>
              </a:rPr>
              <a:t>: Good for showing top five, bottom five lists</a:t>
            </a:r>
          </a:p>
          <a:p>
            <a:endParaRPr lang="en-US" sz="1800" dirty="0">
              <a:solidFill>
                <a:schemeClr val="tx1"/>
              </a:solidFill>
            </a:endParaRPr>
          </a:p>
          <a:p>
            <a:pPr lvl="1"/>
            <a:r>
              <a:rPr lang="en-US" b="1" dirty="0">
                <a:solidFill>
                  <a:schemeClr val="tx1"/>
                </a:solidFill>
              </a:rPr>
              <a:t>Gauge</a:t>
            </a:r>
            <a:r>
              <a:rPr lang="en-US" dirty="0">
                <a:solidFill>
                  <a:schemeClr val="tx1"/>
                </a:solidFill>
              </a:rPr>
              <a:t>: Used to show progress towards a goal </a:t>
            </a:r>
          </a:p>
          <a:p>
            <a:endParaRPr lang="en-US" sz="1800" dirty="0">
              <a:solidFill>
                <a:schemeClr val="tx1"/>
              </a:solidFill>
            </a:endParaRPr>
          </a:p>
          <a:p>
            <a:pPr lvl="1"/>
            <a:r>
              <a:rPr lang="en-US" b="1" dirty="0">
                <a:solidFill>
                  <a:schemeClr val="tx1"/>
                </a:solidFill>
              </a:rPr>
              <a:t>Metric</a:t>
            </a:r>
            <a:r>
              <a:rPr lang="en-US" dirty="0">
                <a:solidFill>
                  <a:schemeClr val="tx1"/>
                </a:solidFill>
              </a:rPr>
              <a:t>: Shows a single number </a:t>
            </a:r>
          </a:p>
          <a:p>
            <a:endParaRPr lang="en-US" sz="1800" dirty="0">
              <a:solidFill>
                <a:schemeClr val="tx1"/>
              </a:solidFill>
            </a:endParaRPr>
          </a:p>
          <a:p>
            <a:pPr lvl="1"/>
            <a:r>
              <a:rPr lang="en-US" b="1" dirty="0">
                <a:solidFill>
                  <a:schemeClr val="tx1"/>
                </a:solidFill>
              </a:rPr>
              <a:t>Visual Force page</a:t>
            </a:r>
            <a:r>
              <a:rPr lang="en-US" dirty="0">
                <a:solidFill>
                  <a:schemeClr val="tx1"/>
                </a:solidFill>
              </a:rPr>
              <a:t>: used to pull data from other sources</a:t>
            </a:r>
          </a:p>
        </p:txBody>
      </p:sp>
    </p:spTree>
    <p:extLst>
      <p:ext uri="{BB962C8B-B14F-4D97-AF65-F5344CB8AC3E}">
        <p14:creationId xmlns:p14="http://schemas.microsoft.com/office/powerpoint/2010/main" val="3406187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27</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618965"/>
          </a:xfrm>
        </p:spPr>
        <p:txBody>
          <a:bodyPr/>
          <a:lstStyle/>
          <a:p>
            <a:pPr marL="349250" lvl="1" indent="0">
              <a:buNone/>
            </a:pPr>
            <a:endParaRPr lang="en-US" sz="1600"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36884" y="296229"/>
            <a:ext cx="10788056" cy="369332"/>
          </a:xfrm>
        </p:spPr>
        <p:txBody>
          <a:bodyPr/>
          <a:lstStyle/>
          <a:p>
            <a:r>
              <a:rPr lang="en-US" dirty="0"/>
              <a:t>Dashboard Chart Type</a:t>
            </a:r>
          </a:p>
        </p:txBody>
      </p:sp>
      <p:sp>
        <p:nvSpPr>
          <p:cNvPr id="8" name="TextBox 7">
            <a:extLst>
              <a:ext uri="{FF2B5EF4-FFF2-40B4-BE49-F238E27FC236}">
                <a16:creationId xmlns:a16="http://schemas.microsoft.com/office/drawing/2014/main" id="{73764FB2-F9AC-792B-C1EF-859B8B8EF2F4}"/>
              </a:ext>
            </a:extLst>
          </p:cNvPr>
          <p:cNvSpPr txBox="1"/>
          <p:nvPr/>
        </p:nvSpPr>
        <p:spPr>
          <a:xfrm>
            <a:off x="336884" y="1010653"/>
            <a:ext cx="8819147" cy="2308324"/>
          </a:xfrm>
          <a:prstGeom prst="rect">
            <a:avLst/>
          </a:prstGeom>
          <a:noFill/>
        </p:spPr>
        <p:txBody>
          <a:bodyPr wrap="square">
            <a:spAutoFit/>
          </a:bodyPr>
          <a:lstStyle/>
          <a:p>
            <a:pPr lvl="1">
              <a:buFont typeface="Arial" panose="020B0604020202020204" pitchFamily="34" charset="0"/>
              <a:buChar char="•"/>
            </a:pPr>
            <a:r>
              <a:rPr lang="en-US" b="1" dirty="0">
                <a:solidFill>
                  <a:schemeClr val="tx1"/>
                </a:solidFill>
              </a:rPr>
              <a:t>There are six types of Dashboard Chart in VEEVA CRM</a:t>
            </a:r>
            <a:r>
              <a:rPr lang="en-US" dirty="0">
                <a:solidFill>
                  <a:schemeClr val="tx1"/>
                </a:solidFill>
              </a:rPr>
              <a:t>:</a:t>
            </a:r>
            <a:endParaRPr lang="en-US" b="1" dirty="0">
              <a:solidFill>
                <a:schemeClr val="tx1"/>
              </a:solidFill>
            </a:endParaRPr>
          </a:p>
          <a:p>
            <a:pPr marL="1200150" lvl="2" indent="-285750">
              <a:buFont typeface="Wingdings" panose="05000000000000000000" pitchFamily="2" charset="2"/>
              <a:buChar char="ü"/>
            </a:pPr>
            <a:r>
              <a:rPr lang="en-US" sz="1800" dirty="0">
                <a:solidFill>
                  <a:schemeClr val="tx1"/>
                </a:solidFill>
              </a:rPr>
              <a:t>Vertical column</a:t>
            </a:r>
          </a:p>
          <a:p>
            <a:pPr marL="1200150" lvl="2" indent="-285750">
              <a:buFont typeface="Wingdings" panose="05000000000000000000" pitchFamily="2" charset="2"/>
              <a:buChar char="ü"/>
            </a:pPr>
            <a:r>
              <a:rPr lang="en-US" sz="1800" dirty="0">
                <a:solidFill>
                  <a:schemeClr val="tx1"/>
                </a:solidFill>
              </a:rPr>
              <a:t>Horizontal bar</a:t>
            </a:r>
          </a:p>
          <a:p>
            <a:pPr marL="1200150" lvl="2" indent="-285750">
              <a:buFont typeface="Wingdings" panose="05000000000000000000" pitchFamily="2" charset="2"/>
              <a:buChar char="ü"/>
            </a:pPr>
            <a:r>
              <a:rPr lang="en-US" sz="1800" dirty="0">
                <a:solidFill>
                  <a:schemeClr val="tx1"/>
                </a:solidFill>
              </a:rPr>
              <a:t>Line</a:t>
            </a:r>
          </a:p>
          <a:p>
            <a:pPr marL="1200150" lvl="2" indent="-285750">
              <a:buFont typeface="Wingdings" panose="05000000000000000000" pitchFamily="2" charset="2"/>
              <a:buChar char="ü"/>
            </a:pPr>
            <a:r>
              <a:rPr lang="en-US" sz="1800" dirty="0">
                <a:solidFill>
                  <a:schemeClr val="tx1"/>
                </a:solidFill>
              </a:rPr>
              <a:t>Donut</a:t>
            </a:r>
          </a:p>
          <a:p>
            <a:pPr marL="1200150" lvl="2" indent="-285750">
              <a:buFont typeface="Wingdings" panose="05000000000000000000" pitchFamily="2" charset="2"/>
              <a:buChar char="ü"/>
            </a:pPr>
            <a:r>
              <a:rPr lang="en-US" sz="1800" dirty="0">
                <a:solidFill>
                  <a:schemeClr val="tx1"/>
                </a:solidFill>
              </a:rPr>
              <a:t>Funnel</a:t>
            </a:r>
          </a:p>
          <a:p>
            <a:pPr marL="1200150" lvl="2" indent="-285750">
              <a:buFont typeface="Wingdings" panose="05000000000000000000" pitchFamily="2" charset="2"/>
              <a:buChar char="ü"/>
            </a:pPr>
            <a:r>
              <a:rPr lang="en-US" sz="1800" dirty="0">
                <a:solidFill>
                  <a:schemeClr val="tx1"/>
                </a:solidFill>
              </a:rPr>
              <a:t>Pie</a:t>
            </a:r>
            <a:endParaRPr lang="en-US" dirty="0">
              <a:solidFill>
                <a:schemeClr val="tx1"/>
              </a:solidFill>
            </a:endParaRPr>
          </a:p>
          <a:p>
            <a:endParaRPr lang="en-US" dirty="0">
              <a:solidFill>
                <a:schemeClr val="tx1"/>
              </a:solidFill>
            </a:endParaRPr>
          </a:p>
        </p:txBody>
      </p:sp>
      <p:pic>
        <p:nvPicPr>
          <p:cNvPr id="6" name="Picture 5">
            <a:extLst>
              <a:ext uri="{FF2B5EF4-FFF2-40B4-BE49-F238E27FC236}">
                <a16:creationId xmlns:a16="http://schemas.microsoft.com/office/drawing/2014/main" id="{AB044064-26FE-70FB-C343-CCFFA2BB6D74}"/>
              </a:ext>
            </a:extLst>
          </p:cNvPr>
          <p:cNvPicPr>
            <a:picLocks noChangeAspect="1"/>
          </p:cNvPicPr>
          <p:nvPr/>
        </p:nvPicPr>
        <p:blipFill>
          <a:blip r:embed="rId2"/>
          <a:stretch>
            <a:fillRect/>
          </a:stretch>
        </p:blipFill>
        <p:spPr>
          <a:xfrm>
            <a:off x="3917512" y="3065243"/>
            <a:ext cx="7232072" cy="3276601"/>
          </a:xfrm>
          <a:prstGeom prst="rect">
            <a:avLst/>
          </a:prstGeom>
          <a:ln>
            <a:solidFill>
              <a:schemeClr val="accent6"/>
            </a:solidFill>
          </a:ln>
        </p:spPr>
      </p:pic>
      <p:pic>
        <p:nvPicPr>
          <p:cNvPr id="7" name="Picture 6">
            <a:extLst>
              <a:ext uri="{FF2B5EF4-FFF2-40B4-BE49-F238E27FC236}">
                <a16:creationId xmlns:a16="http://schemas.microsoft.com/office/drawing/2014/main" id="{65AFE873-0AD8-A478-101C-D73738FE5E69}"/>
              </a:ext>
            </a:extLst>
          </p:cNvPr>
          <p:cNvPicPr>
            <a:picLocks noChangeAspect="1"/>
          </p:cNvPicPr>
          <p:nvPr/>
        </p:nvPicPr>
        <p:blipFill>
          <a:blip r:embed="rId3"/>
          <a:stretch>
            <a:fillRect/>
          </a:stretch>
        </p:blipFill>
        <p:spPr>
          <a:xfrm>
            <a:off x="235528" y="2493437"/>
            <a:ext cx="3303173" cy="3129321"/>
          </a:xfrm>
          <a:prstGeom prst="rect">
            <a:avLst/>
          </a:prstGeom>
        </p:spPr>
      </p:pic>
    </p:spTree>
    <p:extLst>
      <p:ext uri="{BB962C8B-B14F-4D97-AF65-F5344CB8AC3E}">
        <p14:creationId xmlns:p14="http://schemas.microsoft.com/office/powerpoint/2010/main" val="32514311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257679" y="4281127"/>
            <a:ext cx="6367710" cy="772136"/>
          </a:xfrm>
        </p:spPr>
        <p:txBody>
          <a:bodyPr/>
          <a:lstStyle/>
          <a:p>
            <a:r>
              <a:rPr lang="en-US" sz="3200" b="1" dirty="0"/>
              <a:t>Limitations of VEEVA Reports and Dashboards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a:xfrm>
            <a:off x="1042416" y="5522327"/>
            <a:ext cx="4013178" cy="365125"/>
          </a:xfrm>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176463" y="3026026"/>
            <a:ext cx="9007642" cy="646331"/>
          </a:xfrm>
          <a:prstGeom prst="rect">
            <a:avLst/>
          </a:prstGeom>
          <a:noFill/>
        </p:spPr>
        <p:txBody>
          <a:bodyPr wrap="square">
            <a:spAutoFit/>
          </a:bodyPr>
          <a:lstStyle/>
          <a:p>
            <a:r>
              <a:rPr lang="en-US" sz="3600" dirty="0">
                <a:solidFill>
                  <a:srgbClr val="00718F"/>
                </a:solidFill>
                <a:latin typeface="Arial" panose="020B0604020202020204" pitchFamily="34" charset="0"/>
                <a:cs typeface="Arial" panose="020B0604020202020204" pitchFamily="34" charset="0"/>
              </a:rPr>
              <a:t>Reports and Dashboards</a:t>
            </a:r>
            <a:endParaRPr lang="en-IN" sz="3600" dirty="0"/>
          </a:p>
        </p:txBody>
      </p:sp>
    </p:spTree>
    <p:extLst>
      <p:ext uri="{BB962C8B-B14F-4D97-AF65-F5344CB8AC3E}">
        <p14:creationId xmlns:p14="http://schemas.microsoft.com/office/powerpoint/2010/main" val="20985867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29</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618965"/>
          </a:xfrm>
        </p:spPr>
        <p:txBody>
          <a:bodyPr/>
          <a:lstStyle/>
          <a:p>
            <a:pPr marL="349250" lvl="1" indent="0">
              <a:buNone/>
            </a:pPr>
            <a:endParaRPr lang="en-US" sz="1600"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36884" y="296229"/>
            <a:ext cx="10788056" cy="369332"/>
          </a:xfrm>
        </p:spPr>
        <p:txBody>
          <a:bodyPr/>
          <a:lstStyle/>
          <a:p>
            <a:r>
              <a:rPr lang="en-US" dirty="0"/>
              <a:t>Limitations of Veeva Reports and Dashboards</a:t>
            </a:r>
          </a:p>
        </p:txBody>
      </p:sp>
      <p:sp>
        <p:nvSpPr>
          <p:cNvPr id="8" name="TextBox 7">
            <a:extLst>
              <a:ext uri="{FF2B5EF4-FFF2-40B4-BE49-F238E27FC236}">
                <a16:creationId xmlns:a16="http://schemas.microsoft.com/office/drawing/2014/main" id="{73764FB2-F9AC-792B-C1EF-859B8B8EF2F4}"/>
              </a:ext>
            </a:extLst>
          </p:cNvPr>
          <p:cNvSpPr txBox="1"/>
          <p:nvPr/>
        </p:nvSpPr>
        <p:spPr>
          <a:xfrm>
            <a:off x="336884" y="1010653"/>
            <a:ext cx="8819147" cy="5078313"/>
          </a:xfrm>
          <a:prstGeom prst="rect">
            <a:avLst/>
          </a:prstGeom>
          <a:noFill/>
        </p:spPr>
        <p:txBody>
          <a:bodyPr wrap="square">
            <a:spAutoFit/>
          </a:bodyPr>
          <a:lstStyle/>
          <a:p>
            <a:pPr lvl="1"/>
            <a:endParaRPr lang="en-US" b="1" dirty="0">
              <a:solidFill>
                <a:schemeClr val="tx1"/>
              </a:solidFill>
            </a:endParaRPr>
          </a:p>
          <a:p>
            <a:pPr marL="285750" indent="-285750">
              <a:buFont typeface="Arial" panose="020B0604020202020204" pitchFamily="34" charset="0"/>
              <a:buChar char="•"/>
            </a:pPr>
            <a:r>
              <a:rPr lang="en-US" sz="1800" dirty="0">
                <a:solidFill>
                  <a:schemeClr val="tx1"/>
                </a:solidFill>
              </a:rPr>
              <a:t>You can create a dashboard only from the matrix and summary reports</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A maximum of 2,000 rows will be displayed in a report. To view all the rows, export the report to Excel, or use the printable view for tabular and summary reports. For joined reports, the export option is not available, and the printable view displays a maximum of 20,000 rows</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In the report builder, up to 20 rows will be displayed for summary and matrix reports and up to 50 rows for will be displayed in the tabular report </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By default, reports time out after 10 minutes. You can contact Salesforce.com support to extend the time-out limit to 20 minutes for tabular, summary, and matrix reports, but no extension is available for joined reports. It will continue to time out after 10 minutes</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You must wait at least one minute between dashboard refreshes</a:t>
            </a:r>
            <a:endParaRPr lang="en-US" sz="1600" dirty="0">
              <a:solidFill>
                <a:schemeClr val="tx1"/>
              </a:solidFill>
            </a:endParaRPr>
          </a:p>
          <a:p>
            <a:endParaRPr lang="en-US" b="1" dirty="0">
              <a:solidFill>
                <a:schemeClr val="tx1"/>
              </a:solidFill>
            </a:endParaRPr>
          </a:p>
        </p:txBody>
      </p:sp>
    </p:spTree>
    <p:extLst>
      <p:ext uri="{BB962C8B-B14F-4D97-AF65-F5344CB8AC3E}">
        <p14:creationId xmlns:p14="http://schemas.microsoft.com/office/powerpoint/2010/main" val="1442782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30</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618965"/>
          </a:xfrm>
        </p:spPr>
        <p:txBody>
          <a:bodyPr/>
          <a:lstStyle/>
          <a:p>
            <a:pPr marL="349250" lvl="1" indent="0">
              <a:buNone/>
            </a:pPr>
            <a:endParaRPr lang="en-US" sz="1600"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36884" y="296229"/>
            <a:ext cx="10788056" cy="369332"/>
          </a:xfrm>
        </p:spPr>
        <p:txBody>
          <a:bodyPr/>
          <a:lstStyle/>
          <a:p>
            <a:r>
              <a:rPr lang="en-US" dirty="0"/>
              <a:t>Best Practice - Reports and Dashboards</a:t>
            </a:r>
          </a:p>
        </p:txBody>
      </p:sp>
      <p:sp>
        <p:nvSpPr>
          <p:cNvPr id="8" name="TextBox 7">
            <a:extLst>
              <a:ext uri="{FF2B5EF4-FFF2-40B4-BE49-F238E27FC236}">
                <a16:creationId xmlns:a16="http://schemas.microsoft.com/office/drawing/2014/main" id="{73764FB2-F9AC-792B-C1EF-859B8B8EF2F4}"/>
              </a:ext>
            </a:extLst>
          </p:cNvPr>
          <p:cNvSpPr txBox="1"/>
          <p:nvPr/>
        </p:nvSpPr>
        <p:spPr>
          <a:xfrm>
            <a:off x="336884" y="1010653"/>
            <a:ext cx="8819147" cy="2585323"/>
          </a:xfrm>
          <a:prstGeom prst="rect">
            <a:avLst/>
          </a:prstGeom>
          <a:noFill/>
        </p:spPr>
        <p:txBody>
          <a:bodyPr wrap="square">
            <a:spAutoFit/>
          </a:bodyPr>
          <a:lstStyle/>
          <a:p>
            <a:pPr marL="285750" indent="-285750">
              <a:buFont typeface="Arial" panose="020B0604020202020204" pitchFamily="34" charset="0"/>
              <a:buChar char="•"/>
            </a:pPr>
            <a:r>
              <a:rPr lang="en-US" sz="1800" dirty="0">
                <a:solidFill>
                  <a:schemeClr val="tx1"/>
                </a:solidFill>
              </a:rPr>
              <a:t>Know Your Audience</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Folder permissions plays key role</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Manage Report Types</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Controlling Access to Reports and Dashboards</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Reports and Dashboards Resources for Sales Leaders and Executives</a:t>
            </a:r>
          </a:p>
        </p:txBody>
      </p:sp>
    </p:spTree>
    <p:extLst>
      <p:ext uri="{BB962C8B-B14F-4D97-AF65-F5344CB8AC3E}">
        <p14:creationId xmlns:p14="http://schemas.microsoft.com/office/powerpoint/2010/main" val="2441220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31</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1</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16112912"/>
              </p:ext>
            </p:extLst>
          </p:nvPr>
        </p:nvGraphicFramePr>
        <p:xfrm>
          <a:off x="457200" y="1187116"/>
          <a:ext cx="8333885" cy="1876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3318452428"/>
              </p:ext>
            </p:extLst>
          </p:nvPr>
        </p:nvGraphicFramePr>
        <p:xfrm>
          <a:off x="457200" y="4943829"/>
          <a:ext cx="8333885" cy="30663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585537" y="3191558"/>
            <a:ext cx="8686800"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Summary</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Matrix</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Tabular</a:t>
            </a:r>
          </a:p>
        </p:txBody>
      </p:sp>
    </p:spTree>
    <p:extLst>
      <p:ext uri="{BB962C8B-B14F-4D97-AF65-F5344CB8AC3E}">
        <p14:creationId xmlns:p14="http://schemas.microsoft.com/office/powerpoint/2010/main" val="18077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32</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2</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3601480277"/>
              </p:ext>
            </p:extLst>
          </p:nvPr>
        </p:nvGraphicFramePr>
        <p:xfrm>
          <a:off x="457200" y="1187116"/>
          <a:ext cx="8333885" cy="2029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1939949710"/>
              </p:ext>
            </p:extLst>
          </p:nvPr>
        </p:nvGraphicFramePr>
        <p:xfrm>
          <a:off x="457200" y="4287623"/>
          <a:ext cx="8333885" cy="372250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216708"/>
            <a:ext cx="8686800"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Tabular Report</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Summary Report</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Joined Report</a:t>
            </a:r>
          </a:p>
        </p:txBody>
      </p:sp>
    </p:spTree>
    <p:extLst>
      <p:ext uri="{BB962C8B-B14F-4D97-AF65-F5344CB8AC3E}">
        <p14:creationId xmlns:p14="http://schemas.microsoft.com/office/powerpoint/2010/main" val="367831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33</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3</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1408846200"/>
              </p:ext>
            </p:extLst>
          </p:nvPr>
        </p:nvGraphicFramePr>
        <p:xfrm>
          <a:off x="457200" y="1187116"/>
          <a:ext cx="8333885" cy="2029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1902818593"/>
              </p:ext>
            </p:extLst>
          </p:nvPr>
        </p:nvGraphicFramePr>
        <p:xfrm>
          <a:off x="457200" y="4352331"/>
          <a:ext cx="8333885" cy="3657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429000"/>
            <a:ext cx="8686800"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True</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False</a:t>
            </a:r>
          </a:p>
          <a:p>
            <a:pPr marL="285750" indent="-285750">
              <a:buFont typeface="Arial" panose="020B0604020202020204" pitchFamily="34" charset="0"/>
              <a:buChar char="•"/>
            </a:pPr>
            <a:endParaRPr lang="en-IN" dirty="0">
              <a:solidFill>
                <a:schemeClr val="bg1"/>
              </a:solidFill>
            </a:endParaRPr>
          </a:p>
        </p:txBody>
      </p:sp>
    </p:spTree>
    <p:extLst>
      <p:ext uri="{BB962C8B-B14F-4D97-AF65-F5344CB8AC3E}">
        <p14:creationId xmlns:p14="http://schemas.microsoft.com/office/powerpoint/2010/main" val="3991654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34</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4</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2741544212"/>
              </p:ext>
            </p:extLst>
          </p:nvPr>
        </p:nvGraphicFramePr>
        <p:xfrm>
          <a:off x="457200" y="1187116"/>
          <a:ext cx="8333885" cy="2029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2488656325"/>
              </p:ext>
            </p:extLst>
          </p:nvPr>
        </p:nvGraphicFramePr>
        <p:xfrm>
          <a:off x="457200" y="4352331"/>
          <a:ext cx="8333885" cy="3657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041128"/>
            <a:ext cx="8686800" cy="646331"/>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True</a:t>
            </a:r>
          </a:p>
          <a:p>
            <a:pPr marL="285750" indent="-285750">
              <a:buFont typeface="Arial" panose="020B0604020202020204" pitchFamily="34" charset="0"/>
              <a:buChar char="•"/>
            </a:pPr>
            <a:r>
              <a:rPr lang="en-IN" dirty="0">
                <a:solidFill>
                  <a:schemeClr val="bg1"/>
                </a:solidFill>
              </a:rPr>
              <a:t>False</a:t>
            </a:r>
          </a:p>
        </p:txBody>
      </p:sp>
    </p:spTree>
    <p:extLst>
      <p:ext uri="{BB962C8B-B14F-4D97-AF65-F5344CB8AC3E}">
        <p14:creationId xmlns:p14="http://schemas.microsoft.com/office/powerpoint/2010/main" val="1242835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35</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dirty="0"/>
              <a:t>Check Your Understanding ... 5</a:t>
            </a:r>
            <a:endParaRPr lang="en-US" dirty="0"/>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631906631"/>
              </p:ext>
            </p:extLst>
          </p:nvPr>
        </p:nvGraphicFramePr>
        <p:xfrm>
          <a:off x="457200" y="1187116"/>
          <a:ext cx="8333885" cy="2029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3828645721"/>
              </p:ext>
            </p:extLst>
          </p:nvPr>
        </p:nvGraphicFramePr>
        <p:xfrm>
          <a:off x="457200" y="4352331"/>
          <a:ext cx="8333885" cy="3657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D05C2CA5-DEA1-3E93-24DC-C0DA712EEAA3}"/>
              </a:ext>
            </a:extLst>
          </p:cNvPr>
          <p:cNvSpPr txBox="1"/>
          <p:nvPr/>
        </p:nvSpPr>
        <p:spPr>
          <a:xfrm>
            <a:off x="457200" y="3041128"/>
            <a:ext cx="8686800"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20</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10</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5</a:t>
            </a:r>
          </a:p>
          <a:p>
            <a:pPr marL="285750" lvl="0" indent="-285750">
              <a:buFont typeface="Arial" panose="020B0604020202020204" pitchFamily="34" charset="0"/>
              <a:buChar char="•"/>
            </a:pPr>
            <a:r>
              <a:rPr lang="en-US" sz="1800" dirty="0">
                <a:solidFill>
                  <a:schemeClr val="bg1"/>
                </a:solidFill>
                <a:latin typeface="Arial" panose="020B0604020202020204" pitchFamily="34" charset="0"/>
                <a:cs typeface="Arial" panose="020B0604020202020204" pitchFamily="34" charset="0"/>
              </a:rPr>
              <a:t>50</a:t>
            </a:r>
            <a:endParaRPr lang="en-IN" dirty="0">
              <a:solidFill>
                <a:schemeClr val="bg1"/>
              </a:solidFill>
            </a:endParaRPr>
          </a:p>
        </p:txBody>
      </p:sp>
    </p:spTree>
    <p:extLst>
      <p:ext uri="{BB962C8B-B14F-4D97-AF65-F5344CB8AC3E}">
        <p14:creationId xmlns:p14="http://schemas.microsoft.com/office/powerpoint/2010/main" val="322930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36</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932330"/>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dirty="0"/>
              <a:t>Summary</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874837"/>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Arial" panose="020B0604020202020204" pitchFamily="34" charset="0"/>
              <a:buChar char="•"/>
            </a:pPr>
            <a:endParaRPr lang="en-US" dirty="0">
              <a:solidFill>
                <a:schemeClr val="tx1"/>
              </a:solidFill>
            </a:endParaRPr>
          </a:p>
        </p:txBody>
      </p:sp>
      <p:pic>
        <p:nvPicPr>
          <p:cNvPr id="6" name="Picture 2" descr="D:\Images\Images\Objective\shutterstock_128202194.jpg">
            <a:extLst>
              <a:ext uri="{FF2B5EF4-FFF2-40B4-BE49-F238E27FC236}">
                <a16:creationId xmlns:a16="http://schemas.microsoft.com/office/drawing/2014/main" id="{720B3D16-4F58-A86E-B2F4-AEA0328A9E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9658" y="4104596"/>
            <a:ext cx="3023521" cy="2016075"/>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D847E6F-770C-7D1B-B082-243722BC28FD}"/>
              </a:ext>
            </a:extLst>
          </p:cNvPr>
          <p:cNvSpPr txBox="1"/>
          <p:nvPr/>
        </p:nvSpPr>
        <p:spPr>
          <a:xfrm>
            <a:off x="633247" y="1620254"/>
            <a:ext cx="8675739" cy="2585323"/>
          </a:xfrm>
          <a:prstGeom prst="rect">
            <a:avLst/>
          </a:prstGeom>
          <a:noFill/>
        </p:spPr>
        <p:txBody>
          <a:bodyPr wrap="square">
            <a:spAutoFit/>
          </a:bodyPr>
          <a:lstStyle/>
          <a:p>
            <a:r>
              <a:rPr lang="en-US" altLang="ja-JP" dirty="0">
                <a:solidFill>
                  <a:schemeClr val="tx1"/>
                </a:solidFill>
              </a:rPr>
              <a:t>In this module, you have learnt to:</a:t>
            </a:r>
          </a:p>
          <a:p>
            <a:endParaRPr lang="en-US" altLang="ja-JP" dirty="0">
              <a:solidFill>
                <a:schemeClr val="tx1"/>
              </a:solidFill>
            </a:endParaRPr>
          </a:p>
          <a:p>
            <a:pPr lvl="1"/>
            <a:r>
              <a:rPr lang="en-US" dirty="0">
                <a:solidFill>
                  <a:schemeClr val="tx1"/>
                </a:solidFill>
              </a:rPr>
              <a:t>Build reports and dashboards so that you could monitor and analyze your business data</a:t>
            </a:r>
          </a:p>
          <a:p>
            <a:pPr lvl="1"/>
            <a:endParaRPr lang="en-US" dirty="0">
              <a:solidFill>
                <a:schemeClr val="tx1"/>
              </a:solidFill>
            </a:endParaRPr>
          </a:p>
          <a:p>
            <a:pPr lvl="1"/>
            <a:r>
              <a:rPr lang="en-US" dirty="0">
                <a:solidFill>
                  <a:schemeClr val="tx1">
                    <a:lumMod val="95000"/>
                    <a:lumOff val="5000"/>
                  </a:schemeClr>
                </a:solidFill>
              </a:rPr>
              <a:t>Explain the difference between a Report, Dashboard and Report Type</a:t>
            </a:r>
          </a:p>
          <a:p>
            <a:pPr lvl="1"/>
            <a:endParaRPr lang="en-US" dirty="0">
              <a:solidFill>
                <a:schemeClr val="tx1">
                  <a:lumMod val="95000"/>
                  <a:lumOff val="5000"/>
                </a:schemeClr>
              </a:solidFill>
            </a:endParaRPr>
          </a:p>
          <a:p>
            <a:pPr lvl="1"/>
            <a:r>
              <a:rPr lang="en-US" dirty="0">
                <a:solidFill>
                  <a:schemeClr val="tx1">
                    <a:lumMod val="95000"/>
                    <a:lumOff val="5000"/>
                  </a:schemeClr>
                </a:solidFill>
              </a:rPr>
              <a:t>Identify the limitations of VEEVA Reports and Dashboards</a:t>
            </a:r>
          </a:p>
          <a:p>
            <a:pPr marL="0" indent="0">
              <a:buNone/>
            </a:pPr>
            <a:endParaRPr lang="en-US" sz="1800" dirty="0"/>
          </a:p>
        </p:txBody>
      </p:sp>
    </p:spTree>
    <p:extLst>
      <p:ext uri="{BB962C8B-B14F-4D97-AF65-F5344CB8AC3E}">
        <p14:creationId xmlns:p14="http://schemas.microsoft.com/office/powerpoint/2010/main" val="30903491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37</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2800" dirty="0"/>
              <a:t>Source</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776226"/>
            <a:ext cx="8229600" cy="3726216"/>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2000" u="sng" dirty="0">
                <a:solidFill>
                  <a:schemeClr val="tx1">
                    <a:lumMod val="75000"/>
                    <a:lumOff val="25000"/>
                  </a:schemeClr>
                </a:solidFill>
                <a:hlinkClick r:id="rId2">
                  <a:extLst>
                    <a:ext uri="{A12FA001-AC4F-418D-AE19-62706E023703}">
                      <ahyp:hlinkClr xmlns:ahyp="http://schemas.microsoft.com/office/drawing/2018/hyperlinkcolor" val="tx"/>
                    </a:ext>
                  </a:extLst>
                </a:hlinkClick>
              </a:rPr>
              <a:t>https://trailhead.salesforce.com/en/modules/reports_dashboards/units/reports_dashboards_overview</a:t>
            </a:r>
            <a:r>
              <a:rPr lang="en-US" sz="2000" u="sng" dirty="0">
                <a:solidFill>
                  <a:schemeClr val="tx1">
                    <a:lumMod val="75000"/>
                    <a:lumOff val="25000"/>
                  </a:schemeClr>
                </a:solidFill>
              </a:rPr>
              <a:t> </a:t>
            </a:r>
            <a:endParaRPr lang="en-US" sz="2000" dirty="0">
              <a:solidFill>
                <a:schemeClr val="tx1">
                  <a:lumMod val="75000"/>
                  <a:lumOff val="25000"/>
                </a:schemeClr>
              </a:solidFill>
            </a:endParaRPr>
          </a:p>
          <a:p>
            <a:pPr marL="285750" indent="-285750">
              <a:buFont typeface="Arial" panose="020B0604020202020204" pitchFamily="34" charset="0"/>
              <a:buChar char="•"/>
              <a:defRPr/>
            </a:pPr>
            <a:endParaRPr lang="en-US" sz="1800" dirty="0">
              <a:solidFill>
                <a:schemeClr val="tx1">
                  <a:lumMod val="50000"/>
                  <a:lumOff val="50000"/>
                </a:schemeClr>
              </a:solidFill>
            </a:endParaRPr>
          </a:p>
          <a:p>
            <a:pPr marL="285750" indent="-285750">
              <a:buFont typeface="Arial" panose="020B0604020202020204" pitchFamily="34" charset="0"/>
              <a:buChar char="•"/>
              <a:defRPr/>
            </a:pPr>
            <a:endParaRPr lang="en-US" sz="1800" dirty="0"/>
          </a:p>
          <a:p>
            <a:endParaRPr lang="en-US" dirty="0"/>
          </a:p>
        </p:txBody>
      </p:sp>
      <p:sp>
        <p:nvSpPr>
          <p:cNvPr id="11" name="Text Box 4">
            <a:extLst>
              <a:ext uri="{FF2B5EF4-FFF2-40B4-BE49-F238E27FC236}">
                <a16:creationId xmlns:a16="http://schemas.microsoft.com/office/drawing/2014/main" id="{EC77BAAE-1BF9-295B-7AAB-74B487B7972B}"/>
              </a:ext>
            </a:extLst>
          </p:cNvPr>
          <p:cNvSpPr txBox="1">
            <a:spLocks noChangeArrowheads="1"/>
          </p:cNvSpPr>
          <p:nvPr/>
        </p:nvSpPr>
        <p:spPr bwMode="auto">
          <a:xfrm>
            <a:off x="793254" y="4867377"/>
            <a:ext cx="7676978"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a:t>
            </a:r>
            <a:r>
              <a:rPr lang="en-US" b="0" i="1" dirty="0"/>
              <a:t>this course is based </a:t>
            </a:r>
            <a:r>
              <a:rPr lang="en-US" b="0" dirty="0"/>
              <a:t>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spTree>
    <p:extLst>
      <p:ext uri="{BB962C8B-B14F-4D97-AF65-F5344CB8AC3E}">
        <p14:creationId xmlns:p14="http://schemas.microsoft.com/office/powerpoint/2010/main" val="563797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38</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2000" dirty="0"/>
              <a:t>Coming Next ... </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776225"/>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tx1"/>
                </a:solidFill>
              </a:rPr>
              <a:t>In the upcoming module - </a:t>
            </a:r>
            <a:r>
              <a:rPr lang="en-US" i="1" dirty="0" err="1">
                <a:solidFill>
                  <a:schemeClr val="tx1"/>
                </a:solidFill>
              </a:rPr>
              <a:t>iRep</a:t>
            </a:r>
            <a:r>
              <a:rPr lang="en-US" i="1" dirty="0">
                <a:solidFill>
                  <a:schemeClr val="tx1"/>
                </a:solidFill>
              </a:rPr>
              <a:t> Configuration Basics, </a:t>
            </a:r>
            <a:r>
              <a:rPr lang="en-US" dirty="0">
                <a:solidFill>
                  <a:schemeClr val="tx1"/>
                </a:solidFill>
              </a:rPr>
              <a:t>you will learn to:</a:t>
            </a:r>
          </a:p>
          <a:p>
            <a:pPr marL="0" indent="0">
              <a:buNone/>
            </a:pPr>
            <a:endParaRPr lang="en-US" dirty="0">
              <a:solidFill>
                <a:schemeClr val="tx1"/>
              </a:solidFill>
            </a:endParaRPr>
          </a:p>
          <a:p>
            <a:pPr lvl="1">
              <a:buFont typeface="Arial" panose="020B0604020202020204" pitchFamily="34" charset="0"/>
              <a:buChar char="-"/>
            </a:pPr>
            <a:r>
              <a:rPr lang="en-US" dirty="0">
                <a:solidFill>
                  <a:schemeClr val="tx1"/>
                </a:solidFill>
              </a:rPr>
              <a:t>Describe </a:t>
            </a:r>
            <a:r>
              <a:rPr lang="en-US" dirty="0" err="1">
                <a:solidFill>
                  <a:schemeClr val="tx1"/>
                </a:solidFill>
              </a:rPr>
              <a:t>iRep</a:t>
            </a:r>
            <a:r>
              <a:rPr lang="en-US" dirty="0">
                <a:solidFill>
                  <a:schemeClr val="tx1"/>
                </a:solidFill>
              </a:rPr>
              <a:t> </a:t>
            </a:r>
          </a:p>
          <a:p>
            <a:pPr lvl="1">
              <a:buFont typeface="Arial" panose="020B0604020202020204" pitchFamily="34" charset="0"/>
              <a:buChar char="-"/>
            </a:pPr>
            <a:r>
              <a:rPr lang="en-US" dirty="0">
                <a:solidFill>
                  <a:schemeClr val="tx1"/>
                </a:solidFill>
              </a:rPr>
              <a:t>Install </a:t>
            </a:r>
            <a:r>
              <a:rPr lang="en-US" dirty="0" err="1">
                <a:solidFill>
                  <a:schemeClr val="tx1"/>
                </a:solidFill>
              </a:rPr>
              <a:t>iRep</a:t>
            </a:r>
            <a:r>
              <a:rPr lang="en-US" dirty="0">
                <a:solidFill>
                  <a:schemeClr val="tx1"/>
                </a:solidFill>
              </a:rPr>
              <a:t> </a:t>
            </a:r>
          </a:p>
          <a:p>
            <a:pPr lvl="1">
              <a:buFont typeface="Arial" panose="020B0604020202020204" pitchFamily="34" charset="0"/>
              <a:buChar char="-"/>
            </a:pPr>
            <a:r>
              <a:rPr lang="en-US" dirty="0">
                <a:solidFill>
                  <a:schemeClr val="tx1"/>
                </a:solidFill>
              </a:rPr>
              <a:t>Navigate </a:t>
            </a:r>
            <a:r>
              <a:rPr lang="en-US" dirty="0" err="1">
                <a:solidFill>
                  <a:schemeClr val="tx1"/>
                </a:solidFill>
              </a:rPr>
              <a:t>iRep</a:t>
            </a:r>
            <a:r>
              <a:rPr lang="en-US" dirty="0">
                <a:solidFill>
                  <a:schemeClr val="tx1"/>
                </a:solidFill>
              </a:rPr>
              <a:t> UI</a:t>
            </a:r>
          </a:p>
          <a:p>
            <a:pPr lvl="1">
              <a:buFont typeface="Arial" panose="020B0604020202020204" pitchFamily="34" charset="0"/>
              <a:buChar char="-"/>
            </a:pPr>
            <a:r>
              <a:rPr lang="en-US" dirty="0">
                <a:solidFill>
                  <a:schemeClr val="tx1"/>
                </a:solidFill>
              </a:rPr>
              <a:t>Configure </a:t>
            </a:r>
            <a:r>
              <a:rPr lang="en-US" dirty="0" err="1">
                <a:solidFill>
                  <a:schemeClr val="tx1"/>
                </a:solidFill>
              </a:rPr>
              <a:t>iRep</a:t>
            </a:r>
            <a:endParaRPr lang="en-US" dirty="0">
              <a:solidFill>
                <a:schemeClr val="tx1"/>
              </a:solidFill>
            </a:endParaRPr>
          </a:p>
          <a:p>
            <a:pPr lvl="1">
              <a:buFont typeface="Arial" panose="020B0604020202020204" pitchFamily="34" charset="0"/>
              <a:buChar char="-"/>
            </a:pPr>
            <a:r>
              <a:rPr lang="en-US" dirty="0">
                <a:solidFill>
                  <a:schemeClr val="tx1"/>
                </a:solidFill>
              </a:rPr>
              <a:t>Describe CLM</a:t>
            </a:r>
          </a:p>
          <a:p>
            <a:pPr lvl="1">
              <a:buFont typeface="Arial" panose="020B0604020202020204" pitchFamily="34" charset="0"/>
              <a:buChar char="-"/>
            </a:pPr>
            <a:r>
              <a:rPr lang="en-US" dirty="0">
                <a:solidFill>
                  <a:schemeClr val="tx1"/>
                </a:solidFill>
              </a:rPr>
              <a:t>Configure CLM</a:t>
            </a:r>
          </a:p>
          <a:p>
            <a:pPr marL="0" indent="0">
              <a:buNone/>
            </a:pPr>
            <a:endParaRPr lang="en-US" dirty="0"/>
          </a:p>
        </p:txBody>
      </p:sp>
    </p:spTree>
    <p:extLst>
      <p:ext uri="{BB962C8B-B14F-4D97-AF65-F5344CB8AC3E}">
        <p14:creationId xmlns:p14="http://schemas.microsoft.com/office/powerpoint/2010/main" val="35117275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F15240-9274-1C9C-353E-4E0AAA2A97BF}"/>
              </a:ext>
            </a:extLst>
          </p:cNvPr>
          <p:cNvSpPr>
            <a:spLocks noGrp="1"/>
          </p:cNvSpPr>
          <p:nvPr>
            <p:ph type="ctrTitle"/>
          </p:nvPr>
        </p:nvSpPr>
        <p:spPr>
          <a:xfrm>
            <a:off x="1042416" y="2365335"/>
            <a:ext cx="6053327" cy="923330"/>
          </a:xfrm>
        </p:spPr>
        <p:txBody>
          <a:bodyPr/>
          <a:lstStyle/>
          <a:p>
            <a:r>
              <a:rPr lang="en-US" dirty="0"/>
              <a:t>Thank you</a:t>
            </a:r>
          </a:p>
        </p:txBody>
      </p:sp>
      <p:sp>
        <p:nvSpPr>
          <p:cNvPr id="2" name="Footer Placeholder 1">
            <a:extLst>
              <a:ext uri="{FF2B5EF4-FFF2-40B4-BE49-F238E27FC236}">
                <a16:creationId xmlns:a16="http://schemas.microsoft.com/office/drawing/2014/main" id="{1059F124-9A06-01E2-76D8-64E3DE8DE648}"/>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54A8E351-776C-6B1F-7E44-C0B82A02B43E}"/>
              </a:ext>
            </a:extLst>
          </p:cNvPr>
          <p:cNvSpPr>
            <a:spLocks noGrp="1"/>
          </p:cNvSpPr>
          <p:nvPr>
            <p:ph type="sldNum" sz="quarter" idx="12"/>
          </p:nvPr>
        </p:nvSpPr>
        <p:spPr/>
        <p:txBody>
          <a:bodyPr/>
          <a:lstStyle/>
          <a:p>
            <a:fld id="{C53E075B-3175-45CF-B3C7-FEDF3F5961E3}" type="slidenum">
              <a:rPr lang="en-US" smtClean="0"/>
              <a:pPr/>
              <a:t>39</a:t>
            </a:fld>
            <a:endParaRPr lang="en-US" dirty="0"/>
          </a:p>
        </p:txBody>
      </p:sp>
      <p:sp>
        <p:nvSpPr>
          <p:cNvPr id="5" name="Text Placeholder 4">
            <a:extLst>
              <a:ext uri="{FF2B5EF4-FFF2-40B4-BE49-F238E27FC236}">
                <a16:creationId xmlns:a16="http://schemas.microsoft.com/office/drawing/2014/main" id="{9F210633-8F7E-62A5-5DA0-0E7F5050FB3E}"/>
              </a:ext>
            </a:extLst>
          </p:cNvPr>
          <p:cNvSpPr>
            <a:spLocks noGrp="1"/>
          </p:cNvSpPr>
          <p:nvPr>
            <p:ph type="body" sz="quarter" idx="13"/>
          </p:nvPr>
        </p:nvSpPr>
        <p:spPr/>
        <p:txBody>
          <a:bodyPr/>
          <a:lstStyle/>
          <a:p>
            <a:pPr marL="0" lvl="1" indent="0">
              <a:buNone/>
            </a:pPr>
            <a:r>
              <a:rPr lang="en-US" sz="2800" dirty="0">
                <a:solidFill>
                  <a:schemeClr val="tx1">
                    <a:lumMod val="75000"/>
                    <a:lumOff val="25000"/>
                  </a:schemeClr>
                </a:solidFill>
                <a:latin typeface="Arial Rounded MT Bold" pitchFamily="34" charset="0"/>
              </a:rPr>
              <a:t>You have successfully completed</a:t>
            </a:r>
          </a:p>
          <a:p>
            <a:pPr marL="0" lvl="1" indent="0">
              <a:buNone/>
            </a:pPr>
            <a:r>
              <a:rPr lang="en-US" sz="2800" b="1" dirty="0">
                <a:solidFill>
                  <a:srgbClr val="00718F"/>
                </a:solidFill>
                <a:latin typeface="Arial" panose="020B0604020202020204" pitchFamily="34" charset="0"/>
                <a:cs typeface="Arial" panose="020B0604020202020204" pitchFamily="34" charset="0"/>
              </a:rPr>
              <a:t> Reports and </a:t>
            </a:r>
            <a:r>
              <a:rPr lang="en-US" sz="2800" b="1">
                <a:solidFill>
                  <a:srgbClr val="00718F"/>
                </a:solidFill>
                <a:latin typeface="Arial" panose="020B0604020202020204" pitchFamily="34" charset="0"/>
                <a:cs typeface="Arial" panose="020B0604020202020204" pitchFamily="34" charset="0"/>
              </a:rPr>
              <a:t>Dashboards Course</a:t>
            </a:r>
            <a:endParaRPr lang="en-US" sz="2800" b="1" dirty="0">
              <a:solidFill>
                <a:srgbClr val="00718F"/>
              </a:solidFill>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158841849"/>
      </p:ext>
    </p:extLst>
  </p:cSld>
  <p:clrMapOvr>
    <a:masterClrMapping/>
  </p:clrMapOvr>
</p:sld>
</file>

<file path=ppt/theme/theme1.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6" ma:contentTypeDescription="Create a new document." ma:contentTypeScope="" ma:versionID="467fd860e439affda554b0e8fd63545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97a4d66715efea2c754f88516e87045d"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16E250-D33D-40D1-970C-79E7C523FAA6}">
  <ds:schemaRefs>
    <ds:schemaRef ds:uri="http://schemas.microsoft.com/office/2006/metadata/properties"/>
    <ds:schemaRef ds:uri="http://schemas.microsoft.com/office/infopath/2007/PartnerControls"/>
    <ds:schemaRef ds:uri="9bf2d67a-4843-4f77-8dec-dc49e79de6e2"/>
    <ds:schemaRef ds:uri="ced96c98-7ffa-4594-9ee3-7376ab79bd9a"/>
  </ds:schemaRefs>
</ds:datastoreItem>
</file>

<file path=customXml/itemProps2.xml><?xml version="1.0" encoding="utf-8"?>
<ds:datastoreItem xmlns:ds="http://schemas.openxmlformats.org/officeDocument/2006/customXml" ds:itemID="{39E557F0-71B4-411E-A69E-7C0F795574DC}"/>
</file>

<file path=customXml/itemProps3.xml><?xml version="1.0" encoding="utf-8"?>
<ds:datastoreItem xmlns:ds="http://schemas.openxmlformats.org/officeDocument/2006/customXml" ds:itemID="{3FE26B16-591B-4D19-9A28-79D857DAB38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cognizant_ppt_template_11mar2022 (1)</Template>
  <TotalTime>2167</TotalTime>
  <Words>1683</Words>
  <Application>Microsoft Office PowerPoint</Application>
  <PresentationFormat>Widescreen</PresentationFormat>
  <Paragraphs>366</Paragraphs>
  <Slides>39</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39</vt:i4>
      </vt:variant>
    </vt:vector>
  </HeadingPairs>
  <TitlesOfParts>
    <vt:vector size="47" baseType="lpstr">
      <vt:lpstr>Arial</vt:lpstr>
      <vt:lpstr>Arial Rounded MT Bold</vt:lpstr>
      <vt:lpstr>Arial Unicode MS</vt:lpstr>
      <vt:lpstr>Calibri</vt:lpstr>
      <vt:lpstr>Cambria</vt:lpstr>
      <vt:lpstr>Wingdings</vt:lpstr>
      <vt:lpstr>Office Theme</vt:lpstr>
      <vt:lpstr>Theme2</vt:lpstr>
      <vt:lpstr>  Reports and Dashboards  </vt:lpstr>
      <vt:lpstr>About the Author</vt:lpstr>
      <vt:lpstr>Recap…</vt:lpstr>
      <vt:lpstr>Objectives</vt:lpstr>
      <vt:lpstr>Do You Know</vt:lpstr>
      <vt:lpstr>PowerPoint Presentation</vt:lpstr>
      <vt:lpstr>Introduction</vt:lpstr>
      <vt:lpstr>PowerPoint Presentation</vt:lpstr>
      <vt:lpstr>Types of Report Format…1</vt:lpstr>
      <vt:lpstr>Types of Report Format…2</vt:lpstr>
      <vt:lpstr>Types of Report Format…3</vt:lpstr>
      <vt:lpstr>PowerPoint Presentation</vt:lpstr>
      <vt:lpstr>Report Generation…1</vt:lpstr>
      <vt:lpstr>Report Generation…2</vt:lpstr>
      <vt:lpstr>Report Generation…3</vt:lpstr>
      <vt:lpstr>Report Generation…4</vt:lpstr>
      <vt:lpstr>Report Generation…5</vt:lpstr>
      <vt:lpstr>Report Generation…6</vt:lpstr>
      <vt:lpstr>Report Generation…7</vt:lpstr>
      <vt:lpstr>PowerPoint Presentation</vt:lpstr>
      <vt:lpstr>Report Types</vt:lpstr>
      <vt:lpstr>PowerPoint Presentation</vt:lpstr>
      <vt:lpstr>Dashboard…1</vt:lpstr>
      <vt:lpstr>Dashboard…1</vt:lpstr>
      <vt:lpstr>Dashboard…2</vt:lpstr>
      <vt:lpstr>Dashboard Types</vt:lpstr>
      <vt:lpstr>Dashboard Chart Type</vt:lpstr>
      <vt:lpstr>PowerPoint Presentation</vt:lpstr>
      <vt:lpstr>Limitations of Veeva Reports and Dashboards</vt:lpstr>
      <vt:lpstr>Best Practice - Reports and Dashboards</vt:lpstr>
      <vt:lpstr>Check Your Understanding ... 1</vt:lpstr>
      <vt:lpstr>Check Your Understanding ... 2</vt:lpstr>
      <vt:lpstr>Check Your Understanding ... 3</vt:lpstr>
      <vt:lpstr>Check Your Understanding ... 4</vt:lpstr>
      <vt:lpstr>Check Your Understanding ... 5</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Nandi, Tuhin (Cognizant)</dc:creator>
  <cp:keywords/>
  <dc:description/>
  <cp:lastModifiedBy>Kate, Sneha (Cognizant)</cp:lastModifiedBy>
  <cp:revision>9</cp:revision>
  <dcterms:created xsi:type="dcterms:W3CDTF">2023-02-10T06:22:06Z</dcterms:created>
  <dcterms:modified xsi:type="dcterms:W3CDTF">2023-07-21T10:05:04Z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y fmtid="{D5CDD505-2E9C-101B-9397-08002B2CF9AE}" pid="3" name="Order">
    <vt:r8>411100</vt:r8>
  </property>
  <property fmtid="{D5CDD505-2E9C-101B-9397-08002B2CF9AE}" pid="4" name="_ExtendedDescription">
    <vt:lpwstr/>
  </property>
  <property fmtid="{D5CDD505-2E9C-101B-9397-08002B2CF9AE}" pid="5" name="TriggerFlowInfo">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ies>
</file>