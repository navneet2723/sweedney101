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5.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changesInfos/changesInfo1.xml" ContentType="application/vnd.ms-powerpoint.changes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4" r:id="rId4"/>
    <p:sldMasterId id="2147483695" r:id="rId5"/>
    <p:sldMasterId id="2147483725" r:id="rId6"/>
  </p:sldMasterIdLst>
  <p:notesMasterIdLst>
    <p:notesMasterId r:id="rId46"/>
  </p:notesMasterIdLst>
  <p:sldIdLst>
    <p:sldId id="256" r:id="rId7"/>
    <p:sldId id="727" r:id="rId8"/>
    <p:sldId id="259" r:id="rId9"/>
    <p:sldId id="729" r:id="rId10"/>
    <p:sldId id="730" r:id="rId11"/>
    <p:sldId id="721" r:id="rId12"/>
    <p:sldId id="731" r:id="rId13"/>
    <p:sldId id="732" r:id="rId14"/>
    <p:sldId id="733" r:id="rId15"/>
    <p:sldId id="734" r:id="rId16"/>
    <p:sldId id="735" r:id="rId17"/>
    <p:sldId id="736" r:id="rId18"/>
    <p:sldId id="722" r:id="rId19"/>
    <p:sldId id="737" r:id="rId20"/>
    <p:sldId id="723" r:id="rId21"/>
    <p:sldId id="738" r:id="rId22"/>
    <p:sldId id="739" r:id="rId23"/>
    <p:sldId id="724" r:id="rId24"/>
    <p:sldId id="740" r:id="rId25"/>
    <p:sldId id="741" r:id="rId26"/>
    <p:sldId id="742" r:id="rId27"/>
    <p:sldId id="743" r:id="rId28"/>
    <p:sldId id="725" r:id="rId29"/>
    <p:sldId id="744" r:id="rId30"/>
    <p:sldId id="745" r:id="rId31"/>
    <p:sldId id="746" r:id="rId32"/>
    <p:sldId id="726" r:id="rId33"/>
    <p:sldId id="747" r:id="rId34"/>
    <p:sldId id="748" r:id="rId35"/>
    <p:sldId id="751" r:id="rId36"/>
    <p:sldId id="749" r:id="rId37"/>
    <p:sldId id="750" r:id="rId38"/>
    <p:sldId id="716" r:id="rId39"/>
    <p:sldId id="717" r:id="rId40"/>
    <p:sldId id="718" r:id="rId41"/>
    <p:sldId id="719" r:id="rId42"/>
    <p:sldId id="720" r:id="rId43"/>
    <p:sldId id="265" r:id="rId44"/>
    <p:sldId id="268" r:id="rId4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583A4A9-7574-C5E3-3C0A-3011BC3A7CBE}" name="Biswas, Souvik (Cognizant)" initials="BS(" userId="S::848854@cognizant.com::bc0f958c-b2bb-43fd-a0f4-66d25c03bf18"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EF030"/>
    <a:srgbClr val="A8EE9C"/>
    <a:srgbClr val="276C1E"/>
    <a:srgbClr val="692D56"/>
    <a:srgbClr val="A44687"/>
    <a:srgbClr val="682252"/>
    <a:srgbClr val="933F79"/>
    <a:srgbClr val="008080"/>
    <a:srgbClr val="5E204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491" autoAdjust="0"/>
  </p:normalViewPr>
  <p:slideViewPr>
    <p:cSldViewPr>
      <p:cViewPr varScale="1">
        <p:scale>
          <a:sx n="59" d="100"/>
          <a:sy n="59" d="100"/>
        </p:scale>
        <p:origin x="828" y="52"/>
      </p:cViewPr>
      <p:guideLst>
        <p:guide orient="horz" pos="2160"/>
        <p:guide pos="3840"/>
      </p:guideLst>
    </p:cSldViewPr>
  </p:slid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9" Type="http://schemas.openxmlformats.org/officeDocument/2006/relationships/slide" Target="slides/slide2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theme" Target="theme/theme1.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microsoft.com/office/2018/10/relationships/authors" Target="author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viewProps" Target="viewProps.xml"/><Relationship Id="rId8" Type="http://schemas.openxmlformats.org/officeDocument/2006/relationships/slide" Target="slides/slide2.xml"/><Relationship Id="rId51" Type="http://schemas.microsoft.com/office/2016/11/relationships/changesInfo" Target="changesInfos/changesInfo1.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notesMaster" Target="notesMasters/notesMaster1.xml"/><Relationship Id="rId20" Type="http://schemas.openxmlformats.org/officeDocument/2006/relationships/slide" Target="slides/slide14.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eddy, Laxmi (Cognizant)" userId="S::2096600@cognizant.com::23f5fa8b-0eb7-4ed4-8656-9fab6c0cd501" providerId="AD" clId="Web-{25C0FEDC-9A89-B4AB-C29F-EFCD517A9985}"/>
    <pc:docChg chg="modSld">
      <pc:chgData name="Reddy, Laxmi (Cognizant)" userId="S::2096600@cognizant.com::23f5fa8b-0eb7-4ed4-8656-9fab6c0cd501" providerId="AD" clId="Web-{25C0FEDC-9A89-B4AB-C29F-EFCD517A9985}" dt="2024-11-05T12:57:16.874" v="1" actId="1076"/>
      <pc:docMkLst>
        <pc:docMk/>
      </pc:docMkLst>
      <pc:sldChg chg="modSp">
        <pc:chgData name="Reddy, Laxmi (Cognizant)" userId="S::2096600@cognizant.com::23f5fa8b-0eb7-4ed4-8656-9fab6c0cd501" providerId="AD" clId="Web-{25C0FEDC-9A89-B4AB-C29F-EFCD517A9985}" dt="2024-11-05T12:57:16.874" v="1" actId="1076"/>
        <pc:sldMkLst>
          <pc:docMk/>
          <pc:sldMk cId="3160445243" sldId="743"/>
        </pc:sldMkLst>
      </pc:sldChg>
    </pc:docChg>
  </pc:docChgLst>
  <pc:docChgLst>
    <pc:chgData name="Reddy, Laxmi (Cognizant)" userId="23f5fa8b-0eb7-4ed4-8656-9fab6c0cd501" providerId="ADAL" clId="{E603AD73-E6A4-46B4-8503-D17D28FF2CA8}"/>
    <pc:docChg chg="delSld">
      <pc:chgData name="Reddy, Laxmi (Cognizant)" userId="23f5fa8b-0eb7-4ed4-8656-9fab6c0cd501" providerId="ADAL" clId="{E603AD73-E6A4-46B4-8503-D17D28FF2CA8}" dt="2025-07-21T03:28:06.940" v="2" actId="47"/>
      <pc:docMkLst>
        <pc:docMk/>
      </pc:docMkLst>
      <pc:sldChg chg="del">
        <pc:chgData name="Reddy, Laxmi (Cognizant)" userId="23f5fa8b-0eb7-4ed4-8656-9fab6c0cd501" providerId="ADAL" clId="{E603AD73-E6A4-46B4-8503-D17D28FF2CA8}" dt="2025-07-21T03:28:06.940" v="2" actId="47"/>
        <pc:sldMkLst>
          <pc:docMk/>
          <pc:sldMk cId="563797236" sldId="287"/>
        </pc:sldMkLst>
      </pc:sldChg>
      <pc:sldChg chg="del">
        <pc:chgData name="Reddy, Laxmi (Cognizant)" userId="23f5fa8b-0eb7-4ed4-8656-9fab6c0cd501" providerId="ADAL" clId="{E603AD73-E6A4-46B4-8503-D17D28FF2CA8}" dt="2025-07-21T03:28:04.211" v="1" actId="47"/>
        <pc:sldMkLst>
          <pc:docMk/>
          <pc:sldMk cId="3511727540" sldId="288"/>
        </pc:sldMkLst>
      </pc:sldChg>
      <pc:sldChg chg="del">
        <pc:chgData name="Reddy, Laxmi (Cognizant)" userId="23f5fa8b-0eb7-4ed4-8656-9fab6c0cd501" providerId="ADAL" clId="{E603AD73-E6A4-46B4-8503-D17D28FF2CA8}" dt="2025-07-21T03:21:53.813" v="0" actId="47"/>
        <pc:sldMkLst>
          <pc:docMk/>
          <pc:sldMk cId="20639001" sldId="752"/>
        </pc:sldMkLst>
      </pc:sldChg>
    </pc:docChg>
  </pc:docChgLst>
  <pc:docChgLst>
    <pc:chgData name="Biswas, Souvik (Cognizant)" userId="bc0f958c-b2bb-43fd-a0f4-66d25c03bf18" providerId="ADAL" clId="{D7F4EDBD-0232-4BCD-AC69-9951DB805A5A}"/>
    <pc:docChg chg="undo custSel addSld delSld modSld sldOrd">
      <pc:chgData name="Biswas, Souvik (Cognizant)" userId="bc0f958c-b2bb-43fd-a0f4-66d25c03bf18" providerId="ADAL" clId="{D7F4EDBD-0232-4BCD-AC69-9951DB805A5A}" dt="2023-07-07T04:29:47.460" v="366" actId="47"/>
      <pc:docMkLst>
        <pc:docMk/>
      </pc:docMkLst>
      <pc:sldChg chg="del">
        <pc:chgData name="Biswas, Souvik (Cognizant)" userId="bc0f958c-b2bb-43fd-a0f4-66d25c03bf18" providerId="ADAL" clId="{D7F4EDBD-0232-4BCD-AC69-9951DB805A5A}" dt="2023-07-07T03:19:21.051" v="42" actId="47"/>
        <pc:sldMkLst>
          <pc:docMk/>
          <pc:sldMk cId="0" sldId="258"/>
        </pc:sldMkLst>
      </pc:sldChg>
      <pc:sldChg chg="addSp modSp add del mod ord">
        <pc:chgData name="Biswas, Souvik (Cognizant)" userId="bc0f958c-b2bb-43fd-a0f4-66d25c03bf18" providerId="ADAL" clId="{D7F4EDBD-0232-4BCD-AC69-9951DB805A5A}" dt="2023-07-07T03:15:05.114" v="27" actId="1076"/>
        <pc:sldMkLst>
          <pc:docMk/>
          <pc:sldMk cId="1879160448" sldId="259"/>
        </pc:sldMkLst>
      </pc:sldChg>
      <pc:sldChg chg="del">
        <pc:chgData name="Biswas, Souvik (Cognizant)" userId="bc0f958c-b2bb-43fd-a0f4-66d25c03bf18" providerId="ADAL" clId="{D7F4EDBD-0232-4BCD-AC69-9951DB805A5A}" dt="2023-07-05T18:15:42.832" v="12" actId="47"/>
        <pc:sldMkLst>
          <pc:docMk/>
          <pc:sldMk cId="0" sldId="261"/>
        </pc:sldMkLst>
      </pc:sldChg>
      <pc:sldChg chg="del">
        <pc:chgData name="Biswas, Souvik (Cognizant)" userId="bc0f958c-b2bb-43fd-a0f4-66d25c03bf18" providerId="ADAL" clId="{D7F4EDBD-0232-4BCD-AC69-9951DB805A5A}" dt="2023-07-07T03:15:08.899" v="28" actId="47"/>
        <pc:sldMkLst>
          <pc:docMk/>
          <pc:sldMk cId="0" sldId="263"/>
        </pc:sldMkLst>
      </pc:sldChg>
      <pc:sldChg chg="del">
        <pc:chgData name="Biswas, Souvik (Cognizant)" userId="bc0f958c-b2bb-43fd-a0f4-66d25c03bf18" providerId="ADAL" clId="{D7F4EDBD-0232-4BCD-AC69-9951DB805A5A}" dt="2023-07-07T03:21:29.569" v="51" actId="47"/>
        <pc:sldMkLst>
          <pc:docMk/>
          <pc:sldMk cId="0" sldId="264"/>
        </pc:sldMkLst>
      </pc:sldChg>
      <pc:sldChg chg="del">
        <pc:chgData name="Biswas, Souvik (Cognizant)" userId="bc0f958c-b2bb-43fd-a0f4-66d25c03bf18" providerId="ADAL" clId="{D7F4EDBD-0232-4BCD-AC69-9951DB805A5A}" dt="2023-07-07T03:28:38.534" v="73" actId="47"/>
        <pc:sldMkLst>
          <pc:docMk/>
          <pc:sldMk cId="1284097490" sldId="283"/>
        </pc:sldMkLst>
      </pc:sldChg>
      <pc:sldChg chg="modSp add mod">
        <pc:chgData name="Biswas, Souvik (Cognizant)" userId="bc0f958c-b2bb-43fd-a0f4-66d25c03bf18" providerId="ADAL" clId="{D7F4EDBD-0232-4BCD-AC69-9951DB805A5A}" dt="2023-07-05T18:15:36.976" v="11"/>
        <pc:sldMkLst>
          <pc:docMk/>
          <pc:sldMk cId="2309930151" sldId="289"/>
        </pc:sldMkLst>
      </pc:sldChg>
      <pc:sldChg chg="del">
        <pc:chgData name="Biswas, Souvik (Cognizant)" userId="bc0f958c-b2bb-43fd-a0f4-66d25c03bf18" providerId="ADAL" clId="{D7F4EDBD-0232-4BCD-AC69-9951DB805A5A}" dt="2023-07-07T03:34:19.018" v="93" actId="47"/>
        <pc:sldMkLst>
          <pc:docMk/>
          <pc:sldMk cId="1965280894" sldId="303"/>
        </pc:sldMkLst>
      </pc:sldChg>
      <pc:sldChg chg="del">
        <pc:chgData name="Biswas, Souvik (Cognizant)" userId="bc0f958c-b2bb-43fd-a0f4-66d25c03bf18" providerId="ADAL" clId="{D7F4EDBD-0232-4BCD-AC69-9951DB805A5A}" dt="2023-07-07T03:43:47.383" v="142" actId="47"/>
        <pc:sldMkLst>
          <pc:docMk/>
          <pc:sldMk cId="3401793406" sldId="306"/>
        </pc:sldMkLst>
      </pc:sldChg>
      <pc:sldChg chg="del">
        <pc:chgData name="Biswas, Souvik (Cognizant)" userId="bc0f958c-b2bb-43fd-a0f4-66d25c03bf18" providerId="ADAL" clId="{D7F4EDBD-0232-4BCD-AC69-9951DB805A5A}" dt="2023-07-07T03:45:14.753" v="153" actId="47"/>
        <pc:sldMkLst>
          <pc:docMk/>
          <pc:sldMk cId="2382279697" sldId="307"/>
        </pc:sldMkLst>
      </pc:sldChg>
      <pc:sldChg chg="modSp del mod">
        <pc:chgData name="Biswas, Souvik (Cognizant)" userId="bc0f958c-b2bb-43fd-a0f4-66d25c03bf18" providerId="ADAL" clId="{D7F4EDBD-0232-4BCD-AC69-9951DB805A5A}" dt="2023-07-07T03:41:40.195" v="128" actId="47"/>
        <pc:sldMkLst>
          <pc:docMk/>
          <pc:sldMk cId="1132224239" sldId="308"/>
        </pc:sldMkLst>
      </pc:sldChg>
      <pc:sldChg chg="del">
        <pc:chgData name="Biswas, Souvik (Cognizant)" userId="bc0f958c-b2bb-43fd-a0f4-66d25c03bf18" providerId="ADAL" clId="{D7F4EDBD-0232-4BCD-AC69-9951DB805A5A}" dt="2023-07-07T03:47:23.917" v="164" actId="47"/>
        <pc:sldMkLst>
          <pc:docMk/>
          <pc:sldMk cId="360465381" sldId="309"/>
        </pc:sldMkLst>
      </pc:sldChg>
      <pc:sldChg chg="del">
        <pc:chgData name="Biswas, Souvik (Cognizant)" userId="bc0f958c-b2bb-43fd-a0f4-66d25c03bf18" providerId="ADAL" clId="{D7F4EDBD-0232-4BCD-AC69-9951DB805A5A}" dt="2023-07-07T03:50:47.585" v="188" actId="47"/>
        <pc:sldMkLst>
          <pc:docMk/>
          <pc:sldMk cId="3040920881" sldId="311"/>
        </pc:sldMkLst>
      </pc:sldChg>
      <pc:sldChg chg="del">
        <pc:chgData name="Biswas, Souvik (Cognizant)" userId="bc0f958c-b2bb-43fd-a0f4-66d25c03bf18" providerId="ADAL" clId="{D7F4EDBD-0232-4BCD-AC69-9951DB805A5A}" dt="2023-07-07T03:59:56.189" v="224" actId="47"/>
        <pc:sldMkLst>
          <pc:docMk/>
          <pc:sldMk cId="3977547204" sldId="313"/>
        </pc:sldMkLst>
      </pc:sldChg>
      <pc:sldChg chg="del">
        <pc:chgData name="Biswas, Souvik (Cognizant)" userId="bc0f958c-b2bb-43fd-a0f4-66d25c03bf18" providerId="ADAL" clId="{D7F4EDBD-0232-4BCD-AC69-9951DB805A5A}" dt="2023-07-07T04:11:57.267" v="281" actId="47"/>
        <pc:sldMkLst>
          <pc:docMk/>
          <pc:sldMk cId="1016896851" sldId="314"/>
        </pc:sldMkLst>
      </pc:sldChg>
      <pc:sldChg chg="del">
        <pc:chgData name="Biswas, Souvik (Cognizant)" userId="bc0f958c-b2bb-43fd-a0f4-66d25c03bf18" providerId="ADAL" clId="{D7F4EDBD-0232-4BCD-AC69-9951DB805A5A}" dt="2023-07-07T04:14:55.298" v="290" actId="47"/>
        <pc:sldMkLst>
          <pc:docMk/>
          <pc:sldMk cId="568235006" sldId="316"/>
        </pc:sldMkLst>
      </pc:sldChg>
      <pc:sldChg chg="del modCm">
        <pc:chgData name="Biswas, Souvik (Cognizant)" userId="bc0f958c-b2bb-43fd-a0f4-66d25c03bf18" providerId="ADAL" clId="{D7F4EDBD-0232-4BCD-AC69-9951DB805A5A}" dt="2023-07-07T04:03:43.709" v="238" actId="47"/>
        <pc:sldMkLst>
          <pc:docMk/>
          <pc:sldMk cId="2435654164" sldId="320"/>
        </pc:sldMkLst>
        <pc:extLst>
          <p:ext xmlns:p="http://schemas.openxmlformats.org/presentationml/2006/main" uri="{D6D511B9-2390-475A-947B-AFAB55BFBCF1}">
            <pc226:cmChg xmlns:pc226="http://schemas.microsoft.com/office/powerpoint/2022/06/main/command" chg="mod">
              <pc226:chgData name="Biswas, Souvik (Cognizant)" userId="bc0f958c-b2bb-43fd-a0f4-66d25c03bf18" providerId="ADAL" clId="{D7F4EDBD-0232-4BCD-AC69-9951DB805A5A}" dt="2023-07-07T04:00:28.074" v="226"/>
              <pc2:cmMkLst xmlns:pc2="http://schemas.microsoft.com/office/powerpoint/2019/9/main/command">
                <pc:docMk/>
                <pc:sldMk cId="2435654164" sldId="320"/>
                <pc2:cmMk id="{90264023-8D59-4E9D-955E-670E1F757C60}"/>
              </pc2:cmMkLst>
            </pc226:cmChg>
          </p:ext>
        </pc:extLst>
      </pc:sldChg>
      <pc:sldChg chg="del">
        <pc:chgData name="Biswas, Souvik (Cognizant)" userId="bc0f958c-b2bb-43fd-a0f4-66d25c03bf18" providerId="ADAL" clId="{D7F4EDBD-0232-4BCD-AC69-9951DB805A5A}" dt="2023-07-07T04:05:57.508" v="253" actId="47"/>
        <pc:sldMkLst>
          <pc:docMk/>
          <pc:sldMk cId="1596246217" sldId="321"/>
        </pc:sldMkLst>
      </pc:sldChg>
      <pc:sldChg chg="addSp modSp del">
        <pc:chgData name="Biswas, Souvik (Cognizant)" userId="bc0f958c-b2bb-43fd-a0f4-66d25c03bf18" providerId="ADAL" clId="{D7F4EDBD-0232-4BCD-AC69-9951DB805A5A}" dt="2023-07-07T04:10:05.965" v="269" actId="47"/>
        <pc:sldMkLst>
          <pc:docMk/>
          <pc:sldMk cId="1482866052" sldId="322"/>
        </pc:sldMkLst>
      </pc:sldChg>
      <pc:sldChg chg="del">
        <pc:chgData name="Biswas, Souvik (Cognizant)" userId="bc0f958c-b2bb-43fd-a0f4-66d25c03bf18" providerId="ADAL" clId="{D7F4EDBD-0232-4BCD-AC69-9951DB805A5A}" dt="2023-07-07T04:16:26.505" v="303" actId="47"/>
        <pc:sldMkLst>
          <pc:docMk/>
          <pc:sldMk cId="1334696521" sldId="323"/>
        </pc:sldMkLst>
      </pc:sldChg>
      <pc:sldChg chg="del">
        <pc:chgData name="Biswas, Souvik (Cognizant)" userId="bc0f958c-b2bb-43fd-a0f4-66d25c03bf18" providerId="ADAL" clId="{D7F4EDBD-0232-4BCD-AC69-9951DB805A5A}" dt="2023-07-07T04:20:02.198" v="319" actId="47"/>
        <pc:sldMkLst>
          <pc:docMk/>
          <pc:sldMk cId="2168285311" sldId="324"/>
        </pc:sldMkLst>
      </pc:sldChg>
      <pc:sldChg chg="del">
        <pc:chgData name="Biswas, Souvik (Cognizant)" userId="bc0f958c-b2bb-43fd-a0f4-66d25c03bf18" providerId="ADAL" clId="{D7F4EDBD-0232-4BCD-AC69-9951DB805A5A}" dt="2023-07-07T04:23:14.256" v="328" actId="47"/>
        <pc:sldMkLst>
          <pc:docMk/>
          <pc:sldMk cId="3615999091" sldId="325"/>
        </pc:sldMkLst>
      </pc:sldChg>
      <pc:sldChg chg="del">
        <pc:chgData name="Biswas, Souvik (Cognizant)" userId="bc0f958c-b2bb-43fd-a0f4-66d25c03bf18" providerId="ADAL" clId="{D7F4EDBD-0232-4BCD-AC69-9951DB805A5A}" dt="2023-07-07T04:24:00.278" v="333" actId="47"/>
        <pc:sldMkLst>
          <pc:docMk/>
          <pc:sldMk cId="765935417" sldId="326"/>
        </pc:sldMkLst>
      </pc:sldChg>
      <pc:sldChg chg="del">
        <pc:chgData name="Biswas, Souvik (Cognizant)" userId="bc0f958c-b2bb-43fd-a0f4-66d25c03bf18" providerId="ADAL" clId="{D7F4EDBD-0232-4BCD-AC69-9951DB805A5A}" dt="2023-07-07T03:55:11.942" v="198" actId="47"/>
        <pc:sldMkLst>
          <pc:docMk/>
          <pc:sldMk cId="1056228623" sldId="330"/>
        </pc:sldMkLst>
      </pc:sldChg>
      <pc:sldChg chg="del">
        <pc:chgData name="Biswas, Souvik (Cognizant)" userId="bc0f958c-b2bb-43fd-a0f4-66d25c03bf18" providerId="ADAL" clId="{D7F4EDBD-0232-4BCD-AC69-9951DB805A5A}" dt="2023-07-05T18:26:32.122" v="24" actId="47"/>
        <pc:sldMkLst>
          <pc:docMk/>
          <pc:sldMk cId="2716495874" sldId="340"/>
        </pc:sldMkLst>
      </pc:sldChg>
      <pc:sldChg chg="modSp del mod">
        <pc:chgData name="Biswas, Souvik (Cognizant)" userId="bc0f958c-b2bb-43fd-a0f4-66d25c03bf18" providerId="ADAL" clId="{D7F4EDBD-0232-4BCD-AC69-9951DB805A5A}" dt="2023-07-07T04:29:47.460" v="366" actId="47"/>
        <pc:sldMkLst>
          <pc:docMk/>
          <pc:sldMk cId="4094285726" sldId="348"/>
        </pc:sldMkLst>
      </pc:sldChg>
      <pc:sldChg chg="add del">
        <pc:chgData name="Biswas, Souvik (Cognizant)" userId="bc0f958c-b2bb-43fd-a0f4-66d25c03bf18" providerId="ADAL" clId="{D7F4EDBD-0232-4BCD-AC69-9951DB805A5A}" dt="2023-07-07T04:26:02.622" v="344" actId="47"/>
        <pc:sldMkLst>
          <pc:docMk/>
          <pc:sldMk cId="4054872311" sldId="349"/>
        </pc:sldMkLst>
      </pc:sldChg>
      <pc:sldChg chg="modSp del mod">
        <pc:chgData name="Biswas, Souvik (Cognizant)" userId="bc0f958c-b2bb-43fd-a0f4-66d25c03bf18" providerId="ADAL" clId="{D7F4EDBD-0232-4BCD-AC69-9951DB805A5A}" dt="2023-07-07T03:38:14.168" v="109" actId="47"/>
        <pc:sldMkLst>
          <pc:docMk/>
          <pc:sldMk cId="4210448809" sldId="350"/>
        </pc:sldMkLst>
      </pc:sldChg>
      <pc:sldChg chg="modSp add mod ord">
        <pc:chgData name="Biswas, Souvik (Cognizant)" userId="bc0f958c-b2bb-43fd-a0f4-66d25c03bf18" providerId="ADAL" clId="{D7F4EDBD-0232-4BCD-AC69-9951DB805A5A}" dt="2023-07-05T18:26:30.017" v="23"/>
        <pc:sldMkLst>
          <pc:docMk/>
          <pc:sldMk cId="2473827402" sldId="727"/>
        </pc:sldMkLst>
      </pc:sldChg>
      <pc:sldChg chg="new del">
        <pc:chgData name="Biswas, Souvik (Cognizant)" userId="bc0f958c-b2bb-43fd-a0f4-66d25c03bf18" providerId="ADAL" clId="{D7F4EDBD-0232-4BCD-AC69-9951DB805A5A}" dt="2023-07-07T03:15:25.254" v="30" actId="47"/>
        <pc:sldMkLst>
          <pc:docMk/>
          <pc:sldMk cId="2981322751" sldId="728"/>
        </pc:sldMkLst>
      </pc:sldChg>
      <pc:sldChg chg="addSp delSp modSp add mod">
        <pc:chgData name="Biswas, Souvik (Cognizant)" userId="bc0f958c-b2bb-43fd-a0f4-66d25c03bf18" providerId="ADAL" clId="{D7F4EDBD-0232-4BCD-AC69-9951DB805A5A}" dt="2023-07-07T03:18:49.677" v="41" actId="14100"/>
        <pc:sldMkLst>
          <pc:docMk/>
          <pc:sldMk cId="1000509369" sldId="729"/>
        </pc:sldMkLst>
      </pc:sldChg>
      <pc:sldChg chg="addSp delSp modSp add mod">
        <pc:chgData name="Biswas, Souvik (Cognizant)" userId="bc0f958c-b2bb-43fd-a0f4-66d25c03bf18" providerId="ADAL" clId="{D7F4EDBD-0232-4BCD-AC69-9951DB805A5A}" dt="2023-07-07T03:22:09.285" v="55" actId="1076"/>
        <pc:sldMkLst>
          <pc:docMk/>
          <pc:sldMk cId="2802560228" sldId="730"/>
        </pc:sldMkLst>
      </pc:sldChg>
      <pc:sldChg chg="delSp modSp add mod ord">
        <pc:chgData name="Biswas, Souvik (Cognizant)" userId="bc0f958c-b2bb-43fd-a0f4-66d25c03bf18" providerId="ADAL" clId="{D7F4EDBD-0232-4BCD-AC69-9951DB805A5A}" dt="2023-07-07T03:25:56.081" v="72" actId="14100"/>
        <pc:sldMkLst>
          <pc:docMk/>
          <pc:sldMk cId="860694507" sldId="731"/>
        </pc:sldMkLst>
      </pc:sldChg>
      <pc:sldChg chg="addSp modSp add mod">
        <pc:chgData name="Biswas, Souvik (Cognizant)" userId="bc0f958c-b2bb-43fd-a0f4-66d25c03bf18" providerId="ADAL" clId="{D7F4EDBD-0232-4BCD-AC69-9951DB805A5A}" dt="2023-07-07T03:32:12.149" v="92" actId="14100"/>
        <pc:sldMkLst>
          <pc:docMk/>
          <pc:sldMk cId="2145962233" sldId="732"/>
        </pc:sldMkLst>
      </pc:sldChg>
      <pc:sldChg chg="addSp delSp modSp add mod">
        <pc:chgData name="Biswas, Souvik (Cognizant)" userId="bc0f958c-b2bb-43fd-a0f4-66d25c03bf18" providerId="ADAL" clId="{D7F4EDBD-0232-4BCD-AC69-9951DB805A5A}" dt="2023-07-07T03:38:05.124" v="108" actId="20577"/>
        <pc:sldMkLst>
          <pc:docMk/>
          <pc:sldMk cId="2515601659" sldId="733"/>
        </pc:sldMkLst>
      </pc:sldChg>
      <pc:sldChg chg="addSp modSp add mod ord">
        <pc:chgData name="Biswas, Souvik (Cognizant)" userId="bc0f958c-b2bb-43fd-a0f4-66d25c03bf18" providerId="ADAL" clId="{D7F4EDBD-0232-4BCD-AC69-9951DB805A5A}" dt="2023-07-07T03:41:36.832" v="127" actId="208"/>
        <pc:sldMkLst>
          <pc:docMk/>
          <pc:sldMk cId="3871834397" sldId="734"/>
        </pc:sldMkLst>
      </pc:sldChg>
      <pc:sldChg chg="modSp add del mod">
        <pc:chgData name="Biswas, Souvik (Cognizant)" userId="bc0f958c-b2bb-43fd-a0f4-66d25c03bf18" providerId="ADAL" clId="{D7F4EDBD-0232-4BCD-AC69-9951DB805A5A}" dt="2023-07-07T03:42:40.720" v="131" actId="47"/>
        <pc:sldMkLst>
          <pc:docMk/>
          <pc:sldMk cId="35358358" sldId="735"/>
        </pc:sldMkLst>
      </pc:sldChg>
      <pc:sldChg chg="modSp add mod ord">
        <pc:chgData name="Biswas, Souvik (Cognizant)" userId="bc0f958c-b2bb-43fd-a0f4-66d25c03bf18" providerId="ADAL" clId="{D7F4EDBD-0232-4BCD-AC69-9951DB805A5A}" dt="2023-07-07T03:43:32.477" v="141" actId="14100"/>
        <pc:sldMkLst>
          <pc:docMk/>
          <pc:sldMk cId="2061154123" sldId="735"/>
        </pc:sldMkLst>
      </pc:sldChg>
      <pc:sldChg chg="addSp modSp add mod">
        <pc:chgData name="Biswas, Souvik (Cognizant)" userId="bc0f958c-b2bb-43fd-a0f4-66d25c03bf18" providerId="ADAL" clId="{D7F4EDBD-0232-4BCD-AC69-9951DB805A5A}" dt="2023-07-07T03:45:06.559" v="152" actId="1076"/>
        <pc:sldMkLst>
          <pc:docMk/>
          <pc:sldMk cId="885997444" sldId="736"/>
        </pc:sldMkLst>
      </pc:sldChg>
      <pc:sldChg chg="modSp add mod ord">
        <pc:chgData name="Biswas, Souvik (Cognizant)" userId="bc0f958c-b2bb-43fd-a0f4-66d25c03bf18" providerId="ADAL" clId="{D7F4EDBD-0232-4BCD-AC69-9951DB805A5A}" dt="2023-07-07T03:46:50.445" v="163" actId="12"/>
        <pc:sldMkLst>
          <pc:docMk/>
          <pc:sldMk cId="1158517983" sldId="737"/>
        </pc:sldMkLst>
      </pc:sldChg>
      <pc:sldChg chg="modSp add mod ord">
        <pc:chgData name="Biswas, Souvik (Cognizant)" userId="bc0f958c-b2bb-43fd-a0f4-66d25c03bf18" providerId="ADAL" clId="{D7F4EDBD-0232-4BCD-AC69-9951DB805A5A}" dt="2023-07-07T03:52:27.025" v="194" actId="14100"/>
        <pc:sldMkLst>
          <pc:docMk/>
          <pc:sldMk cId="2643145147" sldId="738"/>
        </pc:sldMkLst>
      </pc:sldChg>
      <pc:sldChg chg="modSp add mod">
        <pc:chgData name="Biswas, Souvik (Cognizant)" userId="bc0f958c-b2bb-43fd-a0f4-66d25c03bf18" providerId="ADAL" clId="{D7F4EDBD-0232-4BCD-AC69-9951DB805A5A}" dt="2023-07-07T03:53:03.704" v="197" actId="255"/>
        <pc:sldMkLst>
          <pc:docMk/>
          <pc:sldMk cId="186008879" sldId="739"/>
        </pc:sldMkLst>
      </pc:sldChg>
      <pc:sldChg chg="modSp add mod ord">
        <pc:chgData name="Biswas, Souvik (Cognizant)" userId="bc0f958c-b2bb-43fd-a0f4-66d25c03bf18" providerId="ADAL" clId="{D7F4EDBD-0232-4BCD-AC69-9951DB805A5A}" dt="2023-07-07T03:59:47.803" v="223" actId="255"/>
        <pc:sldMkLst>
          <pc:docMk/>
          <pc:sldMk cId="1598165917" sldId="740"/>
        </pc:sldMkLst>
      </pc:sldChg>
      <pc:sldChg chg="addSp modSp add mod">
        <pc:chgData name="Biswas, Souvik (Cognizant)" userId="bc0f958c-b2bb-43fd-a0f4-66d25c03bf18" providerId="ADAL" clId="{D7F4EDBD-0232-4BCD-AC69-9951DB805A5A}" dt="2023-07-07T04:02:42.199" v="237" actId="14100"/>
        <pc:sldMkLst>
          <pc:docMk/>
          <pc:sldMk cId="2299222743" sldId="741"/>
        </pc:sldMkLst>
      </pc:sldChg>
      <pc:sldChg chg="addSp modSp add mod ord">
        <pc:chgData name="Biswas, Souvik (Cognizant)" userId="bc0f958c-b2bb-43fd-a0f4-66d25c03bf18" providerId="ADAL" clId="{D7F4EDBD-0232-4BCD-AC69-9951DB805A5A}" dt="2023-07-07T04:05:48.322" v="252" actId="1076"/>
        <pc:sldMkLst>
          <pc:docMk/>
          <pc:sldMk cId="1988043506" sldId="742"/>
        </pc:sldMkLst>
      </pc:sldChg>
      <pc:sldChg chg="addSp delSp modSp add mod">
        <pc:chgData name="Biswas, Souvik (Cognizant)" userId="bc0f958c-b2bb-43fd-a0f4-66d25c03bf18" providerId="ADAL" clId="{D7F4EDBD-0232-4BCD-AC69-9951DB805A5A}" dt="2023-07-07T04:09:31.173" v="268" actId="208"/>
        <pc:sldMkLst>
          <pc:docMk/>
          <pc:sldMk cId="3160445243" sldId="743"/>
        </pc:sldMkLst>
      </pc:sldChg>
      <pc:sldChg chg="modSp add mod">
        <pc:chgData name="Biswas, Souvik (Cognizant)" userId="bc0f958c-b2bb-43fd-a0f4-66d25c03bf18" providerId="ADAL" clId="{D7F4EDBD-0232-4BCD-AC69-9951DB805A5A}" dt="2023-07-07T04:14:16.523" v="289" actId="12"/>
        <pc:sldMkLst>
          <pc:docMk/>
          <pc:sldMk cId="1647311709" sldId="744"/>
        </pc:sldMkLst>
      </pc:sldChg>
      <pc:sldChg chg="modSp add mod">
        <pc:chgData name="Biswas, Souvik (Cognizant)" userId="bc0f958c-b2bb-43fd-a0f4-66d25c03bf18" providerId="ADAL" clId="{D7F4EDBD-0232-4BCD-AC69-9951DB805A5A}" dt="2023-07-07T04:13:07.181" v="287" actId="20577"/>
        <pc:sldMkLst>
          <pc:docMk/>
          <pc:sldMk cId="879144791" sldId="745"/>
        </pc:sldMkLst>
      </pc:sldChg>
      <pc:sldChg chg="addSp delSp modSp add mod">
        <pc:chgData name="Biswas, Souvik (Cognizant)" userId="bc0f958c-b2bb-43fd-a0f4-66d25c03bf18" providerId="ADAL" clId="{D7F4EDBD-0232-4BCD-AC69-9951DB805A5A}" dt="2023-07-07T04:16:21.705" v="302" actId="14100"/>
        <pc:sldMkLst>
          <pc:docMk/>
          <pc:sldMk cId="659767863" sldId="746"/>
        </pc:sldMkLst>
      </pc:sldChg>
      <pc:sldChg chg="addSp modSp add mod">
        <pc:chgData name="Biswas, Souvik (Cognizant)" userId="bc0f958c-b2bb-43fd-a0f4-66d25c03bf18" providerId="ADAL" clId="{D7F4EDBD-0232-4BCD-AC69-9951DB805A5A}" dt="2023-07-07T04:19:53.176" v="318" actId="1076"/>
        <pc:sldMkLst>
          <pc:docMk/>
          <pc:sldMk cId="2020704143" sldId="747"/>
        </pc:sldMkLst>
      </pc:sldChg>
      <pc:sldChg chg="addSp modSp add mod">
        <pc:chgData name="Biswas, Souvik (Cognizant)" userId="bc0f958c-b2bb-43fd-a0f4-66d25c03bf18" providerId="ADAL" clId="{D7F4EDBD-0232-4BCD-AC69-9951DB805A5A}" dt="2023-07-07T04:29:07.556" v="365" actId="208"/>
        <pc:sldMkLst>
          <pc:docMk/>
          <pc:sldMk cId="1352215579" sldId="748"/>
        </pc:sldMkLst>
      </pc:sldChg>
      <pc:sldChg chg="modSp add mod">
        <pc:chgData name="Biswas, Souvik (Cognizant)" userId="bc0f958c-b2bb-43fd-a0f4-66d25c03bf18" providerId="ADAL" clId="{D7F4EDBD-0232-4BCD-AC69-9951DB805A5A}" dt="2023-07-07T04:23:46.497" v="332" actId="12"/>
        <pc:sldMkLst>
          <pc:docMk/>
          <pc:sldMk cId="4064252343" sldId="749"/>
        </pc:sldMkLst>
      </pc:sldChg>
      <pc:sldChg chg="modSp add mod">
        <pc:chgData name="Biswas, Souvik (Cognizant)" userId="bc0f958c-b2bb-43fd-a0f4-66d25c03bf18" providerId="ADAL" clId="{D7F4EDBD-0232-4BCD-AC69-9951DB805A5A}" dt="2023-07-07T04:24:40.126" v="337" actId="12"/>
        <pc:sldMkLst>
          <pc:docMk/>
          <pc:sldMk cId="2093237703" sldId="750"/>
        </pc:sldMkLst>
      </pc:sldChg>
      <pc:sldChg chg="add">
        <pc:chgData name="Biswas, Souvik (Cognizant)" userId="bc0f958c-b2bb-43fd-a0f4-66d25c03bf18" providerId="ADAL" clId="{D7F4EDBD-0232-4BCD-AC69-9951DB805A5A}" dt="2023-07-07T04:26:12.889" v="345" actId="2890"/>
        <pc:sldMkLst>
          <pc:docMk/>
          <pc:sldMk cId="53835650" sldId="751"/>
        </pc:sldMkLst>
      </pc:sldChg>
      <pc:sldChg chg="add del">
        <pc:chgData name="Biswas, Souvik (Cognizant)" userId="bc0f958c-b2bb-43fd-a0f4-66d25c03bf18" providerId="ADAL" clId="{D7F4EDBD-0232-4BCD-AC69-9951DB805A5A}" dt="2023-07-07T04:25:45.132" v="342" actId="2890"/>
        <pc:sldMkLst>
          <pc:docMk/>
          <pc:sldMk cId="354407116" sldId="751"/>
        </pc:sldMkLst>
      </pc:sldChg>
      <pc:sldMasterChg chg="delSldLayout">
        <pc:chgData name="Biswas, Souvik (Cognizant)" userId="bc0f958c-b2bb-43fd-a0f4-66d25c03bf18" providerId="ADAL" clId="{D7F4EDBD-0232-4BCD-AC69-9951DB805A5A}" dt="2023-07-05T18:15:42.832" v="12" actId="47"/>
        <pc:sldMasterMkLst>
          <pc:docMk/>
          <pc:sldMasterMk cId="440358670" sldId="2147483674"/>
        </pc:sldMasterMkLst>
        <pc:sldLayoutChg chg="del">
          <pc:chgData name="Biswas, Souvik (Cognizant)" userId="bc0f958c-b2bb-43fd-a0f4-66d25c03bf18" providerId="ADAL" clId="{D7F4EDBD-0232-4BCD-AC69-9951DB805A5A}" dt="2023-07-05T18:15:42.832" v="12" actId="47"/>
          <pc:sldLayoutMkLst>
            <pc:docMk/>
            <pc:sldMasterMk cId="440358670" sldId="2147483674"/>
            <pc:sldLayoutMk cId="0" sldId="2147483690"/>
          </pc:sldLayoutMkLst>
        </pc:sldLayoutChg>
      </pc:sldMasterChg>
    </pc:docChg>
  </pc:docChgLst>
  <pc:docChgLst>
    <pc:chgData name="Biswas, Souvik (Cognizant)" userId="bc0f958c-b2bb-43fd-a0f4-66d25c03bf18" providerId="ADAL" clId="{16BCD591-4D58-4A5A-B8D2-79B606E148F5}"/>
    <pc:docChg chg="addSld delSld modSld">
      <pc:chgData name="Biswas, Souvik (Cognizant)" userId="bc0f958c-b2bb-43fd-a0f4-66d25c03bf18" providerId="ADAL" clId="{16BCD591-4D58-4A5A-B8D2-79B606E148F5}" dt="2023-08-08T05:24:14.084" v="9" actId="47"/>
      <pc:docMkLst>
        <pc:docMk/>
      </pc:docMkLst>
      <pc:sldChg chg="del">
        <pc:chgData name="Biswas, Souvik (Cognizant)" userId="bc0f958c-b2bb-43fd-a0f4-66d25c03bf18" providerId="ADAL" clId="{16BCD591-4D58-4A5A-B8D2-79B606E148F5}" dt="2023-08-08T05:24:14.084" v="9" actId="47"/>
        <pc:sldMkLst>
          <pc:docMk/>
          <pc:sldMk cId="2309930151" sldId="289"/>
        </pc:sldMkLst>
      </pc:sldChg>
      <pc:sldChg chg="modSp add mod">
        <pc:chgData name="Biswas, Souvik (Cognizant)" userId="bc0f958c-b2bb-43fd-a0f4-66d25c03bf18" providerId="ADAL" clId="{16BCD591-4D58-4A5A-B8D2-79B606E148F5}" dt="2023-08-08T05:20:39.612" v="8" actId="20577"/>
        <pc:sldMkLst>
          <pc:docMk/>
          <pc:sldMk cId="20639001" sldId="752"/>
        </pc:sldMkLst>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1. </a:t>
          </a:r>
          <a:r>
            <a:rPr lang="en-US" sz="1800" dirty="0">
              <a:latin typeface="Arial" panose="020B0604020202020204" pitchFamily="34" charset="0"/>
              <a:cs typeface="Arial" panose="020B0604020202020204" pitchFamily="34" charset="0"/>
            </a:rPr>
            <a:t>VEEVA Settings does not support settings at which level?</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Organization </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0BF85B0B-7C44-48D1-8C83-3AC633029636}">
      <dgm:prSet custT="1"/>
      <dgm:spPr/>
      <dgm:t>
        <a:bodyPr/>
        <a:lstStyle/>
        <a:p>
          <a:r>
            <a:rPr lang="en-US" sz="1800" dirty="0">
              <a:solidFill>
                <a:schemeClr val="bg1"/>
              </a:solidFill>
              <a:latin typeface="Arial" panose="020B0604020202020204" pitchFamily="34" charset="0"/>
              <a:cs typeface="Arial" panose="020B0604020202020204" pitchFamily="34" charset="0"/>
            </a:rPr>
            <a:t>User</a:t>
          </a:r>
        </a:p>
      </dgm:t>
    </dgm:pt>
    <dgm:pt modelId="{CD544B89-FCCA-4291-8E80-019F21C77A90}" type="parTrans" cxnId="{607F1C48-2C24-4D81-AC7A-0001026677CC}">
      <dgm:prSet/>
      <dgm:spPr/>
      <dgm:t>
        <a:bodyPr/>
        <a:lstStyle/>
        <a:p>
          <a:endParaRPr lang="en-US"/>
        </a:p>
      </dgm:t>
    </dgm:pt>
    <dgm:pt modelId="{C64001B8-7B41-4268-A0BE-3AFF45CEB9F2}" type="sibTrans" cxnId="{607F1C48-2C24-4D81-AC7A-0001026677CC}">
      <dgm:prSet/>
      <dgm:spPr/>
      <dgm:t>
        <a:bodyPr/>
        <a:lstStyle/>
        <a:p>
          <a:endParaRPr lang="en-US"/>
        </a:p>
      </dgm:t>
    </dgm:pt>
    <dgm:pt modelId="{7EBFD43D-5FD3-404C-95BF-965C83C7A811}">
      <dgm:prSet custT="1"/>
      <dgm:spPr/>
      <dgm:t>
        <a:bodyPr/>
        <a:lstStyle/>
        <a:p>
          <a:r>
            <a:rPr lang="en-US" sz="1800" dirty="0">
              <a:solidFill>
                <a:schemeClr val="bg1"/>
              </a:solidFill>
              <a:latin typeface="Arial" panose="020B0604020202020204" pitchFamily="34" charset="0"/>
              <a:cs typeface="Arial" panose="020B0604020202020204" pitchFamily="34" charset="0"/>
            </a:rPr>
            <a:t>Profile</a:t>
          </a:r>
        </a:p>
      </dgm:t>
    </dgm:pt>
    <dgm:pt modelId="{7A9F4FBC-5DE3-4705-A68E-B466E9DDADBB}" type="parTrans" cxnId="{6DE95A16-7052-4B38-9F6F-FC2098AF0D5B}">
      <dgm:prSet/>
      <dgm:spPr/>
      <dgm:t>
        <a:bodyPr/>
        <a:lstStyle/>
        <a:p>
          <a:endParaRPr lang="en-US"/>
        </a:p>
      </dgm:t>
    </dgm:pt>
    <dgm:pt modelId="{1D6F5FFB-3821-409C-82EA-B7B9BA9886C3}" type="sibTrans" cxnId="{6DE95A16-7052-4B38-9F6F-FC2098AF0D5B}">
      <dgm:prSet/>
      <dgm:spPr/>
      <dgm:t>
        <a:bodyPr/>
        <a:lstStyle/>
        <a:p>
          <a:endParaRPr lang="en-US"/>
        </a:p>
      </dgm:t>
    </dgm:pt>
    <dgm:pt modelId="{F9B44835-4036-4418-9F71-204ECF7F3594}">
      <dgm:prSet custT="1"/>
      <dgm:spPr/>
      <dgm:t>
        <a:bodyPr/>
        <a:lstStyle/>
        <a:p>
          <a:r>
            <a:rPr lang="en-US" sz="1800" dirty="0">
              <a:solidFill>
                <a:schemeClr val="bg1"/>
              </a:solidFill>
              <a:latin typeface="Arial" panose="020B0604020202020204" pitchFamily="34" charset="0"/>
              <a:cs typeface="Arial" panose="020B0604020202020204" pitchFamily="34" charset="0"/>
            </a:rPr>
            <a:t>None of the above</a:t>
          </a:r>
        </a:p>
      </dgm:t>
    </dgm:pt>
    <dgm:pt modelId="{35AE6654-9503-416D-9B60-5C43D8B5A6EE}" type="parTrans" cxnId="{DDAB80C9-15C8-485C-B107-3BD9D7E516C6}">
      <dgm:prSet/>
      <dgm:spPr/>
      <dgm:t>
        <a:bodyPr/>
        <a:lstStyle/>
        <a:p>
          <a:endParaRPr lang="en-US"/>
        </a:p>
      </dgm:t>
    </dgm:pt>
    <dgm:pt modelId="{0AADB0B6-D0EE-4CEE-B32A-4DE4B00F8B70}" type="sibTrans" cxnId="{DDAB80C9-15C8-485C-B107-3BD9D7E516C6}">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9047"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04B37402-F7A7-4E23-B137-080BBA7FCFE6}" type="presOf" srcId="{7EBFD43D-5FD3-404C-95BF-965C83C7A811}" destId="{0EBE7C70-51AD-4402-A9D8-36889ADBC56A}" srcOrd="0" destOrd="2" presId="urn:microsoft.com/office/officeart/2005/8/layout/vList2"/>
    <dgm:cxn modelId="{6DE95A16-7052-4B38-9F6F-FC2098AF0D5B}" srcId="{2C8EA471-3542-4573-A8BF-295862507B6E}" destId="{7EBFD43D-5FD3-404C-95BF-965C83C7A811}" srcOrd="2" destOrd="0" parTransId="{7A9F4FBC-5DE3-4705-A68E-B466E9DDADBB}" sibTransId="{1D6F5FFB-3821-409C-82EA-B7B9BA9886C3}"/>
    <dgm:cxn modelId="{607F1C48-2C24-4D81-AC7A-0001026677CC}" srcId="{2C8EA471-3542-4573-A8BF-295862507B6E}" destId="{0BF85B0B-7C44-48D1-8C83-3AC633029636}" srcOrd="1" destOrd="0" parTransId="{CD544B89-FCCA-4291-8E80-019F21C77A90}" sibTransId="{C64001B8-7B41-4268-A0BE-3AFF45CEB9F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644688AE-2E59-4B2B-9EBE-30EB09A587D4}" type="presOf" srcId="{0BF85B0B-7C44-48D1-8C83-3AC633029636}" destId="{0EBE7C70-51AD-4402-A9D8-36889ADBC56A}" srcOrd="0" destOrd="1" presId="urn:microsoft.com/office/officeart/2005/8/layout/vList2"/>
    <dgm:cxn modelId="{30E816B2-03CA-497E-B4B6-B7CDF7FB1F79}" srcId="{2C8EA471-3542-4573-A8BF-295862507B6E}" destId="{D073AE1F-622F-41F3-83F6-04C7A451C39E}" srcOrd="0" destOrd="0" parTransId="{307B74E0-6CC8-4E12-943C-8D699B7CEE93}" sibTransId="{2575A064-0E92-424D-B276-19510188817A}"/>
    <dgm:cxn modelId="{8032C8B2-4EBD-4702-AC86-C3C76B8E9205}" type="presOf" srcId="{F9B44835-4036-4418-9F71-204ECF7F3594}" destId="{0EBE7C70-51AD-4402-A9D8-36889ADBC56A}" srcOrd="0" destOrd="3" presId="urn:microsoft.com/office/officeart/2005/8/layout/vList2"/>
    <dgm:cxn modelId="{42C701BD-9304-43B0-BEE0-4718A400C443}" type="presOf" srcId="{D073AE1F-622F-41F3-83F6-04C7A451C39E}" destId="{0EBE7C70-51AD-4402-A9D8-36889ADBC56A}" srcOrd="0" destOrd="0" presId="urn:microsoft.com/office/officeart/2005/8/layout/vList2"/>
    <dgm:cxn modelId="{DDAB80C9-15C8-485C-B107-3BD9D7E516C6}" srcId="{2C8EA471-3542-4573-A8BF-295862507B6E}" destId="{F9B44835-4036-4418-9F71-204ECF7F3594}" srcOrd="3" destOrd="0" parTransId="{35AE6654-9503-416D-9B60-5C43D8B5A6EE}" sibTransId="{0AADB0B6-D0EE-4CEE-B32A-4DE4B00F8B70}"/>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User</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2. </a:t>
          </a:r>
          <a:r>
            <a:rPr lang="en-US" sz="1800" dirty="0">
              <a:latin typeface="Arial" panose="020B0604020202020204" pitchFamily="34" charset="0"/>
              <a:cs typeface="Arial" panose="020B0604020202020204" pitchFamily="34" charset="0"/>
            </a:rPr>
            <a:t>It is advisable to Clear VEEVA Cache after modifying VEEVA Settings. </a:t>
          </a:r>
        </a:p>
        <a:p>
          <a:r>
            <a:rPr lang="en-US" sz="1800" dirty="0">
              <a:latin typeface="Arial" panose="020B0604020202020204" pitchFamily="34" charset="0"/>
              <a:cs typeface="Arial" panose="020B0604020202020204" pitchFamily="34" charset="0"/>
            </a:rPr>
            <a:t>State True or False</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True </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0BF85B0B-7C44-48D1-8C83-3AC633029636}">
      <dgm:prSet custT="1"/>
      <dgm:spPr/>
      <dgm:t>
        <a:bodyPr/>
        <a:lstStyle/>
        <a:p>
          <a:r>
            <a:rPr lang="en-US" sz="1800" dirty="0">
              <a:solidFill>
                <a:schemeClr val="bg1"/>
              </a:solidFill>
              <a:latin typeface="Arial" panose="020B0604020202020204" pitchFamily="34" charset="0"/>
              <a:cs typeface="Arial" panose="020B0604020202020204" pitchFamily="34" charset="0"/>
            </a:rPr>
            <a:t>False</a:t>
          </a:r>
        </a:p>
      </dgm:t>
    </dgm:pt>
    <dgm:pt modelId="{CD544B89-FCCA-4291-8E80-019F21C77A90}" type="parTrans" cxnId="{607F1C48-2C24-4D81-AC7A-0001026677CC}">
      <dgm:prSet/>
      <dgm:spPr/>
      <dgm:t>
        <a:bodyPr/>
        <a:lstStyle/>
        <a:p>
          <a:endParaRPr lang="en-US"/>
        </a:p>
      </dgm:t>
    </dgm:pt>
    <dgm:pt modelId="{C64001B8-7B41-4268-A0BE-3AFF45CEB9F2}" type="sibTrans" cxnId="{607F1C48-2C24-4D81-AC7A-0001026677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9047"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607F1C48-2C24-4D81-AC7A-0001026677CC}" srcId="{2C8EA471-3542-4573-A8BF-295862507B6E}" destId="{0BF85B0B-7C44-48D1-8C83-3AC633029636}" srcOrd="1" destOrd="0" parTransId="{CD544B89-FCCA-4291-8E80-019F21C77A90}" sibTransId="{C64001B8-7B41-4268-A0BE-3AFF45CEB9F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644688AE-2E59-4B2B-9EBE-30EB09A587D4}" type="presOf" srcId="{0BF85B0B-7C44-48D1-8C83-3AC633029636}" destId="{0EBE7C70-51AD-4402-A9D8-36889ADBC56A}" srcOrd="0" destOrd="1" presId="urn:microsoft.com/office/officeart/2005/8/layout/vList2"/>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True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3. </a:t>
          </a:r>
          <a:r>
            <a:rPr lang="en-US" sz="1800" dirty="0">
              <a:latin typeface="Arial" panose="020B0604020202020204" pitchFamily="34" charset="0"/>
              <a:cs typeface="Arial" panose="020B0604020202020204" pitchFamily="34" charset="0"/>
            </a:rPr>
            <a:t>Which of the following is a valid VEEVA Settings?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Disable All Accounts </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39850990-3762-480F-915D-283E72306DC5}">
      <dgm:prSet custT="1"/>
      <dgm:spPr/>
      <dgm:t>
        <a:bodyPr/>
        <a:lstStyle/>
        <a:p>
          <a:r>
            <a:rPr lang="en-US" sz="1800" dirty="0">
              <a:solidFill>
                <a:schemeClr val="bg1"/>
              </a:solidFill>
              <a:latin typeface="Arial" panose="020B0604020202020204" pitchFamily="34" charset="0"/>
              <a:cs typeface="Arial" panose="020B0604020202020204" pitchFamily="34" charset="0"/>
            </a:rPr>
            <a:t>Enable Sample Card License Check</a:t>
          </a:r>
        </a:p>
      </dgm:t>
    </dgm:pt>
    <dgm:pt modelId="{95208B72-2EC0-449E-80D3-191058B6D36A}" type="parTrans" cxnId="{34E87171-DC0C-41B9-A4E5-EE1D927C918D}">
      <dgm:prSet/>
      <dgm:spPr/>
      <dgm:t>
        <a:bodyPr/>
        <a:lstStyle/>
        <a:p>
          <a:endParaRPr lang="en-US"/>
        </a:p>
      </dgm:t>
    </dgm:pt>
    <dgm:pt modelId="{1155697E-E451-4D2E-9A87-7D0D60407EA4}" type="sibTrans" cxnId="{34E87171-DC0C-41B9-A4E5-EE1D927C918D}">
      <dgm:prSet/>
      <dgm:spPr/>
      <dgm:t>
        <a:bodyPr/>
        <a:lstStyle/>
        <a:p>
          <a:endParaRPr lang="en-US"/>
        </a:p>
      </dgm:t>
    </dgm:pt>
    <dgm:pt modelId="{D23705D7-34D4-41D0-B1E3-8D3EB5A2295A}">
      <dgm:prSet custT="1"/>
      <dgm:spPr/>
      <dgm:t>
        <a:bodyPr/>
        <a:lstStyle/>
        <a:p>
          <a:r>
            <a:rPr lang="en-US" sz="1800" dirty="0">
              <a:solidFill>
                <a:schemeClr val="bg1"/>
              </a:solidFill>
              <a:latin typeface="Arial" panose="020B0604020202020204" pitchFamily="34" charset="0"/>
              <a:cs typeface="Arial" panose="020B0604020202020204" pitchFamily="34" charset="0"/>
            </a:rPr>
            <a:t>Disable First Name Required</a:t>
          </a:r>
        </a:p>
      </dgm:t>
    </dgm:pt>
    <dgm:pt modelId="{CF6BD7C1-2CE4-48CF-9372-4A93EE0D5E16}" type="parTrans" cxnId="{DFCDD701-7DBA-4B8D-B64E-C682A9615D68}">
      <dgm:prSet/>
      <dgm:spPr/>
      <dgm:t>
        <a:bodyPr/>
        <a:lstStyle/>
        <a:p>
          <a:endParaRPr lang="en-US"/>
        </a:p>
      </dgm:t>
    </dgm:pt>
    <dgm:pt modelId="{3B21F9A4-498D-4C21-8470-B08D8B81A5CB}" type="sibTrans" cxnId="{DFCDD701-7DBA-4B8D-B64E-C682A9615D68}">
      <dgm:prSet/>
      <dgm:spPr/>
      <dgm:t>
        <a:bodyPr/>
        <a:lstStyle/>
        <a:p>
          <a:endParaRPr lang="en-US"/>
        </a:p>
      </dgm:t>
    </dgm:pt>
    <dgm:pt modelId="{4F344EB2-8682-4795-881F-1CFE0880B9FA}">
      <dgm:prSet custT="1"/>
      <dgm:spPr/>
      <dgm:t>
        <a:bodyPr/>
        <a:lstStyle/>
        <a:p>
          <a:r>
            <a:rPr lang="en-US" sz="1800" dirty="0">
              <a:solidFill>
                <a:schemeClr val="bg1"/>
              </a:solidFill>
              <a:latin typeface="Arial" panose="020B0604020202020204" pitchFamily="34" charset="0"/>
              <a:cs typeface="Arial" panose="020B0604020202020204" pitchFamily="34" charset="0"/>
            </a:rPr>
            <a:t>All of the above</a:t>
          </a:r>
        </a:p>
      </dgm:t>
    </dgm:pt>
    <dgm:pt modelId="{D7D2ABE8-C550-4EE5-BE16-CA678A93AF4C}" type="parTrans" cxnId="{F7C5FCF3-CDC6-4431-B6D5-3564A27D5912}">
      <dgm:prSet/>
      <dgm:spPr/>
      <dgm:t>
        <a:bodyPr/>
        <a:lstStyle/>
        <a:p>
          <a:endParaRPr lang="en-US"/>
        </a:p>
      </dgm:t>
    </dgm:pt>
    <dgm:pt modelId="{EDCBC8CD-A054-4F81-BFF1-588150777366}" type="sibTrans" cxnId="{F7C5FCF3-CDC6-4431-B6D5-3564A27D5912}">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9047"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DFCDD701-7DBA-4B8D-B64E-C682A9615D68}" srcId="{2C8EA471-3542-4573-A8BF-295862507B6E}" destId="{D23705D7-34D4-41D0-B1E3-8D3EB5A2295A}" srcOrd="2" destOrd="0" parTransId="{CF6BD7C1-2CE4-48CF-9372-4A93EE0D5E16}" sibTransId="{3B21F9A4-498D-4C21-8470-B08D8B81A5CB}"/>
    <dgm:cxn modelId="{60AA9D20-8136-4C18-8CCD-ED911809B6C4}" type="presOf" srcId="{D23705D7-34D4-41D0-B1E3-8D3EB5A2295A}" destId="{0EBE7C70-51AD-4402-A9D8-36889ADBC56A}" srcOrd="0" destOrd="2" presId="urn:microsoft.com/office/officeart/2005/8/layout/vList2"/>
    <dgm:cxn modelId="{F495DC3E-6016-4B41-A48D-3BB7A6DE96A3}" type="presOf" srcId="{39850990-3762-480F-915D-283E72306DC5}" destId="{0EBE7C70-51AD-4402-A9D8-36889ADBC56A}" srcOrd="0" destOrd="1" presId="urn:microsoft.com/office/officeart/2005/8/layout/vList2"/>
    <dgm:cxn modelId="{27356271-2F74-417D-A575-1BA18B412BE0}" type="presOf" srcId="{4F344EB2-8682-4795-881F-1CFE0880B9FA}" destId="{0EBE7C70-51AD-4402-A9D8-36889ADBC56A}" srcOrd="0" destOrd="3" presId="urn:microsoft.com/office/officeart/2005/8/layout/vList2"/>
    <dgm:cxn modelId="{34E87171-DC0C-41B9-A4E5-EE1D927C918D}" srcId="{2C8EA471-3542-4573-A8BF-295862507B6E}" destId="{39850990-3762-480F-915D-283E72306DC5}" srcOrd="1" destOrd="0" parTransId="{95208B72-2EC0-449E-80D3-191058B6D36A}" sibTransId="{1155697E-E451-4D2E-9A87-7D0D60407EA4}"/>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F7C5FCF3-CDC6-4431-B6D5-3564A27D5912}" srcId="{2C8EA471-3542-4573-A8BF-295862507B6E}" destId="{4F344EB2-8682-4795-881F-1CFE0880B9FA}" srcOrd="3" destOrd="0" parTransId="{D7D2ABE8-C550-4EE5-BE16-CA678A93AF4C}" sibTransId="{EDCBC8CD-A054-4F81-BFF1-588150777366}"/>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All of the above</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4. Which of the below is not a best practice while configuring VEEVA Messages?</a:t>
          </a:r>
          <a:endParaRPr lang="en-US" sz="1800" dirty="0">
            <a:solidFill>
              <a:schemeClr val="bg1"/>
            </a:solidFill>
            <a:latin typeface="Arial" panose="020B0604020202020204" pitchFamily="34" charset="0"/>
            <a:cs typeface="Arial" panose="020B0604020202020204" pitchFamily="34" charset="0"/>
          </a:endParaRP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dirty="0">
              <a:solidFill>
                <a:schemeClr val="bg1"/>
              </a:solidFill>
              <a:latin typeface="Arial" panose="020B0604020202020204" pitchFamily="34" charset="0"/>
              <a:cs typeface="Arial" panose="020B0604020202020204" pitchFamily="34" charset="0"/>
            </a:rPr>
            <a:t>Export VEEVA Messages into Excel</a:t>
          </a: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50D39890-50E8-43EB-B749-AE54953DC4D3}">
      <dgm:prSet custT="1"/>
      <dgm:spPr/>
      <dgm:t>
        <a:bodyPr/>
        <a:lstStyle/>
        <a:p>
          <a:r>
            <a:rPr lang="en-US" sz="1800" dirty="0">
              <a:solidFill>
                <a:schemeClr val="bg1"/>
              </a:solidFill>
              <a:latin typeface="Arial" panose="020B0604020202020204" pitchFamily="34" charset="0"/>
              <a:cs typeface="Arial" panose="020B0604020202020204" pitchFamily="34" charset="0"/>
            </a:rPr>
            <a:t>Modify original VEEVA Messages</a:t>
          </a:r>
        </a:p>
      </dgm:t>
    </dgm:pt>
    <dgm:pt modelId="{652B3ADB-E3DD-4926-9EA0-7C408057562F}" type="parTrans" cxnId="{406C6325-D8B0-4F1A-B8F9-1F82F25300F4}">
      <dgm:prSet/>
      <dgm:spPr/>
      <dgm:t>
        <a:bodyPr/>
        <a:lstStyle/>
        <a:p>
          <a:endParaRPr lang="en-US"/>
        </a:p>
      </dgm:t>
    </dgm:pt>
    <dgm:pt modelId="{841BDEF6-7CD2-4C40-A5BD-9F5E44E14CCC}" type="sibTrans" cxnId="{406C6325-D8B0-4F1A-B8F9-1F82F25300F4}">
      <dgm:prSet/>
      <dgm:spPr/>
      <dgm:t>
        <a:bodyPr/>
        <a:lstStyle/>
        <a:p>
          <a:endParaRPr lang="en-US"/>
        </a:p>
      </dgm:t>
    </dgm:pt>
    <dgm:pt modelId="{71D79002-4823-4483-8E0D-A2439DBAEE2F}">
      <dgm:prSet custT="1"/>
      <dgm:spPr/>
      <dgm:t>
        <a:bodyPr/>
        <a:lstStyle/>
        <a:p>
          <a:r>
            <a:rPr lang="en-US" sz="1800" dirty="0">
              <a:solidFill>
                <a:schemeClr val="bg1"/>
              </a:solidFill>
              <a:latin typeface="Arial" panose="020B0604020202020204" pitchFamily="34" charset="0"/>
              <a:cs typeface="Arial" panose="020B0604020202020204" pitchFamily="34" charset="0"/>
            </a:rPr>
            <a:t>Custom views on VEEVA Messages tab</a:t>
          </a:r>
        </a:p>
      </dgm:t>
    </dgm:pt>
    <dgm:pt modelId="{FF0D0D89-2389-4AF8-8023-9091F842612E}" type="parTrans" cxnId="{BEAB8DFB-30E9-4689-A0BB-839091461DE5}">
      <dgm:prSet/>
      <dgm:spPr/>
      <dgm:t>
        <a:bodyPr/>
        <a:lstStyle/>
        <a:p>
          <a:endParaRPr lang="en-US"/>
        </a:p>
      </dgm:t>
    </dgm:pt>
    <dgm:pt modelId="{594A9F34-145C-414A-9A01-1C6FB3DC4CBD}" type="sibTrans" cxnId="{BEAB8DFB-30E9-4689-A0BB-839091461DE5}">
      <dgm:prSet/>
      <dgm:spPr/>
      <dgm:t>
        <a:bodyPr/>
        <a:lstStyle/>
        <a:p>
          <a:endParaRPr lang="en-US"/>
        </a:p>
      </dgm:t>
    </dgm:pt>
    <dgm:pt modelId="{E0786762-2609-4D47-933F-12A045E26664}">
      <dgm:prSet custT="1"/>
      <dgm:spPr/>
      <dgm:t>
        <a:bodyPr/>
        <a:lstStyle/>
        <a:p>
          <a:r>
            <a:rPr lang="en-US" sz="1800" dirty="0">
              <a:solidFill>
                <a:schemeClr val="bg1"/>
              </a:solidFill>
              <a:latin typeface="Arial" panose="020B0604020202020204" pitchFamily="34" charset="0"/>
              <a:cs typeface="Arial" panose="020B0604020202020204" pitchFamily="34" charset="0"/>
            </a:rPr>
            <a:t>Add comments field in VEEVA Messages object</a:t>
          </a:r>
        </a:p>
      </dgm:t>
    </dgm:pt>
    <dgm:pt modelId="{49DC9461-B43E-4089-8129-BF6F8EA30D59}" type="parTrans" cxnId="{2D175434-F7E1-487F-B2E7-94D18B1F9D87}">
      <dgm:prSet/>
      <dgm:spPr/>
      <dgm:t>
        <a:bodyPr/>
        <a:lstStyle/>
        <a:p>
          <a:endParaRPr lang="en-US"/>
        </a:p>
      </dgm:t>
    </dgm:pt>
    <dgm:pt modelId="{17496870-7152-4B50-82FD-7B5D33CF0CDF}" type="sibTrans" cxnId="{2D175434-F7E1-487F-B2E7-94D18B1F9D87}">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9047"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406C6325-D8B0-4F1A-B8F9-1F82F25300F4}" srcId="{2C8EA471-3542-4573-A8BF-295862507B6E}" destId="{50D39890-50E8-43EB-B749-AE54953DC4D3}" srcOrd="1" destOrd="0" parTransId="{652B3ADB-E3DD-4926-9EA0-7C408057562F}" sibTransId="{841BDEF6-7CD2-4C40-A5BD-9F5E44E14CCC}"/>
    <dgm:cxn modelId="{2D175434-F7E1-487F-B2E7-94D18B1F9D87}" srcId="{2C8EA471-3542-4573-A8BF-295862507B6E}" destId="{E0786762-2609-4D47-933F-12A045E26664}" srcOrd="3" destOrd="0" parTransId="{49DC9461-B43E-4089-8129-BF6F8EA30D59}" sibTransId="{17496870-7152-4B50-82FD-7B5D33CF0CDF}"/>
    <dgm:cxn modelId="{499A5650-727D-46B8-87EA-1ED6C672FD83}" type="presOf" srcId="{E0786762-2609-4D47-933F-12A045E26664}" destId="{0EBE7C70-51AD-4402-A9D8-36889ADBC56A}" srcOrd="0" destOrd="3" presId="urn:microsoft.com/office/officeart/2005/8/layout/vList2"/>
    <dgm:cxn modelId="{87FD0552-77D6-412A-A90B-4940DD302AF6}" type="presOf" srcId="{71D79002-4823-4483-8E0D-A2439DBAEE2F}" destId="{0EBE7C70-51AD-4402-A9D8-36889ADBC56A}" srcOrd="0" destOrd="2"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15CFDFC5-1D78-4C6F-8BEC-B76F15E2164B}" type="presOf" srcId="{50D39890-50E8-43EB-B749-AE54953DC4D3}" destId="{0EBE7C70-51AD-4402-A9D8-36889ADBC56A}" srcOrd="0" destOrd="1" presId="urn:microsoft.com/office/officeart/2005/8/layout/vList2"/>
    <dgm:cxn modelId="{BEAB8DFB-30E9-4689-A0BB-839091461DE5}" srcId="{2C8EA471-3542-4573-A8BF-295862507B6E}" destId="{71D79002-4823-4483-8E0D-A2439DBAEE2F}" srcOrd="2" destOrd="0" parTransId="{FF0D0D89-2389-4AF8-8023-9091F842612E}" sibTransId="{594A9F34-145C-414A-9A01-1C6FB3DC4CBD}"/>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dirty="0">
              <a:solidFill>
                <a:schemeClr val="bg1"/>
              </a:solidFill>
              <a:latin typeface="Arial" panose="020B0604020202020204" pitchFamily="34" charset="0"/>
              <a:cs typeface="Arial" panose="020B0604020202020204" pitchFamily="34" charset="0"/>
            </a:rPr>
            <a:t>Modify original VEEVA Messages</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colorful2" csCatId="colorful" phldr="1"/>
      <dgm:spPr/>
      <dgm:t>
        <a:bodyPr/>
        <a:lstStyle/>
        <a:p>
          <a:endParaRPr lang="en-US"/>
        </a:p>
      </dgm:t>
    </dgm:pt>
    <dgm:pt modelId="{2C8EA471-3542-4573-A8BF-295862507B6E}">
      <dgm:prSet phldrT="[Text]" custT="1"/>
      <dgm:spPr/>
      <dgm:t>
        <a:bodyPr/>
        <a:lstStyle/>
        <a:p>
          <a:r>
            <a:rPr lang="en-US" sz="1800" dirty="0">
              <a:latin typeface="Arial" panose="020B0604020202020204" pitchFamily="34" charset="0"/>
              <a:cs typeface="Arial" panose="020B0604020202020204" pitchFamily="34" charset="0"/>
            </a:rPr>
            <a:t>5. _____ </a:t>
          </a:r>
          <a:r>
            <a:rPr lang="en-US" sz="1800" dirty="0">
              <a:solidFill>
                <a:schemeClr val="bg1"/>
              </a:solidFill>
              <a:latin typeface="Arial" panose="020B0604020202020204" pitchFamily="34" charset="0"/>
              <a:cs typeface="Arial" panose="020B0604020202020204" pitchFamily="34" charset="0"/>
            </a:rPr>
            <a:t>VEEVA Message is used to govern Allowed call record types by account record types.</a:t>
          </a:r>
        </a:p>
      </dgm:t>
    </dgm:pt>
    <dgm:pt modelId="{AF7DC3D0-D652-43AF-B3CB-750837B5EF03}" type="parTrans" cxnId="{000658AB-D335-46C3-867E-B3841245230D}">
      <dgm:prSet/>
      <dgm:spPr/>
      <dgm:t>
        <a:bodyPr/>
        <a:lstStyle/>
        <a:p>
          <a:endParaRPr lang="en-US"/>
        </a:p>
      </dgm:t>
    </dgm:pt>
    <dgm:pt modelId="{18524594-5873-4F44-B544-E376C161E2DA}" type="sibTrans" cxnId="{000658AB-D335-46C3-867E-B3841245230D}">
      <dgm:prSet/>
      <dgm:spPr/>
      <dgm:t>
        <a:bodyPr/>
        <a:lstStyle/>
        <a:p>
          <a:endParaRPr lang="en-US"/>
        </a:p>
      </dgm:t>
    </dgm:pt>
    <dgm:pt modelId="{D073AE1F-622F-41F3-83F6-04C7A451C39E}">
      <dgm:prSet phldrT="[Text]" custT="1"/>
      <dgm:spPr/>
      <dgm:t>
        <a:bodyPr/>
        <a:lstStyle/>
        <a:p>
          <a:r>
            <a:rPr lang="en-US" sz="1800" b="0" i="0" dirty="0">
              <a:solidFill>
                <a:schemeClr val="bg1"/>
              </a:solidFill>
              <a:latin typeface="Arial" panose="020B0604020202020204" pitchFamily="34" charset="0"/>
              <a:cs typeface="Arial" panose="020B0604020202020204" pitchFamily="34" charset="0"/>
            </a:rPr>
            <a:t>ALLOW_CALL_RECORD_TYPES</a:t>
          </a:r>
          <a:endParaRPr lang="en-US" sz="1800" dirty="0">
            <a:solidFill>
              <a:schemeClr val="bg1"/>
            </a:solidFill>
            <a:latin typeface="Arial" panose="020B0604020202020204" pitchFamily="34" charset="0"/>
            <a:cs typeface="Arial" panose="020B0604020202020204" pitchFamily="34" charset="0"/>
          </a:endParaRPr>
        </a:p>
      </dgm:t>
    </dgm:pt>
    <dgm:pt modelId="{307B74E0-6CC8-4E12-943C-8D699B7CEE93}" type="parTrans" cxnId="{30E816B2-03CA-497E-B4B6-B7CDF7FB1F79}">
      <dgm:prSet/>
      <dgm:spPr/>
      <dgm:t>
        <a:bodyPr/>
        <a:lstStyle/>
        <a:p>
          <a:endParaRPr lang="en-US"/>
        </a:p>
      </dgm:t>
    </dgm:pt>
    <dgm:pt modelId="{2575A064-0E92-424D-B276-19510188817A}" type="sibTrans" cxnId="{30E816B2-03CA-497E-B4B6-B7CDF7FB1F79}">
      <dgm:prSet/>
      <dgm:spPr/>
      <dgm:t>
        <a:bodyPr/>
        <a:lstStyle/>
        <a:p>
          <a:endParaRPr lang="en-US"/>
        </a:p>
      </dgm:t>
    </dgm:pt>
    <dgm:pt modelId="{1AF4442F-42DB-4130-91F4-A9227082C64E}">
      <dgm:prSet custT="1"/>
      <dgm:spPr/>
      <dgm:t>
        <a:bodyPr/>
        <a:lstStyle/>
        <a:p>
          <a:r>
            <a:rPr lang="en-US" sz="1800" b="0" i="0" dirty="0">
              <a:solidFill>
                <a:schemeClr val="bg1"/>
              </a:solidFill>
              <a:latin typeface="Arial" panose="020B0604020202020204" pitchFamily="34" charset="0"/>
              <a:cs typeface="Arial" panose="020B0604020202020204" pitchFamily="34" charset="0"/>
            </a:rPr>
            <a:t>ALLOWED_CALL_RECORD_TYPES</a:t>
          </a:r>
          <a:endParaRPr lang="en-US" sz="1800" dirty="0">
            <a:solidFill>
              <a:schemeClr val="bg1"/>
            </a:solidFill>
            <a:latin typeface="Arial" panose="020B0604020202020204" pitchFamily="34" charset="0"/>
            <a:cs typeface="Arial" panose="020B0604020202020204" pitchFamily="34" charset="0"/>
          </a:endParaRPr>
        </a:p>
      </dgm:t>
    </dgm:pt>
    <dgm:pt modelId="{A3AD8B25-636C-45EB-B7A6-2BBF84887175}" type="parTrans" cxnId="{2610523E-2240-4810-98D7-011CE21A26B7}">
      <dgm:prSet/>
      <dgm:spPr/>
      <dgm:t>
        <a:bodyPr/>
        <a:lstStyle/>
        <a:p>
          <a:endParaRPr lang="en-US"/>
        </a:p>
      </dgm:t>
    </dgm:pt>
    <dgm:pt modelId="{30850078-E437-43F5-96E3-143F6C1668F1}" type="sibTrans" cxnId="{2610523E-2240-4810-98D7-011CE21A26B7}">
      <dgm:prSet/>
      <dgm:spPr/>
      <dgm:t>
        <a:bodyPr/>
        <a:lstStyle/>
        <a:p>
          <a:endParaRPr lang="en-US"/>
        </a:p>
      </dgm:t>
    </dgm:pt>
    <dgm:pt modelId="{3A94D5E1-1FBD-43CC-B885-16B3813C3C35}">
      <dgm:prSet custT="1"/>
      <dgm:spPr/>
      <dgm:t>
        <a:bodyPr/>
        <a:lstStyle/>
        <a:p>
          <a:r>
            <a:rPr lang="en-US" sz="1800" b="0" i="0" dirty="0">
              <a:solidFill>
                <a:schemeClr val="bg1"/>
              </a:solidFill>
              <a:latin typeface="Arial" panose="020B0604020202020204" pitchFamily="34" charset="0"/>
              <a:cs typeface="Arial" panose="020B0604020202020204" pitchFamily="34" charset="0"/>
            </a:rPr>
            <a:t>ALLOWED_CALL_RECORD</a:t>
          </a:r>
          <a:endParaRPr lang="en-US" sz="1800" dirty="0">
            <a:solidFill>
              <a:schemeClr val="bg1"/>
            </a:solidFill>
            <a:latin typeface="Arial" panose="020B0604020202020204" pitchFamily="34" charset="0"/>
            <a:cs typeface="Arial" panose="020B0604020202020204" pitchFamily="34" charset="0"/>
          </a:endParaRPr>
        </a:p>
      </dgm:t>
    </dgm:pt>
    <dgm:pt modelId="{39A60F98-876B-415F-9D75-AF721494CA57}" type="parTrans" cxnId="{209D696A-BF7F-4516-A8DB-B72BBA01A61E}">
      <dgm:prSet/>
      <dgm:spPr/>
      <dgm:t>
        <a:bodyPr/>
        <a:lstStyle/>
        <a:p>
          <a:endParaRPr lang="en-US"/>
        </a:p>
      </dgm:t>
    </dgm:pt>
    <dgm:pt modelId="{70C9ED12-6247-4A4D-8F11-00AB349C03D5}" type="sibTrans" cxnId="{209D696A-BF7F-4516-A8DB-B72BBA01A61E}">
      <dgm:prSet/>
      <dgm:spPr/>
      <dgm:t>
        <a:bodyPr/>
        <a:lstStyle/>
        <a:p>
          <a:endParaRPr lang="en-US"/>
        </a:p>
      </dgm:t>
    </dgm:pt>
    <dgm:pt modelId="{D4CA6276-E96D-43F3-87F0-8EA93EE850E5}">
      <dgm:prSet custT="1"/>
      <dgm:spPr/>
      <dgm:t>
        <a:bodyPr/>
        <a:lstStyle/>
        <a:p>
          <a:r>
            <a:rPr lang="en-US" sz="1800" b="0" i="0" dirty="0">
              <a:solidFill>
                <a:schemeClr val="bg1"/>
              </a:solidFill>
              <a:latin typeface="Arial" panose="020B0604020202020204" pitchFamily="34" charset="0"/>
              <a:cs typeface="Arial" panose="020B0604020202020204" pitchFamily="34" charset="0"/>
            </a:rPr>
            <a:t>ALLOW_CALL_RECORD</a:t>
          </a:r>
          <a:endParaRPr lang="en-US" sz="1800" dirty="0">
            <a:solidFill>
              <a:schemeClr val="bg1"/>
            </a:solidFill>
            <a:latin typeface="Arial" panose="020B0604020202020204" pitchFamily="34" charset="0"/>
            <a:cs typeface="Arial" panose="020B0604020202020204" pitchFamily="34" charset="0"/>
          </a:endParaRPr>
        </a:p>
      </dgm:t>
    </dgm:pt>
    <dgm:pt modelId="{D7402ADA-F584-457D-8B71-D4812F4D9C6E}" type="parTrans" cxnId="{30E53B10-6142-4C34-9594-E21A8C6E73C1}">
      <dgm:prSet/>
      <dgm:spPr/>
      <dgm:t>
        <a:bodyPr/>
        <a:lstStyle/>
        <a:p>
          <a:endParaRPr lang="en-US"/>
        </a:p>
      </dgm:t>
    </dgm:pt>
    <dgm:pt modelId="{51384CF6-C7B8-4AC0-88D6-6B6184AE11A9}" type="sibTrans" cxnId="{30E53B10-6142-4C34-9594-E21A8C6E73C1}">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B6F44C7D-37FA-4A88-A65B-56F3574B16C2}" type="pres">
      <dgm:prSet presAssocID="{2C8EA471-3542-4573-A8BF-295862507B6E}" presName="parentText" presStyleLbl="node1" presStyleIdx="0" presStyleCnt="1" custScaleY="99047" custLinFactNeighborY="-13352">
        <dgm:presLayoutVars>
          <dgm:chMax val="0"/>
          <dgm:bulletEnabled val="1"/>
        </dgm:presLayoutVars>
      </dgm:prSet>
      <dgm:spPr/>
    </dgm:pt>
    <dgm:pt modelId="{0EBE7C70-51AD-4402-A9D8-36889ADBC56A}" type="pres">
      <dgm:prSet presAssocID="{2C8EA471-3542-4573-A8BF-295862507B6E}" presName="childText" presStyleLbl="revTx" presStyleIdx="0" presStyleCnt="1" custLinFactNeighborY="10893">
        <dgm:presLayoutVars>
          <dgm:bulletEnabled val="1"/>
        </dgm:presLayoutVars>
      </dgm:prSet>
      <dgm:spPr/>
    </dgm:pt>
  </dgm:ptLst>
  <dgm:cxnLst>
    <dgm:cxn modelId="{30E53B10-6142-4C34-9594-E21A8C6E73C1}" srcId="{2C8EA471-3542-4573-A8BF-295862507B6E}" destId="{D4CA6276-E96D-43F3-87F0-8EA93EE850E5}" srcOrd="3" destOrd="0" parTransId="{D7402ADA-F584-457D-8B71-D4812F4D9C6E}" sibTransId="{51384CF6-C7B8-4AC0-88D6-6B6184AE11A9}"/>
    <dgm:cxn modelId="{2610523E-2240-4810-98D7-011CE21A26B7}" srcId="{2C8EA471-3542-4573-A8BF-295862507B6E}" destId="{1AF4442F-42DB-4130-91F4-A9227082C64E}" srcOrd="1" destOrd="0" parTransId="{A3AD8B25-636C-45EB-B7A6-2BBF84887175}" sibTransId="{30850078-E437-43F5-96E3-143F6C1668F1}"/>
    <dgm:cxn modelId="{6A8CC247-6242-4DE2-BDFF-9A4E0F77A2E7}" type="presOf" srcId="{1AF4442F-42DB-4130-91F4-A9227082C64E}" destId="{0EBE7C70-51AD-4402-A9D8-36889ADBC56A}" srcOrd="0" destOrd="1" presId="urn:microsoft.com/office/officeart/2005/8/layout/vList2"/>
    <dgm:cxn modelId="{209D696A-BF7F-4516-A8DB-B72BBA01A61E}" srcId="{2C8EA471-3542-4573-A8BF-295862507B6E}" destId="{3A94D5E1-1FBD-43CC-B885-16B3813C3C35}" srcOrd="2" destOrd="0" parTransId="{39A60F98-876B-415F-9D75-AF721494CA57}" sibTransId="{70C9ED12-6247-4A4D-8F11-00AB349C03D5}"/>
    <dgm:cxn modelId="{AE9C2A73-B526-4BC1-892A-2D84A224D35E}" type="presOf" srcId="{D4CA6276-E96D-43F3-87F0-8EA93EE850E5}" destId="{0EBE7C70-51AD-4402-A9D8-36889ADBC56A}" srcOrd="0" destOrd="3" presId="urn:microsoft.com/office/officeart/2005/8/layout/vList2"/>
    <dgm:cxn modelId="{1524638D-6358-4EBC-99B6-14796BAFA37A}" type="presOf" srcId="{2C8EA471-3542-4573-A8BF-295862507B6E}" destId="{B6F44C7D-37FA-4A88-A65B-56F3574B16C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000658AB-D335-46C3-867E-B3841245230D}" srcId="{38FFED07-2629-46AB-A563-EAC94C2A86A4}" destId="{2C8EA471-3542-4573-A8BF-295862507B6E}" srcOrd="0" destOrd="0" parTransId="{AF7DC3D0-D652-43AF-B3CB-750837B5EF03}" sibTransId="{18524594-5873-4F44-B544-E376C161E2DA}"/>
    <dgm:cxn modelId="{30E816B2-03CA-497E-B4B6-B7CDF7FB1F79}" srcId="{2C8EA471-3542-4573-A8BF-295862507B6E}" destId="{D073AE1F-622F-41F3-83F6-04C7A451C39E}" srcOrd="0" destOrd="0" parTransId="{307B74E0-6CC8-4E12-943C-8D699B7CEE93}" sibTransId="{2575A064-0E92-424D-B276-19510188817A}"/>
    <dgm:cxn modelId="{42C701BD-9304-43B0-BEE0-4718A400C443}" type="presOf" srcId="{D073AE1F-622F-41F3-83F6-04C7A451C39E}" destId="{0EBE7C70-51AD-4402-A9D8-36889ADBC56A}" srcOrd="0" destOrd="0" presId="urn:microsoft.com/office/officeart/2005/8/layout/vList2"/>
    <dgm:cxn modelId="{47FDB3CC-CB59-423C-A310-64F79EA722ED}" type="presOf" srcId="{3A94D5E1-1FBD-43CC-B885-16B3813C3C35}" destId="{0EBE7C70-51AD-4402-A9D8-36889ADBC56A}" srcOrd="0" destOrd="2" presId="urn:microsoft.com/office/officeart/2005/8/layout/vList2"/>
    <dgm:cxn modelId="{BCF3BC2F-52F2-4DAD-B403-957E3A8689C8}" type="presParOf" srcId="{C8FDD220-37AD-4C55-AA28-BC4D9DE2EF3E}" destId="{B6F44C7D-37FA-4A88-A65B-56F3574B16C2}" srcOrd="0" destOrd="0" presId="urn:microsoft.com/office/officeart/2005/8/layout/vList2"/>
    <dgm:cxn modelId="{3DA24520-0B60-4E6D-B8AA-D599BD999E11}" type="presParOf" srcId="{C8FDD220-37AD-4C55-AA28-BC4D9DE2EF3E}" destId="{0EBE7C70-51AD-4402-A9D8-36889ADBC56A}" srcOrd="1"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8FFED07-2629-46AB-A563-EAC94C2A86A4}" type="doc">
      <dgm:prSet loTypeId="urn:microsoft.com/office/officeart/2005/8/layout/vList2" loCatId="list" qsTypeId="urn:microsoft.com/office/officeart/2005/8/quickstyle/simple1" qsCatId="simple" csTypeId="urn:microsoft.com/office/officeart/2005/8/colors/accent3_2" csCatId="accent3" phldr="1"/>
      <dgm:spPr/>
      <dgm:t>
        <a:bodyPr/>
        <a:lstStyle/>
        <a:p>
          <a:endParaRPr lang="en-US"/>
        </a:p>
      </dgm:t>
    </dgm:pt>
    <dgm:pt modelId="{15BDAB5A-7A6C-4B36-8402-059C7375B2B7}">
      <dgm:prSet phldrT="[Text]" custT="1"/>
      <dgm:spPr/>
      <dgm:t>
        <a:bodyPr/>
        <a:lstStyle/>
        <a:p>
          <a:r>
            <a:rPr lang="en-US" sz="1800" dirty="0">
              <a:latin typeface="Arial" panose="020B0604020202020204" pitchFamily="34" charset="0"/>
              <a:cs typeface="Arial" panose="020B0604020202020204" pitchFamily="34" charset="0"/>
            </a:rPr>
            <a:t>Answer: </a:t>
          </a:r>
          <a:r>
            <a:rPr lang="en-US" sz="1800" b="0" i="0" dirty="0">
              <a:solidFill>
                <a:schemeClr val="bg1"/>
              </a:solidFill>
              <a:latin typeface="Arial" panose="020B0604020202020204" pitchFamily="34" charset="0"/>
              <a:cs typeface="Arial" panose="020B0604020202020204" pitchFamily="34" charset="0"/>
            </a:rPr>
            <a:t>ALLOWED_CALL_RECORD_TYPES</a:t>
          </a:r>
          <a:endParaRPr lang="en-US" sz="1800" b="1" dirty="0">
            <a:latin typeface="Arial" panose="020B0604020202020204" pitchFamily="34" charset="0"/>
            <a:cs typeface="Arial" panose="020B0604020202020204" pitchFamily="34" charset="0"/>
          </a:endParaRPr>
        </a:p>
      </dgm:t>
    </dgm:pt>
    <dgm:pt modelId="{FAD6FA71-9A29-42E8-A157-BD328AE69490}" type="parTrans" cxnId="{6A694AE2-82BF-44D2-8A04-19C6980E4DCC}">
      <dgm:prSet/>
      <dgm:spPr/>
      <dgm:t>
        <a:bodyPr/>
        <a:lstStyle/>
        <a:p>
          <a:endParaRPr lang="en-US"/>
        </a:p>
      </dgm:t>
    </dgm:pt>
    <dgm:pt modelId="{DC967284-3FCC-4458-980C-DAD748995322}" type="sibTrans" cxnId="{6A694AE2-82BF-44D2-8A04-19C6980E4DCC}">
      <dgm:prSet/>
      <dgm:spPr/>
      <dgm:t>
        <a:bodyPr/>
        <a:lstStyle/>
        <a:p>
          <a:endParaRPr lang="en-US"/>
        </a:p>
      </dgm:t>
    </dgm:pt>
    <dgm:pt modelId="{C8FDD220-37AD-4C55-AA28-BC4D9DE2EF3E}" type="pres">
      <dgm:prSet presAssocID="{38FFED07-2629-46AB-A563-EAC94C2A86A4}" presName="linear" presStyleCnt="0">
        <dgm:presLayoutVars>
          <dgm:animLvl val="lvl"/>
          <dgm:resizeHandles val="exact"/>
        </dgm:presLayoutVars>
      </dgm:prSet>
      <dgm:spPr/>
    </dgm:pt>
    <dgm:pt modelId="{ECFE2E18-2A2C-47CF-9012-1B73D49004F2}" type="pres">
      <dgm:prSet presAssocID="{15BDAB5A-7A6C-4B36-8402-059C7375B2B7}" presName="parentText" presStyleLbl="node1" presStyleIdx="0" presStyleCnt="1" custScaleY="61360" custLinFactY="-7774" custLinFactNeighborX="-141" custLinFactNeighborY="-100000">
        <dgm:presLayoutVars>
          <dgm:chMax val="0"/>
          <dgm:bulletEnabled val="1"/>
        </dgm:presLayoutVars>
      </dgm:prSet>
      <dgm:spPr/>
    </dgm:pt>
  </dgm:ptLst>
  <dgm:cxnLst>
    <dgm:cxn modelId="{8F70983E-6BB0-4242-A3A9-F587D35DBD3F}" type="presOf" srcId="{15BDAB5A-7A6C-4B36-8402-059C7375B2B7}" destId="{ECFE2E18-2A2C-47CF-9012-1B73D49004F2}" srcOrd="0" destOrd="0" presId="urn:microsoft.com/office/officeart/2005/8/layout/vList2"/>
    <dgm:cxn modelId="{7D9C68A1-8D8A-401C-8F75-59673EBB2829}" type="presOf" srcId="{38FFED07-2629-46AB-A563-EAC94C2A86A4}" destId="{C8FDD220-37AD-4C55-AA28-BC4D9DE2EF3E}" srcOrd="0" destOrd="0" presId="urn:microsoft.com/office/officeart/2005/8/layout/vList2"/>
    <dgm:cxn modelId="{6A694AE2-82BF-44D2-8A04-19C6980E4DCC}" srcId="{38FFED07-2629-46AB-A563-EAC94C2A86A4}" destId="{15BDAB5A-7A6C-4B36-8402-059C7375B2B7}" srcOrd="0" destOrd="0" parTransId="{FAD6FA71-9A29-42E8-A157-BD328AE69490}" sibTransId="{DC967284-3FCC-4458-980C-DAD748995322}"/>
    <dgm:cxn modelId="{A207B2DE-D32F-463D-A7C7-B63C64DC9236}" type="presParOf" srcId="{C8FDD220-37AD-4C55-AA28-BC4D9DE2EF3E}" destId="{ECFE2E18-2A2C-47CF-9012-1B73D49004F2}" srcOrd="0" destOrd="0" presId="urn:microsoft.com/office/officeart/2005/8/layout/vList2"/>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84697"/>
          <a:ext cx="8333885" cy="12052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1. </a:t>
          </a:r>
          <a:r>
            <a:rPr lang="en-US" sz="1800" kern="1200" dirty="0">
              <a:latin typeface="Arial" panose="020B0604020202020204" pitchFamily="34" charset="0"/>
              <a:cs typeface="Arial" panose="020B0604020202020204" pitchFamily="34" charset="0"/>
            </a:rPr>
            <a:t>VEEVA Settings does not support settings at which level?</a:t>
          </a:r>
          <a:endParaRPr lang="en-US" sz="1800" kern="1200" dirty="0">
            <a:solidFill>
              <a:schemeClr val="bg1"/>
            </a:solidFill>
            <a:latin typeface="Arial" panose="020B0604020202020204" pitchFamily="34" charset="0"/>
            <a:cs typeface="Arial" panose="020B0604020202020204" pitchFamily="34" charset="0"/>
          </a:endParaRPr>
        </a:p>
      </dsp:txBody>
      <dsp:txXfrm>
        <a:off x="58833" y="243530"/>
        <a:ext cx="8216219" cy="1087537"/>
      </dsp:txXfrm>
    </dsp:sp>
    <dsp:sp modelId="{0EBE7C70-51AD-4402-A9D8-36889ADBC56A}">
      <dsp:nvSpPr>
        <dsp:cNvPr id="0" name=""/>
        <dsp:cNvSpPr/>
      </dsp:nvSpPr>
      <dsp:spPr>
        <a:xfrm>
          <a:off x="0" y="1679642"/>
          <a:ext cx="8333885"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Organization </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User</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Profile</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None of the above</a:t>
          </a:r>
        </a:p>
      </dsp:txBody>
      <dsp:txXfrm>
        <a:off x="0" y="1679642"/>
        <a:ext cx="8333885" cy="117731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User</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134327"/>
          <a:ext cx="8333885" cy="12052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2. </a:t>
          </a:r>
          <a:r>
            <a:rPr lang="en-US" sz="1800" kern="1200" dirty="0">
              <a:latin typeface="Arial" panose="020B0604020202020204" pitchFamily="34" charset="0"/>
              <a:cs typeface="Arial" panose="020B0604020202020204" pitchFamily="34" charset="0"/>
            </a:rPr>
            <a:t>It is advisable to Clear VEEVA Cache after modifying VEEVA Settings. </a:t>
          </a:r>
        </a:p>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State True or False</a:t>
          </a:r>
          <a:endParaRPr lang="en-US" sz="1800" kern="1200" dirty="0">
            <a:solidFill>
              <a:schemeClr val="bg1"/>
            </a:solidFill>
            <a:latin typeface="Arial" panose="020B0604020202020204" pitchFamily="34" charset="0"/>
            <a:cs typeface="Arial" panose="020B0604020202020204" pitchFamily="34" charset="0"/>
          </a:endParaRPr>
        </a:p>
      </dsp:txBody>
      <dsp:txXfrm>
        <a:off x="58833" y="193160"/>
        <a:ext cx="8216219" cy="1087537"/>
      </dsp:txXfrm>
    </dsp:sp>
    <dsp:sp modelId="{0EBE7C70-51AD-4402-A9D8-36889ADBC56A}">
      <dsp:nvSpPr>
        <dsp:cNvPr id="0" name=""/>
        <dsp:cNvSpPr/>
      </dsp:nvSpPr>
      <dsp:spPr>
        <a:xfrm>
          <a:off x="0" y="1615797"/>
          <a:ext cx="8333885" cy="10764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True </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False</a:t>
          </a:r>
        </a:p>
      </dsp:txBody>
      <dsp:txXfrm>
        <a:off x="0" y="1615797"/>
        <a:ext cx="8333885" cy="107640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True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70397"/>
          <a:ext cx="8333885" cy="12052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solidFill>
                <a:schemeClr val="bg1"/>
              </a:solidFill>
              <a:latin typeface="Arial" panose="020B0604020202020204" pitchFamily="34" charset="0"/>
              <a:cs typeface="Arial" panose="020B0604020202020204" pitchFamily="34" charset="0"/>
            </a:rPr>
            <a:t>3. </a:t>
          </a:r>
          <a:r>
            <a:rPr lang="en-US" sz="1800" kern="1200" dirty="0">
              <a:latin typeface="Arial" panose="020B0604020202020204" pitchFamily="34" charset="0"/>
              <a:cs typeface="Arial" panose="020B0604020202020204" pitchFamily="34" charset="0"/>
            </a:rPr>
            <a:t>Which of the following is a valid VEEVA Settings?</a:t>
          </a:r>
          <a:endParaRPr lang="en-US" sz="1800" kern="1200" dirty="0">
            <a:solidFill>
              <a:schemeClr val="bg1"/>
            </a:solidFill>
            <a:latin typeface="Arial" panose="020B0604020202020204" pitchFamily="34" charset="0"/>
            <a:cs typeface="Arial" panose="020B0604020202020204" pitchFamily="34" charset="0"/>
          </a:endParaRPr>
        </a:p>
      </dsp:txBody>
      <dsp:txXfrm>
        <a:off x="58833" y="129230"/>
        <a:ext cx="8216219" cy="1087537"/>
      </dsp:txXfrm>
    </dsp:sp>
    <dsp:sp modelId="{0EBE7C70-51AD-4402-A9D8-36889ADBC56A}">
      <dsp:nvSpPr>
        <dsp:cNvPr id="0" name=""/>
        <dsp:cNvSpPr/>
      </dsp:nvSpPr>
      <dsp:spPr>
        <a:xfrm>
          <a:off x="0" y="1565341"/>
          <a:ext cx="8333885"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Disable All Accounts </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Enable Sample Card License Check</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Disable First Name Required</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All of the above</a:t>
          </a:r>
        </a:p>
      </dsp:txBody>
      <dsp:txXfrm>
        <a:off x="0" y="1565341"/>
        <a:ext cx="8333885" cy="1177312"/>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All of the above</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70397"/>
          <a:ext cx="8333885" cy="12052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4. Which of the below is not a best practice while configuring VEEVA Messages?</a:t>
          </a:r>
          <a:endParaRPr lang="en-US" sz="1800" kern="1200" dirty="0">
            <a:solidFill>
              <a:schemeClr val="bg1"/>
            </a:solidFill>
            <a:latin typeface="Arial" panose="020B0604020202020204" pitchFamily="34" charset="0"/>
            <a:cs typeface="Arial" panose="020B0604020202020204" pitchFamily="34" charset="0"/>
          </a:endParaRPr>
        </a:p>
      </dsp:txBody>
      <dsp:txXfrm>
        <a:off x="58833" y="129230"/>
        <a:ext cx="8216219" cy="1087537"/>
      </dsp:txXfrm>
    </dsp:sp>
    <dsp:sp modelId="{0EBE7C70-51AD-4402-A9D8-36889ADBC56A}">
      <dsp:nvSpPr>
        <dsp:cNvPr id="0" name=""/>
        <dsp:cNvSpPr/>
      </dsp:nvSpPr>
      <dsp:spPr>
        <a:xfrm>
          <a:off x="0" y="1565341"/>
          <a:ext cx="8333885"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Export VEEVA Messages into Excel</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Modify original VEEVA Messages</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Custom views on VEEVA Messages tab</a:t>
          </a:r>
        </a:p>
        <a:p>
          <a:pPr marL="171450" lvl="1" indent="-171450" algn="l" defTabSz="800100">
            <a:lnSpc>
              <a:spcPct val="90000"/>
            </a:lnSpc>
            <a:spcBef>
              <a:spcPct val="0"/>
            </a:spcBef>
            <a:spcAft>
              <a:spcPct val="20000"/>
            </a:spcAft>
            <a:buChar char="•"/>
          </a:pPr>
          <a:r>
            <a:rPr lang="en-US" sz="1800" kern="1200" dirty="0">
              <a:solidFill>
                <a:schemeClr val="bg1"/>
              </a:solidFill>
              <a:latin typeface="Arial" panose="020B0604020202020204" pitchFamily="34" charset="0"/>
              <a:cs typeface="Arial" panose="020B0604020202020204" pitchFamily="34" charset="0"/>
            </a:rPr>
            <a:t>Add comments field in VEEVA Messages object</a:t>
          </a:r>
        </a:p>
      </dsp:txBody>
      <dsp:txXfrm>
        <a:off x="0" y="1565341"/>
        <a:ext cx="8333885" cy="1177312"/>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kern="1200" dirty="0">
              <a:solidFill>
                <a:schemeClr val="bg1"/>
              </a:solidFill>
              <a:latin typeface="Arial" panose="020B0604020202020204" pitchFamily="34" charset="0"/>
              <a:cs typeface="Arial" panose="020B0604020202020204" pitchFamily="34" charset="0"/>
            </a:rPr>
            <a:t>Modify original VEEVA Messages</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6F44C7D-37FA-4A88-A65B-56F3574B16C2}">
      <dsp:nvSpPr>
        <dsp:cNvPr id="0" name=""/>
        <dsp:cNvSpPr/>
      </dsp:nvSpPr>
      <dsp:spPr>
        <a:xfrm>
          <a:off x="0" y="70397"/>
          <a:ext cx="8333885" cy="1205203"/>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5. _____ </a:t>
          </a:r>
          <a:r>
            <a:rPr lang="en-US" sz="1800" kern="1200" dirty="0">
              <a:solidFill>
                <a:schemeClr val="bg1"/>
              </a:solidFill>
              <a:latin typeface="Arial" panose="020B0604020202020204" pitchFamily="34" charset="0"/>
              <a:cs typeface="Arial" panose="020B0604020202020204" pitchFamily="34" charset="0"/>
            </a:rPr>
            <a:t>VEEVA Message is used to govern Allowed call record types by account record types.</a:t>
          </a:r>
        </a:p>
      </dsp:txBody>
      <dsp:txXfrm>
        <a:off x="58833" y="129230"/>
        <a:ext cx="8216219" cy="1087537"/>
      </dsp:txXfrm>
    </dsp:sp>
    <dsp:sp modelId="{0EBE7C70-51AD-4402-A9D8-36889ADBC56A}">
      <dsp:nvSpPr>
        <dsp:cNvPr id="0" name=""/>
        <dsp:cNvSpPr/>
      </dsp:nvSpPr>
      <dsp:spPr>
        <a:xfrm>
          <a:off x="0" y="1565341"/>
          <a:ext cx="8333885" cy="117731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64601" tIns="22860" rIns="128016" bIns="22860" numCol="1" spcCol="1270" anchor="t" anchorCtr="0">
          <a:noAutofit/>
        </a:bodyPr>
        <a:lstStyle/>
        <a:p>
          <a:pPr marL="171450" lvl="1" indent="-171450" algn="l" defTabSz="800100">
            <a:lnSpc>
              <a:spcPct val="90000"/>
            </a:lnSpc>
            <a:spcBef>
              <a:spcPct val="0"/>
            </a:spcBef>
            <a:spcAft>
              <a:spcPct val="20000"/>
            </a:spcAft>
            <a:buChar char="•"/>
          </a:pPr>
          <a:r>
            <a:rPr lang="en-US" sz="1800" b="0" i="0" kern="1200" dirty="0">
              <a:solidFill>
                <a:schemeClr val="bg1"/>
              </a:solidFill>
              <a:latin typeface="Arial" panose="020B0604020202020204" pitchFamily="34" charset="0"/>
              <a:cs typeface="Arial" panose="020B0604020202020204" pitchFamily="34" charset="0"/>
            </a:rPr>
            <a:t>ALLOW_CALL_RECORD_TYPES</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i="0" kern="1200" dirty="0">
              <a:solidFill>
                <a:schemeClr val="bg1"/>
              </a:solidFill>
              <a:latin typeface="Arial" panose="020B0604020202020204" pitchFamily="34" charset="0"/>
              <a:cs typeface="Arial" panose="020B0604020202020204" pitchFamily="34" charset="0"/>
            </a:rPr>
            <a:t>ALLOWED_CALL_RECORD_TYPES</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i="0" kern="1200" dirty="0">
              <a:solidFill>
                <a:schemeClr val="bg1"/>
              </a:solidFill>
              <a:latin typeface="Arial" panose="020B0604020202020204" pitchFamily="34" charset="0"/>
              <a:cs typeface="Arial" panose="020B0604020202020204" pitchFamily="34" charset="0"/>
            </a:rPr>
            <a:t>ALLOWED_CALL_RECORD</a:t>
          </a:r>
          <a:endParaRPr lang="en-US" sz="1800" kern="1200" dirty="0">
            <a:solidFill>
              <a:schemeClr val="bg1"/>
            </a:solidFill>
            <a:latin typeface="Arial" panose="020B0604020202020204" pitchFamily="34" charset="0"/>
            <a:cs typeface="Arial" panose="020B0604020202020204" pitchFamily="34" charset="0"/>
          </a:endParaRPr>
        </a:p>
        <a:p>
          <a:pPr marL="171450" lvl="1" indent="-171450" algn="l" defTabSz="800100">
            <a:lnSpc>
              <a:spcPct val="90000"/>
            </a:lnSpc>
            <a:spcBef>
              <a:spcPct val="0"/>
            </a:spcBef>
            <a:spcAft>
              <a:spcPct val="20000"/>
            </a:spcAft>
            <a:buChar char="•"/>
          </a:pPr>
          <a:r>
            <a:rPr lang="en-US" sz="1800" b="0" i="0" kern="1200" dirty="0">
              <a:solidFill>
                <a:schemeClr val="bg1"/>
              </a:solidFill>
              <a:latin typeface="Arial" panose="020B0604020202020204" pitchFamily="34" charset="0"/>
              <a:cs typeface="Arial" panose="020B0604020202020204" pitchFamily="34" charset="0"/>
            </a:rPr>
            <a:t>ALLOW_CALL_RECORD</a:t>
          </a:r>
          <a:endParaRPr lang="en-US" sz="1800" kern="1200" dirty="0">
            <a:solidFill>
              <a:schemeClr val="bg1"/>
            </a:solidFill>
            <a:latin typeface="Arial" panose="020B0604020202020204" pitchFamily="34" charset="0"/>
            <a:cs typeface="Arial" panose="020B0604020202020204" pitchFamily="34" charset="0"/>
          </a:endParaRPr>
        </a:p>
      </dsp:txBody>
      <dsp:txXfrm>
        <a:off x="0" y="1565341"/>
        <a:ext cx="8333885" cy="1177312"/>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FE2E18-2A2C-47CF-9012-1B73D49004F2}">
      <dsp:nvSpPr>
        <dsp:cNvPr id="0" name=""/>
        <dsp:cNvSpPr/>
      </dsp:nvSpPr>
      <dsp:spPr>
        <a:xfrm>
          <a:off x="0" y="0"/>
          <a:ext cx="8333885" cy="74662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8580" tIns="68580" rIns="68580" bIns="68580" numCol="1" spcCol="1270" anchor="ctr" anchorCtr="0">
          <a:noAutofit/>
        </a:bodyPr>
        <a:lstStyle/>
        <a:p>
          <a:pPr marL="0" lvl="0" indent="0" algn="l" defTabSz="800100">
            <a:lnSpc>
              <a:spcPct val="90000"/>
            </a:lnSpc>
            <a:spcBef>
              <a:spcPct val="0"/>
            </a:spcBef>
            <a:spcAft>
              <a:spcPct val="35000"/>
            </a:spcAft>
            <a:buNone/>
          </a:pPr>
          <a:r>
            <a:rPr lang="en-US" sz="1800" kern="1200" dirty="0">
              <a:latin typeface="Arial" panose="020B0604020202020204" pitchFamily="34" charset="0"/>
              <a:cs typeface="Arial" panose="020B0604020202020204" pitchFamily="34" charset="0"/>
            </a:rPr>
            <a:t>Answer: </a:t>
          </a:r>
          <a:r>
            <a:rPr lang="en-US" sz="1800" b="0" i="0" kern="1200" dirty="0">
              <a:solidFill>
                <a:schemeClr val="bg1"/>
              </a:solidFill>
              <a:latin typeface="Arial" panose="020B0604020202020204" pitchFamily="34" charset="0"/>
              <a:cs typeface="Arial" panose="020B0604020202020204" pitchFamily="34" charset="0"/>
            </a:rPr>
            <a:t>ALLOWED_CALL_RECORD_TYPES</a:t>
          </a:r>
          <a:endParaRPr lang="en-US" sz="1800" b="1" kern="1200" dirty="0">
            <a:latin typeface="Arial" panose="020B0604020202020204" pitchFamily="34" charset="0"/>
            <a:cs typeface="Arial" panose="020B0604020202020204" pitchFamily="34" charset="0"/>
          </a:endParaRPr>
        </a:p>
      </dsp:txBody>
      <dsp:txXfrm>
        <a:off x="36447" y="36447"/>
        <a:ext cx="8260991" cy="673734"/>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E03A1FB-12CB-49E6-809F-DA2D2089BF59}" type="datetimeFigureOut">
              <a:rPr lang="en-US" smtClean="0"/>
              <a:pPr/>
              <a:t>7/21/2025</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A8B6E77-EC63-4CD7-8F8A-914122582C5F}" type="slidenum">
              <a:rPr lang="en-US" smtClean="0"/>
              <a:pPr/>
              <a:t>‹#›</a:t>
            </a:fld>
            <a:endParaRPr lang="en-US"/>
          </a:p>
        </p:txBody>
      </p:sp>
    </p:spTree>
    <p:extLst>
      <p:ext uri="{BB962C8B-B14F-4D97-AF65-F5344CB8AC3E}">
        <p14:creationId xmlns:p14="http://schemas.microsoft.com/office/powerpoint/2010/main" val="205927752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37629113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34</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66727476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07569990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36</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1930015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baseline="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B02D6E04-3A2F-4B48-A297-666578EDF1B3}"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37</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5617928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2.xml"/><Relationship Id="rId4" Type="http://schemas.openxmlformats.org/officeDocument/2006/relationships/image" Target="../media/image10.png"/></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2.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2.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eg"/><Relationship Id="rId1" Type="http://schemas.openxmlformats.org/officeDocument/2006/relationships/slideMaster" Target="../slideMasters/slideMaster2.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2.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Master" Target="../slideMasters/slideMaster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2.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Master" Target="../slideMasters/slideMaster2.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6.png"/></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9.svg"/></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2.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2.xml"/><Relationship Id="rId4" Type="http://schemas.openxmlformats.org/officeDocument/2006/relationships/image" Target="../media/image6.png"/></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2.xml"/><Relationship Id="rId4" Type="http://schemas.openxmlformats.org/officeDocument/2006/relationships/image" Target="../media/image27.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3.xml"/><Relationship Id="rId5" Type="http://schemas.openxmlformats.org/officeDocument/2006/relationships/image" Target="../media/image10.png"/><Relationship Id="rId4" Type="http://schemas.openxmlformats.org/officeDocument/2006/relationships/image" Target="../media/image9.svg"/></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3.xml"/><Relationship Id="rId4" Type="http://schemas.openxmlformats.org/officeDocument/2006/relationships/image" Target="../media/image10.png"/></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3.xml"/><Relationship Id="rId6" Type="http://schemas.openxmlformats.org/officeDocument/2006/relationships/image" Target="../media/image10.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7.png"/><Relationship Id="rId1" Type="http://schemas.openxmlformats.org/officeDocument/2006/relationships/slideMaster" Target="../slideMasters/slideMaster3.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9.jpeg"/><Relationship Id="rId1" Type="http://schemas.openxmlformats.org/officeDocument/2006/relationships/slideMaster" Target="../slideMasters/slideMaster3.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20.jpeg"/><Relationship Id="rId1" Type="http://schemas.openxmlformats.org/officeDocument/2006/relationships/slideMaster" Target="../slideMasters/slideMaster3.xml"/><Relationship Id="rId6" Type="http://schemas.openxmlformats.org/officeDocument/2006/relationships/image" Target="../media/image18.png"/><Relationship Id="rId5" Type="http://schemas.openxmlformats.org/officeDocument/2006/relationships/image" Target="../media/image9.svg"/><Relationship Id="rId4" Type="http://schemas.openxmlformats.org/officeDocument/2006/relationships/image" Target="../media/image8.png"/></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22.svg"/><Relationship Id="rId7" Type="http://schemas.openxmlformats.org/officeDocument/2006/relationships/image" Target="../media/image6.png"/><Relationship Id="rId2" Type="http://schemas.openxmlformats.org/officeDocument/2006/relationships/image" Target="../media/image21.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24.svg"/><Relationship Id="rId7" Type="http://schemas.openxmlformats.org/officeDocument/2006/relationships/image" Target="../media/image6.png"/><Relationship Id="rId2" Type="http://schemas.openxmlformats.org/officeDocument/2006/relationships/image" Target="../media/image23.png"/><Relationship Id="rId1" Type="http://schemas.openxmlformats.org/officeDocument/2006/relationships/slideMaster" Target="../slideMasters/slideMaster3.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6.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26.svg"/><Relationship Id="rId7" Type="http://schemas.openxmlformats.org/officeDocument/2006/relationships/image" Target="../media/image27.png"/><Relationship Id="rId2" Type="http://schemas.openxmlformats.org/officeDocument/2006/relationships/image" Target="../media/image25.png"/><Relationship Id="rId1" Type="http://schemas.openxmlformats.org/officeDocument/2006/relationships/slideMaster" Target="../slideMasters/slideMaster3.xml"/><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16.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8.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9.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30.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9.svg"/></Relationships>
</file>

<file path=ppt/slideLayouts/_rels/slideLayout52.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27.png"/></Relationships>
</file>

<file path=ppt/slideLayouts/_rels/slideLayout5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27.png"/></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27.pn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27.png"/></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27.pn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6.png"/><Relationship Id="rId1" Type="http://schemas.openxmlformats.org/officeDocument/2006/relationships/slideMaster" Target="../slideMasters/slideMaster3.xml"/><Relationship Id="rId5" Type="http://schemas.openxmlformats.org/officeDocument/2006/relationships/image" Target="../media/image6.png"/><Relationship Id="rId4" Type="http://schemas.openxmlformats.org/officeDocument/2006/relationships/image" Target="../media/image5.sv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27.pn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image" Target="../media/image4.png"/><Relationship Id="rId1" Type="http://schemas.openxmlformats.org/officeDocument/2006/relationships/slideMaster" Target="../slideMasters/slideMaster3.xml"/><Relationship Id="rId4" Type="http://schemas.openxmlformats.org/officeDocument/2006/relationships/image" Target="../media/image6.png"/></Relationships>
</file>

<file path=ppt/slideLayouts/_rels/slideLayout65.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image" Target="../media/image8.png"/><Relationship Id="rId1" Type="http://schemas.openxmlformats.org/officeDocument/2006/relationships/slideMaster" Target="../slideMasters/slideMaster3.xml"/><Relationship Id="rId4" Type="http://schemas.openxmlformats.org/officeDocument/2006/relationships/image" Target="../media/image27.png"/></Relationships>
</file>

<file path=ppt/slideLayouts/_rels/slideLayout6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jpeg"/><Relationship Id="rId1" Type="http://schemas.openxmlformats.org/officeDocument/2006/relationships/slideMaster" Target="../slideMasters/slideMaster3.xml"/></Relationships>
</file>

<file path=ppt/slideLayouts/_rels/slideLayout6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8" name="Rectangle 7"/>
          <p:cNvSpPr/>
          <p:nvPr userDrawn="1"/>
        </p:nvSpPr>
        <p:spPr>
          <a:xfrm>
            <a:off x="0" y="5334000"/>
            <a:ext cx="9550400" cy="773668"/>
          </a:xfrm>
          <a:prstGeom prst="rect">
            <a:avLst/>
          </a:prstGeom>
          <a:solidFill>
            <a:srgbClr val="81D849"/>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9" name="Rectangle 8"/>
          <p:cNvSpPr/>
          <p:nvPr userDrawn="1"/>
        </p:nvSpPr>
        <p:spPr>
          <a:xfrm>
            <a:off x="-3507" y="6172200"/>
            <a:ext cx="5286707" cy="397014"/>
          </a:xfrm>
          <a:prstGeom prst="rect">
            <a:avLst/>
          </a:prstGeom>
          <a:solidFill>
            <a:schemeClr val="bg1">
              <a:lumMod val="65000"/>
              <a:alpha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800"/>
          </a:p>
        </p:txBody>
      </p:sp>
      <p:sp>
        <p:nvSpPr>
          <p:cNvPr id="10" name="TextBox 9"/>
          <p:cNvSpPr txBox="1"/>
          <p:nvPr userDrawn="1"/>
        </p:nvSpPr>
        <p:spPr>
          <a:xfrm>
            <a:off x="929693" y="6186041"/>
            <a:ext cx="2860720" cy="369332"/>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lang="en-US" sz="1800" b="1" dirty="0">
                <a:solidFill>
                  <a:schemeClr val="bg1"/>
                </a:solidFill>
                <a:latin typeface="Arial" panose="020B0604020202020204" pitchFamily="34" charset="0"/>
                <a:cs typeface="Arial" panose="020B0604020202020204" pitchFamily="34" charset="0"/>
              </a:rPr>
              <a:t>LEVEL - PRACTITIONER</a:t>
            </a:r>
          </a:p>
        </p:txBody>
      </p:sp>
    </p:spTree>
    <p:extLst>
      <p:ext uri="{BB962C8B-B14F-4D97-AF65-F5344CB8AC3E}">
        <p14:creationId xmlns:p14="http://schemas.microsoft.com/office/powerpoint/2010/main" val="507466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2825223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3048000" y="0"/>
            <a:ext cx="9143995" cy="493486"/>
          </a:xfrm>
        </p:spPr>
        <p:txBody>
          <a:bodyPr/>
          <a:lstStyle/>
          <a:p>
            <a:r>
              <a:rPr lang="en-US"/>
              <a:t>Click to edit Master title style</a:t>
            </a:r>
          </a:p>
        </p:txBody>
      </p:sp>
      <p:sp>
        <p:nvSpPr>
          <p:cNvPr id="3" name="Content Placeholder 2"/>
          <p:cNvSpPr>
            <a:spLocks noGrp="1"/>
          </p:cNvSpPr>
          <p:nvPr>
            <p:ph sz="half" idx="1"/>
          </p:nvPr>
        </p:nvSpPr>
        <p:spPr>
          <a:xfrm>
            <a:off x="609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00201"/>
            <a:ext cx="5384800" cy="4525963"/>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11"/>
          </p:nvPr>
        </p:nvSpPr>
        <p:spPr/>
        <p:txBody>
          <a:bodyPr/>
          <a:lstStyle/>
          <a:p>
            <a:r>
              <a:rPr lang="en-US" dirty="0"/>
              <a:t>© Cognizant 2015</a:t>
            </a:r>
          </a:p>
        </p:txBody>
      </p:sp>
      <p:sp>
        <p:nvSpPr>
          <p:cNvPr id="7" name="Slide Number Placeholder 6"/>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87865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8" y="2174875"/>
            <a:ext cx="5389033" cy="3951288"/>
          </a:xfrm>
          <a:noFill/>
          <a:ln w="9525">
            <a:noFill/>
            <a:miter lim="800000"/>
            <a:headEnd/>
            <a:tailEnd/>
          </a:ln>
        </p:spPr>
        <p:txBody>
          <a:bodyPr vert="horz" wrap="square" lIns="91440" tIns="45720" rIns="91440" bIns="45720" numCol="1" anchor="t" anchorCtr="0" compatLnSpc="1">
            <a:prstTxWarp prst="textNoShape">
              <a:avLst/>
            </a:prstTxWarp>
          </a:bodyPr>
          <a:lstStyle>
            <a:lvl1pPr>
              <a:defRPr lang="en-US" smtClean="0"/>
            </a:lvl1pPr>
            <a:lvl2pPr>
              <a:defRPr lang="en-US" smtClean="0"/>
            </a:lvl2pPr>
            <a:lvl3pPr>
              <a:defRPr lang="en-US" smtClean="0"/>
            </a:lvl3pPr>
            <a:lvl4pPr>
              <a:defRPr lang="en-US" smtClean="0"/>
            </a:lvl4pPr>
            <a:lvl5pPr>
              <a:defRPr lang="en-US"/>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Footer Placeholder 7"/>
          <p:cNvSpPr>
            <a:spLocks noGrp="1"/>
          </p:cNvSpPr>
          <p:nvPr>
            <p:ph type="ftr" sz="quarter" idx="11"/>
          </p:nvPr>
        </p:nvSpPr>
        <p:spPr/>
        <p:txBody>
          <a:bodyPr/>
          <a:lstStyle/>
          <a:p>
            <a:r>
              <a:rPr lang="en-US" dirty="0"/>
              <a:t>© Cognizant 2015</a:t>
            </a:r>
          </a:p>
        </p:txBody>
      </p:sp>
      <p:sp>
        <p:nvSpPr>
          <p:cNvPr id="9" name="Slide Number Placeholder 8"/>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7149552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4" name="Footer Placeholder 3"/>
          <p:cNvSpPr>
            <a:spLocks noGrp="1"/>
          </p:cNvSpPr>
          <p:nvPr>
            <p:ph type="ftr" sz="quarter" idx="11"/>
          </p:nvPr>
        </p:nvSpPr>
        <p:spPr/>
        <p:txBody>
          <a:bodyPr/>
          <a:lstStyle/>
          <a:p>
            <a:r>
              <a:rPr lang="en-US" dirty="0"/>
              <a:t>© Cognizant 2015</a:t>
            </a:r>
          </a:p>
        </p:txBody>
      </p:sp>
      <p:sp>
        <p:nvSpPr>
          <p:cNvPr id="5" name="Slide Number Placeholder 4"/>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414370147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r>
              <a:rPr lang="en-US" dirty="0"/>
              <a:t>© Cognizant 2015</a:t>
            </a:r>
          </a:p>
        </p:txBody>
      </p:sp>
      <p:sp>
        <p:nvSpPr>
          <p:cNvPr id="4" name="Slide Number Placeholder 3"/>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364137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11"/>
          </p:nvPr>
        </p:nvSpPr>
        <p:spPr/>
        <p:txBody>
          <a:bodyPr/>
          <a:lstStyle/>
          <a:p>
            <a:r>
              <a:rPr lang="en-US" dirty="0"/>
              <a:t>© Cognizant 2015</a:t>
            </a:r>
          </a:p>
        </p:txBody>
      </p:sp>
      <p:sp>
        <p:nvSpPr>
          <p:cNvPr id="6" name="Slide Number Placeholder 5"/>
          <p:cNvSpPr>
            <a:spLocks noGrp="1"/>
          </p:cNvSpPr>
          <p:nvPr>
            <p:ph type="sldNum" sz="quarter" idx="12"/>
          </p:nvPr>
        </p:nvSpPr>
        <p:spPr/>
        <p:txBody>
          <a:bodyPr/>
          <a:lstStyle>
            <a:lvl1pPr algn="r">
              <a:defRPr/>
            </a:lvl1pPr>
          </a:lstStyle>
          <a:p>
            <a:fld id="{E7AF38FF-B38D-4060-8B8D-2D16AAFBAAC1}" type="slidenum">
              <a:rPr lang="en-US" smtClean="0"/>
              <a:pPr/>
              <a:t>‹#›</a:t>
            </a:fld>
            <a:endParaRPr lang="en-US"/>
          </a:p>
        </p:txBody>
      </p:sp>
    </p:spTree>
    <p:extLst>
      <p:ext uri="{BB962C8B-B14F-4D97-AF65-F5344CB8AC3E}">
        <p14:creationId xmlns:p14="http://schemas.microsoft.com/office/powerpoint/2010/main" val="183590506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117" t="117"/>
          <a:stretch/>
        </p:blipFill>
        <p:spPr>
          <a:xfrm>
            <a:off x="0" y="-1"/>
            <a:ext cx="12192000" cy="6858002"/>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4"/>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263640"/>
            <a:ext cx="1198179" cy="365125"/>
          </a:xfrm>
          <a:prstGeom prst="rect">
            <a:avLst/>
          </a:prstGeom>
        </p:spPr>
        <p:txBody>
          <a:bodyPr/>
          <a:lstStyle>
            <a:lvl1pPr>
              <a:defRPr>
                <a:solidFill>
                  <a:schemeClr val="bg2"/>
                </a:solidFill>
              </a:defRPr>
            </a:lvl1pPr>
          </a:lstStyle>
          <a:p>
            <a:r>
              <a:rPr lang="en-US" dirty="0"/>
              <a:t>© 2023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bg2"/>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userDrawn="1"/>
        </p:nvSpPr>
        <p:spPr>
          <a:xfrm>
            <a:off x="-1367942" y="168250"/>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8" y="381865"/>
            <a:ext cx="2067983" cy="620394"/>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userDrawn="1"/>
        </p:nvPicPr>
        <p:blipFill>
          <a:blip r:embed="rId5">
            <a:extLst>
              <a:ext uri="{28A0092B-C50C-407E-A947-70E740481C1C}">
                <a14:useLocalDpi xmlns:a14="http://schemas.microsoft.com/office/drawing/2010/main" val="0"/>
              </a:ext>
            </a:extLst>
          </a:blip>
          <a:stretch>
            <a:fillRect/>
          </a:stretch>
        </p:blipFill>
        <p:spPr>
          <a:xfrm>
            <a:off x="990599" y="1643357"/>
            <a:ext cx="3289301" cy="374731"/>
          </a:xfrm>
          <a:prstGeom prst="rect">
            <a:avLst/>
          </a:prstGeom>
        </p:spPr>
      </p:pic>
    </p:spTree>
    <p:extLst>
      <p:ext uri="{BB962C8B-B14F-4D97-AF65-F5344CB8AC3E}">
        <p14:creationId xmlns:p14="http://schemas.microsoft.com/office/powerpoint/2010/main" val="1058830513"/>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userDrawn="1"/>
        </p:nvPicPr>
        <p:blipFill rotWithShape="1">
          <a:blip r:embed="rId2">
            <a:extLst>
              <a:ext uri="{28A0092B-C50C-407E-A947-70E740481C1C}">
                <a14:useLocalDpi xmlns:a14="http://schemas.microsoft.com/office/drawing/2010/main"/>
              </a:ext>
            </a:extLst>
          </a:blip>
          <a:srcRect l="403" t="430" r="804" b="462"/>
          <a:stretch/>
        </p:blipFill>
        <p:spPr>
          <a:xfrm>
            <a:off x="49619" y="0"/>
            <a:ext cx="12153014"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4"/>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89" y="4187952"/>
            <a:ext cx="4014215"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5"/>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userDrawn="1"/>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90599" y="1643357"/>
            <a:ext cx="2330451" cy="265494"/>
          </a:xfrm>
          <a:prstGeom prst="rect">
            <a:avLst/>
          </a:prstGeom>
        </p:spPr>
      </p:pic>
    </p:spTree>
    <p:extLst>
      <p:ext uri="{BB962C8B-B14F-4D97-AF65-F5344CB8AC3E}">
        <p14:creationId xmlns:p14="http://schemas.microsoft.com/office/powerpoint/2010/main" val="80774714"/>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2"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7179732" y="1061948"/>
            <a:ext cx="4555068" cy="518932"/>
          </a:xfrm>
          <a:prstGeom prst="rect">
            <a:avLst/>
          </a:prstGeom>
        </p:spPr>
      </p:pic>
    </p:spTree>
    <p:extLst>
      <p:ext uri="{BB962C8B-B14F-4D97-AF65-F5344CB8AC3E}">
        <p14:creationId xmlns:p14="http://schemas.microsoft.com/office/powerpoint/2010/main" val="2870202925"/>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3"/>
            <a:ext cx="1198179" cy="303572"/>
          </a:xfrm>
          <a:prstGeom prst="rect">
            <a:avLst/>
          </a:prstGeom>
        </p:spPr>
        <p:txBody>
          <a:bodyPr/>
          <a:lstStyle/>
          <a:p>
            <a:r>
              <a:rPr lang="en-US" dirty="0"/>
              <a:t>© 2023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userDrawn="1"/>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5"/>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3"/>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0" y="3885739"/>
            <a:ext cx="8171383" cy="457200"/>
          </a:xfrm>
          <a:prstGeom prst="rect">
            <a:avLst/>
          </a:prstGeom>
        </p:spPr>
        <p:txBody>
          <a:bodyPr lIns="0" tIns="0" rIns="0" bIns="0">
            <a:noAutofit/>
          </a:bodyPr>
          <a:lstStyle>
            <a:lvl1pPr marL="0" indent="0" algn="l">
              <a:buNone/>
              <a:defRPr sz="20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8" cy="365125"/>
          </a:xfrm>
          <a:prstGeom prst="rect">
            <a:avLst/>
          </a:prstGeom>
        </p:spPr>
        <p:txBody>
          <a:bodyPr wrap="none"/>
          <a:lstStyle>
            <a:lvl1pPr marL="0" indent="0">
              <a:buNone/>
              <a:defRPr sz="1200">
                <a:solidFill>
                  <a:schemeClr val="tx1"/>
                </a:solidFill>
              </a:defRPr>
            </a:lvl1pPr>
            <a:lvl2pPr marL="457200" indent="0">
              <a:buNone/>
              <a:defRPr>
                <a:solidFill>
                  <a:schemeClr val="bg2"/>
                </a:solidFill>
              </a:defRPr>
            </a:lvl2pPr>
            <a:lvl3pPr marL="914400" indent="0">
              <a:buNone/>
              <a:defRPr>
                <a:solidFill>
                  <a:schemeClr val="bg2"/>
                </a:solidFill>
              </a:defRPr>
            </a:lvl3pPr>
            <a:lvl4pPr marL="1371600" indent="0">
              <a:buNone/>
              <a:defRPr>
                <a:solidFill>
                  <a:schemeClr val="bg2"/>
                </a:solidFill>
              </a:defRPr>
            </a:lvl4pPr>
            <a:lvl5pPr marL="1828800"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userDrawn="1"/>
        </p:nvPicPr>
        <p:blipFill>
          <a:blip r:embed="rId4">
            <a:extLst>
              <a:ext uri="{28A0092B-C50C-407E-A947-70E740481C1C}">
                <a14:useLocalDpi xmlns:a14="http://schemas.microsoft.com/office/drawing/2010/main" val="0"/>
              </a:ext>
            </a:extLst>
          </a:blip>
          <a:srcRect/>
          <a:stretch/>
        </p:blipFill>
        <p:spPr>
          <a:xfrm>
            <a:off x="7179732" y="1061948"/>
            <a:ext cx="4555068" cy="518931"/>
          </a:xfrm>
          <a:prstGeom prst="rect">
            <a:avLst/>
          </a:prstGeom>
        </p:spPr>
      </p:pic>
    </p:spTree>
    <p:extLst>
      <p:ext uri="{BB962C8B-B14F-4D97-AF65-F5344CB8AC3E}">
        <p14:creationId xmlns:p14="http://schemas.microsoft.com/office/powerpoint/2010/main" val="3438873066"/>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4"/>
            <a:ext cx="11368088" cy="3959081"/>
          </a:xfrm>
          <a:prstGeom prst="rect">
            <a:avLst/>
          </a:prstGeom>
        </p:spPr>
        <p:txBody>
          <a:bodyPr/>
          <a:lstStyle>
            <a:lvl1pPr marL="457200" indent="-457200">
              <a:lnSpc>
                <a:spcPct val="100000"/>
              </a:lnSpc>
              <a:buFont typeface="+mj-lt"/>
              <a:buAutoNum type="arabicPeriod"/>
              <a:tabLst/>
              <a:defRPr sz="1800">
                <a:solidFill>
                  <a:schemeClr val="tx1"/>
                </a:solidFill>
              </a:defRPr>
            </a:lvl1pPr>
            <a:lvl2pPr marL="690563" indent="-230188">
              <a:lnSpc>
                <a:spcPct val="100000"/>
              </a:lnSpc>
              <a:buFont typeface="Arial" panose="020B0604020202020204" pitchFamily="34" charset="0"/>
              <a:buChar char="•"/>
              <a:tabLst/>
              <a:defRPr sz="1800">
                <a:solidFill>
                  <a:schemeClr val="tx1"/>
                </a:solidFill>
              </a:defRPr>
            </a:lvl2pPr>
            <a:lvl3pPr marL="976313" indent="-230188">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9599300" y="291346"/>
            <a:ext cx="2152968" cy="245275"/>
          </a:xfrm>
          <a:prstGeom prst="rect">
            <a:avLst/>
          </a:prstGeom>
        </p:spPr>
      </p:pic>
    </p:spTree>
    <p:extLst>
      <p:ext uri="{BB962C8B-B14F-4D97-AF65-F5344CB8AC3E}">
        <p14:creationId xmlns:p14="http://schemas.microsoft.com/office/powerpoint/2010/main" val="4108870448"/>
      </p:ext>
    </p:extLst>
  </p:cSld>
  <p:clrMapOvr>
    <a:overrideClrMapping bg1="dk1" tx1="lt1" bg2="dk2" tx2="lt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4902199"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1903671"/>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2"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userDrawn="1"/>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8" y="381864"/>
            <a:ext cx="2067983" cy="620394"/>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userDrawn="1"/>
        </p:nvPicPr>
        <p:blipFill>
          <a:blip r:embed="rId6">
            <a:extLst>
              <a:ext uri="{28A0092B-C50C-407E-A947-70E740481C1C}">
                <a14:useLocalDpi xmlns:a14="http://schemas.microsoft.com/office/drawing/2010/main" val="0"/>
              </a:ext>
            </a:extLst>
          </a:blip>
          <a:srcRect/>
          <a:stretch/>
        </p:blipFill>
        <p:spPr>
          <a:xfrm>
            <a:off x="974755" y="1611578"/>
            <a:ext cx="4060795" cy="462621"/>
          </a:xfrm>
          <a:prstGeom prst="rect">
            <a:avLst/>
          </a:prstGeom>
        </p:spPr>
      </p:pic>
    </p:spTree>
    <p:extLst>
      <p:ext uri="{BB962C8B-B14F-4D97-AF65-F5344CB8AC3E}">
        <p14:creationId xmlns:p14="http://schemas.microsoft.com/office/powerpoint/2010/main" val="395259470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2"/>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192332810"/>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943983966"/>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userDrawn="1"/>
        </p:nvPicPr>
        <p:blipFill>
          <a:blip r:embed="rId2" cstate="print">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2"/>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userDrawn="1"/>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userDrawn="1"/>
        </p:nvPicPr>
        <p:blipFill>
          <a:blip r:embed="rId6" cstate="print">
            <a:extLst>
              <a:ext uri="{28A0092B-C50C-407E-A947-70E740481C1C}">
                <a14:useLocalDpi xmlns:a14="http://schemas.microsoft.com/office/drawing/2010/main" val="0"/>
              </a:ext>
            </a:extLst>
          </a:blip>
          <a:srcRect/>
          <a:stretch/>
        </p:blipFill>
        <p:spPr>
          <a:xfrm>
            <a:off x="9672320" y="299664"/>
            <a:ext cx="2079948" cy="236955"/>
          </a:xfrm>
          <a:prstGeom prst="rect">
            <a:avLst/>
          </a:prstGeom>
        </p:spPr>
      </p:pic>
    </p:spTree>
    <p:extLst>
      <p:ext uri="{BB962C8B-B14F-4D97-AF65-F5344CB8AC3E}">
        <p14:creationId xmlns:p14="http://schemas.microsoft.com/office/powerpoint/2010/main" val="1486346661"/>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1"/>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1642494933"/>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1"/>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bg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bg1"/>
                </a:solidFill>
              </a:defRPr>
            </a:lvl1pPr>
          </a:lstStyle>
          <a:p>
            <a:fld id="{C53E075B-3175-45CF-B3C7-FEDF3F5961E3}" type="slidenum">
              <a:rPr lang="en-US" smtClean="0"/>
              <a:pPr/>
              <a:t>‹#›</a:t>
            </a:fld>
            <a:endParaRPr lang="en-US" dirty="0"/>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470471160"/>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userDrawn="1"/>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2"/>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2"/>
                </a:solidFill>
              </a:defRPr>
            </a:lvl1pPr>
          </a:lstStyle>
          <a:p>
            <a:fld id="{C53E075B-3175-45CF-B3C7-FEDF3F5961E3}" type="slidenum">
              <a:rPr lang="en-US" smtClean="0"/>
              <a:pPr/>
              <a:t>‹#›</a:t>
            </a:fld>
            <a:endParaRPr lang="en-US" dirty="0"/>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6" y="1812207"/>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userDrawn="1"/>
        </p:nvPicPr>
        <p:blipFill>
          <a:blip r:embed="rId7"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646058180"/>
      </p:ext>
    </p:extLst>
  </p:cSld>
  <p:clrMapOvr>
    <a:masterClrMapping/>
  </p:clrMapOvr>
  <p:extLst>
    <p:ext uri="{DCECCB84-F9BA-43D5-87BE-67443E8EF086}">
      <p15:sldGuideLst xmlns:p15="http://schemas.microsoft.com/office/powerpoint/2012/main">
        <p15:guide id="1" pos="656">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5012" t="20936" r="6388" b="390"/>
          <a:stretch/>
        </p:blipFill>
        <p:spPr>
          <a:xfrm>
            <a:off x="11575"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C8F4C0-B128-9B4A-A493-3A158A484A83}"/>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2233462960"/>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8">
            <a:extLst>
              <a:ext uri="{FF2B5EF4-FFF2-40B4-BE49-F238E27FC236}">
                <a16:creationId xmlns:a16="http://schemas.microsoft.com/office/drawing/2014/main" id="{BEC0577B-E1A3-BB47-B7CB-EBF6A2B0F9A6}"/>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3492660729"/>
      </p:ext>
    </p:extLst>
  </p:cSld>
  <p:clrMapOvr>
    <a:overrideClrMapping bg1="lt1" tx1="dk1" bg2="lt2" tx2="dk2" accent1="accent1" accent2="accent2" accent3="accent3" accent4="accent4" accent5="accent5" accent6="accent6" hlink="hlink" folHlink="folHlink"/>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053" t="22108" r="6545" b="-1"/>
          <a:stretch/>
        </p:blipFill>
        <p:spPr>
          <a:xfrm>
            <a:off x="11575" y="0"/>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7" name="Picture 5">
            <a:extLst>
              <a:ext uri="{FF2B5EF4-FFF2-40B4-BE49-F238E27FC236}">
                <a16:creationId xmlns:a16="http://schemas.microsoft.com/office/drawing/2014/main" id="{79CCFE82-B8A6-BC48-80D3-A5EA4ECAAEEA}"/>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0" y="291346"/>
            <a:ext cx="2152968" cy="245274"/>
          </a:xfrm>
          <a:prstGeom prst="rect">
            <a:avLst/>
          </a:prstGeom>
        </p:spPr>
      </p:pic>
    </p:spTree>
    <p:extLst>
      <p:ext uri="{BB962C8B-B14F-4D97-AF65-F5344CB8AC3E}">
        <p14:creationId xmlns:p14="http://schemas.microsoft.com/office/powerpoint/2010/main" val="297786115"/>
      </p:ext>
    </p:extLst>
  </p:cSld>
  <p:clrMapOvr>
    <a:overrideClrMapping bg1="lt1" tx1="dk1" bg2="lt2" tx2="dk2" accent1="accent1" accent2="accent2" accent3="accent3" accent4="accent4" accent5="accent5" accent6="accent6" hlink="hlink" folHlink="folHlink"/>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9" name="Picture 5">
            <a:extLst>
              <a:ext uri="{FF2B5EF4-FFF2-40B4-BE49-F238E27FC236}">
                <a16:creationId xmlns:a16="http://schemas.microsoft.com/office/drawing/2014/main" id="{45599541-E568-D346-8D2A-006A8CA8D6F9}"/>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621421183"/>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8" name="Picture 8">
            <a:extLst>
              <a:ext uri="{FF2B5EF4-FFF2-40B4-BE49-F238E27FC236}">
                <a16:creationId xmlns:a16="http://schemas.microsoft.com/office/drawing/2014/main" id="{E2DC75C7-77A7-FD4D-BCC3-F341910731A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24030784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033267596"/>
      </p:ext>
    </p:extLst>
  </p:cSld>
  <p:clrMapOvr>
    <a:masterClrMapping/>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0" y="992028"/>
            <a:ext cx="10808207" cy="461068"/>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0"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61631314"/>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8" y="1196975"/>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5"/>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93136968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8" y="1196975"/>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8"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5"/>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2"/>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458071785"/>
      </p:ext>
    </p:extLst>
  </p:cSld>
  <p:clrMapOvr>
    <a:overrideClrMapping bg1="dk1" tx1="lt1" bg2="dk2" tx2="lt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8" y="1196975"/>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1" y="1196975"/>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7" y="1196975"/>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359842314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8" y="1196975"/>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1" y="1196975"/>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7" y="1196975"/>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8"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4" y="1735922"/>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1" y="1735922"/>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2690259903"/>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pic>
        <p:nvPicPr>
          <p:cNvPr id="14" name="Picture 5">
            <a:extLst>
              <a:ext uri="{FF2B5EF4-FFF2-40B4-BE49-F238E27FC236}">
                <a16:creationId xmlns:a16="http://schemas.microsoft.com/office/drawing/2014/main" id="{6ACFE70C-14DB-2649-88BF-B8FC4CBAD9D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672526478"/>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1" y="5876091"/>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6"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dirty="0"/>
              <a:t>© 2023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199" y="6438651"/>
            <a:ext cx="352097" cy="190747"/>
          </a:xfrm>
          <a:prstGeom prst="rect">
            <a:avLst/>
          </a:prstGeom>
        </p:spPr>
        <p:txBody>
          <a:bodyPr vert="horz" wrap="none" lIns="0" tIns="0" rIns="0" bIns="0" rtlCol="0" anchor="b" anchorCtr="0"/>
          <a:lstStyle>
            <a:lvl1pPr algn="l">
              <a:defRPr sz="700">
                <a:solidFill>
                  <a:schemeClr val="tx2"/>
                </a:solidFill>
              </a:defRPr>
            </a:lvl1pPr>
          </a:lstStyle>
          <a:p>
            <a:fld id="{C53E075B-3175-45CF-B3C7-FEDF3F5961E3}" type="slidenum">
              <a:rPr lang="en-US" smtClean="0"/>
              <a:pPr/>
              <a:t>‹#›</a:t>
            </a:fld>
            <a:endParaRPr lang="en-US" dirty="0"/>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0"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0"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0"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88" indent="-230188">
              <a:lnSpc>
                <a:spcPct val="100000"/>
              </a:lnSpc>
              <a:buFont typeface="Arial" panose="020B0604020202020204" pitchFamily="34" charset="0"/>
              <a:buChar char="•"/>
              <a:tabLst/>
              <a:defRPr>
                <a:solidFill>
                  <a:schemeClr val="tx1"/>
                </a:solidFill>
              </a:defRPr>
            </a:lvl2pPr>
            <a:lvl3pPr marL="858838" indent="-228600">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171456083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userDrawn="1"/>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6" y="6325193"/>
            <a:ext cx="1198179" cy="303572"/>
          </a:xfrm>
          <a:prstGeom prst="rect">
            <a:avLst/>
          </a:prstGeom>
        </p:spPr>
        <p:txBody>
          <a:bodyPr/>
          <a:lstStyle>
            <a:lvl1pPr>
              <a:defRPr>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199" y="6325299"/>
            <a:ext cx="352097" cy="304100"/>
          </a:xfrm>
          <a:prstGeom prst="rect">
            <a:avLst/>
          </a:prstGeom>
        </p:spPr>
        <p:txBody>
          <a:bodyPr/>
          <a:lstStyle>
            <a:lvl1pPr>
              <a:defRPr>
                <a:solidFill>
                  <a:schemeClr val="tx1"/>
                </a:solidFill>
              </a:defRPr>
            </a:lvl1pPr>
          </a:lstStyle>
          <a:p>
            <a:fld id="{C53E075B-3175-45CF-B3C7-FEDF3F5961E3}" type="slidenum">
              <a:rPr lang="en-US" smtClean="0"/>
              <a:pPr/>
              <a:t>‹#›</a:t>
            </a:fld>
            <a:endParaRPr lang="en-US" dirty="0"/>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6" y="4201640"/>
            <a:ext cx="8567351" cy="1487587"/>
          </a:xfrm>
          <a:prstGeom prst="rect">
            <a:avLst/>
          </a:prstGeom>
        </p:spPr>
        <p:txBody>
          <a:bodyPr/>
          <a:lstStyle>
            <a:lvl1pPr marL="0" indent="0">
              <a:buNone/>
              <a:defRPr>
                <a:solidFill>
                  <a:schemeClr val="accent4"/>
                </a:solidFill>
              </a:defRPr>
            </a:lvl1pPr>
            <a:lvl2pPr marL="457200" indent="0">
              <a:buNone/>
              <a:defRPr>
                <a:solidFill>
                  <a:schemeClr val="accent5"/>
                </a:solidFill>
              </a:defRPr>
            </a:lvl2pPr>
            <a:lvl3pPr marL="914400" indent="0">
              <a:buNone/>
              <a:defRPr>
                <a:solidFill>
                  <a:schemeClr val="accent3"/>
                </a:solidFill>
              </a:defRPr>
            </a:lvl3pPr>
            <a:lvl4pPr marL="1371600" indent="0">
              <a:buNone/>
              <a:defRPr>
                <a:solidFill>
                  <a:schemeClr val="accent3"/>
                </a:solidFill>
              </a:defRPr>
            </a:lvl4pPr>
            <a:lvl5pPr marL="1828800"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946764"/>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userDrawn="1"/>
        </p:nvPicPr>
        <p:blipFill>
          <a:blip r:embed="rId5"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17597346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56">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884804941"/>
      </p:ext>
    </p:extLst>
  </p:cSld>
  <p:clrMapOvr>
    <a:overrideClrMapping bg1="lt1" tx1="dk1" bg2="lt2" tx2="dk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198" y="557784"/>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0" y="6352478"/>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3"/>
          </a:xfrm>
          <a:prstGeom prst="rect">
            <a:avLst/>
          </a:prstGeom>
        </p:spPr>
      </p:pic>
    </p:spTree>
    <p:extLst>
      <p:ext uri="{BB962C8B-B14F-4D97-AF65-F5344CB8AC3E}">
        <p14:creationId xmlns:p14="http://schemas.microsoft.com/office/powerpoint/2010/main" val="3919357920"/>
      </p:ext>
    </p:extLst>
  </p:cSld>
  <p:clrMapOvr>
    <a:overrideClrMapping bg1="dk1" tx1="lt1" bg2="dk2" tx2="lt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6" y="6263640"/>
            <a:ext cx="1198179" cy="365125"/>
          </a:xfrm>
        </p:spPr>
        <p:txBody>
          <a:bodyPr/>
          <a:lstStyle>
            <a:lvl1pPr>
              <a:defRPr>
                <a:solidFill>
                  <a:schemeClr val="tx1"/>
                </a:solidFill>
              </a:defRPr>
            </a:lvl1pPr>
          </a:lstStyle>
          <a:p>
            <a:r>
              <a:rPr lang="en-US" dirty="0"/>
              <a:t>© 2023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199" y="6263639"/>
            <a:ext cx="352097" cy="365760"/>
          </a:xfrm>
        </p:spPr>
        <p:txBody>
          <a:bodyPr/>
          <a:lstStyle>
            <a:lvl1pPr>
              <a:defRPr>
                <a:solidFill>
                  <a:schemeClr val="tx1"/>
                </a:solidFill>
              </a:defRPr>
            </a:lvl1pPr>
          </a:lstStyle>
          <a:p>
            <a:fld id="{C53E075B-3175-45CF-B3C7-FEDF3F5961E3}" type="slidenum">
              <a:rPr lang="en-US" smtClean="0"/>
              <a:pPr/>
              <a:t>‹#›</a:t>
            </a:fld>
            <a:endParaRPr lang="en-US" dirty="0"/>
          </a:p>
        </p:txBody>
      </p:sp>
      <p:pic>
        <p:nvPicPr>
          <p:cNvPr id="6" name="Picture 5">
            <a:extLst>
              <a:ext uri="{FF2B5EF4-FFF2-40B4-BE49-F238E27FC236}">
                <a16:creationId xmlns:a16="http://schemas.microsoft.com/office/drawing/2014/main" id="{9A8872FF-F4A9-EC4C-AFA7-65B0DF88167F}"/>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userDrawn="1"/>
        </p:nvPicPr>
        <p:blipFill>
          <a:blip r:embed="rId4" cstate="print">
            <a:extLst>
              <a:ext uri="{28A0092B-C50C-407E-A947-70E740481C1C}">
                <a14:useLocalDpi xmlns:a14="http://schemas.microsoft.com/office/drawing/2010/main" val="0"/>
              </a:ext>
            </a:extLst>
          </a:blip>
          <a:srcRect/>
          <a:stretch/>
        </p:blipFill>
        <p:spPr>
          <a:xfrm>
            <a:off x="9599304" y="291346"/>
            <a:ext cx="2152960" cy="245274"/>
          </a:xfrm>
          <a:prstGeom prst="rect">
            <a:avLst/>
          </a:prstGeom>
        </p:spPr>
      </p:pic>
    </p:spTree>
    <p:extLst>
      <p:ext uri="{BB962C8B-B14F-4D97-AF65-F5344CB8AC3E}">
        <p14:creationId xmlns:p14="http://schemas.microsoft.com/office/powerpoint/2010/main" val="1195837333"/>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ver 1 - dark layout ">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C5D98D9-078E-1B4D-9B08-C13EF3A05D22}"/>
              </a:ext>
            </a:extLst>
          </p:cNvPr>
          <p:cNvPicPr>
            <a:picLocks noChangeAspect="1"/>
          </p:cNvPicPr>
          <p:nvPr/>
        </p:nvPicPr>
        <p:blipFill rotWithShape="1">
          <a:blip r:embed="rId2">
            <a:extLst>
              <a:ext uri="{28A0092B-C50C-407E-A947-70E740481C1C}">
                <a14:useLocalDpi xmlns:a14="http://schemas.microsoft.com/office/drawing/2010/main"/>
              </a:ext>
            </a:extLst>
          </a:blip>
          <a:srcRect l="117" t="117"/>
          <a:stretch/>
        </p:blipFill>
        <p:spPr>
          <a:xfrm>
            <a:off x="0" y="-2"/>
            <a:ext cx="12192000" cy="6858003"/>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6" y="2105095"/>
            <a:ext cx="4013200" cy="1828469"/>
          </a:xfrm>
        </p:spPr>
        <p:txBody>
          <a:bodyPr anchor="b">
            <a:noAutofit/>
          </a:bodyPr>
          <a:lstStyle>
            <a:lvl1pPr algn="l">
              <a:defRPr sz="3600" b="1">
                <a:solidFill>
                  <a:schemeClr val="bg1"/>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50A7EFB4-CCA6-4E89-9EF6-9F4FE5D53A94}"/>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bg1"/>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263640"/>
            <a:ext cx="1198179" cy="365125"/>
          </a:xfrm>
          <a:prstGeom prst="rect">
            <a:avLst/>
          </a:prstGeom>
        </p:spPr>
        <p:txBody>
          <a:bodyPr/>
          <a:lstStyle>
            <a:lvl1pPr>
              <a:defRPr>
                <a:solidFill>
                  <a:schemeClr val="bg2"/>
                </a:solidFill>
              </a:defRPr>
            </a:lvl1pPr>
          </a:lstStyle>
          <a:p>
            <a:r>
              <a:rPr lang="en-US"/>
              <a:t>© 2019 Cognizant</a:t>
            </a:r>
          </a:p>
        </p:txBody>
      </p:sp>
      <p:sp>
        <p:nvSpPr>
          <p:cNvPr id="11" name="Text Placeholder 2">
            <a:extLst>
              <a:ext uri="{FF2B5EF4-FFF2-40B4-BE49-F238E27FC236}">
                <a16:creationId xmlns:a16="http://schemas.microsoft.com/office/drawing/2014/main" id="{0A57A3A6-0AF3-C54A-8CB5-7EF0565FF32C}"/>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bg2"/>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4" name="TextBox 3">
            <a:extLst>
              <a:ext uri="{FF2B5EF4-FFF2-40B4-BE49-F238E27FC236}">
                <a16:creationId xmlns:a16="http://schemas.microsoft.com/office/drawing/2014/main" id="{B0514FB0-4CED-294C-94C0-7AE48992D94A}"/>
              </a:ext>
            </a:extLst>
          </p:cNvPr>
          <p:cNvSpPr txBox="1"/>
          <p:nvPr/>
        </p:nvSpPr>
        <p:spPr>
          <a:xfrm>
            <a:off x="-1367943" y="168249"/>
            <a:ext cx="0" cy="0"/>
          </a:xfrm>
          <a:prstGeom prst="rect">
            <a:avLst/>
          </a:prstGeom>
          <a:noFill/>
        </p:spPr>
        <p:txBody>
          <a:bodyPr wrap="none" lIns="0" tIns="0" rIns="0" bIns="0" rtlCol="0">
            <a:noAutofit/>
          </a:bodyPr>
          <a:lstStyle/>
          <a:p>
            <a:pPr algn="l"/>
            <a:endParaRPr lang="en-US" sz="1600" dirty="0">
              <a:solidFill>
                <a:schemeClr val="tx2"/>
              </a:solidFill>
            </a:endParaRPr>
          </a:p>
        </p:txBody>
      </p:sp>
      <p:pic>
        <p:nvPicPr>
          <p:cNvPr id="10" name="Logo">
            <a:extLst>
              <a:ext uri="{FF2B5EF4-FFF2-40B4-BE49-F238E27FC236}">
                <a16:creationId xmlns:a16="http://schemas.microsoft.com/office/drawing/2014/main" id="{500EB0FA-ED09-2D45-A504-B05B58FC395D}"/>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67679" y="381865"/>
            <a:ext cx="2067983" cy="620395"/>
          </a:xfrm>
          <a:prstGeom prst="rect">
            <a:avLst/>
          </a:prstGeom>
        </p:spPr>
      </p:pic>
      <p:pic>
        <p:nvPicPr>
          <p:cNvPr id="12" name="Picture 11">
            <a:extLst>
              <a:ext uri="{FF2B5EF4-FFF2-40B4-BE49-F238E27FC236}">
                <a16:creationId xmlns:a16="http://schemas.microsoft.com/office/drawing/2014/main" id="{A212304C-66B1-1120-5DD4-A7021E5113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90600" y="1643357"/>
            <a:ext cx="3289301" cy="374731"/>
          </a:xfrm>
          <a:prstGeom prst="rect">
            <a:avLst/>
          </a:prstGeom>
        </p:spPr>
      </p:pic>
    </p:spTree>
    <p:extLst>
      <p:ext uri="{BB962C8B-B14F-4D97-AF65-F5344CB8AC3E}">
        <p14:creationId xmlns:p14="http://schemas.microsoft.com/office/powerpoint/2010/main" val="2577341059"/>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Cover 1 - light layout">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B08AA51-7693-0641-B1F2-2F6BF501AFBF}"/>
              </a:ext>
            </a:extLst>
          </p:cNvPr>
          <p:cNvPicPr>
            <a:picLocks noChangeAspect="1"/>
          </p:cNvPicPr>
          <p:nvPr/>
        </p:nvPicPr>
        <p:blipFill rotWithShape="1">
          <a:blip r:embed="rId2">
            <a:extLst>
              <a:ext uri="{28A0092B-C50C-407E-A947-70E740481C1C}">
                <a14:useLocalDpi xmlns:a14="http://schemas.microsoft.com/office/drawing/2010/main"/>
              </a:ext>
            </a:extLst>
          </a:blip>
          <a:srcRect l="403" t="430" r="804" b="462"/>
          <a:stretch/>
        </p:blipFill>
        <p:spPr>
          <a:xfrm>
            <a:off x="49619" y="0"/>
            <a:ext cx="12153015"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9" name="Title 1">
            <a:extLst>
              <a:ext uri="{FF2B5EF4-FFF2-40B4-BE49-F238E27FC236}">
                <a16:creationId xmlns:a16="http://schemas.microsoft.com/office/drawing/2014/main" id="{EE78C046-F713-7644-890D-FEC8749EF7B5}"/>
              </a:ext>
            </a:extLst>
          </p:cNvPr>
          <p:cNvSpPr>
            <a:spLocks noGrp="1"/>
          </p:cNvSpPr>
          <p:nvPr>
            <p:ph type="ctrTitle"/>
          </p:nvPr>
        </p:nvSpPr>
        <p:spPr>
          <a:xfrm>
            <a:off x="1042416" y="2105095"/>
            <a:ext cx="4013200" cy="1828469"/>
          </a:xfrm>
        </p:spPr>
        <p:txBody>
          <a:bodyPr anchor="b">
            <a:noAutofit/>
          </a:bodyPr>
          <a:lstStyle>
            <a:lvl1pPr algn="l">
              <a:defRPr sz="3600" b="1">
                <a:solidFill>
                  <a:schemeClr val="tx2"/>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6CA51294-C033-514D-B2AD-53CAA2640123}"/>
              </a:ext>
            </a:extLst>
          </p:cNvPr>
          <p:cNvSpPr>
            <a:spLocks noGrp="1"/>
          </p:cNvSpPr>
          <p:nvPr>
            <p:ph type="subTitle" idx="1"/>
          </p:nvPr>
        </p:nvSpPr>
        <p:spPr>
          <a:xfrm>
            <a:off x="1042990" y="4187952"/>
            <a:ext cx="4014215"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4" name="Text Placeholder 2">
            <a:extLst>
              <a:ext uri="{FF2B5EF4-FFF2-40B4-BE49-F238E27FC236}">
                <a16:creationId xmlns:a16="http://schemas.microsoft.com/office/drawing/2014/main" id="{6173B359-DEFF-8445-9CA5-5D8394261A1B}"/>
              </a:ext>
            </a:extLst>
          </p:cNvPr>
          <p:cNvSpPr>
            <a:spLocks noGrp="1"/>
          </p:cNvSpPr>
          <p:nvPr>
            <p:ph type="body" idx="12" hasCustomPrompt="1"/>
          </p:nvPr>
        </p:nvSpPr>
        <p:spPr>
          <a:xfrm>
            <a:off x="1042416" y="5289746"/>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16" name="Logo">
            <a:extLst>
              <a:ext uri="{FF2B5EF4-FFF2-40B4-BE49-F238E27FC236}">
                <a16:creationId xmlns:a16="http://schemas.microsoft.com/office/drawing/2014/main" id="{172F6F4F-6078-614B-9D72-235A05BE54D0}"/>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6AB0FDE3-4AD5-06C5-0E7D-9DF7ECBFCD5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90600" y="1643358"/>
            <a:ext cx="2330451" cy="265495"/>
          </a:xfrm>
          <a:prstGeom prst="rect">
            <a:avLst/>
          </a:prstGeom>
        </p:spPr>
      </p:pic>
    </p:spTree>
    <p:extLst>
      <p:ext uri="{BB962C8B-B14F-4D97-AF65-F5344CB8AC3E}">
        <p14:creationId xmlns:p14="http://schemas.microsoft.com/office/powerpoint/2010/main" val="3714706405"/>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Cover 2 - dark layout">
    <p:bg>
      <p:bgRef idx="1001">
        <a:schemeClr val="bg2"/>
      </p:bgRef>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BBF4556C-7350-8344-8FD3-376E341E16C7}"/>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6"/>
                </a:solidFill>
              </a:defRPr>
            </a:lvl1pPr>
          </a:lstStyle>
          <a:p>
            <a:r>
              <a:rPr lang="en-US"/>
              <a:t>Click to edit Master title style</a:t>
            </a:r>
            <a:endParaRPr lang="en-US" dirty="0"/>
          </a:p>
        </p:txBody>
      </p:sp>
      <p:sp>
        <p:nvSpPr>
          <p:cNvPr id="17" name="Subtitle 2">
            <a:extLst>
              <a:ext uri="{FF2B5EF4-FFF2-40B4-BE49-F238E27FC236}">
                <a16:creationId xmlns:a16="http://schemas.microsoft.com/office/drawing/2014/main" id="{57AC9073-4735-234C-8722-537F8383011D}"/>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8" name="Text Placeholder 2">
            <a:extLst>
              <a:ext uri="{FF2B5EF4-FFF2-40B4-BE49-F238E27FC236}">
                <a16:creationId xmlns:a16="http://schemas.microsoft.com/office/drawing/2014/main" id="{FBEE8D4C-39E3-9745-8EF7-EE363873ECE4}"/>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899" y="989146"/>
            <a:ext cx="3228343" cy="566677"/>
          </a:xfrm>
          <a:prstGeom prst="rect">
            <a:avLst/>
          </a:prstGeom>
        </p:spPr>
      </p:pic>
      <p:pic>
        <p:nvPicPr>
          <p:cNvPr id="4" name="Picture 3">
            <a:extLst>
              <a:ext uri="{FF2B5EF4-FFF2-40B4-BE49-F238E27FC236}">
                <a16:creationId xmlns:a16="http://schemas.microsoft.com/office/drawing/2014/main" id="{121AF93B-9BFB-DBC8-B972-0D25E38EA4D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79733" y="1061949"/>
            <a:ext cx="4555068" cy="518932"/>
          </a:xfrm>
          <a:prstGeom prst="rect">
            <a:avLst/>
          </a:prstGeom>
        </p:spPr>
      </p:pic>
    </p:spTree>
    <p:extLst>
      <p:ext uri="{BB962C8B-B14F-4D97-AF65-F5344CB8AC3E}">
        <p14:creationId xmlns:p14="http://schemas.microsoft.com/office/powerpoint/2010/main" val="1349263544"/>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Cover 2 - light layout">
    <p:bg>
      <p:bgRef idx="1001">
        <a:schemeClr val="bg2"/>
      </p:bgRef>
    </p:bg>
    <p:spTree>
      <p:nvGrpSpPr>
        <p:cNvPr id="1" name=""/>
        <p:cNvGrpSpPr/>
        <p:nvPr/>
      </p:nvGrpSpPr>
      <p:grpSpPr>
        <a:xfrm>
          <a:off x="0" y="0"/>
          <a:ext cx="0" cy="0"/>
          <a:chOff x="0" y="0"/>
          <a:chExt cx="0" cy="0"/>
        </a:xfrm>
      </p:grpSpPr>
      <p:sp>
        <p:nvSpPr>
          <p:cNvPr id="21" name="Footer Placeholder 4">
            <a:extLst>
              <a:ext uri="{FF2B5EF4-FFF2-40B4-BE49-F238E27FC236}">
                <a16:creationId xmlns:a16="http://schemas.microsoft.com/office/drawing/2014/main" id="{4242CFFB-365C-1E4A-856E-A39BC59F67DA}"/>
              </a:ext>
            </a:extLst>
          </p:cNvPr>
          <p:cNvSpPr>
            <a:spLocks noGrp="1"/>
          </p:cNvSpPr>
          <p:nvPr>
            <p:ph type="ftr" sz="quarter" idx="11"/>
          </p:nvPr>
        </p:nvSpPr>
        <p:spPr>
          <a:xfrm>
            <a:off x="1499617" y="6325194"/>
            <a:ext cx="1198179" cy="303572"/>
          </a:xfrm>
          <a:prstGeom prst="rect">
            <a:avLst/>
          </a:prstGeom>
        </p:spPr>
        <p:txBody>
          <a:bodyPr/>
          <a:lstStyle/>
          <a:p>
            <a:r>
              <a:rPr lang="en-US"/>
              <a:t>© 2019 Cognizant</a:t>
            </a:r>
          </a:p>
        </p:txBody>
      </p:sp>
      <p:pic>
        <p:nvPicPr>
          <p:cNvPr id="9" name="Logo">
            <a:extLst>
              <a:ext uri="{FF2B5EF4-FFF2-40B4-BE49-F238E27FC236}">
                <a16:creationId xmlns:a16="http://schemas.microsoft.com/office/drawing/2014/main" id="{9CD10274-ED9E-6941-BC52-E5F595957017}"/>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723900" y="989146"/>
            <a:ext cx="3228341" cy="566677"/>
          </a:xfrm>
          <a:prstGeom prst="rect">
            <a:avLst/>
          </a:prstGeom>
        </p:spPr>
      </p:pic>
      <p:sp>
        <p:nvSpPr>
          <p:cNvPr id="8" name="Title 1">
            <a:extLst>
              <a:ext uri="{FF2B5EF4-FFF2-40B4-BE49-F238E27FC236}">
                <a16:creationId xmlns:a16="http://schemas.microsoft.com/office/drawing/2014/main" id="{1DE8E3D3-C194-B841-B075-DAC84FCD3889}"/>
              </a:ext>
            </a:extLst>
          </p:cNvPr>
          <p:cNvSpPr>
            <a:spLocks noGrp="1"/>
          </p:cNvSpPr>
          <p:nvPr>
            <p:ph type="ctrTitle"/>
          </p:nvPr>
        </p:nvSpPr>
        <p:spPr>
          <a:xfrm>
            <a:off x="1499616" y="2052084"/>
            <a:ext cx="8169317" cy="1579267"/>
          </a:xfrm>
        </p:spPr>
        <p:txBody>
          <a:bodyPr anchor="b">
            <a:noAutofit/>
          </a:bodyPr>
          <a:lstStyle>
            <a:lvl1pPr algn="l">
              <a:defRPr sz="3600" b="1">
                <a:solidFill>
                  <a:schemeClr val="accent3"/>
                </a:solidFill>
              </a:defRPr>
            </a:lvl1pPr>
          </a:lstStyle>
          <a:p>
            <a:r>
              <a:rPr lang="en-US"/>
              <a:t>Click to edit Master title style</a:t>
            </a:r>
            <a:endParaRPr lang="en-US" dirty="0"/>
          </a:p>
        </p:txBody>
      </p:sp>
      <p:sp>
        <p:nvSpPr>
          <p:cNvPr id="11" name="Subtitle 2">
            <a:extLst>
              <a:ext uri="{FF2B5EF4-FFF2-40B4-BE49-F238E27FC236}">
                <a16:creationId xmlns:a16="http://schemas.microsoft.com/office/drawing/2014/main" id="{BAFE488B-546A-F04A-B54A-A8A9E81A67A0}"/>
              </a:ext>
            </a:extLst>
          </p:cNvPr>
          <p:cNvSpPr>
            <a:spLocks noGrp="1"/>
          </p:cNvSpPr>
          <p:nvPr>
            <p:ph type="subTitle" idx="1"/>
          </p:nvPr>
        </p:nvSpPr>
        <p:spPr>
          <a:xfrm>
            <a:off x="1500191" y="3885739"/>
            <a:ext cx="8171383" cy="457200"/>
          </a:xfrm>
          <a:prstGeom prst="rect">
            <a:avLst/>
          </a:prstGeom>
        </p:spPr>
        <p:txBody>
          <a:bodyPr lIns="0" tIns="0" rIns="0" bIns="0">
            <a:noAutofit/>
          </a:bodyPr>
          <a:lstStyle>
            <a:lvl1pPr marL="0" indent="0" algn="l">
              <a:buNone/>
              <a:defRPr sz="2000">
                <a:solidFill>
                  <a:schemeClr val="tx2"/>
                </a:solidFill>
              </a:defRPr>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12" name="Text Placeholder 2">
            <a:extLst>
              <a:ext uri="{FF2B5EF4-FFF2-40B4-BE49-F238E27FC236}">
                <a16:creationId xmlns:a16="http://schemas.microsoft.com/office/drawing/2014/main" id="{2D785364-026C-1848-826F-235C8A0AC5F5}"/>
              </a:ext>
            </a:extLst>
          </p:cNvPr>
          <p:cNvSpPr>
            <a:spLocks noGrp="1"/>
          </p:cNvSpPr>
          <p:nvPr>
            <p:ph type="body" idx="12" hasCustomPrompt="1"/>
          </p:nvPr>
        </p:nvSpPr>
        <p:spPr>
          <a:xfrm>
            <a:off x="1499617" y="4987532"/>
            <a:ext cx="4013179" cy="365125"/>
          </a:xfrm>
          <a:prstGeom prst="rect">
            <a:avLst/>
          </a:prstGeom>
        </p:spPr>
        <p:txBody>
          <a:bodyPr wrap="none"/>
          <a:lstStyle>
            <a:lvl1pPr marL="0" indent="0">
              <a:buNone/>
              <a:defRPr sz="1200">
                <a:solidFill>
                  <a:schemeClr val="tx1"/>
                </a:solidFill>
              </a:defRPr>
            </a:lvl1pPr>
            <a:lvl2pPr marL="457189" indent="0">
              <a:buNone/>
              <a:defRPr>
                <a:solidFill>
                  <a:schemeClr val="bg2"/>
                </a:solidFill>
              </a:defRPr>
            </a:lvl2pPr>
            <a:lvl3pPr marL="914377" indent="0">
              <a:buNone/>
              <a:defRPr>
                <a:solidFill>
                  <a:schemeClr val="bg2"/>
                </a:solidFill>
              </a:defRPr>
            </a:lvl3pPr>
            <a:lvl4pPr marL="1371566" indent="0">
              <a:buNone/>
              <a:defRPr>
                <a:solidFill>
                  <a:schemeClr val="bg2"/>
                </a:solidFill>
              </a:defRPr>
            </a:lvl4pPr>
            <a:lvl5pPr marL="1828754" indent="0">
              <a:buNone/>
              <a:defRPr>
                <a:solidFill>
                  <a:schemeClr val="bg2"/>
                </a:solidFill>
              </a:defRPr>
            </a:lvl5pPr>
          </a:lstStyle>
          <a:p>
            <a:pPr lvl="0"/>
            <a:r>
              <a:rPr lang="en-US" dirty="0"/>
              <a:t>Click to edit date</a:t>
            </a:r>
          </a:p>
        </p:txBody>
      </p:sp>
      <p:pic>
        <p:nvPicPr>
          <p:cNvPr id="2" name="Picture 1">
            <a:extLst>
              <a:ext uri="{FF2B5EF4-FFF2-40B4-BE49-F238E27FC236}">
                <a16:creationId xmlns:a16="http://schemas.microsoft.com/office/drawing/2014/main" id="{C6353134-6BF9-DFD5-70C5-164F849E31B2}"/>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179733" y="1061949"/>
            <a:ext cx="4555068" cy="518931"/>
          </a:xfrm>
          <a:prstGeom prst="rect">
            <a:avLst/>
          </a:prstGeom>
        </p:spPr>
      </p:pic>
    </p:spTree>
    <p:extLst>
      <p:ext uri="{BB962C8B-B14F-4D97-AF65-F5344CB8AC3E}">
        <p14:creationId xmlns:p14="http://schemas.microsoft.com/office/powerpoint/2010/main" val="2728683164"/>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Contents">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BF505-C9D5-403B-9D3B-321A20493A1A}"/>
              </a:ext>
            </a:extLst>
          </p:cNvPr>
          <p:cNvSpPr>
            <a:spLocks noGrp="1"/>
          </p:cNvSpPr>
          <p:nvPr>
            <p:ph type="title" hasCustomPrompt="1"/>
          </p:nvPr>
        </p:nvSpPr>
        <p:spPr/>
        <p:txBody>
          <a:bodyPr/>
          <a:lstStyle>
            <a:lvl1pPr marL="0" indent="0">
              <a:buClr>
                <a:schemeClr val="accent3"/>
              </a:buClr>
              <a:buFont typeface="+mj-lt"/>
              <a:buNone/>
              <a:defRPr>
                <a:solidFill>
                  <a:schemeClr val="tx1"/>
                </a:solidFill>
              </a:defRPr>
            </a:lvl1pPr>
          </a:lstStyle>
          <a:p>
            <a:r>
              <a:rPr lang="en-US" dirty="0"/>
              <a:t>Click to edit TOC Master title style</a:t>
            </a:r>
          </a:p>
        </p:txBody>
      </p:sp>
      <p:sp>
        <p:nvSpPr>
          <p:cNvPr id="5" name="Footer Placeholder 4">
            <a:extLst>
              <a:ext uri="{FF2B5EF4-FFF2-40B4-BE49-F238E27FC236}">
                <a16:creationId xmlns:a16="http://schemas.microsoft.com/office/drawing/2014/main" id="{343522F2-32CA-4802-9320-A58D8A6DF4C2}"/>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F5B500E8-DB39-442F-AD4A-610EB529CDB1}"/>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7" name="Content Placeholder 3">
            <a:extLst>
              <a:ext uri="{FF2B5EF4-FFF2-40B4-BE49-F238E27FC236}">
                <a16:creationId xmlns:a16="http://schemas.microsoft.com/office/drawing/2014/main" id="{81757621-CF57-B04A-880F-50800569DC7D}"/>
              </a:ext>
            </a:extLst>
          </p:cNvPr>
          <p:cNvSpPr>
            <a:spLocks noGrp="1"/>
          </p:cNvSpPr>
          <p:nvPr>
            <p:ph sz="half" idx="2"/>
          </p:nvPr>
        </p:nvSpPr>
        <p:spPr>
          <a:xfrm>
            <a:off x="457200" y="1700785"/>
            <a:ext cx="11368088" cy="3959081"/>
          </a:xfrm>
          <a:prstGeom prst="rect">
            <a:avLst/>
          </a:prstGeom>
        </p:spPr>
        <p:txBody>
          <a:bodyPr/>
          <a:lstStyle>
            <a:lvl1pPr marL="457189" indent="-457189">
              <a:lnSpc>
                <a:spcPct val="100000"/>
              </a:lnSpc>
              <a:buFont typeface="+mj-lt"/>
              <a:buAutoNum type="arabicPeriod"/>
              <a:tabLst/>
              <a:defRPr sz="1800">
                <a:solidFill>
                  <a:schemeClr val="tx1"/>
                </a:solidFill>
              </a:defRPr>
            </a:lvl1pPr>
            <a:lvl2pPr marL="690545" indent="-230182">
              <a:lnSpc>
                <a:spcPct val="100000"/>
              </a:lnSpc>
              <a:buFont typeface="Arial" panose="020B0604020202020204" pitchFamily="34" charset="0"/>
              <a:buChar char="•"/>
              <a:tabLst/>
              <a:defRPr sz="1800">
                <a:solidFill>
                  <a:schemeClr val="tx1"/>
                </a:solidFill>
              </a:defRPr>
            </a:lvl2pPr>
            <a:lvl3pPr marL="976289" indent="-230182">
              <a:lnSpc>
                <a:spcPct val="100000"/>
              </a:lnSpc>
              <a:buFont typeface="Cambria" panose="02040503050406030204" pitchFamily="18" charset="0"/>
              <a:buChar char="⎻"/>
              <a:tabLst/>
              <a:defRPr sz="1800">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2D4D26F9-1077-4443-A17C-B4C76A2FF60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BC993F8F-318A-E49E-F121-8CA6DC999855}"/>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9599300" y="291347"/>
            <a:ext cx="2152968" cy="245275"/>
          </a:xfrm>
          <a:prstGeom prst="rect">
            <a:avLst/>
          </a:prstGeom>
        </p:spPr>
      </p:pic>
    </p:spTree>
    <p:extLst>
      <p:ext uri="{BB962C8B-B14F-4D97-AF65-F5344CB8AC3E}">
        <p14:creationId xmlns:p14="http://schemas.microsoft.com/office/powerpoint/2010/main" val="631253846"/>
      </p:ext>
    </p:extLst>
  </p:cSld>
  <p:clrMapOvr>
    <a:overrideClrMapping bg1="dk1" tx1="lt1" bg2="dk2" tx2="lt2" accent1="accent1" accent2="accent2" accent3="accent3" accent4="accent4" accent5="accent5" accent6="accent6" hlink="hlink" folHlink="folHlink"/>
  </p:clrMapOvr>
  <p:hf hd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Closing">
    <p:bg>
      <p:bgRef idx="1001">
        <a:schemeClr val="bg2"/>
      </p:bgRef>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0EC9DA8-4888-CD46-8867-018922635CC9}"/>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4902201" y="-16933"/>
            <a:ext cx="7307799" cy="687493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2" name="Title 1">
            <a:extLst>
              <a:ext uri="{FF2B5EF4-FFF2-40B4-BE49-F238E27FC236}">
                <a16:creationId xmlns:a16="http://schemas.microsoft.com/office/drawing/2014/main" id="{D545B5F9-B0CC-474A-9C3C-A26A32768AF8}"/>
              </a:ext>
            </a:extLst>
          </p:cNvPr>
          <p:cNvSpPr>
            <a:spLocks noGrp="1"/>
          </p:cNvSpPr>
          <p:nvPr>
            <p:ph type="ctrTitle"/>
          </p:nvPr>
        </p:nvSpPr>
        <p:spPr>
          <a:xfrm>
            <a:off x="1042418" y="1903672"/>
            <a:ext cx="6053327" cy="1846659"/>
          </a:xfrm>
        </p:spPr>
        <p:txBody>
          <a:bodyPr wrap="square" anchor="ctr" anchorCtr="0">
            <a:spAutoFit/>
          </a:bodyPr>
          <a:lstStyle>
            <a:lvl1pPr algn="l">
              <a:defRPr sz="6000" b="1">
                <a:solidFill>
                  <a:schemeClr val="tx1"/>
                </a:solidFill>
              </a:defRPr>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4" name="Text Placeholder 12">
            <a:extLst>
              <a:ext uri="{FF2B5EF4-FFF2-40B4-BE49-F238E27FC236}">
                <a16:creationId xmlns:a16="http://schemas.microsoft.com/office/drawing/2014/main" id="{C7BDEB1A-BAD0-BF40-B60C-ADBD28409201}"/>
              </a:ext>
            </a:extLst>
          </p:cNvPr>
          <p:cNvSpPr>
            <a:spLocks noGrp="1"/>
          </p:cNvSpPr>
          <p:nvPr>
            <p:ph type="body" sz="quarter" idx="13"/>
          </p:nvPr>
        </p:nvSpPr>
        <p:spPr>
          <a:xfrm>
            <a:off x="1041400" y="3897548"/>
            <a:ext cx="6053323" cy="1295400"/>
          </a:xfrm>
          <a:prstGeom prst="rect">
            <a:avLst/>
          </a:prstGeom>
        </p:spPr>
        <p:txBody>
          <a:bodyPr/>
          <a:lstStyle/>
          <a:p>
            <a:pPr lvl="0"/>
            <a:r>
              <a:rPr lang="en-US"/>
              <a:t>Click to edit Master text styles</a:t>
            </a:r>
          </a:p>
        </p:txBody>
      </p:sp>
      <p:pic>
        <p:nvPicPr>
          <p:cNvPr id="11" name="Logo">
            <a:extLst>
              <a:ext uri="{FF2B5EF4-FFF2-40B4-BE49-F238E27FC236}">
                <a16:creationId xmlns:a16="http://schemas.microsoft.com/office/drawing/2014/main" id="{3255087C-F40D-2E4F-A55B-4F9057EEE578}"/>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472759" y="381864"/>
            <a:ext cx="2067983" cy="620395"/>
          </a:xfrm>
          <a:prstGeom prst="rect">
            <a:avLst/>
          </a:prstGeom>
        </p:spPr>
      </p:pic>
      <p:pic>
        <p:nvPicPr>
          <p:cNvPr id="4" name="Picture 3">
            <a:extLst>
              <a:ext uri="{FF2B5EF4-FFF2-40B4-BE49-F238E27FC236}">
                <a16:creationId xmlns:a16="http://schemas.microsoft.com/office/drawing/2014/main" id="{F8AB5934-A26E-90AB-75E0-11603F747A0F}"/>
              </a:ext>
            </a:extLst>
          </p:cNvPr>
          <p:cNvPicPr>
            <a:picLocks noChangeAspect="1"/>
          </p:cNvPicPr>
          <p:nvPr/>
        </p:nvPicPr>
        <p:blipFill>
          <a:blip r:embed="rId6">
            <a:extLst>
              <a:ext uri="{28A0092B-C50C-407E-A947-70E740481C1C}">
                <a14:useLocalDpi xmlns:a14="http://schemas.microsoft.com/office/drawing/2010/main" val="0"/>
              </a:ext>
            </a:extLst>
          </a:blip>
          <a:srcRect/>
          <a:stretch/>
        </p:blipFill>
        <p:spPr>
          <a:xfrm>
            <a:off x="974756" y="1611579"/>
            <a:ext cx="4060795" cy="462621"/>
          </a:xfrm>
          <a:prstGeom prst="rect">
            <a:avLst/>
          </a:prstGeom>
        </p:spPr>
      </p:pic>
    </p:spTree>
    <p:extLst>
      <p:ext uri="{BB962C8B-B14F-4D97-AF65-F5344CB8AC3E}">
        <p14:creationId xmlns:p14="http://schemas.microsoft.com/office/powerpoint/2010/main" val="2533959435"/>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Divider 1 - gradient 1">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rotWithShape="1">
          <a:blip r:embed="rId2" cstate="hqprint">
            <a:extLst>
              <a:ext uri="{28A0092B-C50C-407E-A947-70E740481C1C}">
                <a14:useLocalDpi xmlns:a14="http://schemas.microsoft.com/office/drawing/2010/main"/>
              </a:ext>
            </a:extLst>
          </a:blip>
          <a:srcRect l="337" t="337"/>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2"/>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11" name="Picture 5">
            <a:extLst>
              <a:ext uri="{FF2B5EF4-FFF2-40B4-BE49-F238E27FC236}">
                <a16:creationId xmlns:a16="http://schemas.microsoft.com/office/drawing/2014/main" id="{59C228D1-6A04-314E-AC72-C11454122228}"/>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3D822E1-FE5F-B452-5DAE-DC0F0E349D12}"/>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328121619"/>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Divider 1 - gradient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0" y="0"/>
            <a:ext cx="12192000" cy="6858000"/>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D0F15C86-2BE4-DF46-883D-1A499451924A}"/>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06033A01-9A20-FA3A-65AD-A11091DC9A8F}"/>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277627268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Divider 1 - gradient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A787BDE-83D1-3544-AC4E-1CFD5F6025F1}"/>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p:blipFill>
        <p:spPr>
          <a:xfrm>
            <a:off x="-1" y="-5693"/>
            <a:ext cx="12202121" cy="6863693"/>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3"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2" name="Title 1">
            <a:extLst>
              <a:ext uri="{FF2B5EF4-FFF2-40B4-BE49-F238E27FC236}">
                <a16:creationId xmlns:a16="http://schemas.microsoft.com/office/drawing/2014/main" id="{2A919A3B-0146-574E-8595-5525F87CFBCD}"/>
              </a:ext>
            </a:extLst>
          </p:cNvPr>
          <p:cNvSpPr>
            <a:spLocks noGrp="1"/>
          </p:cNvSpPr>
          <p:nvPr>
            <p:ph type="ctrTitle" hasCustomPrompt="1"/>
          </p:nvPr>
        </p:nvSpPr>
        <p:spPr>
          <a:xfrm>
            <a:off x="1042416" y="2036803"/>
            <a:ext cx="9381744" cy="1107996"/>
          </a:xfrm>
        </p:spPr>
        <p:txBody>
          <a:bodyPr anchor="ctr" anchorCtr="0"/>
          <a:lstStyle>
            <a:lvl1pPr algn="l">
              <a:defRPr sz="3600" b="1">
                <a:solidFill>
                  <a:schemeClr val="bg1"/>
                </a:solidFill>
              </a:defRPr>
            </a:lvl1pPr>
          </a:lstStyle>
          <a:p>
            <a:r>
              <a:rPr lang="en-US" dirty="0"/>
              <a:t>Click to edit Master title style, copy can go here on one or two lines</a:t>
            </a:r>
          </a:p>
        </p:txBody>
      </p:sp>
      <p:pic>
        <p:nvPicPr>
          <p:cNvPr id="9" name="Picture 5">
            <a:extLst>
              <a:ext uri="{FF2B5EF4-FFF2-40B4-BE49-F238E27FC236}">
                <a16:creationId xmlns:a16="http://schemas.microsoft.com/office/drawing/2014/main" id="{62FFB9D1-0873-894C-8D31-DBAD9B4DD029}"/>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F95DA384-8066-CBB9-8393-7C5A5B46203A}"/>
              </a:ext>
            </a:extLst>
          </p:cNvPr>
          <p:cNvPicPr>
            <a:picLocks noChangeAspect="1"/>
          </p:cNvPicPr>
          <p:nvPr/>
        </p:nvPicPr>
        <p:blipFill>
          <a:blip r:embed="rId6" cstate="print">
            <a:extLst>
              <a:ext uri="{28A0092B-C50C-407E-A947-70E740481C1C}">
                <a14:useLocalDpi xmlns:a14="http://schemas.microsoft.com/office/drawing/2010/main" val="0"/>
              </a:ext>
            </a:extLst>
          </a:blip>
          <a:srcRect/>
          <a:stretch/>
        </p:blipFill>
        <p:spPr>
          <a:xfrm>
            <a:off x="9672321" y="299665"/>
            <a:ext cx="2079948" cy="236955"/>
          </a:xfrm>
          <a:prstGeom prst="rect">
            <a:avLst/>
          </a:prstGeom>
        </p:spPr>
      </p:pic>
    </p:spTree>
    <p:extLst>
      <p:ext uri="{BB962C8B-B14F-4D97-AF65-F5344CB8AC3E}">
        <p14:creationId xmlns:p14="http://schemas.microsoft.com/office/powerpoint/2010/main" val="422964942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Divider 2 - gradient 1">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5010" t="10638" r="15648"/>
          <a:stretch/>
        </p:blipFill>
        <p:spPr>
          <a:xfrm>
            <a:off x="0" y="0"/>
            <a:ext cx="12192000" cy="686602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4" name="Title 1">
            <a:extLst>
              <a:ext uri="{FF2B5EF4-FFF2-40B4-BE49-F238E27FC236}">
                <a16:creationId xmlns:a16="http://schemas.microsoft.com/office/drawing/2014/main" id="{740E8CFD-9DDE-024A-8B25-06FBC426124E}"/>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03B841D5-E729-0B48-838D-EA94F2CCBBD1}"/>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82017727-041F-8041-F2AF-6D03315B2C5D}"/>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7613536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Divider 2 - gradient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t="19098" r="11765" b="30863"/>
          <a:stretch/>
        </p:blipFill>
        <p:spPr>
          <a:xfrm>
            <a:off x="0" y="0"/>
            <a:ext cx="12192000" cy="6914147"/>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bg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bg1"/>
                </a:solidFill>
              </a:defRPr>
            </a:lvl1pPr>
          </a:lstStyle>
          <a:p>
            <a:fld id="{2EFEF571-C9B4-4D92-A7F7-315B894862A8}" type="slidenum">
              <a:rPr lang="en-US" smtClean="0"/>
              <a:pPr/>
              <a:t>‹#›</a:t>
            </a:fld>
            <a:endParaRPr lang="en-US"/>
          </a:p>
        </p:txBody>
      </p:sp>
      <p:sp>
        <p:nvSpPr>
          <p:cNvPr id="15" name="Title 1">
            <a:extLst>
              <a:ext uri="{FF2B5EF4-FFF2-40B4-BE49-F238E27FC236}">
                <a16:creationId xmlns:a16="http://schemas.microsoft.com/office/drawing/2014/main" id="{B6550D2D-C709-0F4A-847A-CB0BEE38C330}"/>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10" name="Picture 8">
            <a:extLst>
              <a:ext uri="{FF2B5EF4-FFF2-40B4-BE49-F238E27FC236}">
                <a16:creationId xmlns:a16="http://schemas.microsoft.com/office/drawing/2014/main" id="{B41B291C-6CE8-F14B-BD0E-B1C3E37430B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B45C99C-BFD5-59DF-6BB7-382A55EA1BB9}"/>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3601267574"/>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Divider 2 - gradient 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7C131AFB-45B4-604E-904C-658D3FDA7638}"/>
              </a:ext>
            </a:extLst>
          </p:cNvPr>
          <p:cNvPicPr>
            <a:picLocks noChangeAspect="1"/>
          </p:cNvPicPr>
          <p:nvPr/>
        </p:nvPicPr>
        <p:blipFill rotWithShape="1">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rcRect l="7923" t="14335" r="14839" b="41847"/>
          <a:stretch/>
        </p:blipFill>
        <p:spPr>
          <a:xfrm>
            <a:off x="-1" y="-1"/>
            <a:ext cx="12215813" cy="6930191"/>
          </a:xfrm>
          <a:prstGeom prst="rect">
            <a:avLst/>
          </a:prstGeom>
        </p:spPr>
      </p:pic>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4"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2"/>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2"/>
                </a:solidFill>
              </a:defRPr>
            </a:lvl1pPr>
          </a:lstStyle>
          <a:p>
            <a:fld id="{2EFEF571-C9B4-4D92-A7F7-315B894862A8}" type="slidenum">
              <a:rPr lang="en-US" smtClean="0"/>
              <a:pPr/>
              <a:t>‹#›</a:t>
            </a:fld>
            <a:endParaRPr lang="en-US"/>
          </a:p>
        </p:txBody>
      </p:sp>
      <p:sp>
        <p:nvSpPr>
          <p:cNvPr id="11" name="Title 1">
            <a:extLst>
              <a:ext uri="{FF2B5EF4-FFF2-40B4-BE49-F238E27FC236}">
                <a16:creationId xmlns:a16="http://schemas.microsoft.com/office/drawing/2014/main" id="{AFC705F0-5703-9D4B-88FE-DB399EC06DE1}"/>
              </a:ext>
            </a:extLst>
          </p:cNvPr>
          <p:cNvSpPr>
            <a:spLocks noGrp="1"/>
          </p:cNvSpPr>
          <p:nvPr>
            <p:ph type="ctrTitle" hasCustomPrompt="1"/>
          </p:nvPr>
        </p:nvSpPr>
        <p:spPr>
          <a:xfrm>
            <a:off x="1042417" y="1812210"/>
            <a:ext cx="5172113" cy="2031325"/>
          </a:xfrm>
          <a:noFill/>
          <a:effectLst/>
        </p:spPr>
        <p:txBody>
          <a:bodyPr wrap="square" lIns="182880" tIns="182880" rIns="182880" bIns="182880" anchor="ctr" anchorCtr="0">
            <a:spAutoFit/>
          </a:bodyPr>
          <a:lstStyle>
            <a:lvl1pPr algn="l">
              <a:defRPr sz="3600" b="1">
                <a:solidFill>
                  <a:schemeClr val="bg2"/>
                </a:solidFill>
              </a:defRPr>
            </a:lvl1pPr>
          </a:lstStyle>
          <a:p>
            <a:r>
              <a:rPr lang="en-US" dirty="0"/>
              <a:t>Click to edit Master title style, copy can go here on a few lines</a:t>
            </a:r>
          </a:p>
        </p:txBody>
      </p:sp>
      <p:pic>
        <p:nvPicPr>
          <p:cNvPr id="9" name="Picture 5">
            <a:extLst>
              <a:ext uri="{FF2B5EF4-FFF2-40B4-BE49-F238E27FC236}">
                <a16:creationId xmlns:a16="http://schemas.microsoft.com/office/drawing/2014/main" id="{60840CD1-0279-BD46-8F25-1989D92D033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54D227-27D9-8D0B-5823-2759C913F812}"/>
              </a:ext>
            </a:extLst>
          </p:cNvPr>
          <p:cNvPicPr>
            <a:picLocks noChangeAspect="1"/>
          </p:cNvPicPr>
          <p:nvPr/>
        </p:nvPicPr>
        <p:blipFill>
          <a:blip r:embed="rId7" cstate="print">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638110106"/>
      </p:ext>
    </p:extLst>
  </p:cSld>
  <p:clrMapOvr>
    <a:masterClrMapping/>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Triple divide - gradient 1">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87729644-34C5-1543-86E0-550EBEFDAD2B}"/>
              </a:ext>
            </a:extLst>
          </p:cNvPr>
          <p:cNvPicPr>
            <a:picLocks noChangeAspect="1"/>
          </p:cNvPicPr>
          <p:nvPr/>
        </p:nvPicPr>
        <p:blipFill rotWithShape="1">
          <a:blip r:embed="rId2">
            <a:extLst>
              <a:ext uri="{28A0092B-C50C-407E-A947-70E740481C1C}">
                <a14:useLocalDpi xmlns:a14="http://schemas.microsoft.com/office/drawing/2010/main" val="0"/>
              </a:ext>
            </a:extLst>
          </a:blip>
          <a:srcRect l="15012" t="20936" r="6388" b="390"/>
          <a:stretch/>
        </p:blipFill>
        <p:spPr>
          <a:xfrm>
            <a:off x="11577" y="0"/>
            <a:ext cx="12180425"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C8F4C0-B128-9B4A-A493-3A158A484A83}"/>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F1C83AEF-A41E-F3A5-41A0-A34DD19D6D71}"/>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457274938"/>
      </p:ext>
    </p:extLst>
  </p:cSld>
  <p:clrMapOvr>
    <a:overrideClrMapping bg1="lt1" tx1="dk1" bg2="lt2" tx2="dk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riple divide - gradient 2">
    <p:bg>
      <p:bgRef idx="1001">
        <a:schemeClr val="bg2"/>
      </p:bgRef>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B358EE7-FC7D-E843-AF2C-8D996FE3471B}"/>
              </a:ext>
            </a:extLst>
          </p:cNvPr>
          <p:cNvPicPr>
            <a:picLocks noChangeAspect="1"/>
          </p:cNvPicPr>
          <p:nvPr/>
        </p:nvPicPr>
        <p:blipFill rotWithShape="1">
          <a:blip r:embed="rId2">
            <a:extLst>
              <a:ext uri="{28A0092B-C50C-407E-A947-70E740481C1C}">
                <a14:useLocalDpi xmlns:a14="http://schemas.microsoft.com/office/drawing/2010/main" val="0"/>
              </a:ext>
            </a:extLst>
          </a:blip>
          <a:srcRect l="14690" t="21108" r="6420"/>
          <a:stretch/>
        </p:blipFill>
        <p:spPr>
          <a:xfrm>
            <a:off x="0" y="0"/>
            <a:ext cx="12192000" cy="6858000"/>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8">
            <a:extLst>
              <a:ext uri="{FF2B5EF4-FFF2-40B4-BE49-F238E27FC236}">
                <a16:creationId xmlns:a16="http://schemas.microsoft.com/office/drawing/2014/main" id="{BEC0577B-E1A3-BB47-B7CB-EBF6A2B0F9A6}"/>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A8937E25-B6F8-1610-09E3-7DE75BDF045B}"/>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375756772"/>
      </p:ext>
    </p:extLst>
  </p:cSld>
  <p:clrMapOvr>
    <a:overrideClrMapping bg1="lt1" tx1="dk1" bg2="lt2" tx2="dk2" accent1="accent1" accent2="accent2" accent3="accent3" accent4="accent4" accent5="accent5" accent6="accent6" hlink="hlink" folHlink="folHlink"/>
  </p:clrMapOvr>
  <p:hf hdr="0" dt="0"/>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Triple divide - gradi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0FFA9B71-FDBF-F042-A42A-6CCE17940292}"/>
              </a:ext>
            </a:extLst>
          </p:cNvPr>
          <p:cNvPicPr>
            <a:picLocks noChangeAspect="1"/>
          </p:cNvPicPr>
          <p:nvPr/>
        </p:nvPicPr>
        <p:blipFill rotWithShape="1">
          <a:blip r:embed="rId2">
            <a:extLst>
              <a:ext uri="{28A0092B-C50C-407E-A947-70E740481C1C}">
                <a14:useLocalDpi xmlns:a14="http://schemas.microsoft.com/office/drawing/2010/main" val="0"/>
              </a:ext>
            </a:extLst>
          </a:blip>
          <a:srcRect l="16053" t="22108" r="6545" b="-1"/>
          <a:stretch/>
        </p:blipFill>
        <p:spPr>
          <a:xfrm>
            <a:off x="11575" y="1"/>
            <a:ext cx="12192000" cy="6872467"/>
          </a:xfrm>
          <a:prstGeom prst="rect">
            <a:avLst/>
          </a:prstGeom>
        </p:spPr>
      </p:pic>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7" name="Picture 5">
            <a:extLst>
              <a:ext uri="{FF2B5EF4-FFF2-40B4-BE49-F238E27FC236}">
                <a16:creationId xmlns:a16="http://schemas.microsoft.com/office/drawing/2014/main" id="{79CCFE82-B8A6-BC48-80D3-A5EA4ECAAEEA}"/>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CD0C7B6A-8FDF-17C6-8EC9-542EE49909D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599300" y="291345"/>
            <a:ext cx="2152968" cy="245275"/>
          </a:xfrm>
          <a:prstGeom prst="rect">
            <a:avLst/>
          </a:prstGeom>
        </p:spPr>
      </p:pic>
    </p:spTree>
    <p:extLst>
      <p:ext uri="{BB962C8B-B14F-4D97-AF65-F5344CB8AC3E}">
        <p14:creationId xmlns:p14="http://schemas.microsoft.com/office/powerpoint/2010/main" val="2885663686"/>
      </p:ext>
    </p:extLst>
  </p:cSld>
  <p:clrMapOvr>
    <a:overrideClrMapping bg1="lt1" tx1="dk1" bg2="lt2" tx2="dk2" accent1="accent1" accent2="accent2" accent3="accent3" accent4="accent4" accent5="accent5" accent6="accent6" hlink="hlink" folHlink="folHlink"/>
  </p:clrMapOvr>
  <p:hf hdr="0" dt="0"/>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Basic title and content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9" name="Picture 5">
            <a:extLst>
              <a:ext uri="{FF2B5EF4-FFF2-40B4-BE49-F238E27FC236}">
                <a16:creationId xmlns:a16="http://schemas.microsoft.com/office/drawing/2014/main" id="{45599541-E568-D346-8D2A-006A8CA8D6F9}"/>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DE92A29E-8145-764B-AB9A-2902135D2835}"/>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973583569"/>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Basic title and content - dark">
    <p:bg>
      <p:bgRef idx="1001">
        <a:schemeClr val="bg2"/>
      </p:bgRef>
    </p:bg>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8" name="Picture 8">
            <a:extLst>
              <a:ext uri="{FF2B5EF4-FFF2-40B4-BE49-F238E27FC236}">
                <a16:creationId xmlns:a16="http://schemas.microsoft.com/office/drawing/2014/main" id="{E2DC75C7-77A7-FD4D-BCC3-F341910731A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3" name="Picture 2">
            <a:extLst>
              <a:ext uri="{FF2B5EF4-FFF2-40B4-BE49-F238E27FC236}">
                <a16:creationId xmlns:a16="http://schemas.microsoft.com/office/drawing/2014/main" id="{94DA4B1F-E5E3-9D31-C3C9-A07A6E13BFA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246577480"/>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Super head, sub head, footnote - light">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135E5E72-A3E8-334F-8440-9071B445F06A}"/>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AE54E4AF-DC74-4D20-8889-EEAA33BF662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CF304BD6-DACB-8C40-8FF9-7D9AD2276F41}"/>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3" name="Text Placeholder 2">
            <a:extLst>
              <a:ext uri="{FF2B5EF4-FFF2-40B4-BE49-F238E27FC236}">
                <a16:creationId xmlns:a16="http://schemas.microsoft.com/office/drawing/2014/main" id="{0ADE5300-D6EE-B945-A3F3-F094244958A0}"/>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tabLst/>
              <a:defRPr sz="1051"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5">
            <a:extLst>
              <a:ext uri="{FF2B5EF4-FFF2-40B4-BE49-F238E27FC236}">
                <a16:creationId xmlns:a16="http://schemas.microsoft.com/office/drawing/2014/main" id="{683D89A3-7746-6A4C-A4B4-55083AFF42B7}"/>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3" name="Picture 2">
            <a:extLst>
              <a:ext uri="{FF2B5EF4-FFF2-40B4-BE49-F238E27FC236}">
                <a16:creationId xmlns:a16="http://schemas.microsoft.com/office/drawing/2014/main" id="{2B790A18-D092-4631-6908-E29DFC1A7138}"/>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096397743"/>
      </p:ext>
    </p:extLst>
  </p:cSld>
  <p:clrMapOvr>
    <a:masterClrMapping/>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per head, sub head, footnote - dark">
    <p:bg>
      <p:bgRef idx="1001">
        <a:schemeClr val="bg1"/>
      </p:bgRef>
    </p:bg>
    <p:spTree>
      <p:nvGrpSpPr>
        <p:cNvPr id="1" name=""/>
        <p:cNvGrpSpPr/>
        <p:nvPr/>
      </p:nvGrpSpPr>
      <p:grpSpPr>
        <a:xfrm>
          <a:off x="0" y="0"/>
          <a:ext cx="0" cy="0"/>
          <a:chOff x="0" y="0"/>
          <a:chExt cx="0" cy="0"/>
        </a:xfrm>
      </p:grpSpPr>
      <p:sp>
        <p:nvSpPr>
          <p:cNvPr id="9" name="Text Placeholder 3">
            <a:extLst>
              <a:ext uri="{FF2B5EF4-FFF2-40B4-BE49-F238E27FC236}">
                <a16:creationId xmlns:a16="http://schemas.microsoft.com/office/drawing/2014/main" id="{85BFD73C-FDB7-EA40-835B-AC533361A9D3}"/>
              </a:ext>
            </a:extLst>
          </p:cNvPr>
          <p:cNvSpPr>
            <a:spLocks noGrp="1"/>
          </p:cNvSpPr>
          <p:nvPr>
            <p:ph type="body" sz="quarter" idx="1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1" name="Footer Placeholder 4">
            <a:extLst>
              <a:ext uri="{FF2B5EF4-FFF2-40B4-BE49-F238E27FC236}">
                <a16:creationId xmlns:a16="http://schemas.microsoft.com/office/drawing/2014/main" id="{DF00D856-F97D-6D4D-B68C-59A8B3CA076C}"/>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2" name="Slide Number Placeholder 5">
            <a:extLst>
              <a:ext uri="{FF2B5EF4-FFF2-40B4-BE49-F238E27FC236}">
                <a16:creationId xmlns:a16="http://schemas.microsoft.com/office/drawing/2014/main" id="{308676A9-C75A-6044-B235-6820F466A92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16" name="Title 1">
            <a:extLst>
              <a:ext uri="{FF2B5EF4-FFF2-40B4-BE49-F238E27FC236}">
                <a16:creationId xmlns:a16="http://schemas.microsoft.com/office/drawing/2014/main" id="{A94C77B6-AAD6-F647-8C6E-86BBA9A120F1}"/>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4" name="Text Placeholder 2">
            <a:extLst>
              <a:ext uri="{FF2B5EF4-FFF2-40B4-BE49-F238E27FC236}">
                <a16:creationId xmlns:a16="http://schemas.microsoft.com/office/drawing/2014/main" id="{2956CCA1-9C74-CA46-A5B7-7587CB64531B}"/>
              </a:ext>
            </a:extLst>
          </p:cNvPr>
          <p:cNvSpPr>
            <a:spLocks noGrp="1"/>
          </p:cNvSpPr>
          <p:nvPr>
            <p:ph type="body" idx="19" hasCustomPrompt="1"/>
          </p:nvPr>
        </p:nvSpPr>
        <p:spPr>
          <a:xfrm>
            <a:off x="457202" y="992029"/>
            <a:ext cx="10808207" cy="461068"/>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subhead</a:t>
            </a:r>
          </a:p>
        </p:txBody>
      </p:sp>
      <p:sp>
        <p:nvSpPr>
          <p:cNvPr id="15" name="Content Placeholder 4">
            <a:extLst>
              <a:ext uri="{FF2B5EF4-FFF2-40B4-BE49-F238E27FC236}">
                <a16:creationId xmlns:a16="http://schemas.microsoft.com/office/drawing/2014/main" id="{C2AE54E8-458B-5C4F-B54B-1C227C4EA635}"/>
              </a:ext>
            </a:extLst>
          </p:cNvPr>
          <p:cNvSpPr>
            <a:spLocks noGrp="1"/>
          </p:cNvSpPr>
          <p:nvPr>
            <p:ph sz="quarter" idx="21"/>
          </p:nvPr>
        </p:nvSpPr>
        <p:spPr>
          <a:xfrm>
            <a:off x="457201" y="1524003"/>
            <a:ext cx="10807700" cy="4191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2">
            <a:extLst>
              <a:ext uri="{FF2B5EF4-FFF2-40B4-BE49-F238E27FC236}">
                <a16:creationId xmlns:a16="http://schemas.microsoft.com/office/drawing/2014/main" id="{826FEF70-CE92-7B4E-BF8A-A311E29D33D1}"/>
              </a:ext>
            </a:extLst>
          </p:cNvPr>
          <p:cNvSpPr>
            <a:spLocks noGrp="1"/>
          </p:cNvSpPr>
          <p:nvPr>
            <p:ph type="body" idx="20" hasCustomPrompt="1"/>
          </p:nvPr>
        </p:nvSpPr>
        <p:spPr>
          <a:xfrm>
            <a:off x="457200" y="310896"/>
            <a:ext cx="10820400" cy="228600"/>
          </a:xfrm>
          <a:prstGeom prst="rect">
            <a:avLst/>
          </a:prstGeom>
        </p:spPr>
        <p:txBody>
          <a:bodyPr anchor="t" anchorCtr="0"/>
          <a:lstStyle>
            <a:lvl1pPr marL="0" indent="0">
              <a:lnSpc>
                <a:spcPct val="100000"/>
              </a:lnSpc>
              <a:buNone/>
              <a:defRPr sz="1051"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dirty="0"/>
              <a:t>Click to edit super head</a:t>
            </a:r>
          </a:p>
        </p:txBody>
      </p:sp>
      <p:pic>
        <p:nvPicPr>
          <p:cNvPr id="10" name="Picture 8">
            <a:extLst>
              <a:ext uri="{FF2B5EF4-FFF2-40B4-BE49-F238E27FC236}">
                <a16:creationId xmlns:a16="http://schemas.microsoft.com/office/drawing/2014/main" id="{E3B7DA40-15F3-AF49-ABF8-C4C1FBC131DB}"/>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A2B2312-B937-FFA8-EE1D-40CB7258FB3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005543261"/>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2" orient="horz" pos="3569">
          <p15:clr>
            <a:srgbClr val="FBAE40"/>
          </p15:clr>
        </p15:guide>
        <p15:guide id="3" orient="horz" pos="960">
          <p15:clr>
            <a:srgbClr val="FBAE40"/>
          </p15:clr>
        </p15:guide>
        <p15:guide id="4" pos="7104">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Two column - light">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190BDC89-ADC1-D243-9AED-87C420EB13D4}"/>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18" name="Footer Placeholder 4">
            <a:extLst>
              <a:ext uri="{FF2B5EF4-FFF2-40B4-BE49-F238E27FC236}">
                <a16:creationId xmlns:a16="http://schemas.microsoft.com/office/drawing/2014/main" id="{5C3714E0-F154-3C48-95D7-D6542B9043EF}"/>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19" name="Slide Number Placeholder 5">
            <a:extLst>
              <a:ext uri="{FF2B5EF4-FFF2-40B4-BE49-F238E27FC236}">
                <a16:creationId xmlns:a16="http://schemas.microsoft.com/office/drawing/2014/main" id="{7A55FE01-A547-E549-9FD2-968ECC91D03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20" name="Title 1">
            <a:extLst>
              <a:ext uri="{FF2B5EF4-FFF2-40B4-BE49-F238E27FC236}">
                <a16:creationId xmlns:a16="http://schemas.microsoft.com/office/drawing/2014/main" id="{BE086D4D-AE0E-994F-85B0-5741E544EE6A}"/>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2" name="Text Placeholder 5">
            <a:extLst>
              <a:ext uri="{FF2B5EF4-FFF2-40B4-BE49-F238E27FC236}">
                <a16:creationId xmlns:a16="http://schemas.microsoft.com/office/drawing/2014/main" id="{2DF8DBFC-CC24-C840-A172-2ADB2181C537}"/>
              </a:ext>
            </a:extLst>
          </p:cNvPr>
          <p:cNvSpPr>
            <a:spLocks noGrp="1"/>
          </p:cNvSpPr>
          <p:nvPr>
            <p:ph type="body" sz="quarter" idx="32"/>
          </p:nvPr>
        </p:nvSpPr>
        <p:spPr>
          <a:xfrm>
            <a:off x="452439" y="1196977"/>
            <a:ext cx="5303520" cy="282575"/>
          </a:xfrm>
        </p:spPr>
        <p:txBody>
          <a:bodyPr/>
          <a:lstStyle>
            <a:lvl1pPr>
              <a:defRPr sz="1800">
                <a:solidFill>
                  <a:schemeClr val="accent3"/>
                </a:solidFill>
              </a:defRPr>
            </a:lvl1pPr>
          </a:lstStyle>
          <a:p>
            <a:pPr lvl="0"/>
            <a:r>
              <a:rPr lang="en-US"/>
              <a:t>Click to edit Master text styles</a:t>
            </a:r>
          </a:p>
        </p:txBody>
      </p:sp>
      <p:sp>
        <p:nvSpPr>
          <p:cNvPr id="13" name="Content Placeholder 7">
            <a:extLst>
              <a:ext uri="{FF2B5EF4-FFF2-40B4-BE49-F238E27FC236}">
                <a16:creationId xmlns:a16="http://schemas.microsoft.com/office/drawing/2014/main" id="{2BBEF564-80F0-B040-A31B-AA3B0FBC4213}"/>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14" name="Text Placeholder 5">
            <a:extLst>
              <a:ext uri="{FF2B5EF4-FFF2-40B4-BE49-F238E27FC236}">
                <a16:creationId xmlns:a16="http://schemas.microsoft.com/office/drawing/2014/main" id="{232F8A43-7E6E-F046-A12E-FBBAC25FF2CC}"/>
              </a:ext>
            </a:extLst>
          </p:cNvPr>
          <p:cNvSpPr>
            <a:spLocks noGrp="1"/>
          </p:cNvSpPr>
          <p:nvPr>
            <p:ph type="body" sz="quarter" idx="36"/>
          </p:nvPr>
        </p:nvSpPr>
        <p:spPr>
          <a:xfrm>
            <a:off x="6320785" y="1196977"/>
            <a:ext cx="5303520" cy="282575"/>
          </a:xfrm>
        </p:spPr>
        <p:txBody>
          <a:bodyPr/>
          <a:lstStyle>
            <a:lvl1pPr>
              <a:defRPr sz="1800">
                <a:solidFill>
                  <a:schemeClr val="accent3"/>
                </a:solidFill>
              </a:defRPr>
            </a:lvl1pPr>
          </a:lstStyle>
          <a:p>
            <a:pPr lvl="0"/>
            <a:r>
              <a:rPr lang="en-US"/>
              <a:t>Click to edit Master text styles</a:t>
            </a:r>
          </a:p>
        </p:txBody>
      </p:sp>
      <p:sp>
        <p:nvSpPr>
          <p:cNvPr id="15" name="Content Placeholder 7">
            <a:extLst>
              <a:ext uri="{FF2B5EF4-FFF2-40B4-BE49-F238E27FC236}">
                <a16:creationId xmlns:a16="http://schemas.microsoft.com/office/drawing/2014/main" id="{6CA39281-9128-1E40-98C0-AFBF3E85E862}"/>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pic>
        <p:nvPicPr>
          <p:cNvPr id="17" name="Picture 5">
            <a:extLst>
              <a:ext uri="{FF2B5EF4-FFF2-40B4-BE49-F238E27FC236}">
                <a16:creationId xmlns:a16="http://schemas.microsoft.com/office/drawing/2014/main" id="{C7A3CB3C-2056-274C-89F4-0A44817545F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0624BF2-1391-627C-C6F6-CD47F64D946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38944994"/>
      </p:ext>
    </p:extLst>
  </p:cSld>
  <p:clrMapOvr>
    <a:masterClrMapping/>
  </p:clrMapOvr>
  <p:hf hdr="0" dt="0"/>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Two column - dark">
    <p:bg>
      <p:bgRef idx="1001">
        <a:schemeClr val="bg2"/>
      </p:bgRef>
    </p:bg>
    <p:spTree>
      <p:nvGrpSpPr>
        <p:cNvPr id="1" name=""/>
        <p:cNvGrpSpPr/>
        <p:nvPr/>
      </p:nvGrpSpPr>
      <p:grpSpPr>
        <a:xfrm>
          <a:off x="0" y="0"/>
          <a:ext cx="0" cy="0"/>
          <a:chOff x="0" y="0"/>
          <a:chExt cx="0" cy="0"/>
        </a:xfrm>
      </p:grpSpPr>
      <p:sp>
        <p:nvSpPr>
          <p:cNvPr id="16" name="Text Placeholder 3">
            <a:extLst>
              <a:ext uri="{FF2B5EF4-FFF2-40B4-BE49-F238E27FC236}">
                <a16:creationId xmlns:a16="http://schemas.microsoft.com/office/drawing/2014/main" id="{D9E70566-7047-D64B-9961-EFB6CDB88A3E}"/>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7" name="Footer Placeholder 4">
            <a:extLst>
              <a:ext uri="{FF2B5EF4-FFF2-40B4-BE49-F238E27FC236}">
                <a16:creationId xmlns:a16="http://schemas.microsoft.com/office/drawing/2014/main" id="{3ADBAC61-71BD-0849-BABA-F53A3F1FDC69}"/>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8" name="Slide Number Placeholder 5">
            <a:extLst>
              <a:ext uri="{FF2B5EF4-FFF2-40B4-BE49-F238E27FC236}">
                <a16:creationId xmlns:a16="http://schemas.microsoft.com/office/drawing/2014/main" id="{6A653587-D29A-1341-89BA-BB7AEE6A414D}"/>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5">
            <a:extLst>
              <a:ext uri="{FF2B5EF4-FFF2-40B4-BE49-F238E27FC236}">
                <a16:creationId xmlns:a16="http://schemas.microsoft.com/office/drawing/2014/main" id="{A1F0EA97-1AA1-1341-80BB-592FE5E616D8}"/>
              </a:ext>
            </a:extLst>
          </p:cNvPr>
          <p:cNvSpPr>
            <a:spLocks noGrp="1"/>
          </p:cNvSpPr>
          <p:nvPr>
            <p:ph type="body" sz="quarter" idx="32"/>
          </p:nvPr>
        </p:nvSpPr>
        <p:spPr>
          <a:xfrm>
            <a:off x="452439" y="1196977"/>
            <a:ext cx="5303520" cy="282575"/>
          </a:xfrm>
        </p:spPr>
        <p:txBody>
          <a:bodyPr/>
          <a:lstStyle>
            <a:lvl1pPr>
              <a:defRPr sz="1800">
                <a:solidFill>
                  <a:schemeClr val="accent4"/>
                </a:solidFill>
              </a:defRPr>
            </a:lvl1pPr>
          </a:lstStyle>
          <a:p>
            <a:pPr lvl="0"/>
            <a:r>
              <a:rPr lang="en-US"/>
              <a:t>Click to edit Master text styles</a:t>
            </a:r>
          </a:p>
        </p:txBody>
      </p:sp>
      <p:sp>
        <p:nvSpPr>
          <p:cNvPr id="20" name="Content Placeholder 7">
            <a:extLst>
              <a:ext uri="{FF2B5EF4-FFF2-40B4-BE49-F238E27FC236}">
                <a16:creationId xmlns:a16="http://schemas.microsoft.com/office/drawing/2014/main" id="{A0C71924-9F4E-3D4E-B81F-F7A8CE935DA9}"/>
              </a:ext>
            </a:extLst>
          </p:cNvPr>
          <p:cNvSpPr>
            <a:spLocks noGrp="1"/>
          </p:cNvSpPr>
          <p:nvPr>
            <p:ph sz="quarter" idx="35"/>
          </p:nvPr>
        </p:nvSpPr>
        <p:spPr>
          <a:xfrm>
            <a:off x="452439"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1" name="Text Placeholder 5">
            <a:extLst>
              <a:ext uri="{FF2B5EF4-FFF2-40B4-BE49-F238E27FC236}">
                <a16:creationId xmlns:a16="http://schemas.microsoft.com/office/drawing/2014/main" id="{78D97226-1A88-034C-BCCD-7CA6ACB501D3}"/>
              </a:ext>
            </a:extLst>
          </p:cNvPr>
          <p:cNvSpPr>
            <a:spLocks noGrp="1"/>
          </p:cNvSpPr>
          <p:nvPr>
            <p:ph type="body" sz="quarter" idx="36"/>
          </p:nvPr>
        </p:nvSpPr>
        <p:spPr>
          <a:xfrm>
            <a:off x="6320785" y="1196977"/>
            <a:ext cx="5303520" cy="282575"/>
          </a:xfrm>
        </p:spPr>
        <p:txBody>
          <a:bodyPr/>
          <a:lstStyle>
            <a:lvl1pPr>
              <a:defRPr sz="1800">
                <a:solidFill>
                  <a:schemeClr val="accent4"/>
                </a:solidFill>
              </a:defRPr>
            </a:lvl1pPr>
          </a:lstStyle>
          <a:p>
            <a:pPr lvl="0"/>
            <a:r>
              <a:rPr lang="en-US"/>
              <a:t>Click to edit Master text styles</a:t>
            </a:r>
          </a:p>
        </p:txBody>
      </p:sp>
      <p:sp>
        <p:nvSpPr>
          <p:cNvPr id="22" name="Content Placeholder 7">
            <a:extLst>
              <a:ext uri="{FF2B5EF4-FFF2-40B4-BE49-F238E27FC236}">
                <a16:creationId xmlns:a16="http://schemas.microsoft.com/office/drawing/2014/main" id="{28753D18-DAA3-2541-B7C8-EAFA3C04B51F}"/>
              </a:ext>
            </a:extLst>
          </p:cNvPr>
          <p:cNvSpPr>
            <a:spLocks noGrp="1"/>
          </p:cNvSpPr>
          <p:nvPr>
            <p:ph sz="quarter" idx="37"/>
          </p:nvPr>
        </p:nvSpPr>
        <p:spPr>
          <a:xfrm>
            <a:off x="6320785" y="1735923"/>
            <a:ext cx="5303520"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p:txBody>
      </p:sp>
      <p:sp>
        <p:nvSpPr>
          <p:cNvPr id="23" name="Title 1">
            <a:extLst>
              <a:ext uri="{FF2B5EF4-FFF2-40B4-BE49-F238E27FC236}">
                <a16:creationId xmlns:a16="http://schemas.microsoft.com/office/drawing/2014/main" id="{E70B703B-567D-6247-BF28-0C6DF81B40D5}"/>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2" name="Picture 8">
            <a:extLst>
              <a:ext uri="{FF2B5EF4-FFF2-40B4-BE49-F238E27FC236}">
                <a16:creationId xmlns:a16="http://schemas.microsoft.com/office/drawing/2014/main" id="{60F2FF91-370F-4D44-9FCE-DB1EE37D91B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93C8674-C1AF-A1B3-6E27-58A5E03C1116}"/>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522327752"/>
      </p:ext>
    </p:extLst>
  </p:cSld>
  <p:clrMapOvr>
    <a:overrideClrMapping bg1="dk1" tx1="lt1" bg2="dk2" tx2="lt2" accent1="accent1" accent2="accent2" accent3="accent3" accent4="accent4" accent5="accent5" accent6="accent6" hlink="hlink" folHlink="folHlink"/>
  </p:clrMapOvr>
  <p:hf hdr="0" dt="0"/>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Three column - light">
    <p:spTree>
      <p:nvGrpSpPr>
        <p:cNvPr id="1" name=""/>
        <p:cNvGrpSpPr/>
        <p:nvPr/>
      </p:nvGrpSpPr>
      <p:grpSpPr>
        <a:xfrm>
          <a:off x="0" y="0"/>
          <a:ext cx="0" cy="0"/>
          <a:chOff x="0" y="0"/>
          <a:chExt cx="0" cy="0"/>
        </a:xfrm>
      </p:grpSpPr>
      <p:sp>
        <p:nvSpPr>
          <p:cNvPr id="21" name="Text Placeholder 3">
            <a:extLst>
              <a:ext uri="{FF2B5EF4-FFF2-40B4-BE49-F238E27FC236}">
                <a16:creationId xmlns:a16="http://schemas.microsoft.com/office/drawing/2014/main" id="{139B634F-63D6-AE4A-BB13-52915F0F9798}"/>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23" name="Footer Placeholder 4">
            <a:extLst>
              <a:ext uri="{FF2B5EF4-FFF2-40B4-BE49-F238E27FC236}">
                <a16:creationId xmlns:a16="http://schemas.microsoft.com/office/drawing/2014/main" id="{1087389A-339D-0442-91DB-A46772F46D9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24" name="Slide Number Placeholder 5">
            <a:extLst>
              <a:ext uri="{FF2B5EF4-FFF2-40B4-BE49-F238E27FC236}">
                <a16:creationId xmlns:a16="http://schemas.microsoft.com/office/drawing/2014/main" id="{A6AC27B3-FDC8-3841-852E-B0B40C456D43}"/>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
        <p:nvSpPr>
          <p:cNvPr id="6" name="Text Placeholder 5">
            <a:extLst>
              <a:ext uri="{FF2B5EF4-FFF2-40B4-BE49-F238E27FC236}">
                <a16:creationId xmlns:a16="http://schemas.microsoft.com/office/drawing/2014/main" id="{CBC21A71-6B64-1E44-BC9B-0AE8D397D7B8}"/>
              </a:ext>
            </a:extLst>
          </p:cNvPr>
          <p:cNvSpPr>
            <a:spLocks noGrp="1"/>
          </p:cNvSpPr>
          <p:nvPr>
            <p:ph type="body" sz="quarter" idx="32"/>
          </p:nvPr>
        </p:nvSpPr>
        <p:spPr>
          <a:xfrm>
            <a:off x="452439" y="1196977"/>
            <a:ext cx="3506787" cy="282575"/>
          </a:xfrm>
        </p:spPr>
        <p:txBody>
          <a:bodyPr/>
          <a:lstStyle>
            <a:lvl1pPr>
              <a:defRPr sz="1800">
                <a:solidFill>
                  <a:schemeClr val="accent3"/>
                </a:solidFill>
              </a:defRPr>
            </a:lvl1pPr>
          </a:lstStyle>
          <a:p>
            <a:pPr lvl="0"/>
            <a:r>
              <a:rPr lang="en-US"/>
              <a:t>Click to edit Master text styles</a:t>
            </a:r>
          </a:p>
        </p:txBody>
      </p:sp>
      <p:sp>
        <p:nvSpPr>
          <p:cNvPr id="36" name="Text Placeholder 5">
            <a:extLst>
              <a:ext uri="{FF2B5EF4-FFF2-40B4-BE49-F238E27FC236}">
                <a16:creationId xmlns:a16="http://schemas.microsoft.com/office/drawing/2014/main" id="{F53A67F1-7066-FB44-9D0C-6995B4DC5491}"/>
              </a:ext>
            </a:extLst>
          </p:cNvPr>
          <p:cNvSpPr>
            <a:spLocks noGrp="1"/>
          </p:cNvSpPr>
          <p:nvPr>
            <p:ph type="body" sz="quarter" idx="33"/>
          </p:nvPr>
        </p:nvSpPr>
        <p:spPr>
          <a:xfrm>
            <a:off x="4325192" y="1196977"/>
            <a:ext cx="3506787" cy="282575"/>
          </a:xfrm>
        </p:spPr>
        <p:txBody>
          <a:bodyPr/>
          <a:lstStyle>
            <a:lvl1pPr>
              <a:defRPr sz="1800">
                <a:solidFill>
                  <a:schemeClr val="accent3"/>
                </a:solidFill>
              </a:defRPr>
            </a:lvl1pPr>
          </a:lstStyle>
          <a:p>
            <a:pPr lvl="0"/>
            <a:r>
              <a:rPr lang="en-US"/>
              <a:t>Click to edit Master text styles</a:t>
            </a:r>
          </a:p>
        </p:txBody>
      </p:sp>
      <p:sp>
        <p:nvSpPr>
          <p:cNvPr id="37" name="Text Placeholder 5">
            <a:extLst>
              <a:ext uri="{FF2B5EF4-FFF2-40B4-BE49-F238E27FC236}">
                <a16:creationId xmlns:a16="http://schemas.microsoft.com/office/drawing/2014/main" id="{551ACA07-E593-DB4D-B910-4AD039617F37}"/>
              </a:ext>
            </a:extLst>
          </p:cNvPr>
          <p:cNvSpPr>
            <a:spLocks noGrp="1"/>
          </p:cNvSpPr>
          <p:nvPr>
            <p:ph type="body" sz="quarter" idx="34"/>
          </p:nvPr>
        </p:nvSpPr>
        <p:spPr>
          <a:xfrm>
            <a:off x="8184498" y="1196977"/>
            <a:ext cx="3566109" cy="282575"/>
          </a:xfrm>
        </p:spPr>
        <p:txBody>
          <a:bodyPr/>
          <a:lstStyle>
            <a:lvl1pPr>
              <a:defRPr sz="1800">
                <a:solidFill>
                  <a:schemeClr val="accent3"/>
                </a:solidFill>
              </a:defRPr>
            </a:lvl1pPr>
          </a:lstStyle>
          <a:p>
            <a:pPr lvl="0"/>
            <a:r>
              <a:rPr lang="en-US"/>
              <a:t>Click to edit Master text styles</a:t>
            </a:r>
          </a:p>
        </p:txBody>
      </p:sp>
      <p:sp>
        <p:nvSpPr>
          <p:cNvPr id="8" name="Content Placeholder 7">
            <a:extLst>
              <a:ext uri="{FF2B5EF4-FFF2-40B4-BE49-F238E27FC236}">
                <a16:creationId xmlns:a16="http://schemas.microsoft.com/office/drawing/2014/main" id="{A837D7C2-629F-0E44-9665-50F1EE79C694}"/>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8" name="Content Placeholder 7">
            <a:extLst>
              <a:ext uri="{FF2B5EF4-FFF2-40B4-BE49-F238E27FC236}">
                <a16:creationId xmlns:a16="http://schemas.microsoft.com/office/drawing/2014/main" id="{940EB5D9-35CF-A044-BFE3-B5F4FDDFF640}"/>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9" name="Content Placeholder 7">
            <a:extLst>
              <a:ext uri="{FF2B5EF4-FFF2-40B4-BE49-F238E27FC236}">
                <a16:creationId xmlns:a16="http://schemas.microsoft.com/office/drawing/2014/main" id="{2C5AB9DA-D745-3E49-B64B-3EAB32EE883E}"/>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0" name="Title 1">
            <a:extLst>
              <a:ext uri="{FF2B5EF4-FFF2-40B4-BE49-F238E27FC236}">
                <a16:creationId xmlns:a16="http://schemas.microsoft.com/office/drawing/2014/main" id="{DBB70A90-9508-EE46-AB86-2AAE73E4B0EF}"/>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14" name="Picture 5">
            <a:extLst>
              <a:ext uri="{FF2B5EF4-FFF2-40B4-BE49-F238E27FC236}">
                <a16:creationId xmlns:a16="http://schemas.microsoft.com/office/drawing/2014/main" id="{B424675C-9C4A-C443-B600-7A7E44BAE4B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17FD6643-4875-0CEB-4F64-5CCD537918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1062947233"/>
      </p:ext>
    </p:extLst>
  </p:cSld>
  <p:clrMapOvr>
    <a:masterClrMapping/>
  </p:clrMapOvr>
  <p:hf hdr="0" dt="0"/>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Three column - dark">
    <p:bg>
      <p:bgRef idx="1001">
        <a:schemeClr val="bg2"/>
      </p:bgRef>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8C9C8C99-BBA1-1042-9B2A-5F6540E4C26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15" name="Text Placeholder 3">
            <a:extLst>
              <a:ext uri="{FF2B5EF4-FFF2-40B4-BE49-F238E27FC236}">
                <a16:creationId xmlns:a16="http://schemas.microsoft.com/office/drawing/2014/main" id="{DF026E43-B1CB-DF49-99F2-72C832AF0612}"/>
              </a:ext>
            </a:extLst>
          </p:cNvPr>
          <p:cNvSpPr>
            <a:spLocks noGrp="1"/>
          </p:cNvSpPr>
          <p:nvPr>
            <p:ph type="body" sz="quarter" idx="19"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16" name="Footer Placeholder 4">
            <a:extLst>
              <a:ext uri="{FF2B5EF4-FFF2-40B4-BE49-F238E27FC236}">
                <a16:creationId xmlns:a16="http://schemas.microsoft.com/office/drawing/2014/main" id="{A3D4CDA9-E747-F24B-BF43-E847D7B9F6A7}"/>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17" name="Slide Number Placeholder 5">
            <a:extLst>
              <a:ext uri="{FF2B5EF4-FFF2-40B4-BE49-F238E27FC236}">
                <a16:creationId xmlns:a16="http://schemas.microsoft.com/office/drawing/2014/main" id="{435B7A51-6FA2-3D42-9456-A9A91A3A3E79}"/>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8" name="Text Placeholder 5">
            <a:extLst>
              <a:ext uri="{FF2B5EF4-FFF2-40B4-BE49-F238E27FC236}">
                <a16:creationId xmlns:a16="http://schemas.microsoft.com/office/drawing/2014/main" id="{08451B1B-01C3-1449-813A-CD9FC6599AC8}"/>
              </a:ext>
            </a:extLst>
          </p:cNvPr>
          <p:cNvSpPr>
            <a:spLocks noGrp="1"/>
          </p:cNvSpPr>
          <p:nvPr>
            <p:ph type="body" sz="quarter" idx="32"/>
          </p:nvPr>
        </p:nvSpPr>
        <p:spPr>
          <a:xfrm>
            <a:off x="452439" y="1196977"/>
            <a:ext cx="3506787" cy="282575"/>
          </a:xfrm>
        </p:spPr>
        <p:txBody>
          <a:bodyPr/>
          <a:lstStyle>
            <a:lvl1pPr>
              <a:defRPr sz="1800">
                <a:solidFill>
                  <a:schemeClr val="accent4"/>
                </a:solidFill>
              </a:defRPr>
            </a:lvl1pPr>
          </a:lstStyle>
          <a:p>
            <a:pPr lvl="0"/>
            <a:r>
              <a:rPr lang="en-US"/>
              <a:t>Click to edit Master text styles</a:t>
            </a:r>
          </a:p>
        </p:txBody>
      </p:sp>
      <p:sp>
        <p:nvSpPr>
          <p:cNvPr id="19" name="Text Placeholder 5">
            <a:extLst>
              <a:ext uri="{FF2B5EF4-FFF2-40B4-BE49-F238E27FC236}">
                <a16:creationId xmlns:a16="http://schemas.microsoft.com/office/drawing/2014/main" id="{77C68B81-4AC9-1A44-9B77-E3191081ADE2}"/>
              </a:ext>
            </a:extLst>
          </p:cNvPr>
          <p:cNvSpPr>
            <a:spLocks noGrp="1"/>
          </p:cNvSpPr>
          <p:nvPr>
            <p:ph type="body" sz="quarter" idx="33"/>
          </p:nvPr>
        </p:nvSpPr>
        <p:spPr>
          <a:xfrm>
            <a:off x="4325192" y="1196977"/>
            <a:ext cx="3506787" cy="282575"/>
          </a:xfrm>
        </p:spPr>
        <p:txBody>
          <a:bodyPr/>
          <a:lstStyle>
            <a:lvl1pPr>
              <a:defRPr sz="1800">
                <a:solidFill>
                  <a:schemeClr val="accent4"/>
                </a:solidFill>
              </a:defRPr>
            </a:lvl1pPr>
          </a:lstStyle>
          <a:p>
            <a:pPr lvl="0"/>
            <a:r>
              <a:rPr lang="en-US"/>
              <a:t>Click to edit Master text styles</a:t>
            </a:r>
          </a:p>
        </p:txBody>
      </p:sp>
      <p:sp>
        <p:nvSpPr>
          <p:cNvPr id="20" name="Text Placeholder 5">
            <a:extLst>
              <a:ext uri="{FF2B5EF4-FFF2-40B4-BE49-F238E27FC236}">
                <a16:creationId xmlns:a16="http://schemas.microsoft.com/office/drawing/2014/main" id="{DA2E6C06-39E7-9843-AC0D-3B2D34AA58BD}"/>
              </a:ext>
            </a:extLst>
          </p:cNvPr>
          <p:cNvSpPr>
            <a:spLocks noGrp="1"/>
          </p:cNvSpPr>
          <p:nvPr>
            <p:ph type="body" sz="quarter" idx="34"/>
          </p:nvPr>
        </p:nvSpPr>
        <p:spPr>
          <a:xfrm>
            <a:off x="8184498" y="1196977"/>
            <a:ext cx="3566109" cy="282575"/>
          </a:xfrm>
        </p:spPr>
        <p:txBody>
          <a:bodyPr/>
          <a:lstStyle>
            <a:lvl1pPr>
              <a:defRPr sz="1800">
                <a:solidFill>
                  <a:schemeClr val="accent4"/>
                </a:solidFill>
              </a:defRPr>
            </a:lvl1pPr>
          </a:lstStyle>
          <a:p>
            <a:pPr lvl="0"/>
            <a:r>
              <a:rPr lang="en-US"/>
              <a:t>Click to edit Master text styles</a:t>
            </a:r>
          </a:p>
        </p:txBody>
      </p:sp>
      <p:sp>
        <p:nvSpPr>
          <p:cNvPr id="21" name="Content Placeholder 7">
            <a:extLst>
              <a:ext uri="{FF2B5EF4-FFF2-40B4-BE49-F238E27FC236}">
                <a16:creationId xmlns:a16="http://schemas.microsoft.com/office/drawing/2014/main" id="{E3693DC4-D7E6-E146-B22E-E0477DDAD5D1}"/>
              </a:ext>
            </a:extLst>
          </p:cNvPr>
          <p:cNvSpPr>
            <a:spLocks noGrp="1"/>
          </p:cNvSpPr>
          <p:nvPr>
            <p:ph sz="quarter" idx="35"/>
          </p:nvPr>
        </p:nvSpPr>
        <p:spPr>
          <a:xfrm>
            <a:off x="452439"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2" name="Content Placeholder 7">
            <a:extLst>
              <a:ext uri="{FF2B5EF4-FFF2-40B4-BE49-F238E27FC236}">
                <a16:creationId xmlns:a16="http://schemas.microsoft.com/office/drawing/2014/main" id="{20443FBB-19EB-814F-8FF6-FBBA502C9222}"/>
              </a:ext>
            </a:extLst>
          </p:cNvPr>
          <p:cNvSpPr>
            <a:spLocks noGrp="1"/>
          </p:cNvSpPr>
          <p:nvPr>
            <p:ph sz="quarter" idx="36"/>
          </p:nvPr>
        </p:nvSpPr>
        <p:spPr>
          <a:xfrm>
            <a:off x="4302545" y="1735923"/>
            <a:ext cx="3506787"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Content Placeholder 7">
            <a:extLst>
              <a:ext uri="{FF2B5EF4-FFF2-40B4-BE49-F238E27FC236}">
                <a16:creationId xmlns:a16="http://schemas.microsoft.com/office/drawing/2014/main" id="{1D3FBD86-7238-0F4B-B980-24CD51457C8C}"/>
              </a:ext>
            </a:extLst>
          </p:cNvPr>
          <p:cNvSpPr>
            <a:spLocks noGrp="1"/>
          </p:cNvSpPr>
          <p:nvPr>
            <p:ph sz="quarter" idx="37"/>
          </p:nvPr>
        </p:nvSpPr>
        <p:spPr>
          <a:xfrm>
            <a:off x="8168692" y="1735923"/>
            <a:ext cx="3566109" cy="4033837"/>
          </a:xfrm>
        </p:spPr>
        <p:txBody>
          <a:bodyPr/>
          <a:lstStyle>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14" name="Picture 8">
            <a:extLst>
              <a:ext uri="{FF2B5EF4-FFF2-40B4-BE49-F238E27FC236}">
                <a16:creationId xmlns:a16="http://schemas.microsoft.com/office/drawing/2014/main" id="{4F8179E2-C4FC-B141-B84B-E2906198405D}"/>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0F28E9AF-345F-4ECD-43ED-788F2A5E540C}"/>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1817356372"/>
      </p:ext>
    </p:extLst>
  </p:cSld>
  <p:clrMapOvr>
    <a:overrideClrMapping bg1="dk1" tx1="lt1" bg2="dk2" tx2="lt2" accent1="accent1" accent2="accent2" accent3="accent3" accent4="accent4" accent5="accent5" accent6="accent6" hlink="hlink" folHlink="folHlink"/>
  </p:clrMapOvr>
  <p:hf hdr="0" dt="0"/>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Comparison horizontal - light">
    <p:spTree>
      <p:nvGrpSpPr>
        <p:cNvPr id="1" name=""/>
        <p:cNvGrpSpPr/>
        <p:nvPr/>
      </p:nvGrpSpPr>
      <p:grpSpPr>
        <a:xfrm>
          <a:off x="0" y="0"/>
          <a:ext cx="0" cy="0"/>
          <a:chOff x="0" y="0"/>
          <a:chExt cx="0" cy="0"/>
        </a:xfrm>
      </p:grpSpPr>
      <p:sp>
        <p:nvSpPr>
          <p:cNvPr id="23" name="Title 1">
            <a:extLst>
              <a:ext uri="{FF2B5EF4-FFF2-40B4-BE49-F238E27FC236}">
                <a16:creationId xmlns:a16="http://schemas.microsoft.com/office/drawing/2014/main" id="{E62E9631-BF87-CC43-9BC1-A43B69D94A98}"/>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34" name="Text Placeholder 2">
            <a:extLst>
              <a:ext uri="{FF2B5EF4-FFF2-40B4-BE49-F238E27FC236}">
                <a16:creationId xmlns:a16="http://schemas.microsoft.com/office/drawing/2014/main" id="{6510728B-0127-8546-9FE8-8BCCB5AC1FE6}"/>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35" name="Content Placeholder 3">
            <a:extLst>
              <a:ext uri="{FF2B5EF4-FFF2-40B4-BE49-F238E27FC236}">
                <a16:creationId xmlns:a16="http://schemas.microsoft.com/office/drawing/2014/main" id="{366DF19B-DB23-C247-BFE2-C435F485744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1" name="Text Placeholder 2">
            <a:extLst>
              <a:ext uri="{FF2B5EF4-FFF2-40B4-BE49-F238E27FC236}">
                <a16:creationId xmlns:a16="http://schemas.microsoft.com/office/drawing/2014/main" id="{ABA800D9-21A5-BC45-A7AD-D9E66E33A438}"/>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2" name="Content Placeholder 3">
            <a:extLst>
              <a:ext uri="{FF2B5EF4-FFF2-40B4-BE49-F238E27FC236}">
                <a16:creationId xmlns:a16="http://schemas.microsoft.com/office/drawing/2014/main" id="{A2E4FA9D-722A-1041-8940-4BAC99F095CE}"/>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3" name="Text Placeholder 2">
            <a:extLst>
              <a:ext uri="{FF2B5EF4-FFF2-40B4-BE49-F238E27FC236}">
                <a16:creationId xmlns:a16="http://schemas.microsoft.com/office/drawing/2014/main" id="{CAEAC40C-08DC-9E4B-BF9D-0537403A1709}"/>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3"/>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4" name="Content Placeholder 3">
            <a:extLst>
              <a:ext uri="{FF2B5EF4-FFF2-40B4-BE49-F238E27FC236}">
                <a16:creationId xmlns:a16="http://schemas.microsoft.com/office/drawing/2014/main" id="{58042D4F-D138-E049-922E-AA8BC9030203}"/>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45" name="Text Placeholder 3">
            <a:extLst>
              <a:ext uri="{FF2B5EF4-FFF2-40B4-BE49-F238E27FC236}">
                <a16:creationId xmlns:a16="http://schemas.microsoft.com/office/drawing/2014/main" id="{8D370DCE-4758-DD4D-971B-63A5A524A1B6}"/>
              </a:ext>
            </a:extLst>
          </p:cNvPr>
          <p:cNvSpPr>
            <a:spLocks noGrp="1"/>
          </p:cNvSpPr>
          <p:nvPr>
            <p:ph type="body" sz="quarter" idx="28"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bg1">
                    <a:lumMod val="50000"/>
                  </a:schemeClr>
                </a:solidFill>
              </a:defRPr>
            </a:lvl1pPr>
          </a:lstStyle>
          <a:p>
            <a:pPr lvl="0"/>
            <a:r>
              <a:rPr lang="en-US" dirty="0"/>
              <a:t>Insert source or footnote here</a:t>
            </a:r>
          </a:p>
        </p:txBody>
      </p:sp>
      <p:sp>
        <p:nvSpPr>
          <p:cNvPr id="47" name="Footer Placeholder 4">
            <a:extLst>
              <a:ext uri="{FF2B5EF4-FFF2-40B4-BE49-F238E27FC236}">
                <a16:creationId xmlns:a16="http://schemas.microsoft.com/office/drawing/2014/main" id="{D3F4B7D8-7EA5-AC4B-9A01-F35CCDF0D6FE}"/>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48" name="Slide Number Placeholder 5">
            <a:extLst>
              <a:ext uri="{FF2B5EF4-FFF2-40B4-BE49-F238E27FC236}">
                <a16:creationId xmlns:a16="http://schemas.microsoft.com/office/drawing/2014/main" id="{D3586DF7-1DE2-054D-B3DF-425EEC22FACE}"/>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pic>
        <p:nvPicPr>
          <p:cNvPr id="14" name="Picture 5">
            <a:extLst>
              <a:ext uri="{FF2B5EF4-FFF2-40B4-BE49-F238E27FC236}">
                <a16:creationId xmlns:a16="http://schemas.microsoft.com/office/drawing/2014/main" id="{6ACFE70C-14DB-2649-88BF-B8FC4CBAD9D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7FE93ED9-18E2-2B49-8526-1C1145B04CF4}"/>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719162173"/>
      </p:ext>
    </p:extLst>
  </p:cSld>
  <p:clrMapOvr>
    <a:masterClrMapping/>
  </p:clrMapOvr>
  <p:hf hdr="0" dt="0"/>
  <p:extLst>
    <p:ext uri="{DCECCB84-F9BA-43D5-87BE-67443E8EF086}">
      <p15:sldGuideLst xmlns:p15="http://schemas.microsoft.com/office/powerpoint/2012/main"/>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Comparison horizontal - dark">
    <p:bg>
      <p:bgRef idx="1001">
        <a:schemeClr val="bg2"/>
      </p:bgRef>
    </p:bg>
    <p:spTree>
      <p:nvGrpSpPr>
        <p:cNvPr id="1" name=""/>
        <p:cNvGrpSpPr/>
        <p:nvPr/>
      </p:nvGrpSpPr>
      <p:grpSpPr>
        <a:xfrm>
          <a:off x="0" y="0"/>
          <a:ext cx="0" cy="0"/>
          <a:chOff x="0" y="0"/>
          <a:chExt cx="0" cy="0"/>
        </a:xfrm>
      </p:grpSpPr>
      <p:sp>
        <p:nvSpPr>
          <p:cNvPr id="22" name="Title 1">
            <a:extLst>
              <a:ext uri="{FF2B5EF4-FFF2-40B4-BE49-F238E27FC236}">
                <a16:creationId xmlns:a16="http://schemas.microsoft.com/office/drawing/2014/main" id="{C30FD1D1-61B6-484D-BDEA-1C4B45AEEF8E}"/>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sp>
        <p:nvSpPr>
          <p:cNvPr id="25" name="Text Placeholder 3">
            <a:extLst>
              <a:ext uri="{FF2B5EF4-FFF2-40B4-BE49-F238E27FC236}">
                <a16:creationId xmlns:a16="http://schemas.microsoft.com/office/drawing/2014/main" id="{71FCEF03-8CFB-7645-A55F-F392AC6F66C0}"/>
              </a:ext>
            </a:extLst>
          </p:cNvPr>
          <p:cNvSpPr>
            <a:spLocks noGrp="1"/>
          </p:cNvSpPr>
          <p:nvPr>
            <p:ph type="body" sz="quarter" idx="24" hasCustomPrompt="1"/>
          </p:nvPr>
        </p:nvSpPr>
        <p:spPr>
          <a:xfrm>
            <a:off x="457202" y="5876093"/>
            <a:ext cx="10808205" cy="349897"/>
          </a:xfrm>
          <a:prstGeom prst="rect">
            <a:avLst/>
          </a:prstGeom>
        </p:spPr>
        <p:txBody>
          <a:bodyPr anchor="b" anchorCtr="0"/>
          <a:lstStyle>
            <a:lvl1pPr marL="0" indent="0">
              <a:lnSpc>
                <a:spcPct val="100000"/>
              </a:lnSpc>
              <a:buNone/>
              <a:defRPr sz="800">
                <a:solidFill>
                  <a:schemeClr val="tx2"/>
                </a:solidFill>
              </a:defRPr>
            </a:lvl1pPr>
          </a:lstStyle>
          <a:p>
            <a:pPr lvl="0"/>
            <a:r>
              <a:rPr lang="en-US" dirty="0"/>
              <a:t>Insert source or footnote here</a:t>
            </a:r>
          </a:p>
        </p:txBody>
      </p:sp>
      <p:sp>
        <p:nvSpPr>
          <p:cNvPr id="26" name="Footer Placeholder 4">
            <a:extLst>
              <a:ext uri="{FF2B5EF4-FFF2-40B4-BE49-F238E27FC236}">
                <a16:creationId xmlns:a16="http://schemas.microsoft.com/office/drawing/2014/main" id="{A1F8BCF2-BF1B-854A-89D2-2C92E8FBCA2A}"/>
              </a:ext>
            </a:extLst>
          </p:cNvPr>
          <p:cNvSpPr>
            <a:spLocks noGrp="1"/>
          </p:cNvSpPr>
          <p:nvPr>
            <p:ph type="ftr" sz="quarter" idx="3"/>
          </p:nvPr>
        </p:nvSpPr>
        <p:spPr>
          <a:xfrm>
            <a:off x="1042417" y="6438349"/>
            <a:ext cx="1198179" cy="190416"/>
          </a:xfrm>
          <a:prstGeom prst="rect">
            <a:avLst/>
          </a:prstGeom>
        </p:spPr>
        <p:txBody>
          <a:bodyPr vert="horz" wrap="none" lIns="0" tIns="0" rIns="0" bIns="0" rtlCol="0" anchor="b" anchorCtr="0"/>
          <a:lstStyle>
            <a:lvl1pPr algn="l">
              <a:defRPr sz="700">
                <a:solidFill>
                  <a:schemeClr val="tx2"/>
                </a:solidFill>
              </a:defRPr>
            </a:lvl1pPr>
          </a:lstStyle>
          <a:p>
            <a:r>
              <a:rPr lang="en-US"/>
              <a:t>© 2019 Cognizant</a:t>
            </a:r>
          </a:p>
        </p:txBody>
      </p:sp>
      <p:sp>
        <p:nvSpPr>
          <p:cNvPr id="27" name="Slide Number Placeholder 5">
            <a:extLst>
              <a:ext uri="{FF2B5EF4-FFF2-40B4-BE49-F238E27FC236}">
                <a16:creationId xmlns:a16="http://schemas.microsoft.com/office/drawing/2014/main" id="{B8D26ED0-8F55-1442-8D3E-4920BCC74C37}"/>
              </a:ext>
            </a:extLst>
          </p:cNvPr>
          <p:cNvSpPr>
            <a:spLocks noGrp="1"/>
          </p:cNvSpPr>
          <p:nvPr>
            <p:ph type="sldNum" sz="quarter" idx="4"/>
          </p:nvPr>
        </p:nvSpPr>
        <p:spPr>
          <a:xfrm>
            <a:off x="457201" y="6438652"/>
            <a:ext cx="352097" cy="190747"/>
          </a:xfrm>
          <a:prstGeom prst="rect">
            <a:avLst/>
          </a:prstGeom>
        </p:spPr>
        <p:txBody>
          <a:bodyPr vert="horz" wrap="none" lIns="0" tIns="0" rIns="0" bIns="0" rtlCol="0" anchor="b" anchorCtr="0"/>
          <a:lstStyle>
            <a:lvl1pPr algn="l">
              <a:defRPr sz="700">
                <a:solidFill>
                  <a:schemeClr val="tx2"/>
                </a:solidFill>
              </a:defRPr>
            </a:lvl1pPr>
          </a:lstStyle>
          <a:p>
            <a:fld id="{2EFEF571-C9B4-4D92-A7F7-315B894862A8}" type="slidenum">
              <a:rPr lang="en-US" smtClean="0"/>
              <a:pPr/>
              <a:t>‹#›</a:t>
            </a:fld>
            <a:endParaRPr lang="en-US"/>
          </a:p>
        </p:txBody>
      </p:sp>
      <p:sp>
        <p:nvSpPr>
          <p:cNvPr id="19" name="Text Placeholder 2">
            <a:extLst>
              <a:ext uri="{FF2B5EF4-FFF2-40B4-BE49-F238E27FC236}">
                <a16:creationId xmlns:a16="http://schemas.microsoft.com/office/drawing/2014/main" id="{9CE32534-4769-6740-A0A1-24F60121DFE7}"/>
              </a:ext>
            </a:extLst>
          </p:cNvPr>
          <p:cNvSpPr>
            <a:spLocks noGrp="1"/>
          </p:cNvSpPr>
          <p:nvPr>
            <p:ph type="body" idx="1"/>
          </p:nvPr>
        </p:nvSpPr>
        <p:spPr>
          <a:xfrm>
            <a:off x="457202" y="1381601"/>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0" name="Content Placeholder 3">
            <a:extLst>
              <a:ext uri="{FF2B5EF4-FFF2-40B4-BE49-F238E27FC236}">
                <a16:creationId xmlns:a16="http://schemas.microsoft.com/office/drawing/2014/main" id="{5EC9B563-BC82-D345-855D-303DB81C452D}"/>
              </a:ext>
            </a:extLst>
          </p:cNvPr>
          <p:cNvSpPr>
            <a:spLocks noGrp="1"/>
          </p:cNvSpPr>
          <p:nvPr>
            <p:ph sz="half" idx="17"/>
          </p:nvPr>
        </p:nvSpPr>
        <p:spPr>
          <a:xfrm>
            <a:off x="3101007" y="1381601"/>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1" name="Text Placeholder 2">
            <a:extLst>
              <a:ext uri="{FF2B5EF4-FFF2-40B4-BE49-F238E27FC236}">
                <a16:creationId xmlns:a16="http://schemas.microsoft.com/office/drawing/2014/main" id="{9C3F4A9E-6552-FD43-A475-F309413F5205}"/>
              </a:ext>
            </a:extLst>
          </p:cNvPr>
          <p:cNvSpPr>
            <a:spLocks noGrp="1"/>
          </p:cNvSpPr>
          <p:nvPr>
            <p:ph type="body" idx="18"/>
          </p:nvPr>
        </p:nvSpPr>
        <p:spPr>
          <a:xfrm>
            <a:off x="457202" y="29574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3" name="Content Placeholder 3">
            <a:extLst>
              <a:ext uri="{FF2B5EF4-FFF2-40B4-BE49-F238E27FC236}">
                <a16:creationId xmlns:a16="http://schemas.microsoft.com/office/drawing/2014/main" id="{E5699CB9-E06F-8F4B-9BDB-99688549D726}"/>
              </a:ext>
            </a:extLst>
          </p:cNvPr>
          <p:cNvSpPr>
            <a:spLocks noGrp="1"/>
          </p:cNvSpPr>
          <p:nvPr>
            <p:ph sz="half" idx="19"/>
          </p:nvPr>
        </p:nvSpPr>
        <p:spPr>
          <a:xfrm>
            <a:off x="3101007" y="29574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sp>
        <p:nvSpPr>
          <p:cNvPr id="28" name="Text Placeholder 2">
            <a:extLst>
              <a:ext uri="{FF2B5EF4-FFF2-40B4-BE49-F238E27FC236}">
                <a16:creationId xmlns:a16="http://schemas.microsoft.com/office/drawing/2014/main" id="{F39ED9F7-3C7E-6C4E-B855-3C91A0A05AD7}"/>
              </a:ext>
            </a:extLst>
          </p:cNvPr>
          <p:cNvSpPr>
            <a:spLocks noGrp="1"/>
          </p:cNvSpPr>
          <p:nvPr>
            <p:ph type="body" idx="20"/>
          </p:nvPr>
        </p:nvSpPr>
        <p:spPr>
          <a:xfrm>
            <a:off x="457202" y="4557617"/>
            <a:ext cx="2196623" cy="914400"/>
          </a:xfrm>
          <a:prstGeom prst="rect">
            <a:avLst/>
          </a:prstGeom>
        </p:spPr>
        <p:txBody>
          <a:bodyPr anchor="t" anchorCtr="0"/>
          <a:lstStyle>
            <a:lvl1pPr marL="0" indent="0">
              <a:lnSpc>
                <a:spcPct val="100000"/>
              </a:lnSpc>
              <a:buNone/>
              <a:defRPr sz="1800" b="0">
                <a:solidFill>
                  <a:schemeClr val="accent4"/>
                </a:solidFill>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29" name="Content Placeholder 3">
            <a:extLst>
              <a:ext uri="{FF2B5EF4-FFF2-40B4-BE49-F238E27FC236}">
                <a16:creationId xmlns:a16="http://schemas.microsoft.com/office/drawing/2014/main" id="{7AD49848-4987-4A46-9B3B-747BF471E19D}"/>
              </a:ext>
            </a:extLst>
          </p:cNvPr>
          <p:cNvSpPr>
            <a:spLocks noGrp="1"/>
          </p:cNvSpPr>
          <p:nvPr>
            <p:ph sz="half" idx="21"/>
          </p:nvPr>
        </p:nvSpPr>
        <p:spPr>
          <a:xfrm>
            <a:off x="3101007" y="4557617"/>
            <a:ext cx="7271684" cy="914400"/>
          </a:xfrm>
          <a:prstGeom prst="rect">
            <a:avLst/>
          </a:prstGeom>
        </p:spPr>
        <p:txBody>
          <a:bodyPr/>
          <a:lstStyle>
            <a:lvl1pPr marL="0" indent="0">
              <a:lnSpc>
                <a:spcPct val="100000"/>
              </a:lnSpc>
              <a:buFont typeface="+mj-lt"/>
              <a:buNone/>
              <a:tabLst/>
              <a:defRPr>
                <a:solidFill>
                  <a:schemeClr val="tx1"/>
                </a:solidFill>
              </a:defRPr>
            </a:lvl1pPr>
            <a:lvl2pPr marL="573074" indent="-230182">
              <a:lnSpc>
                <a:spcPct val="100000"/>
              </a:lnSpc>
              <a:buFont typeface="Arial" panose="020B0604020202020204" pitchFamily="34" charset="0"/>
              <a:buChar char="•"/>
              <a:tabLst/>
              <a:defRPr>
                <a:solidFill>
                  <a:schemeClr val="tx1"/>
                </a:solidFill>
              </a:defRPr>
            </a:lvl2pPr>
            <a:lvl3pPr marL="858817" indent="-228594">
              <a:lnSpc>
                <a:spcPct val="100000"/>
              </a:lnSpc>
              <a:buFont typeface="Cambria" panose="02040503050406030204" pitchFamily="18" charset="0"/>
              <a:buChar char="⎻"/>
              <a:tabLst/>
              <a:defRPr>
                <a:solidFill>
                  <a:schemeClr val="tx1"/>
                </a:solidFill>
              </a:defRPr>
            </a:lvl3pPr>
            <a:lvl4pPr>
              <a:lnSpc>
                <a:spcPct val="100000"/>
              </a:lnSpc>
              <a:defRPr>
                <a:solidFill>
                  <a:schemeClr val="tx1"/>
                </a:solidFill>
              </a:defRPr>
            </a:lvl4pPr>
            <a:lvl5pPr>
              <a:lnSpc>
                <a:spcPct val="100000"/>
              </a:lnSpc>
              <a:defRPr>
                <a:solidFill>
                  <a:schemeClr val="tx1"/>
                </a:solidFill>
              </a:defRPr>
            </a:lvl5pPr>
          </a:lstStyle>
          <a:p>
            <a:pPr lvl="0"/>
            <a:r>
              <a:rPr lang="en-US"/>
              <a:t>Click to edit Master text styles</a:t>
            </a:r>
          </a:p>
          <a:p>
            <a:pPr lvl="1"/>
            <a:r>
              <a:rPr lang="en-US"/>
              <a:t>Second level</a:t>
            </a:r>
          </a:p>
          <a:p>
            <a:pPr lvl="2"/>
            <a:r>
              <a:rPr lang="en-US"/>
              <a:t>Third level</a:t>
            </a:r>
          </a:p>
        </p:txBody>
      </p:sp>
      <p:pic>
        <p:nvPicPr>
          <p:cNvPr id="14" name="Picture 8">
            <a:extLst>
              <a:ext uri="{FF2B5EF4-FFF2-40B4-BE49-F238E27FC236}">
                <a16:creationId xmlns:a16="http://schemas.microsoft.com/office/drawing/2014/main" id="{43360CE3-24A2-4642-BE25-83CDF6916866}"/>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1C3FC64B-2A4E-8A47-001C-16CD186FA07B}"/>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2147066712"/>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Quot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B63C380-E279-D44A-A6C8-6A5715D7BB4E}"/>
              </a:ext>
            </a:extLst>
          </p:cNvPr>
          <p:cNvPicPr>
            <a:picLocks/>
          </p:cNvPicPr>
          <p:nvPr/>
        </p:nvPicPr>
        <p:blipFill>
          <a:blip r:embed="rId2" cstate="screen">
            <a:extLst>
              <a:ext uri="{28A0092B-C50C-407E-A947-70E740481C1C}">
                <a14:useLocalDpi xmlns:a14="http://schemas.microsoft.com/office/drawing/2010/main"/>
              </a:ext>
            </a:extLst>
          </a:blip>
          <a:srcRect t="800" b="800"/>
          <a:stretch/>
        </p:blipFill>
        <p:spPr>
          <a:xfrm>
            <a:off x="0" y="0"/>
            <a:ext cx="0" cy="6858000"/>
          </a:xfrm>
          <a:prstGeom prst="rect">
            <a:avLst/>
          </a:prstGeom>
        </p:spPr>
      </p:pic>
      <p:sp>
        <p:nvSpPr>
          <p:cNvPr id="5" name="Footer Placeholder 4">
            <a:extLst>
              <a:ext uri="{FF2B5EF4-FFF2-40B4-BE49-F238E27FC236}">
                <a16:creationId xmlns:a16="http://schemas.microsoft.com/office/drawing/2014/main" id="{C109DE29-D9FA-4B0E-A7C0-43DB36D3CDC1}"/>
              </a:ext>
            </a:extLst>
          </p:cNvPr>
          <p:cNvSpPr>
            <a:spLocks noGrp="1"/>
          </p:cNvSpPr>
          <p:nvPr>
            <p:ph type="ftr" sz="quarter" idx="11"/>
          </p:nvPr>
        </p:nvSpPr>
        <p:spPr>
          <a:xfrm>
            <a:off x="1042417" y="6325194"/>
            <a:ext cx="1198179" cy="303572"/>
          </a:xfrm>
          <a:prstGeom prst="rect">
            <a:avLst/>
          </a:prstGeom>
        </p:spPr>
        <p:txBody>
          <a:bodyPr/>
          <a:lstStyle>
            <a:lvl1pPr>
              <a:defRPr>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7357FC31-4B65-4AE0-A928-66D0B6CC0E7D}"/>
              </a:ext>
            </a:extLst>
          </p:cNvPr>
          <p:cNvSpPr>
            <a:spLocks noGrp="1"/>
          </p:cNvSpPr>
          <p:nvPr>
            <p:ph type="sldNum" sz="quarter" idx="12"/>
          </p:nvPr>
        </p:nvSpPr>
        <p:spPr>
          <a:xfrm>
            <a:off x="457201" y="6325299"/>
            <a:ext cx="352097" cy="304100"/>
          </a:xfrm>
          <a:prstGeom prst="rect">
            <a:avLst/>
          </a:prstGeom>
        </p:spPr>
        <p:txBody>
          <a:bodyPr/>
          <a:lstStyle>
            <a:lvl1pPr>
              <a:defRPr>
                <a:solidFill>
                  <a:schemeClr val="tx1"/>
                </a:solidFill>
              </a:defRPr>
            </a:lvl1pPr>
          </a:lstStyle>
          <a:p>
            <a:fld id="{2EFEF571-C9B4-4D92-A7F7-315B894862A8}" type="slidenum">
              <a:rPr lang="en-US" smtClean="0"/>
              <a:pPr/>
              <a:t>‹#›</a:t>
            </a:fld>
            <a:endParaRPr lang="en-US"/>
          </a:p>
        </p:txBody>
      </p:sp>
      <p:sp>
        <p:nvSpPr>
          <p:cNvPr id="16" name="Text Placeholder 15">
            <a:extLst>
              <a:ext uri="{FF2B5EF4-FFF2-40B4-BE49-F238E27FC236}">
                <a16:creationId xmlns:a16="http://schemas.microsoft.com/office/drawing/2014/main" id="{98BC2B5B-70BA-CE41-9C8E-4A1C418D7D8E}"/>
              </a:ext>
            </a:extLst>
          </p:cNvPr>
          <p:cNvSpPr>
            <a:spLocks noGrp="1"/>
          </p:cNvSpPr>
          <p:nvPr>
            <p:ph type="body" sz="quarter" idx="13"/>
          </p:nvPr>
        </p:nvSpPr>
        <p:spPr>
          <a:xfrm>
            <a:off x="1042418" y="4201641"/>
            <a:ext cx="8567351" cy="1487587"/>
          </a:xfrm>
          <a:prstGeom prst="rect">
            <a:avLst/>
          </a:prstGeom>
        </p:spPr>
        <p:txBody>
          <a:bodyPr/>
          <a:lstStyle>
            <a:lvl1pPr marL="0" indent="0">
              <a:buNone/>
              <a:defRPr>
                <a:solidFill>
                  <a:schemeClr val="accent4"/>
                </a:solidFill>
              </a:defRPr>
            </a:lvl1pPr>
            <a:lvl2pPr marL="457189" indent="0">
              <a:buNone/>
              <a:defRPr>
                <a:solidFill>
                  <a:schemeClr val="accent5"/>
                </a:solidFill>
              </a:defRPr>
            </a:lvl2pPr>
            <a:lvl3pPr marL="914377" indent="0">
              <a:buNone/>
              <a:defRPr>
                <a:solidFill>
                  <a:schemeClr val="accent3"/>
                </a:solidFill>
              </a:defRPr>
            </a:lvl3pPr>
            <a:lvl4pPr marL="1371566" indent="0">
              <a:buNone/>
              <a:defRPr>
                <a:solidFill>
                  <a:schemeClr val="accent3"/>
                </a:solidFill>
              </a:defRPr>
            </a:lvl4pPr>
            <a:lvl5pPr marL="1828754" indent="0">
              <a:buNone/>
              <a:defRPr>
                <a:solidFill>
                  <a:schemeClr val="accent3"/>
                </a:solidFill>
              </a:defRPr>
            </a:lvl5pPr>
          </a:lstStyle>
          <a:p>
            <a:pPr lvl="0"/>
            <a:r>
              <a:rPr lang="en-US"/>
              <a:t>Click to edit Master text styles</a:t>
            </a:r>
          </a:p>
        </p:txBody>
      </p:sp>
      <p:sp>
        <p:nvSpPr>
          <p:cNvPr id="13" name="Title 1">
            <a:extLst>
              <a:ext uri="{FF2B5EF4-FFF2-40B4-BE49-F238E27FC236}">
                <a16:creationId xmlns:a16="http://schemas.microsoft.com/office/drawing/2014/main" id="{0A13EBB4-2E96-D446-A07D-04B750732870}"/>
              </a:ext>
            </a:extLst>
          </p:cNvPr>
          <p:cNvSpPr>
            <a:spLocks noGrp="1"/>
          </p:cNvSpPr>
          <p:nvPr>
            <p:ph type="ctrTitle" hasCustomPrompt="1"/>
          </p:nvPr>
        </p:nvSpPr>
        <p:spPr>
          <a:xfrm>
            <a:off x="1042416" y="2023872"/>
            <a:ext cx="8575589" cy="1231107"/>
          </a:xfrm>
        </p:spPr>
        <p:txBody>
          <a:bodyPr anchor="t" anchorCtr="0"/>
          <a:lstStyle>
            <a:lvl1pPr algn="l" rtl="0" eaLnBrk="1" latinLnBrk="0" hangingPunct="1">
              <a:defRPr lang="en-US" sz="4000" smtClean="0">
                <a:effectLst/>
              </a:defRPr>
            </a:lvl1pPr>
          </a:lstStyle>
          <a:p>
            <a:pPr rtl="0" eaLnBrk="1" latinLnBrk="0" hangingPunct="1"/>
            <a:r>
              <a:rPr lang="en-US" dirty="0"/>
              <a:t>Click to edit Master title style</a:t>
            </a:r>
            <a:br>
              <a:rPr lang="en-US" dirty="0"/>
            </a:br>
            <a:endParaRPr lang="en-US" dirty="0"/>
          </a:p>
        </p:txBody>
      </p:sp>
      <p:pic>
        <p:nvPicPr>
          <p:cNvPr id="10" name="Picture 8">
            <a:extLst>
              <a:ext uri="{FF2B5EF4-FFF2-40B4-BE49-F238E27FC236}">
                <a16:creationId xmlns:a16="http://schemas.microsoft.com/office/drawing/2014/main" id="{F403757B-3C0A-0849-B674-7D15D576B3A1}"/>
              </a:ext>
            </a:extLst>
          </p:cNvPr>
          <p:cNvPicPr>
            <a:picLocks noChangeAspect="1"/>
          </p:cNvPicPr>
          <p:nvPr/>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5494AF2A-660C-A4FE-6E22-260BF9FBAF1E}"/>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695757669"/>
      </p:ext>
    </p:extLst>
  </p:cSld>
  <p:clrMapOvr>
    <a:overrideClrMapping bg1="dk1" tx1="lt1" bg2="dk2" tx2="lt2" accent1="accent1" accent2="accent2" accent3="accent3" accent4="accent4" accent5="accent5" accent6="accent6" hlink="hlink" folHlink="folHlink"/>
  </p:clrMapOvr>
  <p:hf hdr="0" dt="0"/>
  <p:extLst>
    <p:ext uri="{DCECCB84-F9BA-43D5-87BE-67443E8EF086}">
      <p15:sldGuideLst xmlns:p15="http://schemas.microsoft.com/office/powerpoint/2012/main">
        <p15:guide id="1" pos="656">
          <p15:clr>
            <a:srgbClr val="FBAE4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Title only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5">
            <a:extLst>
              <a:ext uri="{FF2B5EF4-FFF2-40B4-BE49-F238E27FC236}">
                <a16:creationId xmlns:a16="http://schemas.microsoft.com/office/drawing/2014/main" id="{304C88D0-29FE-C440-9C89-488968EEA182}"/>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D49D8A8-BD5D-7D07-52A0-C698DA6C65A2}"/>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2829075204"/>
      </p:ext>
    </p:extLst>
  </p:cSld>
  <p:clrMapOvr>
    <a:overrideClrMapping bg1="lt1" tx1="dk1" bg2="lt2" tx2="dk2" accent1="accent1" accent2="accent2" accent3="accent3" accent4="accent4" accent5="accent5" accent6="accent6" hlink="hlink" folHlink="folHlink"/>
  </p:clrMapOvr>
  <p:hf hdr="0" dt="0"/>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Title only - dark">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sp>
        <p:nvSpPr>
          <p:cNvPr id="6" name="Title 1">
            <a:extLst>
              <a:ext uri="{FF2B5EF4-FFF2-40B4-BE49-F238E27FC236}">
                <a16:creationId xmlns:a16="http://schemas.microsoft.com/office/drawing/2014/main" id="{BB521616-1FF6-5A4F-BBD4-A816DFE1A1DD}"/>
              </a:ext>
            </a:extLst>
          </p:cNvPr>
          <p:cNvSpPr>
            <a:spLocks noGrp="1"/>
          </p:cNvSpPr>
          <p:nvPr>
            <p:ph type="title"/>
          </p:nvPr>
        </p:nvSpPr>
        <p:spPr>
          <a:xfrm>
            <a:off x="457200" y="557785"/>
            <a:ext cx="10808209" cy="307777"/>
          </a:xfrm>
        </p:spPr>
        <p:txBody>
          <a:bodyPr wrap="square" lIns="0" tIns="0" rIns="0" bIns="0" anchor="t" anchorCtr="0">
            <a:noAutofit/>
          </a:bodyPr>
          <a:lstStyle>
            <a:lvl1pPr>
              <a:lnSpc>
                <a:spcPct val="100000"/>
              </a:lnSpc>
              <a:defRPr sz="2400" b="1">
                <a:solidFill>
                  <a:schemeClr val="tx1"/>
                </a:solidFill>
              </a:defRPr>
            </a:lvl1pPr>
          </a:lstStyle>
          <a:p>
            <a:r>
              <a:rPr lang="en-US"/>
              <a:t>Click to edit Master title style</a:t>
            </a:r>
            <a:endParaRPr lang="en-US" dirty="0"/>
          </a:p>
        </p:txBody>
      </p:sp>
      <p:pic>
        <p:nvPicPr>
          <p:cNvPr id="8" name="Picture 8">
            <a:extLst>
              <a:ext uri="{FF2B5EF4-FFF2-40B4-BE49-F238E27FC236}">
                <a16:creationId xmlns:a16="http://schemas.microsoft.com/office/drawing/2014/main" id="{F353D65A-B34C-B04E-8C59-65EFBD263413}"/>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68531" y="6352479"/>
            <a:ext cx="1362108" cy="408632"/>
          </a:xfrm>
          <a:prstGeom prst="rect">
            <a:avLst/>
          </a:prstGeom>
        </p:spPr>
      </p:pic>
      <p:pic>
        <p:nvPicPr>
          <p:cNvPr id="2" name="Picture 1">
            <a:extLst>
              <a:ext uri="{FF2B5EF4-FFF2-40B4-BE49-F238E27FC236}">
                <a16:creationId xmlns:a16="http://schemas.microsoft.com/office/drawing/2014/main" id="{B88EDC15-D3AA-788C-27F9-E85E437D87C9}"/>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8"/>
            <a:ext cx="2152960" cy="245273"/>
          </a:xfrm>
          <a:prstGeom prst="rect">
            <a:avLst/>
          </a:prstGeom>
        </p:spPr>
      </p:pic>
    </p:spTree>
    <p:extLst>
      <p:ext uri="{BB962C8B-B14F-4D97-AF65-F5344CB8AC3E}">
        <p14:creationId xmlns:p14="http://schemas.microsoft.com/office/powerpoint/2010/main" val="3269335279"/>
      </p:ext>
    </p:extLst>
  </p:cSld>
  <p:clrMapOvr>
    <a:overrideClrMapping bg1="dk1" tx1="lt1" bg2="dk2" tx2="lt2" accent1="accent1" accent2="accent2" accent3="accent3" accent4="accent4" accent5="accent5" accent6="accent6" hlink="hlink" folHlink="folHlink"/>
  </p:clrMapOvr>
  <p:hf hdr="0" dt="0"/>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Blank - light">
    <p:bg>
      <p:bgRef idx="1001">
        <a:schemeClr val="bg2"/>
      </p:bgRef>
    </p:bg>
    <p:spTree>
      <p:nvGrpSpPr>
        <p:cNvPr id="1" name=""/>
        <p:cNvGrpSpPr/>
        <p:nvPr/>
      </p:nvGrpSpPr>
      <p:grpSpPr>
        <a:xfrm>
          <a:off x="0" y="0"/>
          <a:ext cx="0" cy="0"/>
          <a:chOff x="0" y="0"/>
          <a:chExt cx="0" cy="0"/>
        </a:xfrm>
      </p:grpSpPr>
      <p:sp>
        <p:nvSpPr>
          <p:cNvPr id="3" name="Footer Placeholder 4">
            <a:extLst>
              <a:ext uri="{FF2B5EF4-FFF2-40B4-BE49-F238E27FC236}">
                <a16:creationId xmlns:a16="http://schemas.microsoft.com/office/drawing/2014/main" id="{4703109E-6BFC-1742-809E-63EC7ED700EA}"/>
              </a:ext>
            </a:extLst>
          </p:cNvPr>
          <p:cNvSpPr>
            <a:spLocks noGrp="1"/>
          </p:cNvSpPr>
          <p:nvPr>
            <p:ph type="ftr" sz="quarter" idx="11"/>
          </p:nvPr>
        </p:nvSpPr>
        <p:spPr>
          <a:xfrm>
            <a:off x="1042417" y="6263640"/>
            <a:ext cx="1198179" cy="365125"/>
          </a:xfrm>
        </p:spPr>
        <p:txBody>
          <a:bodyPr/>
          <a:lstStyle>
            <a:lvl1pPr>
              <a:defRPr>
                <a:solidFill>
                  <a:schemeClr val="tx1"/>
                </a:solidFill>
              </a:defRPr>
            </a:lvl1pPr>
          </a:lstStyle>
          <a:p>
            <a:r>
              <a:rPr lang="en-US"/>
              <a:t>© 2019 Cognizant</a:t>
            </a:r>
          </a:p>
        </p:txBody>
      </p:sp>
      <p:sp>
        <p:nvSpPr>
          <p:cNvPr id="4" name="Slide Number Placeholder 5">
            <a:extLst>
              <a:ext uri="{FF2B5EF4-FFF2-40B4-BE49-F238E27FC236}">
                <a16:creationId xmlns:a16="http://schemas.microsoft.com/office/drawing/2014/main" id="{75DF075A-F997-DD4F-A1D4-62F7809FD507}"/>
              </a:ext>
            </a:extLst>
          </p:cNvPr>
          <p:cNvSpPr>
            <a:spLocks noGrp="1"/>
          </p:cNvSpPr>
          <p:nvPr>
            <p:ph type="sldNum" sz="quarter" idx="12"/>
          </p:nvPr>
        </p:nvSpPr>
        <p:spPr>
          <a:xfrm>
            <a:off x="457201" y="6263639"/>
            <a:ext cx="352097" cy="365760"/>
          </a:xfrm>
        </p:spPr>
        <p:txBody>
          <a:bodyPr/>
          <a:lstStyle>
            <a:lvl1pPr>
              <a:defRPr>
                <a:solidFill>
                  <a:schemeClr val="tx1"/>
                </a:solidFill>
              </a:defRPr>
            </a:lvl1pPr>
          </a:lstStyle>
          <a:p>
            <a:fld id="{2EFEF571-C9B4-4D92-A7F7-315B894862A8}" type="slidenum">
              <a:rPr lang="en-US" smtClean="0"/>
              <a:pPr/>
              <a:t>‹#›</a:t>
            </a:fld>
            <a:endParaRPr lang="en-US"/>
          </a:p>
        </p:txBody>
      </p:sp>
      <p:pic>
        <p:nvPicPr>
          <p:cNvPr id="6" name="Picture 5">
            <a:extLst>
              <a:ext uri="{FF2B5EF4-FFF2-40B4-BE49-F238E27FC236}">
                <a16:creationId xmlns:a16="http://schemas.microsoft.com/office/drawing/2014/main" id="{9A8872FF-F4A9-EC4C-AFA7-65B0DF88167F}"/>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rcRect/>
          <a:stretch/>
        </p:blipFill>
        <p:spPr>
          <a:xfrm>
            <a:off x="10482419" y="6352479"/>
            <a:ext cx="1362108" cy="408632"/>
          </a:xfrm>
          <a:prstGeom prst="rect">
            <a:avLst/>
          </a:prstGeom>
        </p:spPr>
      </p:pic>
      <p:pic>
        <p:nvPicPr>
          <p:cNvPr id="2" name="Picture 1">
            <a:extLst>
              <a:ext uri="{FF2B5EF4-FFF2-40B4-BE49-F238E27FC236}">
                <a16:creationId xmlns:a16="http://schemas.microsoft.com/office/drawing/2014/main" id="{A7E30922-58AB-E547-4F7C-AC025171D88A}"/>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9599304" y="291345"/>
            <a:ext cx="2152960" cy="245275"/>
          </a:xfrm>
          <a:prstGeom prst="rect">
            <a:avLst/>
          </a:prstGeom>
        </p:spPr>
      </p:pic>
    </p:spTree>
    <p:extLst>
      <p:ext uri="{BB962C8B-B14F-4D97-AF65-F5344CB8AC3E}">
        <p14:creationId xmlns:p14="http://schemas.microsoft.com/office/powerpoint/2010/main" val="3449107941"/>
      </p:ext>
    </p:extLst>
  </p:cSld>
  <p:clrMapOvr>
    <a:overrideClrMapping bg1="lt1" tx1="dk1" bg2="lt2" tx2="dk2" accent1="accent1" accent2="accent2" accent3="accent3" accent4="accent4" accent5="accent5" accent6="accent6" hlink="hlink" folHlink="folHlink"/>
  </p:clrMapOvr>
  <p:hf hdr="0" dt="0"/>
</p:sldLayout>
</file>

<file path=ppt/slideLayouts/slideLayout66.xml><?xml version="1.0" encoding="utf-8"?>
<p:sldLayout xmlns:a="http://schemas.openxmlformats.org/drawingml/2006/main" xmlns:r="http://schemas.openxmlformats.org/officeDocument/2006/relationships" xmlns:p="http://schemas.openxmlformats.org/presentationml/2006/main" type="title">
  <p:cSld name="White Cover Slide, Graphic">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94BA977D-F01B-45A3-A788-241A0D7E09A5}"/>
              </a:ext>
            </a:extLst>
          </p:cNvPr>
          <p:cNvPicPr>
            <a:picLocks noChangeAspect="1"/>
          </p:cNvPicPr>
          <p:nvPr userDrawn="1"/>
        </p:nvPicPr>
        <p:blipFill>
          <a:blip r:embed="rId2"/>
          <a:stretch>
            <a:fillRect/>
          </a:stretch>
        </p:blipFill>
        <p:spPr>
          <a:xfrm>
            <a:off x="0" y="5935981"/>
            <a:ext cx="12192000" cy="922020"/>
          </a:xfrm>
          <a:prstGeom prst="rect">
            <a:avLst/>
          </a:prstGeom>
        </p:spPr>
      </p:pic>
      <p:sp>
        <p:nvSpPr>
          <p:cNvPr id="2" name="Title 1">
            <a:extLst>
              <a:ext uri="{FF2B5EF4-FFF2-40B4-BE49-F238E27FC236}">
                <a16:creationId xmlns:a16="http://schemas.microsoft.com/office/drawing/2014/main" id="{9E61C033-5F13-4DFF-B15B-CE7C811FF242}"/>
              </a:ext>
            </a:extLst>
          </p:cNvPr>
          <p:cNvSpPr>
            <a:spLocks noGrp="1"/>
          </p:cNvSpPr>
          <p:nvPr>
            <p:ph type="ctrTitle" hasCustomPrompt="1"/>
          </p:nvPr>
        </p:nvSpPr>
        <p:spPr bwMode="black">
          <a:xfrm>
            <a:off x="609600" y="2099452"/>
            <a:ext cx="6705600" cy="1559529"/>
          </a:xfrm>
        </p:spPr>
        <p:txBody>
          <a:bodyPr anchor="b">
            <a:spAutoFit/>
          </a:bodyPr>
          <a:lstStyle>
            <a:lvl1pPr algn="l">
              <a:defRPr sz="5067">
                <a:solidFill>
                  <a:schemeClr val="tx1"/>
                </a:solidFill>
              </a:defRPr>
            </a:lvl1pPr>
          </a:lstStyle>
          <a:p>
            <a:pPr lvl="0"/>
            <a:r>
              <a:rPr lang="en-US"/>
              <a:t>Presentation Title Goes Here</a:t>
            </a:r>
          </a:p>
        </p:txBody>
      </p:sp>
      <p:sp>
        <p:nvSpPr>
          <p:cNvPr id="3" name="Subtitle 2">
            <a:extLst>
              <a:ext uri="{FF2B5EF4-FFF2-40B4-BE49-F238E27FC236}">
                <a16:creationId xmlns:a16="http://schemas.microsoft.com/office/drawing/2014/main" id="{86915D2C-FBBF-4872-8B9B-3345FADF0AAF}"/>
              </a:ext>
            </a:extLst>
          </p:cNvPr>
          <p:cNvSpPr>
            <a:spLocks noGrp="1"/>
          </p:cNvSpPr>
          <p:nvPr>
            <p:ph type="subTitle" idx="1" hasCustomPrompt="1"/>
          </p:nvPr>
        </p:nvSpPr>
        <p:spPr bwMode="black">
          <a:xfrm>
            <a:off x="609600" y="4157473"/>
            <a:ext cx="6705600" cy="679673"/>
          </a:xfrm>
        </p:spPr>
        <p:txBody>
          <a:bodyPr>
            <a:spAutoFit/>
          </a:bodyPr>
          <a:lstStyle>
            <a:lvl1pPr marL="0" marR="0" indent="0" algn="l" defTabSz="1219170" rtl="0" eaLnBrk="1" fontAlgn="auto" latinLnBrk="0" hangingPunct="1">
              <a:lnSpc>
                <a:spcPct val="100000"/>
              </a:lnSpc>
              <a:spcBef>
                <a:spcPts val="800"/>
              </a:spcBef>
              <a:spcAft>
                <a:spcPts val="0"/>
              </a:spcAft>
              <a:buClrTx/>
              <a:buSzTx/>
              <a:buFont typeface="Arial" panose="020B0604020202020204" pitchFamily="34" charset="0"/>
              <a:buNone/>
              <a:tabLst/>
              <a:defRPr sz="2400">
                <a:solidFill>
                  <a:schemeClr val="tx1"/>
                </a:solidFill>
              </a:defRPr>
            </a:lvl1pPr>
            <a:lvl2pPr marL="0" indent="0" algn="l">
              <a:buClrTx/>
              <a:buFont typeface="Arial" panose="020B0604020202020204" pitchFamily="34" charset="0"/>
              <a:buNone/>
              <a:tabLst/>
              <a:defRPr sz="1600">
                <a:solidFill>
                  <a:schemeClr val="tx1"/>
                </a:solidFill>
              </a:defRPr>
            </a:lvl2pPr>
            <a:lvl3pPr marL="304792" indent="-304792" algn="l">
              <a:spcBef>
                <a:spcPts val="800"/>
              </a:spcBef>
              <a:buClrTx/>
              <a:buSzPct val="125000"/>
              <a:buFont typeface="Arial" panose="020B0604020202020204" pitchFamily="34" charset="0"/>
              <a:buChar char="•"/>
              <a:defRPr sz="1600">
                <a:solidFill>
                  <a:schemeClr val="tx1"/>
                </a:solidFill>
              </a:defRPr>
            </a:lvl3pPr>
            <a:lvl4pPr marL="304792" indent="-304792" algn="l">
              <a:spcBef>
                <a:spcPts val="800"/>
              </a:spcBef>
              <a:buClrTx/>
              <a:buSzPct val="125000"/>
              <a:buFont typeface="Arial" panose="020B0604020202020204" pitchFamily="34" charset="0"/>
              <a:buChar char="•"/>
              <a:defRPr sz="1600">
                <a:solidFill>
                  <a:schemeClr val="tx1"/>
                </a:solidFill>
              </a:defRPr>
            </a:lvl4pPr>
            <a:lvl5pPr marL="304792" indent="-304792" algn="l">
              <a:spcBef>
                <a:spcPts val="800"/>
              </a:spcBef>
              <a:buClrTx/>
              <a:buSzPct val="125000"/>
              <a:buFont typeface="Arial" panose="020B0604020202020204" pitchFamily="34" charset="0"/>
              <a:buChar char="•"/>
              <a:defRPr sz="1600">
                <a:solidFill>
                  <a:schemeClr val="tx1"/>
                </a:solidFill>
              </a:defRPr>
            </a:lvl5pPr>
            <a:lvl6pPr marL="304792" indent="-304792" algn="l">
              <a:spcBef>
                <a:spcPts val="800"/>
              </a:spcBef>
              <a:buClrTx/>
              <a:buSzPct val="125000"/>
              <a:buFont typeface="Arial" panose="020B0604020202020204" pitchFamily="34" charset="0"/>
              <a:buChar char="•"/>
              <a:defRPr sz="1600">
                <a:solidFill>
                  <a:schemeClr val="tx1"/>
                </a:solidFill>
              </a:defRPr>
            </a:lvl6pPr>
            <a:lvl7pPr marL="304792" indent="-304792" algn="l">
              <a:spcBef>
                <a:spcPts val="800"/>
              </a:spcBef>
              <a:buClrTx/>
              <a:buSzPct val="125000"/>
              <a:buFont typeface="Arial" panose="020B0604020202020204" pitchFamily="34" charset="0"/>
              <a:buChar char="•"/>
              <a:defRPr sz="1600">
                <a:solidFill>
                  <a:schemeClr val="tx1"/>
                </a:solidFill>
              </a:defRPr>
            </a:lvl7pPr>
            <a:lvl8pPr marL="304792" indent="-304792" algn="l">
              <a:spcBef>
                <a:spcPts val="800"/>
              </a:spcBef>
              <a:buClrTx/>
              <a:buSzPct val="125000"/>
              <a:buFont typeface="Arial" panose="020B0604020202020204" pitchFamily="34" charset="0"/>
              <a:buChar char="•"/>
              <a:defRPr sz="1600">
                <a:solidFill>
                  <a:schemeClr val="tx1"/>
                </a:solidFill>
              </a:defRPr>
            </a:lvl8pPr>
            <a:lvl9pPr marL="304792" indent="-304792" algn="l">
              <a:spcBef>
                <a:spcPts val="800"/>
              </a:spcBef>
              <a:buClrTx/>
              <a:buSzPct val="125000"/>
              <a:buFont typeface="Arial" panose="020B0604020202020204" pitchFamily="34" charset="0"/>
              <a:buChar char="•"/>
              <a:defRPr sz="1600">
                <a:solidFill>
                  <a:schemeClr val="tx1"/>
                </a:solidFill>
              </a:defRPr>
            </a:lvl9pPr>
          </a:lstStyle>
          <a:p>
            <a:pPr lvl="0"/>
            <a:r>
              <a:rPr lang="en-US"/>
              <a:t>Speaker’s Full Name</a:t>
            </a:r>
          </a:p>
          <a:p>
            <a:pPr lvl="1"/>
            <a:r>
              <a:rPr lang="en-US"/>
              <a:t>Speaker’s title</a:t>
            </a:r>
          </a:p>
        </p:txBody>
      </p:sp>
      <p:sp>
        <p:nvSpPr>
          <p:cNvPr id="11" name="Footer Placeholder 10">
            <a:extLst>
              <a:ext uri="{FF2B5EF4-FFF2-40B4-BE49-F238E27FC236}">
                <a16:creationId xmlns:a16="http://schemas.microsoft.com/office/drawing/2014/main" id="{593BD8E8-263E-4363-B56A-C654487075F5}"/>
              </a:ext>
            </a:extLst>
          </p:cNvPr>
          <p:cNvSpPr>
            <a:spLocks noGrp="1"/>
          </p:cNvSpPr>
          <p:nvPr>
            <p:ph type="ftr" sz="quarter" idx="11"/>
          </p:nvPr>
        </p:nvSpPr>
        <p:spPr bwMode="white">
          <a:xfrm>
            <a:off x="609600" y="6343036"/>
            <a:ext cx="1021113" cy="153888"/>
          </a:xfrm>
        </p:spPr>
        <p:txBody>
          <a:bodyPr>
            <a:spAutoFit/>
          </a:bodyPr>
          <a:lstStyle>
            <a:lvl1pPr>
              <a:defRPr sz="1000">
                <a:solidFill>
                  <a:schemeClr val="bg1"/>
                </a:solidFill>
              </a:defRPr>
            </a:lvl1pPr>
            <a:lvl2pPr marL="0" indent="0">
              <a:defRPr sz="1000">
                <a:solidFill>
                  <a:schemeClr val="bg1"/>
                </a:solidFill>
              </a:defRPr>
            </a:lvl2pPr>
            <a:lvl3pPr marL="0" indent="0">
              <a:defRPr sz="1000">
                <a:solidFill>
                  <a:schemeClr val="bg1"/>
                </a:solidFill>
              </a:defRPr>
            </a:lvl3pPr>
            <a:lvl4pPr marL="0" indent="0">
              <a:defRPr sz="1000">
                <a:solidFill>
                  <a:schemeClr val="bg1"/>
                </a:solidFill>
              </a:defRPr>
            </a:lvl4pPr>
            <a:lvl5pPr marL="0" indent="0">
              <a:defRPr sz="1000">
                <a:solidFill>
                  <a:schemeClr val="bg1"/>
                </a:solidFill>
              </a:defRPr>
            </a:lvl5pPr>
            <a:lvl6pPr marL="0" indent="0">
              <a:defRPr sz="1000">
                <a:solidFill>
                  <a:schemeClr val="bg1"/>
                </a:solidFill>
              </a:defRPr>
            </a:lvl6pPr>
            <a:lvl7pPr marL="0" indent="0">
              <a:defRPr sz="1000">
                <a:solidFill>
                  <a:schemeClr val="bg1"/>
                </a:solidFill>
              </a:defRPr>
            </a:lvl7pPr>
            <a:lvl8pPr marL="0" indent="0">
              <a:defRPr sz="1000">
                <a:solidFill>
                  <a:schemeClr val="bg1"/>
                </a:solidFill>
              </a:defRPr>
            </a:lvl8pPr>
            <a:lvl9pPr marL="0" indent="0">
              <a:defRPr sz="1000">
                <a:solidFill>
                  <a:schemeClr val="bg1"/>
                </a:solidFill>
              </a:defRPr>
            </a:lvl9pPr>
          </a:lstStyle>
          <a:p>
            <a:r>
              <a:rPr lang="en-US"/>
              <a:t>© 2019 Cognizant</a:t>
            </a:r>
          </a:p>
        </p:txBody>
      </p:sp>
      <p:cxnSp>
        <p:nvCxnSpPr>
          <p:cNvPr id="8" name="Straight Connector 7">
            <a:extLst>
              <a:ext uri="{FF2B5EF4-FFF2-40B4-BE49-F238E27FC236}">
                <a16:creationId xmlns:a16="http://schemas.microsoft.com/office/drawing/2014/main" id="{B2D38650-2189-4A4F-AD30-9C41C4094C5F}"/>
              </a:ext>
            </a:extLst>
          </p:cNvPr>
          <p:cNvCxnSpPr>
            <a:cxnSpLocks/>
          </p:cNvCxnSpPr>
          <p:nvPr userDrawn="1"/>
        </p:nvCxnSpPr>
        <p:spPr bwMode="black">
          <a:xfrm>
            <a:off x="609600" y="3904765"/>
            <a:ext cx="3048000"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10" name="Picture 9"/>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220495" y="100820"/>
            <a:ext cx="6518669" cy="1479299"/>
          </a:xfrm>
          <a:prstGeom prst="rect">
            <a:avLst/>
          </a:prstGeom>
        </p:spPr>
      </p:pic>
    </p:spTree>
    <p:extLst>
      <p:ext uri="{BB962C8B-B14F-4D97-AF65-F5344CB8AC3E}">
        <p14:creationId xmlns:p14="http://schemas.microsoft.com/office/powerpoint/2010/main" val="1862024811"/>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type="obj">
  <p:cSld name="Header &amp; 1-Colum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59AFEE-79A3-4996-B06D-D9A66A9C504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26E17DD-19FC-4C3A-8168-1354DEB9B32C}"/>
              </a:ext>
            </a:extLst>
          </p:cNvPr>
          <p:cNvSpPr>
            <a:spLocks noGrp="1"/>
          </p:cNvSpPr>
          <p:nvPr>
            <p:ph idx="1"/>
          </p:nvPr>
        </p:nvSpPr>
        <p:spPr>
          <a:xfrm>
            <a:off x="512064" y="1682496"/>
            <a:ext cx="11180064" cy="4425696"/>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91D511AA-6A21-4D17-A7EA-84E88C35C4DA}"/>
              </a:ext>
            </a:extLst>
          </p:cNvPr>
          <p:cNvSpPr>
            <a:spLocks noGrp="1"/>
          </p:cNvSpPr>
          <p:nvPr>
            <p:ph type="dt" sz="half" idx="10"/>
          </p:nvPr>
        </p:nvSpPr>
        <p:spPr/>
        <p:txBody>
          <a:bodyPr/>
          <a:lstStyle/>
          <a:p>
            <a:fld id="{D458313F-8A13-4A41-A8D7-31FB2FB074CF}" type="datetime1">
              <a:rPr lang="en-US" smtClean="0"/>
              <a:t>7/21/2025</a:t>
            </a:fld>
            <a:endParaRPr lang="en-US"/>
          </a:p>
        </p:txBody>
      </p:sp>
      <p:sp>
        <p:nvSpPr>
          <p:cNvPr id="7" name="Footer Placeholder 6">
            <a:extLst>
              <a:ext uri="{FF2B5EF4-FFF2-40B4-BE49-F238E27FC236}">
                <a16:creationId xmlns:a16="http://schemas.microsoft.com/office/drawing/2014/main" id="{3B1582F7-096C-4E61-A430-37DE800FD8E9}"/>
              </a:ext>
            </a:extLst>
          </p:cNvPr>
          <p:cNvSpPr>
            <a:spLocks noGrp="1"/>
          </p:cNvSpPr>
          <p:nvPr>
            <p:ph type="ftr" sz="quarter" idx="11"/>
          </p:nvPr>
        </p:nvSpPr>
        <p:spPr/>
        <p:txBody>
          <a:bodyPr/>
          <a:lstStyle/>
          <a:p>
            <a:r>
              <a:rPr lang="en-US"/>
              <a:t>© 2019 Cognizant</a:t>
            </a:r>
          </a:p>
        </p:txBody>
      </p:sp>
      <p:sp>
        <p:nvSpPr>
          <p:cNvPr id="10" name="Slide Number Placeholder 9">
            <a:extLst>
              <a:ext uri="{FF2B5EF4-FFF2-40B4-BE49-F238E27FC236}">
                <a16:creationId xmlns:a16="http://schemas.microsoft.com/office/drawing/2014/main" id="{6DECEAA4-0F33-4B6D-A269-0A7754EC7763}"/>
              </a:ext>
            </a:extLst>
          </p:cNvPr>
          <p:cNvSpPr>
            <a:spLocks noGrp="1"/>
          </p:cNvSpPr>
          <p:nvPr>
            <p:ph type="sldNum" sz="quarter" idx="12"/>
          </p:nvPr>
        </p:nvSpPr>
        <p:spPr/>
        <p:txBody>
          <a:bodyPr/>
          <a:lstStyle/>
          <a:p>
            <a:fld id="{2EFEF571-C9B4-4D92-A7F7-315B894862A8}" type="slidenum">
              <a:rPr lang="en-US" smtClean="0"/>
              <a:pPr/>
              <a:t>‹#›</a:t>
            </a:fld>
            <a:endParaRPr lang="en-US"/>
          </a:p>
        </p:txBody>
      </p:sp>
      <p:cxnSp>
        <p:nvCxnSpPr>
          <p:cNvPr id="12" name="Straight Connector 11">
            <a:extLst>
              <a:ext uri="{FF2B5EF4-FFF2-40B4-BE49-F238E27FC236}">
                <a16:creationId xmlns:a16="http://schemas.microsoft.com/office/drawing/2014/main" id="{52B07E44-2946-4C76-AAE8-51C4712E237F}"/>
              </a:ext>
            </a:extLst>
          </p:cNvPr>
          <p:cNvCxnSpPr>
            <a:cxnSpLocks/>
          </p:cNvCxnSpPr>
          <p:nvPr userDrawn="1"/>
        </p:nvCxnSpPr>
        <p:spPr>
          <a:xfrm>
            <a:off x="506567" y="6254496"/>
            <a:ext cx="11178867" cy="0"/>
          </a:xfrm>
          <a:prstGeom prst="line">
            <a:avLst/>
          </a:prstGeom>
          <a:ln>
            <a:solidFill>
              <a:schemeClr val="accent6"/>
            </a:solidFill>
          </a:ln>
        </p:spPr>
        <p:style>
          <a:lnRef idx="1">
            <a:schemeClr val="accent1"/>
          </a:lnRef>
          <a:fillRef idx="0">
            <a:schemeClr val="accent1"/>
          </a:fillRef>
          <a:effectRef idx="0">
            <a:schemeClr val="accent1"/>
          </a:effectRef>
          <a:fontRef idx="minor">
            <a:schemeClr val="tx1"/>
          </a:fontRef>
        </p:style>
      </p:cxnSp>
      <p:pic>
        <p:nvPicPr>
          <p:cNvPr id="9" name="Picture 8"/>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006542" y="6338156"/>
            <a:ext cx="2678892" cy="314717"/>
          </a:xfrm>
          <a:prstGeom prst="rect">
            <a:avLst/>
          </a:prstGeom>
        </p:spPr>
      </p:pic>
    </p:spTree>
    <p:extLst>
      <p:ext uri="{BB962C8B-B14F-4D97-AF65-F5344CB8AC3E}">
        <p14:creationId xmlns:p14="http://schemas.microsoft.com/office/powerpoint/2010/main" val="154014734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slideLayout" Target="../slideLayouts/slideLayout25.xml"/><Relationship Id="rId26" Type="http://schemas.openxmlformats.org/officeDocument/2006/relationships/slideLayout" Target="../slideLayouts/slideLayout33.xml"/><Relationship Id="rId3" Type="http://schemas.openxmlformats.org/officeDocument/2006/relationships/slideLayout" Target="../slideLayouts/slideLayout10.xml"/><Relationship Id="rId21" Type="http://schemas.openxmlformats.org/officeDocument/2006/relationships/slideLayout" Target="../slideLayouts/slideLayout28.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5" Type="http://schemas.openxmlformats.org/officeDocument/2006/relationships/slideLayout" Target="../slideLayouts/slideLayout32.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slideLayout" Target="../slideLayouts/slideLayout27.xml"/><Relationship Id="rId29" Type="http://schemas.openxmlformats.org/officeDocument/2006/relationships/slideLayout" Target="../slideLayouts/slideLayout36.xml"/><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24" Type="http://schemas.openxmlformats.org/officeDocument/2006/relationships/slideLayout" Target="../slideLayouts/slideLayout31.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23" Type="http://schemas.openxmlformats.org/officeDocument/2006/relationships/slideLayout" Target="../slideLayouts/slideLayout30.xml"/><Relationship Id="rId28" Type="http://schemas.openxmlformats.org/officeDocument/2006/relationships/slideLayout" Target="../slideLayouts/slideLayout35.xml"/><Relationship Id="rId10" Type="http://schemas.openxmlformats.org/officeDocument/2006/relationships/slideLayout" Target="../slideLayouts/slideLayout17.xml"/><Relationship Id="rId19" Type="http://schemas.openxmlformats.org/officeDocument/2006/relationships/slideLayout" Target="../slideLayouts/slideLayout26.xml"/><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 Id="rId22" Type="http://schemas.openxmlformats.org/officeDocument/2006/relationships/slideLayout" Target="../slideLayouts/slideLayout29.xml"/><Relationship Id="rId27" Type="http://schemas.openxmlformats.org/officeDocument/2006/relationships/slideLayout" Target="../slideLayouts/slideLayout34.xml"/><Relationship Id="rId30"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4.xml"/><Relationship Id="rId13" Type="http://schemas.openxmlformats.org/officeDocument/2006/relationships/slideLayout" Target="../slideLayouts/slideLayout49.xml"/><Relationship Id="rId18" Type="http://schemas.openxmlformats.org/officeDocument/2006/relationships/slideLayout" Target="../slideLayouts/slideLayout54.xml"/><Relationship Id="rId26" Type="http://schemas.openxmlformats.org/officeDocument/2006/relationships/slideLayout" Target="../slideLayouts/slideLayout62.xml"/><Relationship Id="rId3" Type="http://schemas.openxmlformats.org/officeDocument/2006/relationships/slideLayout" Target="../slideLayouts/slideLayout39.xml"/><Relationship Id="rId21" Type="http://schemas.openxmlformats.org/officeDocument/2006/relationships/slideLayout" Target="../slideLayouts/slideLayout57.xml"/><Relationship Id="rId7" Type="http://schemas.openxmlformats.org/officeDocument/2006/relationships/slideLayout" Target="../slideLayouts/slideLayout43.xml"/><Relationship Id="rId12" Type="http://schemas.openxmlformats.org/officeDocument/2006/relationships/slideLayout" Target="../slideLayouts/slideLayout48.xml"/><Relationship Id="rId17" Type="http://schemas.openxmlformats.org/officeDocument/2006/relationships/slideLayout" Target="../slideLayouts/slideLayout53.xml"/><Relationship Id="rId25" Type="http://schemas.openxmlformats.org/officeDocument/2006/relationships/slideLayout" Target="../slideLayouts/slideLayout61.xml"/><Relationship Id="rId2" Type="http://schemas.openxmlformats.org/officeDocument/2006/relationships/slideLayout" Target="../slideLayouts/slideLayout38.xml"/><Relationship Id="rId16" Type="http://schemas.openxmlformats.org/officeDocument/2006/relationships/slideLayout" Target="../slideLayouts/slideLayout52.xml"/><Relationship Id="rId20" Type="http://schemas.openxmlformats.org/officeDocument/2006/relationships/slideLayout" Target="../slideLayouts/slideLayout56.xml"/><Relationship Id="rId29" Type="http://schemas.openxmlformats.org/officeDocument/2006/relationships/slideLayout" Target="../slideLayouts/slideLayout65.xml"/><Relationship Id="rId1" Type="http://schemas.openxmlformats.org/officeDocument/2006/relationships/slideLayout" Target="../slideLayouts/slideLayout37.xml"/><Relationship Id="rId6" Type="http://schemas.openxmlformats.org/officeDocument/2006/relationships/slideLayout" Target="../slideLayouts/slideLayout42.xml"/><Relationship Id="rId11" Type="http://schemas.openxmlformats.org/officeDocument/2006/relationships/slideLayout" Target="../slideLayouts/slideLayout47.xml"/><Relationship Id="rId24" Type="http://schemas.openxmlformats.org/officeDocument/2006/relationships/slideLayout" Target="../slideLayouts/slideLayout60.xml"/><Relationship Id="rId32" Type="http://schemas.openxmlformats.org/officeDocument/2006/relationships/theme" Target="../theme/theme3.xml"/><Relationship Id="rId5" Type="http://schemas.openxmlformats.org/officeDocument/2006/relationships/slideLayout" Target="../slideLayouts/slideLayout41.xml"/><Relationship Id="rId15" Type="http://schemas.openxmlformats.org/officeDocument/2006/relationships/slideLayout" Target="../slideLayouts/slideLayout51.xml"/><Relationship Id="rId23" Type="http://schemas.openxmlformats.org/officeDocument/2006/relationships/slideLayout" Target="../slideLayouts/slideLayout59.xml"/><Relationship Id="rId28" Type="http://schemas.openxmlformats.org/officeDocument/2006/relationships/slideLayout" Target="../slideLayouts/slideLayout64.xml"/><Relationship Id="rId10" Type="http://schemas.openxmlformats.org/officeDocument/2006/relationships/slideLayout" Target="../slideLayouts/slideLayout46.xml"/><Relationship Id="rId19" Type="http://schemas.openxmlformats.org/officeDocument/2006/relationships/slideLayout" Target="../slideLayouts/slideLayout55.xml"/><Relationship Id="rId31" Type="http://schemas.openxmlformats.org/officeDocument/2006/relationships/slideLayout" Target="../slideLayouts/slideLayout67.xml"/><Relationship Id="rId4" Type="http://schemas.openxmlformats.org/officeDocument/2006/relationships/slideLayout" Target="../slideLayouts/slideLayout40.xml"/><Relationship Id="rId9" Type="http://schemas.openxmlformats.org/officeDocument/2006/relationships/slideLayout" Target="../slideLayouts/slideLayout45.xml"/><Relationship Id="rId14" Type="http://schemas.openxmlformats.org/officeDocument/2006/relationships/slideLayout" Target="../slideLayouts/slideLayout50.xml"/><Relationship Id="rId22" Type="http://schemas.openxmlformats.org/officeDocument/2006/relationships/slideLayout" Target="../slideLayouts/slideLayout58.xml"/><Relationship Id="rId27" Type="http://schemas.openxmlformats.org/officeDocument/2006/relationships/slideLayout" Target="../slideLayouts/slideLayout63.xml"/><Relationship Id="rId30" Type="http://schemas.openxmlformats.org/officeDocument/2006/relationships/slideLayout" Target="../slideLayouts/slideLayout6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userDrawn="1"/>
        </p:nvPicPr>
        <p:blipFill>
          <a:blip r:embed="rId9">
            <a:extLst>
              <a:ext uri="{28A0092B-C50C-407E-A947-70E740481C1C}">
                <a14:useLocalDpi xmlns:a14="http://schemas.microsoft.com/office/drawing/2010/main" val="0"/>
              </a:ext>
            </a:extLst>
          </a:blip>
          <a:stretch>
            <a:fillRect/>
          </a:stretch>
        </p:blipFill>
        <p:spPr>
          <a:xfrm>
            <a:off x="0" y="0"/>
            <a:ext cx="12191995" cy="6858000"/>
          </a:xfrm>
          <a:prstGeom prst="rect">
            <a:avLst/>
          </a:prstGeom>
        </p:spPr>
      </p:pic>
      <p:sp>
        <p:nvSpPr>
          <p:cNvPr id="2" name="Title Placeholder 1"/>
          <p:cNvSpPr>
            <a:spLocks noGrp="1"/>
          </p:cNvSpPr>
          <p:nvPr>
            <p:ph type="title"/>
          </p:nvPr>
        </p:nvSpPr>
        <p:spPr>
          <a:xfrm>
            <a:off x="3048000" y="1"/>
            <a:ext cx="9143995" cy="478971"/>
          </a:xfrm>
          <a:prstGeom prst="rect">
            <a:avLst/>
          </a:prstGeom>
        </p:spPr>
        <p:txBody>
          <a:bodyPr vert="horz" lIns="91440" tIns="45720" rIns="91440" bIns="45720" rtlCol="0" anchor="ctr">
            <a:noAutofit/>
          </a:bodyPr>
          <a:lstStyle/>
          <a:p>
            <a:pPr lvl="0"/>
            <a:r>
              <a:rPr lang="en-US" dirty="0"/>
              <a:t>Click to edit Master title style</a:t>
            </a:r>
          </a:p>
        </p:txBody>
      </p:sp>
      <p:sp>
        <p:nvSpPr>
          <p:cNvPr id="3" name="Text Placeholder 2"/>
          <p:cNvSpPr>
            <a:spLocks noGrp="1"/>
          </p:cNvSpPr>
          <p:nvPr>
            <p:ph type="body" idx="1"/>
          </p:nvPr>
        </p:nvSpPr>
        <p:spPr>
          <a:xfrm>
            <a:off x="609600" y="1143001"/>
            <a:ext cx="10972800" cy="49831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9676" y="6553200"/>
            <a:ext cx="1828800" cy="228600"/>
          </a:xfrm>
          <a:prstGeom prst="rect">
            <a:avLst/>
          </a:prstGeom>
        </p:spPr>
        <p:txBody>
          <a:bodyPr vert="horz" lIns="91440" tIns="45720" rIns="91440" bIns="45720" rtlCol="0" anchor="ctr"/>
          <a:lstStyle>
            <a:lvl1pPr algn="l">
              <a:defRPr lang="en-US" sz="1200" b="1" kern="1200" dirty="0" smtClean="0">
                <a:solidFill>
                  <a:schemeClr val="bg1">
                    <a:lumMod val="50000"/>
                  </a:schemeClr>
                </a:solidFill>
                <a:latin typeface="Arial Narrow" pitchFamily="34" charset="0"/>
                <a:ea typeface="+mn-ea"/>
                <a:cs typeface="+mn-cs"/>
              </a:defRPr>
            </a:lvl1pPr>
          </a:lstStyle>
          <a:p>
            <a:r>
              <a:rPr lang="en-US"/>
              <a:t>© Cognizant 2015</a:t>
            </a:r>
          </a:p>
        </p:txBody>
      </p:sp>
      <p:sp>
        <p:nvSpPr>
          <p:cNvPr id="6" name="Slide Number Placeholder 5"/>
          <p:cNvSpPr>
            <a:spLocks noGrp="1"/>
          </p:cNvSpPr>
          <p:nvPr>
            <p:ph type="sldNum" sz="quarter" idx="4"/>
          </p:nvPr>
        </p:nvSpPr>
        <p:spPr>
          <a:xfrm>
            <a:off x="11480800" y="6629401"/>
            <a:ext cx="711195" cy="228597"/>
          </a:xfrm>
          <a:prstGeom prst="rect">
            <a:avLst/>
          </a:prstGeom>
        </p:spPr>
        <p:txBody>
          <a:bodyPr vert="horz" lIns="91440" tIns="45720" rIns="91440" bIns="45720" rtlCol="0" anchor="ctr"/>
          <a:lstStyle>
            <a:lvl1pPr>
              <a:defRPr lang="en-US" sz="1200" smtClean="0">
                <a:solidFill>
                  <a:schemeClr val="bg1"/>
                </a:solidFill>
              </a:defRPr>
            </a:lvl1pPr>
          </a:lstStyle>
          <a:p>
            <a:pPr algn="r"/>
            <a:fld id="{E7AF38FF-B38D-4060-8B8D-2D16AAFBAAC1}" type="slidenum">
              <a:rPr lang="en-US" smtClean="0"/>
              <a:pPr algn="r"/>
              <a:t>‹#›</a:t>
            </a:fld>
            <a:endParaRPr lang="en-US"/>
          </a:p>
        </p:txBody>
      </p:sp>
    </p:spTree>
    <p:extLst>
      <p:ext uri="{BB962C8B-B14F-4D97-AF65-F5344CB8AC3E}">
        <p14:creationId xmlns:p14="http://schemas.microsoft.com/office/powerpoint/2010/main" val="440358670"/>
      </p:ext>
    </p:extLst>
  </p:cSld>
  <p:clrMap bg1="lt1" tx1="dk1" bg2="lt2" tx2="dk2" accent1="accent1" accent2="accent2" accent3="accent3" accent4="accent4" accent5="accent5" accent6="accent6" hlink="hlink" folHlink="folHlink"/>
  <p:sldLayoutIdLst>
    <p:sldLayoutId id="2147483675" r:id="rId1"/>
    <p:sldLayoutId id="2147483676" r:id="rId2"/>
    <p:sldLayoutId id="2147483678" r:id="rId3"/>
    <p:sldLayoutId id="2147483679" r:id="rId4"/>
    <p:sldLayoutId id="2147483680" r:id="rId5"/>
    <p:sldLayoutId id="2147483681" r:id="rId6"/>
    <p:sldLayoutId id="2147483684" r:id="rId7"/>
  </p:sldLayoutIdLst>
  <p:hf hdr="0" dt="0"/>
  <p:txStyles>
    <p:titleStyle>
      <a:lvl1pPr algn="l" defTabSz="914400" rtl="0" eaLnBrk="1" latinLnBrk="0" hangingPunct="1">
        <a:spcBef>
          <a:spcPct val="0"/>
        </a:spcBef>
        <a:buNone/>
        <a:defRPr lang="en-US" sz="3000" b="0" kern="1200" dirty="0" smtClean="0">
          <a:solidFill>
            <a:schemeClr val="bg1"/>
          </a:solidFill>
          <a:latin typeface="Arial Rounded MT Bold" pitchFamily="34" charset="0"/>
          <a:ea typeface="+mn-ea"/>
          <a:cs typeface="+mn-cs"/>
        </a:defRPr>
      </a:lvl1pPr>
    </p:titleStyle>
    <p:body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199" y="557784"/>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199"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6" y="6325193"/>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dirty="0"/>
              <a:t>© 2023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199"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C53E075B-3175-45CF-B3C7-FEDF3F5961E3}" type="slidenum">
              <a:rPr lang="en-US" smtClean="0"/>
              <a:pPr/>
              <a:t>‹#›</a:t>
            </a:fld>
            <a:endParaRPr lang="en-US" dirty="0"/>
          </a:p>
        </p:txBody>
      </p:sp>
    </p:spTree>
    <p:extLst>
      <p:ext uri="{BB962C8B-B14F-4D97-AF65-F5344CB8AC3E}">
        <p14:creationId xmlns:p14="http://schemas.microsoft.com/office/powerpoint/2010/main" val="100172974"/>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 id="2147483708" r:id="rId13"/>
    <p:sldLayoutId id="2147483709" r:id="rId14"/>
    <p:sldLayoutId id="2147483710" r:id="rId15"/>
    <p:sldLayoutId id="2147483711" r:id="rId16"/>
    <p:sldLayoutId id="2147483712" r:id="rId17"/>
    <p:sldLayoutId id="2147483713" r:id="rId18"/>
    <p:sldLayoutId id="2147483714" r:id="rId19"/>
    <p:sldLayoutId id="2147483715" r:id="rId20"/>
    <p:sldLayoutId id="2147483716" r:id="rId21"/>
    <p:sldLayoutId id="2147483717" r:id="rId22"/>
    <p:sldLayoutId id="2147483718" r:id="rId23"/>
    <p:sldLayoutId id="2147483719" r:id="rId24"/>
    <p:sldLayoutId id="2147483720" r:id="rId25"/>
    <p:sldLayoutId id="2147483721" r:id="rId26"/>
    <p:sldLayoutId id="2147483722" r:id="rId27"/>
    <p:sldLayoutId id="2147483723" r:id="rId28"/>
    <p:sldLayoutId id="2147483724" r:id="rId29"/>
  </p:sldLayoutIdLst>
  <p:hf hdr="0" dt="0"/>
  <p:txStyles>
    <p:title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8E9D72-856B-46EE-8BDE-CBBAC28AAF7F}"/>
              </a:ext>
            </a:extLst>
          </p:cNvPr>
          <p:cNvSpPr>
            <a:spLocks noGrp="1"/>
          </p:cNvSpPr>
          <p:nvPr>
            <p:ph type="title"/>
          </p:nvPr>
        </p:nvSpPr>
        <p:spPr>
          <a:xfrm>
            <a:off x="457201" y="557785"/>
            <a:ext cx="10808209" cy="369332"/>
          </a:xfrm>
          <a:prstGeom prst="rect">
            <a:avLst/>
          </a:prstGeom>
        </p:spPr>
        <p:txBody>
          <a:bodyPr vert="horz" wrap="square" lIns="0" tIns="0" rIns="0" bIns="0" rtlCol="0" anchor="t" anchorCtr="0">
            <a:sp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C353AE5-6B0E-4902-862A-00CC79737962}"/>
              </a:ext>
            </a:extLst>
          </p:cNvPr>
          <p:cNvSpPr>
            <a:spLocks noGrp="1"/>
          </p:cNvSpPr>
          <p:nvPr>
            <p:ph type="body" idx="1"/>
          </p:nvPr>
        </p:nvSpPr>
        <p:spPr>
          <a:xfrm>
            <a:off x="457201" y="1526723"/>
            <a:ext cx="10808209" cy="4137308"/>
          </a:xfrm>
          <a:prstGeom prst="rect">
            <a:avLst/>
          </a:prstGeom>
        </p:spPr>
        <p:txBody>
          <a:bodyPr vert="horz" wrap="square"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C0715BBF-C237-4C9F-A0A0-755261F5952F}"/>
              </a:ext>
            </a:extLst>
          </p:cNvPr>
          <p:cNvSpPr>
            <a:spLocks noGrp="1"/>
          </p:cNvSpPr>
          <p:nvPr>
            <p:ph type="ftr" sz="quarter" idx="3"/>
          </p:nvPr>
        </p:nvSpPr>
        <p:spPr>
          <a:xfrm>
            <a:off x="1042417" y="6325194"/>
            <a:ext cx="1198179" cy="303572"/>
          </a:xfrm>
          <a:prstGeom prst="rect">
            <a:avLst/>
          </a:prstGeom>
        </p:spPr>
        <p:txBody>
          <a:bodyPr vert="horz" wrap="none" lIns="0" tIns="0" rIns="0" bIns="0" rtlCol="0" anchor="b" anchorCtr="0"/>
          <a:lstStyle>
            <a:lvl1pPr algn="l">
              <a:defRPr sz="700">
                <a:solidFill>
                  <a:schemeClr val="tx1"/>
                </a:solidFill>
              </a:defRPr>
            </a:lvl1pPr>
          </a:lstStyle>
          <a:p>
            <a:r>
              <a:rPr lang="en-US"/>
              <a:t>© 2019 Cognizant</a:t>
            </a:r>
          </a:p>
        </p:txBody>
      </p:sp>
      <p:sp>
        <p:nvSpPr>
          <p:cNvPr id="6" name="Slide Number Placeholder 5">
            <a:extLst>
              <a:ext uri="{FF2B5EF4-FFF2-40B4-BE49-F238E27FC236}">
                <a16:creationId xmlns:a16="http://schemas.microsoft.com/office/drawing/2014/main" id="{84AF048F-36A8-491A-8564-2DB36D67BC49}"/>
              </a:ext>
            </a:extLst>
          </p:cNvPr>
          <p:cNvSpPr>
            <a:spLocks noGrp="1"/>
          </p:cNvSpPr>
          <p:nvPr>
            <p:ph type="sldNum" sz="quarter" idx="4"/>
          </p:nvPr>
        </p:nvSpPr>
        <p:spPr>
          <a:xfrm>
            <a:off x="457201" y="6325299"/>
            <a:ext cx="352097" cy="304100"/>
          </a:xfrm>
          <a:prstGeom prst="rect">
            <a:avLst/>
          </a:prstGeom>
        </p:spPr>
        <p:txBody>
          <a:bodyPr vert="horz" wrap="none" lIns="0" tIns="0" rIns="0" bIns="0" rtlCol="0" anchor="b" anchorCtr="0"/>
          <a:lstStyle>
            <a:lvl1pPr algn="l">
              <a:defRPr sz="700">
                <a:solidFill>
                  <a:schemeClr val="tx1"/>
                </a:solidFill>
              </a:defRPr>
            </a:lvl1pPr>
          </a:lstStyle>
          <a:p>
            <a:fld id="{2EFEF571-C9B4-4D92-A7F7-315B894862A8}" type="slidenum">
              <a:rPr lang="en-US" smtClean="0"/>
              <a:pPr/>
              <a:t>‹#›</a:t>
            </a:fld>
            <a:endParaRPr lang="en-US"/>
          </a:p>
        </p:txBody>
      </p:sp>
    </p:spTree>
    <p:extLst>
      <p:ext uri="{BB962C8B-B14F-4D97-AF65-F5344CB8AC3E}">
        <p14:creationId xmlns:p14="http://schemas.microsoft.com/office/powerpoint/2010/main" val="2856183798"/>
      </p:ext>
    </p:extLst>
  </p:cSld>
  <p:clrMap bg1="lt1" tx1="dk1" bg2="lt2" tx2="dk2" accent1="accent1" accent2="accent2" accent3="accent3" accent4="accent4" accent5="accent5" accent6="accent6" hlink="hlink" folHlink="folHlink"/>
  <p:sldLayoutIdLst>
    <p:sldLayoutId id="2147483726" r:id="rId1"/>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 id="2147483739" r:id="rId14"/>
    <p:sldLayoutId id="2147483740" r:id="rId15"/>
    <p:sldLayoutId id="2147483741" r:id="rId16"/>
    <p:sldLayoutId id="2147483742" r:id="rId17"/>
    <p:sldLayoutId id="2147483743" r:id="rId18"/>
    <p:sldLayoutId id="2147483744" r:id="rId19"/>
    <p:sldLayoutId id="2147483745" r:id="rId20"/>
    <p:sldLayoutId id="2147483746" r:id="rId21"/>
    <p:sldLayoutId id="2147483747" r:id="rId22"/>
    <p:sldLayoutId id="2147483748" r:id="rId23"/>
    <p:sldLayoutId id="2147483749" r:id="rId24"/>
    <p:sldLayoutId id="2147483750" r:id="rId25"/>
    <p:sldLayoutId id="2147483751" r:id="rId26"/>
    <p:sldLayoutId id="2147483752" r:id="rId27"/>
    <p:sldLayoutId id="2147483753" r:id="rId28"/>
    <p:sldLayoutId id="2147483754" r:id="rId29"/>
    <p:sldLayoutId id="2147483755" r:id="rId30"/>
    <p:sldLayoutId id="2147483756" r:id="rId31"/>
  </p:sldLayoutIdLst>
  <p:hf hdr="0" dt="0"/>
  <p:txStyles>
    <p:titleStyle>
      <a:lvl1pPr algn="l" defTabSz="914377" rtl="0" eaLnBrk="1" latinLnBrk="0" hangingPunct="1">
        <a:lnSpc>
          <a:spcPct val="100000"/>
        </a:lnSpc>
        <a:spcBef>
          <a:spcPct val="0"/>
        </a:spcBef>
        <a:buNone/>
        <a:defRPr sz="2400" b="1" kern="1200">
          <a:solidFill>
            <a:schemeClr val="tx1"/>
          </a:solidFill>
          <a:latin typeface="+mj-lt"/>
          <a:ea typeface="+mj-ea"/>
          <a:cs typeface="+mj-cs"/>
        </a:defRPr>
      </a:lvl1pPr>
    </p:titleStyle>
    <p:bodyStyle>
      <a:lvl1pPr marL="0" indent="0" algn="l" defTabSz="914377"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24" indent="-230182" algn="l" defTabSz="914377"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66" indent="-230182" algn="l" defTabSz="914377"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160"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349" indent="-228594" algn="l" defTabSz="914377"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7392">
          <p15:clr>
            <a:srgbClr val="F26B43"/>
          </p15:clr>
        </p15:guide>
        <p15:guide id="2" pos="285">
          <p15:clr>
            <a:srgbClr val="F26B43"/>
          </p15:clr>
        </p15:guide>
        <p15:guide id="3" orient="horz" pos="3943">
          <p15:clr>
            <a:srgbClr val="F26B43"/>
          </p15:clr>
        </p15:guide>
        <p15:guide id="4" orient="horz" pos="288">
          <p15:clr>
            <a:srgbClr val="F26B43"/>
          </p15:clr>
        </p15:guide>
        <p15:guide id="5" orient="horz" pos="4164">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xml.rels><?xml version="1.0" encoding="UTF-8" standalone="yes"?>
<Relationships xmlns="http://schemas.openxmlformats.org/package/2006/relationships"><Relationship Id="rId2" Type="http://schemas.openxmlformats.org/officeDocument/2006/relationships/image" Target="../media/image34.jpeg"/><Relationship Id="rId1" Type="http://schemas.openxmlformats.org/officeDocument/2006/relationships/slideLayout" Target="../slideLayouts/slideLayout22.xml"/></Relationships>
</file>

<file path=ppt/slides/_rels/slide4.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2.xml"/></Relationships>
</file>

<file path=ppt/slides/_rels/slide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8.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22.xml"/><Relationship Id="rId4" Type="http://schemas.openxmlformats.org/officeDocument/2006/relationships/image" Target="../media/image39.png"/></Relationships>
</file>

<file path=ppt/slides/_rels/slide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2.xml"/></Relationships>
</file>

<file path=ppt/slides/_rels/slide10.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2.xml"/><Relationship Id="rId4" Type="http://schemas.openxmlformats.org/officeDocument/2006/relationships/image" Target="../media/image4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2.xml"/></Relationships>
</file>

<file path=ppt/slides/_rels/slide2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2.xml"/></Relationships>
</file>

<file path=ppt/slides/_rels/slide22.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2.xml"/></Relationships>
</file>

<file path=ppt/slides/_rels/slide29.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image" Target="../media/image50.png"/><Relationship Id="rId1" Type="http://schemas.openxmlformats.org/officeDocument/2006/relationships/slideLayout" Target="../slideLayouts/slideLayout22.xml"/><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2.xml"/></Relationships>
</file>

<file path=ppt/slides/_rels/slide33.xml.rels><?xml version="1.0" encoding="UTF-8" standalone="yes"?>
<Relationships xmlns="http://schemas.openxmlformats.org/package/2006/relationships"><Relationship Id="rId8" Type="http://schemas.openxmlformats.org/officeDocument/2006/relationships/diagramData" Target="../diagrams/data2.xml"/><Relationship Id="rId3" Type="http://schemas.openxmlformats.org/officeDocument/2006/relationships/diagramData" Target="../diagrams/data1.xml"/><Relationship Id="rId7" Type="http://schemas.microsoft.com/office/2007/relationships/diagramDrawing" Target="../diagrams/drawing1.xml"/><Relationship Id="rId12"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43.xml"/><Relationship Id="rId6" Type="http://schemas.openxmlformats.org/officeDocument/2006/relationships/diagramColors" Target="../diagrams/colors1.xml"/><Relationship Id="rId11" Type="http://schemas.openxmlformats.org/officeDocument/2006/relationships/diagramColors" Target="../diagrams/colors2.xml"/><Relationship Id="rId5" Type="http://schemas.openxmlformats.org/officeDocument/2006/relationships/diagramQuickStyle" Target="../diagrams/quickStyle1.xml"/><Relationship Id="rId10" Type="http://schemas.openxmlformats.org/officeDocument/2006/relationships/diagramQuickStyle" Target="../diagrams/quickStyle2.xml"/><Relationship Id="rId4" Type="http://schemas.openxmlformats.org/officeDocument/2006/relationships/diagramLayout" Target="../diagrams/layout1.xml"/><Relationship Id="rId9" Type="http://schemas.openxmlformats.org/officeDocument/2006/relationships/diagramLayout" Target="../diagrams/layout2.xml"/></Relationships>
</file>

<file path=ppt/slides/_rels/slide34.xml.rels><?xml version="1.0" encoding="UTF-8" standalone="yes"?>
<Relationships xmlns="http://schemas.openxmlformats.org/package/2006/relationships"><Relationship Id="rId8" Type="http://schemas.openxmlformats.org/officeDocument/2006/relationships/diagramData" Target="../diagrams/data4.xml"/><Relationship Id="rId3" Type="http://schemas.openxmlformats.org/officeDocument/2006/relationships/diagramData" Target="../diagrams/data3.xml"/><Relationship Id="rId7" Type="http://schemas.microsoft.com/office/2007/relationships/diagramDrawing" Target="../diagrams/drawing3.xml"/><Relationship Id="rId12" Type="http://schemas.microsoft.com/office/2007/relationships/diagramDrawing" Target="../diagrams/drawing4.xml"/><Relationship Id="rId2" Type="http://schemas.openxmlformats.org/officeDocument/2006/relationships/notesSlide" Target="../notesSlides/notesSlide2.xml"/><Relationship Id="rId1" Type="http://schemas.openxmlformats.org/officeDocument/2006/relationships/slideLayout" Target="../slideLayouts/slideLayout43.xml"/><Relationship Id="rId6" Type="http://schemas.openxmlformats.org/officeDocument/2006/relationships/diagramColors" Target="../diagrams/colors3.xml"/><Relationship Id="rId11" Type="http://schemas.openxmlformats.org/officeDocument/2006/relationships/diagramColors" Target="../diagrams/colors4.xml"/><Relationship Id="rId5" Type="http://schemas.openxmlformats.org/officeDocument/2006/relationships/diagramQuickStyle" Target="../diagrams/quickStyle3.xml"/><Relationship Id="rId10" Type="http://schemas.openxmlformats.org/officeDocument/2006/relationships/diagramQuickStyle" Target="../diagrams/quickStyle4.xml"/><Relationship Id="rId4" Type="http://schemas.openxmlformats.org/officeDocument/2006/relationships/diagramLayout" Target="../diagrams/layout3.xml"/><Relationship Id="rId9" Type="http://schemas.openxmlformats.org/officeDocument/2006/relationships/diagramLayout" Target="../diagrams/layout4.xml"/></Relationships>
</file>

<file path=ppt/slides/_rels/slide35.xml.rels><?xml version="1.0" encoding="UTF-8" standalone="yes"?>
<Relationships xmlns="http://schemas.openxmlformats.org/package/2006/relationships"><Relationship Id="rId8" Type="http://schemas.openxmlformats.org/officeDocument/2006/relationships/diagramData" Target="../diagrams/data6.xml"/><Relationship Id="rId3" Type="http://schemas.openxmlformats.org/officeDocument/2006/relationships/diagramData" Target="../diagrams/data5.xml"/><Relationship Id="rId7" Type="http://schemas.microsoft.com/office/2007/relationships/diagramDrawing" Target="../diagrams/drawing5.xml"/><Relationship Id="rId12" Type="http://schemas.microsoft.com/office/2007/relationships/diagramDrawing" Target="../diagrams/drawing6.xml"/><Relationship Id="rId2" Type="http://schemas.openxmlformats.org/officeDocument/2006/relationships/notesSlide" Target="../notesSlides/notesSlide3.xml"/><Relationship Id="rId1" Type="http://schemas.openxmlformats.org/officeDocument/2006/relationships/slideLayout" Target="../slideLayouts/slideLayout43.xml"/><Relationship Id="rId6" Type="http://schemas.openxmlformats.org/officeDocument/2006/relationships/diagramColors" Target="../diagrams/colors5.xml"/><Relationship Id="rId11" Type="http://schemas.openxmlformats.org/officeDocument/2006/relationships/diagramColors" Target="../diagrams/colors6.xml"/><Relationship Id="rId5" Type="http://schemas.openxmlformats.org/officeDocument/2006/relationships/diagramQuickStyle" Target="../diagrams/quickStyle5.xml"/><Relationship Id="rId10" Type="http://schemas.openxmlformats.org/officeDocument/2006/relationships/diagramQuickStyle" Target="../diagrams/quickStyle6.xml"/><Relationship Id="rId4" Type="http://schemas.openxmlformats.org/officeDocument/2006/relationships/diagramLayout" Target="../diagrams/layout5.xml"/><Relationship Id="rId9" Type="http://schemas.openxmlformats.org/officeDocument/2006/relationships/diagramLayout" Target="../diagrams/layout6.xml"/></Relationships>
</file>

<file path=ppt/slides/_rels/slide36.xml.rels><?xml version="1.0" encoding="UTF-8" standalone="yes"?>
<Relationships xmlns="http://schemas.openxmlformats.org/package/2006/relationships"><Relationship Id="rId8" Type="http://schemas.openxmlformats.org/officeDocument/2006/relationships/diagramData" Target="../diagrams/data8.xml"/><Relationship Id="rId3" Type="http://schemas.openxmlformats.org/officeDocument/2006/relationships/diagramData" Target="../diagrams/data7.xml"/><Relationship Id="rId7" Type="http://schemas.microsoft.com/office/2007/relationships/diagramDrawing" Target="../diagrams/drawing7.xml"/><Relationship Id="rId12" Type="http://schemas.microsoft.com/office/2007/relationships/diagramDrawing" Target="../diagrams/drawing8.xml"/><Relationship Id="rId2" Type="http://schemas.openxmlformats.org/officeDocument/2006/relationships/notesSlide" Target="../notesSlides/notesSlide4.xml"/><Relationship Id="rId1" Type="http://schemas.openxmlformats.org/officeDocument/2006/relationships/slideLayout" Target="../slideLayouts/slideLayout43.xml"/><Relationship Id="rId6" Type="http://schemas.openxmlformats.org/officeDocument/2006/relationships/diagramColors" Target="../diagrams/colors7.xml"/><Relationship Id="rId11" Type="http://schemas.openxmlformats.org/officeDocument/2006/relationships/diagramColors" Target="../diagrams/colors8.xml"/><Relationship Id="rId5" Type="http://schemas.openxmlformats.org/officeDocument/2006/relationships/diagramQuickStyle" Target="../diagrams/quickStyle7.xml"/><Relationship Id="rId10" Type="http://schemas.openxmlformats.org/officeDocument/2006/relationships/diagramQuickStyle" Target="../diagrams/quickStyle8.xml"/><Relationship Id="rId4" Type="http://schemas.openxmlformats.org/officeDocument/2006/relationships/diagramLayout" Target="../diagrams/layout7.xml"/><Relationship Id="rId9" Type="http://schemas.openxmlformats.org/officeDocument/2006/relationships/diagramLayout" Target="../diagrams/layout8.xml"/></Relationships>
</file>

<file path=ppt/slides/_rels/slide37.xml.rels><?xml version="1.0" encoding="UTF-8" standalone="yes"?>
<Relationships xmlns="http://schemas.openxmlformats.org/package/2006/relationships"><Relationship Id="rId8" Type="http://schemas.openxmlformats.org/officeDocument/2006/relationships/diagramData" Target="../diagrams/data10.xml"/><Relationship Id="rId3" Type="http://schemas.openxmlformats.org/officeDocument/2006/relationships/diagramData" Target="../diagrams/data9.xml"/><Relationship Id="rId7" Type="http://schemas.microsoft.com/office/2007/relationships/diagramDrawing" Target="../diagrams/drawing9.xml"/><Relationship Id="rId12" Type="http://schemas.microsoft.com/office/2007/relationships/diagramDrawing" Target="../diagrams/drawing10.xml"/><Relationship Id="rId2" Type="http://schemas.openxmlformats.org/officeDocument/2006/relationships/notesSlide" Target="../notesSlides/notesSlide5.xml"/><Relationship Id="rId1" Type="http://schemas.openxmlformats.org/officeDocument/2006/relationships/slideLayout" Target="../slideLayouts/slideLayout43.xml"/><Relationship Id="rId6" Type="http://schemas.openxmlformats.org/officeDocument/2006/relationships/diagramColors" Target="../diagrams/colors9.xml"/><Relationship Id="rId11" Type="http://schemas.openxmlformats.org/officeDocument/2006/relationships/diagramColors" Target="../diagrams/colors10.xml"/><Relationship Id="rId5" Type="http://schemas.openxmlformats.org/officeDocument/2006/relationships/diagramQuickStyle" Target="../diagrams/quickStyle9.xml"/><Relationship Id="rId10" Type="http://schemas.openxmlformats.org/officeDocument/2006/relationships/diagramQuickStyle" Target="../diagrams/quickStyle10.xml"/><Relationship Id="rId4" Type="http://schemas.openxmlformats.org/officeDocument/2006/relationships/diagramLayout" Target="../diagrams/layout9.xml"/><Relationship Id="rId9" Type="http://schemas.openxmlformats.org/officeDocument/2006/relationships/diagramLayout" Target="../diagrams/layout10.xml"/></Relationships>
</file>

<file path=ppt/slides/_rels/slide38.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08003" y="2352109"/>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VEEVA Settings and VEEVA Messages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dirty="0"/>
              <a:t>LEVEL - PRACTITIONER</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26823678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10807700" cy="4191000"/>
          </a:xfrm>
        </p:spPr>
        <p:txBody>
          <a:bodyPr/>
          <a:lstStyle/>
          <a:p>
            <a:pPr marL="0" indent="0">
              <a:buNone/>
            </a:pPr>
            <a:r>
              <a:rPr lang="en-US" dirty="0">
                <a:solidFill>
                  <a:schemeClr val="tx1"/>
                </a:solidFill>
              </a:rPr>
              <a:t>In the previous Module - </a:t>
            </a:r>
            <a:r>
              <a:rPr lang="en-US" i="1" dirty="0">
                <a:solidFill>
                  <a:schemeClr val="tx1"/>
                </a:solidFill>
              </a:rPr>
              <a:t>Online Application UI settings</a:t>
            </a:r>
            <a:r>
              <a:rPr lang="en-US" dirty="0">
                <a:solidFill>
                  <a:schemeClr val="tx1"/>
                </a:solidFill>
              </a:rPr>
              <a:t>, you learnt to:</a:t>
            </a:r>
          </a:p>
          <a:p>
            <a:pPr marL="0" indent="0">
              <a:buNone/>
            </a:pPr>
            <a:endParaRPr lang="en-US" dirty="0">
              <a:solidFill>
                <a:schemeClr val="tx1"/>
              </a:solidFill>
            </a:endParaRPr>
          </a:p>
          <a:p>
            <a:pPr lvl="1"/>
            <a:r>
              <a:rPr lang="en-US" dirty="0">
                <a:solidFill>
                  <a:schemeClr val="tx1">
                    <a:lumMod val="95000"/>
                    <a:lumOff val="5000"/>
                  </a:schemeClr>
                </a:solidFill>
              </a:rPr>
              <a:t>Explore User Interface Settings</a:t>
            </a:r>
          </a:p>
          <a:p>
            <a:pPr lvl="1"/>
            <a:r>
              <a:rPr lang="en-US" dirty="0">
                <a:solidFill>
                  <a:schemeClr val="tx1">
                    <a:lumMod val="95000"/>
                    <a:lumOff val="5000"/>
                  </a:schemeClr>
                </a:solidFill>
              </a:rPr>
              <a:t>Search Features</a:t>
            </a:r>
          </a:p>
          <a:p>
            <a:pPr lvl="1"/>
            <a:r>
              <a:rPr lang="en-US" dirty="0">
                <a:solidFill>
                  <a:schemeClr val="tx1">
                    <a:lumMod val="95000"/>
                    <a:lumOff val="5000"/>
                  </a:schemeClr>
                </a:solidFill>
              </a:rPr>
              <a:t>Customize Home Tab Page Layout</a:t>
            </a:r>
          </a:p>
          <a:p>
            <a:pPr lvl="1"/>
            <a:r>
              <a:rPr lang="en-US" dirty="0">
                <a:solidFill>
                  <a:schemeClr val="tx1">
                    <a:lumMod val="95000"/>
                    <a:lumOff val="5000"/>
                  </a:schemeClr>
                </a:solidFill>
              </a:rPr>
              <a:t>Manage Translations</a:t>
            </a:r>
          </a:p>
          <a:p>
            <a:endParaRPr lang="en-US" sz="1800" dirty="0">
              <a:solidFill>
                <a:schemeClr val="tx1"/>
              </a:solidFill>
            </a:endParaRPr>
          </a:p>
          <a:p>
            <a:pPr marL="0" indent="0">
              <a:buNone/>
            </a:pPr>
            <a:r>
              <a:rPr lang="en-US" dirty="0">
                <a:solidFill>
                  <a:schemeClr val="tx1"/>
                </a:solidFill>
              </a:rPr>
              <a:t>And now ... </a:t>
            </a:r>
          </a:p>
          <a:p>
            <a:pPr marL="0" indent="0">
              <a:buNone/>
            </a:pPr>
            <a:endParaRPr lang="en-US"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Recap ... </a:t>
            </a:r>
            <a:endParaRPr lang="en-US" dirty="0"/>
          </a:p>
        </p:txBody>
      </p:sp>
    </p:spTree>
    <p:extLst>
      <p:ext uri="{BB962C8B-B14F-4D97-AF65-F5344CB8AC3E}">
        <p14:creationId xmlns:p14="http://schemas.microsoft.com/office/powerpoint/2010/main" val="24738274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10807700" cy="4191000"/>
          </a:xfrm>
        </p:spPr>
        <p:txBody>
          <a:bodyPr/>
          <a:lstStyle/>
          <a:p>
            <a:r>
              <a:rPr lang="en-US" dirty="0">
                <a:solidFill>
                  <a:schemeClr val="tx1"/>
                </a:solidFill>
              </a:rPr>
              <a:t>After completing this chapter, you will learn to:</a:t>
            </a:r>
          </a:p>
          <a:p>
            <a:endParaRPr lang="en-US" dirty="0">
              <a:solidFill>
                <a:schemeClr val="tx1"/>
              </a:solidFill>
            </a:endParaRPr>
          </a:p>
          <a:p>
            <a:pPr lvl="1"/>
            <a:r>
              <a:rPr lang="en-US" dirty="0">
                <a:solidFill>
                  <a:schemeClr val="tx1"/>
                </a:solidFill>
              </a:rPr>
              <a:t>Describe how VEEVA Settings are used</a:t>
            </a:r>
          </a:p>
          <a:p>
            <a:pPr lvl="1"/>
            <a:r>
              <a:rPr lang="en-US" dirty="0">
                <a:solidFill>
                  <a:schemeClr val="tx1"/>
                </a:solidFill>
              </a:rPr>
              <a:t>Describe various fields of a VEEVA Message Record</a:t>
            </a:r>
          </a:p>
          <a:p>
            <a:pPr lvl="1"/>
            <a:r>
              <a:rPr lang="en-US" dirty="0">
                <a:solidFill>
                  <a:schemeClr val="tx1"/>
                </a:solidFill>
              </a:rPr>
              <a:t>Create a custom VEEVA Message</a:t>
            </a:r>
          </a:p>
          <a:p>
            <a:pPr lvl="1"/>
            <a:r>
              <a:rPr lang="en-US" dirty="0">
                <a:solidFill>
                  <a:schemeClr val="tx1"/>
                </a:solidFill>
              </a:rPr>
              <a:t>Identify the uses and best practices for VEEVA Marker Fields</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07975"/>
          </a:xfrm>
        </p:spPr>
        <p:txBody>
          <a:bodyPr/>
          <a:lstStyle/>
          <a:p>
            <a:r>
              <a:rPr lang="en-US" dirty="0"/>
              <a:t>OBJECTIVE</a:t>
            </a:r>
          </a:p>
        </p:txBody>
      </p:sp>
      <p:pic>
        <p:nvPicPr>
          <p:cNvPr id="6" name="Picture 2" descr="D:\Images\Images\Objective\shutterstock_67901683.jpg">
            <a:extLst>
              <a:ext uri="{FF2B5EF4-FFF2-40B4-BE49-F238E27FC236}">
                <a16:creationId xmlns:a16="http://schemas.microsoft.com/office/drawing/2014/main" id="{7E3F977A-3F03-D342-1105-CB23F4E04BC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flipH="1">
            <a:off x="6078794" y="700087"/>
            <a:ext cx="2748038" cy="4122057"/>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791604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5834743" cy="4191000"/>
          </a:xfrm>
        </p:spPr>
        <p:txBody>
          <a:bodyPr/>
          <a:lstStyle/>
          <a:p>
            <a:pPr marL="285750" indent="-285750">
              <a:buFont typeface="Arial" panose="020B0604020202020204" pitchFamily="34" charset="0"/>
              <a:buChar char="•"/>
            </a:pPr>
            <a:r>
              <a:rPr lang="en-US" sz="1600" dirty="0">
                <a:solidFill>
                  <a:schemeClr val="tx1"/>
                </a:solidFill>
              </a:rPr>
              <a:t>VEEVA provides some utilities that allows configuration of specific functionalities and components of VEEVA CRM that cannot be fully governed by Force.com configuration/customization</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These utilities come in the form of Custom Settings, VEEVA Messages, Marker Fields and Section Signals</a:t>
            </a:r>
          </a:p>
          <a:p>
            <a:pPr marL="285750" indent="-285750">
              <a:buFont typeface="Arial" panose="020B0604020202020204" pitchFamily="34" charset="0"/>
              <a:buChar char="•"/>
            </a:pPr>
            <a:endParaRPr lang="en-US" sz="1600" dirty="0">
              <a:solidFill>
                <a:schemeClr val="tx1"/>
              </a:solidFill>
            </a:endParaRPr>
          </a:p>
          <a:p>
            <a:pPr marL="285750" indent="-285750">
              <a:buFont typeface="Arial" panose="020B0604020202020204" pitchFamily="34" charset="0"/>
              <a:buChar char="•"/>
            </a:pPr>
            <a:r>
              <a:rPr lang="en-US" sz="1600" dirty="0">
                <a:solidFill>
                  <a:schemeClr val="tx1"/>
                </a:solidFill>
              </a:rPr>
              <a:t>In this module, we describe how VEEVA Messages and VEEVA Settings and Marker Fields are used</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07975"/>
          </a:xfrm>
        </p:spPr>
        <p:txBody>
          <a:bodyPr/>
          <a:lstStyle/>
          <a:p>
            <a:r>
              <a:rPr lang="en-US" dirty="0"/>
              <a:t>OBJECTIVE</a:t>
            </a:r>
          </a:p>
        </p:txBody>
      </p:sp>
      <p:pic>
        <p:nvPicPr>
          <p:cNvPr id="7" name="Picture 2" descr="D:\Images\Images\Overview\shutterstock_72689296.jpg">
            <a:extLst>
              <a:ext uri="{FF2B5EF4-FFF2-40B4-BE49-F238E27FC236}">
                <a16:creationId xmlns:a16="http://schemas.microsoft.com/office/drawing/2014/main" id="{7A8CA26B-E007-39ED-B293-53484072CC8B}"/>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096000" y="1295400"/>
            <a:ext cx="3109384" cy="381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005093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540351"/>
            <a:ext cx="9600498" cy="4191000"/>
          </a:xfrm>
        </p:spPr>
        <p:txBody>
          <a:bodyPr/>
          <a:lstStyle/>
          <a:p>
            <a:r>
              <a:rPr lang="en-US" sz="1800" b="1" dirty="0">
                <a:solidFill>
                  <a:schemeClr val="tx1"/>
                </a:solidFill>
              </a:rPr>
              <a:t>Salesforce Custom Settings</a:t>
            </a:r>
          </a:p>
          <a:p>
            <a:endParaRPr lang="en-US" b="1" dirty="0">
              <a:solidFill>
                <a:schemeClr val="tx1"/>
              </a:solidFill>
            </a:endParaRPr>
          </a:p>
          <a:p>
            <a:pPr lvl="1"/>
            <a:r>
              <a:rPr lang="en-US" dirty="0">
                <a:solidFill>
                  <a:schemeClr val="tx1"/>
                </a:solidFill>
              </a:rPr>
              <a:t>Custom settings are similar to custom objects and enable application developers to create custom sets of data, as well as create and associate custom data for an organization, profile, or specific user. Custom settings usually used for storing settings information to drive different application logic. </a:t>
            </a:r>
          </a:p>
          <a:p>
            <a:pPr lvl="1"/>
            <a:endParaRPr lang="en-US" dirty="0">
              <a:solidFill>
                <a:schemeClr val="tx1"/>
              </a:solidFill>
            </a:endParaRPr>
          </a:p>
          <a:p>
            <a:pPr lvl="1"/>
            <a:r>
              <a:rPr lang="en-US" dirty="0">
                <a:solidFill>
                  <a:schemeClr val="tx1"/>
                </a:solidFill>
              </a:rPr>
              <a:t>All custom settings data is exposed in the application cache, which enables efficient access without the cost of repeated queries to the database</a:t>
            </a:r>
          </a:p>
          <a:p>
            <a:pPr lvl="1"/>
            <a:endParaRPr lang="en-US" dirty="0">
              <a:solidFill>
                <a:schemeClr val="tx1"/>
              </a:solidFill>
            </a:endParaRPr>
          </a:p>
          <a:p>
            <a:pPr lvl="1"/>
            <a:r>
              <a:rPr lang="en-US" dirty="0">
                <a:solidFill>
                  <a:schemeClr val="tx1"/>
                </a:solidFill>
              </a:rPr>
              <a:t>There are 2 types of custom settings – List and Hierarchy</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Do You Know</a:t>
            </a:r>
            <a:endParaRPr lang="en-US" dirty="0"/>
          </a:p>
        </p:txBody>
      </p:sp>
      <p:pic>
        <p:nvPicPr>
          <p:cNvPr id="6" name="Picture 2" descr="D:\Images\Images\Question\shutterstock_157594730.jpg">
            <a:extLst>
              <a:ext uri="{FF2B5EF4-FFF2-40B4-BE49-F238E27FC236}">
                <a16:creationId xmlns:a16="http://schemas.microsoft.com/office/drawing/2014/main" id="{9E962878-B1A4-E403-8CE1-8C087CA7BA58}"/>
              </a:ext>
            </a:extLst>
          </p:cNvPr>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12572" b="14047"/>
          <a:stretch/>
        </p:blipFill>
        <p:spPr bwMode="auto">
          <a:xfrm>
            <a:off x="6602292" y="3766254"/>
            <a:ext cx="3376023" cy="249738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256022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08003" y="2352109"/>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VEEVA Settings and VEEVA Messages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sz="3200" b="1" dirty="0">
                <a:latin typeface="Arial" panose="020B0604020202020204" pitchFamily="34" charset="0"/>
                <a:cs typeface="Arial" panose="020B0604020202020204" pitchFamily="34" charset="0"/>
              </a:rPr>
              <a:t>VEEVA Settings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27241755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219200"/>
            <a:ext cx="8882743" cy="4191000"/>
          </a:xfrm>
        </p:spPr>
        <p:txBody>
          <a:bodyPr/>
          <a:lstStyle/>
          <a:p>
            <a:pPr>
              <a:defRPr/>
            </a:pPr>
            <a:r>
              <a:rPr lang="en-US" sz="1800" dirty="0">
                <a:solidFill>
                  <a:schemeClr val="tx1"/>
                </a:solidFill>
              </a:rPr>
              <a:t>VEEVA Settings is a custom setting which are similar to custom objects and provide the ability to define specific application behavior for an organization or profile</a:t>
            </a:r>
          </a:p>
          <a:p>
            <a:pPr>
              <a:defRPr/>
            </a:pPr>
            <a:endParaRPr lang="en-US" sz="100" dirty="0">
              <a:solidFill>
                <a:schemeClr val="tx1"/>
              </a:solidFill>
            </a:endParaRPr>
          </a:p>
          <a:p>
            <a:pPr>
              <a:defRPr/>
            </a:pPr>
            <a:r>
              <a:rPr lang="en-US" sz="1800" dirty="0">
                <a:solidFill>
                  <a:schemeClr val="tx1"/>
                </a:solidFill>
              </a:rPr>
              <a:t>VEEVA Settings do not support user level settings</a:t>
            </a:r>
          </a:p>
          <a:p>
            <a:pPr>
              <a:defRPr/>
            </a:pPr>
            <a:endParaRPr lang="en-US" sz="100" dirty="0">
              <a:solidFill>
                <a:schemeClr val="tx1"/>
              </a:solidFill>
            </a:endParaRPr>
          </a:p>
          <a:p>
            <a:pPr>
              <a:defRPr/>
            </a:pPr>
            <a:r>
              <a:rPr lang="en-US" sz="1800" dirty="0">
                <a:solidFill>
                  <a:schemeClr val="tx1"/>
                </a:solidFill>
              </a:rPr>
              <a:t>VEEVA Settings are used by the VEEVA CRM application to configure the behavior of various modules, enable/disable features and add/remove buttons</a:t>
            </a:r>
          </a:p>
          <a:p>
            <a:pPr>
              <a:defRPr/>
            </a:pPr>
            <a:endParaRPr lang="en-US" sz="100" dirty="0">
              <a:solidFill>
                <a:schemeClr val="tx1"/>
              </a:solidFill>
            </a:endParaRPr>
          </a:p>
          <a:p>
            <a:pPr>
              <a:defRPr/>
            </a:pPr>
            <a:r>
              <a:rPr lang="en-US" sz="1800" dirty="0">
                <a:solidFill>
                  <a:schemeClr val="tx1"/>
                </a:solidFill>
              </a:rPr>
              <a:t>VEEVA Settings govern behavior of several VEEVA objects, some of the prominent ones are Calls, Accounts, Cycle and Sample</a:t>
            </a:r>
          </a:p>
          <a:p>
            <a:pPr>
              <a:defRPr/>
            </a:pPr>
            <a:endParaRPr lang="en-US" sz="100" dirty="0">
              <a:solidFill>
                <a:schemeClr val="tx1"/>
              </a:solidFill>
            </a:endParaRPr>
          </a:p>
          <a:p>
            <a:pPr>
              <a:defRPr/>
            </a:pPr>
            <a:r>
              <a:rPr lang="en-US" sz="1800" dirty="0">
                <a:solidFill>
                  <a:schemeClr val="tx1"/>
                </a:solidFill>
              </a:rPr>
              <a:t>For example, Call Backdate Limit VEEVA Settings represents the number of days in the past that a user cannot save a call before while Disable First Name Required determines whether the First Name field is required in the New Account Wizard</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What is VEEVA Settings?</a:t>
            </a:r>
            <a:endParaRPr lang="en-US" dirty="0"/>
          </a:p>
        </p:txBody>
      </p:sp>
    </p:spTree>
    <p:extLst>
      <p:ext uri="{BB962C8B-B14F-4D97-AF65-F5344CB8AC3E}">
        <p14:creationId xmlns:p14="http://schemas.microsoft.com/office/powerpoint/2010/main" val="8606945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978800"/>
            <a:ext cx="9644743" cy="5257800"/>
          </a:xfrm>
        </p:spPr>
        <p:txBody>
          <a:bodyPr/>
          <a:lstStyle/>
          <a:p>
            <a:pPr marL="0" indent="0">
              <a:buNone/>
            </a:pPr>
            <a:r>
              <a:rPr lang="en-US" sz="2000" dirty="0">
                <a:solidFill>
                  <a:schemeClr val="tx1"/>
                </a:solidFill>
              </a:rPr>
              <a:t>To view and modify VEEVA settings please follow the below steps:</a:t>
            </a:r>
          </a:p>
          <a:p>
            <a:pPr marL="0" indent="0">
              <a:buNone/>
            </a:pPr>
            <a:endParaRPr lang="en-US" sz="100" dirty="0">
              <a:solidFill>
                <a:schemeClr val="tx1"/>
              </a:solidFill>
            </a:endParaRPr>
          </a:p>
          <a:p>
            <a:r>
              <a:rPr lang="en-US" sz="1800" dirty="0">
                <a:solidFill>
                  <a:schemeClr val="tx1"/>
                </a:solidFill>
              </a:rPr>
              <a:t>Navigate to Setup </a:t>
            </a:r>
            <a:r>
              <a:rPr lang="en-US" sz="1800" dirty="0">
                <a:solidFill>
                  <a:schemeClr val="tx1"/>
                </a:solidFill>
                <a:sym typeface="Wingdings" panose="05000000000000000000" pitchFamily="2" charset="2"/>
              </a:rPr>
              <a:t> Develop  Custom Settings  VEEVA Settings</a:t>
            </a:r>
          </a:p>
          <a:p>
            <a:r>
              <a:rPr lang="en-US" sz="1800" dirty="0">
                <a:solidFill>
                  <a:schemeClr val="tx1"/>
                </a:solidFill>
                <a:sym typeface="Wingdings" panose="05000000000000000000" pitchFamily="2" charset="2"/>
              </a:rPr>
              <a:t>Click </a:t>
            </a:r>
            <a:r>
              <a:rPr lang="en-US" sz="1800" b="1" i="1" dirty="0">
                <a:solidFill>
                  <a:schemeClr val="tx1"/>
                </a:solidFill>
                <a:sym typeface="Wingdings" panose="05000000000000000000" pitchFamily="2" charset="2"/>
              </a:rPr>
              <a:t>Manage</a:t>
            </a:r>
          </a:p>
          <a:p>
            <a:pPr marL="0" indent="0">
              <a:buNone/>
            </a:pPr>
            <a:endParaRPr lang="en-US" sz="1800" b="1" i="1" dirty="0">
              <a:solidFill>
                <a:schemeClr val="tx1"/>
              </a:solidFill>
              <a:sym typeface="Wingdings" panose="05000000000000000000" pitchFamily="2" charset="2"/>
            </a:endParaRPr>
          </a:p>
          <a:p>
            <a:endParaRPr lang="en-US" sz="1800" i="1" dirty="0">
              <a:solidFill>
                <a:schemeClr val="tx1"/>
              </a:solidFill>
              <a:sym typeface="Wingdings" panose="05000000000000000000" pitchFamily="2" charset="2"/>
            </a:endParaRPr>
          </a:p>
          <a:p>
            <a:endParaRPr lang="en-US" sz="1800" i="1" dirty="0">
              <a:solidFill>
                <a:schemeClr val="tx1"/>
              </a:solidFill>
              <a:sym typeface="Wingdings" panose="05000000000000000000" pitchFamily="2" charset="2"/>
            </a:endParaRPr>
          </a:p>
          <a:p>
            <a:r>
              <a:rPr lang="en-US" sz="1800" dirty="0">
                <a:solidFill>
                  <a:schemeClr val="tx1"/>
                </a:solidFill>
                <a:sym typeface="Wingdings" panose="05000000000000000000" pitchFamily="2" charset="2"/>
              </a:rPr>
              <a:t>Depending on the customization perform in an org either just the org default VEEVA settings are displayed or both org default and profile-wise VEEVA Settings are displayed</a:t>
            </a:r>
          </a:p>
          <a:p>
            <a:r>
              <a:rPr lang="en-US" sz="1800" dirty="0">
                <a:solidFill>
                  <a:schemeClr val="tx1"/>
                </a:solidFill>
                <a:sym typeface="Wingdings" panose="05000000000000000000" pitchFamily="2" charset="2"/>
              </a:rPr>
              <a:t>Click ‘</a:t>
            </a:r>
            <a:r>
              <a:rPr lang="en-US" sz="1800" b="1" i="1" dirty="0">
                <a:solidFill>
                  <a:schemeClr val="tx1"/>
                </a:solidFill>
                <a:sym typeface="Wingdings" panose="05000000000000000000" pitchFamily="2" charset="2"/>
              </a:rPr>
              <a:t>View</a:t>
            </a:r>
            <a:r>
              <a:rPr lang="en-US" sz="1800" dirty="0">
                <a:solidFill>
                  <a:schemeClr val="tx1"/>
                </a:solidFill>
                <a:sym typeface="Wingdings" panose="05000000000000000000" pitchFamily="2" charset="2"/>
              </a:rPr>
              <a:t>’ for a Profile-wise setting in order to view the VEEVA Settings for that profile</a:t>
            </a:r>
          </a:p>
          <a:p>
            <a:r>
              <a:rPr lang="en-US" sz="1800" dirty="0">
                <a:solidFill>
                  <a:schemeClr val="tx1"/>
                </a:solidFill>
                <a:sym typeface="Wingdings" panose="05000000000000000000" pitchFamily="2" charset="2"/>
              </a:rPr>
              <a:t>Click </a:t>
            </a:r>
            <a:r>
              <a:rPr lang="en-US" sz="1800" i="1" dirty="0">
                <a:solidFill>
                  <a:schemeClr val="tx1"/>
                </a:solidFill>
                <a:sym typeface="Wingdings" panose="05000000000000000000" pitchFamily="2" charset="2"/>
              </a:rPr>
              <a:t>Edit</a:t>
            </a:r>
            <a:r>
              <a:rPr lang="en-US" sz="1800" dirty="0">
                <a:solidFill>
                  <a:schemeClr val="tx1"/>
                </a:solidFill>
                <a:sym typeface="Wingdings" panose="05000000000000000000" pitchFamily="2" charset="2"/>
              </a:rPr>
              <a:t> in order to edit the values of the VEEVA settings</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493550"/>
            <a:ext cx="10807700" cy="369332"/>
          </a:xfrm>
        </p:spPr>
        <p:txBody>
          <a:bodyPr/>
          <a:lstStyle/>
          <a:p>
            <a:r>
              <a:rPr lang="en-US" sz="2400" dirty="0"/>
              <a:t>View &amp; Modify VEEVA Settings</a:t>
            </a:r>
            <a:endParaRPr lang="en-US" dirty="0"/>
          </a:p>
        </p:txBody>
      </p:sp>
      <p:pic>
        <p:nvPicPr>
          <p:cNvPr id="6" name="Picture 5">
            <a:extLst>
              <a:ext uri="{FF2B5EF4-FFF2-40B4-BE49-F238E27FC236}">
                <a16:creationId xmlns:a16="http://schemas.microsoft.com/office/drawing/2014/main" id="{8EBBE9C5-8409-60CE-F6FE-75BAD71C1AAC}"/>
              </a:ext>
            </a:extLst>
          </p:cNvPr>
          <p:cNvPicPr>
            <a:picLocks noChangeAspect="1"/>
          </p:cNvPicPr>
          <p:nvPr/>
        </p:nvPicPr>
        <p:blipFill>
          <a:blip r:embed="rId2"/>
          <a:stretch>
            <a:fillRect/>
          </a:stretch>
        </p:blipFill>
        <p:spPr>
          <a:xfrm>
            <a:off x="1828800" y="1957673"/>
            <a:ext cx="1964889" cy="1471880"/>
          </a:xfrm>
          <a:prstGeom prst="rect">
            <a:avLst/>
          </a:prstGeom>
          <a:ln>
            <a:solidFill>
              <a:schemeClr val="tx1"/>
            </a:solidFill>
          </a:ln>
        </p:spPr>
      </p:pic>
      <p:pic>
        <p:nvPicPr>
          <p:cNvPr id="7" name="Picture 6">
            <a:extLst>
              <a:ext uri="{FF2B5EF4-FFF2-40B4-BE49-F238E27FC236}">
                <a16:creationId xmlns:a16="http://schemas.microsoft.com/office/drawing/2014/main" id="{3EFA7DA9-1925-26BD-9B1D-1E1C0E069A7D}"/>
              </a:ext>
            </a:extLst>
          </p:cNvPr>
          <p:cNvPicPr>
            <a:picLocks noChangeAspect="1"/>
          </p:cNvPicPr>
          <p:nvPr/>
        </p:nvPicPr>
        <p:blipFill>
          <a:blip r:embed="rId3"/>
          <a:stretch>
            <a:fillRect/>
          </a:stretch>
        </p:blipFill>
        <p:spPr>
          <a:xfrm>
            <a:off x="4670672" y="2311360"/>
            <a:ext cx="4473328" cy="762066"/>
          </a:xfrm>
          <a:prstGeom prst="rect">
            <a:avLst/>
          </a:prstGeom>
          <a:ln>
            <a:solidFill>
              <a:schemeClr val="tx1"/>
            </a:solidFill>
          </a:ln>
        </p:spPr>
      </p:pic>
      <p:sp>
        <p:nvSpPr>
          <p:cNvPr id="8" name="Arrow: Right 7">
            <a:extLst>
              <a:ext uri="{FF2B5EF4-FFF2-40B4-BE49-F238E27FC236}">
                <a16:creationId xmlns:a16="http://schemas.microsoft.com/office/drawing/2014/main" id="{30085718-E7B8-64F7-338E-0753953C714F}"/>
              </a:ext>
            </a:extLst>
          </p:cNvPr>
          <p:cNvSpPr/>
          <p:nvPr/>
        </p:nvSpPr>
        <p:spPr>
          <a:xfrm rot="20884549">
            <a:off x="3068769" y="2925803"/>
            <a:ext cx="1589001" cy="16128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nvGrpSpPr>
          <p:cNvPr id="9" name="Group 8">
            <a:extLst>
              <a:ext uri="{FF2B5EF4-FFF2-40B4-BE49-F238E27FC236}">
                <a16:creationId xmlns:a16="http://schemas.microsoft.com/office/drawing/2014/main" id="{D9D47305-9F32-301E-5B18-3C72EE28C44E}"/>
              </a:ext>
            </a:extLst>
          </p:cNvPr>
          <p:cNvGrpSpPr/>
          <p:nvPr/>
        </p:nvGrpSpPr>
        <p:grpSpPr>
          <a:xfrm>
            <a:off x="1799302" y="4934260"/>
            <a:ext cx="4473327" cy="1542740"/>
            <a:chOff x="2246599" y="4419599"/>
            <a:chExt cx="5737342" cy="1860760"/>
          </a:xfrm>
        </p:grpSpPr>
        <p:pic>
          <p:nvPicPr>
            <p:cNvPr id="10" name="Picture 5">
              <a:extLst>
                <a:ext uri="{FF2B5EF4-FFF2-40B4-BE49-F238E27FC236}">
                  <a16:creationId xmlns:a16="http://schemas.microsoft.com/office/drawing/2014/main" id="{EFE3D68D-9438-69D7-7CBC-74D1FA70124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46599" y="4419599"/>
              <a:ext cx="5737342" cy="1860760"/>
            </a:xfrm>
            <a:prstGeom prst="rect">
              <a:avLst/>
            </a:prstGeom>
            <a:noFill/>
            <a:ln w="9525">
              <a:solidFill>
                <a:schemeClr val="tx1"/>
              </a:solidFill>
              <a:miter lim="800000"/>
              <a:headEnd/>
              <a:tailEnd/>
            </a:ln>
            <a:extLst>
              <a:ext uri="{909E8E84-426E-40DD-AFC4-6F175D3DCCD1}">
                <a14:hiddenFill xmlns:a14="http://schemas.microsoft.com/office/drawing/2010/main">
                  <a:solidFill>
                    <a:schemeClr val="accent1"/>
                  </a:solidFill>
                </a14:hiddenFill>
              </a:ext>
            </a:extLst>
          </p:spPr>
        </p:pic>
        <p:sp>
          <p:nvSpPr>
            <p:cNvPr id="11" name="Rectangle 10">
              <a:extLst>
                <a:ext uri="{FF2B5EF4-FFF2-40B4-BE49-F238E27FC236}">
                  <a16:creationId xmlns:a16="http://schemas.microsoft.com/office/drawing/2014/main" id="{FCCCA87C-C28A-A83F-A65E-5013D60CC3A4}"/>
                </a:ext>
              </a:extLst>
            </p:cNvPr>
            <p:cNvSpPr/>
            <p:nvPr/>
          </p:nvSpPr>
          <p:spPr>
            <a:xfrm>
              <a:off x="6196084" y="4553803"/>
              <a:ext cx="364325" cy="150125"/>
            </a:xfrm>
            <a:prstGeom prst="rect">
              <a:avLst/>
            </a:prstGeom>
            <a:noFill/>
            <a:ln w="444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1459622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978800"/>
            <a:ext cx="9644743" cy="5257800"/>
          </a:xfrm>
        </p:spPr>
        <p:txBody>
          <a:bodyPr/>
          <a:lstStyle/>
          <a:p>
            <a:r>
              <a:rPr lang="en-US" sz="1800" b="1" dirty="0">
                <a:solidFill>
                  <a:schemeClr val="tx1"/>
                </a:solidFill>
              </a:rPr>
              <a:t>My Accounts Tab</a:t>
            </a:r>
          </a:p>
          <a:p>
            <a:pPr lvl="1"/>
            <a:r>
              <a:rPr lang="en-US" sz="1600" dirty="0">
                <a:solidFill>
                  <a:schemeClr val="tx1"/>
                </a:solidFill>
              </a:rPr>
              <a:t>My Accounts tab is one of the most customized VEEVA tab</a:t>
            </a:r>
          </a:p>
          <a:p>
            <a:pPr lvl="1"/>
            <a:r>
              <a:rPr lang="en-US" sz="1600" dirty="0">
                <a:solidFill>
                  <a:schemeClr val="tx1"/>
                </a:solidFill>
              </a:rPr>
              <a:t>This is a custom VEEVA User Interface runs on VEEVA servers</a:t>
            </a:r>
          </a:p>
          <a:p>
            <a:pPr lvl="1"/>
            <a:r>
              <a:rPr lang="en-US" sz="1600" dirty="0">
                <a:solidFill>
                  <a:schemeClr val="tx1"/>
                </a:solidFill>
              </a:rPr>
              <a:t>This tab can bring and show data from 4 objects in a single view - Accounts, Address, Product Metrics, Territory Fields </a:t>
            </a:r>
          </a:p>
          <a:p>
            <a:pPr lvl="1"/>
            <a:r>
              <a:rPr lang="en-US" sz="1600" dirty="0">
                <a:solidFill>
                  <a:schemeClr val="tx1"/>
                </a:solidFill>
              </a:rPr>
              <a:t>My accounts tab is being used to view and manage customers for end users</a:t>
            </a:r>
            <a:endParaRPr lang="en-US" sz="1800" dirty="0">
              <a:solidFill>
                <a:schemeClr val="tx1"/>
              </a:solidFill>
            </a:endParaRPr>
          </a:p>
          <a:p>
            <a:r>
              <a:rPr lang="en-US" sz="1800" b="1" dirty="0">
                <a:solidFill>
                  <a:schemeClr val="tx1"/>
                </a:solidFill>
              </a:rPr>
              <a:t>Example of usage VEEVA settings in My Accounts:</a:t>
            </a:r>
          </a:p>
          <a:p>
            <a:pPr lvl="1"/>
            <a:r>
              <a:rPr lang="en-US" dirty="0">
                <a:solidFill>
                  <a:schemeClr val="tx1"/>
                </a:solidFill>
              </a:rPr>
              <a:t>To remove the Mass Update button:</a:t>
            </a:r>
          </a:p>
          <a:p>
            <a:pPr lvl="1"/>
            <a:r>
              <a:rPr lang="en-US" sz="1600" b="1" dirty="0">
                <a:solidFill>
                  <a:schemeClr val="tx1"/>
                </a:solidFill>
              </a:rPr>
              <a:t>Setup </a:t>
            </a:r>
            <a:r>
              <a:rPr lang="en-US" sz="1600" b="1" dirty="0">
                <a:solidFill>
                  <a:schemeClr val="tx1"/>
                </a:solidFill>
                <a:sym typeface="Wingdings" panose="05000000000000000000" pitchFamily="2" charset="2"/>
              </a:rPr>
              <a:t> </a:t>
            </a:r>
            <a:r>
              <a:rPr lang="en-US" sz="1600" b="1" dirty="0">
                <a:solidFill>
                  <a:schemeClr val="tx1"/>
                </a:solidFill>
              </a:rPr>
              <a:t>Develop </a:t>
            </a:r>
            <a:r>
              <a:rPr lang="en-US" sz="1600" b="1" dirty="0">
                <a:solidFill>
                  <a:schemeClr val="tx1"/>
                </a:solidFill>
                <a:sym typeface="Wingdings" panose="05000000000000000000" pitchFamily="2" charset="2"/>
              </a:rPr>
              <a:t> </a:t>
            </a:r>
            <a:r>
              <a:rPr lang="en-US" sz="1600" b="1" dirty="0">
                <a:solidFill>
                  <a:schemeClr val="tx1"/>
                </a:solidFill>
              </a:rPr>
              <a:t>Custom Settings </a:t>
            </a:r>
            <a:r>
              <a:rPr lang="en-US" sz="1600" b="1" dirty="0">
                <a:solidFill>
                  <a:schemeClr val="tx1"/>
                </a:solidFill>
                <a:sym typeface="Wingdings" panose="05000000000000000000" pitchFamily="2" charset="2"/>
              </a:rPr>
              <a:t> </a:t>
            </a:r>
            <a:r>
              <a:rPr lang="en-US" sz="1600" b="1" dirty="0">
                <a:solidFill>
                  <a:schemeClr val="tx1"/>
                </a:solidFill>
              </a:rPr>
              <a:t>VEEVA Settings </a:t>
            </a:r>
            <a:r>
              <a:rPr lang="en-US" sz="1600" b="1" dirty="0">
                <a:solidFill>
                  <a:schemeClr val="tx1"/>
                </a:solidFill>
                <a:sym typeface="Wingdings" panose="05000000000000000000" pitchFamily="2" charset="2"/>
              </a:rPr>
              <a:t> </a:t>
            </a:r>
            <a:r>
              <a:rPr lang="en-US" sz="1600" b="1" dirty="0">
                <a:solidFill>
                  <a:schemeClr val="tx1"/>
                </a:solidFill>
              </a:rPr>
              <a:t>Manage </a:t>
            </a:r>
            <a:r>
              <a:rPr lang="en-US" sz="1600" b="1" dirty="0">
                <a:solidFill>
                  <a:schemeClr val="tx1"/>
                </a:solidFill>
                <a:sym typeface="Wingdings" panose="05000000000000000000" pitchFamily="2" charset="2"/>
              </a:rPr>
              <a:t> </a:t>
            </a:r>
            <a:r>
              <a:rPr lang="en-US" sz="1600" b="1" dirty="0">
                <a:solidFill>
                  <a:schemeClr val="tx1"/>
                </a:solidFill>
              </a:rPr>
              <a:t>Disable Mass Update</a:t>
            </a:r>
          </a:p>
          <a:p>
            <a:pPr marL="0" indent="0">
              <a:buNone/>
            </a:pPr>
            <a:endParaRPr lang="en-US" sz="1800" dirty="0">
              <a:solidFill>
                <a:schemeClr val="tx1"/>
              </a:solidFill>
            </a:endParaRPr>
          </a:p>
          <a:p>
            <a:pPr marL="0" indent="0">
              <a:buNone/>
            </a:pPr>
            <a:endParaRPr lang="en-US" sz="1800" dirty="0">
              <a:solidFill>
                <a:schemeClr val="tx1"/>
              </a:solidFill>
              <a:sym typeface="Wingdings" panose="05000000000000000000" pitchFamily="2" charset="2"/>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493550"/>
            <a:ext cx="10807700" cy="369332"/>
          </a:xfrm>
        </p:spPr>
        <p:txBody>
          <a:bodyPr/>
          <a:lstStyle/>
          <a:p>
            <a:r>
              <a:rPr lang="en-US" sz="2400" dirty="0"/>
              <a:t>VEEVA Settings Example – My Accounts ...1</a:t>
            </a:r>
            <a:endParaRPr lang="en-US" dirty="0"/>
          </a:p>
        </p:txBody>
      </p:sp>
      <p:pic>
        <p:nvPicPr>
          <p:cNvPr id="12" name="Picture 11">
            <a:extLst>
              <a:ext uri="{FF2B5EF4-FFF2-40B4-BE49-F238E27FC236}">
                <a16:creationId xmlns:a16="http://schemas.microsoft.com/office/drawing/2014/main" id="{D856EBC7-10ED-F23B-47AB-F449D904F3FC}"/>
              </a:ext>
            </a:extLst>
          </p:cNvPr>
          <p:cNvPicPr>
            <a:picLocks noChangeAspect="1"/>
          </p:cNvPicPr>
          <p:nvPr/>
        </p:nvPicPr>
        <p:blipFill>
          <a:blip r:embed="rId2"/>
          <a:stretch>
            <a:fillRect/>
          </a:stretch>
        </p:blipFill>
        <p:spPr>
          <a:xfrm>
            <a:off x="5973519" y="3978304"/>
            <a:ext cx="5892796" cy="2306250"/>
          </a:xfrm>
          <a:prstGeom prst="rect">
            <a:avLst/>
          </a:prstGeom>
          <a:ln>
            <a:solidFill>
              <a:schemeClr val="accent1"/>
            </a:solidFill>
          </a:ln>
        </p:spPr>
      </p:pic>
      <p:pic>
        <p:nvPicPr>
          <p:cNvPr id="13" name="Picture 12">
            <a:extLst>
              <a:ext uri="{FF2B5EF4-FFF2-40B4-BE49-F238E27FC236}">
                <a16:creationId xmlns:a16="http://schemas.microsoft.com/office/drawing/2014/main" id="{318F88E3-CDA8-933B-6C9D-FA88D7C62AED}"/>
              </a:ext>
            </a:extLst>
          </p:cNvPr>
          <p:cNvPicPr>
            <a:picLocks noChangeAspect="1"/>
          </p:cNvPicPr>
          <p:nvPr/>
        </p:nvPicPr>
        <p:blipFill>
          <a:blip r:embed="rId3"/>
          <a:stretch>
            <a:fillRect/>
          </a:stretch>
        </p:blipFill>
        <p:spPr>
          <a:xfrm>
            <a:off x="287994" y="3918339"/>
            <a:ext cx="6764994" cy="2197579"/>
          </a:xfrm>
          <a:prstGeom prst="rect">
            <a:avLst/>
          </a:prstGeom>
          <a:ln>
            <a:solidFill>
              <a:schemeClr val="accent1"/>
            </a:solidFill>
          </a:ln>
        </p:spPr>
      </p:pic>
      <p:sp>
        <p:nvSpPr>
          <p:cNvPr id="14" name="Rectangle 13">
            <a:extLst>
              <a:ext uri="{FF2B5EF4-FFF2-40B4-BE49-F238E27FC236}">
                <a16:creationId xmlns:a16="http://schemas.microsoft.com/office/drawing/2014/main" id="{8A135A26-088B-59E4-3F2F-2AEE89627710}"/>
              </a:ext>
            </a:extLst>
          </p:cNvPr>
          <p:cNvSpPr/>
          <p:nvPr/>
        </p:nvSpPr>
        <p:spPr>
          <a:xfrm>
            <a:off x="3276600" y="4876800"/>
            <a:ext cx="19812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A486CA1D-45AD-20C4-1045-A590CA2F0CA4}"/>
              </a:ext>
            </a:extLst>
          </p:cNvPr>
          <p:cNvSpPr/>
          <p:nvPr/>
        </p:nvSpPr>
        <p:spPr>
          <a:xfrm>
            <a:off x="8534400" y="5017129"/>
            <a:ext cx="1295400" cy="228600"/>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Arrow: Right 15">
            <a:extLst>
              <a:ext uri="{FF2B5EF4-FFF2-40B4-BE49-F238E27FC236}">
                <a16:creationId xmlns:a16="http://schemas.microsoft.com/office/drawing/2014/main" id="{AFA4F19C-A51E-7655-F0A0-3E79CAE16D4C}"/>
              </a:ext>
            </a:extLst>
          </p:cNvPr>
          <p:cNvSpPr/>
          <p:nvPr/>
        </p:nvSpPr>
        <p:spPr>
          <a:xfrm>
            <a:off x="5316269" y="4991100"/>
            <a:ext cx="3184134" cy="11430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5156016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219200"/>
            <a:ext cx="8882743" cy="4191000"/>
          </a:xfrm>
        </p:spPr>
        <p:txBody>
          <a:bodyPr/>
          <a:lstStyle/>
          <a:p>
            <a:r>
              <a:rPr lang="en-US" sz="1800" b="1" dirty="0">
                <a:solidFill>
                  <a:schemeClr val="tx1"/>
                </a:solidFill>
              </a:rPr>
              <a:t>To remove the Mass Update button for most users but leave it on for others</a:t>
            </a:r>
          </a:p>
          <a:p>
            <a:endParaRPr lang="en-US" sz="1800" b="1" dirty="0">
              <a:solidFill>
                <a:schemeClr val="tx1"/>
              </a:solidFill>
            </a:endParaRPr>
          </a:p>
          <a:p>
            <a:pPr lvl="1"/>
            <a:r>
              <a:rPr lang="en-US" sz="1600" dirty="0">
                <a:solidFill>
                  <a:schemeClr val="tx1"/>
                </a:solidFill>
              </a:rPr>
              <a:t>Define profile specific custom settings</a:t>
            </a:r>
          </a:p>
          <a:p>
            <a:pPr lvl="1"/>
            <a:r>
              <a:rPr lang="en-US" sz="1600" dirty="0">
                <a:solidFill>
                  <a:schemeClr val="tx1"/>
                </a:solidFill>
              </a:rPr>
              <a:t>Disable Mass Update custom setting for users of specific profiles</a:t>
            </a:r>
          </a:p>
          <a:p>
            <a:pPr lvl="1"/>
            <a:r>
              <a:rPr lang="en-US" sz="1600" b="1" dirty="0">
                <a:solidFill>
                  <a:schemeClr val="tx1"/>
                </a:solidFill>
              </a:rPr>
              <a:t>Setup </a:t>
            </a:r>
            <a:r>
              <a:rPr lang="en-US" sz="1600" b="1" dirty="0">
                <a:solidFill>
                  <a:schemeClr val="tx1"/>
                </a:solidFill>
                <a:sym typeface="Wingdings" panose="05000000000000000000" pitchFamily="2" charset="2"/>
              </a:rPr>
              <a:t> </a:t>
            </a:r>
            <a:r>
              <a:rPr lang="en-US" sz="1600" b="1" dirty="0">
                <a:solidFill>
                  <a:schemeClr val="tx1"/>
                </a:solidFill>
              </a:rPr>
              <a:t>Develop </a:t>
            </a:r>
            <a:r>
              <a:rPr lang="en-US" sz="1600" b="1" dirty="0">
                <a:solidFill>
                  <a:schemeClr val="tx1"/>
                </a:solidFill>
                <a:sym typeface="Wingdings" panose="05000000000000000000" pitchFamily="2" charset="2"/>
              </a:rPr>
              <a:t> </a:t>
            </a:r>
            <a:r>
              <a:rPr lang="en-US" sz="1600" b="1" dirty="0">
                <a:solidFill>
                  <a:schemeClr val="tx1"/>
                </a:solidFill>
              </a:rPr>
              <a:t>Custom Settings </a:t>
            </a:r>
            <a:r>
              <a:rPr lang="en-US" sz="1600" b="1" dirty="0">
                <a:solidFill>
                  <a:schemeClr val="tx1"/>
                </a:solidFill>
                <a:sym typeface="Wingdings" panose="05000000000000000000" pitchFamily="2" charset="2"/>
              </a:rPr>
              <a:t> </a:t>
            </a:r>
            <a:r>
              <a:rPr lang="en-US" sz="1600" b="1" dirty="0">
                <a:solidFill>
                  <a:schemeClr val="tx1"/>
                </a:solidFill>
              </a:rPr>
              <a:t>VEEVA Settings </a:t>
            </a:r>
            <a:r>
              <a:rPr lang="en-US" sz="1600" b="1" dirty="0">
                <a:solidFill>
                  <a:schemeClr val="tx1"/>
                </a:solidFill>
                <a:sym typeface="Wingdings" panose="05000000000000000000" pitchFamily="2" charset="2"/>
              </a:rPr>
              <a:t> </a:t>
            </a:r>
            <a:r>
              <a:rPr lang="en-US" sz="1600" b="1" dirty="0">
                <a:solidFill>
                  <a:schemeClr val="tx1"/>
                </a:solidFill>
              </a:rPr>
              <a:t>Manage </a:t>
            </a:r>
          </a:p>
          <a:p>
            <a:pPr lvl="1"/>
            <a:endParaRPr lang="en-US" sz="1600" dirty="0">
              <a:solidFill>
                <a:schemeClr val="tx1"/>
              </a:solidFill>
            </a:endParaRPr>
          </a:p>
          <a:p>
            <a:pPr lvl="1"/>
            <a:endParaRPr lang="en-US" sz="1600" dirty="0">
              <a:solidFill>
                <a:schemeClr val="tx1"/>
              </a:solidFill>
            </a:endParaRPr>
          </a:p>
          <a:p>
            <a:pPr lvl="1"/>
            <a:endParaRPr lang="en-US" sz="1600" dirty="0">
              <a:solidFill>
                <a:schemeClr val="tx1"/>
              </a:solidFill>
            </a:endParaRPr>
          </a:p>
          <a:p>
            <a:pPr lvl="1"/>
            <a:endParaRPr lang="en-US" sz="1600" dirty="0">
              <a:solidFill>
                <a:schemeClr val="tx1"/>
              </a:solidFill>
            </a:endParaRPr>
          </a:p>
          <a:p>
            <a:pPr lvl="1"/>
            <a:r>
              <a:rPr lang="en-US" sz="1600" dirty="0">
                <a:solidFill>
                  <a:schemeClr val="tx1"/>
                </a:solidFill>
              </a:rPr>
              <a:t>Scroll to the bottom of the page and click New to add profile specific VEEVA custom settings</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VEEVA Settings Example – My Accounts ... 2</a:t>
            </a:r>
            <a:endParaRPr lang="en-US" dirty="0"/>
          </a:p>
        </p:txBody>
      </p:sp>
      <p:grpSp>
        <p:nvGrpSpPr>
          <p:cNvPr id="6" name="Group 5">
            <a:extLst>
              <a:ext uri="{FF2B5EF4-FFF2-40B4-BE49-F238E27FC236}">
                <a16:creationId xmlns:a16="http://schemas.microsoft.com/office/drawing/2014/main" id="{5C0C7AF7-D73B-A35E-A007-084C415A2345}"/>
              </a:ext>
            </a:extLst>
          </p:cNvPr>
          <p:cNvGrpSpPr/>
          <p:nvPr/>
        </p:nvGrpSpPr>
        <p:grpSpPr>
          <a:xfrm>
            <a:off x="784715" y="3064669"/>
            <a:ext cx="7800975" cy="728662"/>
            <a:chOff x="671512" y="3276600"/>
            <a:chExt cx="7800975" cy="728662"/>
          </a:xfrm>
        </p:grpSpPr>
        <p:pic>
          <p:nvPicPr>
            <p:cNvPr id="7" name="Picture 6">
              <a:extLst>
                <a:ext uri="{FF2B5EF4-FFF2-40B4-BE49-F238E27FC236}">
                  <a16:creationId xmlns:a16="http://schemas.microsoft.com/office/drawing/2014/main" id="{48EA0285-D975-F27B-541D-48EE6DC12F7F}"/>
                </a:ext>
              </a:extLst>
            </p:cNvPr>
            <p:cNvPicPr>
              <a:picLocks noChangeAspect="1"/>
            </p:cNvPicPr>
            <p:nvPr/>
          </p:nvPicPr>
          <p:blipFill rotWithShape="1">
            <a:blip r:embed="rId2"/>
            <a:srcRect t="36777"/>
            <a:stretch/>
          </p:blipFill>
          <p:spPr>
            <a:xfrm>
              <a:off x="671512" y="3276600"/>
              <a:ext cx="7800975" cy="728662"/>
            </a:xfrm>
            <a:prstGeom prst="rect">
              <a:avLst/>
            </a:prstGeom>
            <a:ln>
              <a:solidFill>
                <a:schemeClr val="tx1"/>
              </a:solidFill>
            </a:ln>
          </p:spPr>
        </p:pic>
        <p:sp>
          <p:nvSpPr>
            <p:cNvPr id="8" name="Rectangle 7">
              <a:extLst>
                <a:ext uri="{FF2B5EF4-FFF2-40B4-BE49-F238E27FC236}">
                  <a16:creationId xmlns:a16="http://schemas.microsoft.com/office/drawing/2014/main" id="{735E0414-2D5C-503C-8586-36F6C6AE1A46}"/>
                </a:ext>
              </a:extLst>
            </p:cNvPr>
            <p:cNvSpPr/>
            <p:nvPr/>
          </p:nvSpPr>
          <p:spPr>
            <a:xfrm>
              <a:off x="1219200" y="3727337"/>
              <a:ext cx="609600" cy="277925"/>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9" name="Picture 8">
            <a:extLst>
              <a:ext uri="{FF2B5EF4-FFF2-40B4-BE49-F238E27FC236}">
                <a16:creationId xmlns:a16="http://schemas.microsoft.com/office/drawing/2014/main" id="{231A88D4-26E5-2F84-03BE-D996BD330BC7}"/>
              </a:ext>
            </a:extLst>
          </p:cNvPr>
          <p:cNvPicPr>
            <a:picLocks noChangeAspect="1"/>
          </p:cNvPicPr>
          <p:nvPr/>
        </p:nvPicPr>
        <p:blipFill rotWithShape="1">
          <a:blip r:embed="rId3"/>
          <a:srcRect b="51672"/>
          <a:stretch/>
        </p:blipFill>
        <p:spPr>
          <a:xfrm>
            <a:off x="457199" y="4375940"/>
            <a:ext cx="4953000" cy="1323240"/>
          </a:xfrm>
          <a:prstGeom prst="rect">
            <a:avLst/>
          </a:prstGeom>
          <a:ln>
            <a:solidFill>
              <a:schemeClr val="accent2"/>
            </a:solidFill>
          </a:ln>
        </p:spPr>
      </p:pic>
      <p:pic>
        <p:nvPicPr>
          <p:cNvPr id="10" name="Picture 9">
            <a:extLst>
              <a:ext uri="{FF2B5EF4-FFF2-40B4-BE49-F238E27FC236}">
                <a16:creationId xmlns:a16="http://schemas.microsoft.com/office/drawing/2014/main" id="{898C0EC8-1961-5089-7F4B-6A7DC53A84B5}"/>
              </a:ext>
            </a:extLst>
          </p:cNvPr>
          <p:cNvPicPr>
            <a:picLocks noChangeAspect="1"/>
          </p:cNvPicPr>
          <p:nvPr/>
        </p:nvPicPr>
        <p:blipFill>
          <a:blip r:embed="rId4"/>
          <a:stretch>
            <a:fillRect/>
          </a:stretch>
        </p:blipFill>
        <p:spPr>
          <a:xfrm>
            <a:off x="1621808" y="5523762"/>
            <a:ext cx="3638550" cy="762000"/>
          </a:xfrm>
          <a:prstGeom prst="rect">
            <a:avLst/>
          </a:prstGeom>
          <a:ln>
            <a:solidFill>
              <a:schemeClr val="accent2"/>
            </a:solidFill>
          </a:ln>
        </p:spPr>
      </p:pic>
      <p:sp>
        <p:nvSpPr>
          <p:cNvPr id="11" name="Rectangle 10">
            <a:extLst>
              <a:ext uri="{FF2B5EF4-FFF2-40B4-BE49-F238E27FC236}">
                <a16:creationId xmlns:a16="http://schemas.microsoft.com/office/drawing/2014/main" id="{4B130249-C6F4-9E21-D061-CEEA44DC6629}"/>
              </a:ext>
            </a:extLst>
          </p:cNvPr>
          <p:cNvSpPr/>
          <p:nvPr/>
        </p:nvSpPr>
        <p:spPr>
          <a:xfrm>
            <a:off x="2344854" y="4963658"/>
            <a:ext cx="2821106" cy="297882"/>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7AABC01-9EA1-C1BD-2E26-E68FA7B1B432}"/>
              </a:ext>
            </a:extLst>
          </p:cNvPr>
          <p:cNvSpPr/>
          <p:nvPr/>
        </p:nvSpPr>
        <p:spPr>
          <a:xfrm>
            <a:off x="2030530" y="5776628"/>
            <a:ext cx="2410678" cy="333715"/>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ight Arrow 18">
            <a:extLst>
              <a:ext uri="{FF2B5EF4-FFF2-40B4-BE49-F238E27FC236}">
                <a16:creationId xmlns:a16="http://schemas.microsoft.com/office/drawing/2014/main" id="{5AF79DA8-440C-6538-DD9D-11DA3C1192A7}"/>
              </a:ext>
            </a:extLst>
          </p:cNvPr>
          <p:cNvSpPr/>
          <p:nvPr/>
        </p:nvSpPr>
        <p:spPr>
          <a:xfrm rot="10800000">
            <a:off x="5165960" y="5096725"/>
            <a:ext cx="646848" cy="164815"/>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ight Arrow 19">
            <a:extLst>
              <a:ext uri="{FF2B5EF4-FFF2-40B4-BE49-F238E27FC236}">
                <a16:creationId xmlns:a16="http://schemas.microsoft.com/office/drawing/2014/main" id="{8105595F-2A8E-6BBF-3920-2EBE473BD6C1}"/>
              </a:ext>
            </a:extLst>
          </p:cNvPr>
          <p:cNvSpPr/>
          <p:nvPr/>
        </p:nvSpPr>
        <p:spPr>
          <a:xfrm rot="10800000">
            <a:off x="4441208" y="5861076"/>
            <a:ext cx="1371600" cy="121248"/>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D27BD11B-AF99-9373-800A-C817CD1D2E28}"/>
              </a:ext>
            </a:extLst>
          </p:cNvPr>
          <p:cNvGrpSpPr/>
          <p:nvPr/>
        </p:nvGrpSpPr>
        <p:grpSpPr>
          <a:xfrm>
            <a:off x="5769012" y="4588639"/>
            <a:ext cx="2329797" cy="773170"/>
            <a:chOff x="5777921" y="3160900"/>
            <a:chExt cx="2329797" cy="773170"/>
          </a:xfrm>
        </p:grpSpPr>
        <p:sp>
          <p:nvSpPr>
            <p:cNvPr id="16" name="Rectangle 15">
              <a:extLst>
                <a:ext uri="{FF2B5EF4-FFF2-40B4-BE49-F238E27FC236}">
                  <a16:creationId xmlns:a16="http://schemas.microsoft.com/office/drawing/2014/main" id="{B6F95E17-3061-83AA-090C-DE6FF0B5077E}"/>
                </a:ext>
              </a:extLst>
            </p:cNvPr>
            <p:cNvSpPr/>
            <p:nvPr/>
          </p:nvSpPr>
          <p:spPr>
            <a:xfrm>
              <a:off x="5825416" y="3201480"/>
              <a:ext cx="2205818" cy="73259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Arial" panose="020B0604020202020204" pitchFamily="34" charset="0"/>
                <a:cs typeface="Arial" panose="020B0604020202020204" pitchFamily="34" charset="0"/>
              </a:endParaRPr>
            </a:p>
          </p:txBody>
        </p:sp>
        <p:sp>
          <p:nvSpPr>
            <p:cNvPr id="17" name="Content Placeholder 4">
              <a:extLst>
                <a:ext uri="{FF2B5EF4-FFF2-40B4-BE49-F238E27FC236}">
                  <a16:creationId xmlns:a16="http://schemas.microsoft.com/office/drawing/2014/main" id="{923C3DCF-C370-8B15-93BE-9EC5FDA018FC}"/>
                </a:ext>
              </a:extLst>
            </p:cNvPr>
            <p:cNvSpPr txBox="1">
              <a:spLocks/>
            </p:cNvSpPr>
            <p:nvPr/>
          </p:nvSpPr>
          <p:spPr>
            <a:xfrm>
              <a:off x="5777921" y="3160900"/>
              <a:ext cx="2329797" cy="773169"/>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200"/>
                </a:spcAft>
                <a:buNone/>
              </a:pPr>
              <a:r>
                <a:rPr lang="en-US" dirty="0"/>
                <a:t>Users of this profile will not see ‘Mass Update’ button</a:t>
              </a:r>
              <a:endParaRPr lang="en-US" b="1" dirty="0">
                <a:sym typeface="Wingdings" panose="05000000000000000000" pitchFamily="2" charset="2"/>
              </a:endParaRPr>
            </a:p>
          </p:txBody>
        </p:sp>
      </p:grpSp>
      <p:grpSp>
        <p:nvGrpSpPr>
          <p:cNvPr id="18" name="Group 17">
            <a:extLst>
              <a:ext uri="{FF2B5EF4-FFF2-40B4-BE49-F238E27FC236}">
                <a16:creationId xmlns:a16="http://schemas.microsoft.com/office/drawing/2014/main" id="{F99F02A9-4CC3-7DFB-07FF-78C74833CA8C}"/>
              </a:ext>
            </a:extLst>
          </p:cNvPr>
          <p:cNvGrpSpPr/>
          <p:nvPr/>
        </p:nvGrpSpPr>
        <p:grpSpPr>
          <a:xfrm>
            <a:off x="5812809" y="5730551"/>
            <a:ext cx="2197289" cy="467502"/>
            <a:chOff x="5813189" y="3477618"/>
            <a:chExt cx="2197289" cy="467502"/>
          </a:xfrm>
        </p:grpSpPr>
        <p:sp>
          <p:nvSpPr>
            <p:cNvPr id="19" name="Rectangle 18">
              <a:extLst>
                <a:ext uri="{FF2B5EF4-FFF2-40B4-BE49-F238E27FC236}">
                  <a16:creationId xmlns:a16="http://schemas.microsoft.com/office/drawing/2014/main" id="{2D66437D-6C45-CD5B-5F87-04930EB59D28}"/>
                </a:ext>
              </a:extLst>
            </p:cNvPr>
            <p:cNvSpPr/>
            <p:nvPr/>
          </p:nvSpPr>
          <p:spPr>
            <a:xfrm>
              <a:off x="5813189" y="3482512"/>
              <a:ext cx="1951630" cy="46260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Arial" panose="020B0604020202020204" pitchFamily="34" charset="0"/>
                <a:cs typeface="Arial" panose="020B0604020202020204" pitchFamily="34" charset="0"/>
              </a:endParaRPr>
            </a:p>
          </p:txBody>
        </p:sp>
        <p:sp>
          <p:nvSpPr>
            <p:cNvPr id="20" name="Content Placeholder 4">
              <a:extLst>
                <a:ext uri="{FF2B5EF4-FFF2-40B4-BE49-F238E27FC236}">
                  <a16:creationId xmlns:a16="http://schemas.microsoft.com/office/drawing/2014/main" id="{39A8C4DD-4DDF-D316-325C-F32447CC2C3B}"/>
                </a:ext>
              </a:extLst>
            </p:cNvPr>
            <p:cNvSpPr txBox="1">
              <a:spLocks/>
            </p:cNvSpPr>
            <p:nvPr/>
          </p:nvSpPr>
          <p:spPr>
            <a:xfrm>
              <a:off x="5909281" y="3477618"/>
              <a:ext cx="2101197" cy="420374"/>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200"/>
                </a:spcAft>
                <a:buNone/>
              </a:pPr>
              <a:r>
                <a:rPr lang="en-US" dirty="0"/>
                <a:t>Disable Mass Update</a:t>
              </a:r>
              <a:endParaRPr lang="en-US" b="1" dirty="0">
                <a:sym typeface="Wingdings" panose="05000000000000000000" pitchFamily="2" charset="2"/>
              </a:endParaRPr>
            </a:p>
          </p:txBody>
        </p:sp>
      </p:grpSp>
    </p:spTree>
    <p:extLst>
      <p:ext uri="{BB962C8B-B14F-4D97-AF65-F5344CB8AC3E}">
        <p14:creationId xmlns:p14="http://schemas.microsoft.com/office/powerpoint/2010/main" val="38718343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219200"/>
            <a:ext cx="9720943" cy="4191000"/>
          </a:xfrm>
        </p:spPr>
        <p:txBody>
          <a:bodyPr/>
          <a:lstStyle/>
          <a:p>
            <a:r>
              <a:rPr lang="en-US" sz="1800" b="1" dirty="0">
                <a:solidFill>
                  <a:schemeClr val="tx1"/>
                </a:solidFill>
              </a:rPr>
              <a:t>Disable All Accounts</a:t>
            </a:r>
          </a:p>
          <a:p>
            <a:pPr marL="685800" lvl="1"/>
            <a:r>
              <a:rPr lang="en-US" sz="1600" dirty="0">
                <a:solidFill>
                  <a:schemeClr val="tx1"/>
                </a:solidFill>
              </a:rPr>
              <a:t>If set to True, then the All Accounts option in the territory picklist will be removed if the user is aligned to at least one territory</a:t>
            </a:r>
            <a:endParaRPr lang="en-US" sz="1800" b="1" dirty="0">
              <a:solidFill>
                <a:schemeClr val="tx1"/>
              </a:solidFill>
            </a:endParaRPr>
          </a:p>
          <a:p>
            <a:r>
              <a:rPr lang="en-US" sz="1800" b="1" dirty="0">
                <a:solidFill>
                  <a:schemeClr val="tx1"/>
                </a:solidFill>
              </a:rPr>
              <a:t>Enable Sample Card License Check</a:t>
            </a:r>
          </a:p>
          <a:p>
            <a:pPr marL="685800" lvl="1"/>
            <a:r>
              <a:rPr lang="en-US" sz="1600" dirty="0">
                <a:solidFill>
                  <a:schemeClr val="tx1"/>
                </a:solidFill>
              </a:rPr>
              <a:t>If true, then users will not be able to submit calls with sample card info with an address without a valid license</a:t>
            </a:r>
            <a:endParaRPr lang="en-US" sz="1800" b="1" dirty="0">
              <a:solidFill>
                <a:schemeClr val="tx1"/>
              </a:solidFill>
            </a:endParaRPr>
          </a:p>
          <a:p>
            <a:r>
              <a:rPr lang="en-US" sz="1800" b="1" dirty="0">
                <a:solidFill>
                  <a:schemeClr val="tx1"/>
                </a:solidFill>
              </a:rPr>
              <a:t>Data Change Request Mode</a:t>
            </a:r>
          </a:p>
          <a:p>
            <a:pPr marL="685800" lvl="1"/>
            <a:r>
              <a:rPr lang="en-US" sz="1600" dirty="0">
                <a:solidFill>
                  <a:schemeClr val="tx1"/>
                </a:solidFill>
              </a:rPr>
              <a:t>Determines if a user can create Data Change Requests. Default value is 0 which means Data Change Request is turned off while the value 1 means Data Change Request is Enabled</a:t>
            </a:r>
            <a:endParaRPr lang="en-US" sz="1800" b="1" dirty="0">
              <a:solidFill>
                <a:schemeClr val="tx1"/>
              </a:solidFill>
            </a:endParaRPr>
          </a:p>
          <a:p>
            <a:r>
              <a:rPr lang="en-US" sz="1800" b="1" dirty="0">
                <a:solidFill>
                  <a:schemeClr val="tx1"/>
                </a:solidFill>
              </a:rPr>
              <a:t>CLM Highlighter Pen</a:t>
            </a:r>
          </a:p>
          <a:p>
            <a:pPr marL="685800" lvl="1"/>
            <a:r>
              <a:rPr lang="en-US" sz="1600" dirty="0">
                <a:solidFill>
                  <a:schemeClr val="tx1"/>
                </a:solidFill>
              </a:rPr>
              <a:t>When checked, enables the highlighter pen in CLM</a:t>
            </a:r>
            <a:endParaRPr lang="en-US" sz="1800" b="1" dirty="0">
              <a:solidFill>
                <a:schemeClr val="tx1"/>
              </a:solidFill>
            </a:endParaRPr>
          </a:p>
          <a:p>
            <a:r>
              <a:rPr lang="en-US" sz="1800" b="1" dirty="0">
                <a:solidFill>
                  <a:schemeClr val="tx1"/>
                </a:solidFill>
              </a:rPr>
              <a:t>Prevent TOT Overlap</a:t>
            </a:r>
          </a:p>
          <a:p>
            <a:pPr marL="685800" lvl="1"/>
            <a:r>
              <a:rPr lang="en-US" sz="1600" dirty="0">
                <a:solidFill>
                  <a:schemeClr val="tx1"/>
                </a:solidFill>
              </a:rPr>
              <a:t>Setting for enabling warnings/errors when time off territory records overlap</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VEEVA Settings More Examples</a:t>
            </a:r>
            <a:endParaRPr lang="en-US" dirty="0"/>
          </a:p>
        </p:txBody>
      </p:sp>
    </p:spTree>
    <p:extLst>
      <p:ext uri="{BB962C8B-B14F-4D97-AF65-F5344CB8AC3E}">
        <p14:creationId xmlns:p14="http://schemas.microsoft.com/office/powerpoint/2010/main" val="206115412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219200"/>
            <a:ext cx="9720943" cy="4191000"/>
          </a:xfrm>
        </p:spPr>
        <p:txBody>
          <a:bodyPr/>
          <a:lstStyle/>
          <a:p>
            <a:r>
              <a:rPr lang="en-US" sz="1800" dirty="0">
                <a:solidFill>
                  <a:schemeClr val="tx1"/>
                </a:solidFill>
              </a:rPr>
              <a:t>The VEEVA CRM application uses cache on the VEEVA servers for the components that are specific to the VEEVA CRM application</a:t>
            </a:r>
          </a:p>
          <a:p>
            <a:endParaRPr lang="en-US" sz="200" dirty="0">
              <a:solidFill>
                <a:schemeClr val="tx1"/>
              </a:solidFill>
            </a:endParaRPr>
          </a:p>
          <a:p>
            <a:r>
              <a:rPr lang="en-US" sz="1800" dirty="0">
                <a:solidFill>
                  <a:schemeClr val="tx1"/>
                </a:solidFill>
              </a:rPr>
              <a:t>Cache is used to store reusable parts of the application on the server to improve response time for users</a:t>
            </a:r>
          </a:p>
          <a:p>
            <a:endParaRPr lang="en-US" sz="200" dirty="0">
              <a:solidFill>
                <a:schemeClr val="tx1"/>
              </a:solidFill>
            </a:endParaRPr>
          </a:p>
          <a:p>
            <a:r>
              <a:rPr lang="en-US" sz="1800" dirty="0">
                <a:solidFill>
                  <a:schemeClr val="tx1"/>
                </a:solidFill>
              </a:rPr>
              <a:t>VEEVA Cache is cleared by an automated process every 16 hours. However, an administrator can manually clear the Cache</a:t>
            </a:r>
          </a:p>
          <a:p>
            <a:endParaRPr lang="en-US" sz="200" dirty="0">
              <a:solidFill>
                <a:schemeClr val="tx1"/>
              </a:solidFill>
            </a:endParaRPr>
          </a:p>
          <a:p>
            <a:r>
              <a:rPr lang="en-US" sz="1800" b="1" dirty="0">
                <a:solidFill>
                  <a:schemeClr val="tx1"/>
                </a:solidFill>
              </a:rPr>
              <a:t>In order to manually clear cache administrator needs to do the following:</a:t>
            </a:r>
            <a:endParaRPr lang="en-US" sz="18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Clear VEEVA Cache</a:t>
            </a:r>
            <a:endParaRPr lang="en-US" dirty="0"/>
          </a:p>
        </p:txBody>
      </p:sp>
      <p:pic>
        <p:nvPicPr>
          <p:cNvPr id="6" name="Picture 5">
            <a:extLst>
              <a:ext uri="{FF2B5EF4-FFF2-40B4-BE49-F238E27FC236}">
                <a16:creationId xmlns:a16="http://schemas.microsoft.com/office/drawing/2014/main" id="{AE6583B6-4A13-C9FA-5CC8-2FE85552E0DC}"/>
              </a:ext>
            </a:extLst>
          </p:cNvPr>
          <p:cNvPicPr>
            <a:picLocks noChangeAspect="1"/>
          </p:cNvPicPr>
          <p:nvPr/>
        </p:nvPicPr>
        <p:blipFill>
          <a:blip r:embed="rId2"/>
          <a:stretch>
            <a:fillRect/>
          </a:stretch>
        </p:blipFill>
        <p:spPr>
          <a:xfrm>
            <a:off x="809296" y="4107731"/>
            <a:ext cx="3379591" cy="2133785"/>
          </a:xfrm>
          <a:prstGeom prst="rect">
            <a:avLst/>
          </a:prstGeom>
        </p:spPr>
      </p:pic>
      <p:sp>
        <p:nvSpPr>
          <p:cNvPr id="7" name="Rectangle 6">
            <a:extLst>
              <a:ext uri="{FF2B5EF4-FFF2-40B4-BE49-F238E27FC236}">
                <a16:creationId xmlns:a16="http://schemas.microsoft.com/office/drawing/2014/main" id="{2DE93CE4-7479-6046-B8DD-61D5C724D54C}"/>
              </a:ext>
            </a:extLst>
          </p:cNvPr>
          <p:cNvSpPr/>
          <p:nvPr/>
        </p:nvSpPr>
        <p:spPr>
          <a:xfrm>
            <a:off x="809296" y="4107731"/>
            <a:ext cx="445891" cy="368202"/>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AA76C079-94A2-6CCC-DB85-8B67DF8BD8FD}"/>
              </a:ext>
            </a:extLst>
          </p:cNvPr>
          <p:cNvSpPr/>
          <p:nvPr/>
        </p:nvSpPr>
        <p:spPr>
          <a:xfrm>
            <a:off x="950387" y="5695133"/>
            <a:ext cx="1295400" cy="254567"/>
          </a:xfrm>
          <a:prstGeom prst="rect">
            <a:avLst/>
          </a:prstGeom>
          <a:no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88599744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08003" y="2352109"/>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VEEVA Settings and VEEVA Messages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p:txBody>
          <a:bodyPr/>
          <a:lstStyle/>
          <a:p>
            <a:r>
              <a:rPr lang="en-US" sz="3200" b="1" dirty="0">
                <a:latin typeface="Arial" panose="020B0604020202020204" pitchFamily="34" charset="0"/>
                <a:cs typeface="Arial" panose="020B0604020202020204" pitchFamily="34" charset="0"/>
              </a:rPr>
              <a:t>VEEVA Messages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173620849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219200"/>
            <a:ext cx="9720943" cy="4191000"/>
          </a:xfrm>
        </p:spPr>
        <p:txBody>
          <a:bodyPr/>
          <a:lstStyle/>
          <a:p>
            <a:pPr marL="0" indent="0">
              <a:buNone/>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VEEVA Message is a custom object which stores text and labels for all VEEVA CRM configured components, labels and error messages</a:t>
            </a:r>
          </a:p>
          <a:p>
            <a:pPr marL="171450" indent="-171450">
              <a:buFont typeface="Arial" panose="020B0604020202020204" pitchFamily="34" charset="0"/>
              <a:buChar char="•"/>
            </a:pPr>
            <a:endParaRPr lang="en-US" sz="600" dirty="0">
              <a:solidFill>
                <a:schemeClr val="tx1"/>
              </a:solidFill>
            </a:endParaRPr>
          </a:p>
          <a:p>
            <a:pPr marL="285750" indent="-285750">
              <a:buFont typeface="Arial" panose="020B0604020202020204" pitchFamily="34" charset="0"/>
              <a:buChar char="•"/>
            </a:pPr>
            <a:r>
              <a:rPr lang="en-US" sz="1800" dirty="0">
                <a:solidFill>
                  <a:schemeClr val="tx1"/>
                </a:solidFill>
              </a:rPr>
              <a:t>The VEEVA Message object requires users to have READ permission to the VEEVA Message object and all its fields. Administrators need to have with Edit access to the VEEVA Message object</a:t>
            </a:r>
          </a:p>
          <a:p>
            <a:pPr marL="171450" indent="-171450">
              <a:buFont typeface="Arial" panose="020B0604020202020204" pitchFamily="34" charset="0"/>
              <a:buChar char="•"/>
            </a:pPr>
            <a:endParaRPr lang="en-US" sz="600" dirty="0">
              <a:solidFill>
                <a:schemeClr val="tx1"/>
              </a:solidFill>
            </a:endParaRPr>
          </a:p>
          <a:p>
            <a:pPr marL="285750" indent="-285750">
              <a:buFont typeface="Arial" panose="020B0604020202020204" pitchFamily="34" charset="0"/>
              <a:buChar char="•"/>
            </a:pPr>
            <a:r>
              <a:rPr lang="en-US" sz="1800" dirty="0">
                <a:solidFill>
                  <a:schemeClr val="tx1"/>
                </a:solidFill>
              </a:rPr>
              <a:t>Along with text and labels, VEEVA Messages also consist of some settings information which are referred by VEEVA CRM functionalities in order to change the behavior of some VEEVA components</a:t>
            </a:r>
          </a:p>
          <a:p>
            <a:pPr lvl="1">
              <a:buFont typeface="Courier New" panose="02070309020205020404" pitchFamily="49" charset="0"/>
              <a:buChar char="o"/>
            </a:pPr>
            <a:r>
              <a:rPr lang="en-US" dirty="0">
                <a:solidFill>
                  <a:schemeClr val="tx1"/>
                </a:solidFill>
              </a:rPr>
              <a:t>For example, </a:t>
            </a:r>
            <a:r>
              <a:rPr lang="en-US" b="1" i="1" dirty="0">
                <a:solidFill>
                  <a:schemeClr val="tx1"/>
                </a:solidFill>
              </a:rPr>
              <a:t>ALLOWED_CALL_RECORD_TYPES</a:t>
            </a:r>
            <a:r>
              <a:rPr lang="en-US" b="1" dirty="0">
                <a:solidFill>
                  <a:schemeClr val="tx1"/>
                </a:solidFill>
              </a:rPr>
              <a:t> </a:t>
            </a:r>
            <a:r>
              <a:rPr lang="en-US" dirty="0">
                <a:solidFill>
                  <a:schemeClr val="tx1"/>
                </a:solidFill>
              </a:rPr>
              <a:t>VEEVA Message is used to govern Allowed call record types by account record types</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What are VEEVA Messages?</a:t>
            </a:r>
            <a:endParaRPr lang="en-US" dirty="0"/>
          </a:p>
        </p:txBody>
      </p:sp>
    </p:spTree>
    <p:extLst>
      <p:ext uri="{BB962C8B-B14F-4D97-AF65-F5344CB8AC3E}">
        <p14:creationId xmlns:p14="http://schemas.microsoft.com/office/powerpoint/2010/main" val="115851798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08003" y="2352109"/>
            <a:ext cx="7450197" cy="1828469"/>
          </a:xfrm>
        </p:spPr>
        <p:txBody>
          <a:bodyPr/>
          <a:lstStyle/>
          <a:p>
            <a:r>
              <a:rPr lang="en-US" sz="3600" b="1" dirty="0">
                <a:solidFill>
                  <a:srgbClr val="00718F"/>
                </a:solidFill>
                <a:latin typeface="Arial" panose="020B0604020202020204" pitchFamily="34" charset="0"/>
                <a:cs typeface="Arial" panose="020B0604020202020204" pitchFamily="34" charset="0"/>
              </a:rPr>
              <a:t>VEEVA Settings and VEEVA Messages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1042989" y="4187952"/>
            <a:ext cx="7034211" cy="457200"/>
          </a:xfrm>
        </p:spPr>
        <p:txBody>
          <a:bodyPr/>
          <a:lstStyle/>
          <a:p>
            <a:r>
              <a:rPr lang="en-US" sz="3200" b="1" dirty="0">
                <a:latin typeface="Arial" panose="020B0604020202020204" pitchFamily="34" charset="0"/>
                <a:cs typeface="Arial" panose="020B0604020202020204" pitchFamily="34" charset="0"/>
              </a:rPr>
              <a:t>Fields in a VEEVA Message Record</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47594817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219200"/>
            <a:ext cx="9416143" cy="4800600"/>
          </a:xfrm>
        </p:spPr>
        <p:txBody>
          <a:bodyPr/>
          <a:lstStyle/>
          <a:p>
            <a:pPr marL="0" indent="0">
              <a:buNone/>
            </a:pPr>
            <a:r>
              <a:rPr lang="en-US" sz="1800" dirty="0">
                <a:solidFill>
                  <a:schemeClr val="tx1"/>
                </a:solidFill>
              </a:rPr>
              <a:t>The main fields in a VEEVA Message record are:</a:t>
            </a:r>
          </a:p>
          <a:p>
            <a:pPr marL="285750" indent="-285750">
              <a:buFont typeface="Arial" panose="020B0604020202020204" pitchFamily="34" charset="0"/>
              <a:buChar char="•"/>
            </a:pPr>
            <a:r>
              <a:rPr lang="en-US" sz="1800" b="1" dirty="0">
                <a:solidFill>
                  <a:schemeClr val="tx1"/>
                </a:solidFill>
              </a:rPr>
              <a:t>Message Name</a:t>
            </a:r>
          </a:p>
          <a:p>
            <a:pPr lvl="1">
              <a:buFont typeface="Courier New" panose="02070309020205020404" pitchFamily="49" charset="0"/>
              <a:buChar char="o"/>
            </a:pPr>
            <a:r>
              <a:rPr lang="en-US" dirty="0">
                <a:solidFill>
                  <a:schemeClr val="tx1"/>
                </a:solidFill>
              </a:rPr>
              <a:t>This is the name which is referenced in VEEVA code to display a text/label or to alter functionality of a module</a:t>
            </a:r>
          </a:p>
          <a:p>
            <a:pPr marL="349250" lvl="1" indent="0">
              <a:buNone/>
            </a:pPr>
            <a:endParaRPr lang="en-US" sz="700" dirty="0">
              <a:solidFill>
                <a:schemeClr val="tx1"/>
              </a:solidFill>
            </a:endParaRPr>
          </a:p>
          <a:p>
            <a:pPr marL="285750" indent="-285750">
              <a:buFont typeface="Arial" panose="020B0604020202020204" pitchFamily="34" charset="0"/>
              <a:buChar char="•"/>
            </a:pPr>
            <a:r>
              <a:rPr lang="en-US" sz="1800" b="1" dirty="0">
                <a:solidFill>
                  <a:schemeClr val="tx1"/>
                </a:solidFill>
              </a:rPr>
              <a:t>Description</a:t>
            </a:r>
            <a:endParaRPr lang="en-US" sz="1800" dirty="0">
              <a:solidFill>
                <a:schemeClr val="tx1"/>
              </a:solidFill>
            </a:endParaRPr>
          </a:p>
          <a:p>
            <a:pPr lvl="1">
              <a:buFont typeface="Courier New" panose="02070309020205020404" pitchFamily="49" charset="0"/>
              <a:buChar char="o"/>
            </a:pPr>
            <a:r>
              <a:rPr lang="en-US" dirty="0">
                <a:solidFill>
                  <a:schemeClr val="tx1"/>
                </a:solidFill>
              </a:rPr>
              <a:t>A VEEVA provided Description of the VEEVA Message</a:t>
            </a:r>
          </a:p>
          <a:p>
            <a:pPr lvl="1">
              <a:buFont typeface="Courier New" panose="02070309020205020404" pitchFamily="49" charset="0"/>
              <a:buChar char="o"/>
            </a:pPr>
            <a:endParaRPr lang="en-US" sz="700" dirty="0">
              <a:solidFill>
                <a:schemeClr val="tx1"/>
              </a:solidFill>
            </a:endParaRPr>
          </a:p>
          <a:p>
            <a:pPr marL="285750" indent="-285750">
              <a:buFont typeface="Arial" panose="020B0604020202020204" pitchFamily="34" charset="0"/>
              <a:buChar char="•"/>
            </a:pPr>
            <a:r>
              <a:rPr lang="en-US" sz="1800" b="1" dirty="0">
                <a:solidFill>
                  <a:schemeClr val="tx1"/>
                </a:solidFill>
              </a:rPr>
              <a:t>Type</a:t>
            </a:r>
            <a:endParaRPr lang="en-US" sz="1800" dirty="0">
              <a:solidFill>
                <a:schemeClr val="tx1"/>
              </a:solidFill>
            </a:endParaRPr>
          </a:p>
          <a:p>
            <a:pPr lvl="1">
              <a:buFont typeface="Courier New" panose="02070309020205020404" pitchFamily="49" charset="0"/>
              <a:buChar char="o"/>
            </a:pPr>
            <a:r>
              <a:rPr lang="en-US" dirty="0">
                <a:solidFill>
                  <a:schemeClr val="tx1"/>
                </a:solidFill>
              </a:rPr>
              <a:t>Displays what type of VEEVA Message the record is. Some of the types are Label, Custom Settings, VEEVA and Config</a:t>
            </a:r>
          </a:p>
          <a:p>
            <a:pPr marL="349250" lvl="1" indent="0">
              <a:buNone/>
            </a:pPr>
            <a:endParaRPr lang="en-US" sz="700" dirty="0">
              <a:solidFill>
                <a:schemeClr val="tx1"/>
              </a:solidFill>
            </a:endParaRPr>
          </a:p>
          <a:p>
            <a:pPr marL="285750" indent="-285750">
              <a:buFont typeface="Arial" panose="020B0604020202020204" pitchFamily="34" charset="0"/>
              <a:buChar char="•"/>
            </a:pPr>
            <a:r>
              <a:rPr lang="en-US" sz="1800" b="1" dirty="0">
                <a:solidFill>
                  <a:schemeClr val="tx1"/>
                </a:solidFill>
              </a:rPr>
              <a:t>Category</a:t>
            </a:r>
            <a:endParaRPr lang="en-US" sz="1800" dirty="0">
              <a:solidFill>
                <a:schemeClr val="tx1"/>
              </a:solidFill>
            </a:endParaRPr>
          </a:p>
          <a:p>
            <a:pPr lvl="1">
              <a:buFont typeface="Courier New" panose="02070309020205020404" pitchFamily="49" charset="0"/>
              <a:buChar char="o"/>
            </a:pPr>
            <a:r>
              <a:rPr lang="en-US" dirty="0">
                <a:solidFill>
                  <a:schemeClr val="tx1"/>
                </a:solidFill>
              </a:rPr>
              <a:t>Denotes a grouping of messages in the catalog</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Fields in a VEEVA Message Record ... 1</a:t>
            </a:r>
            <a:endParaRPr lang="en-US" dirty="0"/>
          </a:p>
        </p:txBody>
      </p:sp>
    </p:spTree>
    <p:extLst>
      <p:ext uri="{BB962C8B-B14F-4D97-AF65-F5344CB8AC3E}">
        <p14:creationId xmlns:p14="http://schemas.microsoft.com/office/powerpoint/2010/main" val="264314514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219200"/>
            <a:ext cx="9720943" cy="4800600"/>
          </a:xfrm>
        </p:spPr>
        <p:txBody>
          <a:bodyPr/>
          <a:lstStyle/>
          <a:p>
            <a:pPr marL="0" indent="0">
              <a:buNone/>
            </a:pPr>
            <a:r>
              <a:rPr lang="en-US" sz="1800" dirty="0">
                <a:solidFill>
                  <a:schemeClr val="tx1"/>
                </a:solidFill>
              </a:rPr>
              <a:t>The main fields in a VEEVA Message record are:</a:t>
            </a:r>
          </a:p>
          <a:p>
            <a:pPr marL="0" indent="0">
              <a:buNone/>
            </a:pPr>
            <a:endParaRPr lang="en-US" sz="700" dirty="0">
              <a:solidFill>
                <a:schemeClr val="tx1"/>
              </a:solidFill>
            </a:endParaRPr>
          </a:p>
          <a:p>
            <a:r>
              <a:rPr lang="en-US" sz="1800" b="1" dirty="0">
                <a:solidFill>
                  <a:schemeClr val="tx1"/>
                </a:solidFill>
              </a:rPr>
              <a:t>Active</a:t>
            </a:r>
            <a:endParaRPr lang="en-US" sz="1800" dirty="0">
              <a:solidFill>
                <a:schemeClr val="tx1"/>
              </a:solidFill>
            </a:endParaRPr>
          </a:p>
          <a:p>
            <a:pPr lvl="1"/>
            <a:r>
              <a:rPr lang="en-US" dirty="0">
                <a:solidFill>
                  <a:schemeClr val="tx1"/>
                </a:solidFill>
              </a:rPr>
              <a:t>Used to mark a VEEVA Message as Active. Only active messages are retrieved by VoD</a:t>
            </a:r>
          </a:p>
          <a:p>
            <a:endParaRPr lang="en-US" sz="600" b="1" dirty="0">
              <a:solidFill>
                <a:schemeClr val="tx1"/>
              </a:solidFill>
            </a:endParaRPr>
          </a:p>
          <a:p>
            <a:r>
              <a:rPr lang="en-US" sz="1800" b="1" dirty="0">
                <a:solidFill>
                  <a:schemeClr val="tx1"/>
                </a:solidFill>
              </a:rPr>
              <a:t>Language</a:t>
            </a:r>
            <a:endParaRPr lang="en-US" sz="1800" dirty="0">
              <a:solidFill>
                <a:schemeClr val="tx1"/>
              </a:solidFill>
            </a:endParaRPr>
          </a:p>
          <a:p>
            <a:pPr lvl="1"/>
            <a:r>
              <a:rPr lang="en-US" dirty="0">
                <a:solidFill>
                  <a:schemeClr val="tx1"/>
                </a:solidFill>
              </a:rPr>
              <a:t>The message catalog provides a way to store messages for different languages. This field is used to denote the language for which the VEEVA Message record is applicable</a:t>
            </a:r>
          </a:p>
          <a:p>
            <a:endParaRPr lang="en-US" sz="600" b="1" dirty="0">
              <a:solidFill>
                <a:schemeClr val="tx1"/>
              </a:solidFill>
            </a:endParaRPr>
          </a:p>
          <a:p>
            <a:r>
              <a:rPr lang="en-US" sz="1800" b="1" dirty="0">
                <a:solidFill>
                  <a:schemeClr val="tx1"/>
                </a:solidFill>
              </a:rPr>
              <a:t>Text</a:t>
            </a:r>
            <a:endParaRPr lang="en-US" sz="1800" dirty="0">
              <a:solidFill>
                <a:schemeClr val="tx1"/>
              </a:solidFill>
            </a:endParaRPr>
          </a:p>
          <a:p>
            <a:pPr lvl="1"/>
            <a:r>
              <a:rPr lang="en-US" dirty="0">
                <a:solidFill>
                  <a:schemeClr val="tx1"/>
                </a:solidFill>
              </a:rPr>
              <a:t>This field stores the actual text/label which is displayed in the application</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700087"/>
            <a:ext cx="10807700" cy="369332"/>
          </a:xfrm>
        </p:spPr>
        <p:txBody>
          <a:bodyPr/>
          <a:lstStyle/>
          <a:p>
            <a:r>
              <a:rPr lang="en-US" sz="2400" dirty="0"/>
              <a:t>Fields in a VEEVA Message Record ... 2</a:t>
            </a:r>
            <a:endParaRPr lang="en-US" dirty="0"/>
          </a:p>
        </p:txBody>
      </p:sp>
    </p:spTree>
    <p:extLst>
      <p:ext uri="{BB962C8B-B14F-4D97-AF65-F5344CB8AC3E}">
        <p14:creationId xmlns:p14="http://schemas.microsoft.com/office/powerpoint/2010/main" val="18600887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08003" y="2352109"/>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VEEVA Settings and VEEVA Messages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1042989" y="4187952"/>
            <a:ext cx="7110411" cy="457200"/>
          </a:xfrm>
        </p:spPr>
        <p:txBody>
          <a:bodyPr/>
          <a:lstStyle/>
          <a:p>
            <a:r>
              <a:rPr lang="en-US" sz="3200" b="1" dirty="0">
                <a:latin typeface="Arial" panose="020B0604020202020204" pitchFamily="34" charset="0"/>
                <a:cs typeface="Arial" panose="020B0604020202020204" pitchFamily="34" charset="0"/>
              </a:rPr>
              <a:t>Creation of Custom VEEVA Message</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dirty="0"/>
          </a:p>
        </p:txBody>
      </p:sp>
    </p:spTree>
    <p:extLst>
      <p:ext uri="{BB962C8B-B14F-4D97-AF65-F5344CB8AC3E}">
        <p14:creationId xmlns:p14="http://schemas.microsoft.com/office/powerpoint/2010/main" val="41091382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188402"/>
            <a:ext cx="9873343" cy="5257800"/>
          </a:xfrm>
        </p:spPr>
        <p:txBody>
          <a:bodyPr/>
          <a:lstStyle/>
          <a:p>
            <a:pPr marL="285750" indent="-285750">
              <a:buFont typeface="Arial" panose="020B0604020202020204" pitchFamily="34" charset="0"/>
              <a:buChar char="•"/>
            </a:pPr>
            <a:r>
              <a:rPr lang="en-US" sz="1800" dirty="0">
                <a:solidFill>
                  <a:schemeClr val="tx1"/>
                </a:solidFill>
              </a:rPr>
              <a:t>Administrators need to have with Edit access to the VEEVA Message object</a:t>
            </a:r>
          </a:p>
          <a:p>
            <a:pPr marL="171450" indent="-171450">
              <a:buFont typeface="Arial" panose="020B0604020202020204" pitchFamily="34" charset="0"/>
              <a:buChar char="•"/>
            </a:pPr>
            <a:endParaRPr lang="en-US" sz="200" dirty="0">
              <a:solidFill>
                <a:schemeClr val="tx1"/>
              </a:solidFill>
            </a:endParaRPr>
          </a:p>
          <a:p>
            <a:pPr marL="285750" indent="-285750">
              <a:buFont typeface="Arial" panose="020B0604020202020204" pitchFamily="34" charset="0"/>
              <a:buChar char="•"/>
            </a:pPr>
            <a:r>
              <a:rPr lang="en-US" sz="1800" dirty="0">
                <a:solidFill>
                  <a:schemeClr val="tx1"/>
                </a:solidFill>
              </a:rPr>
              <a:t>However, an original VEEVA Message should not be changed</a:t>
            </a:r>
          </a:p>
          <a:p>
            <a:pPr marL="171450" indent="-171450">
              <a:buFont typeface="Arial" panose="020B0604020202020204" pitchFamily="34" charset="0"/>
              <a:buChar char="•"/>
            </a:pPr>
            <a:endParaRPr lang="en-US" sz="200" dirty="0">
              <a:solidFill>
                <a:schemeClr val="tx1"/>
              </a:solidFill>
            </a:endParaRPr>
          </a:p>
          <a:p>
            <a:pPr marL="285750" indent="-285750">
              <a:buFont typeface="Arial" panose="020B0604020202020204" pitchFamily="34" charset="0"/>
              <a:buChar char="•"/>
            </a:pPr>
            <a:r>
              <a:rPr lang="en-US" sz="1800" dirty="0">
                <a:solidFill>
                  <a:schemeClr val="tx1"/>
                </a:solidFill>
              </a:rPr>
              <a:t>If changed it will be overwritten when your VEEVA application is upgraded to a new version</a:t>
            </a:r>
          </a:p>
          <a:p>
            <a:pPr marL="171450" indent="-171450">
              <a:buFont typeface="Arial" panose="020B0604020202020204" pitchFamily="34" charset="0"/>
              <a:buChar char="•"/>
            </a:pPr>
            <a:endParaRPr lang="en-US" sz="200" dirty="0">
              <a:solidFill>
                <a:schemeClr val="tx1"/>
              </a:solidFill>
            </a:endParaRPr>
          </a:p>
          <a:p>
            <a:pPr marL="285750" indent="-285750">
              <a:buFont typeface="Arial" panose="020B0604020202020204" pitchFamily="34" charset="0"/>
              <a:buChar char="•"/>
            </a:pPr>
            <a:r>
              <a:rPr lang="en-US" sz="1800" dirty="0">
                <a:solidFill>
                  <a:schemeClr val="tx1"/>
                </a:solidFill>
              </a:rPr>
              <a:t>In case a VEEVA Message need to be modified please perform the below steps:</a:t>
            </a:r>
          </a:p>
          <a:p>
            <a:pPr lvl="1">
              <a:buFont typeface="Courier New" panose="02070309020205020404" pitchFamily="49" charset="0"/>
              <a:buChar char="o"/>
            </a:pPr>
            <a:r>
              <a:rPr lang="en-US" sz="1600" dirty="0">
                <a:solidFill>
                  <a:schemeClr val="tx1"/>
                </a:solidFill>
              </a:rPr>
              <a:t>Inactivate the original VEEVA Message</a:t>
            </a:r>
          </a:p>
          <a:p>
            <a:pPr lvl="1">
              <a:buFont typeface="Courier New" panose="02070309020205020404" pitchFamily="49" charset="0"/>
              <a:buChar char="o"/>
            </a:pPr>
            <a:r>
              <a:rPr lang="en-US" sz="1600" dirty="0">
                <a:solidFill>
                  <a:schemeClr val="tx1"/>
                </a:solidFill>
              </a:rPr>
              <a:t>Clone the VEEVA Message inactivated in 1</a:t>
            </a:r>
            <a:r>
              <a:rPr lang="en-US" sz="1600" baseline="30000" dirty="0">
                <a:solidFill>
                  <a:schemeClr val="tx1"/>
                </a:solidFill>
              </a:rPr>
              <a:t>st</a:t>
            </a:r>
            <a:r>
              <a:rPr lang="en-US" sz="1600" dirty="0">
                <a:solidFill>
                  <a:schemeClr val="tx1"/>
                </a:solidFill>
              </a:rPr>
              <a:t> step</a:t>
            </a:r>
          </a:p>
          <a:p>
            <a:pPr lvl="1">
              <a:buFont typeface="Courier New" panose="02070309020205020404" pitchFamily="49" charset="0"/>
              <a:buChar char="o"/>
            </a:pPr>
            <a:r>
              <a:rPr lang="en-US" sz="1600" dirty="0">
                <a:solidFill>
                  <a:schemeClr val="tx1"/>
                </a:solidFill>
              </a:rPr>
              <a:t>Activate the new custom VEEVA Message</a:t>
            </a:r>
          </a:p>
          <a:p>
            <a:pPr lvl="1">
              <a:buFont typeface="Courier New" panose="02070309020205020404" pitchFamily="49" charset="0"/>
              <a:buChar char="o"/>
            </a:pPr>
            <a:r>
              <a:rPr lang="en-US" sz="1600" dirty="0">
                <a:solidFill>
                  <a:schemeClr val="tx1"/>
                </a:solidFill>
              </a:rPr>
              <a:t>Provide custom Text in the VEEVA Message</a:t>
            </a:r>
          </a:p>
          <a:p>
            <a:pPr lvl="1">
              <a:buFont typeface="Courier New" panose="02070309020205020404" pitchFamily="49" charset="0"/>
              <a:buChar char="o"/>
            </a:pPr>
            <a:r>
              <a:rPr lang="en-US" sz="1600" dirty="0">
                <a:solidFill>
                  <a:schemeClr val="tx1"/>
                </a:solidFill>
              </a:rPr>
              <a:t>Modify the External ID since it is unique</a:t>
            </a:r>
          </a:p>
          <a:p>
            <a:pPr lvl="1">
              <a:buFont typeface="Courier New" panose="02070309020205020404" pitchFamily="49" charset="0"/>
              <a:buChar char="o"/>
            </a:pPr>
            <a:r>
              <a:rPr lang="en-US" sz="1600" dirty="0">
                <a:solidFill>
                  <a:schemeClr val="tx1"/>
                </a:solidFill>
              </a:rPr>
              <a:t>Save the record</a:t>
            </a:r>
          </a:p>
          <a:p>
            <a:pPr lvl="1">
              <a:buFont typeface="Courier New" panose="02070309020205020404" pitchFamily="49" charset="0"/>
              <a:buChar char="o"/>
            </a:pPr>
            <a:r>
              <a:rPr lang="en-US" sz="1600" dirty="0">
                <a:solidFill>
                  <a:schemeClr val="tx1"/>
                </a:solidFill>
              </a:rPr>
              <a:t>Perform Clear VEEVA Cache</a:t>
            </a:r>
          </a:p>
          <a:p>
            <a:pPr marL="171450" indent="-171450">
              <a:buFont typeface="Arial" panose="020B0604020202020204" pitchFamily="34" charset="0"/>
              <a:buChar char="•"/>
            </a:pPr>
            <a:endParaRPr lang="en-US" sz="200" dirty="0">
              <a:solidFill>
                <a:schemeClr val="tx1"/>
              </a:solidFill>
            </a:endParaRPr>
          </a:p>
          <a:p>
            <a:pPr marL="285750" indent="-285750">
              <a:buFont typeface="Arial" panose="020B0604020202020204" pitchFamily="34" charset="0"/>
              <a:buChar char="•"/>
            </a:pPr>
            <a:r>
              <a:rPr lang="en-US" sz="1600" b="1" i="1" dirty="0">
                <a:solidFill>
                  <a:schemeClr val="tx1"/>
                </a:solidFill>
              </a:rPr>
              <a:t>Please do not change the value of any other field in VEEVA Message record except the ones mentioned above since the VEEVA Message may not work if any field value is modified</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Create Custom VEEVA Message ...1</a:t>
            </a:r>
            <a:endParaRPr lang="en-US" dirty="0"/>
          </a:p>
        </p:txBody>
      </p:sp>
    </p:spTree>
    <p:extLst>
      <p:ext uri="{BB962C8B-B14F-4D97-AF65-F5344CB8AC3E}">
        <p14:creationId xmlns:p14="http://schemas.microsoft.com/office/powerpoint/2010/main" val="159816591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188402"/>
            <a:ext cx="9873343" cy="5257800"/>
          </a:xfrm>
        </p:spPr>
        <p:txBody>
          <a:bodyPr/>
          <a:lstStyle/>
          <a:p>
            <a:pPr marL="285750" indent="-285750">
              <a:buFont typeface="Arial" panose="020B0604020202020204" pitchFamily="34" charset="0"/>
              <a:buChar char="•"/>
            </a:pPr>
            <a:r>
              <a:rPr lang="en-US" sz="1800" dirty="0">
                <a:solidFill>
                  <a:schemeClr val="tx1"/>
                </a:solidFill>
              </a:rPr>
              <a:t>VEEVA admin wants to change the ‘Mass Update’ button text to ‘Mass Account Update’ to meet the requirement</a:t>
            </a:r>
          </a:p>
          <a:p>
            <a:pPr marL="285750" indent="-285750">
              <a:buFont typeface="Arial" panose="020B0604020202020204" pitchFamily="34" charset="0"/>
              <a:buChar char="•"/>
            </a:pPr>
            <a:endParaRPr lang="en-US" sz="1800" dirty="0">
              <a:solidFill>
                <a:schemeClr val="tx1"/>
              </a:solidFill>
            </a:endParaRPr>
          </a:p>
          <a:p>
            <a:pPr marL="285750" indent="-285750">
              <a:buFont typeface="Arial" panose="020B0604020202020204" pitchFamily="34" charset="0"/>
              <a:buChar char="•"/>
            </a:pPr>
            <a:r>
              <a:rPr lang="en-US" sz="1800" dirty="0">
                <a:solidFill>
                  <a:schemeClr val="tx1"/>
                </a:solidFill>
              </a:rPr>
              <a:t>He will have to perform the following:</a:t>
            </a:r>
          </a:p>
          <a:p>
            <a:pPr lvl="1">
              <a:buFont typeface="Courier New" panose="02070309020205020404" pitchFamily="49" charset="0"/>
              <a:buChar char="o"/>
            </a:pPr>
            <a:r>
              <a:rPr lang="en-US" sz="1600" dirty="0">
                <a:solidFill>
                  <a:schemeClr val="tx1"/>
                </a:solidFill>
              </a:rPr>
              <a:t>Search for ‘</a:t>
            </a:r>
            <a:r>
              <a:rPr lang="en-US" sz="1600" b="1" i="1" dirty="0">
                <a:solidFill>
                  <a:schemeClr val="tx1"/>
                </a:solidFill>
              </a:rPr>
              <a:t>Mass Update</a:t>
            </a:r>
            <a:r>
              <a:rPr lang="en-US" sz="1600" dirty="0">
                <a:solidFill>
                  <a:schemeClr val="tx1"/>
                </a:solidFill>
              </a:rPr>
              <a:t>’</a:t>
            </a:r>
          </a:p>
          <a:p>
            <a:pPr lvl="1">
              <a:buFont typeface="Courier New" panose="02070309020205020404" pitchFamily="49" charset="0"/>
              <a:buChar char="o"/>
            </a:pPr>
            <a:r>
              <a:rPr lang="en-US" sz="1600" dirty="0">
                <a:solidFill>
                  <a:schemeClr val="tx1"/>
                </a:solidFill>
              </a:rPr>
              <a:t>Click on the ‘</a:t>
            </a:r>
            <a:r>
              <a:rPr lang="en-US" sz="1600" b="1" i="1" dirty="0">
                <a:solidFill>
                  <a:schemeClr val="tx1"/>
                </a:solidFill>
              </a:rPr>
              <a:t>Edit</a:t>
            </a:r>
            <a:r>
              <a:rPr lang="en-US" sz="1600" dirty="0">
                <a:solidFill>
                  <a:schemeClr val="tx1"/>
                </a:solidFill>
              </a:rPr>
              <a:t>’ button</a:t>
            </a:r>
          </a:p>
          <a:p>
            <a:pPr lvl="1">
              <a:buFont typeface="Courier New" panose="02070309020205020404" pitchFamily="49" charset="0"/>
              <a:buChar char="o"/>
            </a:pPr>
            <a:r>
              <a:rPr lang="en-US" sz="1600" dirty="0">
                <a:solidFill>
                  <a:schemeClr val="tx1"/>
                </a:solidFill>
              </a:rPr>
              <a:t>Admin can also go to ‘All Tabs’ </a:t>
            </a:r>
            <a:r>
              <a:rPr lang="en-US" sz="1600" dirty="0">
                <a:solidFill>
                  <a:schemeClr val="tx1"/>
                </a:solidFill>
                <a:sym typeface="Wingdings" panose="05000000000000000000" pitchFamily="2" charset="2"/>
              </a:rPr>
              <a:t> VoD Messages and then go for specific VEEVA Messages</a:t>
            </a:r>
            <a:endParaRPr lang="en-US" sz="1600"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Create Custom VEEVA Message ... 2</a:t>
            </a:r>
            <a:endParaRPr lang="en-US" dirty="0"/>
          </a:p>
        </p:txBody>
      </p:sp>
      <p:pic>
        <p:nvPicPr>
          <p:cNvPr id="6" name="Picture 5">
            <a:extLst>
              <a:ext uri="{FF2B5EF4-FFF2-40B4-BE49-F238E27FC236}">
                <a16:creationId xmlns:a16="http://schemas.microsoft.com/office/drawing/2014/main" id="{2522CC92-F9A0-ED4A-D1C8-0CE542BF1B6A}"/>
              </a:ext>
            </a:extLst>
          </p:cNvPr>
          <p:cNvPicPr>
            <a:picLocks noChangeAspect="1"/>
          </p:cNvPicPr>
          <p:nvPr/>
        </p:nvPicPr>
        <p:blipFill>
          <a:blip r:embed="rId2"/>
          <a:stretch>
            <a:fillRect/>
          </a:stretch>
        </p:blipFill>
        <p:spPr>
          <a:xfrm>
            <a:off x="457199" y="3581400"/>
            <a:ext cx="7391400" cy="2864802"/>
          </a:xfrm>
          <a:prstGeom prst="rect">
            <a:avLst/>
          </a:prstGeom>
          <a:ln>
            <a:solidFill>
              <a:schemeClr val="tx1"/>
            </a:solidFill>
          </a:ln>
        </p:spPr>
      </p:pic>
    </p:spTree>
    <p:extLst>
      <p:ext uri="{BB962C8B-B14F-4D97-AF65-F5344CB8AC3E}">
        <p14:creationId xmlns:p14="http://schemas.microsoft.com/office/powerpoint/2010/main" val="229922274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44051" y="1284881"/>
            <a:ext cx="9873343" cy="5257800"/>
          </a:xfrm>
        </p:spPr>
        <p:txBody>
          <a:bodyPr/>
          <a:lstStyle/>
          <a:p>
            <a:pPr marL="285750" indent="-285750">
              <a:buFont typeface="Arial" panose="020B0604020202020204" pitchFamily="34" charset="0"/>
              <a:buChar char="•"/>
            </a:pPr>
            <a:r>
              <a:rPr lang="en-US" sz="1600" dirty="0">
                <a:solidFill>
                  <a:schemeClr val="tx1"/>
                </a:solidFill>
              </a:rPr>
              <a:t>Change on the original VEEVA Message</a:t>
            </a:r>
            <a:endParaRPr lang="en-US" sz="1400" b="1" i="1" dirty="0">
              <a:solidFill>
                <a:schemeClr val="tx1"/>
              </a:solidFill>
            </a:endParaRPr>
          </a:p>
          <a:p>
            <a:pPr marL="285750" indent="-285750">
              <a:buFont typeface="Arial" panose="020B0604020202020204" pitchFamily="34" charset="0"/>
              <a:buChar char="•"/>
            </a:pPr>
            <a:endParaRPr lang="en-US" sz="1600" b="1" i="1"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Create Custom VEEVA Message ... 3</a:t>
            </a:r>
            <a:endParaRPr lang="en-US" dirty="0"/>
          </a:p>
        </p:txBody>
      </p:sp>
      <p:pic>
        <p:nvPicPr>
          <p:cNvPr id="6" name="Picture 5">
            <a:extLst>
              <a:ext uri="{FF2B5EF4-FFF2-40B4-BE49-F238E27FC236}">
                <a16:creationId xmlns:a16="http://schemas.microsoft.com/office/drawing/2014/main" id="{5E1E3975-354C-43C4-C74C-6876F821270F}"/>
              </a:ext>
            </a:extLst>
          </p:cNvPr>
          <p:cNvPicPr>
            <a:picLocks noChangeAspect="1"/>
          </p:cNvPicPr>
          <p:nvPr/>
        </p:nvPicPr>
        <p:blipFill>
          <a:blip r:embed="rId2"/>
          <a:stretch>
            <a:fillRect/>
          </a:stretch>
        </p:blipFill>
        <p:spPr>
          <a:xfrm>
            <a:off x="609600" y="1886179"/>
            <a:ext cx="7383268" cy="3648074"/>
          </a:xfrm>
          <a:prstGeom prst="rect">
            <a:avLst/>
          </a:prstGeom>
          <a:ln>
            <a:solidFill>
              <a:schemeClr val="tx1"/>
            </a:solidFill>
          </a:ln>
        </p:spPr>
      </p:pic>
      <p:sp>
        <p:nvSpPr>
          <p:cNvPr id="7" name="Rectangle 6">
            <a:extLst>
              <a:ext uri="{FF2B5EF4-FFF2-40B4-BE49-F238E27FC236}">
                <a16:creationId xmlns:a16="http://schemas.microsoft.com/office/drawing/2014/main" id="{F9288D9F-369D-FE21-4E51-983CDEE0D607}"/>
              </a:ext>
            </a:extLst>
          </p:cNvPr>
          <p:cNvSpPr/>
          <p:nvPr/>
        </p:nvSpPr>
        <p:spPr>
          <a:xfrm>
            <a:off x="1384316" y="3714979"/>
            <a:ext cx="1288143" cy="250849"/>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9936C0CE-8D2D-21BA-FBB3-91C0DD2FAC1D}"/>
              </a:ext>
            </a:extLst>
          </p:cNvPr>
          <p:cNvSpPr/>
          <p:nvPr/>
        </p:nvSpPr>
        <p:spPr>
          <a:xfrm>
            <a:off x="4044060" y="2038578"/>
            <a:ext cx="609600" cy="30480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a:extLst>
              <a:ext uri="{FF2B5EF4-FFF2-40B4-BE49-F238E27FC236}">
                <a16:creationId xmlns:a16="http://schemas.microsoft.com/office/drawing/2014/main" id="{D06A67E6-9615-6C6B-85C7-916DDC592EB3}"/>
              </a:ext>
            </a:extLst>
          </p:cNvPr>
          <p:cNvGrpSpPr/>
          <p:nvPr/>
        </p:nvGrpSpPr>
        <p:grpSpPr>
          <a:xfrm>
            <a:off x="5201874" y="1854570"/>
            <a:ext cx="2790994" cy="539750"/>
            <a:chOff x="5813189" y="3477618"/>
            <a:chExt cx="2242780" cy="815181"/>
          </a:xfrm>
        </p:grpSpPr>
        <p:sp>
          <p:nvSpPr>
            <p:cNvPr id="10" name="Rectangle 9">
              <a:extLst>
                <a:ext uri="{FF2B5EF4-FFF2-40B4-BE49-F238E27FC236}">
                  <a16:creationId xmlns:a16="http://schemas.microsoft.com/office/drawing/2014/main" id="{9A44C14D-2B51-5818-9165-A08DFF26A1A1}"/>
                </a:ext>
              </a:extLst>
            </p:cNvPr>
            <p:cNvSpPr/>
            <p:nvPr/>
          </p:nvSpPr>
          <p:spPr>
            <a:xfrm>
              <a:off x="5813189" y="3482511"/>
              <a:ext cx="2242780" cy="81028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Arial" panose="020B0604020202020204" pitchFamily="34" charset="0"/>
                <a:cs typeface="Arial" panose="020B0604020202020204" pitchFamily="34" charset="0"/>
              </a:endParaRPr>
            </a:p>
          </p:txBody>
        </p:sp>
        <p:sp>
          <p:nvSpPr>
            <p:cNvPr id="11" name="Content Placeholder 4">
              <a:extLst>
                <a:ext uri="{FF2B5EF4-FFF2-40B4-BE49-F238E27FC236}">
                  <a16:creationId xmlns:a16="http://schemas.microsoft.com/office/drawing/2014/main" id="{3412455B-D184-8F5B-3BAB-9703270D9B7D}"/>
                </a:ext>
              </a:extLst>
            </p:cNvPr>
            <p:cNvSpPr txBox="1">
              <a:spLocks/>
            </p:cNvSpPr>
            <p:nvPr/>
          </p:nvSpPr>
          <p:spPr>
            <a:xfrm>
              <a:off x="5909281" y="3477618"/>
              <a:ext cx="2146688" cy="7874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50000"/>
                </a:lnSpc>
                <a:spcAft>
                  <a:spcPts val="200"/>
                </a:spcAft>
                <a:buNone/>
              </a:pPr>
              <a:r>
                <a:rPr lang="en-US" dirty="0"/>
                <a:t>2. Clone the VEEVA Message</a:t>
              </a:r>
              <a:endParaRPr lang="en-US" b="1" dirty="0">
                <a:sym typeface="Wingdings" panose="05000000000000000000" pitchFamily="2" charset="2"/>
              </a:endParaRPr>
            </a:p>
          </p:txBody>
        </p:sp>
      </p:grpSp>
      <p:grpSp>
        <p:nvGrpSpPr>
          <p:cNvPr id="12" name="Group 11">
            <a:extLst>
              <a:ext uri="{FF2B5EF4-FFF2-40B4-BE49-F238E27FC236}">
                <a16:creationId xmlns:a16="http://schemas.microsoft.com/office/drawing/2014/main" id="{62960988-B6CC-6607-7AF7-DA22146AA8FA}"/>
              </a:ext>
            </a:extLst>
          </p:cNvPr>
          <p:cNvGrpSpPr/>
          <p:nvPr/>
        </p:nvGrpSpPr>
        <p:grpSpPr>
          <a:xfrm>
            <a:off x="3918969" y="3570527"/>
            <a:ext cx="2790994" cy="539750"/>
            <a:chOff x="5813189" y="3477618"/>
            <a:chExt cx="2242780" cy="815181"/>
          </a:xfrm>
        </p:grpSpPr>
        <p:sp>
          <p:nvSpPr>
            <p:cNvPr id="13" name="Rectangle 12">
              <a:extLst>
                <a:ext uri="{FF2B5EF4-FFF2-40B4-BE49-F238E27FC236}">
                  <a16:creationId xmlns:a16="http://schemas.microsoft.com/office/drawing/2014/main" id="{0FEECD46-B96C-A957-A54A-F8D08C46E199}"/>
                </a:ext>
              </a:extLst>
            </p:cNvPr>
            <p:cNvSpPr/>
            <p:nvPr/>
          </p:nvSpPr>
          <p:spPr>
            <a:xfrm>
              <a:off x="5813189" y="3482511"/>
              <a:ext cx="2242780" cy="810288"/>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Arial" panose="020B0604020202020204" pitchFamily="34" charset="0"/>
                <a:cs typeface="Arial" panose="020B0604020202020204" pitchFamily="34" charset="0"/>
              </a:endParaRPr>
            </a:p>
          </p:txBody>
        </p:sp>
        <p:sp>
          <p:nvSpPr>
            <p:cNvPr id="14" name="Content Placeholder 4">
              <a:extLst>
                <a:ext uri="{FF2B5EF4-FFF2-40B4-BE49-F238E27FC236}">
                  <a16:creationId xmlns:a16="http://schemas.microsoft.com/office/drawing/2014/main" id="{98FB5F18-28EE-D9C6-201C-E0463992BA2A}"/>
                </a:ext>
              </a:extLst>
            </p:cNvPr>
            <p:cNvSpPr txBox="1">
              <a:spLocks/>
            </p:cNvSpPr>
            <p:nvPr/>
          </p:nvSpPr>
          <p:spPr>
            <a:xfrm>
              <a:off x="5909281" y="3477618"/>
              <a:ext cx="2146688" cy="7874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1. Inactivate the original VEEVA Message</a:t>
              </a:r>
            </a:p>
          </p:txBody>
        </p:sp>
      </p:grpSp>
      <p:sp>
        <p:nvSpPr>
          <p:cNvPr id="15" name="Right Arrow 15">
            <a:extLst>
              <a:ext uri="{FF2B5EF4-FFF2-40B4-BE49-F238E27FC236}">
                <a16:creationId xmlns:a16="http://schemas.microsoft.com/office/drawing/2014/main" id="{DC5C7D71-AD48-6DED-55B7-8D44875F0AE6}"/>
              </a:ext>
            </a:extLst>
          </p:cNvPr>
          <p:cNvSpPr/>
          <p:nvPr/>
        </p:nvSpPr>
        <p:spPr>
          <a:xfrm rot="10800000">
            <a:off x="2738150" y="3767024"/>
            <a:ext cx="1151520" cy="146756"/>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ight Arrow 16">
            <a:extLst>
              <a:ext uri="{FF2B5EF4-FFF2-40B4-BE49-F238E27FC236}">
                <a16:creationId xmlns:a16="http://schemas.microsoft.com/office/drawing/2014/main" id="{F0E9187F-BAC0-B9AC-7AEC-3F761373EEE1}"/>
              </a:ext>
            </a:extLst>
          </p:cNvPr>
          <p:cNvSpPr/>
          <p:nvPr/>
        </p:nvSpPr>
        <p:spPr>
          <a:xfrm rot="10800000">
            <a:off x="4685904" y="2097867"/>
            <a:ext cx="515970" cy="169310"/>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804350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44051" y="1284881"/>
            <a:ext cx="9873343" cy="5257800"/>
          </a:xfrm>
        </p:spPr>
        <p:txBody>
          <a:bodyPr/>
          <a:lstStyle/>
          <a:p>
            <a:pPr algn="just"/>
            <a:r>
              <a:rPr lang="en-US" sz="1600" dirty="0">
                <a:solidFill>
                  <a:schemeClr val="tx1"/>
                </a:solidFill>
              </a:rPr>
              <a:t>Change on the newly created cloned VEEVA Message</a:t>
            </a:r>
            <a:endParaRPr lang="en-US" sz="1400" b="1" i="1" dirty="0">
              <a:solidFill>
                <a:schemeClr val="tx1"/>
              </a:solidFill>
            </a:endParaRPr>
          </a:p>
          <a:p>
            <a:pPr marL="285750" indent="-285750">
              <a:buFont typeface="Arial" panose="020B0604020202020204" pitchFamily="34" charset="0"/>
              <a:buChar char="•"/>
            </a:pPr>
            <a:endParaRPr lang="en-US" sz="1600" b="1" i="1"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Create Custom VEEVA Message ... 4</a:t>
            </a:r>
            <a:endParaRPr lang="en-US" dirty="0"/>
          </a:p>
        </p:txBody>
      </p:sp>
      <p:pic>
        <p:nvPicPr>
          <p:cNvPr id="17" name="Picture 16">
            <a:extLst>
              <a:ext uri="{FF2B5EF4-FFF2-40B4-BE49-F238E27FC236}">
                <a16:creationId xmlns:a16="http://schemas.microsoft.com/office/drawing/2014/main" id="{F5F9606F-1694-E563-5B05-8C59F84C1964}"/>
              </a:ext>
            </a:extLst>
          </p:cNvPr>
          <p:cNvPicPr>
            <a:picLocks noChangeAspect="1"/>
          </p:cNvPicPr>
          <p:nvPr/>
        </p:nvPicPr>
        <p:blipFill>
          <a:blip r:embed="rId2"/>
          <a:stretch>
            <a:fillRect/>
          </a:stretch>
        </p:blipFill>
        <p:spPr>
          <a:xfrm>
            <a:off x="387711" y="2282189"/>
            <a:ext cx="7314237" cy="3981450"/>
          </a:xfrm>
          <a:prstGeom prst="rect">
            <a:avLst/>
          </a:prstGeom>
          <a:ln>
            <a:solidFill>
              <a:schemeClr val="tx1"/>
            </a:solidFill>
          </a:ln>
        </p:spPr>
      </p:pic>
      <p:sp>
        <p:nvSpPr>
          <p:cNvPr id="18" name="Rectangle 17">
            <a:extLst>
              <a:ext uri="{FF2B5EF4-FFF2-40B4-BE49-F238E27FC236}">
                <a16:creationId xmlns:a16="http://schemas.microsoft.com/office/drawing/2014/main" id="{123F6128-3C31-EE91-3A5F-32785376C2A7}"/>
              </a:ext>
            </a:extLst>
          </p:cNvPr>
          <p:cNvSpPr/>
          <p:nvPr/>
        </p:nvSpPr>
        <p:spPr>
          <a:xfrm>
            <a:off x="665296" y="3053715"/>
            <a:ext cx="2389415" cy="304799"/>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F3F9E252-ADCB-556B-93C6-B44D700D5D9F}"/>
              </a:ext>
            </a:extLst>
          </p:cNvPr>
          <p:cNvSpPr/>
          <p:nvPr/>
        </p:nvSpPr>
        <p:spPr>
          <a:xfrm>
            <a:off x="4768728" y="3307476"/>
            <a:ext cx="2933219" cy="432038"/>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0" name="Group 19">
            <a:extLst>
              <a:ext uri="{FF2B5EF4-FFF2-40B4-BE49-F238E27FC236}">
                <a16:creationId xmlns:a16="http://schemas.microsoft.com/office/drawing/2014/main" id="{C57EB379-4277-034C-A231-F76087CEAE9C}"/>
              </a:ext>
            </a:extLst>
          </p:cNvPr>
          <p:cNvGrpSpPr/>
          <p:nvPr/>
        </p:nvGrpSpPr>
        <p:grpSpPr>
          <a:xfrm>
            <a:off x="4768728" y="4044314"/>
            <a:ext cx="4305783" cy="1032984"/>
            <a:chOff x="5813189" y="3477618"/>
            <a:chExt cx="3460031" cy="1560109"/>
          </a:xfrm>
        </p:grpSpPr>
        <p:sp>
          <p:nvSpPr>
            <p:cNvPr id="21" name="Rectangle 20">
              <a:extLst>
                <a:ext uri="{FF2B5EF4-FFF2-40B4-BE49-F238E27FC236}">
                  <a16:creationId xmlns:a16="http://schemas.microsoft.com/office/drawing/2014/main" id="{C2E76001-1EC0-7438-FB21-51EFCFEC96A3}"/>
                </a:ext>
              </a:extLst>
            </p:cNvPr>
            <p:cNvSpPr/>
            <p:nvPr/>
          </p:nvSpPr>
          <p:spPr>
            <a:xfrm>
              <a:off x="5813189" y="3482510"/>
              <a:ext cx="3192274" cy="155521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Arial" panose="020B0604020202020204" pitchFamily="34" charset="0"/>
                <a:cs typeface="Arial" panose="020B0604020202020204" pitchFamily="34" charset="0"/>
              </a:endParaRPr>
            </a:p>
          </p:txBody>
        </p:sp>
        <p:sp>
          <p:nvSpPr>
            <p:cNvPr id="22" name="Content Placeholder 4">
              <a:extLst>
                <a:ext uri="{FF2B5EF4-FFF2-40B4-BE49-F238E27FC236}">
                  <a16:creationId xmlns:a16="http://schemas.microsoft.com/office/drawing/2014/main" id="{FAC3BA12-DD2F-64D1-C903-0ECF875114B4}"/>
                </a:ext>
              </a:extLst>
            </p:cNvPr>
            <p:cNvSpPr txBox="1">
              <a:spLocks/>
            </p:cNvSpPr>
            <p:nvPr/>
          </p:nvSpPr>
          <p:spPr>
            <a:xfrm>
              <a:off x="5909282" y="3477618"/>
              <a:ext cx="3363938" cy="787401"/>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a:buFont typeface="+mj-lt"/>
                <a:buAutoNum type="arabicPeriod"/>
              </a:pPr>
              <a:r>
                <a:rPr lang="en-US" dirty="0"/>
                <a:t>Activate the new custom VEEVA Message</a:t>
              </a:r>
            </a:p>
            <a:p>
              <a:pPr algn="just">
                <a:buFont typeface="+mj-lt"/>
                <a:buAutoNum type="arabicPeriod"/>
              </a:pPr>
              <a:r>
                <a:rPr lang="en-US" dirty="0"/>
                <a:t>Provide custom Text in the VEEVA Message</a:t>
              </a:r>
            </a:p>
            <a:p>
              <a:pPr algn="just">
                <a:buFont typeface="+mj-lt"/>
                <a:buAutoNum type="arabicPeriod"/>
              </a:pPr>
              <a:r>
                <a:rPr lang="en-US" dirty="0"/>
                <a:t>Modify the External ID since it is unique</a:t>
              </a:r>
            </a:p>
          </p:txBody>
        </p:sp>
      </p:grpSp>
      <p:sp>
        <p:nvSpPr>
          <p:cNvPr id="23" name="Right Arrow 16">
            <a:extLst>
              <a:ext uri="{FF2B5EF4-FFF2-40B4-BE49-F238E27FC236}">
                <a16:creationId xmlns:a16="http://schemas.microsoft.com/office/drawing/2014/main" id="{5B7CCAF0-5DA1-BCC2-0C97-0B6E5007BF73}"/>
              </a:ext>
            </a:extLst>
          </p:cNvPr>
          <p:cNvSpPr/>
          <p:nvPr/>
        </p:nvSpPr>
        <p:spPr>
          <a:xfrm rot="10800000">
            <a:off x="2405885" y="4239701"/>
            <a:ext cx="2340199" cy="185613"/>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6CB67A33-CD47-BE7F-2F57-FD6FDE505FCC}"/>
              </a:ext>
            </a:extLst>
          </p:cNvPr>
          <p:cNvSpPr/>
          <p:nvPr/>
        </p:nvSpPr>
        <p:spPr>
          <a:xfrm>
            <a:off x="1176467" y="4182120"/>
            <a:ext cx="1205071" cy="243194"/>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DE824DAB-72BD-77E0-798A-7998AA176220}"/>
              </a:ext>
            </a:extLst>
          </p:cNvPr>
          <p:cNvSpPr/>
          <p:nvPr/>
        </p:nvSpPr>
        <p:spPr>
          <a:xfrm>
            <a:off x="1289447" y="4914422"/>
            <a:ext cx="2184181" cy="209710"/>
          </a:xfrm>
          <a:prstGeom prst="rect">
            <a:avLst/>
          </a:prstGeom>
          <a:noFill/>
          <a:ln w="412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Bent-Up Arrow 23">
            <a:extLst>
              <a:ext uri="{FF2B5EF4-FFF2-40B4-BE49-F238E27FC236}">
                <a16:creationId xmlns:a16="http://schemas.microsoft.com/office/drawing/2014/main" id="{B4D94B61-DFF6-56BA-C370-75608CAB2509}"/>
              </a:ext>
            </a:extLst>
          </p:cNvPr>
          <p:cNvSpPr/>
          <p:nvPr/>
        </p:nvSpPr>
        <p:spPr>
          <a:xfrm rot="10800000">
            <a:off x="3214210" y="4584064"/>
            <a:ext cx="1531873" cy="281938"/>
          </a:xfrm>
          <a:prstGeom prst="bentUp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7" name="Group 26">
            <a:extLst>
              <a:ext uri="{FF2B5EF4-FFF2-40B4-BE49-F238E27FC236}">
                <a16:creationId xmlns:a16="http://schemas.microsoft.com/office/drawing/2014/main" id="{3457DAB2-4921-6E8C-B366-DB37ED5CF35B}"/>
              </a:ext>
            </a:extLst>
          </p:cNvPr>
          <p:cNvGrpSpPr/>
          <p:nvPr/>
        </p:nvGrpSpPr>
        <p:grpSpPr>
          <a:xfrm>
            <a:off x="263716" y="1770561"/>
            <a:ext cx="2790994" cy="641946"/>
            <a:chOff x="5813189" y="3323272"/>
            <a:chExt cx="2242780" cy="969527"/>
          </a:xfrm>
        </p:grpSpPr>
        <p:sp>
          <p:nvSpPr>
            <p:cNvPr id="28" name="Rectangle 27">
              <a:extLst>
                <a:ext uri="{FF2B5EF4-FFF2-40B4-BE49-F238E27FC236}">
                  <a16:creationId xmlns:a16="http://schemas.microsoft.com/office/drawing/2014/main" id="{AF5AE6A8-3860-F46F-8098-8914A351815E}"/>
                </a:ext>
              </a:extLst>
            </p:cNvPr>
            <p:cNvSpPr/>
            <p:nvPr/>
          </p:nvSpPr>
          <p:spPr>
            <a:xfrm>
              <a:off x="5813189" y="3323272"/>
              <a:ext cx="2242780" cy="969527"/>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b="1">
                <a:solidFill>
                  <a:schemeClr val="tx1"/>
                </a:solidFill>
                <a:latin typeface="Arial" panose="020B0604020202020204" pitchFamily="34" charset="0"/>
                <a:cs typeface="Arial" panose="020B0604020202020204" pitchFamily="34" charset="0"/>
              </a:endParaRPr>
            </a:p>
          </p:txBody>
        </p:sp>
        <p:sp>
          <p:nvSpPr>
            <p:cNvPr id="29" name="Content Placeholder 4">
              <a:extLst>
                <a:ext uri="{FF2B5EF4-FFF2-40B4-BE49-F238E27FC236}">
                  <a16:creationId xmlns:a16="http://schemas.microsoft.com/office/drawing/2014/main" id="{AC60611A-DB99-CE5A-DEC0-9C171C1C6DD5}"/>
                </a:ext>
              </a:extLst>
            </p:cNvPr>
            <p:cNvSpPr txBox="1">
              <a:spLocks/>
            </p:cNvSpPr>
            <p:nvPr/>
          </p:nvSpPr>
          <p:spPr>
            <a:xfrm>
              <a:off x="5909281" y="3323272"/>
              <a:ext cx="2146688" cy="941747"/>
            </a:xfrm>
            <a:prstGeom prst="rect">
              <a:avLst/>
            </a:prstGeom>
          </p:spPr>
          <p:txBody>
            <a:bodyPr/>
            <a:lstStyle>
              <a:lvl1pPr marL="228600" indent="-228600" algn="l" defTabSz="914400" rtl="0" eaLnBrk="1" latinLnBrk="0" hangingPunct="1">
                <a:lnSpc>
                  <a:spcPct val="90000"/>
                </a:lnSpc>
                <a:spcBef>
                  <a:spcPts val="10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a:buNone/>
              </a:pPr>
              <a:r>
                <a:rPr lang="en-US" dirty="0"/>
                <a:t>Do not change the Message Name, as this is being referenced be the code</a:t>
              </a:r>
            </a:p>
          </p:txBody>
        </p:sp>
      </p:grpSp>
      <p:sp>
        <p:nvSpPr>
          <p:cNvPr id="30" name="Right Arrow 15">
            <a:extLst>
              <a:ext uri="{FF2B5EF4-FFF2-40B4-BE49-F238E27FC236}">
                <a16:creationId xmlns:a16="http://schemas.microsoft.com/office/drawing/2014/main" id="{0F1AFEB6-0CF5-3CC1-9E62-462E0B7263D8}"/>
              </a:ext>
            </a:extLst>
          </p:cNvPr>
          <p:cNvSpPr/>
          <p:nvPr/>
        </p:nvSpPr>
        <p:spPr>
          <a:xfrm rot="5400000">
            <a:off x="2467405" y="2542611"/>
            <a:ext cx="488808" cy="228601"/>
          </a:xfrm>
          <a:prstGeom prst="rightArrow">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6044524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08003" y="2352109"/>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VEEVA Settings and VEEVA Messages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1042989" y="4187952"/>
            <a:ext cx="7262811" cy="457200"/>
          </a:xfrm>
        </p:spPr>
        <p:txBody>
          <a:bodyPr/>
          <a:lstStyle/>
          <a:p>
            <a:r>
              <a:rPr lang="en-US" sz="3200" b="1" dirty="0">
                <a:latin typeface="Arial" panose="020B0604020202020204" pitchFamily="34" charset="0"/>
                <a:cs typeface="Arial" panose="020B0604020202020204" pitchFamily="34" charset="0"/>
              </a:rPr>
              <a:t>VEEVA Message and Best Practices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19625112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53759"/>
            <a:ext cx="8882743" cy="5257800"/>
          </a:xfrm>
        </p:spPr>
        <p:txBody>
          <a:bodyPr/>
          <a:lstStyle/>
          <a:p>
            <a:pPr marL="0" indent="0">
              <a:buNone/>
            </a:pPr>
            <a:r>
              <a:rPr lang="en-US" sz="1800" dirty="0">
                <a:solidFill>
                  <a:schemeClr val="tx1"/>
                </a:solidFill>
              </a:rPr>
              <a:t>It is advisable to follow the below best practices while configuring VEEVA Messages:</a:t>
            </a:r>
          </a:p>
          <a:p>
            <a:pPr marL="0" indent="0">
              <a:buNone/>
            </a:pPr>
            <a:endParaRPr lang="en-US" sz="200" dirty="0">
              <a:solidFill>
                <a:schemeClr val="tx1"/>
              </a:solidFill>
            </a:endParaRPr>
          </a:p>
          <a:p>
            <a:pPr marL="285750" indent="-285750">
              <a:buFont typeface="Arial" panose="020B0604020202020204" pitchFamily="34" charset="0"/>
              <a:buChar char="•"/>
            </a:pPr>
            <a:r>
              <a:rPr lang="en-US" sz="1800" dirty="0">
                <a:solidFill>
                  <a:schemeClr val="tx1"/>
                </a:solidFill>
              </a:rPr>
              <a:t>Export VEEVA Message using Data Loader into Excel since it is easier to sort and search in Excel</a:t>
            </a:r>
          </a:p>
          <a:p>
            <a:pPr marL="171450" indent="-171450">
              <a:buFont typeface="Arial" panose="020B0604020202020204" pitchFamily="34" charset="0"/>
              <a:buChar char="•"/>
            </a:pPr>
            <a:endParaRPr lang="en-US" sz="200" dirty="0">
              <a:solidFill>
                <a:schemeClr val="tx1"/>
              </a:solidFill>
            </a:endParaRPr>
          </a:p>
          <a:p>
            <a:pPr marL="285750" indent="-285750">
              <a:buFont typeface="Arial" panose="020B0604020202020204" pitchFamily="34" charset="0"/>
              <a:buChar char="•"/>
            </a:pPr>
            <a:r>
              <a:rPr lang="en-US" sz="1800" dirty="0">
                <a:solidFill>
                  <a:schemeClr val="tx1"/>
                </a:solidFill>
              </a:rPr>
              <a:t>Create custom views on VEEVA Messages tab with custom filters such as filter on Category and/or Type</a:t>
            </a:r>
          </a:p>
          <a:p>
            <a:pPr marL="171450" indent="-171450">
              <a:buFont typeface="Arial" panose="020B0604020202020204" pitchFamily="34" charset="0"/>
              <a:buChar char="•"/>
            </a:pPr>
            <a:endParaRPr lang="en-US" sz="200" dirty="0">
              <a:solidFill>
                <a:schemeClr val="tx1"/>
              </a:solidFill>
            </a:endParaRPr>
          </a:p>
          <a:p>
            <a:pPr marL="285750" indent="-285750">
              <a:buFont typeface="Arial" panose="020B0604020202020204" pitchFamily="34" charset="0"/>
              <a:buChar char="•"/>
            </a:pPr>
            <a:r>
              <a:rPr lang="en-US" sz="1800" dirty="0">
                <a:solidFill>
                  <a:schemeClr val="tx1"/>
                </a:solidFill>
              </a:rPr>
              <a:t>Add a comments field to VEEVA Messages object in order to capture configuration comments while modifying a custom VEEVA Message</a:t>
            </a:r>
          </a:p>
          <a:p>
            <a:pPr marL="171450" indent="-171450">
              <a:buFont typeface="Arial" panose="020B0604020202020204" pitchFamily="34" charset="0"/>
              <a:buChar char="•"/>
            </a:pPr>
            <a:endParaRPr lang="en-US" sz="200" dirty="0">
              <a:solidFill>
                <a:schemeClr val="tx1"/>
              </a:solidFill>
            </a:endParaRPr>
          </a:p>
          <a:p>
            <a:pPr marL="285750" indent="-285750">
              <a:buFont typeface="Arial" panose="020B0604020202020204" pitchFamily="34" charset="0"/>
              <a:buChar char="•"/>
            </a:pPr>
            <a:r>
              <a:rPr lang="en-US" sz="1800" dirty="0">
                <a:solidFill>
                  <a:schemeClr val="tx1"/>
                </a:solidFill>
              </a:rPr>
              <a:t>For creating new VEEVA message always clone an existing one </a:t>
            </a:r>
          </a:p>
          <a:p>
            <a:pPr marL="171450" indent="-171450">
              <a:buFont typeface="Arial" panose="020B0604020202020204" pitchFamily="34" charset="0"/>
              <a:buChar char="•"/>
            </a:pPr>
            <a:endParaRPr lang="en-US" sz="100" dirty="0">
              <a:solidFill>
                <a:schemeClr val="tx1"/>
              </a:solidFill>
            </a:endParaRPr>
          </a:p>
          <a:p>
            <a:pPr marL="285750" indent="-285750">
              <a:buFont typeface="Arial" panose="020B0604020202020204" pitchFamily="34" charset="0"/>
              <a:buChar char="•"/>
            </a:pPr>
            <a:r>
              <a:rPr lang="en-US" sz="1800" dirty="0">
                <a:solidFill>
                  <a:schemeClr val="tx1"/>
                </a:solidFill>
              </a:rPr>
              <a:t>An original VEEVA Message should not be changed. If changed it will be overwritten when your VEEVA application is upgraded to a new version</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VEEVA Message – Best Practices</a:t>
            </a:r>
            <a:endParaRPr lang="en-US" dirty="0"/>
          </a:p>
        </p:txBody>
      </p:sp>
    </p:spTree>
    <p:extLst>
      <p:ext uri="{BB962C8B-B14F-4D97-AF65-F5344CB8AC3E}">
        <p14:creationId xmlns:p14="http://schemas.microsoft.com/office/powerpoint/2010/main" val="164731170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53759"/>
            <a:ext cx="8882743" cy="5257800"/>
          </a:xfrm>
        </p:spPr>
        <p:txBody>
          <a:bodyPr/>
          <a:lstStyle/>
          <a:p>
            <a:r>
              <a:rPr lang="en-US" sz="1800" b="1" dirty="0">
                <a:solidFill>
                  <a:schemeClr val="tx1"/>
                </a:solidFill>
              </a:rPr>
              <a:t>ACCESS_ERROR</a:t>
            </a:r>
          </a:p>
          <a:p>
            <a:pPr lvl="1"/>
            <a:r>
              <a:rPr lang="en-US" dirty="0">
                <a:solidFill>
                  <a:schemeClr val="tx1"/>
                </a:solidFill>
              </a:rPr>
              <a:t>This is a string used in application to display the message “You do not have the level of access necessary to perform the operation you requested”</a:t>
            </a:r>
            <a:endParaRPr lang="en-US" sz="1800" dirty="0">
              <a:solidFill>
                <a:schemeClr val="tx1"/>
              </a:solidFill>
            </a:endParaRPr>
          </a:p>
          <a:p>
            <a:r>
              <a:rPr lang="en-US" sz="1800" b="1" dirty="0">
                <a:solidFill>
                  <a:schemeClr val="tx1"/>
                </a:solidFill>
              </a:rPr>
              <a:t>MISSING_FIELDS</a:t>
            </a:r>
          </a:p>
          <a:p>
            <a:pPr lvl="1"/>
            <a:r>
              <a:rPr lang="en-US" dirty="0">
                <a:solidFill>
                  <a:schemeClr val="tx1"/>
                </a:solidFill>
              </a:rPr>
              <a:t>VEEVA Message used to display the error message “You must fill out all of the fields”</a:t>
            </a:r>
            <a:endParaRPr lang="en-US" sz="1800" dirty="0">
              <a:solidFill>
                <a:schemeClr val="tx1"/>
              </a:solidFill>
            </a:endParaRPr>
          </a:p>
          <a:p>
            <a:r>
              <a:rPr lang="en-US" sz="1800" b="1" dirty="0">
                <a:solidFill>
                  <a:schemeClr val="tx1"/>
                </a:solidFill>
              </a:rPr>
              <a:t>ALLOWED_CALL_RECORD_TYPES</a:t>
            </a:r>
          </a:p>
          <a:p>
            <a:pPr lvl="1"/>
            <a:r>
              <a:rPr lang="en-US" dirty="0">
                <a:solidFill>
                  <a:schemeClr val="tx1"/>
                </a:solidFill>
              </a:rPr>
              <a:t>This message stores a list of allowed call record types by account record type</a:t>
            </a:r>
          </a:p>
          <a:p>
            <a:pPr lvl="1"/>
            <a:r>
              <a:rPr lang="en-US" dirty="0">
                <a:solidFill>
                  <a:schemeClr val="tx1"/>
                </a:solidFill>
              </a:rPr>
              <a:t>Using this message admin can define which Call record types will be application for a particular account record type</a:t>
            </a:r>
          </a:p>
          <a:p>
            <a:pPr lvl="1"/>
            <a:r>
              <a:rPr lang="en-US" dirty="0">
                <a:solidFill>
                  <a:schemeClr val="tx1"/>
                </a:solidFill>
              </a:rPr>
              <a:t>If there is no call record type provided, the call functionality will be removed for that account record type</a:t>
            </a:r>
            <a:endParaRPr lang="en-US" sz="1800" dirty="0">
              <a:solidFill>
                <a:schemeClr val="tx1"/>
              </a:solidFill>
            </a:endParaRPr>
          </a:p>
          <a:p>
            <a:r>
              <a:rPr lang="en-US" sz="1800" b="1" dirty="0">
                <a:solidFill>
                  <a:schemeClr val="tx1"/>
                </a:solidFill>
              </a:rPr>
              <a:t>DISABLE_RM_QUERY</a:t>
            </a:r>
          </a:p>
          <a:p>
            <a:pPr lvl="1"/>
            <a:r>
              <a:rPr lang="en-US" dirty="0">
                <a:solidFill>
                  <a:schemeClr val="tx1"/>
                </a:solidFill>
              </a:rPr>
              <a:t>This VEEVA Message is a configurable parameter to prevent a My Account view from executing for a territory with too many levels</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VEEVA Messages Examples</a:t>
            </a:r>
            <a:endParaRPr lang="en-US" dirty="0"/>
          </a:p>
        </p:txBody>
      </p:sp>
    </p:spTree>
    <p:extLst>
      <p:ext uri="{BB962C8B-B14F-4D97-AF65-F5344CB8AC3E}">
        <p14:creationId xmlns:p14="http://schemas.microsoft.com/office/powerpoint/2010/main" val="87914479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VEEVA Settings vs VEEVA Messages</a:t>
            </a:r>
            <a:endParaRPr lang="en-US" dirty="0"/>
          </a:p>
        </p:txBody>
      </p:sp>
      <p:sp>
        <p:nvSpPr>
          <p:cNvPr id="6" name="Content Placeholder 1">
            <a:extLst>
              <a:ext uri="{FF2B5EF4-FFF2-40B4-BE49-F238E27FC236}">
                <a16:creationId xmlns:a16="http://schemas.microsoft.com/office/drawing/2014/main" id="{5DAAC25D-D005-F42E-AD3B-72E6BC7E8838}"/>
              </a:ext>
            </a:extLst>
          </p:cNvPr>
          <p:cNvSpPr txBox="1">
            <a:spLocks/>
          </p:cNvSpPr>
          <p:nvPr/>
        </p:nvSpPr>
        <p:spPr>
          <a:xfrm>
            <a:off x="266173" y="1981201"/>
            <a:ext cx="4610627" cy="24384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dirty="0">
                <a:solidFill>
                  <a:schemeClr val="tx1"/>
                </a:solidFill>
              </a:rPr>
              <a:t>     </a:t>
            </a:r>
            <a:r>
              <a:rPr lang="en-US" b="1" dirty="0">
                <a:solidFill>
                  <a:schemeClr val="tx1"/>
                </a:solidFill>
              </a:rPr>
              <a:t>VEEVA Settings</a:t>
            </a:r>
          </a:p>
          <a:p>
            <a:pPr>
              <a:defRPr/>
            </a:pPr>
            <a:endParaRPr lang="en-US" dirty="0">
              <a:solidFill>
                <a:schemeClr val="tx1"/>
              </a:solidFill>
            </a:endParaRPr>
          </a:p>
          <a:p>
            <a:pPr>
              <a:defRPr/>
            </a:pPr>
            <a:r>
              <a:rPr lang="en-US" dirty="0">
                <a:solidFill>
                  <a:schemeClr val="tx1"/>
                </a:solidFill>
              </a:rPr>
              <a:t>VEEVA settings is used to change behavior, enable or disable any functionality</a:t>
            </a:r>
          </a:p>
          <a:p>
            <a:pPr>
              <a:defRPr/>
            </a:pPr>
            <a:endParaRPr lang="en-US" dirty="0">
              <a:solidFill>
                <a:schemeClr val="tx1"/>
              </a:solidFill>
            </a:endParaRPr>
          </a:p>
          <a:p>
            <a:pPr>
              <a:defRPr/>
            </a:pPr>
            <a:r>
              <a:rPr lang="en-US" dirty="0">
                <a:solidFill>
                  <a:schemeClr val="tx1"/>
                </a:solidFill>
              </a:rPr>
              <a:t>Example: remove a button from UI</a:t>
            </a:r>
          </a:p>
        </p:txBody>
      </p:sp>
      <p:sp>
        <p:nvSpPr>
          <p:cNvPr id="7" name="Content Placeholder 1">
            <a:extLst>
              <a:ext uri="{FF2B5EF4-FFF2-40B4-BE49-F238E27FC236}">
                <a16:creationId xmlns:a16="http://schemas.microsoft.com/office/drawing/2014/main" id="{86A166AD-0E34-5F21-22C2-A60C38B745B8}"/>
              </a:ext>
            </a:extLst>
          </p:cNvPr>
          <p:cNvSpPr txBox="1">
            <a:spLocks/>
          </p:cNvSpPr>
          <p:nvPr/>
        </p:nvSpPr>
        <p:spPr>
          <a:xfrm>
            <a:off x="5203698" y="1995949"/>
            <a:ext cx="4223007" cy="2458063"/>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lvl1pPr marL="342900" indent="-342900" algn="l" defTabSz="914400" rtl="0" eaLnBrk="1" latinLnBrk="0" hangingPunct="1">
              <a:spcBef>
                <a:spcPct val="20000"/>
              </a:spcBef>
              <a:buFont typeface="Arial" pitchFamily="34" charset="0"/>
              <a:buChar char="•"/>
              <a:defRPr lang="en-US" sz="2000" kern="1200" smtClean="0">
                <a:solidFill>
                  <a:schemeClr val="tx1">
                    <a:lumMod val="75000"/>
                    <a:lumOff val="25000"/>
                  </a:schemeClr>
                </a:solidFill>
                <a:latin typeface="Arial" pitchFamily="34" charset="0"/>
                <a:ea typeface="Arial Unicode MS" pitchFamily="34" charset="-128"/>
                <a:cs typeface="Arial" pitchFamily="34" charset="0"/>
              </a:defRPr>
            </a:lvl1pPr>
            <a:lvl2pPr marL="742950" indent="-285750" algn="l" defTabSz="914400" rtl="0" eaLnBrk="1" latinLnBrk="0" hangingPunct="1">
              <a:spcBef>
                <a:spcPct val="20000"/>
              </a:spcBef>
              <a:buFont typeface="Arial" pitchFamily="34" charset="0"/>
              <a:buChar char="–"/>
              <a:defRPr lang="en-US" sz="1800" kern="1200" smtClean="0">
                <a:solidFill>
                  <a:schemeClr val="tx1">
                    <a:lumMod val="75000"/>
                    <a:lumOff val="25000"/>
                  </a:schemeClr>
                </a:solidFill>
                <a:latin typeface="Arial" pitchFamily="34" charset="0"/>
                <a:ea typeface="Arial Unicode MS" pitchFamily="34" charset="-128"/>
                <a:cs typeface="Arial" pitchFamily="34" charset="0"/>
              </a:defRPr>
            </a:lvl2pPr>
            <a:lvl3pPr marL="1143000" indent="-228600" algn="l" defTabSz="914400" rtl="0" eaLnBrk="1" latinLnBrk="0" hangingPunct="1">
              <a:spcBef>
                <a:spcPct val="20000"/>
              </a:spcBef>
              <a:buFont typeface="Arial" pitchFamily="34" charset="0"/>
              <a:buChar char="•"/>
              <a:defRPr lang="en-US" sz="1600" kern="1200" smtClean="0">
                <a:solidFill>
                  <a:schemeClr val="tx1">
                    <a:lumMod val="75000"/>
                    <a:lumOff val="25000"/>
                  </a:schemeClr>
                </a:solidFill>
                <a:latin typeface="Arial" pitchFamily="34" charset="0"/>
                <a:ea typeface="Arial Unicode MS" pitchFamily="34" charset="-128"/>
                <a:cs typeface="Arial" pitchFamily="34" charset="0"/>
              </a:defRPr>
            </a:lvl3pPr>
            <a:lvl4pPr marL="1600200" indent="-228600" algn="l" defTabSz="914400" rtl="0" eaLnBrk="1" latinLnBrk="0" hangingPunct="1">
              <a:spcBef>
                <a:spcPct val="20000"/>
              </a:spcBef>
              <a:buFont typeface="Arial" pitchFamily="34" charset="0"/>
              <a:buChar char="–"/>
              <a:defRPr lang="en-US" sz="1400" kern="1200" smtClean="0">
                <a:solidFill>
                  <a:schemeClr val="tx1">
                    <a:lumMod val="75000"/>
                    <a:lumOff val="25000"/>
                  </a:schemeClr>
                </a:solidFill>
                <a:latin typeface="Arial" pitchFamily="34" charset="0"/>
                <a:ea typeface="Arial Unicode MS" pitchFamily="34" charset="-128"/>
                <a:cs typeface="Arial" pitchFamily="34" charset="0"/>
              </a:defRPr>
            </a:lvl4pPr>
            <a:lvl5pPr marL="2057400" indent="-228600" algn="l" defTabSz="914400" rtl="0" eaLnBrk="1" latinLnBrk="0" hangingPunct="1">
              <a:spcBef>
                <a:spcPct val="20000"/>
              </a:spcBef>
              <a:buFont typeface="Arial" pitchFamily="34" charset="0"/>
              <a:buChar char="»"/>
              <a:defRPr lang="en-US" sz="1200" kern="1200" dirty="0" smtClean="0">
                <a:solidFill>
                  <a:schemeClr val="tx1">
                    <a:lumMod val="75000"/>
                    <a:lumOff val="25000"/>
                  </a:schemeClr>
                </a:solidFill>
                <a:latin typeface="Arial" pitchFamily="34" charset="0"/>
                <a:ea typeface="Arial Unicode MS" pitchFamily="34" charset="-128"/>
                <a:cs typeface="Arial" pitchFamily="34" charset="0"/>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defRPr/>
            </a:pPr>
            <a:r>
              <a:rPr lang="en-US" dirty="0">
                <a:solidFill>
                  <a:schemeClr val="tx1"/>
                </a:solidFill>
              </a:rPr>
              <a:t>     </a:t>
            </a:r>
            <a:r>
              <a:rPr lang="en-US" b="1" dirty="0">
                <a:solidFill>
                  <a:schemeClr val="tx1"/>
                </a:solidFill>
              </a:rPr>
              <a:t>VEEVA Message</a:t>
            </a:r>
          </a:p>
          <a:p>
            <a:pPr>
              <a:defRPr/>
            </a:pPr>
            <a:endParaRPr lang="en-US" dirty="0">
              <a:solidFill>
                <a:schemeClr val="tx1"/>
              </a:solidFill>
            </a:endParaRPr>
          </a:p>
          <a:p>
            <a:pPr>
              <a:defRPr/>
            </a:pPr>
            <a:r>
              <a:rPr lang="en-US" dirty="0">
                <a:solidFill>
                  <a:schemeClr val="tx1"/>
                </a:solidFill>
              </a:rPr>
              <a:t>VEEVA message is used to change the text shown on UI</a:t>
            </a:r>
          </a:p>
          <a:p>
            <a:pPr>
              <a:defRPr/>
            </a:pPr>
            <a:endParaRPr lang="en-US" dirty="0">
              <a:solidFill>
                <a:schemeClr val="tx1"/>
              </a:solidFill>
            </a:endParaRPr>
          </a:p>
          <a:p>
            <a:pPr>
              <a:defRPr/>
            </a:pPr>
            <a:r>
              <a:rPr lang="en-US" dirty="0">
                <a:solidFill>
                  <a:schemeClr val="tx1"/>
                </a:solidFill>
              </a:rPr>
              <a:t>Example: change the button text, error message, field label</a:t>
            </a:r>
          </a:p>
        </p:txBody>
      </p:sp>
    </p:spTree>
    <p:extLst>
      <p:ext uri="{BB962C8B-B14F-4D97-AF65-F5344CB8AC3E}">
        <p14:creationId xmlns:p14="http://schemas.microsoft.com/office/powerpoint/2010/main" val="6597678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D6D1A9-B0C5-D73A-BAE7-E3FCBDA3F0BA}"/>
              </a:ext>
            </a:extLst>
          </p:cNvPr>
          <p:cNvSpPr>
            <a:spLocks noGrp="1"/>
          </p:cNvSpPr>
          <p:nvPr>
            <p:ph type="ctrTitle"/>
          </p:nvPr>
        </p:nvSpPr>
        <p:spPr>
          <a:xfrm>
            <a:off x="1008003" y="2352109"/>
            <a:ext cx="6245891" cy="1828469"/>
          </a:xfrm>
        </p:spPr>
        <p:txBody>
          <a:bodyPr/>
          <a:lstStyle/>
          <a:p>
            <a:r>
              <a:rPr lang="en-US" sz="3600" b="1" dirty="0">
                <a:solidFill>
                  <a:srgbClr val="00718F"/>
                </a:solidFill>
                <a:latin typeface="Arial" panose="020B0604020202020204" pitchFamily="34" charset="0"/>
                <a:cs typeface="Arial" panose="020B0604020202020204" pitchFamily="34" charset="0"/>
              </a:rPr>
              <a:t>VEEVA Settings and VEEVA Messages</a:t>
            </a:r>
            <a:br>
              <a:rPr lang="en-US" sz="3600" b="1" dirty="0">
                <a:solidFill>
                  <a:srgbClr val="00718F"/>
                </a:solidFill>
                <a:latin typeface="Arial" panose="020B0604020202020204" pitchFamily="34" charset="0"/>
                <a:cs typeface="Arial" panose="020B0604020202020204" pitchFamily="34" charset="0"/>
              </a:rPr>
            </a:br>
            <a:endParaRPr lang="en-US" dirty="0"/>
          </a:p>
        </p:txBody>
      </p:sp>
      <p:sp>
        <p:nvSpPr>
          <p:cNvPr id="3" name="Subtitle 2">
            <a:extLst>
              <a:ext uri="{FF2B5EF4-FFF2-40B4-BE49-F238E27FC236}">
                <a16:creationId xmlns:a16="http://schemas.microsoft.com/office/drawing/2014/main" id="{C7276DC3-F326-F107-FC8E-C78A1B588DB8}"/>
              </a:ext>
            </a:extLst>
          </p:cNvPr>
          <p:cNvSpPr>
            <a:spLocks noGrp="1"/>
          </p:cNvSpPr>
          <p:nvPr>
            <p:ph type="subTitle" idx="1"/>
          </p:nvPr>
        </p:nvSpPr>
        <p:spPr>
          <a:xfrm>
            <a:off x="1042989" y="4187952"/>
            <a:ext cx="7872411" cy="457200"/>
          </a:xfrm>
        </p:spPr>
        <p:txBody>
          <a:bodyPr/>
          <a:lstStyle/>
          <a:p>
            <a:r>
              <a:rPr lang="pt-BR" sz="3200" b="1" dirty="0">
                <a:latin typeface="Arial" panose="020B0604020202020204" pitchFamily="34" charset="0"/>
                <a:cs typeface="Arial" panose="020B0604020202020204" pitchFamily="34" charset="0"/>
              </a:rPr>
              <a:t>VEEVA Marker Fields and Best Practices</a:t>
            </a:r>
          </a:p>
        </p:txBody>
      </p:sp>
      <p:sp>
        <p:nvSpPr>
          <p:cNvPr id="4" name="Footer Placeholder 3">
            <a:extLst>
              <a:ext uri="{FF2B5EF4-FFF2-40B4-BE49-F238E27FC236}">
                <a16:creationId xmlns:a16="http://schemas.microsoft.com/office/drawing/2014/main" id="{7016F31B-9B69-DD8D-B05E-200752E9904B}"/>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FFFFFF"/>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50E133F-E69D-1B0A-B204-ED8872B1C093}"/>
              </a:ext>
            </a:extLst>
          </p:cNvPr>
          <p:cNvSpPr>
            <a:spLocks noGrp="1"/>
          </p:cNvSpPr>
          <p:nvPr>
            <p:ph type="body" idx="12"/>
          </p:nvPr>
        </p:nvSpPr>
        <p:spPr/>
        <p:txBody>
          <a:bodyPr/>
          <a:lstStyle/>
          <a:p>
            <a:endParaRPr lang="en-US"/>
          </a:p>
        </p:txBody>
      </p:sp>
    </p:spTree>
    <p:extLst>
      <p:ext uri="{BB962C8B-B14F-4D97-AF65-F5344CB8AC3E}">
        <p14:creationId xmlns:p14="http://schemas.microsoft.com/office/powerpoint/2010/main" val="218513273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53759"/>
            <a:ext cx="8882743" cy="5257800"/>
          </a:xfrm>
        </p:spPr>
        <p:txBody>
          <a:bodyPr/>
          <a:lstStyle/>
          <a:p>
            <a:pPr marL="285750" indent="-285750">
              <a:buFont typeface="Arial" panose="020B0604020202020204" pitchFamily="34" charset="0"/>
              <a:buChar char="•"/>
            </a:pPr>
            <a:r>
              <a:rPr lang="en-US" sz="1800" dirty="0">
                <a:solidFill>
                  <a:schemeClr val="tx1"/>
                </a:solidFill>
              </a:rPr>
              <a:t>Contain special code that renders a custom piece of user interface</a:t>
            </a:r>
          </a:p>
          <a:p>
            <a:pPr lvl="1">
              <a:buFont typeface="Courier New" panose="02070309020205020404" pitchFamily="49" charset="0"/>
              <a:buChar char="o"/>
            </a:pPr>
            <a:r>
              <a:rPr lang="en-US" sz="1600" dirty="0">
                <a:solidFill>
                  <a:schemeClr val="tx1"/>
                </a:solidFill>
              </a:rPr>
              <a:t>Stores no data, only add functionality to page layouts</a:t>
            </a:r>
          </a:p>
          <a:p>
            <a:pPr marL="349250" lvl="1" indent="0">
              <a:buNone/>
            </a:pPr>
            <a:endParaRPr lang="en-US" sz="200" dirty="0">
              <a:solidFill>
                <a:schemeClr val="tx1"/>
              </a:solidFill>
            </a:endParaRPr>
          </a:p>
          <a:p>
            <a:pPr marL="285750" indent="-285750">
              <a:buFont typeface="Arial" panose="020B0604020202020204" pitchFamily="34" charset="0"/>
              <a:buChar char="•"/>
            </a:pPr>
            <a:r>
              <a:rPr lang="en-US" sz="1800" dirty="0">
                <a:solidFill>
                  <a:schemeClr val="tx1"/>
                </a:solidFill>
              </a:rPr>
              <a:t>Mainly used on layouts for Call Reporting, Medical Inquiries, and other objects</a:t>
            </a:r>
          </a:p>
          <a:p>
            <a:endParaRPr lang="en-US" sz="200" dirty="0">
              <a:solidFill>
                <a:schemeClr val="tx1"/>
              </a:solidFill>
            </a:endParaRPr>
          </a:p>
          <a:p>
            <a:pPr marL="285750" indent="-285750">
              <a:buFont typeface="Arial" panose="020B0604020202020204" pitchFamily="34" charset="0"/>
              <a:buChar char="•"/>
            </a:pPr>
            <a:r>
              <a:rPr lang="en-US" sz="1800" dirty="0">
                <a:solidFill>
                  <a:schemeClr val="tx1"/>
                </a:solidFill>
              </a:rPr>
              <a:t>Denoted with the prefix “</a:t>
            </a:r>
            <a:r>
              <a:rPr lang="en-US" sz="1800" dirty="0" err="1">
                <a:solidFill>
                  <a:schemeClr val="tx1"/>
                </a:solidFill>
              </a:rPr>
              <a:t>zvod</a:t>
            </a:r>
            <a:r>
              <a:rPr lang="en-US" sz="1800" dirty="0">
                <a:solidFill>
                  <a:schemeClr val="tx1"/>
                </a:solidFill>
              </a:rPr>
              <a:t>_” and the suffix “_</a:t>
            </a:r>
            <a:r>
              <a:rPr lang="en-US" sz="1800" dirty="0" err="1">
                <a:solidFill>
                  <a:schemeClr val="tx1"/>
                </a:solidFill>
              </a:rPr>
              <a:t>vod</a:t>
            </a:r>
            <a:r>
              <a:rPr lang="en-US" sz="1800" dirty="0">
                <a:solidFill>
                  <a:schemeClr val="tx1"/>
                </a:solidFill>
              </a:rPr>
              <a:t>”</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VEEVA Marker Fields</a:t>
            </a:r>
            <a:endParaRPr lang="en-US" dirty="0"/>
          </a:p>
        </p:txBody>
      </p:sp>
      <p:pic>
        <p:nvPicPr>
          <p:cNvPr id="6" name="Picture 5">
            <a:extLst>
              <a:ext uri="{FF2B5EF4-FFF2-40B4-BE49-F238E27FC236}">
                <a16:creationId xmlns:a16="http://schemas.microsoft.com/office/drawing/2014/main" id="{F6736CDD-EACE-D03C-FD4C-012F3F3F0238}"/>
              </a:ext>
            </a:extLst>
          </p:cNvPr>
          <p:cNvPicPr>
            <a:picLocks noChangeAspect="1"/>
          </p:cNvPicPr>
          <p:nvPr/>
        </p:nvPicPr>
        <p:blipFill>
          <a:blip r:embed="rId2"/>
          <a:stretch>
            <a:fillRect/>
          </a:stretch>
        </p:blipFill>
        <p:spPr>
          <a:xfrm>
            <a:off x="382279" y="3278512"/>
            <a:ext cx="7351568" cy="1939636"/>
          </a:xfrm>
          <a:prstGeom prst="rect">
            <a:avLst/>
          </a:prstGeom>
          <a:ln>
            <a:solidFill>
              <a:schemeClr val="tx1"/>
            </a:solidFill>
          </a:ln>
          <a:effectLst>
            <a:outerShdw blurRad="50800" dist="38100" dir="2700000" algn="tl" rotWithShape="0">
              <a:prstClr val="black">
                <a:alpha val="40000"/>
              </a:prstClr>
            </a:outerShdw>
          </a:effectLst>
        </p:spPr>
      </p:pic>
      <p:sp>
        <p:nvSpPr>
          <p:cNvPr id="7" name="Rectangle 6">
            <a:extLst>
              <a:ext uri="{FF2B5EF4-FFF2-40B4-BE49-F238E27FC236}">
                <a16:creationId xmlns:a16="http://schemas.microsoft.com/office/drawing/2014/main" id="{487D1097-6771-F789-F11B-C9A789EB259A}"/>
              </a:ext>
            </a:extLst>
          </p:cNvPr>
          <p:cNvSpPr/>
          <p:nvPr/>
        </p:nvSpPr>
        <p:spPr>
          <a:xfrm>
            <a:off x="336640" y="5491892"/>
            <a:ext cx="3807910" cy="75218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FF0000"/>
                </a:solidFill>
                <a:latin typeface="Arial" panose="020B0604020202020204" pitchFamily="34" charset="0"/>
                <a:cs typeface="Arial" panose="020B0604020202020204" pitchFamily="34" charset="0"/>
              </a:rPr>
              <a:t>Don’t:</a:t>
            </a:r>
          </a:p>
          <a:p>
            <a:pPr marL="285750" indent="-285750">
              <a:buFont typeface="Arial" panose="020B0604020202020204" pitchFamily="34" charset="0"/>
              <a:buChar char="•"/>
            </a:pPr>
            <a:r>
              <a:rPr lang="en-US" sz="1400" b="1" dirty="0">
                <a:solidFill>
                  <a:schemeClr val="tx1"/>
                </a:solidFill>
                <a:latin typeface="Arial" panose="020B0604020202020204" pitchFamily="34" charset="0"/>
                <a:cs typeface="Arial" panose="020B0604020202020204" pitchFamily="34" charset="0"/>
              </a:rPr>
              <a:t>Delete Marker Fields</a:t>
            </a:r>
          </a:p>
          <a:p>
            <a:pPr marL="285750" indent="-285750">
              <a:buFont typeface="Arial" panose="020B0604020202020204" pitchFamily="34" charset="0"/>
              <a:buChar char="•"/>
            </a:pPr>
            <a:r>
              <a:rPr lang="en-US" sz="1400" b="1" dirty="0">
                <a:solidFill>
                  <a:schemeClr val="tx1"/>
                </a:solidFill>
                <a:latin typeface="Arial" panose="020B0604020202020204" pitchFamily="34" charset="0"/>
                <a:cs typeface="Arial" panose="020B0604020202020204" pitchFamily="34" charset="0"/>
              </a:rPr>
              <a:t>Edit the name or data type fields</a:t>
            </a:r>
          </a:p>
        </p:txBody>
      </p:sp>
      <p:sp>
        <p:nvSpPr>
          <p:cNvPr id="8" name="Rectangle 7">
            <a:extLst>
              <a:ext uri="{FF2B5EF4-FFF2-40B4-BE49-F238E27FC236}">
                <a16:creationId xmlns:a16="http://schemas.microsoft.com/office/drawing/2014/main" id="{9BE09756-443C-5C46-4038-99C41BBB7522}"/>
              </a:ext>
            </a:extLst>
          </p:cNvPr>
          <p:cNvSpPr/>
          <p:nvPr/>
        </p:nvSpPr>
        <p:spPr>
          <a:xfrm>
            <a:off x="4277615" y="5491892"/>
            <a:ext cx="3702080" cy="752180"/>
          </a:xfrm>
          <a:prstGeom prst="rect">
            <a:avLst/>
          </a:prstGeom>
          <a:solidFill>
            <a:schemeClr val="bg1">
              <a:lumMod val="9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1600" b="1" dirty="0">
                <a:solidFill>
                  <a:srgbClr val="00B050"/>
                </a:solidFill>
                <a:latin typeface="Arial" panose="020B0604020202020204" pitchFamily="34" charset="0"/>
                <a:cs typeface="Arial" panose="020B0604020202020204" pitchFamily="34" charset="0"/>
              </a:rPr>
              <a:t>Admin can only: </a:t>
            </a:r>
          </a:p>
          <a:p>
            <a:pPr marL="285750" indent="-285750">
              <a:buFont typeface="Arial" panose="020B0604020202020204" pitchFamily="34" charset="0"/>
              <a:buChar char="•"/>
            </a:pPr>
            <a:r>
              <a:rPr lang="en-US" sz="1400" b="1" dirty="0">
                <a:solidFill>
                  <a:schemeClr val="tx1"/>
                </a:solidFill>
                <a:latin typeface="Arial" panose="020B0604020202020204" pitchFamily="34" charset="0"/>
                <a:cs typeface="Arial" panose="020B0604020202020204" pitchFamily="34" charset="0"/>
              </a:rPr>
              <a:t>Add or remove Marker fields from page layouts</a:t>
            </a:r>
          </a:p>
        </p:txBody>
      </p:sp>
    </p:spTree>
    <p:extLst>
      <p:ext uri="{BB962C8B-B14F-4D97-AF65-F5344CB8AC3E}">
        <p14:creationId xmlns:p14="http://schemas.microsoft.com/office/powerpoint/2010/main" val="202070414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76005" y="1001284"/>
            <a:ext cx="8882743" cy="5257800"/>
          </a:xfrm>
        </p:spPr>
        <p:txBody>
          <a:bodyPr/>
          <a:lstStyle/>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Identify the call page layout to be modified</a:t>
            </a:r>
            <a:endParaRPr lang="en-US" sz="100" dirty="0">
              <a:latin typeface="Arial" pitchFamily="34" charset="0"/>
              <a:ea typeface="Arial Unicode MS" pitchFamily="34" charset="-128"/>
              <a:cs typeface="Arial" pitchFamily="34" charset="0"/>
            </a:endParaRPr>
          </a:p>
          <a:p>
            <a:pPr marL="285750" indent="-285750">
              <a:buFont typeface="Arial" panose="020B0604020202020204" pitchFamily="34" charset="0"/>
              <a:buChar char="•"/>
            </a:pPr>
            <a:r>
              <a:rPr lang="en-US" dirty="0">
                <a:latin typeface="Arial" pitchFamily="34" charset="0"/>
                <a:ea typeface="Arial Unicode MS" pitchFamily="34" charset="-128"/>
                <a:cs typeface="Arial" pitchFamily="34" charset="0"/>
              </a:rPr>
              <a:t>To edit a call page layout:</a:t>
            </a:r>
          </a:p>
          <a:p>
            <a:pPr marL="742950" lvl="1" indent="-285750">
              <a:spcBef>
                <a:spcPct val="20000"/>
              </a:spcBef>
              <a:buFont typeface="Courier New" panose="02070309020205020404" pitchFamily="49" charset="0"/>
              <a:buChar char="o"/>
            </a:pPr>
            <a:r>
              <a:rPr lang="en-US" sz="1600" b="1" dirty="0">
                <a:latin typeface="Arial" pitchFamily="34" charset="0"/>
                <a:ea typeface="Arial Unicode MS" pitchFamily="34" charset="-128"/>
                <a:cs typeface="Arial" pitchFamily="34" charset="0"/>
              </a:rPr>
              <a:t>Setup &gt; Create &gt; Objects &gt; Call &gt; Page Layouts </a:t>
            </a:r>
            <a:r>
              <a:rPr lang="en-US" sz="1600" dirty="0">
                <a:latin typeface="Arial" pitchFamily="34" charset="0"/>
                <a:ea typeface="Arial Unicode MS" pitchFamily="34" charset="-128"/>
                <a:cs typeface="Arial" pitchFamily="34" charset="0"/>
              </a:rPr>
              <a:t>section</a:t>
            </a:r>
          </a:p>
          <a:p>
            <a:pPr marL="742950" lvl="1" indent="-285750">
              <a:spcBef>
                <a:spcPct val="20000"/>
              </a:spcBef>
              <a:buFont typeface="Courier New" panose="02070309020205020404" pitchFamily="49" charset="0"/>
              <a:buChar char="o"/>
            </a:pPr>
            <a:r>
              <a:rPr lang="en-US" sz="1600" dirty="0">
                <a:latin typeface="Arial" pitchFamily="34" charset="0"/>
                <a:ea typeface="Arial Unicode MS" pitchFamily="34" charset="-128"/>
                <a:cs typeface="Arial" pitchFamily="34" charset="0"/>
              </a:rPr>
              <a:t>Click the </a:t>
            </a:r>
            <a:r>
              <a:rPr lang="en-US" sz="1600" b="1" dirty="0">
                <a:latin typeface="Arial" pitchFamily="34" charset="0"/>
                <a:ea typeface="Arial Unicode MS" pitchFamily="34" charset="-128"/>
                <a:cs typeface="Arial" pitchFamily="34" charset="0"/>
              </a:rPr>
              <a:t>Edit</a:t>
            </a:r>
            <a:r>
              <a:rPr lang="en-US" sz="1600" dirty="0">
                <a:latin typeface="Arial" pitchFamily="34" charset="0"/>
                <a:ea typeface="Arial Unicode MS" pitchFamily="34" charset="-128"/>
                <a:cs typeface="Arial" pitchFamily="34" charset="0"/>
              </a:rPr>
              <a:t> link for the desired page layout</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76005" y="554111"/>
            <a:ext cx="10807700" cy="369332"/>
          </a:xfrm>
        </p:spPr>
        <p:txBody>
          <a:bodyPr/>
          <a:lstStyle/>
          <a:p>
            <a:r>
              <a:rPr lang="en-US" sz="2400" dirty="0"/>
              <a:t>VEEVA Marker Fields Example</a:t>
            </a:r>
            <a:endParaRPr lang="en-US" dirty="0"/>
          </a:p>
        </p:txBody>
      </p:sp>
      <p:pic>
        <p:nvPicPr>
          <p:cNvPr id="6" name="Picture 5">
            <a:extLst>
              <a:ext uri="{FF2B5EF4-FFF2-40B4-BE49-F238E27FC236}">
                <a16:creationId xmlns:a16="http://schemas.microsoft.com/office/drawing/2014/main" id="{C70F5EC5-3235-CE61-9060-16E13599C1A9}"/>
              </a:ext>
            </a:extLst>
          </p:cNvPr>
          <p:cNvPicPr>
            <a:picLocks noChangeAspect="1"/>
          </p:cNvPicPr>
          <p:nvPr/>
        </p:nvPicPr>
        <p:blipFill>
          <a:blip r:embed="rId2"/>
          <a:stretch>
            <a:fillRect/>
          </a:stretch>
        </p:blipFill>
        <p:spPr>
          <a:xfrm>
            <a:off x="261257" y="2329814"/>
            <a:ext cx="6400800" cy="3933825"/>
          </a:xfrm>
          <a:prstGeom prst="rect">
            <a:avLst/>
          </a:prstGeom>
          <a:ln>
            <a:solidFill>
              <a:schemeClr val="tx1"/>
            </a:solidFill>
          </a:ln>
          <a:effectLst>
            <a:outerShdw blurRad="50800" dist="38100" dir="2700000" algn="tl" rotWithShape="0">
              <a:prstClr val="black">
                <a:alpha val="40000"/>
              </a:prstClr>
            </a:outerShdw>
          </a:effectLst>
        </p:spPr>
      </p:pic>
      <p:sp>
        <p:nvSpPr>
          <p:cNvPr id="7" name="TextBox 6">
            <a:extLst>
              <a:ext uri="{FF2B5EF4-FFF2-40B4-BE49-F238E27FC236}">
                <a16:creationId xmlns:a16="http://schemas.microsoft.com/office/drawing/2014/main" id="{C3A1E523-4195-268C-D79F-C54B64414ED8}"/>
              </a:ext>
            </a:extLst>
          </p:cNvPr>
          <p:cNvSpPr txBox="1"/>
          <p:nvPr/>
        </p:nvSpPr>
        <p:spPr>
          <a:xfrm>
            <a:off x="6914891" y="2356935"/>
            <a:ext cx="3766788" cy="1569660"/>
          </a:xfrm>
          <a:prstGeom prst="rect">
            <a:avLst/>
          </a:prstGeom>
          <a:solidFill>
            <a:schemeClr val="bg1">
              <a:lumMod val="95000"/>
            </a:schemeClr>
          </a:solidFill>
          <a:ln>
            <a:solidFill>
              <a:schemeClr val="tx1"/>
            </a:solidFill>
          </a:ln>
        </p:spPr>
        <p:txBody>
          <a:bodyPr wrap="square" rtlCol="0">
            <a:spAutoFit/>
          </a:bodyPr>
          <a:lstStyle/>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Create 1-column sections.</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Place Marker fields in their respective section, then only those sections or functionalities will appear</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Use Section Signals to change the behavior of the Marker field</a:t>
            </a:r>
            <a:endParaRPr lang="en-US" sz="14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6983F353-C194-87E1-2860-BEF068E41F1F}"/>
              </a:ext>
            </a:extLst>
          </p:cNvPr>
          <p:cNvCxnSpPr>
            <a:stCxn id="7" idx="1"/>
          </p:cNvCxnSpPr>
          <p:nvPr/>
        </p:nvCxnSpPr>
        <p:spPr>
          <a:xfrm flipH="1">
            <a:off x="2566611" y="3141765"/>
            <a:ext cx="4348280" cy="1237189"/>
          </a:xfrm>
          <a:prstGeom prst="straightConnector1">
            <a:avLst/>
          </a:prstGeom>
          <a:ln w="3175">
            <a:solidFill>
              <a:srgbClr val="FF0000"/>
            </a:solidFill>
            <a:tailEnd type="triangle"/>
          </a:ln>
        </p:spPr>
        <p:style>
          <a:lnRef idx="1">
            <a:schemeClr val="accent1"/>
          </a:lnRef>
          <a:fillRef idx="0">
            <a:schemeClr val="accent1"/>
          </a:fillRef>
          <a:effectRef idx="0">
            <a:schemeClr val="accent1"/>
          </a:effectRef>
          <a:fontRef idx="minor">
            <a:schemeClr val="tx1"/>
          </a:fontRef>
        </p:style>
      </p:cxnSp>
      <p:pic>
        <p:nvPicPr>
          <p:cNvPr id="9" name="Picture 8">
            <a:extLst>
              <a:ext uri="{FF2B5EF4-FFF2-40B4-BE49-F238E27FC236}">
                <a16:creationId xmlns:a16="http://schemas.microsoft.com/office/drawing/2014/main" id="{4851CA5A-B58C-F8A7-898B-4A260A34DDF9}"/>
              </a:ext>
            </a:extLst>
          </p:cNvPr>
          <p:cNvPicPr>
            <a:picLocks noChangeAspect="1"/>
          </p:cNvPicPr>
          <p:nvPr/>
        </p:nvPicPr>
        <p:blipFill>
          <a:blip r:embed="rId3"/>
          <a:stretch>
            <a:fillRect/>
          </a:stretch>
        </p:blipFill>
        <p:spPr>
          <a:xfrm>
            <a:off x="6100154" y="4279804"/>
            <a:ext cx="4581525" cy="885825"/>
          </a:xfrm>
          <a:prstGeom prst="rect">
            <a:avLst/>
          </a:prstGeom>
          <a:ln>
            <a:solidFill>
              <a:schemeClr val="tx1"/>
            </a:solidFill>
          </a:ln>
        </p:spPr>
      </p:pic>
      <p:pic>
        <p:nvPicPr>
          <p:cNvPr id="10" name="Picture 9">
            <a:extLst>
              <a:ext uri="{FF2B5EF4-FFF2-40B4-BE49-F238E27FC236}">
                <a16:creationId xmlns:a16="http://schemas.microsoft.com/office/drawing/2014/main" id="{AF3604B3-871D-F648-9908-F4B05651687D}"/>
              </a:ext>
            </a:extLst>
          </p:cNvPr>
          <p:cNvPicPr>
            <a:picLocks noChangeAspect="1"/>
          </p:cNvPicPr>
          <p:nvPr/>
        </p:nvPicPr>
        <p:blipFill>
          <a:blip r:embed="rId4"/>
          <a:stretch>
            <a:fillRect/>
          </a:stretch>
        </p:blipFill>
        <p:spPr>
          <a:xfrm>
            <a:off x="4369478" y="5317800"/>
            <a:ext cx="6529388" cy="1098010"/>
          </a:xfrm>
          <a:prstGeom prst="rect">
            <a:avLst/>
          </a:prstGeom>
          <a:ln>
            <a:solidFill>
              <a:schemeClr val="tx1"/>
            </a:solidFill>
          </a:ln>
        </p:spPr>
      </p:pic>
      <p:sp>
        <p:nvSpPr>
          <p:cNvPr id="11" name="Rectangle 10">
            <a:extLst>
              <a:ext uri="{FF2B5EF4-FFF2-40B4-BE49-F238E27FC236}">
                <a16:creationId xmlns:a16="http://schemas.microsoft.com/office/drawing/2014/main" id="{416BF138-4021-81F5-0E35-DFD272632F96}"/>
              </a:ext>
            </a:extLst>
          </p:cNvPr>
          <p:cNvSpPr/>
          <p:nvPr/>
        </p:nvSpPr>
        <p:spPr>
          <a:xfrm>
            <a:off x="349856" y="5835014"/>
            <a:ext cx="2009920" cy="4417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3FE7037-19DD-3A36-21C2-DBBF2AE76844}"/>
              </a:ext>
            </a:extLst>
          </p:cNvPr>
          <p:cNvSpPr/>
          <p:nvPr/>
        </p:nvSpPr>
        <p:spPr>
          <a:xfrm>
            <a:off x="408973" y="4279804"/>
            <a:ext cx="2009920" cy="441770"/>
          </a:xfrm>
          <a:prstGeom prst="rect">
            <a:avLst/>
          </a:prstGeom>
          <a:noFill/>
          <a:ln w="381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3" name="Straight Arrow Connector 12">
            <a:extLst>
              <a:ext uri="{FF2B5EF4-FFF2-40B4-BE49-F238E27FC236}">
                <a16:creationId xmlns:a16="http://schemas.microsoft.com/office/drawing/2014/main" id="{74BBB4DA-3B55-77A2-CD27-854800680293}"/>
              </a:ext>
            </a:extLst>
          </p:cNvPr>
          <p:cNvCxnSpPr>
            <a:stCxn id="12" idx="3"/>
          </p:cNvCxnSpPr>
          <p:nvPr/>
        </p:nvCxnSpPr>
        <p:spPr>
          <a:xfrm>
            <a:off x="2418893" y="4500689"/>
            <a:ext cx="3681261" cy="220885"/>
          </a:xfrm>
          <a:prstGeom prst="straightConnector1">
            <a:avLst/>
          </a:prstGeom>
          <a:ln w="3175">
            <a:solidFill>
              <a:srgbClr val="FF0000"/>
            </a:solidFill>
            <a:tailEnd type="triangle"/>
          </a:ln>
        </p:spPr>
        <p:style>
          <a:lnRef idx="1">
            <a:schemeClr val="accent2"/>
          </a:lnRef>
          <a:fillRef idx="0">
            <a:schemeClr val="accent2"/>
          </a:fillRef>
          <a:effectRef idx="0">
            <a:schemeClr val="accent2"/>
          </a:effectRef>
          <a:fontRef idx="minor">
            <a:schemeClr val="tx1"/>
          </a:fontRef>
        </p:style>
      </p:cxnSp>
      <p:cxnSp>
        <p:nvCxnSpPr>
          <p:cNvPr id="14" name="Straight Arrow Connector 13">
            <a:extLst>
              <a:ext uri="{FF2B5EF4-FFF2-40B4-BE49-F238E27FC236}">
                <a16:creationId xmlns:a16="http://schemas.microsoft.com/office/drawing/2014/main" id="{5905AD30-32D1-7837-7B8A-42DF30A64B8E}"/>
              </a:ext>
            </a:extLst>
          </p:cNvPr>
          <p:cNvCxnSpPr/>
          <p:nvPr/>
        </p:nvCxnSpPr>
        <p:spPr>
          <a:xfrm flipV="1">
            <a:off x="2359776" y="5940017"/>
            <a:ext cx="2009702" cy="127454"/>
          </a:xfrm>
          <a:prstGeom prst="straightConnector1">
            <a:avLst/>
          </a:prstGeom>
          <a:ln w="3175">
            <a:solidFill>
              <a:srgbClr val="FF0000"/>
            </a:solidFill>
            <a:tailEnd type="triangle"/>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35221557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53759"/>
            <a:ext cx="8882743" cy="5257800"/>
          </a:xfrm>
        </p:spPr>
        <p:txBody>
          <a:bodyPr/>
          <a:lstStyle/>
          <a:p>
            <a:pPr marL="285750" indent="-285750">
              <a:buFont typeface="Arial" panose="020B0604020202020204" pitchFamily="34" charset="0"/>
              <a:buChar char="•"/>
              <a:defRPr/>
            </a:pPr>
            <a:r>
              <a:rPr lang="en-US" dirty="0">
                <a:solidFill>
                  <a:schemeClr val="tx1"/>
                </a:solidFill>
              </a:rPr>
              <a:t>VEEVA admin always need to follow the best practices:</a:t>
            </a:r>
          </a:p>
          <a:p>
            <a:pPr lvl="1">
              <a:defRPr/>
            </a:pPr>
            <a:endParaRPr lang="en-US" dirty="0">
              <a:solidFill>
                <a:schemeClr val="tx1"/>
              </a:solidFill>
            </a:endParaRPr>
          </a:p>
          <a:p>
            <a:pPr lvl="1">
              <a:buFont typeface="Courier New" panose="02070309020205020404" pitchFamily="49" charset="0"/>
              <a:buChar char="o"/>
              <a:defRPr/>
            </a:pPr>
            <a:r>
              <a:rPr lang="en-US" dirty="0">
                <a:solidFill>
                  <a:schemeClr val="tx1"/>
                </a:solidFill>
              </a:rPr>
              <a:t>Do not </a:t>
            </a:r>
            <a:r>
              <a:rPr lang="en-US" b="1" dirty="0">
                <a:solidFill>
                  <a:schemeClr val="tx1"/>
                </a:solidFill>
              </a:rPr>
              <a:t>delete the VEEVA Marker fields</a:t>
            </a:r>
            <a:r>
              <a:rPr lang="en-US" dirty="0">
                <a:solidFill>
                  <a:schemeClr val="tx1"/>
                </a:solidFill>
              </a:rPr>
              <a:t>, as they are being used by VEEVA code</a:t>
            </a:r>
          </a:p>
          <a:p>
            <a:pPr lvl="1">
              <a:buFont typeface="Courier New" panose="02070309020205020404" pitchFamily="49" charset="0"/>
              <a:buChar char="o"/>
              <a:defRPr/>
            </a:pPr>
            <a:endParaRPr lang="en-US" dirty="0">
              <a:solidFill>
                <a:schemeClr val="tx1"/>
              </a:solidFill>
            </a:endParaRPr>
          </a:p>
          <a:p>
            <a:pPr lvl="1">
              <a:buFont typeface="Courier New" panose="02070309020205020404" pitchFamily="49" charset="0"/>
              <a:buChar char="o"/>
              <a:defRPr/>
            </a:pPr>
            <a:r>
              <a:rPr lang="en-US" dirty="0">
                <a:solidFill>
                  <a:schemeClr val="tx1"/>
                </a:solidFill>
              </a:rPr>
              <a:t>Do not </a:t>
            </a:r>
            <a:r>
              <a:rPr lang="en-US" b="1" dirty="0">
                <a:solidFill>
                  <a:schemeClr val="tx1"/>
                </a:solidFill>
              </a:rPr>
              <a:t>modify the VEEVA Marker fields </a:t>
            </a:r>
            <a:r>
              <a:rPr lang="en-US" dirty="0">
                <a:solidFill>
                  <a:schemeClr val="tx1"/>
                </a:solidFill>
              </a:rPr>
              <a:t>like name or data type, as they are being used by VEEVA code</a:t>
            </a:r>
          </a:p>
          <a:p>
            <a:pPr lvl="1">
              <a:buFont typeface="Courier New" panose="02070309020205020404" pitchFamily="49" charset="0"/>
              <a:buChar char="o"/>
              <a:defRPr/>
            </a:pPr>
            <a:endParaRPr lang="en-US" dirty="0">
              <a:solidFill>
                <a:schemeClr val="tx1"/>
              </a:solidFill>
            </a:endParaRPr>
          </a:p>
          <a:p>
            <a:pPr lvl="1">
              <a:buFont typeface="Courier New" panose="02070309020205020404" pitchFamily="49" charset="0"/>
              <a:buChar char="o"/>
              <a:defRPr/>
            </a:pPr>
            <a:r>
              <a:rPr lang="en-US" dirty="0">
                <a:solidFill>
                  <a:schemeClr val="tx1"/>
                </a:solidFill>
              </a:rPr>
              <a:t>If needed, only </a:t>
            </a:r>
            <a:r>
              <a:rPr lang="en-US" b="1" dirty="0">
                <a:solidFill>
                  <a:schemeClr val="tx1"/>
                </a:solidFill>
              </a:rPr>
              <a:t>remove the fields from page layouts</a:t>
            </a:r>
          </a:p>
          <a:p>
            <a:endParaRPr lang="en-US" dirty="0">
              <a:solidFill>
                <a:schemeClr val="tx1"/>
              </a:solidFill>
            </a:endParaRP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VEEVA Marker Fields – Best Practices</a:t>
            </a:r>
            <a:endParaRPr lang="en-US" dirty="0"/>
          </a:p>
        </p:txBody>
      </p:sp>
    </p:spTree>
    <p:extLst>
      <p:ext uri="{BB962C8B-B14F-4D97-AF65-F5344CB8AC3E}">
        <p14:creationId xmlns:p14="http://schemas.microsoft.com/office/powerpoint/2010/main" val="5383565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31</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53759"/>
            <a:ext cx="8882743" cy="5257800"/>
          </a:xfrm>
        </p:spPr>
        <p:txBody>
          <a:bodyPr/>
          <a:lstStyle/>
          <a:p>
            <a:pPr marL="285750" indent="-285750">
              <a:buFont typeface="Arial" panose="020B0604020202020204" pitchFamily="34" charset="0"/>
              <a:buChar char="•"/>
            </a:pPr>
            <a:r>
              <a:rPr lang="en-US" sz="1800" dirty="0"/>
              <a:t>When any VEEVA developer sandbox is refreshed, Salesforce does not automatically copy the custom objects from production to developer sandbox</a:t>
            </a:r>
          </a:p>
          <a:p>
            <a:pPr marL="285750"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dirty="0"/>
              <a:t>Hence this is the duty of the admin to load the following explicitly after the VEEVA sandbox is refreshed:</a:t>
            </a:r>
          </a:p>
          <a:p>
            <a:pPr lvl="1"/>
            <a:endParaRPr lang="en-US" dirty="0"/>
          </a:p>
          <a:p>
            <a:pPr lvl="1">
              <a:buFont typeface="Courier New" panose="02070309020205020404" pitchFamily="49" charset="0"/>
              <a:buChar char="o"/>
            </a:pPr>
            <a:r>
              <a:rPr lang="en-US" b="1" dirty="0"/>
              <a:t>VEEVA Messages</a:t>
            </a:r>
          </a:p>
          <a:p>
            <a:pPr lvl="1">
              <a:buFont typeface="Courier New" panose="02070309020205020404" pitchFamily="49" charset="0"/>
              <a:buChar char="o"/>
            </a:pPr>
            <a:endParaRPr lang="en-US" b="1" dirty="0"/>
          </a:p>
          <a:p>
            <a:pPr lvl="1">
              <a:buFont typeface="Courier New" panose="02070309020205020404" pitchFamily="49" charset="0"/>
              <a:buChar char="o"/>
            </a:pPr>
            <a:r>
              <a:rPr lang="en-US" b="1" dirty="0"/>
              <a:t>Views</a:t>
            </a:r>
            <a:r>
              <a:rPr lang="en-US" dirty="0"/>
              <a:t>: This object stores information about views like my accounts view etc.</a:t>
            </a:r>
          </a:p>
          <a:p>
            <a:pPr lvl="1">
              <a:buFont typeface="Courier New" panose="02070309020205020404" pitchFamily="49" charset="0"/>
              <a:buChar char="o"/>
            </a:pPr>
            <a:endParaRPr lang="en-US" b="1" dirty="0"/>
          </a:p>
          <a:p>
            <a:pPr lvl="1">
              <a:buFont typeface="Courier New" panose="02070309020205020404" pitchFamily="49" charset="0"/>
              <a:buChar char="o"/>
            </a:pPr>
            <a:r>
              <a:rPr lang="en-US" b="1" dirty="0"/>
              <a:t>VEEVA Mobile Object Configurations</a:t>
            </a:r>
            <a:r>
              <a:rPr lang="en-US" dirty="0"/>
              <a:t>: The </a:t>
            </a:r>
            <a:r>
              <a:rPr lang="en-US" dirty="0" err="1"/>
              <a:t>VMobile</a:t>
            </a:r>
            <a:r>
              <a:rPr lang="en-US" dirty="0"/>
              <a:t> Object Configuration object controls what objects and records are sent to the </a:t>
            </a:r>
            <a:r>
              <a:rPr lang="en-US" dirty="0" err="1"/>
              <a:t>VMobile</a:t>
            </a:r>
            <a:r>
              <a:rPr lang="en-US" dirty="0"/>
              <a:t> Tablet. The data is entered on the </a:t>
            </a:r>
            <a:r>
              <a:rPr lang="en-US" dirty="0" err="1"/>
              <a:t>VMobile</a:t>
            </a:r>
            <a:r>
              <a:rPr lang="en-US" dirty="0"/>
              <a:t> Object Configuration tab.</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err="1"/>
              <a:t>VEEVAtization</a:t>
            </a:r>
            <a:r>
              <a:rPr lang="en-US" sz="2400" dirty="0"/>
              <a:t> </a:t>
            </a:r>
            <a:endParaRPr lang="en-US" dirty="0"/>
          </a:p>
        </p:txBody>
      </p:sp>
    </p:spTree>
    <p:extLst>
      <p:ext uri="{BB962C8B-B14F-4D97-AF65-F5344CB8AC3E}">
        <p14:creationId xmlns:p14="http://schemas.microsoft.com/office/powerpoint/2010/main" val="4064252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79DC52A-5D25-F04E-5173-7A0C9C126581}"/>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Slide Number Placeholder 4">
            <a:extLst>
              <a:ext uri="{FF2B5EF4-FFF2-40B4-BE49-F238E27FC236}">
                <a16:creationId xmlns:a16="http://schemas.microsoft.com/office/drawing/2014/main" id="{FFBC7FF1-A90F-78DA-4CB6-2BAA15762146}"/>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32</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2" name="Content Placeholder 1">
            <a:extLst>
              <a:ext uri="{FF2B5EF4-FFF2-40B4-BE49-F238E27FC236}">
                <a16:creationId xmlns:a16="http://schemas.microsoft.com/office/drawing/2014/main" id="{E5A63820-092F-35E6-E8BF-2B62EEE21138}"/>
              </a:ext>
            </a:extLst>
          </p:cNvPr>
          <p:cNvSpPr>
            <a:spLocks noGrp="1"/>
          </p:cNvSpPr>
          <p:nvPr>
            <p:ph sz="quarter" idx="4294967295"/>
          </p:nvPr>
        </p:nvSpPr>
        <p:spPr>
          <a:xfrm>
            <a:off x="261257" y="1353759"/>
            <a:ext cx="8882743" cy="5257800"/>
          </a:xfrm>
        </p:spPr>
        <p:txBody>
          <a:bodyPr/>
          <a:lstStyle/>
          <a:p>
            <a:pPr marL="285750" indent="-285750">
              <a:buFont typeface="Arial" panose="020B0604020202020204" pitchFamily="34" charset="0"/>
              <a:buChar char="•"/>
            </a:pPr>
            <a:r>
              <a:rPr lang="en-US" dirty="0"/>
              <a:t>VEEVA admin always need to follow the best practices:</a:t>
            </a:r>
          </a:p>
          <a:p>
            <a:endParaRPr lang="en-US" dirty="0"/>
          </a:p>
          <a:p>
            <a:pPr lvl="1">
              <a:buFont typeface="Courier New" panose="02070309020205020404" pitchFamily="49" charset="0"/>
              <a:buChar char="o"/>
            </a:pPr>
            <a:r>
              <a:rPr lang="en-US" dirty="0"/>
              <a:t>Other than label, do not modify anything with “_</a:t>
            </a:r>
            <a:r>
              <a:rPr lang="en-US" dirty="0" err="1"/>
              <a:t>vod</a:t>
            </a:r>
            <a:r>
              <a:rPr lang="en-US" dirty="0"/>
              <a:t>” in the name or API</a:t>
            </a:r>
          </a:p>
          <a:p>
            <a:pPr lvl="1">
              <a:buFont typeface="Courier New" panose="02070309020205020404" pitchFamily="49" charset="0"/>
              <a:buChar char="o"/>
            </a:pPr>
            <a:endParaRPr lang="en-US" dirty="0"/>
          </a:p>
          <a:p>
            <a:pPr lvl="1">
              <a:buFont typeface="Courier New" panose="02070309020205020404" pitchFamily="49" charset="0"/>
              <a:buChar char="o"/>
            </a:pPr>
            <a:r>
              <a:rPr lang="en-US" dirty="0"/>
              <a:t>Never use the “_</a:t>
            </a:r>
            <a:r>
              <a:rPr lang="en-US" dirty="0" err="1"/>
              <a:t>vod</a:t>
            </a:r>
            <a:r>
              <a:rPr lang="en-US" dirty="0"/>
              <a:t>” when creating or modifying customer specific objects</a:t>
            </a:r>
          </a:p>
          <a:p>
            <a:pPr lvl="1">
              <a:buFont typeface="Courier New" panose="02070309020205020404" pitchFamily="49" charset="0"/>
              <a:buChar char="o"/>
            </a:pPr>
            <a:endParaRPr lang="en-US" dirty="0"/>
          </a:p>
          <a:p>
            <a:pPr lvl="1">
              <a:buFont typeface="Courier New" panose="02070309020205020404" pitchFamily="49" charset="0"/>
              <a:buChar char="o"/>
            </a:pPr>
            <a:r>
              <a:rPr lang="en-US" dirty="0"/>
              <a:t>It is recommended to not rename VEEVA Tabs</a:t>
            </a:r>
          </a:p>
          <a:p>
            <a:pPr lvl="1">
              <a:buFont typeface="Courier New" panose="02070309020205020404" pitchFamily="49" charset="0"/>
              <a:buChar char="o"/>
            </a:pPr>
            <a:endParaRPr lang="en-US" dirty="0"/>
          </a:p>
          <a:p>
            <a:pPr lvl="1">
              <a:buFont typeface="Courier New" panose="02070309020205020404" pitchFamily="49" charset="0"/>
              <a:buChar char="o"/>
            </a:pPr>
            <a:r>
              <a:rPr lang="en-US" dirty="0"/>
              <a:t>Clear the VEEVA Cache after all configurations changes</a:t>
            </a:r>
          </a:p>
        </p:txBody>
      </p:sp>
      <p:sp>
        <p:nvSpPr>
          <p:cNvPr id="3" name="Title 2">
            <a:extLst>
              <a:ext uri="{FF2B5EF4-FFF2-40B4-BE49-F238E27FC236}">
                <a16:creationId xmlns:a16="http://schemas.microsoft.com/office/drawing/2014/main" id="{698B3586-83C2-3951-7A86-9A7AC0F0310F}"/>
              </a:ext>
            </a:extLst>
          </p:cNvPr>
          <p:cNvSpPr>
            <a:spLocks noGrp="1"/>
          </p:cNvSpPr>
          <p:nvPr>
            <p:ph type="title" idx="4294967295"/>
          </p:nvPr>
        </p:nvSpPr>
        <p:spPr>
          <a:xfrm>
            <a:off x="261257" y="667972"/>
            <a:ext cx="10807700" cy="369332"/>
          </a:xfrm>
        </p:spPr>
        <p:txBody>
          <a:bodyPr/>
          <a:lstStyle/>
          <a:p>
            <a:r>
              <a:rPr lang="en-US" sz="2400" dirty="0"/>
              <a:t>VEEVA Configuration – Best Practices</a:t>
            </a:r>
            <a:endParaRPr lang="en-US" dirty="0"/>
          </a:p>
        </p:txBody>
      </p:sp>
    </p:spTree>
    <p:extLst>
      <p:ext uri="{BB962C8B-B14F-4D97-AF65-F5344CB8AC3E}">
        <p14:creationId xmlns:p14="http://schemas.microsoft.com/office/powerpoint/2010/main" val="209323770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33</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9DBDE22F-4AF6-7872-170C-B0C4B80AEEDC}"/>
              </a:ext>
            </a:extLst>
          </p:cNvPr>
          <p:cNvGraphicFramePr/>
          <p:nvPr>
            <p:extLst>
              <p:ext uri="{D42A27DB-BD31-4B8C-83A1-F6EECF244321}">
                <p14:modId xmlns:p14="http://schemas.microsoft.com/office/powerpoint/2010/main" val="3102244613"/>
              </p:ext>
            </p:extLst>
          </p:nvPr>
        </p:nvGraphicFramePr>
        <p:xfrm>
          <a:off x="685158" y="1295400"/>
          <a:ext cx="8333885" cy="306630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6" name="Diagram 5">
            <a:extLst>
              <a:ext uri="{FF2B5EF4-FFF2-40B4-BE49-F238E27FC236}">
                <a16:creationId xmlns:a16="http://schemas.microsoft.com/office/drawing/2014/main" id="{FC299B2F-783B-5CE2-A16A-1FBEFE8F85C0}"/>
              </a:ext>
            </a:extLst>
          </p:cNvPr>
          <p:cNvGraphicFramePr/>
          <p:nvPr>
            <p:extLst>
              <p:ext uri="{D42A27DB-BD31-4B8C-83A1-F6EECF244321}">
                <p14:modId xmlns:p14="http://schemas.microsoft.com/office/powerpoint/2010/main" val="2209725169"/>
              </p:ext>
            </p:extLst>
          </p:nvPr>
        </p:nvGraphicFramePr>
        <p:xfrm>
          <a:off x="685158" y="4514101"/>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17732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6" grpId="0">
        <p:bldAsOne/>
      </p:bldGraphic>
    </p:bldLst>
  </p:timing>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34</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1DB4592B-F9D2-2079-642E-7C8104B8037A}"/>
              </a:ext>
            </a:extLst>
          </p:cNvPr>
          <p:cNvGraphicFramePr/>
          <p:nvPr>
            <p:extLst>
              <p:ext uri="{D42A27DB-BD31-4B8C-83A1-F6EECF244321}">
                <p14:modId xmlns:p14="http://schemas.microsoft.com/office/powerpoint/2010/main" val="2866816836"/>
              </p:ext>
            </p:extLst>
          </p:nvPr>
        </p:nvGraphicFramePr>
        <p:xfrm>
          <a:off x="665493" y="1676400"/>
          <a:ext cx="8333885" cy="2837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C06941FC-6CCC-79CE-1AEF-CFB65FD2768B}"/>
              </a:ext>
            </a:extLst>
          </p:cNvPr>
          <p:cNvGraphicFramePr/>
          <p:nvPr>
            <p:extLst>
              <p:ext uri="{D42A27DB-BD31-4B8C-83A1-F6EECF244321}">
                <p14:modId xmlns:p14="http://schemas.microsoft.com/office/powerpoint/2010/main" val="1486041009"/>
              </p:ext>
            </p:extLst>
          </p:nvPr>
        </p:nvGraphicFramePr>
        <p:xfrm>
          <a:off x="665493" y="4133100"/>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6860896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35</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C678E406-6184-9BAC-73D5-A075BC6CBCCB}"/>
              </a:ext>
            </a:extLst>
          </p:cNvPr>
          <p:cNvGraphicFramePr/>
          <p:nvPr>
            <p:extLst>
              <p:ext uri="{D42A27DB-BD31-4B8C-83A1-F6EECF244321}">
                <p14:modId xmlns:p14="http://schemas.microsoft.com/office/powerpoint/2010/main" val="108423736"/>
              </p:ext>
            </p:extLst>
          </p:nvPr>
        </p:nvGraphicFramePr>
        <p:xfrm>
          <a:off x="667951" y="1600200"/>
          <a:ext cx="8333885" cy="2837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81499AA3-5225-ABFE-96CB-4E6F06748C3E}"/>
              </a:ext>
            </a:extLst>
          </p:cNvPr>
          <p:cNvGraphicFramePr/>
          <p:nvPr>
            <p:extLst>
              <p:ext uri="{D42A27DB-BD31-4B8C-83A1-F6EECF244321}">
                <p14:modId xmlns:p14="http://schemas.microsoft.com/office/powerpoint/2010/main" val="2825777363"/>
              </p:ext>
            </p:extLst>
          </p:nvPr>
        </p:nvGraphicFramePr>
        <p:xfrm>
          <a:off x="667951" y="4432038"/>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273380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36</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0361A4BC-6277-EC6C-E5A6-A71473188220}"/>
              </a:ext>
            </a:extLst>
          </p:cNvPr>
          <p:cNvGraphicFramePr/>
          <p:nvPr>
            <p:extLst>
              <p:ext uri="{D42A27DB-BD31-4B8C-83A1-F6EECF244321}">
                <p14:modId xmlns:p14="http://schemas.microsoft.com/office/powerpoint/2010/main" val="1187348031"/>
              </p:ext>
            </p:extLst>
          </p:nvPr>
        </p:nvGraphicFramePr>
        <p:xfrm>
          <a:off x="665493" y="1828800"/>
          <a:ext cx="8333885" cy="2837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B59A0D82-9C0C-CC87-7A5E-798232359C29}"/>
              </a:ext>
            </a:extLst>
          </p:cNvPr>
          <p:cNvGraphicFramePr/>
          <p:nvPr>
            <p:extLst>
              <p:ext uri="{D42A27DB-BD31-4B8C-83A1-F6EECF244321}">
                <p14:modId xmlns:p14="http://schemas.microsoft.com/office/powerpoint/2010/main" val="3881831857"/>
              </p:ext>
            </p:extLst>
          </p:nvPr>
        </p:nvGraphicFramePr>
        <p:xfrm>
          <a:off x="665493" y="4660638"/>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3863021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F8F1C"/>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581E77C3-D8B4-4C79-BBE4-056C91CEFE33}"/>
              </a:ext>
            </a:extLst>
          </p:cNvPr>
          <p:cNvSpPr>
            <a:spLocks noGrp="1"/>
          </p:cNvSpPr>
          <p:nvPr>
            <p:ph type="ftr" sz="quarter" idx="11"/>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t>© 2019 Cognizant</a:t>
            </a:r>
          </a:p>
        </p:txBody>
      </p:sp>
      <p:sp>
        <p:nvSpPr>
          <p:cNvPr id="3" name="Slide Number Placeholder 2">
            <a:extLst>
              <a:ext uri="{FF2B5EF4-FFF2-40B4-BE49-F238E27FC236}">
                <a16:creationId xmlns:a16="http://schemas.microsoft.com/office/drawing/2014/main" id="{2257B3A7-36BF-4F0B-90BE-9534ADFC84E2}"/>
              </a:ext>
            </a:extLst>
          </p:cNvPr>
          <p:cNvSpPr>
            <a:spLocks noGrp="1"/>
          </p:cNvSpPr>
          <p:nvPr>
            <p:ph type="sldNum" sz="quarter" idx="12"/>
          </p:nvPr>
        </p:nvSpPr>
        <p:spPr/>
        <p:txBody>
          <a:bodyPr/>
          <a:lstStyle/>
          <a:p>
            <a:pPr marL="0" marR="0" lvl="0" indent="0" algn="l" defTabSz="609585" rtl="0" eaLnBrk="1" fontAlgn="auto" latinLnBrk="0" hangingPunct="1">
              <a:lnSpc>
                <a:spcPct val="100000"/>
              </a:lnSpc>
              <a:spcBef>
                <a:spcPts val="0"/>
              </a:spcBef>
              <a:spcAft>
                <a:spcPts val="0"/>
              </a:spcAft>
              <a:buClrTx/>
              <a:buSzTx/>
              <a:buFontTx/>
              <a:buNone/>
              <a:tabLst/>
              <a:defRPr/>
            </a:pPr>
            <a:fld id="{2EFEF571-C9B4-4D92-A7F7-315B894862A8}" type="slidenum">
              <a:rPr kumimoji="0" lang="en-US" sz="700" b="0" i="0" u="none" strike="noStrike" kern="1200" cap="none" spc="0" normalizeH="0" baseline="0" noProof="0">
                <a:ln>
                  <a:noFill/>
                </a:ln>
                <a:solidFill>
                  <a:srgbClr val="FFFFFF"/>
                </a:solidFill>
                <a:effectLst/>
                <a:uLnTx/>
                <a:uFillTx/>
                <a:latin typeface="Arial" panose="020B0604020202020204"/>
                <a:ea typeface="+mn-ea"/>
                <a:cs typeface="+mn-cs"/>
              </a:rPr>
              <a:pPr marL="0" marR="0" lvl="0" indent="0" algn="l" defTabSz="609585" rtl="0" eaLnBrk="1" fontAlgn="auto" latinLnBrk="0" hangingPunct="1">
                <a:lnSpc>
                  <a:spcPct val="100000"/>
                </a:lnSpc>
                <a:spcBef>
                  <a:spcPts val="0"/>
                </a:spcBef>
                <a:spcAft>
                  <a:spcPts val="0"/>
                </a:spcAft>
                <a:buClrTx/>
                <a:buSzTx/>
                <a:buFontTx/>
                <a:buNone/>
                <a:tabLst/>
                <a:defRPr/>
              </a:pPr>
              <a:t>37</a:t>
            </a:fld>
            <a:endParaRPr kumimoji="0" lang="en-US" sz="700" b="0"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7" name="Title 6">
            <a:extLst>
              <a:ext uri="{FF2B5EF4-FFF2-40B4-BE49-F238E27FC236}">
                <a16:creationId xmlns:a16="http://schemas.microsoft.com/office/drawing/2014/main" id="{EA0D6B93-CE79-4088-9EA6-938915E2F70B}"/>
              </a:ext>
            </a:extLst>
          </p:cNvPr>
          <p:cNvSpPr>
            <a:spLocks noGrp="1"/>
          </p:cNvSpPr>
          <p:nvPr>
            <p:ph type="ctrTitle"/>
          </p:nvPr>
        </p:nvSpPr>
        <p:spPr>
          <a:xfrm>
            <a:off x="665493" y="493807"/>
            <a:ext cx="9381744" cy="553998"/>
          </a:xfrm>
        </p:spPr>
        <p:txBody>
          <a:bodyPr/>
          <a:lstStyle/>
          <a:p>
            <a:pPr lvl="0"/>
            <a:r>
              <a:rPr lang="en-US" sz="3600" dirty="0"/>
              <a:t>Check Your Understanding ... 1</a:t>
            </a:r>
            <a:endParaRPr lang="en-US" dirty="0"/>
          </a:p>
        </p:txBody>
      </p:sp>
      <p:graphicFrame>
        <p:nvGraphicFramePr>
          <p:cNvPr id="4" name="Diagram 3">
            <a:extLst>
              <a:ext uri="{FF2B5EF4-FFF2-40B4-BE49-F238E27FC236}">
                <a16:creationId xmlns:a16="http://schemas.microsoft.com/office/drawing/2014/main" id="{37D34ECC-6530-D3A3-265C-230D146287DD}"/>
              </a:ext>
            </a:extLst>
          </p:cNvPr>
          <p:cNvGraphicFramePr/>
          <p:nvPr>
            <p:extLst>
              <p:ext uri="{D42A27DB-BD31-4B8C-83A1-F6EECF244321}">
                <p14:modId xmlns:p14="http://schemas.microsoft.com/office/powerpoint/2010/main" val="3149218750"/>
              </p:ext>
            </p:extLst>
          </p:nvPr>
        </p:nvGraphicFramePr>
        <p:xfrm>
          <a:off x="663035" y="1889528"/>
          <a:ext cx="8333885" cy="283770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5" name="Diagram 4">
            <a:extLst>
              <a:ext uri="{FF2B5EF4-FFF2-40B4-BE49-F238E27FC236}">
                <a16:creationId xmlns:a16="http://schemas.microsoft.com/office/drawing/2014/main" id="{C3E995AA-A892-E0EA-706E-55D2E8ECBCAF}"/>
              </a:ext>
            </a:extLst>
          </p:cNvPr>
          <p:cNvGraphicFramePr/>
          <p:nvPr>
            <p:extLst>
              <p:ext uri="{D42A27DB-BD31-4B8C-83A1-F6EECF244321}">
                <p14:modId xmlns:p14="http://schemas.microsoft.com/office/powerpoint/2010/main" val="2076062154"/>
              </p:ext>
            </p:extLst>
          </p:nvPr>
        </p:nvGraphicFramePr>
        <p:xfrm>
          <a:off x="663035" y="4721366"/>
          <a:ext cx="8333885" cy="762000"/>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spTree>
    <p:extLst>
      <p:ext uri="{BB962C8B-B14F-4D97-AF65-F5344CB8AC3E}">
        <p14:creationId xmlns:p14="http://schemas.microsoft.com/office/powerpoint/2010/main" val="12395040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4" grpId="0">
        <p:bldAsOne/>
      </p:bldGraphic>
      <p:bldGraphic spid="5" grpId="0">
        <p:bldAsOne/>
      </p:bldGraphic>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05D2F748-67E4-BA36-3F4B-023D623E3230}"/>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2E71F873-015A-FB70-DC9C-379FD20CEA0A}"/>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38</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4" name="Title 2">
            <a:extLst>
              <a:ext uri="{FF2B5EF4-FFF2-40B4-BE49-F238E27FC236}">
                <a16:creationId xmlns:a16="http://schemas.microsoft.com/office/drawing/2014/main" id="{B280C7C4-AD6D-F440-1971-FBC38A6F1BD3}"/>
              </a:ext>
            </a:extLst>
          </p:cNvPr>
          <p:cNvSpPr txBox="1">
            <a:spLocks/>
          </p:cNvSpPr>
          <p:nvPr/>
        </p:nvSpPr>
        <p:spPr>
          <a:xfrm>
            <a:off x="633247" y="932330"/>
            <a:ext cx="9143995" cy="478971"/>
          </a:xfrm>
          <a:prstGeom prst="rect">
            <a:avLst/>
          </a:prstGeom>
        </p:spPr>
        <p:txBody>
          <a:bodyPr vert="horz" lIns="91440" tIns="45720" rIns="91440" bIns="45720" rtlCol="0" anchor="ctr">
            <a:noAutofit/>
          </a:bodyPr>
          <a:lstStyle>
            <a:lvl1pPr algn="l" defTabSz="914400" rtl="0" eaLnBrk="1" latinLnBrk="0" hangingPunct="1">
              <a:lnSpc>
                <a:spcPct val="100000"/>
              </a:lnSpc>
              <a:spcBef>
                <a:spcPct val="0"/>
              </a:spcBef>
              <a:buNone/>
              <a:defRPr sz="2400" b="1" kern="1200">
                <a:solidFill>
                  <a:schemeClr val="tx1"/>
                </a:solidFill>
                <a:latin typeface="+mj-lt"/>
                <a:ea typeface="+mj-ea"/>
                <a:cs typeface="+mj-cs"/>
              </a:defRPr>
            </a:lvl1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rgbClr val="000048"/>
                </a:solidFill>
                <a:effectLst/>
                <a:uLnTx/>
                <a:uFillTx/>
                <a:latin typeface="Arial" panose="020B0604020202020204"/>
                <a:ea typeface="+mj-ea"/>
                <a:cs typeface="+mj-cs"/>
              </a:rPr>
              <a:t>Summary</a:t>
            </a:r>
          </a:p>
        </p:txBody>
      </p:sp>
      <p:sp>
        <p:nvSpPr>
          <p:cNvPr id="5" name="Content Placeholder 1">
            <a:extLst>
              <a:ext uri="{FF2B5EF4-FFF2-40B4-BE49-F238E27FC236}">
                <a16:creationId xmlns:a16="http://schemas.microsoft.com/office/drawing/2014/main" id="{3325E288-3DD0-3289-1B46-700F55FF4848}"/>
              </a:ext>
            </a:extLst>
          </p:cNvPr>
          <p:cNvSpPr txBox="1">
            <a:spLocks/>
          </p:cNvSpPr>
          <p:nvPr/>
        </p:nvSpPr>
        <p:spPr>
          <a:xfrm>
            <a:off x="633247" y="1874837"/>
            <a:ext cx="5919953" cy="4983163"/>
          </a:xfrm>
          <a:prstGeom prst="rect">
            <a:avLst/>
          </a:prstGeom>
        </p:spPr>
        <p:txBody>
          <a:bodyPr/>
          <a:lstStyle>
            <a:lvl1pPr marL="0" indent="0" algn="l" defTabSz="914400" rtl="0" eaLnBrk="1" latinLnBrk="0" hangingPunct="1">
              <a:lnSpc>
                <a:spcPct val="100000"/>
              </a:lnSpc>
              <a:spcBef>
                <a:spcPts val="1000"/>
              </a:spcBef>
              <a:buFont typeface="Arial" panose="020B0604020202020204" pitchFamily="34" charset="0"/>
              <a:buNone/>
              <a:tabLst/>
              <a:defRPr sz="1600" kern="1200">
                <a:solidFill>
                  <a:schemeClr val="tx1"/>
                </a:solidFill>
                <a:latin typeface="+mn-lt"/>
                <a:ea typeface="+mn-ea"/>
                <a:cs typeface="+mn-cs"/>
              </a:defRPr>
            </a:lvl1pPr>
            <a:lvl2pPr marL="579438" indent="-230188" algn="l" defTabSz="914400" rtl="0" eaLnBrk="1" latinLnBrk="0" hangingPunct="1">
              <a:lnSpc>
                <a:spcPct val="100000"/>
              </a:lnSpc>
              <a:spcBef>
                <a:spcPts val="500"/>
              </a:spcBef>
              <a:buFont typeface="Arial" panose="020B0604020202020204" pitchFamily="34" charset="0"/>
              <a:buChar char="•"/>
              <a:tabLst/>
              <a:defRPr sz="1600" kern="1200">
                <a:solidFill>
                  <a:schemeClr val="tx1"/>
                </a:solidFill>
                <a:latin typeface="+mn-lt"/>
                <a:ea typeface="+mn-ea"/>
                <a:cs typeface="+mn-cs"/>
              </a:defRPr>
            </a:lvl2pPr>
            <a:lvl3pPr marL="865188" indent="-230188" algn="l" defTabSz="914400" rtl="0" eaLnBrk="1" latinLnBrk="0" hangingPunct="1">
              <a:lnSpc>
                <a:spcPct val="100000"/>
              </a:lnSpc>
              <a:spcBef>
                <a:spcPts val="500"/>
              </a:spcBef>
              <a:buFont typeface="Cambria" panose="02040503050406030204" pitchFamily="18" charset="0"/>
              <a:buChar char="⎻"/>
              <a:tabLst/>
              <a:defRPr sz="16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ja-JP" dirty="0">
                <a:solidFill>
                  <a:schemeClr val="tx1"/>
                </a:solidFill>
              </a:rPr>
              <a:t>In this module, you have learnt to:</a:t>
            </a:r>
          </a:p>
          <a:p>
            <a:pPr algn="just"/>
            <a:endParaRPr lang="en-US" dirty="0">
              <a:solidFill>
                <a:schemeClr val="tx1"/>
              </a:solidFill>
            </a:endParaRPr>
          </a:p>
          <a:p>
            <a:pPr lvl="1"/>
            <a:r>
              <a:rPr lang="en-US" dirty="0">
                <a:solidFill>
                  <a:schemeClr val="tx1"/>
                </a:solidFill>
              </a:rPr>
              <a:t>Describe how VEEVA Settings are used</a:t>
            </a:r>
          </a:p>
          <a:p>
            <a:pPr lvl="1"/>
            <a:r>
              <a:rPr lang="en-US" dirty="0">
                <a:solidFill>
                  <a:schemeClr val="tx1"/>
                </a:solidFill>
              </a:rPr>
              <a:t>Describe various fields of a VEEVA Message Record</a:t>
            </a:r>
          </a:p>
          <a:p>
            <a:pPr lvl="1"/>
            <a:r>
              <a:rPr lang="en-US" dirty="0">
                <a:solidFill>
                  <a:schemeClr val="tx1"/>
                </a:solidFill>
              </a:rPr>
              <a:t>Create a custom VEEVA Message</a:t>
            </a:r>
          </a:p>
          <a:p>
            <a:pPr lvl="1"/>
            <a:r>
              <a:rPr lang="en-US" dirty="0">
                <a:solidFill>
                  <a:schemeClr val="tx1"/>
                </a:solidFill>
              </a:rPr>
              <a:t>Identify the uses and best practices for VEEVA Marker Fields</a:t>
            </a:r>
          </a:p>
        </p:txBody>
      </p:sp>
      <p:pic>
        <p:nvPicPr>
          <p:cNvPr id="6" name="Picture 2" descr="D:\Images\Images\Objective\shutterstock_128202194.jpg">
            <a:extLst>
              <a:ext uri="{FF2B5EF4-FFF2-40B4-BE49-F238E27FC236}">
                <a16:creationId xmlns:a16="http://schemas.microsoft.com/office/drawing/2014/main" id="{720B3D16-4F58-A86E-B2F4-AEA0328A9EC7}"/>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934200" y="1981200"/>
            <a:ext cx="3436154" cy="2291217"/>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9034915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EF15240-9274-1C9C-353E-4E0AAA2A97BF}"/>
              </a:ext>
            </a:extLst>
          </p:cNvPr>
          <p:cNvSpPr>
            <a:spLocks noGrp="1"/>
          </p:cNvSpPr>
          <p:nvPr>
            <p:ph type="ctrTitle"/>
          </p:nvPr>
        </p:nvSpPr>
        <p:spPr>
          <a:xfrm>
            <a:off x="1042416" y="2365335"/>
            <a:ext cx="6053327" cy="923330"/>
          </a:xfrm>
        </p:spPr>
        <p:txBody>
          <a:bodyPr/>
          <a:lstStyle/>
          <a:p>
            <a:r>
              <a:rPr lang="en-US" dirty="0"/>
              <a:t>Thank you</a:t>
            </a:r>
          </a:p>
        </p:txBody>
      </p:sp>
      <p:sp>
        <p:nvSpPr>
          <p:cNvPr id="2" name="Footer Placeholder 1">
            <a:extLst>
              <a:ext uri="{FF2B5EF4-FFF2-40B4-BE49-F238E27FC236}">
                <a16:creationId xmlns:a16="http://schemas.microsoft.com/office/drawing/2014/main" id="{1059F124-9A06-01E2-76D8-64E3DE8DE648}"/>
              </a:ext>
            </a:extLst>
          </p:cNvPr>
          <p:cNvSpPr>
            <a:spLocks noGrp="1"/>
          </p:cNvSpPr>
          <p:nvPr>
            <p:ph type="ftr" sz="quarter" idx="1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700" b="0" i="0" u="none" strike="noStrike" kern="1200" cap="none" spc="0" normalizeH="0" baseline="0" noProof="0">
                <a:ln>
                  <a:noFill/>
                </a:ln>
                <a:solidFill>
                  <a:srgbClr val="000048"/>
                </a:solidFill>
                <a:effectLst/>
                <a:uLnTx/>
                <a:uFillTx/>
                <a:latin typeface="Arial" panose="020B0604020202020204"/>
                <a:ea typeface="+mn-ea"/>
                <a:cs typeface="+mn-cs"/>
              </a:rPr>
              <a:t>© 2023 Cognizant</a:t>
            </a:r>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3" name="Slide Number Placeholder 2">
            <a:extLst>
              <a:ext uri="{FF2B5EF4-FFF2-40B4-BE49-F238E27FC236}">
                <a16:creationId xmlns:a16="http://schemas.microsoft.com/office/drawing/2014/main" id="{54A8E351-776C-6B1F-7E44-C0B82A02B43E}"/>
              </a:ext>
            </a:extLst>
          </p:cNvPr>
          <p:cNvSpPr>
            <a:spLocks noGrp="1"/>
          </p:cNvSpPr>
          <p:nvPr>
            <p:ph type="sldNum" sz="quarter" idx="12"/>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53E075B-3175-45CF-B3C7-FEDF3F5961E3}" type="slidenum">
              <a:rPr kumimoji="0" lang="en-US" sz="700" b="0" i="0" u="none" strike="noStrike" kern="1200" cap="none" spc="0" normalizeH="0" baseline="0" noProof="0" smtClean="0">
                <a:ln>
                  <a:noFill/>
                </a:ln>
                <a:solidFill>
                  <a:srgbClr val="000048"/>
                </a:solidFill>
                <a:effectLst/>
                <a:uLnTx/>
                <a:uFillTx/>
                <a:latin typeface="Arial" panose="020B06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39</a:t>
            </a:fld>
            <a:endParaRPr kumimoji="0" lang="en-US" sz="700" b="0" i="0" u="none" strike="noStrike" kern="1200" cap="none" spc="0" normalizeH="0" baseline="0" noProof="0" dirty="0">
              <a:ln>
                <a:noFill/>
              </a:ln>
              <a:solidFill>
                <a:srgbClr val="000048"/>
              </a:solidFill>
              <a:effectLst/>
              <a:uLnTx/>
              <a:uFillTx/>
              <a:latin typeface="Arial" panose="020B0604020202020204"/>
              <a:ea typeface="+mn-ea"/>
              <a:cs typeface="+mn-cs"/>
            </a:endParaRPr>
          </a:p>
        </p:txBody>
      </p:sp>
      <p:sp>
        <p:nvSpPr>
          <p:cNvPr id="5" name="Text Placeholder 4">
            <a:extLst>
              <a:ext uri="{FF2B5EF4-FFF2-40B4-BE49-F238E27FC236}">
                <a16:creationId xmlns:a16="http://schemas.microsoft.com/office/drawing/2014/main" id="{9F210633-8F7E-62A5-5DA0-0E7F5050FB3E}"/>
              </a:ext>
            </a:extLst>
          </p:cNvPr>
          <p:cNvSpPr>
            <a:spLocks noGrp="1"/>
          </p:cNvSpPr>
          <p:nvPr>
            <p:ph type="body" sz="quarter" idx="13"/>
          </p:nvPr>
        </p:nvSpPr>
        <p:spPr>
          <a:xfrm>
            <a:off x="1041400" y="3897548"/>
            <a:ext cx="7112000" cy="1295400"/>
          </a:xfrm>
        </p:spPr>
        <p:txBody>
          <a:bodyPr/>
          <a:lstStyle/>
          <a:p>
            <a:pPr marL="0" lvl="1" indent="0">
              <a:buNone/>
            </a:pPr>
            <a:r>
              <a:rPr lang="en-US" sz="2800" dirty="0">
                <a:solidFill>
                  <a:schemeClr val="tx1">
                    <a:lumMod val="75000"/>
                    <a:lumOff val="25000"/>
                  </a:schemeClr>
                </a:solidFill>
                <a:latin typeface="Arial Rounded MT Bold" pitchFamily="34" charset="0"/>
              </a:rPr>
              <a:t>You have successfully completed</a:t>
            </a:r>
          </a:p>
          <a:p>
            <a:pPr marL="65088" lvl="1"/>
            <a:r>
              <a:rPr lang="en-US" sz="2800" b="1" dirty="0">
                <a:solidFill>
                  <a:srgbClr val="00718F"/>
                </a:solidFill>
                <a:latin typeface="Arial" panose="020B0604020202020204" pitchFamily="34" charset="0"/>
                <a:cs typeface="Arial" panose="020B0604020202020204" pitchFamily="34" charset="0"/>
              </a:rPr>
              <a:t>VEEVA Settings and VEEVA Messages</a:t>
            </a:r>
          </a:p>
          <a:p>
            <a:endParaRPr lang="en-US" dirty="0"/>
          </a:p>
        </p:txBody>
      </p:sp>
    </p:spTree>
    <p:extLst>
      <p:ext uri="{BB962C8B-B14F-4D97-AF65-F5344CB8AC3E}">
        <p14:creationId xmlns:p14="http://schemas.microsoft.com/office/powerpoint/2010/main" val="3158841849"/>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729107_CorporateTemplate_ppt_031122" id="{E81ECB99-F2DE-FC44-B993-E5A209E9C071}" vid="{E056BC50-BFCB-5444-AECA-4841FEB0A9A4}"/>
    </a:ext>
  </a:extLst>
</a:theme>
</file>

<file path=ppt/theme/theme3.xml><?xml version="1.0" encoding="utf-8"?>
<a:theme xmlns:a="http://schemas.openxmlformats.org/drawingml/2006/main" name="Theme2">
  <a:themeElements>
    <a:clrScheme name="Cognizant Colors 2022">
      <a:dk1>
        <a:srgbClr val="000048"/>
      </a:dk1>
      <a:lt1>
        <a:srgbClr val="FFFFFF"/>
      </a:lt1>
      <a:dk2>
        <a:srgbClr val="000048"/>
      </a:dk2>
      <a:lt2>
        <a:srgbClr val="FFFFFF"/>
      </a:lt2>
      <a:accent1>
        <a:srgbClr val="2E308E"/>
      </a:accent1>
      <a:accent2>
        <a:srgbClr val="7373D8"/>
      </a:accent2>
      <a:accent3>
        <a:srgbClr val="2F78C4"/>
      </a:accent3>
      <a:accent4>
        <a:srgbClr val="92BBE6"/>
      </a:accent4>
      <a:accent5>
        <a:srgbClr val="06C7CC"/>
      </a:accent5>
      <a:accent6>
        <a:srgbClr val="26EFE9"/>
      </a:accent6>
      <a:hlink>
        <a:srgbClr val="535659"/>
      </a:hlink>
      <a:folHlink>
        <a:srgbClr val="97999B"/>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noAutofit/>
      </a:bodyPr>
      <a:lstStyle>
        <a:defPPr algn="l">
          <a:defRPr sz="1600" dirty="0">
            <a:solidFill>
              <a:schemeClr val="tx2"/>
            </a:solidFill>
          </a:defRPr>
        </a:defPPr>
      </a:lstStyle>
    </a:txDef>
  </a:objectDefaults>
  <a:extraClrSchemeLst/>
  <a:extLst>
    <a:ext uri="{05A4C25C-085E-4340-85A3-A5531E510DB2}">
      <thm15:themeFamily xmlns:thm15="http://schemas.microsoft.com/office/thememl/2012/main" name="Theme2" id="{56B626CA-8A14-4156-BF93-D68E07C61167}" vid="{0431F8BC-A74B-4BAE-BB49-089E99ED09FD}"/>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8CC933FEF0C0674A996127B68FDC3420" ma:contentTypeVersion="6" ma:contentTypeDescription="Create a new document." ma:contentTypeScope="" ma:versionID="467fd860e439affda554b0e8fd635450">
  <xsd:schema xmlns:xsd="http://www.w3.org/2001/XMLSchema" xmlns:xs="http://www.w3.org/2001/XMLSchema" xmlns:p="http://schemas.microsoft.com/office/2006/metadata/properties" xmlns:ns2="fc8212d3-0522-415d-bf05-8cb4ef112812" xmlns:ns3="c87adb7a-312c-4840-9f22-562d3543171d" targetNamespace="http://schemas.microsoft.com/office/2006/metadata/properties" ma:root="true" ma:fieldsID="97a4d66715efea2c754f88516e87045d" ns2:_="" ns3:_="">
    <xsd:import namespace="fc8212d3-0522-415d-bf05-8cb4ef112812"/>
    <xsd:import namespace="c87adb7a-312c-4840-9f22-562d3543171d"/>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8212d3-0522-415d-bf05-8cb4ef11281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87adb7a-312c-4840-9f22-562d3543171d"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AAEEA49-3EED-4488-A043-7D1DC7843D7D}">
  <ds:schemaRefs>
    <ds:schemaRef ds:uri="http://schemas.microsoft.com/sharepoint/v3/contenttype/forms"/>
  </ds:schemaRefs>
</ds:datastoreItem>
</file>

<file path=customXml/itemProps2.xml><?xml version="1.0" encoding="utf-8"?>
<ds:datastoreItem xmlns:ds="http://schemas.openxmlformats.org/officeDocument/2006/customXml" ds:itemID="{F78FCE96-C8A4-4E92-8467-18B7198B1C7C}">
  <ds:schemaRefs>
    <ds:schemaRef ds:uri="http://schemas.microsoft.com/office/2006/metadata/properties"/>
    <ds:schemaRef ds:uri="dfd53ed4-94b5-463c-b53e-ba94579571dd"/>
  </ds:schemaRefs>
</ds:datastoreItem>
</file>

<file path=customXml/itemProps3.xml><?xml version="1.0" encoding="utf-8"?>
<ds:datastoreItem xmlns:ds="http://schemas.openxmlformats.org/officeDocument/2006/customXml" ds:itemID="{F3637E99-F6C2-4680-9DEC-AAF87105A5B3}">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8212d3-0522-415d-bf05-8cb4ef112812"/>
    <ds:schemaRef ds:uri="c87adb7a-312c-4840-9f22-562d3543171d"/>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Theme_3</Template>
  <TotalTime>11188</TotalTime>
  <Words>2522</Words>
  <Application>Microsoft Office PowerPoint</Application>
  <PresentationFormat>Widescreen</PresentationFormat>
  <Paragraphs>374</Paragraphs>
  <Slides>39</Slides>
  <Notes>5</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39</vt:i4>
      </vt:variant>
    </vt:vector>
  </HeadingPairs>
  <TitlesOfParts>
    <vt:vector size="49" baseType="lpstr">
      <vt:lpstr>Arial</vt:lpstr>
      <vt:lpstr>Arial Narrow</vt:lpstr>
      <vt:lpstr>Arial Rounded MT Bold</vt:lpstr>
      <vt:lpstr>Calibri</vt:lpstr>
      <vt:lpstr>Cambria</vt:lpstr>
      <vt:lpstr>Courier New</vt:lpstr>
      <vt:lpstr>Wingdings</vt:lpstr>
      <vt:lpstr>Custom Design</vt:lpstr>
      <vt:lpstr>Office Theme</vt:lpstr>
      <vt:lpstr>Theme2</vt:lpstr>
      <vt:lpstr>VEEVA Settings and VEEVA Messages </vt:lpstr>
      <vt:lpstr>Recap ... </vt:lpstr>
      <vt:lpstr>OBJECTIVE</vt:lpstr>
      <vt:lpstr>OBJECTIVE</vt:lpstr>
      <vt:lpstr>Do You Know</vt:lpstr>
      <vt:lpstr>VEEVA Settings and VEEVA Messages </vt:lpstr>
      <vt:lpstr>What is VEEVA Settings?</vt:lpstr>
      <vt:lpstr>View &amp; Modify VEEVA Settings</vt:lpstr>
      <vt:lpstr>VEEVA Settings Example – My Accounts ...1</vt:lpstr>
      <vt:lpstr>VEEVA Settings Example – My Accounts ... 2</vt:lpstr>
      <vt:lpstr>VEEVA Settings More Examples</vt:lpstr>
      <vt:lpstr>Clear VEEVA Cache</vt:lpstr>
      <vt:lpstr>VEEVA Settings and VEEVA Messages </vt:lpstr>
      <vt:lpstr>What are VEEVA Messages?</vt:lpstr>
      <vt:lpstr>VEEVA Settings and VEEVA Messages </vt:lpstr>
      <vt:lpstr>Fields in a VEEVA Message Record ... 1</vt:lpstr>
      <vt:lpstr>Fields in a VEEVA Message Record ... 2</vt:lpstr>
      <vt:lpstr>VEEVA Settings and VEEVA Messages </vt:lpstr>
      <vt:lpstr>Create Custom VEEVA Message ...1</vt:lpstr>
      <vt:lpstr>Create Custom VEEVA Message ... 2</vt:lpstr>
      <vt:lpstr>Create Custom VEEVA Message ... 3</vt:lpstr>
      <vt:lpstr>Create Custom VEEVA Message ... 4</vt:lpstr>
      <vt:lpstr>VEEVA Settings and VEEVA Messages </vt:lpstr>
      <vt:lpstr>VEEVA Message – Best Practices</vt:lpstr>
      <vt:lpstr>VEEVA Messages Examples</vt:lpstr>
      <vt:lpstr>VEEVA Settings vs VEEVA Messages</vt:lpstr>
      <vt:lpstr>VEEVA Settings and VEEVA Messages </vt:lpstr>
      <vt:lpstr>VEEVA Marker Fields</vt:lpstr>
      <vt:lpstr>VEEVA Marker Fields Example</vt:lpstr>
      <vt:lpstr>VEEVA Marker Fields – Best Practices</vt:lpstr>
      <vt:lpstr>VEEVAtization </vt:lpstr>
      <vt:lpstr>VEEVA Configuration – Best Practices</vt:lpstr>
      <vt:lpstr>Check Your Understanding ... 1</vt:lpstr>
      <vt:lpstr>Check Your Understanding ... 1</vt:lpstr>
      <vt:lpstr>Check Your Understanding ... 1</vt:lpstr>
      <vt:lpstr>Check Your Understanding ... 1</vt:lpstr>
      <vt:lpstr>Check Your Understanding ... 1</vt:lpstr>
      <vt:lpstr>PowerPoint Presentation</vt:lpstr>
      <vt:lpstr>Thank you</vt:lpstr>
    </vt:vector>
  </TitlesOfParts>
  <Company>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Content_Development_Template_Practitioner</dc:title>
  <dc:creator>AssetDevelopmentTeam@cognizant.com</dc:creator>
  <cp:lastModifiedBy>Reddy, Laxmi (Cognizant)</cp:lastModifiedBy>
  <cp:revision>208</cp:revision>
  <dcterms:created xsi:type="dcterms:W3CDTF">2011-06-15T11:24:59Z</dcterms:created>
  <dcterms:modified xsi:type="dcterms:W3CDTF">2025-07-21T03:28:15Z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0x0101008CC933FEF0C0674A996127B68FDC3420</vt:lpwstr>
  </property>
  <property fmtid="{D5CDD505-2E9C-101B-9397-08002B2CF9AE}" pid="3" name="_dlc_DocIdItemGuid">
    <vt:lpwstr>1c19f327-3998-48ba-bd4d-be7aee79e354</vt:lpwstr>
  </property>
</Properties>
</file>