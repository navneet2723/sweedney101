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819" r:id="rId5"/>
  </p:sldMasterIdLst>
  <p:notesMasterIdLst>
    <p:notesMasterId r:id="rId31"/>
  </p:notesMasterIdLst>
  <p:handoutMasterIdLst>
    <p:handoutMasterId r:id="rId32"/>
  </p:handoutMasterIdLst>
  <p:sldIdLst>
    <p:sldId id="256" r:id="rId6"/>
    <p:sldId id="259" r:id="rId7"/>
    <p:sldId id="260" r:id="rId8"/>
    <p:sldId id="717" r:id="rId9"/>
    <p:sldId id="261" r:id="rId10"/>
    <p:sldId id="718" r:id="rId11"/>
    <p:sldId id="270" r:id="rId12"/>
    <p:sldId id="719" r:id="rId13"/>
    <p:sldId id="273" r:id="rId14"/>
    <p:sldId id="720" r:id="rId15"/>
    <p:sldId id="266" r:id="rId16"/>
    <p:sldId id="721" r:id="rId17"/>
    <p:sldId id="276" r:id="rId18"/>
    <p:sldId id="267" r:id="rId19"/>
    <p:sldId id="277" r:id="rId20"/>
    <p:sldId id="278" r:id="rId21"/>
    <p:sldId id="279" r:id="rId22"/>
    <p:sldId id="722" r:id="rId23"/>
    <p:sldId id="281" r:id="rId24"/>
    <p:sldId id="716" r:id="rId25"/>
    <p:sldId id="712" r:id="rId26"/>
    <p:sldId id="713" r:id="rId27"/>
    <p:sldId id="714" r:id="rId28"/>
    <p:sldId id="715" r:id="rId29"/>
    <p:sldId id="26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4" userDrawn="1">
          <p15:clr>
            <a:srgbClr val="A4A3A4"/>
          </p15:clr>
        </p15:guide>
        <p15:guide id="2" orient="horz" pos="3480" userDrawn="1">
          <p15:clr>
            <a:srgbClr val="A4A3A4"/>
          </p15:clr>
        </p15:guide>
        <p15:guide id="3" orient="horz" pos="1968" userDrawn="1">
          <p15:clr>
            <a:srgbClr val="A4A3A4"/>
          </p15:clr>
        </p15:guide>
        <p15:guide id="4"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0FE45A-7076-C060-3926-02C230FFCD7B}" name="Gartner, David (Cognizant)" initials="GD(" userId="S::930056@cognizant.com::31109c44-657a-4c1f-917c-0cd2083250d2" providerId="AD"/>
  <p188:author id="{99F93FB6-C18C-5FBA-5487-DBE9A471B604}" name="Jennifer Kelly" initials="JK" userId="c+VufwqJC72uMbGB6Qy3ESl4lWVfVYW4DP6fjOUmpX4=" providerId="None"/>
  <p188:author id="{AFF83BBF-8DC2-56B1-7D97-F4B62A6558D1}" name="Holsinger, Sophie (Contractor)" initials="H(" userId="qSv0elhcSqVZ6Und2jvxKda9UaW6eolhxm7dQQjF6aw=" providerId="None"/>
  <p188:author id="{0DF45BD4-5C8A-2E2D-FEE5-54A7402B3C0A}" name="Michelle Loeb" initials="ML" userId="y5thoKV0uDjaThbJPgxbMhWQvDJapLNicr5yuEWdci8=" providerId="None"/>
  <p188:author id="{561DB6D9-3341-C508-291F-4E7B425C4BEE}" name="La Cascia, Lynne (Cognizant)" initials="L(" userId="XzsV+nJzGmSCzj+6LOZ0MUrq7QBF9d0P2TCBTjMm7P4="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ikki Feuerstein" initials="RF" lastIdx="118" clrIdx="0">
    <p:extLst>
      <p:ext uri="{19B8F6BF-5375-455C-9EA6-DF929625EA0E}">
        <p15:presenceInfo xmlns:p15="http://schemas.microsoft.com/office/powerpoint/2012/main" userId="9696b6c1086d6638" providerId="Windows Live"/>
      </p:ext>
    </p:extLst>
  </p:cmAuthor>
  <p:cmAuthor id="2" name="Alex DiMaio" initials="AD" lastIdx="327" clrIdx="1">
    <p:extLst>
      <p:ext uri="{19B8F6BF-5375-455C-9EA6-DF929625EA0E}">
        <p15:presenceInfo xmlns:p15="http://schemas.microsoft.com/office/powerpoint/2012/main" userId="S::adimaio@tenetpartner.onmicrosoft.com::b1481f74-343d-4e6b-b114-ca2ded61f9f6" providerId="AD"/>
      </p:ext>
    </p:extLst>
  </p:cmAuthor>
  <p:cmAuthor id="3" name="Microsoft Office User" initials="MOU" lastIdx="4" clrIdx="2"/>
  <p:cmAuthor id="4" name="Gartner, David (Cognizant)" initials="GD(" lastIdx="61" clrIdx="3">
    <p:extLst>
      <p:ext uri="{19B8F6BF-5375-455C-9EA6-DF929625EA0E}">
        <p15:presenceInfo xmlns:p15="http://schemas.microsoft.com/office/powerpoint/2012/main" userId="S::930056@cognizant.com::31109c44-657a-4c1f-917c-0cd2083250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B820"/>
    <a:srgbClr val="EAC71D"/>
    <a:srgbClr val="B81E2D"/>
    <a:srgbClr val="424242"/>
    <a:srgbClr val="ECECEC"/>
    <a:srgbClr val="000048"/>
    <a:srgbClr val="777777"/>
    <a:srgbClr val="E9C71D"/>
    <a:srgbClr val="2E318E"/>
    <a:srgbClr val="85A0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84" y="96"/>
      </p:cViewPr>
      <p:guideLst>
        <p:guide orient="horz" pos="1584"/>
        <p:guide orient="horz" pos="3480"/>
        <p:guide orient="horz" pos="1968"/>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8/10/relationships/authors" Target="authors.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swas, Souvik (Cognizant)" userId="bc0f958c-b2bb-43fd-a0f4-66d25c03bf18" providerId="ADAL" clId="{F48886A2-DEC6-4846-9DE6-7A2853CFE958}"/>
    <pc:docChg chg="undo custSel addSld delSld modSld">
      <pc:chgData name="Biswas, Souvik (Cognizant)" userId="bc0f958c-b2bb-43fd-a0f4-66d25c03bf18" providerId="ADAL" clId="{F48886A2-DEC6-4846-9DE6-7A2853CFE958}" dt="2023-08-08T05:11:14.357" v="35" actId="1076"/>
      <pc:docMkLst>
        <pc:docMk/>
      </pc:docMkLst>
      <pc:sldChg chg="del">
        <pc:chgData name="Biswas, Souvik (Cognizant)" userId="bc0f958c-b2bb-43fd-a0f4-66d25c03bf18" providerId="ADAL" clId="{F48886A2-DEC6-4846-9DE6-7A2853CFE958}" dt="2023-08-08T05:06:40.464" v="1" actId="47"/>
        <pc:sldMkLst>
          <pc:docMk/>
          <pc:sldMk cId="2309930151" sldId="289"/>
        </pc:sldMkLst>
      </pc:sldChg>
      <pc:sldChg chg="modSp add mod">
        <pc:chgData name="Biswas, Souvik (Cognizant)" userId="bc0f958c-b2bb-43fd-a0f4-66d25c03bf18" providerId="ADAL" clId="{F48886A2-DEC6-4846-9DE6-7A2853CFE958}" dt="2023-08-08T05:11:14.357" v="35" actId="1076"/>
        <pc:sldMkLst>
          <pc:docMk/>
          <pc:sldMk cId="20639001" sldId="723"/>
        </pc:sldMkLst>
      </pc:sldChg>
    </pc:docChg>
  </pc:docChgLst>
  <pc:docChgLst>
    <pc:chgData name="Reddy, Laxmi (Cognizant)" userId="S::2096600@cognizant.com::23f5fa8b-0eb7-4ed4-8656-9fab6c0cd501" providerId="AD" clId="Web-{2D94EC19-AE41-7026-61C4-F8C2C0BB87FC}"/>
    <pc:docChg chg="modSld">
      <pc:chgData name="Reddy, Laxmi (Cognizant)" userId="S::2096600@cognizant.com::23f5fa8b-0eb7-4ed4-8656-9fab6c0cd501" providerId="AD" clId="Web-{2D94EC19-AE41-7026-61C4-F8C2C0BB87FC}" dt="2024-11-04T12:13:31.024" v="3" actId="1076"/>
      <pc:docMkLst>
        <pc:docMk/>
      </pc:docMkLst>
      <pc:sldChg chg="modSp">
        <pc:chgData name="Reddy, Laxmi (Cognizant)" userId="S::2096600@cognizant.com::23f5fa8b-0eb7-4ed4-8656-9fab6c0cd501" providerId="AD" clId="Web-{2D94EC19-AE41-7026-61C4-F8C2C0BB87FC}" dt="2024-11-04T12:13:31.024" v="3" actId="1076"/>
        <pc:sldMkLst>
          <pc:docMk/>
          <pc:sldMk cId="1779795695" sldId="266"/>
        </pc:sldMkLst>
      </pc:sldChg>
    </pc:docChg>
  </pc:docChgLst>
  <pc:docChgLst>
    <pc:chgData name="Reddy, Laxmi (Cognizant)" userId="23f5fa8b-0eb7-4ed4-8656-9fab6c0cd501" providerId="ADAL" clId="{A8FFA300-AFFC-4B5B-BE56-FA4A3602B437}"/>
    <pc:docChg chg="custSel delSld modSld">
      <pc:chgData name="Reddy, Laxmi (Cognizant)" userId="23f5fa8b-0eb7-4ed4-8656-9fab6c0cd501" providerId="ADAL" clId="{A8FFA300-AFFC-4B5B-BE56-FA4A3602B437}" dt="2025-07-21T04:30:30.158" v="9" actId="47"/>
      <pc:docMkLst>
        <pc:docMk/>
      </pc:docMkLst>
      <pc:sldChg chg="delSp mod">
        <pc:chgData name="Reddy, Laxmi (Cognizant)" userId="23f5fa8b-0eb7-4ed4-8656-9fab6c0cd501" providerId="ADAL" clId="{A8FFA300-AFFC-4B5B-BE56-FA4A3602B437}" dt="2025-07-21T04:24:36.140" v="4" actId="478"/>
        <pc:sldMkLst>
          <pc:docMk/>
          <pc:sldMk cId="2682367817" sldId="256"/>
        </pc:sldMkLst>
      </pc:sldChg>
      <pc:sldChg chg="del">
        <pc:chgData name="Reddy, Laxmi (Cognizant)" userId="23f5fa8b-0eb7-4ed4-8656-9fab6c0cd501" providerId="ADAL" clId="{A8FFA300-AFFC-4B5B-BE56-FA4A3602B437}" dt="2025-07-21T03:27:43.154" v="1" actId="47"/>
        <pc:sldMkLst>
          <pc:docMk/>
          <pc:sldMk cId="3158841849" sldId="268"/>
        </pc:sldMkLst>
      </pc:sldChg>
      <pc:sldChg chg="del">
        <pc:chgData name="Reddy, Laxmi (Cognizant)" userId="23f5fa8b-0eb7-4ed4-8656-9fab6c0cd501" providerId="ADAL" clId="{A8FFA300-AFFC-4B5B-BE56-FA4A3602B437}" dt="2025-07-21T04:30:30.158" v="9" actId="47"/>
        <pc:sldMkLst>
          <pc:docMk/>
          <pc:sldMk cId="563797236" sldId="287"/>
        </pc:sldMkLst>
      </pc:sldChg>
      <pc:sldChg chg="del">
        <pc:chgData name="Reddy, Laxmi (Cognizant)" userId="23f5fa8b-0eb7-4ed4-8656-9fab6c0cd501" providerId="ADAL" clId="{A8FFA300-AFFC-4B5B-BE56-FA4A3602B437}" dt="2025-07-21T03:27:47.755" v="2" actId="47"/>
        <pc:sldMkLst>
          <pc:docMk/>
          <pc:sldMk cId="3511727540" sldId="288"/>
        </pc:sldMkLst>
      </pc:sldChg>
      <pc:sldChg chg="delSp mod">
        <pc:chgData name="Reddy, Laxmi (Cognizant)" userId="23f5fa8b-0eb7-4ed4-8656-9fab6c0cd501" providerId="ADAL" clId="{A8FFA300-AFFC-4B5B-BE56-FA4A3602B437}" dt="2025-07-21T04:24:30.008" v="3" actId="478"/>
        <pc:sldMkLst>
          <pc:docMk/>
          <pc:sldMk cId="3519810719" sldId="717"/>
        </pc:sldMkLst>
      </pc:sldChg>
      <pc:sldChg chg="delSp mod">
        <pc:chgData name="Reddy, Laxmi (Cognizant)" userId="23f5fa8b-0eb7-4ed4-8656-9fab6c0cd501" providerId="ADAL" clId="{A8FFA300-AFFC-4B5B-BE56-FA4A3602B437}" dt="2025-07-21T04:25:03.043" v="5" actId="478"/>
        <pc:sldMkLst>
          <pc:docMk/>
          <pc:sldMk cId="4077232650" sldId="719"/>
        </pc:sldMkLst>
      </pc:sldChg>
      <pc:sldChg chg="delSp mod">
        <pc:chgData name="Reddy, Laxmi (Cognizant)" userId="23f5fa8b-0eb7-4ed4-8656-9fab6c0cd501" providerId="ADAL" clId="{A8FFA300-AFFC-4B5B-BE56-FA4A3602B437}" dt="2025-07-21T04:25:10.021" v="6" actId="478"/>
        <pc:sldMkLst>
          <pc:docMk/>
          <pc:sldMk cId="622203520" sldId="720"/>
        </pc:sldMkLst>
      </pc:sldChg>
      <pc:sldChg chg="delSp mod">
        <pc:chgData name="Reddy, Laxmi (Cognizant)" userId="23f5fa8b-0eb7-4ed4-8656-9fab6c0cd501" providerId="ADAL" clId="{A8FFA300-AFFC-4B5B-BE56-FA4A3602B437}" dt="2025-07-21T04:25:17.538" v="7" actId="478"/>
        <pc:sldMkLst>
          <pc:docMk/>
          <pc:sldMk cId="499757671" sldId="721"/>
        </pc:sldMkLst>
      </pc:sldChg>
      <pc:sldChg chg="delSp mod">
        <pc:chgData name="Reddy, Laxmi (Cognizant)" userId="23f5fa8b-0eb7-4ed4-8656-9fab6c0cd501" providerId="ADAL" clId="{A8FFA300-AFFC-4B5B-BE56-FA4A3602B437}" dt="2025-07-21T04:25:31.935" v="8" actId="478"/>
        <pc:sldMkLst>
          <pc:docMk/>
          <pc:sldMk cId="1554534654" sldId="722"/>
        </pc:sldMkLst>
      </pc:sldChg>
      <pc:sldChg chg="del">
        <pc:chgData name="Reddy, Laxmi (Cognizant)" userId="23f5fa8b-0eb7-4ed4-8656-9fab6c0cd501" providerId="ADAL" clId="{A8FFA300-AFFC-4B5B-BE56-FA4A3602B437}" dt="2025-07-21T03:25:56.501" v="0" actId="47"/>
        <pc:sldMkLst>
          <pc:docMk/>
          <pc:sldMk cId="20639001" sldId="723"/>
        </pc:sldMkLst>
      </pc:sldChg>
    </pc:docChg>
  </pc:docChgLst>
  <pc:docChgLst>
    <pc:chgData name="Biswas, Souvik (Cognizant)" userId="bc0f958c-b2bb-43fd-a0f4-66d25c03bf18" providerId="ADAL" clId="{2433BF90-C113-4957-8A55-8AB5C9A9FAE5}"/>
    <pc:docChg chg="undo custSel addSld delSld modSld sldOrd modMainMaster">
      <pc:chgData name="Biswas, Souvik (Cognizant)" userId="bc0f958c-b2bb-43fd-a0f4-66d25c03bf18" providerId="ADAL" clId="{2433BF90-C113-4957-8A55-8AB5C9A9FAE5}" dt="2023-06-25T15:19:56.894" v="206" actId="1076"/>
      <pc:docMkLst>
        <pc:docMk/>
      </pc:docMkLst>
      <pc:sldChg chg="del">
        <pc:chgData name="Biswas, Souvik (Cognizant)" userId="bc0f958c-b2bb-43fd-a0f4-66d25c03bf18" providerId="ADAL" clId="{2433BF90-C113-4957-8A55-8AB5C9A9FAE5}" dt="2023-06-25T12:31:27.381" v="8" actId="2696"/>
        <pc:sldMkLst>
          <pc:docMk/>
          <pc:sldMk cId="561650988" sldId="258"/>
        </pc:sldMkLst>
      </pc:sldChg>
      <pc:sldChg chg="modSp mod chgLayout">
        <pc:chgData name="Biswas, Souvik (Cognizant)" userId="bc0f958c-b2bb-43fd-a0f4-66d25c03bf18" providerId="ADAL" clId="{2433BF90-C113-4957-8A55-8AB5C9A9FAE5}" dt="2023-06-25T12:37:57.345" v="52" actId="1076"/>
        <pc:sldMkLst>
          <pc:docMk/>
          <pc:sldMk cId="1879160448" sldId="259"/>
        </pc:sldMkLst>
      </pc:sldChg>
      <pc:sldChg chg="modSp mod chgLayout">
        <pc:chgData name="Biswas, Souvik (Cognizant)" userId="bc0f958c-b2bb-43fd-a0f4-66d25c03bf18" providerId="ADAL" clId="{2433BF90-C113-4957-8A55-8AB5C9A9FAE5}" dt="2023-06-25T12:37:49.386" v="50" actId="1076"/>
        <pc:sldMkLst>
          <pc:docMk/>
          <pc:sldMk cId="3005906201" sldId="260"/>
        </pc:sldMkLst>
      </pc:sldChg>
      <pc:sldChg chg="modSp mod chgLayout">
        <pc:chgData name="Biswas, Souvik (Cognizant)" userId="bc0f958c-b2bb-43fd-a0f4-66d25c03bf18" providerId="ADAL" clId="{2433BF90-C113-4957-8A55-8AB5C9A9FAE5}" dt="2023-06-25T12:37:38.081" v="48" actId="1076"/>
        <pc:sldMkLst>
          <pc:docMk/>
          <pc:sldMk cId="2236367607" sldId="261"/>
        </pc:sldMkLst>
      </pc:sldChg>
      <pc:sldChg chg="addSp delSp modSp del mod modClrScheme chgLayout">
        <pc:chgData name="Biswas, Souvik (Cognizant)" userId="bc0f958c-b2bb-43fd-a0f4-66d25c03bf18" providerId="ADAL" clId="{2433BF90-C113-4957-8A55-8AB5C9A9FAE5}" dt="2023-06-25T15:13:50.393" v="172" actId="47"/>
        <pc:sldMkLst>
          <pc:docMk/>
          <pc:sldMk cId="1440774582" sldId="262"/>
        </pc:sldMkLst>
      </pc:sldChg>
      <pc:sldChg chg="modSp mod modClrScheme chgLayout">
        <pc:chgData name="Biswas, Souvik (Cognizant)" userId="bc0f958c-b2bb-43fd-a0f4-66d25c03bf18" providerId="ADAL" clId="{2433BF90-C113-4957-8A55-8AB5C9A9FAE5}" dt="2023-06-25T15:19:56.894" v="206" actId="1076"/>
        <pc:sldMkLst>
          <pc:docMk/>
          <pc:sldMk cId="3090349151" sldId="265"/>
        </pc:sldMkLst>
      </pc:sldChg>
      <pc:sldChg chg="modSp mod chgLayout">
        <pc:chgData name="Biswas, Souvik (Cognizant)" userId="bc0f958c-b2bb-43fd-a0f4-66d25c03bf18" providerId="ADAL" clId="{2433BF90-C113-4957-8A55-8AB5C9A9FAE5}" dt="2023-06-25T12:37:04.265" v="43" actId="1076"/>
        <pc:sldMkLst>
          <pc:docMk/>
          <pc:sldMk cId="1779795695" sldId="266"/>
        </pc:sldMkLst>
      </pc:sldChg>
      <pc:sldChg chg="modSp mod chgLayout">
        <pc:chgData name="Biswas, Souvik (Cognizant)" userId="bc0f958c-b2bb-43fd-a0f4-66d25c03bf18" providerId="ADAL" clId="{2433BF90-C113-4957-8A55-8AB5C9A9FAE5}" dt="2023-06-25T12:36:28.267" v="38" actId="1076"/>
        <pc:sldMkLst>
          <pc:docMk/>
          <pc:sldMk cId="1255605990" sldId="267"/>
        </pc:sldMkLst>
      </pc:sldChg>
      <pc:sldChg chg="modSp mod chgLayout">
        <pc:chgData name="Biswas, Souvik (Cognizant)" userId="bc0f958c-b2bb-43fd-a0f4-66d25c03bf18" providerId="ADAL" clId="{2433BF90-C113-4957-8A55-8AB5C9A9FAE5}" dt="2023-06-25T12:37:27.733" v="47" actId="1076"/>
        <pc:sldMkLst>
          <pc:docMk/>
          <pc:sldMk cId="3427747904" sldId="270"/>
        </pc:sldMkLst>
      </pc:sldChg>
      <pc:sldChg chg="addSp delSp modSp del mod modClrScheme chgLayout">
        <pc:chgData name="Biswas, Souvik (Cognizant)" userId="bc0f958c-b2bb-43fd-a0f4-66d25c03bf18" providerId="ADAL" clId="{2433BF90-C113-4957-8A55-8AB5C9A9FAE5}" dt="2023-06-25T15:14:44.667" v="183" actId="47"/>
        <pc:sldMkLst>
          <pc:docMk/>
          <pc:sldMk cId="2226733625" sldId="271"/>
        </pc:sldMkLst>
      </pc:sldChg>
      <pc:sldChg chg="del">
        <pc:chgData name="Biswas, Souvik (Cognizant)" userId="bc0f958c-b2bb-43fd-a0f4-66d25c03bf18" providerId="ADAL" clId="{2433BF90-C113-4957-8A55-8AB5C9A9FAE5}" dt="2023-06-25T15:15:04.041" v="188" actId="47"/>
        <pc:sldMkLst>
          <pc:docMk/>
          <pc:sldMk cId="1266655387" sldId="272"/>
        </pc:sldMkLst>
      </pc:sldChg>
      <pc:sldChg chg="modSp mod chgLayout">
        <pc:chgData name="Biswas, Souvik (Cognizant)" userId="bc0f958c-b2bb-43fd-a0f4-66d25c03bf18" providerId="ADAL" clId="{2433BF90-C113-4957-8A55-8AB5C9A9FAE5}" dt="2023-06-25T12:37:08.718" v="44" actId="1076"/>
        <pc:sldMkLst>
          <pc:docMk/>
          <pc:sldMk cId="384398374" sldId="273"/>
        </pc:sldMkLst>
      </pc:sldChg>
      <pc:sldChg chg="del">
        <pc:chgData name="Biswas, Souvik (Cognizant)" userId="bc0f958c-b2bb-43fd-a0f4-66d25c03bf18" providerId="ADAL" clId="{2433BF90-C113-4957-8A55-8AB5C9A9FAE5}" dt="2023-06-25T15:15:25.007" v="193" actId="47"/>
        <pc:sldMkLst>
          <pc:docMk/>
          <pc:sldMk cId="1100760726" sldId="274"/>
        </pc:sldMkLst>
      </pc:sldChg>
      <pc:sldChg chg="del">
        <pc:chgData name="Biswas, Souvik (Cognizant)" userId="bc0f958c-b2bb-43fd-a0f4-66d25c03bf18" providerId="ADAL" clId="{2433BF90-C113-4957-8A55-8AB5C9A9FAE5}" dt="2023-06-25T15:15:41.325" v="198" actId="47"/>
        <pc:sldMkLst>
          <pc:docMk/>
          <pc:sldMk cId="706499031" sldId="275"/>
        </pc:sldMkLst>
      </pc:sldChg>
      <pc:sldChg chg="modSp mod chgLayout">
        <pc:chgData name="Biswas, Souvik (Cognizant)" userId="bc0f958c-b2bb-43fd-a0f4-66d25c03bf18" providerId="ADAL" clId="{2433BF90-C113-4957-8A55-8AB5C9A9FAE5}" dt="2023-06-25T12:36:48.423" v="42" actId="1076"/>
        <pc:sldMkLst>
          <pc:docMk/>
          <pc:sldMk cId="2245440374" sldId="276"/>
        </pc:sldMkLst>
      </pc:sldChg>
      <pc:sldChg chg="modSp mod chgLayout">
        <pc:chgData name="Biswas, Souvik (Cognizant)" userId="bc0f958c-b2bb-43fd-a0f4-66d25c03bf18" providerId="ADAL" clId="{2433BF90-C113-4957-8A55-8AB5C9A9FAE5}" dt="2023-06-25T12:36:14.578" v="37" actId="1076"/>
        <pc:sldMkLst>
          <pc:docMk/>
          <pc:sldMk cId="1198700657" sldId="277"/>
        </pc:sldMkLst>
      </pc:sldChg>
      <pc:sldChg chg="modSp mod chgLayout">
        <pc:chgData name="Biswas, Souvik (Cognizant)" userId="bc0f958c-b2bb-43fd-a0f4-66d25c03bf18" providerId="ADAL" clId="{2433BF90-C113-4957-8A55-8AB5C9A9FAE5}" dt="2023-06-25T12:36:03.324" v="35" actId="1076"/>
        <pc:sldMkLst>
          <pc:docMk/>
          <pc:sldMk cId="3356987430" sldId="278"/>
        </pc:sldMkLst>
      </pc:sldChg>
      <pc:sldChg chg="modSp mod chgLayout">
        <pc:chgData name="Biswas, Souvik (Cognizant)" userId="bc0f958c-b2bb-43fd-a0f4-66d25c03bf18" providerId="ADAL" clId="{2433BF90-C113-4957-8A55-8AB5C9A9FAE5}" dt="2023-06-25T12:35:45.012" v="32" actId="1076"/>
        <pc:sldMkLst>
          <pc:docMk/>
          <pc:sldMk cId="4082255068" sldId="279"/>
        </pc:sldMkLst>
      </pc:sldChg>
      <pc:sldChg chg="del">
        <pc:chgData name="Biswas, Souvik (Cognizant)" userId="bc0f958c-b2bb-43fd-a0f4-66d25c03bf18" providerId="ADAL" clId="{2433BF90-C113-4957-8A55-8AB5C9A9FAE5}" dt="2023-06-25T15:16:06.137" v="203" actId="47"/>
        <pc:sldMkLst>
          <pc:docMk/>
          <pc:sldMk cId="2018450998" sldId="280"/>
        </pc:sldMkLst>
      </pc:sldChg>
      <pc:sldChg chg="modSp mod setBg chgLayout">
        <pc:chgData name="Biswas, Souvik (Cognizant)" userId="bc0f958c-b2bb-43fd-a0f4-66d25c03bf18" providerId="ADAL" clId="{2433BF90-C113-4957-8A55-8AB5C9A9FAE5}" dt="2023-06-25T12:48:41.713" v="129"/>
        <pc:sldMkLst>
          <pc:docMk/>
          <pc:sldMk cId="3120896461" sldId="281"/>
        </pc:sldMkLst>
      </pc:sldChg>
      <pc:sldChg chg="modSp del mod">
        <pc:chgData name="Biswas, Souvik (Cognizant)" userId="bc0f958c-b2bb-43fd-a0f4-66d25c03bf18" providerId="ADAL" clId="{2433BF90-C113-4957-8A55-8AB5C9A9FAE5}" dt="2023-06-25T12:43:50.711" v="104" actId="47"/>
        <pc:sldMkLst>
          <pc:docMk/>
          <pc:sldMk cId="612181864" sldId="282"/>
        </pc:sldMkLst>
      </pc:sldChg>
      <pc:sldChg chg="del">
        <pc:chgData name="Biswas, Souvik (Cognizant)" userId="bc0f958c-b2bb-43fd-a0f4-66d25c03bf18" providerId="ADAL" clId="{2433BF90-C113-4957-8A55-8AB5C9A9FAE5}" dt="2023-06-25T14:25:46.936" v="136" actId="2696"/>
        <pc:sldMkLst>
          <pc:docMk/>
          <pc:sldMk cId="2309519675" sldId="283"/>
        </pc:sldMkLst>
      </pc:sldChg>
      <pc:sldChg chg="add del">
        <pc:chgData name="Biswas, Souvik (Cognizant)" userId="bc0f958c-b2bb-43fd-a0f4-66d25c03bf18" providerId="ADAL" clId="{2433BF90-C113-4957-8A55-8AB5C9A9FAE5}" dt="2023-06-25T14:28:20.791" v="144" actId="47"/>
        <pc:sldMkLst>
          <pc:docMk/>
          <pc:sldMk cId="3106547727" sldId="284"/>
        </pc:sldMkLst>
      </pc:sldChg>
      <pc:sldChg chg="del">
        <pc:chgData name="Biswas, Souvik (Cognizant)" userId="bc0f958c-b2bb-43fd-a0f4-66d25c03bf18" providerId="ADAL" clId="{2433BF90-C113-4957-8A55-8AB5C9A9FAE5}" dt="2023-06-25T14:29:33.745" v="151" actId="2696"/>
        <pc:sldMkLst>
          <pc:docMk/>
          <pc:sldMk cId="3254391318" sldId="285"/>
        </pc:sldMkLst>
      </pc:sldChg>
      <pc:sldChg chg="add del">
        <pc:chgData name="Biswas, Souvik (Cognizant)" userId="bc0f958c-b2bb-43fd-a0f4-66d25c03bf18" providerId="ADAL" clId="{2433BF90-C113-4957-8A55-8AB5C9A9FAE5}" dt="2023-06-25T14:30:29.232" v="156" actId="2696"/>
        <pc:sldMkLst>
          <pc:docMk/>
          <pc:sldMk cId="2233680706" sldId="286"/>
        </pc:sldMkLst>
      </pc:sldChg>
      <pc:sldChg chg="modSp mod modClrScheme chgLayout">
        <pc:chgData name="Biswas, Souvik (Cognizant)" userId="bc0f958c-b2bb-43fd-a0f4-66d25c03bf18" providerId="ADAL" clId="{2433BF90-C113-4957-8A55-8AB5C9A9FAE5}" dt="2023-06-25T12:39:03.611" v="56" actId="700"/>
        <pc:sldMkLst>
          <pc:docMk/>
          <pc:sldMk cId="563797236" sldId="287"/>
        </pc:sldMkLst>
      </pc:sldChg>
      <pc:sldChg chg="modSp mod modClrScheme chgLayout">
        <pc:chgData name="Biswas, Souvik (Cognizant)" userId="bc0f958c-b2bb-43fd-a0f4-66d25c03bf18" providerId="ADAL" clId="{2433BF90-C113-4957-8A55-8AB5C9A9FAE5}" dt="2023-06-25T12:39:08.920" v="57" actId="700"/>
        <pc:sldMkLst>
          <pc:docMk/>
          <pc:sldMk cId="3511727540" sldId="288"/>
        </pc:sldMkLst>
      </pc:sldChg>
      <pc:sldChg chg="addSp delSp modSp add mod chgLayout">
        <pc:chgData name="Biswas, Souvik (Cognizant)" userId="bc0f958c-b2bb-43fd-a0f4-66d25c03bf18" providerId="ADAL" clId="{2433BF90-C113-4957-8A55-8AB5C9A9FAE5}" dt="2023-06-25T12:38:10.601" v="54" actId="1076"/>
        <pc:sldMkLst>
          <pc:docMk/>
          <pc:sldMk cId="2309930151" sldId="289"/>
        </pc:sldMkLst>
      </pc:sldChg>
      <pc:sldChg chg="add del">
        <pc:chgData name="Biswas, Souvik (Cognizant)" userId="bc0f958c-b2bb-43fd-a0f4-66d25c03bf18" providerId="ADAL" clId="{2433BF90-C113-4957-8A55-8AB5C9A9FAE5}" dt="2023-06-25T12:30:56.681" v="6"/>
        <pc:sldMkLst>
          <pc:docMk/>
          <pc:sldMk cId="2601573078" sldId="290"/>
        </pc:sldMkLst>
      </pc:sldChg>
      <pc:sldChg chg="add del">
        <pc:chgData name="Biswas, Souvik (Cognizant)" userId="bc0f958c-b2bb-43fd-a0f4-66d25c03bf18" providerId="ADAL" clId="{2433BF90-C113-4957-8A55-8AB5C9A9FAE5}" dt="2023-06-25T12:30:44.272" v="2"/>
        <pc:sldMkLst>
          <pc:docMk/>
          <pc:sldMk cId="3920913293" sldId="290"/>
        </pc:sldMkLst>
      </pc:sldChg>
      <pc:sldChg chg="addSp delSp modSp add del mod addAnim delAnim modAnim">
        <pc:chgData name="Biswas, Souvik (Cognizant)" userId="bc0f958c-b2bb-43fd-a0f4-66d25c03bf18" providerId="ADAL" clId="{2433BF90-C113-4957-8A55-8AB5C9A9FAE5}" dt="2023-06-25T12:42:07.713" v="92" actId="47"/>
        <pc:sldMkLst>
          <pc:docMk/>
          <pc:sldMk cId="3157428978" sldId="711"/>
        </pc:sldMkLst>
      </pc:sldChg>
      <pc:sldChg chg="addSp delSp modSp add mod ord setBg delAnim modAnim">
        <pc:chgData name="Biswas, Souvik (Cognizant)" userId="bc0f958c-b2bb-43fd-a0f4-66d25c03bf18" providerId="ADAL" clId="{2433BF90-C113-4957-8A55-8AB5C9A9FAE5}" dt="2023-06-25T14:25:11.842" v="135" actId="1076"/>
        <pc:sldMkLst>
          <pc:docMk/>
          <pc:sldMk cId="180774390" sldId="712"/>
        </pc:sldMkLst>
      </pc:sldChg>
      <pc:sldChg chg="addSp delSp modSp add mod ord setBg delAnim modAnim">
        <pc:chgData name="Biswas, Souvik (Cognizant)" userId="bc0f958c-b2bb-43fd-a0f4-66d25c03bf18" providerId="ADAL" clId="{2433BF90-C113-4957-8A55-8AB5C9A9FAE5}" dt="2023-06-25T14:27:59.452" v="140" actId="207"/>
        <pc:sldMkLst>
          <pc:docMk/>
          <pc:sldMk cId="205040781" sldId="713"/>
        </pc:sldMkLst>
      </pc:sldChg>
      <pc:sldChg chg="addSp delSp modSp add mod ord setBg delAnim modAnim">
        <pc:chgData name="Biswas, Souvik (Cognizant)" userId="bc0f958c-b2bb-43fd-a0f4-66d25c03bf18" providerId="ADAL" clId="{2433BF90-C113-4957-8A55-8AB5C9A9FAE5}" dt="2023-06-25T14:29:17.728" v="148" actId="207"/>
        <pc:sldMkLst>
          <pc:docMk/>
          <pc:sldMk cId="442632754" sldId="714"/>
        </pc:sldMkLst>
      </pc:sldChg>
      <pc:sldChg chg="addSp delSp modSp add mod ord setBg delAnim modAnim">
        <pc:chgData name="Biswas, Souvik (Cognizant)" userId="bc0f958c-b2bb-43fd-a0f4-66d25c03bf18" providerId="ADAL" clId="{2433BF90-C113-4957-8A55-8AB5C9A9FAE5}" dt="2023-06-25T14:30:21.865" v="155" actId="207"/>
        <pc:sldMkLst>
          <pc:docMk/>
          <pc:sldMk cId="209704754" sldId="715"/>
        </pc:sldMkLst>
      </pc:sldChg>
      <pc:sldChg chg="addSp delSp modSp add mod ord setBg delAnim modAnim">
        <pc:chgData name="Biswas, Souvik (Cognizant)" userId="bc0f958c-b2bb-43fd-a0f4-66d25c03bf18" providerId="ADAL" clId="{2433BF90-C113-4957-8A55-8AB5C9A9FAE5}" dt="2023-06-25T15:19:01.572" v="204"/>
        <pc:sldMkLst>
          <pc:docMk/>
          <pc:sldMk cId="117732452" sldId="716"/>
        </pc:sldMkLst>
      </pc:sldChg>
      <pc:sldChg chg="add del">
        <pc:chgData name="Biswas, Souvik (Cognizant)" userId="bc0f958c-b2bb-43fd-a0f4-66d25c03bf18" providerId="ADAL" clId="{2433BF90-C113-4957-8A55-8AB5C9A9FAE5}" dt="2023-06-25T14:28:20.791" v="144" actId="47"/>
        <pc:sldMkLst>
          <pc:docMk/>
          <pc:sldMk cId="365448991" sldId="717"/>
        </pc:sldMkLst>
      </pc:sldChg>
      <pc:sldChg chg="modSp add mod ord">
        <pc:chgData name="Biswas, Souvik (Cognizant)" userId="bc0f958c-b2bb-43fd-a0f4-66d25c03bf18" providerId="ADAL" clId="{2433BF90-C113-4957-8A55-8AB5C9A9FAE5}" dt="2023-06-25T15:14:39.438" v="182" actId="1076"/>
        <pc:sldMkLst>
          <pc:docMk/>
          <pc:sldMk cId="3519810719" sldId="717"/>
        </pc:sldMkLst>
      </pc:sldChg>
      <pc:sldChg chg="modSp add mod ord">
        <pc:chgData name="Biswas, Souvik (Cognizant)" userId="bc0f958c-b2bb-43fd-a0f4-66d25c03bf18" providerId="ADAL" clId="{2433BF90-C113-4957-8A55-8AB5C9A9FAE5}" dt="2023-06-25T15:14:30.233" v="180" actId="1076"/>
        <pc:sldMkLst>
          <pc:docMk/>
          <pc:sldMk cId="4272226962" sldId="718"/>
        </pc:sldMkLst>
      </pc:sldChg>
      <pc:sldChg chg="modSp add mod ord">
        <pc:chgData name="Biswas, Souvik (Cognizant)" userId="bc0f958c-b2bb-43fd-a0f4-66d25c03bf18" providerId="ADAL" clId="{2433BF90-C113-4957-8A55-8AB5C9A9FAE5}" dt="2023-06-25T15:15:00.820" v="187"/>
        <pc:sldMkLst>
          <pc:docMk/>
          <pc:sldMk cId="4077232650" sldId="719"/>
        </pc:sldMkLst>
      </pc:sldChg>
      <pc:sldChg chg="modSp add mod ord">
        <pc:chgData name="Biswas, Souvik (Cognizant)" userId="bc0f958c-b2bb-43fd-a0f4-66d25c03bf18" providerId="ADAL" clId="{2433BF90-C113-4957-8A55-8AB5C9A9FAE5}" dt="2023-06-25T15:15:20.089" v="192"/>
        <pc:sldMkLst>
          <pc:docMk/>
          <pc:sldMk cId="622203520" sldId="720"/>
        </pc:sldMkLst>
      </pc:sldChg>
      <pc:sldChg chg="modSp add mod ord">
        <pc:chgData name="Biswas, Souvik (Cognizant)" userId="bc0f958c-b2bb-43fd-a0f4-66d25c03bf18" providerId="ADAL" clId="{2433BF90-C113-4957-8A55-8AB5C9A9FAE5}" dt="2023-06-25T15:15:37.849" v="197"/>
        <pc:sldMkLst>
          <pc:docMk/>
          <pc:sldMk cId="499757671" sldId="721"/>
        </pc:sldMkLst>
      </pc:sldChg>
      <pc:sldChg chg="modSp add mod ord">
        <pc:chgData name="Biswas, Souvik (Cognizant)" userId="bc0f958c-b2bb-43fd-a0f4-66d25c03bf18" providerId="ADAL" clId="{2433BF90-C113-4957-8A55-8AB5C9A9FAE5}" dt="2023-06-25T15:16:00.634" v="202"/>
        <pc:sldMkLst>
          <pc:docMk/>
          <pc:sldMk cId="1554534654" sldId="722"/>
        </pc:sldMkLst>
      </pc:sldChg>
      <pc:sldMasterChg chg="setBg modSldLayout">
        <pc:chgData name="Biswas, Souvik (Cognizant)" userId="bc0f958c-b2bb-43fd-a0f4-66d25c03bf18" providerId="ADAL" clId="{2433BF90-C113-4957-8A55-8AB5C9A9FAE5}" dt="2023-06-25T12:48:41.713" v="129"/>
        <pc:sldMasterMkLst>
          <pc:docMk/>
          <pc:sldMasterMk cId="216168790" sldId="2147483648"/>
        </pc:sldMasterMkLst>
        <pc:sldLayoutChg chg="setBg">
          <pc:chgData name="Biswas, Souvik (Cognizant)" userId="bc0f958c-b2bb-43fd-a0f4-66d25c03bf18" providerId="ADAL" clId="{2433BF90-C113-4957-8A55-8AB5C9A9FAE5}" dt="2023-06-25T12:48:41.713" v="129"/>
          <pc:sldLayoutMkLst>
            <pc:docMk/>
            <pc:sldMasterMk cId="216168790" sldId="2147483648"/>
            <pc:sldLayoutMk cId="667767552" sldId="2147483663"/>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2760396691" sldId="2147483665"/>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1924353203" sldId="2147483691"/>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2524452188" sldId="2147483726"/>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2486015738" sldId="2147483729"/>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1441752629" sldId="2147483733"/>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3002858685" sldId="2147483734"/>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828119474" sldId="2147483740"/>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1906914966" sldId="2147483772"/>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660590956" sldId="2147483773"/>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4254062397" sldId="2147483775"/>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3951694015" sldId="2147483776"/>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3930140111" sldId="2147483781"/>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2676110493" sldId="2147483783"/>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2483158593" sldId="2147483795"/>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206534595" sldId="2147483796"/>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1725878177" sldId="2147483797"/>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198415592" sldId="2147483798"/>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2355213576" sldId="2147483799"/>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4220551738" sldId="2147483806"/>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2173099838" sldId="2147483807"/>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1114743664" sldId="2147483808"/>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1526105448" sldId="2147483809"/>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3194525672" sldId="2147483811"/>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4154836610" sldId="2147483814"/>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3140208155" sldId="2147483815"/>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3548478046" sldId="2147483816"/>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1260293168" sldId="2147483817"/>
          </pc:sldLayoutMkLst>
        </pc:sldLayoutChg>
        <pc:sldLayoutChg chg="setBg">
          <pc:chgData name="Biswas, Souvik (Cognizant)" userId="bc0f958c-b2bb-43fd-a0f4-66d25c03bf18" providerId="ADAL" clId="{2433BF90-C113-4957-8A55-8AB5C9A9FAE5}" dt="2023-06-25T12:48:41.713" v="129"/>
          <pc:sldLayoutMkLst>
            <pc:docMk/>
            <pc:sldMasterMk cId="216168790" sldId="2147483648"/>
            <pc:sldLayoutMk cId="3644286076" sldId="2147483818"/>
          </pc:sldLayoutMkLst>
        </pc:sldLayoutChg>
      </pc:sldMasterChg>
      <pc:sldMasterChg chg="setBg modSldLayout">
        <pc:chgData name="Biswas, Souvik (Cognizant)" userId="bc0f958c-b2bb-43fd-a0f4-66d25c03bf18" providerId="ADAL" clId="{2433BF90-C113-4957-8A55-8AB5C9A9FAE5}" dt="2023-06-25T12:48:41.713" v="129"/>
        <pc:sldMasterMkLst>
          <pc:docMk/>
          <pc:sldMasterMk cId="3433887231" sldId="2147483819"/>
        </pc:sldMasterMkLst>
        <pc:sldLayoutChg chg="setBg">
          <pc:chgData name="Biswas, Souvik (Cognizant)" userId="bc0f958c-b2bb-43fd-a0f4-66d25c03bf18" providerId="ADAL" clId="{2433BF90-C113-4957-8A55-8AB5C9A9FAE5}" dt="2023-06-25T12:48:41.713" v="129"/>
          <pc:sldLayoutMkLst>
            <pc:docMk/>
            <pc:sldMasterMk cId="3433887231" sldId="2147483819"/>
            <pc:sldLayoutMk cId="2936611276" sldId="2147483820"/>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547856868" sldId="2147483821"/>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3936291368" sldId="2147483822"/>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273357351" sldId="2147483823"/>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2597999571" sldId="2147483824"/>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1794702693" sldId="2147483825"/>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799818550" sldId="2147483826"/>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1194545932" sldId="2147483827"/>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132007131" sldId="2147483828"/>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411092197" sldId="2147483829"/>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3481200145" sldId="2147483830"/>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197629852" sldId="2147483831"/>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3137149775" sldId="2147483832"/>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3185696127" sldId="2147483833"/>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154611851" sldId="2147483834"/>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1150979897" sldId="2147483835"/>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1352821050" sldId="2147483836"/>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3520178969" sldId="2147483837"/>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192735502" sldId="2147483838"/>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2178608480" sldId="2147483839"/>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502762760" sldId="2147483840"/>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2550575790" sldId="2147483841"/>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555009811" sldId="2147483842"/>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3666602358" sldId="2147483843"/>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2184891383" sldId="2147483844"/>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4226293068" sldId="2147483845"/>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1539153871" sldId="2147483846"/>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1139266149" sldId="2147483847"/>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864218846" sldId="2147483848"/>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1675222024" sldId="2147483849"/>
          </pc:sldLayoutMkLst>
        </pc:sldLayoutChg>
        <pc:sldLayoutChg chg="setBg">
          <pc:chgData name="Biswas, Souvik (Cognizant)" userId="bc0f958c-b2bb-43fd-a0f4-66d25c03bf18" providerId="ADAL" clId="{2433BF90-C113-4957-8A55-8AB5C9A9FAE5}" dt="2023-06-25T12:48:41.713" v="129"/>
          <pc:sldLayoutMkLst>
            <pc:docMk/>
            <pc:sldMasterMk cId="3433887231" sldId="2147483819"/>
            <pc:sldLayoutMk cId="3858038451" sldId="2147483850"/>
          </pc:sldLayoutMkLst>
        </pc:sldLayoutChg>
      </pc:sldMasterChg>
    </pc:docChg>
  </pc:docChgLst>
  <pc:docChgLst>
    <pc:chgData name="Singh, Navneet (Contractor)" userId="44d8c666-e715-4082-b32d-41af949705ef" providerId="ADAL" clId="{C9AC6E16-64D7-4EC2-AB57-6716854E2E0D}"/>
    <pc:docChg chg="modSld">
      <pc:chgData name="Singh, Navneet (Contractor)" userId="44d8c666-e715-4082-b32d-41af949705ef" providerId="ADAL" clId="{C9AC6E16-64D7-4EC2-AB57-6716854E2E0D}" dt="2025-07-28T03:53:40.142" v="0" actId="14734"/>
      <pc:docMkLst>
        <pc:docMk/>
      </pc:docMkLst>
      <pc:sldChg chg="modSp mod">
        <pc:chgData name="Singh, Navneet (Contractor)" userId="44d8c666-e715-4082-b32d-41af949705ef" providerId="ADAL" clId="{C9AC6E16-64D7-4EC2-AB57-6716854E2E0D}" dt="2025-07-28T03:53:40.142" v="0" actId="14734"/>
        <pc:sldMkLst>
          <pc:docMk/>
          <pc:sldMk cId="384398374" sldId="273"/>
        </pc:sldMkLst>
        <pc:graphicFrameChg chg="modGraphic">
          <ac:chgData name="Singh, Navneet (Contractor)" userId="44d8c666-e715-4082-b32d-41af949705ef" providerId="ADAL" clId="{C9AC6E16-64D7-4EC2-AB57-6716854E2E0D}" dt="2025-07-28T03:53:40.142" v="0" actId="14734"/>
          <ac:graphicFrameMkLst>
            <pc:docMk/>
            <pc:sldMk cId="384398374" sldId="273"/>
            <ac:graphicFrameMk id="6" creationId="{AFA237D3-5B55-1C7F-1EEE-3ACB87144D63}"/>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b="0">
              <a:latin typeface="Arial" panose="020B0604020202020204" pitchFamily="34" charset="0"/>
              <a:cs typeface="Arial" panose="020B0604020202020204" pitchFamily="34" charset="0"/>
            </a:rPr>
            <a:t>1. </a:t>
          </a:r>
          <a:r>
            <a:rPr lang="en-US" sz="1800">
              <a:latin typeface="Arial" panose="020B0604020202020204" pitchFamily="34" charset="0"/>
              <a:cs typeface="Arial" panose="020B0604020202020204" pitchFamily="34" charset="0"/>
            </a:rPr>
            <a:t>Data oriented logic behind VEEVA CRM is implemented on which programming Language?</a:t>
          </a:r>
          <a:endParaRPr lang="en-US" sz="180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a:solidFill>
                <a:schemeClr val="bg1">
                  <a:lumMod val="95000"/>
                </a:schemeClr>
              </a:solidFill>
              <a:latin typeface="Arial" panose="020B0604020202020204" pitchFamily="34" charset="0"/>
              <a:cs typeface="Arial" panose="020B0604020202020204" pitchFamily="34" charset="0"/>
            </a:rPr>
            <a:t>APEX</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2694411E-D34C-4240-AF20-E74CAA0115A7}">
      <dgm:prSet custT="1"/>
      <dgm:spPr/>
      <dgm:t>
        <a:bodyPr/>
        <a:lstStyle/>
        <a:p>
          <a:r>
            <a:rPr lang="en-US" sz="1800">
              <a:solidFill>
                <a:schemeClr val="bg1">
                  <a:lumMod val="95000"/>
                </a:schemeClr>
              </a:solidFill>
              <a:latin typeface="Arial" panose="020B0604020202020204" pitchFamily="34" charset="0"/>
              <a:cs typeface="Arial" panose="020B0604020202020204" pitchFamily="34" charset="0"/>
            </a:rPr>
            <a:t>Java</a:t>
          </a:r>
        </a:p>
      </dgm:t>
    </dgm:pt>
    <dgm:pt modelId="{4B675CAB-FCD1-423E-A366-BD8F24618A48}" type="parTrans" cxnId="{6EFC2E38-DEEC-4969-8F9F-8F4E00C3EC61}">
      <dgm:prSet/>
      <dgm:spPr/>
      <dgm:t>
        <a:bodyPr/>
        <a:lstStyle/>
        <a:p>
          <a:endParaRPr lang="en-US"/>
        </a:p>
      </dgm:t>
    </dgm:pt>
    <dgm:pt modelId="{EFFB9578-C2EF-4913-BAC9-27BB7452EF41}" type="sibTrans" cxnId="{6EFC2E38-DEEC-4969-8F9F-8F4E00C3EC61}">
      <dgm:prSet/>
      <dgm:spPr/>
      <dgm:t>
        <a:bodyPr/>
        <a:lstStyle/>
        <a:p>
          <a:endParaRPr lang="en-US"/>
        </a:p>
      </dgm:t>
    </dgm:pt>
    <dgm:pt modelId="{6D54E985-EA4E-4554-9098-7D9DFCB568FB}">
      <dgm:prSet custT="1"/>
      <dgm:spPr/>
      <dgm:t>
        <a:bodyPr/>
        <a:lstStyle/>
        <a:p>
          <a:r>
            <a:rPr lang="en-US" sz="1800">
              <a:solidFill>
                <a:schemeClr val="bg1">
                  <a:lumMod val="95000"/>
                </a:schemeClr>
              </a:solidFill>
              <a:latin typeface="Arial" panose="020B0604020202020204" pitchFamily="34" charset="0"/>
              <a:cs typeface="Arial" panose="020B0604020202020204" pitchFamily="34" charset="0"/>
            </a:rPr>
            <a:t>C</a:t>
          </a:r>
        </a:p>
      </dgm:t>
    </dgm:pt>
    <dgm:pt modelId="{EFE2E122-E8E0-40DB-A672-361CAC834494}" type="parTrans" cxnId="{11D6C4BB-074E-4D9C-AAC9-034D33A24B9E}">
      <dgm:prSet/>
      <dgm:spPr/>
      <dgm:t>
        <a:bodyPr/>
        <a:lstStyle/>
        <a:p>
          <a:endParaRPr lang="en-US"/>
        </a:p>
      </dgm:t>
    </dgm:pt>
    <dgm:pt modelId="{975E58AD-771C-4495-9182-343347BE4736}" type="sibTrans" cxnId="{11D6C4BB-074E-4D9C-AAC9-034D33A24B9E}">
      <dgm:prSet/>
      <dgm:spPr/>
      <dgm:t>
        <a:bodyPr/>
        <a:lstStyle/>
        <a:p>
          <a:endParaRPr lang="en-US"/>
        </a:p>
      </dgm:t>
    </dgm:pt>
    <dgm:pt modelId="{DE4F4C1B-CCC8-4DB3-A72E-606403CE35E3}">
      <dgm:prSet custT="1"/>
      <dgm:spPr/>
      <dgm:t>
        <a:bodyPr/>
        <a:lstStyle/>
        <a:p>
          <a:r>
            <a:rPr lang="en-US" sz="1800">
              <a:solidFill>
                <a:schemeClr val="bg1">
                  <a:lumMod val="95000"/>
                </a:schemeClr>
              </a:solidFill>
              <a:latin typeface="Arial" panose="020B0604020202020204" pitchFamily="34" charset="0"/>
              <a:cs typeface="Arial" panose="020B0604020202020204" pitchFamily="34" charset="0"/>
            </a:rPr>
            <a:t>C++</a:t>
          </a:r>
        </a:p>
      </dgm:t>
    </dgm:pt>
    <dgm:pt modelId="{14860BC6-9A36-4B36-BA01-762F14247C2A}" type="parTrans" cxnId="{C84281D7-E0EE-4B33-B2E3-14EF51B8F1D5}">
      <dgm:prSet/>
      <dgm:spPr/>
      <dgm:t>
        <a:bodyPr/>
        <a:lstStyle/>
        <a:p>
          <a:endParaRPr lang="en-US"/>
        </a:p>
      </dgm:t>
    </dgm:pt>
    <dgm:pt modelId="{E36C8F62-1814-45FB-AC34-065CBBFB9871}" type="sibTrans" cxnId="{C84281D7-E0EE-4B33-B2E3-14EF51B8F1D5}">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00383016-437F-46B6-8E62-C1930665B545}" type="presOf" srcId="{6D54E985-EA4E-4554-9098-7D9DFCB568FB}" destId="{0EBE7C70-51AD-4402-A9D8-36889ADBC56A}" srcOrd="0" destOrd="2" presId="urn:microsoft.com/office/officeart/2005/8/layout/vList2"/>
    <dgm:cxn modelId="{6EFC2E38-DEEC-4969-8F9F-8F4E00C3EC61}" srcId="{2C8EA471-3542-4573-A8BF-295862507B6E}" destId="{2694411E-D34C-4240-AF20-E74CAA0115A7}" srcOrd="1" destOrd="0" parTransId="{4B675CAB-FCD1-423E-A366-BD8F24618A48}" sibTransId="{EFFB9578-C2EF-4913-BAC9-27BB7452EF41}"/>
    <dgm:cxn modelId="{1524638D-6358-4EBC-99B6-14796BAFA37A}" type="presOf" srcId="{2C8EA471-3542-4573-A8BF-295862507B6E}" destId="{B6F44C7D-37FA-4A88-A65B-56F3574B16C2}" srcOrd="0" destOrd="0" presId="urn:microsoft.com/office/officeart/2005/8/layout/vList2"/>
    <dgm:cxn modelId="{2629E68D-3944-4BA2-9986-32D661671DF3}" type="presOf" srcId="{2694411E-D34C-4240-AF20-E74CAA0115A7}" destId="{0EBE7C70-51AD-4402-A9D8-36889ADBC56A}" srcOrd="0" destOrd="1" presId="urn:microsoft.com/office/officeart/2005/8/layout/vList2"/>
    <dgm:cxn modelId="{7D950B9B-8644-4184-A630-C0D4337B6F80}" type="presOf" srcId="{DE4F4C1B-CCC8-4DB3-A72E-606403CE35E3}" destId="{0EBE7C70-51AD-4402-A9D8-36889ADBC56A}" srcOrd="0" destOrd="3"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11D6C4BB-074E-4D9C-AAC9-034D33A24B9E}" srcId="{2C8EA471-3542-4573-A8BF-295862507B6E}" destId="{6D54E985-EA4E-4554-9098-7D9DFCB568FB}" srcOrd="2" destOrd="0" parTransId="{EFE2E122-E8E0-40DB-A672-361CAC834494}" sibTransId="{975E58AD-771C-4495-9182-343347BE4736}"/>
    <dgm:cxn modelId="{42C701BD-9304-43B0-BEE0-4718A400C443}" type="presOf" srcId="{D073AE1F-622F-41F3-83F6-04C7A451C39E}" destId="{0EBE7C70-51AD-4402-A9D8-36889ADBC56A}" srcOrd="0" destOrd="0" presId="urn:microsoft.com/office/officeart/2005/8/layout/vList2"/>
    <dgm:cxn modelId="{C84281D7-E0EE-4B33-B2E3-14EF51B8F1D5}" srcId="{2C8EA471-3542-4573-A8BF-295862507B6E}" destId="{DE4F4C1B-CCC8-4DB3-A72E-606403CE35E3}" srcOrd="3" destOrd="0" parTransId="{14860BC6-9A36-4B36-BA01-762F14247C2A}" sibTransId="{E36C8F62-1814-45FB-AC34-065CBBFB9871}"/>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a:solidFill>
                <a:schemeClr val="bg1"/>
              </a:solidFill>
              <a:latin typeface="Arial" panose="020B0604020202020204" pitchFamily="34" charset="0"/>
              <a:cs typeface="Arial" panose="020B0604020202020204" pitchFamily="34" charset="0"/>
            </a:rPr>
            <a:t>2. VEEVA Online can be directly used by login to Salesforce.com or any Salesforce custom domain using any compatible browser.</a:t>
          </a:r>
        </a:p>
        <a:p>
          <a:r>
            <a:rPr lang="en-US" sz="1800">
              <a:solidFill>
                <a:schemeClr val="bg1"/>
              </a:solidFill>
              <a:latin typeface="Arial" panose="020B0604020202020204" pitchFamily="34" charset="0"/>
              <a:cs typeface="Arial" panose="020B0604020202020204" pitchFamily="34" charset="0"/>
            </a:rPr>
            <a:t>State True or False.</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a:solidFill>
                <a:schemeClr val="bg1">
                  <a:lumMod val="95000"/>
                </a:schemeClr>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2694411E-D34C-4240-AF20-E74CAA0115A7}">
      <dgm:prSet custT="1"/>
      <dgm:spPr/>
      <dgm:t>
        <a:bodyPr/>
        <a:lstStyle/>
        <a:p>
          <a:r>
            <a:rPr lang="en-US" sz="1800">
              <a:solidFill>
                <a:schemeClr val="bg1">
                  <a:lumMod val="95000"/>
                </a:schemeClr>
              </a:solidFill>
              <a:latin typeface="Arial" panose="020B0604020202020204" pitchFamily="34" charset="0"/>
              <a:cs typeface="Arial" panose="020B0604020202020204" pitchFamily="34" charset="0"/>
            </a:rPr>
            <a:t>False</a:t>
          </a:r>
        </a:p>
      </dgm:t>
    </dgm:pt>
    <dgm:pt modelId="{4B675CAB-FCD1-423E-A366-BD8F24618A48}" type="parTrans" cxnId="{6EFC2E38-DEEC-4969-8F9F-8F4E00C3EC61}">
      <dgm:prSet/>
      <dgm:spPr/>
      <dgm:t>
        <a:bodyPr/>
        <a:lstStyle/>
        <a:p>
          <a:endParaRPr lang="en-US"/>
        </a:p>
      </dgm:t>
    </dgm:pt>
    <dgm:pt modelId="{EFFB9578-C2EF-4913-BAC9-27BB7452EF41}" type="sibTrans" cxnId="{6EFC2E38-DEEC-4969-8F9F-8F4E00C3EC61}">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6EFC2E38-DEEC-4969-8F9F-8F4E00C3EC61}" srcId="{2C8EA471-3542-4573-A8BF-295862507B6E}" destId="{2694411E-D34C-4240-AF20-E74CAA0115A7}" srcOrd="1" destOrd="0" parTransId="{4B675CAB-FCD1-423E-A366-BD8F24618A48}" sibTransId="{EFFB9578-C2EF-4913-BAC9-27BB7452EF41}"/>
    <dgm:cxn modelId="{1524638D-6358-4EBC-99B6-14796BAFA37A}" type="presOf" srcId="{2C8EA471-3542-4573-A8BF-295862507B6E}" destId="{B6F44C7D-37FA-4A88-A65B-56F3574B16C2}" srcOrd="0" destOrd="0" presId="urn:microsoft.com/office/officeart/2005/8/layout/vList2"/>
    <dgm:cxn modelId="{2629E68D-3944-4BA2-9986-32D661671DF3}" type="presOf" srcId="{2694411E-D34C-4240-AF20-E74CAA0115A7}" destId="{0EBE7C70-51AD-4402-A9D8-36889ADBC56A}" srcOrd="0" destOrd="1"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a:latin typeface="Arial" panose="020B0604020202020204" pitchFamily="34" charset="0"/>
              <a:cs typeface="Arial" panose="020B0604020202020204" pitchFamily="34" charset="0"/>
            </a:rPr>
            <a:t>Answer: True</a:t>
          </a:r>
          <a:endParaRPr lang="en-US" sz="1800" b="1">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a:solidFill>
                <a:schemeClr val="bg1"/>
              </a:solidFill>
              <a:latin typeface="Arial" panose="020B0604020202020204" pitchFamily="34" charset="0"/>
              <a:cs typeface="Arial" panose="020B0604020202020204" pitchFamily="34" charset="0"/>
            </a:rPr>
            <a:t>3. </a:t>
          </a:r>
          <a:r>
            <a:rPr lang="en-US" sz="1800" b="0" i="0">
              <a:latin typeface="Arial" panose="020B0604020202020204" pitchFamily="34" charset="0"/>
              <a:cs typeface="Arial" panose="020B0604020202020204" pitchFamily="34" charset="0"/>
            </a:rPr>
            <a:t>The _____ logic for VEEVA CRM is implemented in APEX triggers, while the _____ logic is implemented in server-based Java code using the Salesforce.com Composite Framework.</a:t>
          </a:r>
          <a:endParaRPr lang="en-US" sz="180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a:solidFill>
                <a:schemeClr val="bg1">
                  <a:lumMod val="95000"/>
                </a:schemeClr>
              </a:solidFill>
              <a:latin typeface="Arial" panose="020B0604020202020204" pitchFamily="34" charset="0"/>
              <a:cs typeface="Arial" panose="020B0604020202020204" pitchFamily="34" charset="0"/>
            </a:rPr>
            <a:t>Data Oriented, User Interface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B05213B0-90B3-4356-86FE-FF0A3305E232}">
      <dgm:prSet custT="1"/>
      <dgm:spPr/>
      <dgm:t>
        <a:bodyPr/>
        <a:lstStyle/>
        <a:p>
          <a:r>
            <a:rPr lang="en-US" sz="1800">
              <a:solidFill>
                <a:schemeClr val="bg1">
                  <a:lumMod val="95000"/>
                </a:schemeClr>
              </a:solidFill>
              <a:latin typeface="Arial" panose="020B0604020202020204" pitchFamily="34" charset="0"/>
              <a:cs typeface="Arial" panose="020B0604020202020204" pitchFamily="34" charset="0"/>
            </a:rPr>
            <a:t>User Interface, Data Oriented</a:t>
          </a:r>
        </a:p>
      </dgm:t>
    </dgm:pt>
    <dgm:pt modelId="{80665840-192E-4077-ADEC-556E77C95790}" type="parTrans" cxnId="{FE21E7C0-17E0-4B2D-B40E-C505DF216116}">
      <dgm:prSet/>
      <dgm:spPr/>
      <dgm:t>
        <a:bodyPr/>
        <a:lstStyle/>
        <a:p>
          <a:endParaRPr lang="en-US"/>
        </a:p>
      </dgm:t>
    </dgm:pt>
    <dgm:pt modelId="{5417A48B-0152-407E-BE49-266D76A5599A}" type="sibTrans" cxnId="{FE21E7C0-17E0-4B2D-B40E-C505DF216116}">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81202" custLinFactNeighborY="10893">
        <dgm:presLayoutVars>
          <dgm:bulletEnabled val="1"/>
        </dgm:presLayoutVars>
      </dgm:prSet>
      <dgm:spPr/>
    </dgm:pt>
  </dgm:ptLst>
  <dgm:cxnLst>
    <dgm:cxn modelId="{7224160E-40A6-4AB9-919B-98ABFAFA53CC}" type="presOf" srcId="{B05213B0-90B3-4356-86FE-FF0A3305E232}"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FE21E7C0-17E0-4B2D-B40E-C505DF216116}" srcId="{2C8EA471-3542-4573-A8BF-295862507B6E}" destId="{B05213B0-90B3-4356-86FE-FF0A3305E232}" srcOrd="1" destOrd="0" parTransId="{80665840-192E-4077-ADEC-556E77C95790}" sibTransId="{5417A48B-0152-407E-BE49-266D76A5599A}"/>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a:latin typeface="Arial" panose="020B0604020202020204" pitchFamily="34" charset="0"/>
              <a:cs typeface="Arial" panose="020B0604020202020204" pitchFamily="34" charset="0"/>
            </a:rPr>
            <a:t>Answer: Data Oriented, User Interface</a:t>
          </a:r>
          <a:endParaRPr lang="en-US" sz="1800" b="1">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4. </a:t>
          </a:r>
          <a:r>
            <a:rPr lang="en-US" sz="1800" b="0" i="0" dirty="0">
              <a:latin typeface="Arial" panose="020B0604020202020204" pitchFamily="34" charset="0"/>
              <a:cs typeface="Arial" panose="020B0604020202020204" pitchFamily="34" charset="0"/>
            </a:rPr>
            <a:t>Any formula field, or any formula within the formula field, cannot be modified. </a:t>
          </a:r>
        </a:p>
        <a:p>
          <a:r>
            <a:rPr lang="en-US" sz="1800" b="0" i="0" dirty="0">
              <a:solidFill>
                <a:schemeClr val="bg1"/>
              </a:solidFill>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a:solidFill>
                <a:schemeClr val="bg1">
                  <a:lumMod val="95000"/>
                </a:schemeClr>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9DD2A581-DF49-4075-9069-A7A15AAE8E19}">
      <dgm:prSet custT="1"/>
      <dgm:spPr/>
      <dgm:t>
        <a:bodyPr/>
        <a:lstStyle/>
        <a:p>
          <a:r>
            <a:rPr lang="en-US" sz="1800">
              <a:solidFill>
                <a:schemeClr val="bg1">
                  <a:lumMod val="95000"/>
                </a:schemeClr>
              </a:solidFill>
              <a:latin typeface="Arial" panose="020B0604020202020204" pitchFamily="34" charset="0"/>
              <a:cs typeface="Arial" panose="020B0604020202020204" pitchFamily="34" charset="0"/>
            </a:rPr>
            <a:t>False</a:t>
          </a:r>
        </a:p>
      </dgm:t>
    </dgm:pt>
    <dgm:pt modelId="{14591C8C-DCC0-4206-BB9A-78F1229D1864}" type="parTrans" cxnId="{560B6F60-08E5-4CBA-8B30-D6D76229FAE1}">
      <dgm:prSet/>
      <dgm:spPr/>
      <dgm:t>
        <a:bodyPr/>
        <a:lstStyle/>
        <a:p>
          <a:endParaRPr lang="en-US"/>
        </a:p>
      </dgm:t>
    </dgm:pt>
    <dgm:pt modelId="{6AE8BE3C-467B-454F-A28C-05B19FBE52A0}" type="sibTrans" cxnId="{560B6F60-08E5-4CBA-8B30-D6D76229FAE1}">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81202" custLinFactNeighborY="10893">
        <dgm:presLayoutVars>
          <dgm:bulletEnabled val="1"/>
        </dgm:presLayoutVars>
      </dgm:prSet>
      <dgm:spPr/>
    </dgm:pt>
  </dgm:ptLst>
  <dgm:cxnLst>
    <dgm:cxn modelId="{560B6F60-08E5-4CBA-8B30-D6D76229FAE1}" srcId="{2C8EA471-3542-4573-A8BF-295862507B6E}" destId="{9DD2A581-DF49-4075-9069-A7A15AAE8E19}" srcOrd="1" destOrd="0" parTransId="{14591C8C-DCC0-4206-BB9A-78F1229D1864}" sibTransId="{6AE8BE3C-467B-454F-A28C-05B19FBE52A0}"/>
    <dgm:cxn modelId="{671BED53-8D6D-477D-89FF-E796E772DC1B}" type="presOf" srcId="{9DD2A581-DF49-4075-9069-A7A15AAE8E19}"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a:latin typeface="Arial" panose="020B0604020202020204" pitchFamily="34" charset="0"/>
              <a:cs typeface="Arial" panose="020B0604020202020204" pitchFamily="34" charset="0"/>
            </a:rPr>
            <a:t>Answer: False</a:t>
          </a:r>
          <a:endParaRPr lang="en-US" sz="1800" b="1">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a:solidFill>
                <a:schemeClr val="bg1"/>
              </a:solidFill>
              <a:latin typeface="Arial" panose="020B0604020202020204" pitchFamily="34" charset="0"/>
              <a:cs typeface="Arial" panose="020B0604020202020204" pitchFamily="34" charset="0"/>
            </a:rPr>
            <a:t>5. Partners should only request portal access if they are actively engaged with a customer and need to log cases on the customer's behalf.</a:t>
          </a:r>
        </a:p>
        <a:p>
          <a:r>
            <a:rPr lang="en-US" sz="1800">
              <a:solidFill>
                <a:schemeClr val="bg1"/>
              </a:solidFill>
              <a:latin typeface="Arial" panose="020B0604020202020204" pitchFamily="34" charset="0"/>
              <a:cs typeface="Arial" panose="020B0604020202020204" pitchFamily="34" charset="0"/>
            </a:rPr>
            <a:t>State True or False </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a:solidFill>
                <a:schemeClr val="bg1">
                  <a:lumMod val="95000"/>
                </a:schemeClr>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9DD2A581-DF49-4075-9069-A7A15AAE8E19}">
      <dgm:prSet custT="1"/>
      <dgm:spPr/>
      <dgm:t>
        <a:bodyPr/>
        <a:lstStyle/>
        <a:p>
          <a:r>
            <a:rPr lang="en-US" sz="1800">
              <a:solidFill>
                <a:schemeClr val="bg1">
                  <a:lumMod val="95000"/>
                </a:schemeClr>
              </a:solidFill>
              <a:latin typeface="Arial" panose="020B0604020202020204" pitchFamily="34" charset="0"/>
              <a:cs typeface="Arial" panose="020B0604020202020204" pitchFamily="34" charset="0"/>
            </a:rPr>
            <a:t>False</a:t>
          </a:r>
        </a:p>
      </dgm:t>
    </dgm:pt>
    <dgm:pt modelId="{14591C8C-DCC0-4206-BB9A-78F1229D1864}" type="parTrans" cxnId="{560B6F60-08E5-4CBA-8B30-D6D76229FAE1}">
      <dgm:prSet/>
      <dgm:spPr/>
      <dgm:t>
        <a:bodyPr/>
        <a:lstStyle/>
        <a:p>
          <a:endParaRPr lang="en-US"/>
        </a:p>
      </dgm:t>
    </dgm:pt>
    <dgm:pt modelId="{6AE8BE3C-467B-454F-A28C-05B19FBE52A0}" type="sibTrans" cxnId="{560B6F60-08E5-4CBA-8B30-D6D76229FAE1}">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81202" custLinFactNeighborY="10893">
        <dgm:presLayoutVars>
          <dgm:bulletEnabled val="1"/>
        </dgm:presLayoutVars>
      </dgm:prSet>
      <dgm:spPr/>
    </dgm:pt>
  </dgm:ptLst>
  <dgm:cxnLst>
    <dgm:cxn modelId="{560B6F60-08E5-4CBA-8B30-D6D76229FAE1}" srcId="{2C8EA471-3542-4573-A8BF-295862507B6E}" destId="{9DD2A581-DF49-4075-9069-A7A15AAE8E19}" srcOrd="1" destOrd="0" parTransId="{14591C8C-DCC0-4206-BB9A-78F1229D1864}" sibTransId="{6AE8BE3C-467B-454F-A28C-05B19FBE52A0}"/>
    <dgm:cxn modelId="{671BED53-8D6D-477D-89FF-E796E772DC1B}" type="presOf" srcId="{9DD2A581-DF49-4075-9069-A7A15AAE8E19}" destId="{0EBE7C70-51AD-4402-A9D8-36889ADBC56A}" srcOrd="0" destOrd="1"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a:latin typeface="Arial" panose="020B0604020202020204" pitchFamily="34" charset="0"/>
              <a:cs typeface="Arial" panose="020B0604020202020204" pitchFamily="34" charset="0"/>
            </a:rPr>
            <a:t>Answer: True</a:t>
          </a:r>
          <a:endParaRPr lang="en-US" sz="1800" b="1">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28523"/>
          <a:ext cx="8333885" cy="13175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kern="1200">
              <a:latin typeface="Arial" panose="020B0604020202020204" pitchFamily="34" charset="0"/>
              <a:cs typeface="Arial" panose="020B0604020202020204" pitchFamily="34" charset="0"/>
            </a:rPr>
            <a:t>1. </a:t>
          </a:r>
          <a:r>
            <a:rPr lang="en-US" sz="1800" kern="1200">
              <a:latin typeface="Arial" panose="020B0604020202020204" pitchFamily="34" charset="0"/>
              <a:cs typeface="Arial" panose="020B0604020202020204" pitchFamily="34" charset="0"/>
            </a:rPr>
            <a:t>Data oriented logic behind VEEVA CRM is implemented on which programming Language?</a:t>
          </a:r>
          <a:endParaRPr lang="en-US" sz="1800" kern="1200">
            <a:solidFill>
              <a:schemeClr val="bg1"/>
            </a:solidFill>
            <a:latin typeface="Arial" panose="020B0604020202020204" pitchFamily="34" charset="0"/>
            <a:cs typeface="Arial" panose="020B0604020202020204" pitchFamily="34" charset="0"/>
          </a:endParaRPr>
        </a:p>
      </dsp:txBody>
      <dsp:txXfrm>
        <a:off x="64318" y="192841"/>
        <a:ext cx="8205249" cy="1188915"/>
      </dsp:txXfrm>
    </dsp:sp>
    <dsp:sp modelId="{0EBE7C70-51AD-4402-A9D8-36889ADBC56A}">
      <dsp:nvSpPr>
        <dsp:cNvPr id="0" name=""/>
        <dsp:cNvSpPr/>
      </dsp:nvSpPr>
      <dsp:spPr>
        <a:xfrm>
          <a:off x="0" y="1735815"/>
          <a:ext cx="8333885"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solidFill>
                <a:schemeClr val="bg1">
                  <a:lumMod val="95000"/>
                </a:schemeClr>
              </a:solidFill>
              <a:latin typeface="Arial" panose="020B0604020202020204" pitchFamily="34" charset="0"/>
              <a:cs typeface="Arial" panose="020B0604020202020204" pitchFamily="34" charset="0"/>
            </a:rPr>
            <a:t>APEX</a:t>
          </a:r>
        </a:p>
        <a:p>
          <a:pPr marL="171450" lvl="1" indent="-171450" algn="l" defTabSz="800100">
            <a:lnSpc>
              <a:spcPct val="90000"/>
            </a:lnSpc>
            <a:spcBef>
              <a:spcPct val="0"/>
            </a:spcBef>
            <a:spcAft>
              <a:spcPct val="20000"/>
            </a:spcAft>
            <a:buChar char="•"/>
          </a:pPr>
          <a:r>
            <a:rPr lang="en-US" sz="1800" kern="1200">
              <a:solidFill>
                <a:schemeClr val="bg1">
                  <a:lumMod val="95000"/>
                </a:schemeClr>
              </a:solidFill>
              <a:latin typeface="Arial" panose="020B0604020202020204" pitchFamily="34" charset="0"/>
              <a:cs typeface="Arial" panose="020B0604020202020204" pitchFamily="34" charset="0"/>
            </a:rPr>
            <a:t>Java</a:t>
          </a:r>
        </a:p>
        <a:p>
          <a:pPr marL="171450" lvl="1" indent="-171450" algn="l" defTabSz="800100">
            <a:lnSpc>
              <a:spcPct val="90000"/>
            </a:lnSpc>
            <a:spcBef>
              <a:spcPct val="0"/>
            </a:spcBef>
            <a:spcAft>
              <a:spcPct val="20000"/>
            </a:spcAft>
            <a:buChar char="•"/>
          </a:pPr>
          <a:r>
            <a:rPr lang="en-US" sz="1800" kern="1200">
              <a:solidFill>
                <a:schemeClr val="bg1">
                  <a:lumMod val="95000"/>
                </a:schemeClr>
              </a:solidFill>
              <a:latin typeface="Arial" panose="020B0604020202020204" pitchFamily="34" charset="0"/>
              <a:cs typeface="Arial" panose="020B0604020202020204" pitchFamily="34" charset="0"/>
            </a:rPr>
            <a:t>C</a:t>
          </a:r>
        </a:p>
        <a:p>
          <a:pPr marL="171450" lvl="1" indent="-171450" algn="l" defTabSz="800100">
            <a:lnSpc>
              <a:spcPct val="90000"/>
            </a:lnSpc>
            <a:spcBef>
              <a:spcPct val="0"/>
            </a:spcBef>
            <a:spcAft>
              <a:spcPct val="20000"/>
            </a:spcAft>
            <a:buChar char="•"/>
          </a:pPr>
          <a:r>
            <a:rPr lang="en-US" sz="1800" kern="1200">
              <a:solidFill>
                <a:schemeClr val="bg1">
                  <a:lumMod val="95000"/>
                </a:schemeClr>
              </a:solidFill>
              <a:latin typeface="Arial" panose="020B0604020202020204" pitchFamily="34" charset="0"/>
              <a:cs typeface="Arial" panose="020B0604020202020204" pitchFamily="34" charset="0"/>
            </a:rPr>
            <a:t>C++</a:t>
          </a:r>
        </a:p>
      </dsp:txBody>
      <dsp:txXfrm>
        <a:off x="0" y="1735815"/>
        <a:ext cx="8333885" cy="11773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92454"/>
          <a:ext cx="8333885" cy="13175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solidFill>
                <a:schemeClr val="bg1"/>
              </a:solidFill>
              <a:latin typeface="Arial" panose="020B0604020202020204" pitchFamily="34" charset="0"/>
              <a:cs typeface="Arial" panose="020B0604020202020204" pitchFamily="34" charset="0"/>
            </a:rPr>
            <a:t>2. VEEVA Online can be directly used by login to Salesforce.com or any Salesforce custom domain using any compatible browser.</a:t>
          </a:r>
        </a:p>
        <a:p>
          <a:pPr marL="0" lvl="0" indent="0" algn="l" defTabSz="800100">
            <a:lnSpc>
              <a:spcPct val="90000"/>
            </a:lnSpc>
            <a:spcBef>
              <a:spcPct val="0"/>
            </a:spcBef>
            <a:spcAft>
              <a:spcPct val="35000"/>
            </a:spcAft>
            <a:buNone/>
          </a:pPr>
          <a:r>
            <a:rPr lang="en-US" sz="1800" kern="1200">
              <a:solidFill>
                <a:schemeClr val="bg1"/>
              </a:solidFill>
              <a:latin typeface="Arial" panose="020B0604020202020204" pitchFamily="34" charset="0"/>
              <a:cs typeface="Arial" panose="020B0604020202020204" pitchFamily="34" charset="0"/>
            </a:rPr>
            <a:t>State True or False.</a:t>
          </a:r>
        </a:p>
      </dsp:txBody>
      <dsp:txXfrm>
        <a:off x="64318" y="256772"/>
        <a:ext cx="8205249" cy="1188915"/>
      </dsp:txXfrm>
    </dsp:sp>
    <dsp:sp modelId="{0EBE7C70-51AD-4402-A9D8-36889ADBC56A}">
      <dsp:nvSpPr>
        <dsp:cNvPr id="0" name=""/>
        <dsp:cNvSpPr/>
      </dsp:nvSpPr>
      <dsp:spPr>
        <a:xfrm>
          <a:off x="0" y="1786272"/>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solidFill>
                <a:schemeClr val="bg1">
                  <a:lumMod val="95000"/>
                </a:schemeClr>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a:solidFill>
                <a:schemeClr val="bg1">
                  <a:lumMod val="95000"/>
                </a:schemeClr>
              </a:solidFill>
              <a:latin typeface="Arial" panose="020B0604020202020204" pitchFamily="34" charset="0"/>
              <a:cs typeface="Arial" panose="020B0604020202020204" pitchFamily="34" charset="0"/>
            </a:rPr>
            <a:t>False</a:t>
          </a:r>
        </a:p>
      </dsp:txBody>
      <dsp:txXfrm>
        <a:off x="0" y="1786272"/>
        <a:ext cx="8333885" cy="10764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Answer: True</a:t>
          </a:r>
          <a:endParaRPr lang="en-US" sz="1800" b="1" kern="120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293624"/>
          <a:ext cx="8333885" cy="13175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solidFill>
                <a:schemeClr val="bg1"/>
              </a:solidFill>
              <a:latin typeface="Arial" panose="020B0604020202020204" pitchFamily="34" charset="0"/>
              <a:cs typeface="Arial" panose="020B0604020202020204" pitchFamily="34" charset="0"/>
            </a:rPr>
            <a:t>3. </a:t>
          </a:r>
          <a:r>
            <a:rPr lang="en-US" sz="1800" b="0" i="0" kern="1200">
              <a:latin typeface="Arial" panose="020B0604020202020204" pitchFamily="34" charset="0"/>
              <a:cs typeface="Arial" panose="020B0604020202020204" pitchFamily="34" charset="0"/>
            </a:rPr>
            <a:t>The _____ logic for VEEVA CRM is implemented in APEX triggers, while the _____ logic is implemented in server-based Java code using the Salesforce.com Composite Framework.</a:t>
          </a:r>
          <a:endParaRPr lang="en-US" sz="1800" kern="1200">
            <a:solidFill>
              <a:schemeClr val="bg1"/>
            </a:solidFill>
            <a:latin typeface="Arial" panose="020B0604020202020204" pitchFamily="34" charset="0"/>
            <a:cs typeface="Arial" panose="020B0604020202020204" pitchFamily="34" charset="0"/>
          </a:endParaRPr>
        </a:p>
      </dsp:txBody>
      <dsp:txXfrm>
        <a:off x="64318" y="357942"/>
        <a:ext cx="8205249" cy="1188915"/>
      </dsp:txXfrm>
    </dsp:sp>
    <dsp:sp modelId="{0EBE7C70-51AD-4402-A9D8-36889ADBC56A}">
      <dsp:nvSpPr>
        <dsp:cNvPr id="0" name=""/>
        <dsp:cNvSpPr/>
      </dsp:nvSpPr>
      <dsp:spPr>
        <a:xfrm>
          <a:off x="0" y="1887442"/>
          <a:ext cx="8333885" cy="874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solidFill>
                <a:schemeClr val="bg1">
                  <a:lumMod val="95000"/>
                </a:schemeClr>
              </a:solidFill>
              <a:latin typeface="Arial" panose="020B0604020202020204" pitchFamily="34" charset="0"/>
              <a:cs typeface="Arial" panose="020B0604020202020204" pitchFamily="34" charset="0"/>
            </a:rPr>
            <a:t>Data Oriented, User Interface</a:t>
          </a:r>
        </a:p>
        <a:p>
          <a:pPr marL="171450" lvl="1" indent="-171450" algn="l" defTabSz="800100">
            <a:lnSpc>
              <a:spcPct val="90000"/>
            </a:lnSpc>
            <a:spcBef>
              <a:spcPct val="0"/>
            </a:spcBef>
            <a:spcAft>
              <a:spcPct val="20000"/>
            </a:spcAft>
            <a:buChar char="•"/>
          </a:pPr>
          <a:r>
            <a:rPr lang="en-US" sz="1800" kern="1200">
              <a:solidFill>
                <a:schemeClr val="bg1">
                  <a:lumMod val="95000"/>
                </a:schemeClr>
              </a:solidFill>
              <a:latin typeface="Arial" panose="020B0604020202020204" pitchFamily="34" charset="0"/>
              <a:cs typeface="Arial" panose="020B0604020202020204" pitchFamily="34" charset="0"/>
            </a:rPr>
            <a:t>User Interface, Data Oriented</a:t>
          </a:r>
        </a:p>
      </dsp:txBody>
      <dsp:txXfrm>
        <a:off x="0" y="1887442"/>
        <a:ext cx="8333885" cy="8740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Answer: Data Oriented, User Interface</a:t>
          </a:r>
          <a:endParaRPr lang="en-US" sz="1800" b="1" kern="120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293624"/>
          <a:ext cx="8333885" cy="13175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4. </a:t>
          </a:r>
          <a:r>
            <a:rPr lang="en-US" sz="1800" b="0" i="0" kern="1200" dirty="0">
              <a:latin typeface="Arial" panose="020B0604020202020204" pitchFamily="34" charset="0"/>
              <a:cs typeface="Arial" panose="020B0604020202020204" pitchFamily="34" charset="0"/>
            </a:rPr>
            <a:t>Any formula field, or any formula within the formula field, cannot be modified. </a:t>
          </a:r>
        </a:p>
        <a:p>
          <a:pPr marL="0" lvl="0" indent="0" algn="l" defTabSz="800100">
            <a:lnSpc>
              <a:spcPct val="90000"/>
            </a:lnSpc>
            <a:spcBef>
              <a:spcPct val="0"/>
            </a:spcBef>
            <a:spcAft>
              <a:spcPct val="35000"/>
            </a:spcAft>
            <a:buNone/>
          </a:pPr>
          <a:r>
            <a:rPr lang="en-US" sz="1800" b="0" i="0" kern="1200" dirty="0">
              <a:solidFill>
                <a:schemeClr val="bg1"/>
              </a:solidFill>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64318" y="357942"/>
        <a:ext cx="8205249" cy="1188915"/>
      </dsp:txXfrm>
    </dsp:sp>
    <dsp:sp modelId="{0EBE7C70-51AD-4402-A9D8-36889ADBC56A}">
      <dsp:nvSpPr>
        <dsp:cNvPr id="0" name=""/>
        <dsp:cNvSpPr/>
      </dsp:nvSpPr>
      <dsp:spPr>
        <a:xfrm>
          <a:off x="0" y="1887442"/>
          <a:ext cx="8333885" cy="874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solidFill>
                <a:schemeClr val="bg1">
                  <a:lumMod val="95000"/>
                </a:schemeClr>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a:solidFill>
                <a:schemeClr val="bg1">
                  <a:lumMod val="95000"/>
                </a:schemeClr>
              </a:solidFill>
              <a:latin typeface="Arial" panose="020B0604020202020204" pitchFamily="34" charset="0"/>
              <a:cs typeface="Arial" panose="020B0604020202020204" pitchFamily="34" charset="0"/>
            </a:rPr>
            <a:t>False</a:t>
          </a:r>
        </a:p>
      </dsp:txBody>
      <dsp:txXfrm>
        <a:off x="0" y="1887442"/>
        <a:ext cx="8333885" cy="87405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Answer: False</a:t>
          </a:r>
          <a:endParaRPr lang="en-US" sz="1800" b="1" kern="120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293624"/>
          <a:ext cx="8333885" cy="13175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solidFill>
                <a:schemeClr val="bg1"/>
              </a:solidFill>
              <a:latin typeface="Arial" panose="020B0604020202020204" pitchFamily="34" charset="0"/>
              <a:cs typeface="Arial" panose="020B0604020202020204" pitchFamily="34" charset="0"/>
            </a:rPr>
            <a:t>5. Partners should only request portal access if they are actively engaged with a customer and need to log cases on the customer's behalf.</a:t>
          </a:r>
        </a:p>
        <a:p>
          <a:pPr marL="0" lvl="0" indent="0" algn="l" defTabSz="800100">
            <a:lnSpc>
              <a:spcPct val="90000"/>
            </a:lnSpc>
            <a:spcBef>
              <a:spcPct val="0"/>
            </a:spcBef>
            <a:spcAft>
              <a:spcPct val="35000"/>
            </a:spcAft>
            <a:buNone/>
          </a:pPr>
          <a:r>
            <a:rPr lang="en-US" sz="1800" kern="1200">
              <a:solidFill>
                <a:schemeClr val="bg1"/>
              </a:solidFill>
              <a:latin typeface="Arial" panose="020B0604020202020204" pitchFamily="34" charset="0"/>
              <a:cs typeface="Arial" panose="020B0604020202020204" pitchFamily="34" charset="0"/>
            </a:rPr>
            <a:t>State True or False </a:t>
          </a:r>
        </a:p>
      </dsp:txBody>
      <dsp:txXfrm>
        <a:off x="64318" y="357942"/>
        <a:ext cx="8205249" cy="1188915"/>
      </dsp:txXfrm>
    </dsp:sp>
    <dsp:sp modelId="{0EBE7C70-51AD-4402-A9D8-36889ADBC56A}">
      <dsp:nvSpPr>
        <dsp:cNvPr id="0" name=""/>
        <dsp:cNvSpPr/>
      </dsp:nvSpPr>
      <dsp:spPr>
        <a:xfrm>
          <a:off x="0" y="1887442"/>
          <a:ext cx="8333885" cy="874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a:solidFill>
                <a:schemeClr val="bg1">
                  <a:lumMod val="95000"/>
                </a:schemeClr>
              </a:solidFill>
              <a:latin typeface="Arial" panose="020B0604020202020204" pitchFamily="34" charset="0"/>
              <a:cs typeface="Arial" panose="020B0604020202020204" pitchFamily="34" charset="0"/>
            </a:rPr>
            <a:t>True</a:t>
          </a:r>
        </a:p>
        <a:p>
          <a:pPr marL="171450" lvl="1" indent="-171450" algn="l" defTabSz="800100">
            <a:lnSpc>
              <a:spcPct val="90000"/>
            </a:lnSpc>
            <a:spcBef>
              <a:spcPct val="0"/>
            </a:spcBef>
            <a:spcAft>
              <a:spcPct val="20000"/>
            </a:spcAft>
            <a:buChar char="•"/>
          </a:pPr>
          <a:r>
            <a:rPr lang="en-US" sz="1800" kern="1200">
              <a:solidFill>
                <a:schemeClr val="bg1">
                  <a:lumMod val="95000"/>
                </a:schemeClr>
              </a:solidFill>
              <a:latin typeface="Arial" panose="020B0604020202020204" pitchFamily="34" charset="0"/>
              <a:cs typeface="Arial" panose="020B0604020202020204" pitchFamily="34" charset="0"/>
            </a:rPr>
            <a:t>False</a:t>
          </a:r>
        </a:p>
      </dsp:txBody>
      <dsp:txXfrm>
        <a:off x="0" y="1887442"/>
        <a:ext cx="8333885" cy="87405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Answer: True</a:t>
          </a:r>
          <a:endParaRPr lang="en-US" sz="1800" b="1" kern="120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658FED-51F9-9B45-B597-1E80080F05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98449CD-7629-F94E-AB7C-5B049A15EC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407195-0CC2-A547-89CA-57E183807FCC}" type="datetimeFigureOut">
              <a:rPr lang="en-US" smtClean="0"/>
              <a:t>7/28/2025</a:t>
            </a:fld>
            <a:endParaRPr lang="en-US"/>
          </a:p>
        </p:txBody>
      </p:sp>
      <p:sp>
        <p:nvSpPr>
          <p:cNvPr id="4" name="Footer Placeholder 3">
            <a:extLst>
              <a:ext uri="{FF2B5EF4-FFF2-40B4-BE49-F238E27FC236}">
                <a16:creationId xmlns:a16="http://schemas.microsoft.com/office/drawing/2014/main" id="{EEA1FED8-4762-F94C-A006-546565DF54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F831462-D62C-8C42-B544-F3E0E7018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8F4819-B501-CC4D-93F0-10A4E74E0251}" type="slidenum">
              <a:rPr lang="en-US" smtClean="0"/>
              <a:t>‹#›</a:t>
            </a:fld>
            <a:endParaRPr lang="en-US"/>
          </a:p>
        </p:txBody>
      </p:sp>
    </p:spTree>
    <p:extLst>
      <p:ext uri="{BB962C8B-B14F-4D97-AF65-F5344CB8AC3E}">
        <p14:creationId xmlns:p14="http://schemas.microsoft.com/office/powerpoint/2010/main" val="1602135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A00608-096F-0448-BF1C-AC23D45B3CD2}" type="datetimeFigureOut">
              <a:rPr lang="en-US" smtClean="0"/>
              <a:t>7/28/2025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9A3903-E1C0-B641-BF09-7903E2AE2EC7}" type="slidenum">
              <a:rPr lang="en-US" smtClean="0"/>
              <a:t>‹#›</a:t>
            </a:fld>
            <a:endParaRPr lang="en-US"/>
          </a:p>
        </p:txBody>
      </p:sp>
    </p:spTree>
    <p:extLst>
      <p:ext uri="{BB962C8B-B14F-4D97-AF65-F5344CB8AC3E}">
        <p14:creationId xmlns:p14="http://schemas.microsoft.com/office/powerpoint/2010/main" val="2347753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62911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2921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7183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11667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754564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e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e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e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e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319452567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403" t="430" r="804" b="462"/>
          <a:stretch/>
        </p:blipFill>
        <p:spPr>
          <a:xfrm>
            <a:off x="49619" y="0"/>
            <a:ext cx="12153014"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a:t>© 2023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4"/>
            <a:ext cx="4013200" cy="1828469"/>
          </a:xfrm>
        </p:spPr>
        <p:txBody>
          <a:bodyPr anchor="b">
            <a:noAutofit/>
          </a:bodyPr>
          <a:lstStyle>
            <a:lvl1pPr algn="l">
              <a:defRPr sz="3600" b="1">
                <a:solidFill>
                  <a:schemeClr val="tx2"/>
                </a:solidFill>
              </a:defRPr>
            </a:lvl1pPr>
          </a:lstStyle>
          <a:p>
            <a:r>
              <a:rPr lang="en-US"/>
              <a:t>Click to edit Master title style</a:t>
            </a:r>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90599" y="1643357"/>
            <a:ext cx="2330451" cy="265494"/>
          </a:xfrm>
          <a:prstGeom prst="rect">
            <a:avLst/>
          </a:prstGeom>
        </p:spPr>
      </p:pic>
    </p:spTree>
    <p:extLst>
      <p:ext uri="{BB962C8B-B14F-4D97-AF65-F5344CB8AC3E}">
        <p14:creationId xmlns:p14="http://schemas.microsoft.com/office/powerpoint/2010/main" val="1924353203"/>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6"/>
                </a:solidFill>
              </a:defRPr>
            </a:lvl1pPr>
          </a:lstStyle>
          <a:p>
            <a:r>
              <a:rPr lang="en-US"/>
              <a:t>Click to edit Master title style</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2"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79732" y="1061948"/>
            <a:ext cx="4555068" cy="518932"/>
          </a:xfrm>
          <a:prstGeom prst="rect">
            <a:avLst/>
          </a:prstGeom>
        </p:spPr>
      </p:pic>
    </p:spTree>
    <p:extLst>
      <p:ext uri="{BB962C8B-B14F-4D97-AF65-F5344CB8AC3E}">
        <p14:creationId xmlns:p14="http://schemas.microsoft.com/office/powerpoint/2010/main" val="41548366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3"/>
                </a:solidFill>
              </a:defRPr>
            </a:lvl1pPr>
          </a:lstStyle>
          <a:p>
            <a:r>
              <a:rPr lang="en-US"/>
              <a:t>Click to edit Master title style</a:t>
            </a:r>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179732" y="1061948"/>
            <a:ext cx="4555068" cy="518931"/>
          </a:xfrm>
          <a:prstGeom prst="rect">
            <a:avLst/>
          </a:prstGeom>
        </p:spPr>
      </p:pic>
    </p:spTree>
    <p:extLst>
      <p:ext uri="{BB962C8B-B14F-4D97-AF65-F5344CB8AC3E}">
        <p14:creationId xmlns:p14="http://schemas.microsoft.com/office/powerpoint/2010/main" val="31402081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a:t>© 2023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4"/>
            <a:ext cx="11368088" cy="3959081"/>
          </a:xfrm>
          <a:prstGeom prst="rect">
            <a:avLst/>
          </a:prstGeom>
        </p:spPr>
        <p:txBody>
          <a:bodyPr/>
          <a:lstStyle>
            <a:lvl1pPr marL="457200" indent="-457200">
              <a:lnSpc>
                <a:spcPct val="100000"/>
              </a:lnSpc>
              <a:buFont typeface="+mj-lt"/>
              <a:buAutoNum type="arabicPeriod"/>
              <a:tabLst/>
              <a:defRPr sz="1800">
                <a:solidFill>
                  <a:schemeClr val="tx1"/>
                </a:solidFill>
              </a:defRPr>
            </a:lvl1pPr>
            <a:lvl2pPr marL="690563" indent="-230188">
              <a:lnSpc>
                <a:spcPct val="100000"/>
              </a:lnSpc>
              <a:buFont typeface="Arial" panose="020B0604020202020204" pitchFamily="34" charset="0"/>
              <a:buChar char="•"/>
              <a:tabLst/>
              <a:defRPr sz="1800">
                <a:solidFill>
                  <a:schemeClr val="tx1"/>
                </a:solidFill>
              </a:defRPr>
            </a:lvl2pPr>
            <a:lvl3pPr marL="976313" indent="-230188">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599300" y="291346"/>
            <a:ext cx="2152968" cy="245275"/>
          </a:xfrm>
          <a:prstGeom prst="rect">
            <a:avLst/>
          </a:prstGeom>
        </p:spPr>
      </p:pic>
    </p:spTree>
    <p:extLst>
      <p:ext uri="{BB962C8B-B14F-4D97-AF65-F5344CB8AC3E}">
        <p14:creationId xmlns:p14="http://schemas.microsoft.com/office/powerpoint/2010/main" val="248601573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6605909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2"/>
                </a:solidFill>
              </a:defRPr>
            </a:lvl1pPr>
          </a:lstStyle>
          <a:p>
            <a:r>
              <a:rPr lang="en-US"/>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2"/>
                </a:solidFill>
              </a:defRPr>
            </a:lvl1pPr>
          </a:lstStyle>
          <a:p>
            <a:fld id="{C53E075B-3175-45CF-B3C7-FEDF3F5961E3}"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760396691"/>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19841559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35521357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1"/>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667767552"/>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1"/>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42205517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2"/>
                </a:solidFill>
              </a:defRPr>
            </a:lvl1pPr>
          </a:lstStyle>
          <a:p>
            <a:fld id="{C53E075B-3175-45CF-B3C7-FEDF3F5961E3}" type="slidenum">
              <a:rPr lang="en-US" smtClean="0"/>
              <a:pP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1730998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12" t="20936" r="6388" b="390"/>
          <a:stretch/>
        </p:blipFill>
        <p:spPr>
          <a:xfrm>
            <a:off x="11575"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5484780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26029316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64428607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114743664"/>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5261054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4254062397"/>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userDrawn="1">
          <p15:clr>
            <a:srgbClr val="FBAE40"/>
          </p15:clr>
        </p15:guide>
        <p15:guide id="4" pos="710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9301401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2023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8" y="1196975"/>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5"/>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9516940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2023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8" y="1196975"/>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5"/>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12" name="Picture 8">
            <a:extLst>
              <a:ext uri="{FF2B5EF4-FFF2-40B4-BE49-F238E27FC236}">
                <a16:creationId xmlns:a16="http://schemas.microsoft.com/office/drawing/2014/main" id="{60F2FF91-370F-4D44-9FCE-DB1EE37D91B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82811947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2023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14" name="Picture 5">
            <a:extLst>
              <a:ext uri="{FF2B5EF4-FFF2-40B4-BE49-F238E27FC236}">
                <a16:creationId xmlns:a16="http://schemas.microsoft.com/office/drawing/2014/main" id="{B424675C-9C4A-C443-B600-7A7E44BAE4B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0028586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2023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8" y="1196975"/>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1" y="1196975"/>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7" y="1196975"/>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8">
            <a:extLst>
              <a:ext uri="{FF2B5EF4-FFF2-40B4-BE49-F238E27FC236}">
                <a16:creationId xmlns:a16="http://schemas.microsoft.com/office/drawing/2014/main" id="{4F8179E2-C4FC-B141-B84B-E2906198405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676110493"/>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2023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44175262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2023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9069149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4"/>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a:t>Click to edit Master title style</a:t>
            </a:r>
            <a:br>
              <a:rPr lang="en-US"/>
            </a:br>
            <a:endParaRPr lang="en-US"/>
          </a:p>
        </p:txBody>
      </p:sp>
      <p:pic>
        <p:nvPicPr>
          <p:cNvPr id="10" name="Picture 8">
            <a:extLst>
              <a:ext uri="{FF2B5EF4-FFF2-40B4-BE49-F238E27FC236}">
                <a16:creationId xmlns:a16="http://schemas.microsoft.com/office/drawing/2014/main" id="{F403757B-3C0A-0849-B674-7D15D576B3A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5244521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0653459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725878177"/>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483158593"/>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2019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293661127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5"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5"/>
            <a:ext cx="4013200" cy="1828469"/>
          </a:xfrm>
        </p:spPr>
        <p:txBody>
          <a:bodyPr anchor="b">
            <a:noAutofit/>
          </a:bodyPr>
          <a:lstStyle>
            <a:lvl1pPr algn="l">
              <a:defRPr sz="3600" b="1">
                <a:solidFill>
                  <a:schemeClr val="tx2"/>
                </a:solidFill>
              </a:defRPr>
            </a:lvl1pPr>
          </a:lstStyle>
          <a:p>
            <a:r>
              <a:rPr lang="en-US"/>
              <a:t>Click to edit Master title style</a:t>
            </a:r>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600" y="1643358"/>
            <a:ext cx="2330451" cy="265495"/>
          </a:xfrm>
          <a:prstGeom prst="rect">
            <a:avLst/>
          </a:prstGeom>
        </p:spPr>
      </p:pic>
    </p:spTree>
    <p:extLst>
      <p:ext uri="{BB962C8B-B14F-4D97-AF65-F5344CB8AC3E}">
        <p14:creationId xmlns:p14="http://schemas.microsoft.com/office/powerpoint/2010/main" val="547856868"/>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6"/>
                </a:solidFill>
              </a:defRPr>
            </a:lvl1pPr>
          </a:lstStyle>
          <a:p>
            <a:r>
              <a:rPr lang="en-US"/>
              <a:t>Click to edit Master title style</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6"/>
            <a:ext cx="3228343"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3" y="1061949"/>
            <a:ext cx="4555068" cy="518932"/>
          </a:xfrm>
          <a:prstGeom prst="rect">
            <a:avLst/>
          </a:prstGeom>
        </p:spPr>
      </p:pic>
    </p:spTree>
    <p:extLst>
      <p:ext uri="{BB962C8B-B14F-4D97-AF65-F5344CB8AC3E}">
        <p14:creationId xmlns:p14="http://schemas.microsoft.com/office/powerpoint/2010/main" val="39362913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900" y="989146"/>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3"/>
                </a:solidFill>
              </a:defRPr>
            </a:lvl1pPr>
          </a:lstStyle>
          <a:p>
            <a:r>
              <a:rPr lang="en-US"/>
              <a:t>Click to edit Master title style</a:t>
            </a:r>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3" y="1061949"/>
            <a:ext cx="4555068" cy="518931"/>
          </a:xfrm>
          <a:prstGeom prst="rect">
            <a:avLst/>
          </a:prstGeom>
        </p:spPr>
      </p:pic>
    </p:spTree>
    <p:extLst>
      <p:ext uri="{BB962C8B-B14F-4D97-AF65-F5344CB8AC3E}">
        <p14:creationId xmlns:p14="http://schemas.microsoft.com/office/powerpoint/2010/main" val="27335735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5"/>
            <a:ext cx="11368088" cy="3959081"/>
          </a:xfrm>
          <a:prstGeom prst="rect">
            <a:avLst/>
          </a:prstGeom>
        </p:spPr>
        <p:txBody>
          <a:bodyPr/>
          <a:lstStyle>
            <a:lvl1pPr marL="457189" indent="-457189">
              <a:lnSpc>
                <a:spcPct val="100000"/>
              </a:lnSpc>
              <a:buFont typeface="+mj-lt"/>
              <a:buAutoNum type="arabicPeriod"/>
              <a:tabLst/>
              <a:defRPr sz="1800">
                <a:solidFill>
                  <a:schemeClr val="tx1"/>
                </a:solidFill>
              </a:defRPr>
            </a:lvl1pPr>
            <a:lvl2pPr marL="690545" indent="-230182">
              <a:lnSpc>
                <a:spcPct val="100000"/>
              </a:lnSpc>
              <a:buFont typeface="Arial" panose="020B0604020202020204" pitchFamily="34" charset="0"/>
              <a:buChar char="•"/>
              <a:tabLst/>
              <a:defRPr sz="1800">
                <a:solidFill>
                  <a:schemeClr val="tx1"/>
                </a:solidFill>
              </a:defRPr>
            </a:lvl2pPr>
            <a:lvl3pPr marL="976289" indent="-230182">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300" y="291347"/>
            <a:ext cx="2152968" cy="245275"/>
          </a:xfrm>
          <a:prstGeom prst="rect">
            <a:avLst/>
          </a:prstGeom>
        </p:spPr>
      </p:pic>
    </p:spTree>
    <p:extLst>
      <p:ext uri="{BB962C8B-B14F-4D97-AF65-F5344CB8AC3E}">
        <p14:creationId xmlns:p14="http://schemas.microsoft.com/office/powerpoint/2010/main" val="2597999571"/>
      </p:ext>
    </p:extLst>
  </p:cSld>
  <p:clrMapOvr>
    <a:overrideClrMapping bg1="dk1" tx1="lt1" bg2="dk2" tx2="lt2" accent1="accent1" accent2="accent2" accent3="accent3" accent4="accent4" accent5="accent5" accent6="accent6" hlink="hlink" folHlink="folHlink"/>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201"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8" y="1903672"/>
            <a:ext cx="6053327" cy="1846659"/>
          </a:xfrm>
        </p:spPr>
        <p:txBody>
          <a:bodyPr wrap="square" anchor="ctr" anchorCtr="0">
            <a:spAutoFit/>
          </a:bodyPr>
          <a:lstStyle>
            <a:lvl1pPr algn="l">
              <a:defRPr sz="6000" b="1">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3"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6" y="1611579"/>
            <a:ext cx="4060795" cy="462621"/>
          </a:xfrm>
          <a:prstGeom prst="rect">
            <a:avLst/>
          </a:prstGeom>
        </p:spPr>
      </p:pic>
    </p:spTree>
    <p:extLst>
      <p:ext uri="{BB962C8B-B14F-4D97-AF65-F5344CB8AC3E}">
        <p14:creationId xmlns:p14="http://schemas.microsoft.com/office/powerpoint/2010/main" val="179470269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79981855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19454593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3200713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0"/>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411092197"/>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0"/>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481200145"/>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2"/>
                </a:solidFill>
              </a:defRPr>
            </a:lvl1pPr>
          </a:lstStyle>
          <a:p>
            <a:fld id="{2EFEF571-C9B4-4D92-A7F7-315B894862A8}" type="slidenum">
              <a:rPr lang="en-US" smtClean="0"/>
              <a:pP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9762985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7"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3714977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85696127"/>
      </p:ext>
    </p:extLst>
  </p:cSld>
  <p:clrMapOvr>
    <a:overrideClrMapping bg1="lt1" tx1="dk1" bg2="lt2" tx2="dk2" accent1="accent1" accent2="accent2" accent3="accent3" accent4="accent4" accent5="accent5" accent6="accent6" hlink="hlink" folHlink="folHlink"/>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1"/>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154611851"/>
      </p:ext>
    </p:extLst>
  </p:cSld>
  <p:clrMapOvr>
    <a:overrideClrMapping bg1="lt1" tx1="dk1" bg2="lt2" tx2="dk2" accent1="accent1" accent2="accent2" accent3="accent3" accent4="accent4" accent5="accent5" accent6="accent6" hlink="hlink" folHlink="folHlink"/>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150979897"/>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35282105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1"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520178969"/>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1"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927355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9" y="1196977"/>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7"/>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178608480"/>
      </p:ext>
    </p:extLst>
  </p:cSld>
  <p:clrMapOvr>
    <a:masterClrMapping/>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9" y="1196977"/>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7"/>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02762760"/>
      </p:ext>
    </p:extLst>
  </p:cSld>
  <p:clrMapOvr>
    <a:overrideClrMapping bg1="dk1" tx1="lt1" bg2="dk2" tx2="lt2" accent1="accent1" accent2="accent2" accent3="accent3" accent4="accent4" accent5="accent5" accent6="accent6" hlink="hlink" folHlink="folHlink"/>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9" y="1196977"/>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2" y="1196977"/>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8" y="1196977"/>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550575790"/>
      </p:ext>
    </p:extLst>
  </p:cSld>
  <p:clrMapOvr>
    <a:masterClrMapping/>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9" y="1196977"/>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2" y="1196977"/>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8" y="1196977"/>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55009811"/>
      </p:ext>
    </p:extLst>
  </p:cSld>
  <p:clrMapOvr>
    <a:overrideClrMapping bg1="dk1" tx1="lt1" bg2="dk2" tx2="lt2" accent1="accent1" accent2="accent2" accent3="accent3" accent4="accent4" accent5="accent5" accent6="accent6" hlink="hlink" folHlink="folHlink"/>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666602358"/>
      </p:ext>
    </p:extLst>
  </p:cSld>
  <p:clrMapOvr>
    <a:masterClrMapping/>
  </p:clrMapOvr>
  <p:hf hdr="0" dt="0"/>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18489138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8" y="4201641"/>
            <a:ext cx="8567351" cy="1487587"/>
          </a:xfrm>
          <a:prstGeom prst="rect">
            <a:avLst/>
          </a:prstGeom>
        </p:spPr>
        <p:txBody>
          <a:bodyPr/>
          <a:lstStyle>
            <a:lvl1pPr marL="0" indent="0">
              <a:buNone/>
              <a:defRPr>
                <a:solidFill>
                  <a:schemeClr val="accent4"/>
                </a:solidFill>
              </a:defRPr>
            </a:lvl1pPr>
            <a:lvl2pPr marL="457189" indent="0">
              <a:buNone/>
              <a:defRPr>
                <a:solidFill>
                  <a:schemeClr val="accent5"/>
                </a:solidFill>
              </a:defRPr>
            </a:lvl2pPr>
            <a:lvl3pPr marL="914377" indent="0">
              <a:buNone/>
              <a:defRPr>
                <a:solidFill>
                  <a:schemeClr val="accent3"/>
                </a:solidFill>
              </a:defRPr>
            </a:lvl3pPr>
            <a:lvl4pPr marL="1371566" indent="0">
              <a:buNone/>
              <a:defRPr>
                <a:solidFill>
                  <a:schemeClr val="accent3"/>
                </a:solidFill>
              </a:defRPr>
            </a:lvl4pPr>
            <a:lvl5pPr marL="1828754"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231107"/>
          </a:xfrm>
        </p:spPr>
        <p:txBody>
          <a:bodyPr anchor="t" anchorCtr="0"/>
          <a:lstStyle>
            <a:lvl1pPr algn="l" rtl="0" eaLnBrk="1" latinLnBrk="0" hangingPunct="1">
              <a:defRPr lang="en-US" sz="4000" smtClean="0">
                <a:effectLst/>
              </a:defRPr>
            </a:lvl1pPr>
          </a:lstStyle>
          <a:p>
            <a:pPr rtl="0" eaLnBrk="1" latinLnBrk="0" hangingPunct="1"/>
            <a:r>
              <a:rPr lang="en-US"/>
              <a:t>Click to edit Master title style</a:t>
            </a:r>
            <a:br>
              <a:rPr lang="en-US"/>
            </a:br>
            <a:endParaRPr lang="en-US"/>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42262930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539153871"/>
      </p:ext>
    </p:extLst>
  </p:cSld>
  <p:clrMapOvr>
    <a:overrideClrMapping bg1="lt1" tx1="dk1" bg2="lt2" tx2="dk2" accent1="accent1" accent2="accent2" accent3="accent3" accent4="accent4" accent5="accent5" accent6="accent6" hlink="hlink" folHlink="folHlink"/>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139266149"/>
      </p:ext>
    </p:extLst>
  </p:cSld>
  <p:clrMapOvr>
    <a:overrideClrMapping bg1="dk1" tx1="lt1" bg2="dk2" tx2="lt2" accent1="accent1" accent2="accent2" accent3="accent3" accent4="accent4" accent5="accent5" accent6="accent6" hlink="hlink" folHlink="folHlink"/>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864218846"/>
      </p:ext>
    </p:extLst>
  </p:cSld>
  <p:clrMapOvr>
    <a:overrideClrMapping bg1="lt1" tx1="dk1" bg2="lt2" tx2="dk2" accent1="accent1" accent2="accent2" accent3="accent3" accent4="accent4" accent5="accent5" accent6="accent6" hlink="hlink" folHlink="folHlink"/>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userDrawn="1"/>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099452"/>
            <a:ext cx="6705600" cy="1559529"/>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679673"/>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1021113"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userDrawn="1"/>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16752220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7/28/2025</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2019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858038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theme" Target="../theme/theme2.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slideLayout" Target="../slideLayouts/slideLayout60.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811" r:id="rId1"/>
    <p:sldLayoutId id="2147483691" r:id="rId2"/>
    <p:sldLayoutId id="2147483814" r:id="rId3"/>
    <p:sldLayoutId id="2147483815" r:id="rId4"/>
    <p:sldLayoutId id="2147483729" r:id="rId5"/>
    <p:sldLayoutId id="2147483773" r:id="rId6"/>
    <p:sldLayoutId id="2147483665" r:id="rId7"/>
    <p:sldLayoutId id="2147483798" r:id="rId8"/>
    <p:sldLayoutId id="2147483799" r:id="rId9"/>
    <p:sldLayoutId id="2147483663" r:id="rId10"/>
    <p:sldLayoutId id="2147483806" r:id="rId11"/>
    <p:sldLayoutId id="2147483807" r:id="rId12"/>
    <p:sldLayoutId id="2147483816" r:id="rId13"/>
    <p:sldLayoutId id="2147483817" r:id="rId14"/>
    <p:sldLayoutId id="2147483818" r:id="rId15"/>
    <p:sldLayoutId id="2147483808" r:id="rId16"/>
    <p:sldLayoutId id="2147483809" r:id="rId17"/>
    <p:sldLayoutId id="2147483775" r:id="rId18"/>
    <p:sldLayoutId id="2147483781" r:id="rId19"/>
    <p:sldLayoutId id="2147483776" r:id="rId20"/>
    <p:sldLayoutId id="2147483740" r:id="rId21"/>
    <p:sldLayoutId id="2147483734" r:id="rId22"/>
    <p:sldLayoutId id="2147483783" r:id="rId23"/>
    <p:sldLayoutId id="2147483733" r:id="rId24"/>
    <p:sldLayoutId id="2147483772" r:id="rId25"/>
    <p:sldLayoutId id="2147483726" r:id="rId26"/>
    <p:sldLayoutId id="2147483796" r:id="rId27"/>
    <p:sldLayoutId id="2147483797" r:id="rId28"/>
    <p:sldLayoutId id="2147483795" r:id="rId29"/>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43388723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 id="2147483839" r:id="rId20"/>
    <p:sldLayoutId id="2147483840" r:id="rId21"/>
    <p:sldLayoutId id="2147483841" r:id="rId22"/>
    <p:sldLayoutId id="2147483842" r:id="rId23"/>
    <p:sldLayoutId id="2147483843" r:id="rId24"/>
    <p:sldLayoutId id="2147483844" r:id="rId25"/>
    <p:sldLayoutId id="2147483845" r:id="rId26"/>
    <p:sldLayoutId id="2147483846" r:id="rId27"/>
    <p:sldLayoutId id="2147483847" r:id="rId28"/>
    <p:sldLayoutId id="2147483848" r:id="rId29"/>
    <p:sldLayoutId id="2147483849" r:id="rId30"/>
    <p:sldLayoutId id="2147483850" r:id="rId3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crmhelp.veeva.com/doc/Content/CRM_topics/Getting_Started/Features_by_Platform.htm" TargetMode="External"/><Relationship Id="rId1" Type="http://schemas.openxmlformats.org/officeDocument/2006/relationships/slideLayout" Target="../slideLayouts/slideLayout15.xml"/><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hyperlink" Target="https://crmhelp.veeva.com/" TargetMode="External"/><Relationship Id="rId2" Type="http://schemas.openxmlformats.org/officeDocument/2006/relationships/hyperlink" Target="https://www.veeva.com/support" TargetMode="Externa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36.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22.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openxmlformats.org/officeDocument/2006/relationships/notesSlide" Target="../notesSlides/notesSlide3.xml"/><Relationship Id="rId1" Type="http://schemas.openxmlformats.org/officeDocument/2006/relationships/slideLayout" Target="../slideLayouts/slideLayout36.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23.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notesSlide" Target="../notesSlides/notesSlide4.xml"/><Relationship Id="rId1" Type="http://schemas.openxmlformats.org/officeDocument/2006/relationships/slideLayout" Target="../slideLayouts/slideLayout36.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24.xml.rels><?xml version="1.0" encoding="UTF-8" standalone="yes"?>
<Relationships xmlns="http://schemas.openxmlformats.org/package/2006/relationships"><Relationship Id="rId8" Type="http://schemas.openxmlformats.org/officeDocument/2006/relationships/diagramData" Target="../diagrams/data9.xml"/><Relationship Id="rId3" Type="http://schemas.openxmlformats.org/officeDocument/2006/relationships/diagramData" Target="../diagrams/data8.xml"/><Relationship Id="rId7" Type="http://schemas.microsoft.com/office/2007/relationships/diagramDrawing" Target="../diagrams/drawing8.xml"/><Relationship Id="rId12" Type="http://schemas.microsoft.com/office/2007/relationships/diagramDrawing" Target="../diagrams/drawing9.xml"/><Relationship Id="rId2" Type="http://schemas.openxmlformats.org/officeDocument/2006/relationships/notesSlide" Target="../notesSlides/notesSlide5.xml"/><Relationship Id="rId1" Type="http://schemas.openxmlformats.org/officeDocument/2006/relationships/slideLayout" Target="../slideLayouts/slideLayout36.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0" Type="http://schemas.openxmlformats.org/officeDocument/2006/relationships/diagramQuickStyle" Target="../diagrams/quickStyle9.xml"/><Relationship Id="rId4" Type="http://schemas.openxmlformats.org/officeDocument/2006/relationships/diagramLayout" Target="../diagrams/layout8.xml"/><Relationship Id="rId9" Type="http://schemas.openxmlformats.org/officeDocument/2006/relationships/diagramLayout" Target="../diagrams/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42415" y="2105094"/>
            <a:ext cx="6245891" cy="1828469"/>
          </a:xfrm>
        </p:spPr>
        <p:txBody>
          <a:bodyPr/>
          <a:lstStyle/>
          <a:p>
            <a:r>
              <a:rPr lang="en-US" sz="3600" b="1">
                <a:solidFill>
                  <a:srgbClr val="00718F"/>
                </a:solidFill>
                <a:latin typeface="Arial" panose="020B0604020202020204" pitchFamily="34" charset="0"/>
                <a:cs typeface="Arial" panose="020B0604020202020204" pitchFamily="34" charset="0"/>
              </a:rPr>
              <a:t>Introduction to VEEVA</a:t>
            </a:r>
            <a:br>
              <a:rPr lang="en-US" sz="3600" b="1">
                <a:solidFill>
                  <a:srgbClr val="00718F"/>
                </a:solidFill>
                <a:latin typeface="Arial" panose="020B0604020202020204" pitchFamily="34" charset="0"/>
                <a:cs typeface="Arial" panose="020B0604020202020204" pitchFamily="34" charset="0"/>
              </a:rPr>
            </a:br>
            <a:endParaRPr lang="en-US"/>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a:t>LEVEL - PRACTITIONER</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r>
              <a:rPr lang="en-US"/>
              <a:t>© 2023 Cognizant</a:t>
            </a: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fld id="{C53E075B-3175-45CF-B3C7-FEDF3F5961E3}" type="slidenum">
              <a:rPr lang="en-US" smtClean="0"/>
              <a:pPr/>
              <a:t>2</a:t>
            </a:fld>
            <a:endParaRPr lang="en-US"/>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10807700" cy="4191000"/>
          </a:xfrm>
        </p:spPr>
        <p:txBody>
          <a:bodyPr/>
          <a:lstStyle/>
          <a:p>
            <a:r>
              <a:rPr lang="en-IN" dirty="0">
                <a:solidFill>
                  <a:schemeClr val="tx1"/>
                </a:solidFill>
              </a:rPr>
              <a:t>After completing this chapter, you will learn to:</a:t>
            </a:r>
          </a:p>
          <a:p>
            <a:endParaRPr lang="en-IN" dirty="0">
              <a:solidFill>
                <a:schemeClr val="tx1"/>
              </a:solidFill>
            </a:endParaRPr>
          </a:p>
          <a:p>
            <a:pPr lvl="1"/>
            <a:r>
              <a:rPr lang="en-IN" dirty="0">
                <a:solidFill>
                  <a:schemeClr val="tx1"/>
                </a:solidFill>
              </a:rPr>
              <a:t>Define VEEVA Systems</a:t>
            </a:r>
          </a:p>
          <a:p>
            <a:pPr lvl="1"/>
            <a:r>
              <a:rPr lang="en-IN" dirty="0">
                <a:solidFill>
                  <a:schemeClr val="tx1"/>
                </a:solidFill>
              </a:rPr>
              <a:t>Define VEEVA CRM Architecture</a:t>
            </a:r>
          </a:p>
          <a:p>
            <a:pPr lvl="1"/>
            <a:r>
              <a:rPr lang="en-IN" dirty="0">
                <a:solidFill>
                  <a:schemeClr val="tx1"/>
                </a:solidFill>
              </a:rPr>
              <a:t>Define VEEVA product Suites</a:t>
            </a:r>
          </a:p>
          <a:p>
            <a:pPr lvl="1"/>
            <a:r>
              <a:rPr lang="en-IN" dirty="0">
                <a:solidFill>
                  <a:schemeClr val="tx1"/>
                </a:solidFill>
              </a:rPr>
              <a:t>Define Supported platforms for VEEVA CRM </a:t>
            </a:r>
          </a:p>
          <a:p>
            <a:pPr lvl="1"/>
            <a:r>
              <a:rPr lang="en-IN" dirty="0">
                <a:solidFill>
                  <a:schemeClr val="tx1"/>
                </a:solidFill>
              </a:rPr>
              <a:t>Define VEEVA CRM language interface compatibility</a:t>
            </a:r>
          </a:p>
          <a:p>
            <a:pPr lvl="1"/>
            <a:r>
              <a:rPr lang="en-IN" dirty="0">
                <a:solidFill>
                  <a:schemeClr val="tx1"/>
                </a:solidFill>
              </a:rPr>
              <a:t>Define Product upgrade and New feature releases</a:t>
            </a:r>
          </a:p>
          <a:p>
            <a:endParaRPr lang="en-US" dirty="0"/>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07975"/>
          </a:xfrm>
        </p:spPr>
        <p:txBody>
          <a:bodyPr/>
          <a:lstStyle/>
          <a:p>
            <a:r>
              <a:rPr lang="en-US"/>
              <a:t>OBJECTIVE</a:t>
            </a:r>
          </a:p>
        </p:txBody>
      </p:sp>
    </p:spTree>
    <p:extLst>
      <p:ext uri="{BB962C8B-B14F-4D97-AF65-F5344CB8AC3E}">
        <p14:creationId xmlns:p14="http://schemas.microsoft.com/office/powerpoint/2010/main" val="1879160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3</a:t>
            </a:fld>
            <a:endParaRPr lang="en-US"/>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468913"/>
            <a:ext cx="10807700" cy="4191000"/>
          </a:xfrm>
        </p:spPr>
        <p:txBody>
          <a:bodyPr/>
          <a:lstStyle/>
          <a:p>
            <a:pPr marL="285750" indent="-285750">
              <a:buFont typeface="Arial" panose="020B0604020202020204" pitchFamily="34" charset="0"/>
              <a:buChar char="•"/>
            </a:pPr>
            <a:r>
              <a:rPr lang="en-US">
                <a:solidFill>
                  <a:schemeClr val="tx1"/>
                </a:solidFill>
              </a:rPr>
              <a:t>VEEVA Inc. was founded in 2007</a:t>
            </a:r>
          </a:p>
          <a:p>
            <a:pPr marL="285750" indent="-285750">
              <a:buFont typeface="Arial" panose="020B0604020202020204" pitchFamily="34" charset="0"/>
              <a:buChar char="•"/>
            </a:pPr>
            <a:endParaRPr lang="en-US">
              <a:solidFill>
                <a:schemeClr val="tx1"/>
              </a:solidFill>
            </a:endParaRPr>
          </a:p>
          <a:p>
            <a:pPr marL="285750" indent="-285750">
              <a:buFont typeface="Arial" panose="020B0604020202020204" pitchFamily="34" charset="0"/>
              <a:buChar char="•"/>
            </a:pPr>
            <a:r>
              <a:rPr lang="en-US">
                <a:solidFill>
                  <a:schemeClr val="tx1"/>
                </a:solidFill>
              </a:rPr>
              <a:t>VEEVA has 1700+ employees (data as of 2015)</a:t>
            </a:r>
          </a:p>
          <a:p>
            <a:pPr marL="285750" indent="-285750">
              <a:buFont typeface="Arial" panose="020B0604020202020204" pitchFamily="34" charset="0"/>
              <a:buChar char="•"/>
            </a:pPr>
            <a:endParaRPr lang="en-US">
              <a:solidFill>
                <a:schemeClr val="tx1"/>
              </a:solidFill>
            </a:endParaRPr>
          </a:p>
          <a:p>
            <a:pPr marL="285750" indent="-285750">
              <a:buFont typeface="Arial" panose="020B0604020202020204" pitchFamily="34" charset="0"/>
              <a:buChar char="•"/>
            </a:pPr>
            <a:r>
              <a:rPr lang="en-US">
                <a:solidFill>
                  <a:schemeClr val="tx1"/>
                </a:solidFill>
              </a:rPr>
              <a:t>Cognizant is a VEEVA implementation/service partner</a:t>
            </a:r>
          </a:p>
          <a:p>
            <a:endParaRPr lang="en-US"/>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07975"/>
          </a:xfrm>
        </p:spPr>
        <p:txBody>
          <a:bodyPr/>
          <a:lstStyle/>
          <a:p>
            <a:r>
              <a:rPr lang="en-US" sz="2400"/>
              <a:t>Do You Know</a:t>
            </a:r>
            <a:endParaRPr lang="en-US"/>
          </a:p>
        </p:txBody>
      </p:sp>
    </p:spTree>
    <p:extLst>
      <p:ext uri="{BB962C8B-B14F-4D97-AF65-F5344CB8AC3E}">
        <p14:creationId xmlns:p14="http://schemas.microsoft.com/office/powerpoint/2010/main" val="3005906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50529" y="2133086"/>
            <a:ext cx="6245891" cy="1828469"/>
          </a:xfrm>
        </p:spPr>
        <p:txBody>
          <a:bodyPr/>
          <a:lstStyle/>
          <a:p>
            <a:r>
              <a:rPr lang="en-US" sz="3600" b="0">
                <a:solidFill>
                  <a:srgbClr val="00718F"/>
                </a:solidFill>
                <a:latin typeface="Arial" panose="020B0604020202020204" pitchFamily="34" charset="0"/>
                <a:cs typeface="Arial" panose="020B0604020202020204" pitchFamily="34" charset="0"/>
              </a:rPr>
              <a:t>Introduction to VEEVA</a:t>
            </a:r>
            <a:br>
              <a:rPr lang="en-US" sz="3600" b="0">
                <a:solidFill>
                  <a:srgbClr val="00718F"/>
                </a:solidFill>
                <a:latin typeface="Arial" panose="020B0604020202020204" pitchFamily="34" charset="0"/>
                <a:cs typeface="Arial" panose="020B0604020202020204" pitchFamily="34" charset="0"/>
              </a:rPr>
            </a:br>
            <a:endParaRPr lang="en-US" b="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44410" y="4168450"/>
            <a:ext cx="4014215" cy="457200"/>
          </a:xfrm>
        </p:spPr>
        <p:txBody>
          <a:bodyPr/>
          <a:lstStyle/>
          <a:p>
            <a:r>
              <a:rPr lang="en-US" sz="3200" b="1"/>
              <a:t>VEEVA  System</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p>
        </p:txBody>
      </p:sp>
    </p:spTree>
    <p:extLst>
      <p:ext uri="{BB962C8B-B14F-4D97-AF65-F5344CB8AC3E}">
        <p14:creationId xmlns:p14="http://schemas.microsoft.com/office/powerpoint/2010/main" val="3519810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5</a:t>
            </a:fld>
            <a:endParaRPr lang="en-US"/>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0" y="1627188"/>
            <a:ext cx="6640513" cy="4191000"/>
          </a:xfrm>
        </p:spPr>
        <p:txBody>
          <a:bodyPr/>
          <a:lstStyle/>
          <a:p>
            <a:pPr lvl="1"/>
            <a:r>
              <a:rPr lang="en-US" dirty="0">
                <a:solidFill>
                  <a:schemeClr val="tx1"/>
                </a:solidFill>
              </a:rPr>
              <a:t>VEEVA is a CRM application built on the Salesforce.com platform designed specifically for the pharmaceutical and biotechnology industries</a:t>
            </a:r>
          </a:p>
          <a:p>
            <a:pPr lvl="1">
              <a:buFont typeface="Arial" panose="020B0604020202020204" pitchFamily="34" charset="0"/>
              <a:buChar char="•"/>
            </a:pPr>
            <a:endParaRPr lang="en-US" dirty="0">
              <a:solidFill>
                <a:schemeClr val="tx1"/>
              </a:solidFill>
            </a:endParaRPr>
          </a:p>
          <a:p>
            <a:pPr lvl="1">
              <a:buFont typeface="Arial" panose="020B0604020202020204" pitchFamily="34" charset="0"/>
              <a:buChar char="•"/>
            </a:pPr>
            <a:r>
              <a:rPr lang="en-US" dirty="0">
                <a:solidFill>
                  <a:schemeClr val="tx1"/>
                </a:solidFill>
              </a:rPr>
              <a:t>The centralized and robust architecture of VEEVA help business users to manage, review and distribute sales and company regulatory data just over few click using simple GUIs in iPad has made VEEVA a leader in cloud-based software for the global life sciences industry</a:t>
            </a:r>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741621"/>
            <a:ext cx="10807700" cy="307975"/>
          </a:xfrm>
        </p:spPr>
        <p:txBody>
          <a:bodyPr/>
          <a:lstStyle/>
          <a:p>
            <a:r>
              <a:rPr lang="en-US" sz="2400"/>
              <a:t>VEEVA Systems</a:t>
            </a:r>
            <a:endParaRPr lang="en-US"/>
          </a:p>
        </p:txBody>
      </p:sp>
      <p:pic>
        <p:nvPicPr>
          <p:cNvPr id="6" name="Picture 2" descr="D:\Images\Images\Overview\shutterstock_72689296.jpg">
            <a:extLst>
              <a:ext uri="{FF2B5EF4-FFF2-40B4-BE49-F238E27FC236}">
                <a16:creationId xmlns:a16="http://schemas.microsoft.com/office/drawing/2014/main" id="{6A309FD2-EBBA-834F-CC6A-5592C30E3A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19374" y="1426309"/>
            <a:ext cx="3109384" cy="4664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6367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sz="3600" b="0">
                <a:solidFill>
                  <a:srgbClr val="00718F"/>
                </a:solidFill>
                <a:latin typeface="Arial" panose="020B0604020202020204" pitchFamily="34" charset="0"/>
                <a:cs typeface="Arial" panose="020B0604020202020204" pitchFamily="34" charset="0"/>
              </a:rPr>
              <a:t>Introduction to VEEVA</a:t>
            </a:r>
            <a:br>
              <a:rPr lang="en-US" sz="3600" b="0">
                <a:solidFill>
                  <a:srgbClr val="00718F"/>
                </a:solidFill>
                <a:latin typeface="Arial" panose="020B0604020202020204" pitchFamily="34" charset="0"/>
                <a:cs typeface="Arial" panose="020B0604020202020204" pitchFamily="34" charset="0"/>
              </a:rPr>
            </a:br>
            <a:endParaRPr lang="en-US" b="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24492" y="4153375"/>
            <a:ext cx="4928603" cy="457200"/>
          </a:xfrm>
        </p:spPr>
        <p:txBody>
          <a:bodyPr/>
          <a:lstStyle/>
          <a:p>
            <a:r>
              <a:rPr lang="en-US" sz="3200" b="1">
                <a:latin typeface="Arial" panose="020B0604020202020204" pitchFamily="34" charset="0"/>
                <a:cs typeface="Arial" panose="020B0604020202020204" pitchFamily="34" charset="0"/>
              </a:rPr>
              <a:t>VEEVA CRM Architecture</a:t>
            </a:r>
            <a:endParaRPr lang="en-US" sz="3200" b="1"/>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4272226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7</a:t>
            </a:fld>
            <a:endParaRPr lang="en-US"/>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49289" y="1427325"/>
            <a:ext cx="6640513" cy="4191000"/>
          </a:xfrm>
        </p:spPr>
        <p:txBody>
          <a:bodyPr/>
          <a:lstStyle/>
          <a:p>
            <a:pPr marL="285750" indent="-285750">
              <a:buFont typeface="Arial" panose="020B0604020202020204" pitchFamily="34" charset="0"/>
              <a:buChar char="•"/>
              <a:defRPr/>
            </a:pPr>
            <a:r>
              <a:rPr lang="en-US" sz="1600">
                <a:solidFill>
                  <a:schemeClr val="tx1"/>
                </a:solidFill>
              </a:rPr>
              <a:t>The VEEVA CRM application is built on Salesforce SaaS platform</a:t>
            </a:r>
          </a:p>
          <a:p>
            <a:pPr marL="285750" indent="-285750">
              <a:buFont typeface="Arial" panose="020B0604020202020204" pitchFamily="34" charset="0"/>
              <a:buChar char="•"/>
              <a:defRPr/>
            </a:pPr>
            <a:endParaRPr lang="en-US" sz="1600">
              <a:solidFill>
                <a:schemeClr val="tx1"/>
              </a:solidFill>
            </a:endParaRPr>
          </a:p>
          <a:p>
            <a:pPr marL="285750" indent="-285750">
              <a:buFont typeface="Arial" panose="020B0604020202020204" pitchFamily="34" charset="0"/>
              <a:buChar char="•"/>
              <a:defRPr/>
            </a:pPr>
            <a:r>
              <a:rPr lang="en-US" sz="1600">
                <a:solidFill>
                  <a:schemeClr val="tx1"/>
                </a:solidFill>
              </a:rPr>
              <a:t>All the data storage, security, integration, customization is performed on Salesforce platform</a:t>
            </a:r>
          </a:p>
          <a:p>
            <a:pPr marL="285750" indent="-285750">
              <a:buFont typeface="Arial" panose="020B0604020202020204" pitchFamily="34" charset="0"/>
              <a:buChar char="•"/>
              <a:defRPr/>
            </a:pPr>
            <a:endParaRPr lang="en-US" sz="1600">
              <a:solidFill>
                <a:schemeClr val="tx1"/>
              </a:solidFill>
            </a:endParaRPr>
          </a:p>
          <a:p>
            <a:pPr marL="285750" indent="-285750">
              <a:buFont typeface="Arial" panose="020B0604020202020204" pitchFamily="34" charset="0"/>
              <a:buChar char="•"/>
              <a:defRPr/>
            </a:pPr>
            <a:r>
              <a:rPr lang="en-US" sz="1600">
                <a:solidFill>
                  <a:schemeClr val="tx1"/>
                </a:solidFill>
              </a:rPr>
              <a:t>The data-oriented logic behind VEEVA CRM is implemented in APEX code, and the mobile device GUI are designed using server-based JAVA</a:t>
            </a:r>
          </a:p>
          <a:p>
            <a:pPr marL="349250" lvl="1" indent="0">
              <a:buNone/>
            </a:pPr>
            <a:endParaRPr lang="en-US"/>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49289" y="700352"/>
            <a:ext cx="10807700" cy="307975"/>
          </a:xfrm>
        </p:spPr>
        <p:txBody>
          <a:bodyPr/>
          <a:lstStyle/>
          <a:p>
            <a:r>
              <a:rPr lang="en-US" sz="2400"/>
              <a:t>VEEVA CRM Architecture</a:t>
            </a:r>
            <a:endParaRPr lang="en-US"/>
          </a:p>
        </p:txBody>
      </p:sp>
      <p:pic>
        <p:nvPicPr>
          <p:cNvPr id="7" name="Picture 6">
            <a:extLst>
              <a:ext uri="{FF2B5EF4-FFF2-40B4-BE49-F238E27FC236}">
                <a16:creationId xmlns:a16="http://schemas.microsoft.com/office/drawing/2014/main" id="{C55B283E-B912-7AFE-8745-38EA1D0A343F}"/>
              </a:ext>
            </a:extLst>
          </p:cNvPr>
          <p:cNvPicPr>
            <a:picLocks noChangeAspect="1"/>
          </p:cNvPicPr>
          <p:nvPr/>
        </p:nvPicPr>
        <p:blipFill>
          <a:blip r:embed="rId2"/>
          <a:stretch>
            <a:fillRect/>
          </a:stretch>
        </p:blipFill>
        <p:spPr>
          <a:xfrm>
            <a:off x="7013746" y="1427325"/>
            <a:ext cx="4716433" cy="4553573"/>
          </a:xfrm>
          <a:prstGeom prst="rect">
            <a:avLst/>
          </a:prstGeom>
          <a:ln>
            <a:solidFill>
              <a:schemeClr val="tx1"/>
            </a:solidFill>
          </a:ln>
        </p:spPr>
      </p:pic>
    </p:spTree>
    <p:extLst>
      <p:ext uri="{BB962C8B-B14F-4D97-AF65-F5344CB8AC3E}">
        <p14:creationId xmlns:p14="http://schemas.microsoft.com/office/powerpoint/2010/main" val="3427747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sz="3600" b="0">
                <a:solidFill>
                  <a:srgbClr val="00718F"/>
                </a:solidFill>
                <a:latin typeface="Arial" panose="020B0604020202020204" pitchFamily="34" charset="0"/>
                <a:cs typeface="Arial" panose="020B0604020202020204" pitchFamily="34" charset="0"/>
              </a:rPr>
              <a:t>Introduction to VEEVA</a:t>
            </a:r>
            <a:br>
              <a:rPr lang="en-US" sz="3600" b="0">
                <a:solidFill>
                  <a:srgbClr val="00718F"/>
                </a:solidFill>
                <a:latin typeface="Arial" panose="020B0604020202020204" pitchFamily="34" charset="0"/>
                <a:cs typeface="Arial" panose="020B0604020202020204" pitchFamily="34" charset="0"/>
              </a:rPr>
            </a:br>
            <a:endParaRPr lang="en-US" b="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24492" y="4153375"/>
            <a:ext cx="4928603" cy="457200"/>
          </a:xfrm>
        </p:spPr>
        <p:txBody>
          <a:bodyPr/>
          <a:lstStyle/>
          <a:p>
            <a:r>
              <a:rPr lang="en-US" sz="3200" b="1">
                <a:latin typeface="Arial" panose="020B0604020202020204" pitchFamily="34" charset="0"/>
                <a:cs typeface="Arial" panose="020B0604020202020204" pitchFamily="34" charset="0"/>
              </a:rPr>
              <a:t>VEEVA Product Suites</a:t>
            </a:r>
            <a:endParaRPr lang="en-US" sz="3200" b="1"/>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p>
        </p:txBody>
      </p:sp>
    </p:spTree>
    <p:extLst>
      <p:ext uri="{BB962C8B-B14F-4D97-AF65-F5344CB8AC3E}">
        <p14:creationId xmlns:p14="http://schemas.microsoft.com/office/powerpoint/2010/main" val="4077232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9</a:t>
            </a:fld>
            <a:endParaRPr lang="en-US"/>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690460"/>
            <a:ext cx="10807700" cy="307975"/>
          </a:xfrm>
        </p:spPr>
        <p:txBody>
          <a:bodyPr/>
          <a:lstStyle/>
          <a:p>
            <a:r>
              <a:rPr lang="fr-FR" sz="2400"/>
              <a:t>VEEVA Product Suite</a:t>
            </a:r>
            <a:endParaRPr lang="en-US"/>
          </a:p>
        </p:txBody>
      </p:sp>
      <p:graphicFrame>
        <p:nvGraphicFramePr>
          <p:cNvPr id="6" name="Table 5">
            <a:extLst>
              <a:ext uri="{FF2B5EF4-FFF2-40B4-BE49-F238E27FC236}">
                <a16:creationId xmlns:a16="http://schemas.microsoft.com/office/drawing/2014/main" id="{AFA237D3-5B55-1C7F-1EEE-3ACB87144D63}"/>
              </a:ext>
            </a:extLst>
          </p:cNvPr>
          <p:cNvGraphicFramePr>
            <a:graphicFrameLocks noGrp="1"/>
          </p:cNvGraphicFramePr>
          <p:nvPr>
            <p:extLst>
              <p:ext uri="{D42A27DB-BD31-4B8C-83A1-F6EECF244321}">
                <p14:modId xmlns:p14="http://schemas.microsoft.com/office/powerpoint/2010/main" val="1241990343"/>
              </p:ext>
            </p:extLst>
          </p:nvPr>
        </p:nvGraphicFramePr>
        <p:xfrm>
          <a:off x="457199" y="1207923"/>
          <a:ext cx="10659035" cy="5018444"/>
        </p:xfrm>
        <a:graphic>
          <a:graphicData uri="http://schemas.openxmlformats.org/drawingml/2006/table">
            <a:tbl>
              <a:tblPr firstRow="1" firstCol="1" bandRow="1">
                <a:tableStyleId>{F5AB1C69-6EDB-4FF4-983F-18BD219EF322}</a:tableStyleId>
              </a:tblPr>
              <a:tblGrid>
                <a:gridCol w="2016576">
                  <a:extLst>
                    <a:ext uri="{9D8B030D-6E8A-4147-A177-3AD203B41FA5}">
                      <a16:colId xmlns:a16="http://schemas.microsoft.com/office/drawing/2014/main" val="3400403948"/>
                    </a:ext>
                  </a:extLst>
                </a:gridCol>
                <a:gridCol w="2071652">
                  <a:extLst>
                    <a:ext uri="{9D8B030D-6E8A-4147-A177-3AD203B41FA5}">
                      <a16:colId xmlns:a16="http://schemas.microsoft.com/office/drawing/2014/main" val="2273319444"/>
                    </a:ext>
                  </a:extLst>
                </a:gridCol>
                <a:gridCol w="6570807">
                  <a:extLst>
                    <a:ext uri="{9D8B030D-6E8A-4147-A177-3AD203B41FA5}">
                      <a16:colId xmlns:a16="http://schemas.microsoft.com/office/drawing/2014/main" val="1282094385"/>
                    </a:ext>
                  </a:extLst>
                </a:gridCol>
              </a:tblGrid>
              <a:tr h="314224">
                <a:tc>
                  <a:txBody>
                    <a:bodyPr/>
                    <a:lstStyle/>
                    <a:p>
                      <a:pPr marL="0" marR="0">
                        <a:spcBef>
                          <a:spcPts val="0"/>
                        </a:spcBef>
                        <a:spcAft>
                          <a:spcPts val="0"/>
                        </a:spcAft>
                      </a:pPr>
                      <a:r>
                        <a:rPr lang="en-US" sz="1800">
                          <a:solidFill>
                            <a:schemeClr val="tx1"/>
                          </a:solidFill>
                          <a:effectLst/>
                        </a:rPr>
                        <a:t>Product</a:t>
                      </a:r>
                      <a:endParaRPr lang="en-US" sz="180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spcBef>
                          <a:spcPts val="0"/>
                        </a:spcBef>
                        <a:spcAft>
                          <a:spcPts val="0"/>
                        </a:spcAft>
                      </a:pPr>
                      <a:r>
                        <a:rPr lang="en-US" sz="1800">
                          <a:solidFill>
                            <a:schemeClr val="tx1"/>
                          </a:solidFill>
                          <a:effectLst/>
                        </a:rPr>
                        <a:t>Key Feature</a:t>
                      </a:r>
                      <a:endParaRPr lang="en-US" sz="180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spcBef>
                          <a:spcPts val="0"/>
                        </a:spcBef>
                        <a:spcAft>
                          <a:spcPts val="0"/>
                        </a:spcAft>
                      </a:pPr>
                      <a:r>
                        <a:rPr lang="en-US" sz="1800">
                          <a:solidFill>
                            <a:schemeClr val="tx1"/>
                          </a:solidFill>
                          <a:effectLst/>
                        </a:rPr>
                        <a:t>Additional features</a:t>
                      </a:r>
                      <a:endParaRPr lang="en-US" sz="1800">
                        <a:solidFill>
                          <a:schemeClr val="tx1"/>
                        </a:solidFill>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3947060973"/>
                  </a:ext>
                </a:extLst>
              </a:tr>
              <a:tr h="1347177">
                <a:tc>
                  <a:txBody>
                    <a:bodyPr/>
                    <a:lstStyle/>
                    <a:p>
                      <a:pPr marL="0" marR="0">
                        <a:spcBef>
                          <a:spcPts val="0"/>
                        </a:spcBef>
                        <a:spcAft>
                          <a:spcPts val="0"/>
                        </a:spcAft>
                      </a:pPr>
                      <a:r>
                        <a:rPr lang="en-US" sz="1800">
                          <a:solidFill>
                            <a:schemeClr val="tx1"/>
                          </a:solidFill>
                          <a:effectLst/>
                        </a:rPr>
                        <a:t>VEEVA CRM</a:t>
                      </a:r>
                      <a:endParaRPr lang="en-US" sz="180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spcBef>
                          <a:spcPts val="0"/>
                        </a:spcBef>
                        <a:spcAft>
                          <a:spcPts val="0"/>
                        </a:spcAft>
                      </a:pPr>
                      <a:r>
                        <a:rPr lang="en-US" sz="1600">
                          <a:effectLst/>
                        </a:rPr>
                        <a:t>Customer Relationship Management</a:t>
                      </a:r>
                      <a:endParaRPr lang="en-US" sz="1600">
                        <a:effectLst/>
                        <a:latin typeface="Times New Roman" panose="02020603050405020304" pitchFamily="18" charset="0"/>
                        <a:ea typeface="Calibri" panose="020F0502020204030204" pitchFamily="34" charset="0"/>
                      </a:endParaRPr>
                    </a:p>
                  </a:txBody>
                  <a:tcPr marL="68580" marR="68580" marT="0" marB="0"/>
                </a:tc>
                <a:tc>
                  <a:txBody>
                    <a:bodyPr/>
                    <a:lstStyle/>
                    <a:p>
                      <a:pPr marL="0" marR="0">
                        <a:spcBef>
                          <a:spcPts val="0"/>
                        </a:spcBef>
                        <a:spcAft>
                          <a:spcPts val="0"/>
                        </a:spcAft>
                      </a:pPr>
                      <a:r>
                        <a:rPr lang="en-US" sz="1600" dirty="0">
                          <a:effectLst/>
                        </a:rPr>
                        <a:t>Advanced multichannel capabilities and real-time insights help engage health care professionals (HCPs) in the way and channel they prefer.</a:t>
                      </a:r>
                    </a:p>
                    <a:p>
                      <a:pPr marL="0" marR="0">
                        <a:spcBef>
                          <a:spcPts val="0"/>
                        </a:spcBef>
                        <a:spcAft>
                          <a:spcPts val="0"/>
                        </a:spcAft>
                      </a:pPr>
                      <a:r>
                        <a:rPr lang="en-US" sz="1600" dirty="0">
                          <a:effectLst/>
                        </a:rPr>
                        <a:t>Approved Email solution allows reps to send only preapproved communication to HCPs.</a:t>
                      </a:r>
                      <a:endParaRPr lang="en-US" sz="16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3333595120"/>
                  </a:ext>
                </a:extLst>
              </a:tr>
              <a:tr h="1586764">
                <a:tc>
                  <a:txBody>
                    <a:bodyPr/>
                    <a:lstStyle/>
                    <a:p>
                      <a:pPr marL="0" marR="0">
                        <a:spcBef>
                          <a:spcPts val="0"/>
                        </a:spcBef>
                        <a:spcAft>
                          <a:spcPts val="0"/>
                        </a:spcAft>
                      </a:pPr>
                      <a:r>
                        <a:rPr lang="en-US" sz="1800">
                          <a:solidFill>
                            <a:schemeClr val="tx1"/>
                          </a:solidFill>
                          <a:effectLst/>
                        </a:rPr>
                        <a:t>VEEVA Vault</a:t>
                      </a:r>
                      <a:endParaRPr lang="en-US" sz="180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spcBef>
                          <a:spcPts val="0"/>
                        </a:spcBef>
                        <a:spcAft>
                          <a:spcPts val="0"/>
                        </a:spcAft>
                      </a:pPr>
                      <a:r>
                        <a:rPr lang="en-US" sz="1600" b="0">
                          <a:effectLst/>
                        </a:rPr>
                        <a:t>Content and Data Management</a:t>
                      </a:r>
                      <a:endParaRPr lang="en-US" sz="1600" b="0">
                        <a:effectLst/>
                        <a:latin typeface="Times New Roman" panose="02020603050405020304" pitchFamily="18" charset="0"/>
                        <a:ea typeface="Calibri" panose="020F0502020204030204" pitchFamily="34" charset="0"/>
                      </a:endParaRPr>
                    </a:p>
                  </a:txBody>
                  <a:tcPr marL="68580" marR="68580" marT="0" marB="0"/>
                </a:tc>
                <a:tc>
                  <a:txBody>
                    <a:bodyPr/>
                    <a:lstStyle/>
                    <a:p>
                      <a:pPr marL="0" marR="0">
                        <a:spcBef>
                          <a:spcPts val="0"/>
                        </a:spcBef>
                        <a:spcAft>
                          <a:spcPts val="0"/>
                        </a:spcAft>
                      </a:pPr>
                      <a:r>
                        <a:rPr lang="en-US" sz="1600">
                          <a:effectLst/>
                        </a:rPr>
                        <a:t>Vault can store media content, approved email message, attachment, promotional items etc. </a:t>
                      </a:r>
                    </a:p>
                    <a:p>
                      <a:pPr marL="0" marR="0">
                        <a:spcBef>
                          <a:spcPts val="0"/>
                        </a:spcBef>
                        <a:spcAft>
                          <a:spcPts val="0"/>
                        </a:spcAft>
                      </a:pPr>
                      <a:r>
                        <a:rPr lang="en-US" sz="1600">
                          <a:effectLst/>
                        </a:rPr>
                        <a:t>Admin can configure workflow, and approval to ensure only valid and approved content is available to VEEVA CRM.</a:t>
                      </a:r>
                    </a:p>
                    <a:p>
                      <a:pPr marL="0" marR="0">
                        <a:spcBef>
                          <a:spcPts val="0"/>
                        </a:spcBef>
                        <a:spcAft>
                          <a:spcPts val="0"/>
                        </a:spcAft>
                      </a:pPr>
                      <a:r>
                        <a:rPr lang="en-US" sz="1600">
                          <a:effectLst/>
                        </a:rPr>
                        <a:t>All CRM related data is managed in VEEVA CRM. Vault has seamless integration with VEEVA CRM.</a:t>
                      </a:r>
                      <a:endParaRPr lang="en-US" sz="160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3416716598"/>
                  </a:ext>
                </a:extLst>
              </a:tr>
              <a:tr h="942670">
                <a:tc>
                  <a:txBody>
                    <a:bodyPr/>
                    <a:lstStyle/>
                    <a:p>
                      <a:pPr marL="0" marR="0">
                        <a:spcBef>
                          <a:spcPts val="0"/>
                        </a:spcBef>
                        <a:spcAft>
                          <a:spcPts val="0"/>
                        </a:spcAft>
                      </a:pPr>
                      <a:r>
                        <a:rPr lang="en-US" sz="1800">
                          <a:solidFill>
                            <a:schemeClr val="tx1"/>
                          </a:solidFill>
                          <a:effectLst/>
                        </a:rPr>
                        <a:t>VEEVA Network</a:t>
                      </a:r>
                      <a:endParaRPr lang="en-US" sz="180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spcBef>
                          <a:spcPts val="0"/>
                        </a:spcBef>
                        <a:spcAft>
                          <a:spcPts val="0"/>
                        </a:spcAft>
                      </a:pPr>
                      <a:r>
                        <a:rPr lang="en-US" sz="1600">
                          <a:effectLst/>
                        </a:rPr>
                        <a:t>Customer Master and Master Data Management</a:t>
                      </a:r>
                      <a:endParaRPr lang="en-US" sz="1600">
                        <a:effectLst/>
                        <a:latin typeface="Times New Roman" panose="02020603050405020304" pitchFamily="18" charset="0"/>
                        <a:ea typeface="Calibri" panose="020F0502020204030204" pitchFamily="34" charset="0"/>
                      </a:endParaRPr>
                    </a:p>
                  </a:txBody>
                  <a:tcPr marL="68580" marR="68580" marT="0" marB="0"/>
                </a:tc>
                <a:tc>
                  <a:txBody>
                    <a:bodyPr/>
                    <a:lstStyle/>
                    <a:p>
                      <a:pPr marL="0" marR="0">
                        <a:spcBef>
                          <a:spcPts val="0"/>
                        </a:spcBef>
                        <a:spcAft>
                          <a:spcPts val="0"/>
                        </a:spcAft>
                      </a:pPr>
                      <a:r>
                        <a:rPr lang="en-US" sz="1600">
                          <a:effectLst/>
                        </a:rPr>
                        <a:t>Has over 10 million HCPs and health care organizations (HCOs).</a:t>
                      </a:r>
                    </a:p>
                    <a:p>
                      <a:pPr marL="0" marR="0">
                        <a:spcBef>
                          <a:spcPts val="0"/>
                        </a:spcBef>
                        <a:spcAft>
                          <a:spcPts val="0"/>
                        </a:spcAft>
                      </a:pPr>
                      <a:r>
                        <a:rPr lang="en-US" sz="1600">
                          <a:effectLst/>
                        </a:rPr>
                        <a:t>It is seamlessly integrated with VEEVA CRM.</a:t>
                      </a:r>
                      <a:endParaRPr lang="en-US" sz="160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1066612116"/>
                  </a:ext>
                </a:extLst>
              </a:tr>
              <a:tr h="827609">
                <a:tc>
                  <a:txBody>
                    <a:bodyPr/>
                    <a:lstStyle/>
                    <a:p>
                      <a:pPr marL="0" marR="0">
                        <a:spcBef>
                          <a:spcPts val="0"/>
                        </a:spcBef>
                        <a:spcAft>
                          <a:spcPts val="0"/>
                        </a:spcAft>
                      </a:pPr>
                      <a:r>
                        <a:rPr lang="en-US" sz="1800">
                          <a:solidFill>
                            <a:schemeClr val="tx1"/>
                          </a:solidFill>
                          <a:effectLst/>
                        </a:rPr>
                        <a:t>VEEVA Open Data</a:t>
                      </a:r>
                      <a:endParaRPr lang="en-US" sz="1800">
                        <a:solidFill>
                          <a:schemeClr val="tx1"/>
                        </a:solidFill>
                        <a:effectLst/>
                        <a:latin typeface="Times New Roman" panose="02020603050405020304" pitchFamily="18" charset="0"/>
                        <a:ea typeface="Calibri" panose="020F0502020204030204" pitchFamily="34" charset="0"/>
                      </a:endParaRPr>
                    </a:p>
                  </a:txBody>
                  <a:tcPr marL="68580" marR="68580" marT="0" marB="0"/>
                </a:tc>
                <a:tc>
                  <a:txBody>
                    <a:bodyPr/>
                    <a:lstStyle/>
                    <a:p>
                      <a:pPr marL="0" marR="0">
                        <a:spcBef>
                          <a:spcPts val="0"/>
                        </a:spcBef>
                        <a:spcAft>
                          <a:spcPts val="0"/>
                        </a:spcAft>
                      </a:pPr>
                      <a:r>
                        <a:rPr lang="en-US" sz="1600">
                          <a:effectLst/>
                        </a:rPr>
                        <a:t>Customer reference data management</a:t>
                      </a:r>
                      <a:endParaRPr lang="en-US" sz="1600">
                        <a:effectLst/>
                        <a:latin typeface="Times New Roman" panose="02020603050405020304" pitchFamily="18" charset="0"/>
                        <a:ea typeface="Calibri" panose="020F0502020204030204" pitchFamily="34" charset="0"/>
                      </a:endParaRPr>
                    </a:p>
                  </a:txBody>
                  <a:tcPr marL="68580" marR="68580" marT="0" marB="0"/>
                </a:tc>
                <a:tc>
                  <a:txBody>
                    <a:bodyPr/>
                    <a:lstStyle/>
                    <a:p>
                      <a:pPr marL="0" marR="0">
                        <a:spcBef>
                          <a:spcPts val="0"/>
                        </a:spcBef>
                        <a:spcAft>
                          <a:spcPts val="0"/>
                        </a:spcAft>
                      </a:pPr>
                      <a:r>
                        <a:rPr lang="en-US" sz="1600" dirty="0">
                          <a:effectLst/>
                        </a:rPr>
                        <a:t>Comprehensive customer reference data – HCPs, HCOs, affiliations, email, and compliance data delivered in VEEVA CRM.</a:t>
                      </a:r>
                      <a:endParaRPr lang="en-US" sz="16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3229303265"/>
                  </a:ext>
                </a:extLst>
              </a:tr>
            </a:tbl>
          </a:graphicData>
        </a:graphic>
      </p:graphicFrame>
    </p:spTree>
    <p:extLst>
      <p:ext uri="{BB962C8B-B14F-4D97-AF65-F5344CB8AC3E}">
        <p14:creationId xmlns:p14="http://schemas.microsoft.com/office/powerpoint/2010/main" val="384398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sz="3600" b="0">
                <a:solidFill>
                  <a:srgbClr val="00718F"/>
                </a:solidFill>
                <a:latin typeface="Arial" panose="020B0604020202020204" pitchFamily="34" charset="0"/>
                <a:cs typeface="Arial" panose="020B0604020202020204" pitchFamily="34" charset="0"/>
              </a:rPr>
              <a:t>Introduction to VEEVA</a:t>
            </a:r>
            <a:br>
              <a:rPr lang="en-US" sz="3600" b="0">
                <a:solidFill>
                  <a:srgbClr val="00718F"/>
                </a:solidFill>
                <a:latin typeface="Arial" panose="020B0604020202020204" pitchFamily="34" charset="0"/>
                <a:cs typeface="Arial" panose="020B0604020202020204" pitchFamily="34" charset="0"/>
              </a:rPr>
            </a:br>
            <a:endParaRPr lang="en-US" b="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24492" y="4153375"/>
            <a:ext cx="4928603" cy="457200"/>
          </a:xfrm>
        </p:spPr>
        <p:txBody>
          <a:bodyPr/>
          <a:lstStyle/>
          <a:p>
            <a:r>
              <a:rPr lang="en-US" sz="3200" b="1">
                <a:latin typeface="Arial" panose="020B0604020202020204" pitchFamily="34" charset="0"/>
                <a:cs typeface="Arial" panose="020B0604020202020204" pitchFamily="34" charset="0"/>
              </a:rPr>
              <a:t>Supported platforms for VEEVA CRM </a:t>
            </a:r>
            <a:endParaRPr lang="en-US" sz="3200" b="1"/>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p>
        </p:txBody>
      </p:sp>
    </p:spTree>
    <p:extLst>
      <p:ext uri="{BB962C8B-B14F-4D97-AF65-F5344CB8AC3E}">
        <p14:creationId xmlns:p14="http://schemas.microsoft.com/office/powerpoint/2010/main" val="622203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11</a:t>
            </a:fld>
            <a:endParaRPr lang="en-US"/>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573946"/>
            <a:ext cx="10807700" cy="307975"/>
          </a:xfrm>
        </p:spPr>
        <p:txBody>
          <a:bodyPr/>
          <a:lstStyle/>
          <a:p>
            <a:r>
              <a:rPr lang="en-US" altLang="ja-JP" sz="2400"/>
              <a:t>VEEVA CRM Supported platforms</a:t>
            </a:r>
            <a:endParaRPr lang="en-US"/>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457198" y="3826021"/>
            <a:ext cx="7707088" cy="23462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1800">
                <a:solidFill>
                  <a:schemeClr val="tx1"/>
                </a:solidFill>
              </a:rPr>
              <a:t>     </a:t>
            </a:r>
            <a:r>
              <a:rPr lang="en-US" sz="1800" b="1">
                <a:solidFill>
                  <a:schemeClr val="tx1"/>
                </a:solidFill>
              </a:rPr>
              <a:t>Note:</a:t>
            </a:r>
            <a:endParaRPr lang="en-US" sz="1800">
              <a:solidFill>
                <a:schemeClr val="tx1"/>
              </a:solidFill>
            </a:endParaRPr>
          </a:p>
          <a:p>
            <a:pPr>
              <a:defRPr/>
            </a:pPr>
            <a:r>
              <a:rPr lang="en-US" sz="1800">
                <a:solidFill>
                  <a:schemeClr val="tx1"/>
                </a:solidFill>
              </a:rPr>
              <a:t>VEEVA Online can be directly used by login to Salesforce.com or any Salesforce custom domain using any compatible browser</a:t>
            </a:r>
          </a:p>
          <a:p>
            <a:pPr>
              <a:defRPr/>
            </a:pPr>
            <a:r>
              <a:rPr lang="en-US" sz="1800">
                <a:solidFill>
                  <a:schemeClr val="tx1"/>
                </a:solidFill>
              </a:rPr>
              <a:t>Each mobile platform has some limitations in terms of functionalities available. Please see details here </a:t>
            </a:r>
            <a:r>
              <a:rPr lang="en-US" sz="1800">
                <a:hlinkClick r:id="rId2"/>
              </a:rPr>
              <a:t>https://crmhelp.VEEVA.com/doc/Content/CRM_topics/Getting_Started/Features_by_Platform.htm</a:t>
            </a:r>
            <a:r>
              <a:rPr lang="en-US" sz="1800"/>
              <a:t> </a:t>
            </a:r>
          </a:p>
        </p:txBody>
      </p:sp>
      <p:grpSp>
        <p:nvGrpSpPr>
          <p:cNvPr id="21" name="Group 20">
            <a:extLst>
              <a:ext uri="{FF2B5EF4-FFF2-40B4-BE49-F238E27FC236}">
                <a16:creationId xmlns:a16="http://schemas.microsoft.com/office/drawing/2014/main" id="{4FDF0193-91F7-4614-1D29-893953EBF6A0}"/>
              </a:ext>
            </a:extLst>
          </p:cNvPr>
          <p:cNvGrpSpPr/>
          <p:nvPr/>
        </p:nvGrpSpPr>
        <p:grpSpPr>
          <a:xfrm>
            <a:off x="1388310" y="2034519"/>
            <a:ext cx="1656841" cy="1376605"/>
            <a:chOff x="975969" y="1736951"/>
            <a:chExt cx="1656841" cy="1376605"/>
          </a:xfrm>
        </p:grpSpPr>
        <p:pic>
          <p:nvPicPr>
            <p:cNvPr id="22" name="Picture 21">
              <a:extLst>
                <a:ext uri="{FF2B5EF4-FFF2-40B4-BE49-F238E27FC236}">
                  <a16:creationId xmlns:a16="http://schemas.microsoft.com/office/drawing/2014/main" id="{31C413CF-1510-2D52-E248-45A7958A3EFE}"/>
                </a:ext>
              </a:extLst>
            </p:cNvPr>
            <p:cNvPicPr>
              <a:picLocks noChangeAspect="1"/>
            </p:cNvPicPr>
            <p:nvPr/>
          </p:nvPicPr>
          <p:blipFill>
            <a:blip r:embed="rId3"/>
            <a:stretch>
              <a:fillRect/>
            </a:stretch>
          </p:blipFill>
          <p:spPr>
            <a:xfrm>
              <a:off x="975969" y="1736951"/>
              <a:ext cx="1656841" cy="1004248"/>
            </a:xfrm>
            <a:prstGeom prst="rect">
              <a:avLst/>
            </a:prstGeom>
          </p:spPr>
        </p:pic>
        <p:sp>
          <p:nvSpPr>
            <p:cNvPr id="23" name="TextBox 22">
              <a:extLst>
                <a:ext uri="{FF2B5EF4-FFF2-40B4-BE49-F238E27FC236}">
                  <a16:creationId xmlns:a16="http://schemas.microsoft.com/office/drawing/2014/main" id="{A7BAA7EF-61B4-8F0F-DB05-536A41D8B630}"/>
                </a:ext>
              </a:extLst>
            </p:cNvPr>
            <p:cNvSpPr txBox="1"/>
            <p:nvPr/>
          </p:nvSpPr>
          <p:spPr>
            <a:xfrm>
              <a:off x="1107559" y="2744224"/>
              <a:ext cx="1393660" cy="369332"/>
            </a:xfrm>
            <a:prstGeom prst="rect">
              <a:avLst/>
            </a:prstGeom>
            <a:noFill/>
          </p:spPr>
          <p:txBody>
            <a:bodyPr wrap="square" rtlCol="0">
              <a:spAutoFit/>
            </a:bodyPr>
            <a:lstStyle/>
            <a:p>
              <a:r>
                <a:rPr kumimoji="1" lang="en-US" altLang="ja-JP" b="1"/>
                <a:t>iRep on iPad</a:t>
              </a:r>
              <a:endParaRPr kumimoji="1" lang="ja-JP" altLang="en-US" b="1"/>
            </a:p>
          </p:txBody>
        </p:sp>
      </p:grpSp>
      <p:grpSp>
        <p:nvGrpSpPr>
          <p:cNvPr id="24" name="Group 23">
            <a:extLst>
              <a:ext uri="{FF2B5EF4-FFF2-40B4-BE49-F238E27FC236}">
                <a16:creationId xmlns:a16="http://schemas.microsoft.com/office/drawing/2014/main" id="{43DF3F73-5292-6BE0-9C8F-127BC8505B9C}"/>
              </a:ext>
            </a:extLst>
          </p:cNvPr>
          <p:cNvGrpSpPr/>
          <p:nvPr/>
        </p:nvGrpSpPr>
        <p:grpSpPr>
          <a:xfrm>
            <a:off x="4576041" y="2041851"/>
            <a:ext cx="2067075" cy="1394482"/>
            <a:chOff x="3800325" y="1719074"/>
            <a:chExt cx="2067075" cy="1394482"/>
          </a:xfrm>
        </p:grpSpPr>
        <p:pic>
          <p:nvPicPr>
            <p:cNvPr id="25" name="Picture 24">
              <a:extLst>
                <a:ext uri="{FF2B5EF4-FFF2-40B4-BE49-F238E27FC236}">
                  <a16:creationId xmlns:a16="http://schemas.microsoft.com/office/drawing/2014/main" id="{FEAFC2ED-5BE3-BDED-B367-4C9090245CF9}"/>
                </a:ext>
              </a:extLst>
            </p:cNvPr>
            <p:cNvPicPr>
              <a:picLocks noChangeAspect="1"/>
            </p:cNvPicPr>
            <p:nvPr/>
          </p:nvPicPr>
          <p:blipFill>
            <a:blip r:embed="rId4"/>
            <a:stretch>
              <a:fillRect/>
            </a:stretch>
          </p:blipFill>
          <p:spPr>
            <a:xfrm>
              <a:off x="4101033" y="1719074"/>
              <a:ext cx="1465659" cy="1004248"/>
            </a:xfrm>
            <a:prstGeom prst="rect">
              <a:avLst/>
            </a:prstGeom>
          </p:spPr>
        </p:pic>
        <p:sp>
          <p:nvSpPr>
            <p:cNvPr id="26" name="TextBox 25">
              <a:extLst>
                <a:ext uri="{FF2B5EF4-FFF2-40B4-BE49-F238E27FC236}">
                  <a16:creationId xmlns:a16="http://schemas.microsoft.com/office/drawing/2014/main" id="{8218ACD3-C387-6026-9A2C-B8808AEE0787}"/>
                </a:ext>
              </a:extLst>
            </p:cNvPr>
            <p:cNvSpPr txBox="1"/>
            <p:nvPr/>
          </p:nvSpPr>
          <p:spPr>
            <a:xfrm>
              <a:off x="3800325" y="2744224"/>
              <a:ext cx="2067075" cy="369332"/>
            </a:xfrm>
            <a:prstGeom prst="rect">
              <a:avLst/>
            </a:prstGeom>
            <a:noFill/>
          </p:spPr>
          <p:txBody>
            <a:bodyPr wrap="square" rtlCol="0">
              <a:spAutoFit/>
            </a:bodyPr>
            <a:lstStyle/>
            <a:p>
              <a:r>
                <a:rPr kumimoji="1" lang="en-US" altLang="ja-JP" b="1"/>
                <a:t>Windows 10 mobile</a:t>
              </a:r>
              <a:endParaRPr kumimoji="1" lang="ja-JP" altLang="en-US" b="1"/>
            </a:p>
          </p:txBody>
        </p:sp>
      </p:grpSp>
      <p:grpSp>
        <p:nvGrpSpPr>
          <p:cNvPr id="27" name="Group 26">
            <a:extLst>
              <a:ext uri="{FF2B5EF4-FFF2-40B4-BE49-F238E27FC236}">
                <a16:creationId xmlns:a16="http://schemas.microsoft.com/office/drawing/2014/main" id="{BA201487-15EC-4EE8-29E1-85515A321C45}"/>
              </a:ext>
            </a:extLst>
          </p:cNvPr>
          <p:cNvGrpSpPr/>
          <p:nvPr/>
        </p:nvGrpSpPr>
        <p:grpSpPr>
          <a:xfrm>
            <a:off x="8305597" y="2034519"/>
            <a:ext cx="1520553" cy="1475646"/>
            <a:chOff x="7117947" y="1689611"/>
            <a:chExt cx="1520553" cy="1475646"/>
          </a:xfrm>
        </p:grpSpPr>
        <p:pic>
          <p:nvPicPr>
            <p:cNvPr id="28" name="Picture 27">
              <a:extLst>
                <a:ext uri="{FF2B5EF4-FFF2-40B4-BE49-F238E27FC236}">
                  <a16:creationId xmlns:a16="http://schemas.microsoft.com/office/drawing/2014/main" id="{FBF7E0B0-45CC-B38E-8CF0-A32F26052583}"/>
                </a:ext>
              </a:extLst>
            </p:cNvPr>
            <p:cNvPicPr>
              <a:picLocks noChangeAspect="1"/>
            </p:cNvPicPr>
            <p:nvPr/>
          </p:nvPicPr>
          <p:blipFill>
            <a:blip r:embed="rId5"/>
            <a:stretch>
              <a:fillRect/>
            </a:stretch>
          </p:blipFill>
          <p:spPr>
            <a:xfrm>
              <a:off x="7117947" y="1689611"/>
              <a:ext cx="1520553" cy="1103146"/>
            </a:xfrm>
            <a:prstGeom prst="rect">
              <a:avLst/>
            </a:prstGeom>
          </p:spPr>
        </p:pic>
        <p:sp>
          <p:nvSpPr>
            <p:cNvPr id="29" name="TextBox 28">
              <a:extLst>
                <a:ext uri="{FF2B5EF4-FFF2-40B4-BE49-F238E27FC236}">
                  <a16:creationId xmlns:a16="http://schemas.microsoft.com/office/drawing/2014/main" id="{12DE4A7B-77D8-8E3A-A0A9-6BCB82C50576}"/>
                </a:ext>
              </a:extLst>
            </p:cNvPr>
            <p:cNvSpPr txBox="1"/>
            <p:nvPr/>
          </p:nvSpPr>
          <p:spPr>
            <a:xfrm>
              <a:off x="7339746" y="2795925"/>
              <a:ext cx="1076954" cy="369332"/>
            </a:xfrm>
            <a:prstGeom prst="rect">
              <a:avLst/>
            </a:prstGeom>
            <a:noFill/>
          </p:spPr>
          <p:txBody>
            <a:bodyPr wrap="square" rtlCol="0">
              <a:spAutoFit/>
            </a:bodyPr>
            <a:lstStyle/>
            <a:p>
              <a:r>
                <a:rPr kumimoji="1" lang="en-US" altLang="ja-JP" b="1"/>
                <a:t>Tablet PC</a:t>
              </a:r>
              <a:endParaRPr kumimoji="1" lang="ja-JP" altLang="en-US" b="1"/>
            </a:p>
          </p:txBody>
        </p:sp>
      </p:grpSp>
      <p:sp>
        <p:nvSpPr>
          <p:cNvPr id="30" name="Content Placeholder 1">
            <a:extLst>
              <a:ext uri="{FF2B5EF4-FFF2-40B4-BE49-F238E27FC236}">
                <a16:creationId xmlns:a16="http://schemas.microsoft.com/office/drawing/2014/main" id="{56E125A6-EB07-C076-5CC7-90EEB19AD883}"/>
              </a:ext>
            </a:extLst>
          </p:cNvPr>
          <p:cNvSpPr txBox="1">
            <a:spLocks/>
          </p:cNvSpPr>
          <p:nvPr/>
        </p:nvSpPr>
        <p:spPr>
          <a:xfrm>
            <a:off x="398627" y="1298915"/>
            <a:ext cx="8382000" cy="5298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1800">
                <a:solidFill>
                  <a:schemeClr val="tx1"/>
                </a:solidFill>
              </a:rPr>
              <a:t>VEEVA Offline applications with Go Online feature</a:t>
            </a:r>
          </a:p>
        </p:txBody>
      </p:sp>
    </p:spTree>
    <p:extLst>
      <p:ext uri="{BB962C8B-B14F-4D97-AF65-F5344CB8AC3E}">
        <p14:creationId xmlns:p14="http://schemas.microsoft.com/office/powerpoint/2010/main" val="1779795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sz="3600" b="0">
                <a:solidFill>
                  <a:srgbClr val="00718F"/>
                </a:solidFill>
                <a:latin typeface="Arial" panose="020B0604020202020204" pitchFamily="34" charset="0"/>
                <a:cs typeface="Arial" panose="020B0604020202020204" pitchFamily="34" charset="0"/>
              </a:rPr>
              <a:t>Introduction to VEEVA</a:t>
            </a:r>
            <a:br>
              <a:rPr lang="en-US" sz="3600" b="0">
                <a:solidFill>
                  <a:srgbClr val="00718F"/>
                </a:solidFill>
                <a:latin typeface="Arial" panose="020B0604020202020204" pitchFamily="34" charset="0"/>
                <a:cs typeface="Arial" panose="020B0604020202020204" pitchFamily="34" charset="0"/>
              </a:rPr>
            </a:br>
            <a:endParaRPr lang="en-US" b="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24492" y="4153375"/>
            <a:ext cx="4928603" cy="457200"/>
          </a:xfrm>
        </p:spPr>
        <p:txBody>
          <a:bodyPr/>
          <a:lstStyle/>
          <a:p>
            <a:r>
              <a:rPr lang="en-US" sz="3200" b="1">
                <a:latin typeface="Arial" panose="020B0604020202020204" pitchFamily="34" charset="0"/>
                <a:cs typeface="Arial" panose="020B0604020202020204" pitchFamily="34" charset="0"/>
              </a:rPr>
              <a:t>VEEVA CRM language interface compatibility</a:t>
            </a:r>
            <a:endParaRPr lang="en-US" sz="3200" b="1"/>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p>
        </p:txBody>
      </p:sp>
    </p:spTree>
    <p:extLst>
      <p:ext uri="{BB962C8B-B14F-4D97-AF65-F5344CB8AC3E}">
        <p14:creationId xmlns:p14="http://schemas.microsoft.com/office/powerpoint/2010/main" val="499757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13</a:t>
            </a:fld>
            <a:endParaRPr lang="en-US"/>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317238" y="557213"/>
            <a:ext cx="10807700" cy="307975"/>
          </a:xfrm>
        </p:spPr>
        <p:txBody>
          <a:bodyPr/>
          <a:lstStyle/>
          <a:p>
            <a:r>
              <a:rPr lang="en-US" altLang="ja-JP" sz="2400"/>
              <a:t>VEEVA Language Compatibility</a:t>
            </a:r>
            <a:endParaRPr lang="en-US"/>
          </a:p>
        </p:txBody>
      </p:sp>
      <p:sp>
        <p:nvSpPr>
          <p:cNvPr id="4" name="Content Placeholder 1">
            <a:extLst>
              <a:ext uri="{FF2B5EF4-FFF2-40B4-BE49-F238E27FC236}">
                <a16:creationId xmlns:a16="http://schemas.microsoft.com/office/drawing/2014/main" id="{E70B7BF2-667A-CCD4-DE4D-818A2635E561}"/>
              </a:ext>
            </a:extLst>
          </p:cNvPr>
          <p:cNvSpPr txBox="1">
            <a:spLocks/>
          </p:cNvSpPr>
          <p:nvPr/>
        </p:nvSpPr>
        <p:spPr>
          <a:xfrm>
            <a:off x="317238" y="1317624"/>
            <a:ext cx="9825137"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1800" b="1"/>
              <a:t>VEEVA provides following language packs for out-of-the-box translation of the applications:</a:t>
            </a:r>
          </a:p>
          <a:p>
            <a:pPr>
              <a:defRPr/>
            </a:pPr>
            <a:endParaRPr lang="en-US" sz="1800"/>
          </a:p>
          <a:p>
            <a:pPr>
              <a:defRPr/>
            </a:pPr>
            <a:endParaRPr lang="en-US" sz="1800"/>
          </a:p>
          <a:p>
            <a:pPr>
              <a:defRPr/>
            </a:pPr>
            <a:endParaRPr lang="en-US" sz="1800"/>
          </a:p>
          <a:p>
            <a:pPr>
              <a:defRPr/>
            </a:pPr>
            <a:endParaRPr lang="en-US" sz="1800"/>
          </a:p>
          <a:p>
            <a:pPr>
              <a:defRPr/>
            </a:pPr>
            <a:endParaRPr lang="en-US" sz="1800"/>
          </a:p>
          <a:p>
            <a:pPr>
              <a:defRPr/>
            </a:pPr>
            <a:endParaRPr lang="en-US" sz="1800"/>
          </a:p>
          <a:p>
            <a:pPr>
              <a:defRPr/>
            </a:pPr>
            <a:endParaRPr lang="en-US" sz="1800"/>
          </a:p>
          <a:p>
            <a:pPr>
              <a:defRPr/>
            </a:pPr>
            <a:endParaRPr lang="en-US" sz="1800"/>
          </a:p>
          <a:p>
            <a:pPr>
              <a:defRPr/>
            </a:pPr>
            <a:r>
              <a:rPr lang="en-US" sz="1800" b="1"/>
              <a:t>In order to enable multiple languages users are required to log a case with VEEVA support</a:t>
            </a:r>
          </a:p>
        </p:txBody>
      </p:sp>
      <p:sp>
        <p:nvSpPr>
          <p:cNvPr id="7" name="TextBox 6">
            <a:extLst>
              <a:ext uri="{FF2B5EF4-FFF2-40B4-BE49-F238E27FC236}">
                <a16:creationId xmlns:a16="http://schemas.microsoft.com/office/drawing/2014/main" id="{D33F0EDF-48F5-549F-65C3-CD98A69CA7B3}"/>
              </a:ext>
            </a:extLst>
          </p:cNvPr>
          <p:cNvSpPr txBox="1"/>
          <p:nvPr/>
        </p:nvSpPr>
        <p:spPr>
          <a:xfrm>
            <a:off x="887137" y="1880421"/>
            <a:ext cx="2706915" cy="2929007"/>
          </a:xfrm>
          <a:prstGeom prst="rect">
            <a:avLst/>
          </a:prstGeom>
          <a:noFill/>
        </p:spPr>
        <p:txBody>
          <a:bodyPr wrap="square" rtlCol="0">
            <a:spAutoFit/>
          </a:bodyPr>
          <a:lstStyle/>
          <a:p>
            <a:pPr marL="285750" indent="-285750">
              <a:spcAft>
                <a:spcPts val="100"/>
              </a:spcAft>
              <a:buFont typeface="Arial" panose="020B0604020202020204" pitchFamily="34" charset="0"/>
              <a:buChar char="•"/>
            </a:pPr>
            <a:endParaRPr lang="en-US" altLang="ja-JP" sz="1600" b="1">
              <a:latin typeface="Arial" panose="020B0604020202020204" pitchFamily="34" charset="0"/>
              <a:cs typeface="Arial" panose="020B0604020202020204" pitchFamily="34" charset="0"/>
            </a:endParaRPr>
          </a:p>
          <a:p>
            <a:pPr marL="285750" indent="-285750">
              <a:spcAft>
                <a:spcPts val="100"/>
              </a:spcAft>
              <a:buFont typeface="Arial" panose="020B0604020202020204" pitchFamily="34" charset="0"/>
              <a:buChar char="•"/>
            </a:pPr>
            <a:r>
              <a:rPr lang="en-US" sz="1600">
                <a:latin typeface="Arial" panose="020B0604020202020204" pitchFamily="34" charset="0"/>
                <a:cs typeface="Arial" panose="020B0604020202020204" pitchFamily="34" charset="0"/>
              </a:rPr>
              <a:t>Bulgarian</a:t>
            </a:r>
            <a:endParaRPr lang="en-US" altLang="ja-JP" sz="1600">
              <a:latin typeface="Arial" panose="020B0604020202020204" pitchFamily="34" charset="0"/>
              <a:cs typeface="Arial" panose="020B0604020202020204" pitchFamily="34" charset="0"/>
            </a:endParaRP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Chinese (Simplified)</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Chinese (Traditional)</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Czech</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Danish</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Dutch</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English</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Finnish</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French</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German</a:t>
            </a:r>
          </a:p>
        </p:txBody>
      </p:sp>
      <p:sp>
        <p:nvSpPr>
          <p:cNvPr id="8" name="TextBox 7">
            <a:extLst>
              <a:ext uri="{FF2B5EF4-FFF2-40B4-BE49-F238E27FC236}">
                <a16:creationId xmlns:a16="http://schemas.microsoft.com/office/drawing/2014/main" id="{051C3F7F-433F-4284-35F5-EEA503BB4802}"/>
              </a:ext>
            </a:extLst>
          </p:cNvPr>
          <p:cNvSpPr txBox="1"/>
          <p:nvPr/>
        </p:nvSpPr>
        <p:spPr>
          <a:xfrm>
            <a:off x="4972235" y="1880421"/>
            <a:ext cx="2706915" cy="2669962"/>
          </a:xfrm>
          <a:prstGeom prst="rect">
            <a:avLst/>
          </a:prstGeom>
          <a:noFill/>
        </p:spPr>
        <p:txBody>
          <a:bodyPr wrap="square" rtlCol="0">
            <a:spAutoFit/>
          </a:bodyPr>
          <a:lstStyle/>
          <a:p>
            <a:pPr marL="285750" indent="-285750">
              <a:spcAft>
                <a:spcPts val="100"/>
              </a:spcAft>
              <a:buFont typeface="Arial" panose="020B0604020202020204" pitchFamily="34" charset="0"/>
              <a:buChar char="•"/>
            </a:pPr>
            <a:endParaRPr lang="en-US" altLang="ja-JP" sz="1600" b="1">
              <a:latin typeface="Arial" panose="020B0604020202020204" pitchFamily="34" charset="0"/>
              <a:cs typeface="Arial" panose="020B0604020202020204" pitchFamily="34" charset="0"/>
            </a:endParaRP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Greek</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Hungarian</a:t>
            </a:r>
          </a:p>
          <a:p>
            <a:pPr marL="285750" indent="-285750">
              <a:spcAft>
                <a:spcPts val="100"/>
              </a:spcAft>
              <a:buFont typeface="Arial" panose="020B0604020202020204" pitchFamily="34" charset="0"/>
              <a:buChar char="•"/>
            </a:pPr>
            <a:r>
              <a:rPr lang="en-US" sz="1600">
                <a:latin typeface="Arial" panose="020B0604020202020204" pitchFamily="34" charset="0"/>
                <a:cs typeface="Arial" panose="020B0604020202020204" pitchFamily="34" charset="0"/>
              </a:rPr>
              <a:t>Indonesian</a:t>
            </a:r>
            <a:endParaRPr lang="en-US" altLang="ja-JP" sz="1600">
              <a:latin typeface="Arial" panose="020B0604020202020204" pitchFamily="34" charset="0"/>
              <a:cs typeface="Arial" panose="020B0604020202020204" pitchFamily="34" charset="0"/>
            </a:endParaRP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Italian</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Japanese</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Korean</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Portuguese (Brazil)</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Polish</a:t>
            </a:r>
          </a:p>
          <a:p>
            <a:pPr marL="285750" indent="-285750">
              <a:spcAft>
                <a:spcPts val="100"/>
              </a:spcAft>
              <a:buFont typeface="Arial" panose="020B0604020202020204" pitchFamily="34" charset="0"/>
              <a:buChar char="•"/>
            </a:pPr>
            <a:r>
              <a:rPr lang="en-US" sz="1600">
                <a:latin typeface="Arial" panose="020B0604020202020204" pitchFamily="34" charset="0"/>
                <a:cs typeface="Arial" panose="020B0604020202020204" pitchFamily="34" charset="0"/>
              </a:rPr>
              <a:t>Romanian</a:t>
            </a:r>
            <a:endParaRPr lang="en-US" altLang="ja-JP" sz="160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57F85C86-CFC5-3384-4C2E-F8443863C750}"/>
              </a:ext>
            </a:extLst>
          </p:cNvPr>
          <p:cNvSpPr txBox="1"/>
          <p:nvPr/>
        </p:nvSpPr>
        <p:spPr>
          <a:xfrm>
            <a:off x="7974599" y="1880421"/>
            <a:ext cx="2706915" cy="2410916"/>
          </a:xfrm>
          <a:prstGeom prst="rect">
            <a:avLst/>
          </a:prstGeom>
          <a:noFill/>
        </p:spPr>
        <p:txBody>
          <a:bodyPr wrap="square" rtlCol="0">
            <a:spAutoFit/>
          </a:bodyPr>
          <a:lstStyle/>
          <a:p>
            <a:pPr marL="285750" indent="-285750">
              <a:spcAft>
                <a:spcPts val="100"/>
              </a:spcAft>
              <a:buFont typeface="Arial" panose="020B0604020202020204" pitchFamily="34" charset="0"/>
              <a:buChar char="•"/>
            </a:pPr>
            <a:endParaRPr lang="en-US" altLang="ja-JP" sz="1600" b="1">
              <a:latin typeface="Arial" panose="020B0604020202020204" pitchFamily="34" charset="0"/>
              <a:cs typeface="Arial" panose="020B0604020202020204" pitchFamily="34" charset="0"/>
            </a:endParaRP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Russian</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Spanish</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Spanish (Mexico)</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Swedish</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Thai</a:t>
            </a: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Turkish</a:t>
            </a:r>
          </a:p>
          <a:p>
            <a:pPr marL="285750" indent="-285750">
              <a:spcAft>
                <a:spcPts val="100"/>
              </a:spcAft>
              <a:buFont typeface="Arial" panose="020B0604020202020204" pitchFamily="34" charset="0"/>
              <a:buChar char="•"/>
            </a:pPr>
            <a:r>
              <a:rPr lang="en-US" sz="1600">
                <a:latin typeface="Arial" panose="020B0604020202020204" pitchFamily="34" charset="0"/>
                <a:cs typeface="Arial" panose="020B0604020202020204" pitchFamily="34" charset="0"/>
              </a:rPr>
              <a:t>Ukrainian</a:t>
            </a:r>
            <a:endParaRPr lang="en-US" altLang="ja-JP" sz="1600">
              <a:latin typeface="Arial" panose="020B0604020202020204" pitchFamily="34" charset="0"/>
              <a:cs typeface="Arial" panose="020B0604020202020204" pitchFamily="34" charset="0"/>
            </a:endParaRPr>
          </a:p>
          <a:p>
            <a:pPr marL="285750" indent="-285750">
              <a:spcAft>
                <a:spcPts val="100"/>
              </a:spcAft>
              <a:buFont typeface="Arial" panose="020B0604020202020204" pitchFamily="34" charset="0"/>
              <a:buChar char="•"/>
            </a:pPr>
            <a:r>
              <a:rPr lang="en-US" altLang="ja-JP" sz="1600">
                <a:latin typeface="Arial" panose="020B0604020202020204" pitchFamily="34" charset="0"/>
                <a:cs typeface="Arial" panose="020B0604020202020204" pitchFamily="34" charset="0"/>
              </a:rPr>
              <a:t>Vietnamese</a:t>
            </a:r>
          </a:p>
        </p:txBody>
      </p:sp>
    </p:spTree>
    <p:extLst>
      <p:ext uri="{BB962C8B-B14F-4D97-AF65-F5344CB8AC3E}">
        <p14:creationId xmlns:p14="http://schemas.microsoft.com/office/powerpoint/2010/main" val="2245440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14</a:t>
            </a:fld>
            <a:endParaRPr lang="en-US"/>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205273" y="1542661"/>
            <a:ext cx="10807700" cy="4191000"/>
          </a:xfrm>
        </p:spPr>
        <p:txBody>
          <a:bodyPr/>
          <a:lstStyle/>
          <a:p>
            <a:pPr marL="0" indent="0">
              <a:buNone/>
              <a:defRPr/>
            </a:pPr>
            <a:r>
              <a:rPr lang="en-US" sz="1600" b="1">
                <a:solidFill>
                  <a:schemeClr val="tx1"/>
                </a:solidFill>
              </a:rPr>
              <a:t>VEEVA admins must keep in mind the following to enable new language for VEEVA:</a:t>
            </a:r>
          </a:p>
          <a:p>
            <a:pPr>
              <a:defRPr/>
            </a:pPr>
            <a:endParaRPr lang="en-US" sz="1600">
              <a:solidFill>
                <a:schemeClr val="tx1"/>
              </a:solidFill>
            </a:endParaRPr>
          </a:p>
          <a:p>
            <a:pPr marL="285750" indent="-285750">
              <a:buFont typeface="Arial" panose="020B0604020202020204" pitchFamily="34" charset="0"/>
              <a:buChar char="•"/>
              <a:defRPr/>
            </a:pPr>
            <a:r>
              <a:rPr lang="en-US" sz="1600">
                <a:solidFill>
                  <a:schemeClr val="tx1"/>
                </a:solidFill>
              </a:rPr>
              <a:t>Do not modify the Company Language of your org. It should remain English (US) in order to ensure VEEVA upgrades can be completed</a:t>
            </a:r>
          </a:p>
          <a:p>
            <a:pPr marL="285750" indent="-285750">
              <a:buFont typeface="Arial" panose="020B0604020202020204" pitchFamily="34" charset="0"/>
              <a:buChar char="•"/>
              <a:defRPr/>
            </a:pPr>
            <a:endParaRPr lang="en-US" sz="1600">
              <a:solidFill>
                <a:schemeClr val="tx1"/>
              </a:solidFill>
            </a:endParaRPr>
          </a:p>
          <a:p>
            <a:pPr marL="285750" indent="-285750">
              <a:buFont typeface="Arial" panose="020B0604020202020204" pitchFamily="34" charset="0"/>
              <a:buChar char="•"/>
              <a:defRPr/>
            </a:pPr>
            <a:r>
              <a:rPr lang="en-US" sz="1600">
                <a:solidFill>
                  <a:schemeClr val="tx1"/>
                </a:solidFill>
              </a:rPr>
              <a:t>If user changes his language setting for iPad, he needs to do a refresh in order to apply the setting</a:t>
            </a:r>
          </a:p>
          <a:p>
            <a:endParaRPr lang="en-US"/>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05273" y="575874"/>
            <a:ext cx="10807700" cy="307975"/>
          </a:xfrm>
        </p:spPr>
        <p:txBody>
          <a:bodyPr/>
          <a:lstStyle/>
          <a:p>
            <a:r>
              <a:rPr lang="en-US" altLang="ja-JP" sz="2400"/>
              <a:t>Language Enablement</a:t>
            </a:r>
            <a:endParaRPr lang="en-US"/>
          </a:p>
        </p:txBody>
      </p:sp>
    </p:spTree>
    <p:extLst>
      <p:ext uri="{BB962C8B-B14F-4D97-AF65-F5344CB8AC3E}">
        <p14:creationId xmlns:p14="http://schemas.microsoft.com/office/powerpoint/2010/main" val="1255605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15</a:t>
            </a:fld>
            <a:endParaRPr lang="en-US"/>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256414" y="1518331"/>
            <a:ext cx="10807700" cy="4191000"/>
          </a:xfrm>
        </p:spPr>
        <p:txBody>
          <a:bodyPr/>
          <a:lstStyle/>
          <a:p>
            <a:pPr marL="285750" indent="-285750">
              <a:buFont typeface="Arial" panose="020B0604020202020204" pitchFamily="34" charset="0"/>
              <a:buChar char="•"/>
            </a:pPr>
            <a:r>
              <a:rPr lang="en-US" sz="1600" b="1">
                <a:solidFill>
                  <a:schemeClr val="tx1"/>
                </a:solidFill>
              </a:rPr>
              <a:t>VEEVA CRM online help can be made available from a link in the homepage sidebar</a:t>
            </a:r>
          </a:p>
          <a:p>
            <a:endParaRPr lang="en-US"/>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311150" y="568325"/>
            <a:ext cx="10807700" cy="307975"/>
          </a:xfrm>
        </p:spPr>
        <p:txBody>
          <a:bodyPr/>
          <a:lstStyle/>
          <a:p>
            <a:r>
              <a:rPr lang="en-US" sz="2400"/>
              <a:t>VEEVA Resources- Documentation</a:t>
            </a:r>
            <a:endParaRPr lang="en-US"/>
          </a:p>
        </p:txBody>
      </p:sp>
      <p:pic>
        <p:nvPicPr>
          <p:cNvPr id="8" name="Picture 7">
            <a:extLst>
              <a:ext uri="{FF2B5EF4-FFF2-40B4-BE49-F238E27FC236}">
                <a16:creationId xmlns:a16="http://schemas.microsoft.com/office/drawing/2014/main" id="{82A05B3B-6F3C-9B85-F141-53477CEC6269}"/>
              </a:ext>
            </a:extLst>
          </p:cNvPr>
          <p:cNvPicPr>
            <a:picLocks noChangeAspect="1"/>
          </p:cNvPicPr>
          <p:nvPr/>
        </p:nvPicPr>
        <p:blipFill>
          <a:blip r:embed="rId2"/>
          <a:stretch>
            <a:fillRect/>
          </a:stretch>
        </p:blipFill>
        <p:spPr>
          <a:xfrm>
            <a:off x="5353049" y="2819400"/>
            <a:ext cx="5939820" cy="2727338"/>
          </a:xfrm>
          <a:prstGeom prst="rect">
            <a:avLst/>
          </a:prstGeom>
          <a:ln>
            <a:solidFill>
              <a:schemeClr val="accent2"/>
            </a:solidFill>
          </a:ln>
        </p:spPr>
      </p:pic>
      <p:pic>
        <p:nvPicPr>
          <p:cNvPr id="9" name="Picture 9" descr="Graphical user interface, application, Teams&#10;&#10;Description automatically generated">
            <a:extLst>
              <a:ext uri="{FF2B5EF4-FFF2-40B4-BE49-F238E27FC236}">
                <a16:creationId xmlns:a16="http://schemas.microsoft.com/office/drawing/2014/main" id="{219A4554-FE7F-3B5E-B996-969C6F5F76BD}"/>
              </a:ext>
            </a:extLst>
          </p:cNvPr>
          <p:cNvPicPr>
            <a:picLocks noChangeAspect="1"/>
          </p:cNvPicPr>
          <p:nvPr/>
        </p:nvPicPr>
        <p:blipFill>
          <a:blip r:embed="rId3"/>
          <a:stretch>
            <a:fillRect/>
          </a:stretch>
        </p:blipFill>
        <p:spPr>
          <a:xfrm>
            <a:off x="990600" y="1752600"/>
            <a:ext cx="3798125" cy="4276771"/>
          </a:xfrm>
          <a:prstGeom prst="rect">
            <a:avLst/>
          </a:prstGeom>
        </p:spPr>
      </p:pic>
      <p:cxnSp>
        <p:nvCxnSpPr>
          <p:cNvPr id="10" name="Straight Arrow Connector 9">
            <a:extLst>
              <a:ext uri="{FF2B5EF4-FFF2-40B4-BE49-F238E27FC236}">
                <a16:creationId xmlns:a16="http://schemas.microsoft.com/office/drawing/2014/main" id="{6422BEDA-114D-C2D3-1406-B6017E1C1631}"/>
              </a:ext>
            </a:extLst>
          </p:cNvPr>
          <p:cNvCxnSpPr>
            <a:cxnSpLocks/>
          </p:cNvCxnSpPr>
          <p:nvPr/>
        </p:nvCxnSpPr>
        <p:spPr>
          <a:xfrm>
            <a:off x="2743200" y="4800600"/>
            <a:ext cx="2971800" cy="0"/>
          </a:xfrm>
          <a:prstGeom prst="straightConnector1">
            <a:avLst/>
          </a:prstGeom>
          <a:ln w="698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98700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16</a:t>
            </a:fld>
            <a:endParaRPr lang="en-US"/>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65315" y="1468913"/>
            <a:ext cx="10807700" cy="4191000"/>
          </a:xfrm>
        </p:spPr>
        <p:txBody>
          <a:bodyPr/>
          <a:lstStyle/>
          <a:p>
            <a:pPr>
              <a:defRPr/>
            </a:pPr>
            <a:r>
              <a:rPr lang="en-US" sz="1800">
                <a:solidFill>
                  <a:schemeClr val="tx1"/>
                </a:solidFill>
              </a:rPr>
              <a:t> </a:t>
            </a:r>
            <a:r>
              <a:rPr lang="en-US" altLang="ja-JP" b="1">
                <a:solidFill>
                  <a:schemeClr val="tx1"/>
                </a:solidFill>
              </a:rPr>
              <a:t>Salesforce.com provides following Resources:</a:t>
            </a:r>
          </a:p>
          <a:p>
            <a:pPr lvl="1">
              <a:defRPr/>
            </a:pPr>
            <a:r>
              <a:rPr lang="en-US">
                <a:solidFill>
                  <a:schemeClr val="tx1"/>
                </a:solidFill>
              </a:rPr>
              <a:t>Salesforce.com Help and Training</a:t>
            </a:r>
          </a:p>
          <a:p>
            <a:pPr lvl="1">
              <a:defRPr/>
            </a:pPr>
            <a:r>
              <a:rPr lang="en-US">
                <a:solidFill>
                  <a:schemeClr val="tx1"/>
                </a:solidFill>
              </a:rPr>
              <a:t>Pre-recorded training sessions</a:t>
            </a:r>
          </a:p>
          <a:p>
            <a:pPr lvl="1">
              <a:defRPr/>
            </a:pPr>
            <a:r>
              <a:rPr lang="en-US">
                <a:solidFill>
                  <a:schemeClr val="tx1"/>
                </a:solidFill>
              </a:rPr>
              <a:t>Documentation</a:t>
            </a:r>
          </a:p>
          <a:p>
            <a:pPr lvl="1">
              <a:defRPr/>
            </a:pPr>
            <a:r>
              <a:rPr lang="en-US">
                <a:solidFill>
                  <a:schemeClr val="tx1"/>
                </a:solidFill>
              </a:rPr>
              <a:t>Developerforce.com</a:t>
            </a:r>
          </a:p>
          <a:p>
            <a:pPr lvl="1">
              <a:defRPr/>
            </a:pPr>
            <a:r>
              <a:rPr lang="en-US">
                <a:solidFill>
                  <a:schemeClr val="tx1"/>
                </a:solidFill>
              </a:rPr>
              <a:t>Status.salesforce.com </a:t>
            </a:r>
          </a:p>
          <a:p>
            <a:pPr lvl="1">
              <a:defRPr/>
            </a:pPr>
            <a:r>
              <a:rPr lang="en-US">
                <a:solidFill>
                  <a:schemeClr val="tx1"/>
                </a:solidFill>
              </a:rPr>
              <a:t>Salesforce.com Blog</a:t>
            </a:r>
          </a:p>
          <a:p>
            <a:pPr lvl="1">
              <a:defRPr/>
            </a:pPr>
            <a:r>
              <a:rPr lang="en-US">
                <a:solidFill>
                  <a:schemeClr val="tx1"/>
                </a:solidFill>
              </a:rPr>
              <a:t>Additional training can be taken directly from Salesforce</a:t>
            </a:r>
          </a:p>
          <a:p>
            <a:endParaRPr lang="en-US"/>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158621" y="859074"/>
            <a:ext cx="10807700" cy="307975"/>
          </a:xfrm>
        </p:spPr>
        <p:txBody>
          <a:bodyPr/>
          <a:lstStyle/>
          <a:p>
            <a:r>
              <a:rPr lang="en-US" sz="2400"/>
              <a:t>SFDC Resources- Documentation</a:t>
            </a:r>
            <a:endParaRPr lang="en-US"/>
          </a:p>
        </p:txBody>
      </p:sp>
      <p:pic>
        <p:nvPicPr>
          <p:cNvPr id="4" name="Picture 3">
            <a:extLst>
              <a:ext uri="{FF2B5EF4-FFF2-40B4-BE49-F238E27FC236}">
                <a16:creationId xmlns:a16="http://schemas.microsoft.com/office/drawing/2014/main" id="{25D05F82-64D5-DE2B-971F-974FF8AA1090}"/>
              </a:ext>
            </a:extLst>
          </p:cNvPr>
          <p:cNvPicPr>
            <a:picLocks noChangeAspect="1"/>
          </p:cNvPicPr>
          <p:nvPr/>
        </p:nvPicPr>
        <p:blipFill>
          <a:blip r:embed="rId2"/>
          <a:stretch>
            <a:fillRect/>
          </a:stretch>
        </p:blipFill>
        <p:spPr>
          <a:xfrm>
            <a:off x="2845109" y="4171676"/>
            <a:ext cx="5802534" cy="1905000"/>
          </a:xfrm>
          <a:prstGeom prst="rect">
            <a:avLst/>
          </a:prstGeom>
        </p:spPr>
      </p:pic>
    </p:spTree>
    <p:extLst>
      <p:ext uri="{BB962C8B-B14F-4D97-AF65-F5344CB8AC3E}">
        <p14:creationId xmlns:p14="http://schemas.microsoft.com/office/powerpoint/2010/main" val="3356987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17</a:t>
            </a:fld>
            <a:endParaRPr lang="en-US"/>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233266" y="1333500"/>
            <a:ext cx="9815804" cy="4191000"/>
          </a:xfrm>
        </p:spPr>
        <p:txBody>
          <a:bodyPr/>
          <a:lstStyle/>
          <a:p>
            <a:pPr marL="0" indent="0">
              <a:buNone/>
              <a:defRPr/>
            </a:pPr>
            <a:r>
              <a:rPr lang="en-US" altLang="ja-JP" b="1">
                <a:solidFill>
                  <a:schemeClr val="tx1"/>
                </a:solidFill>
              </a:rPr>
              <a:t>VEEVA Support Site</a:t>
            </a:r>
          </a:p>
          <a:p>
            <a:pPr marL="285750" indent="-285750">
              <a:buFont typeface="Arial" panose="020B0604020202020204" pitchFamily="34" charset="0"/>
              <a:buChar char="•"/>
              <a:defRPr/>
            </a:pPr>
            <a:r>
              <a:rPr lang="en-US">
                <a:solidFill>
                  <a:schemeClr val="tx1"/>
                </a:solidFill>
              </a:rPr>
              <a:t>VEEVA support site </a:t>
            </a:r>
            <a:r>
              <a:rPr lang="en-US">
                <a:hlinkClick r:id="rId2"/>
              </a:rPr>
              <a:t>URL:https://www.VEEVA.com/support</a:t>
            </a:r>
            <a:r>
              <a:rPr lang="en-US"/>
              <a:t> </a:t>
            </a:r>
          </a:p>
          <a:p>
            <a:pPr marL="285750" indent="-285750">
              <a:buFont typeface="Arial" panose="020B0604020202020204" pitchFamily="34" charset="0"/>
              <a:buChar char="•"/>
              <a:defRPr/>
            </a:pPr>
            <a:r>
              <a:rPr lang="en-US">
                <a:solidFill>
                  <a:schemeClr val="tx1"/>
                </a:solidFill>
              </a:rPr>
              <a:t>Customers can use the support site to log in support cases</a:t>
            </a:r>
          </a:p>
          <a:p>
            <a:pPr marL="171450" indent="-171450">
              <a:buFont typeface="Arial" panose="020B0604020202020204" pitchFamily="34" charset="0"/>
              <a:buChar char="•"/>
              <a:defRPr/>
            </a:pPr>
            <a:endParaRPr lang="en-US" sz="1100" b="1">
              <a:solidFill>
                <a:schemeClr val="tx1"/>
              </a:solidFill>
            </a:endParaRPr>
          </a:p>
          <a:p>
            <a:pPr marL="0" indent="0">
              <a:buNone/>
              <a:defRPr/>
            </a:pPr>
            <a:r>
              <a:rPr lang="en-US" b="1">
                <a:solidFill>
                  <a:schemeClr val="tx1"/>
                </a:solidFill>
              </a:rPr>
              <a:t>NOTE</a:t>
            </a:r>
            <a:r>
              <a:rPr lang="en-US">
                <a:solidFill>
                  <a:schemeClr val="tx1"/>
                </a:solidFill>
              </a:rPr>
              <a:t>: Partners should only request portal access if they are actively engaged with a customer and need to log cases on the customer's behalf</a:t>
            </a:r>
          </a:p>
          <a:p>
            <a:pPr>
              <a:defRPr/>
            </a:pPr>
            <a:endParaRPr lang="en-US" sz="1050"/>
          </a:p>
          <a:p>
            <a:pPr marL="0" indent="0">
              <a:buNone/>
              <a:defRPr/>
            </a:pPr>
            <a:r>
              <a:rPr lang="en-US" altLang="ja-JP" b="1">
                <a:solidFill>
                  <a:schemeClr val="tx1"/>
                </a:solidFill>
              </a:rPr>
              <a:t>VEEVA CRM help online</a:t>
            </a:r>
          </a:p>
          <a:p>
            <a:pPr marL="0" indent="0">
              <a:buNone/>
              <a:defRPr/>
            </a:pPr>
            <a:endParaRPr lang="en-US" altLang="ja-JP" sz="1100" b="1">
              <a:solidFill>
                <a:schemeClr val="tx1"/>
              </a:solidFill>
            </a:endParaRPr>
          </a:p>
          <a:p>
            <a:pPr marL="285750" indent="-285750">
              <a:buFont typeface="Arial" panose="020B0604020202020204" pitchFamily="34" charset="0"/>
              <a:buChar char="•"/>
              <a:defRPr/>
            </a:pPr>
            <a:r>
              <a:rPr lang="en-US" altLang="ja-JP">
                <a:solidFill>
                  <a:schemeClr val="tx1"/>
                </a:solidFill>
              </a:rPr>
              <a:t>Developers and Administrators can access VEEVA CRM help from </a:t>
            </a:r>
            <a:r>
              <a:rPr lang="en-US" altLang="ja-JP">
                <a:hlinkClick r:id="rId3"/>
              </a:rPr>
              <a:t>https://crmhelp.VEEVA.com</a:t>
            </a:r>
            <a:r>
              <a:rPr lang="en-US" altLang="ja-JP"/>
              <a:t> </a:t>
            </a:r>
          </a:p>
          <a:p>
            <a:pPr>
              <a:defRPr/>
            </a:pPr>
            <a:endParaRPr lang="en-US" altLang="ja-JP"/>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33266" y="594360"/>
            <a:ext cx="10807700" cy="307975"/>
          </a:xfrm>
        </p:spPr>
        <p:txBody>
          <a:bodyPr/>
          <a:lstStyle/>
          <a:p>
            <a:r>
              <a:rPr lang="en-US" sz="2400"/>
              <a:t>VEEVA and SFDC Support</a:t>
            </a:r>
            <a:endParaRPr lang="en-US"/>
          </a:p>
        </p:txBody>
      </p:sp>
    </p:spTree>
    <p:extLst>
      <p:ext uri="{BB962C8B-B14F-4D97-AF65-F5344CB8AC3E}">
        <p14:creationId xmlns:p14="http://schemas.microsoft.com/office/powerpoint/2010/main" val="4082255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sz="3600" b="0">
                <a:solidFill>
                  <a:srgbClr val="00718F"/>
                </a:solidFill>
                <a:latin typeface="Arial" panose="020B0604020202020204" pitchFamily="34" charset="0"/>
                <a:cs typeface="Arial" panose="020B0604020202020204" pitchFamily="34" charset="0"/>
              </a:rPr>
              <a:t>Introduction to VEEVA</a:t>
            </a:r>
            <a:br>
              <a:rPr lang="en-US" sz="3600" b="0">
                <a:solidFill>
                  <a:srgbClr val="00718F"/>
                </a:solidFill>
                <a:latin typeface="Arial" panose="020B0604020202020204" pitchFamily="34" charset="0"/>
                <a:cs typeface="Arial" panose="020B0604020202020204" pitchFamily="34" charset="0"/>
              </a:rPr>
            </a:br>
            <a:endParaRPr lang="en-US" b="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24492" y="4153375"/>
            <a:ext cx="4928603" cy="457200"/>
          </a:xfrm>
        </p:spPr>
        <p:txBody>
          <a:bodyPr/>
          <a:lstStyle/>
          <a:p>
            <a:r>
              <a:rPr lang="en-US" sz="3200" b="1">
                <a:latin typeface="Arial" panose="020B0604020202020204" pitchFamily="34" charset="0"/>
                <a:cs typeface="Arial" panose="020B0604020202020204" pitchFamily="34" charset="0"/>
              </a:rPr>
              <a:t>Product upgrade and New feature releases</a:t>
            </a:r>
            <a:endParaRPr lang="en-US" sz="3200" b="1"/>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p>
        </p:txBody>
      </p:sp>
    </p:spTree>
    <p:extLst>
      <p:ext uri="{BB962C8B-B14F-4D97-AF65-F5344CB8AC3E}">
        <p14:creationId xmlns:p14="http://schemas.microsoft.com/office/powerpoint/2010/main" val="1554534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19</a:t>
            </a:fld>
            <a:endParaRPr lang="en-US"/>
          </a:p>
        </p:txBody>
      </p:sp>
      <p:sp>
        <p:nvSpPr>
          <p:cNvPr id="6" name="Content Placeholder 5">
            <a:extLst>
              <a:ext uri="{FF2B5EF4-FFF2-40B4-BE49-F238E27FC236}">
                <a16:creationId xmlns:a16="http://schemas.microsoft.com/office/drawing/2014/main" id="{181BFC26-F14C-7ED6-47CB-ED3923B4B7B6}"/>
              </a:ext>
            </a:extLst>
          </p:cNvPr>
          <p:cNvSpPr>
            <a:spLocks noGrp="1"/>
          </p:cNvSpPr>
          <p:nvPr>
            <p:ph sz="quarter" idx="4294967295"/>
          </p:nvPr>
        </p:nvSpPr>
        <p:spPr>
          <a:xfrm>
            <a:off x="93306" y="1072038"/>
            <a:ext cx="8658808" cy="4984750"/>
          </a:xfrm>
        </p:spPr>
        <p:txBody>
          <a:bodyPr/>
          <a:lstStyle/>
          <a:p>
            <a:pPr marL="285750" indent="-285750">
              <a:buFont typeface="Arial" panose="020B0604020202020204" pitchFamily="34" charset="0"/>
              <a:buChar char="•"/>
              <a:defRPr/>
            </a:pPr>
            <a:r>
              <a:rPr lang="en-US" sz="1600">
                <a:solidFill>
                  <a:schemeClr val="tx1"/>
                </a:solidFill>
              </a:rPr>
              <a:t>VEEVA brings 3 platform releases each year (March, July, and November), which deploys New functionalities/features along with defect fixes</a:t>
            </a:r>
          </a:p>
          <a:p>
            <a:pPr marL="171450" indent="-171450">
              <a:buFont typeface="Arial" panose="020B0604020202020204" pitchFamily="34" charset="0"/>
              <a:buChar char="•"/>
              <a:defRPr/>
            </a:pPr>
            <a:endParaRPr lang="en-US" sz="500">
              <a:solidFill>
                <a:schemeClr val="tx1"/>
              </a:solidFill>
            </a:endParaRPr>
          </a:p>
          <a:p>
            <a:pPr marL="285750" indent="-285750">
              <a:buFont typeface="Arial" panose="020B0604020202020204" pitchFamily="34" charset="0"/>
              <a:buChar char="•"/>
              <a:defRPr/>
            </a:pPr>
            <a:r>
              <a:rPr lang="en-US" sz="1600">
                <a:solidFill>
                  <a:schemeClr val="tx1"/>
                </a:solidFill>
              </a:rPr>
              <a:t>Delivery of New Releases are provided via upgrades to all customer orgs including Production and Full Sandbox environments. Customers are notified a minimum of 30 days in advance of Production org updates</a:t>
            </a:r>
          </a:p>
          <a:p>
            <a:pPr marL="171450" indent="-171450">
              <a:buFont typeface="Arial" panose="020B0604020202020204" pitchFamily="34" charset="0"/>
              <a:buChar char="•"/>
              <a:defRPr/>
            </a:pPr>
            <a:endParaRPr lang="en-US" sz="500">
              <a:solidFill>
                <a:schemeClr val="tx1"/>
              </a:solidFill>
            </a:endParaRPr>
          </a:p>
          <a:p>
            <a:pPr marL="285750" indent="-285750">
              <a:buFont typeface="Arial" panose="020B0604020202020204" pitchFamily="34" charset="0"/>
              <a:buChar char="•"/>
              <a:defRPr/>
            </a:pPr>
            <a:r>
              <a:rPr lang="en-US" sz="1600">
                <a:solidFill>
                  <a:schemeClr val="tx1"/>
                </a:solidFill>
              </a:rPr>
              <a:t>All new features are defaulted “off” with exceptions stated in Release Notes. New releases are provided in Full Sandboxes 3 weeks prior to Production orgs availability</a:t>
            </a:r>
          </a:p>
          <a:p>
            <a:pPr marL="171450" indent="-171450">
              <a:buFont typeface="Arial" panose="020B0604020202020204" pitchFamily="34" charset="0"/>
              <a:buChar char="•"/>
              <a:defRPr/>
            </a:pPr>
            <a:endParaRPr lang="en-US" sz="500">
              <a:solidFill>
                <a:schemeClr val="tx1"/>
              </a:solidFill>
            </a:endParaRPr>
          </a:p>
          <a:p>
            <a:pPr marL="285750" indent="-285750">
              <a:buFont typeface="Arial" panose="020B0604020202020204" pitchFamily="34" charset="0"/>
              <a:buChar char="•"/>
              <a:defRPr/>
            </a:pPr>
            <a:r>
              <a:rPr lang="en-US" sz="1600">
                <a:solidFill>
                  <a:schemeClr val="tx1"/>
                </a:solidFill>
              </a:rPr>
              <a:t>VEEVA does functional verification and regression testing for every new release. However, customers are responsible for enabling new features and then testing against those configurations prior to providing new features to end users</a:t>
            </a:r>
          </a:p>
          <a:p>
            <a:pPr marL="171450" indent="-171450">
              <a:buFont typeface="Arial" panose="020B0604020202020204" pitchFamily="34" charset="0"/>
              <a:buChar char="•"/>
              <a:defRPr/>
            </a:pPr>
            <a:endParaRPr lang="en-US" sz="500">
              <a:solidFill>
                <a:schemeClr val="tx1"/>
              </a:solidFill>
            </a:endParaRPr>
          </a:p>
          <a:p>
            <a:pPr marL="285750" indent="-285750">
              <a:buFont typeface="Arial" panose="020B0604020202020204" pitchFamily="34" charset="0"/>
              <a:buChar char="•"/>
              <a:defRPr/>
            </a:pPr>
            <a:r>
              <a:rPr lang="en-US" sz="1600">
                <a:solidFill>
                  <a:schemeClr val="tx1"/>
                </a:solidFill>
              </a:rPr>
              <a:t>Patch Releases are delivered on an as-needed basis</a:t>
            </a:r>
          </a:p>
          <a:p>
            <a:pPr marL="865188" lvl="1" indent="-285750">
              <a:buFont typeface="Courier New" panose="02070309020205020404" pitchFamily="49" charset="0"/>
              <a:buChar char="o"/>
              <a:defRPr/>
            </a:pPr>
            <a:r>
              <a:rPr lang="en-US">
                <a:solidFill>
                  <a:schemeClr val="tx1"/>
                </a:solidFill>
              </a:rPr>
              <a:t>Customers are notified for each patch after subscribing for patch notifications in CRM Community. Patches only contain important defect fixes (i.e., where viable defect workaround is not available) and not new features. Patches are usually delivered during off business hours</a:t>
            </a:r>
          </a:p>
          <a:p>
            <a:pPr marL="457200" lvl="1" indent="0">
              <a:buNone/>
              <a:defRPr/>
            </a:pPr>
            <a:r>
              <a:rPr lang="en-US" b="1">
                <a:solidFill>
                  <a:schemeClr val="tx1"/>
                </a:solidFill>
              </a:rPr>
              <a:t>Note: This training material references to VEEVA version - 17R3</a:t>
            </a:r>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93306" y="557211"/>
            <a:ext cx="10807700" cy="307975"/>
          </a:xfrm>
        </p:spPr>
        <p:txBody>
          <a:bodyPr/>
          <a:lstStyle/>
          <a:p>
            <a:r>
              <a:rPr lang="en-US" altLang="ja-JP" sz="2400"/>
              <a:t>VEEVA New Releases- Upgrades and Patches</a:t>
            </a:r>
            <a:endParaRPr lang="en-US"/>
          </a:p>
        </p:txBody>
      </p:sp>
    </p:spTree>
    <p:extLst>
      <p:ext uri="{BB962C8B-B14F-4D97-AF65-F5344CB8AC3E}">
        <p14:creationId xmlns:p14="http://schemas.microsoft.com/office/powerpoint/2010/main" val="3120896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20</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a:t>Check Your Understanding ... 1</a:t>
            </a:r>
            <a:endParaRPr lang="en-US"/>
          </a:p>
        </p:txBody>
      </p:sp>
      <p:graphicFrame>
        <p:nvGraphicFramePr>
          <p:cNvPr id="5" name="Diagram 4">
            <a:extLst>
              <a:ext uri="{FF2B5EF4-FFF2-40B4-BE49-F238E27FC236}">
                <a16:creationId xmlns:a16="http://schemas.microsoft.com/office/drawing/2014/main" id="{CF566466-BBFA-208A-E65D-B08953063E86}"/>
              </a:ext>
            </a:extLst>
          </p:cNvPr>
          <p:cNvGraphicFramePr/>
          <p:nvPr>
            <p:extLst>
              <p:ext uri="{D42A27DB-BD31-4B8C-83A1-F6EECF244321}">
                <p14:modId xmlns:p14="http://schemas.microsoft.com/office/powerpoint/2010/main" val="364822696"/>
              </p:ext>
            </p:extLst>
          </p:nvPr>
        </p:nvGraphicFramePr>
        <p:xfrm>
          <a:off x="633247" y="1351327"/>
          <a:ext cx="8333885" cy="30663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a:extLst>
              <a:ext uri="{FF2B5EF4-FFF2-40B4-BE49-F238E27FC236}">
                <a16:creationId xmlns:a16="http://schemas.microsoft.com/office/drawing/2014/main" id="{ECAFD24E-4B00-FC92-C355-E414D12AEAA8}"/>
              </a:ext>
            </a:extLst>
          </p:cNvPr>
          <p:cNvGrpSpPr/>
          <p:nvPr/>
        </p:nvGrpSpPr>
        <p:grpSpPr>
          <a:xfrm>
            <a:off x="633247" y="4417628"/>
            <a:ext cx="8333885" cy="746628"/>
            <a:chOff x="0" y="0"/>
            <a:chExt cx="8333885" cy="746628"/>
          </a:xfrm>
        </p:grpSpPr>
        <p:sp>
          <p:nvSpPr>
            <p:cNvPr id="9" name="Rectangle: Rounded Corners 8">
              <a:extLst>
                <a:ext uri="{FF2B5EF4-FFF2-40B4-BE49-F238E27FC236}">
                  <a16:creationId xmlns:a16="http://schemas.microsoft.com/office/drawing/2014/main" id="{FB5B4ECD-E89C-2A90-B7BC-3273BCDE1B79}"/>
                </a:ext>
              </a:extLst>
            </p:cNvPr>
            <p:cNvSpPr/>
            <p:nvPr/>
          </p:nvSpPr>
          <p:spPr>
            <a:xfrm>
              <a:off x="0" y="0"/>
              <a:ext cx="8333885" cy="746628"/>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098A60CF-ECA1-C4F2-1E35-BBDDECA0C44A}"/>
                </a:ext>
              </a:extLst>
            </p:cNvPr>
            <p:cNvSpPr txBox="1"/>
            <p:nvPr/>
          </p:nvSpPr>
          <p:spPr>
            <a:xfrm>
              <a:off x="36447" y="36447"/>
              <a:ext cx="8260991" cy="6737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latin typeface="Arial" panose="020B0604020202020204" pitchFamily="34" charset="0"/>
                  <a:cs typeface="Arial" panose="020B0604020202020204" pitchFamily="34" charset="0"/>
                </a:rPr>
                <a:t>Answer: APEX</a:t>
              </a:r>
              <a:endParaRPr lang="en-US" sz="1800" b="1" kern="120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773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21</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a:t>Check Your Understanding ... 2</a:t>
            </a:r>
            <a:endParaRPr lang="en-US"/>
          </a:p>
        </p:txBody>
      </p:sp>
      <p:graphicFrame>
        <p:nvGraphicFramePr>
          <p:cNvPr id="5" name="Diagram 4">
            <a:extLst>
              <a:ext uri="{FF2B5EF4-FFF2-40B4-BE49-F238E27FC236}">
                <a16:creationId xmlns:a16="http://schemas.microsoft.com/office/drawing/2014/main" id="{71AF468C-B04E-BD66-2C2E-6A4F0AAA2E2F}"/>
              </a:ext>
            </a:extLst>
          </p:cNvPr>
          <p:cNvGraphicFramePr/>
          <p:nvPr>
            <p:extLst>
              <p:ext uri="{D42A27DB-BD31-4B8C-83A1-F6EECF244321}">
                <p14:modId xmlns:p14="http://schemas.microsoft.com/office/powerpoint/2010/main" val="2818199371"/>
              </p:ext>
            </p:extLst>
          </p:nvPr>
        </p:nvGraphicFramePr>
        <p:xfrm>
          <a:off x="457200" y="1204386"/>
          <a:ext cx="8333885" cy="30663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8CA72680-3A46-3D46-A5A0-B399BF375B4E}"/>
              </a:ext>
            </a:extLst>
          </p:cNvPr>
          <p:cNvGraphicFramePr/>
          <p:nvPr>
            <p:extLst>
              <p:ext uri="{D42A27DB-BD31-4B8C-83A1-F6EECF244321}">
                <p14:modId xmlns:p14="http://schemas.microsoft.com/office/powerpoint/2010/main" val="513932414"/>
              </p:ext>
            </p:extLst>
          </p:nvPr>
        </p:nvGraphicFramePr>
        <p:xfrm>
          <a:off x="457200" y="3892587"/>
          <a:ext cx="8333885" cy="30663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80774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22</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a:t>Check Your Understanding ... 3</a:t>
            </a:r>
            <a:endParaRPr lang="en-US"/>
          </a:p>
        </p:txBody>
      </p:sp>
      <p:graphicFrame>
        <p:nvGraphicFramePr>
          <p:cNvPr id="5" name="Diagram 4">
            <a:extLst>
              <a:ext uri="{FF2B5EF4-FFF2-40B4-BE49-F238E27FC236}">
                <a16:creationId xmlns:a16="http://schemas.microsoft.com/office/drawing/2014/main" id="{9600B375-DBD2-90C0-6DD7-1019272B3073}"/>
              </a:ext>
            </a:extLst>
          </p:cNvPr>
          <p:cNvGraphicFramePr/>
          <p:nvPr>
            <p:extLst>
              <p:ext uri="{D42A27DB-BD31-4B8C-83A1-F6EECF244321}">
                <p14:modId xmlns:p14="http://schemas.microsoft.com/office/powerpoint/2010/main" val="4147641794"/>
              </p:ext>
            </p:extLst>
          </p:nvPr>
        </p:nvGraphicFramePr>
        <p:xfrm>
          <a:off x="457198" y="1205382"/>
          <a:ext cx="8333885" cy="30663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5C72AA30-8F7F-5367-E72D-344642A542CC}"/>
              </a:ext>
            </a:extLst>
          </p:cNvPr>
          <p:cNvGraphicFramePr/>
          <p:nvPr>
            <p:extLst>
              <p:ext uri="{D42A27DB-BD31-4B8C-83A1-F6EECF244321}">
                <p14:modId xmlns:p14="http://schemas.microsoft.com/office/powerpoint/2010/main" val="2370477258"/>
              </p:ext>
            </p:extLst>
          </p:nvPr>
        </p:nvGraphicFramePr>
        <p:xfrm>
          <a:off x="457197" y="4043083"/>
          <a:ext cx="8333885" cy="83819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5040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23</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a:t>Check Your Understanding ... 4</a:t>
            </a:r>
            <a:endParaRPr lang="en-US"/>
          </a:p>
        </p:txBody>
      </p:sp>
      <p:graphicFrame>
        <p:nvGraphicFramePr>
          <p:cNvPr id="5" name="Diagram 4">
            <a:extLst>
              <a:ext uri="{FF2B5EF4-FFF2-40B4-BE49-F238E27FC236}">
                <a16:creationId xmlns:a16="http://schemas.microsoft.com/office/drawing/2014/main" id="{18632B44-F9A7-74DE-0A7B-718CF98BF4F5}"/>
              </a:ext>
            </a:extLst>
          </p:cNvPr>
          <p:cNvGraphicFramePr/>
          <p:nvPr>
            <p:extLst>
              <p:ext uri="{D42A27DB-BD31-4B8C-83A1-F6EECF244321}">
                <p14:modId xmlns:p14="http://schemas.microsoft.com/office/powerpoint/2010/main" val="4039701856"/>
              </p:ext>
            </p:extLst>
          </p:nvPr>
        </p:nvGraphicFramePr>
        <p:xfrm>
          <a:off x="457199" y="1277100"/>
          <a:ext cx="8333885" cy="30663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C7B9FC1B-E56B-4316-7D57-21D3779388FE}"/>
              </a:ext>
            </a:extLst>
          </p:cNvPr>
          <p:cNvGraphicFramePr/>
          <p:nvPr>
            <p:extLst>
              <p:ext uri="{D42A27DB-BD31-4B8C-83A1-F6EECF244321}">
                <p14:modId xmlns:p14="http://schemas.microsoft.com/office/powerpoint/2010/main" val="4274345473"/>
              </p:ext>
            </p:extLst>
          </p:nvPr>
        </p:nvGraphicFramePr>
        <p:xfrm>
          <a:off x="457198" y="4114801"/>
          <a:ext cx="8333885" cy="83819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42632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24</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457200" y="505601"/>
            <a:ext cx="9381744" cy="553998"/>
          </a:xfrm>
        </p:spPr>
        <p:txBody>
          <a:bodyPr/>
          <a:lstStyle/>
          <a:p>
            <a:pPr lvl="0"/>
            <a:r>
              <a:rPr lang="en-US" sz="3600"/>
              <a:t>Check Your Understanding ... 5</a:t>
            </a:r>
            <a:endParaRPr lang="en-US"/>
          </a:p>
        </p:txBody>
      </p:sp>
      <p:graphicFrame>
        <p:nvGraphicFramePr>
          <p:cNvPr id="5" name="Diagram 4">
            <a:extLst>
              <a:ext uri="{FF2B5EF4-FFF2-40B4-BE49-F238E27FC236}">
                <a16:creationId xmlns:a16="http://schemas.microsoft.com/office/drawing/2014/main" id="{260BFFC0-3688-D293-0601-C546F0A803F5}"/>
              </a:ext>
            </a:extLst>
          </p:cNvPr>
          <p:cNvGraphicFramePr/>
          <p:nvPr>
            <p:extLst>
              <p:ext uri="{D42A27DB-BD31-4B8C-83A1-F6EECF244321}">
                <p14:modId xmlns:p14="http://schemas.microsoft.com/office/powerpoint/2010/main" val="61397402"/>
              </p:ext>
            </p:extLst>
          </p:nvPr>
        </p:nvGraphicFramePr>
        <p:xfrm>
          <a:off x="457198" y="1411571"/>
          <a:ext cx="8333885" cy="30663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91A7928D-5F05-6A81-A2A9-473E87EF6E86}"/>
              </a:ext>
            </a:extLst>
          </p:cNvPr>
          <p:cNvGraphicFramePr/>
          <p:nvPr>
            <p:extLst>
              <p:ext uri="{D42A27DB-BD31-4B8C-83A1-F6EECF244321}">
                <p14:modId xmlns:p14="http://schemas.microsoft.com/office/powerpoint/2010/main" val="417921935"/>
              </p:ext>
            </p:extLst>
          </p:nvPr>
        </p:nvGraphicFramePr>
        <p:xfrm>
          <a:off x="457197" y="4249272"/>
          <a:ext cx="8333885" cy="83819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9704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6"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25</a:t>
            </a:fld>
            <a:endParaRPr lang="en-US"/>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932330"/>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a:t>Summary</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874837"/>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ja-JP"/>
              <a:t>In this module, you have learnt to :</a:t>
            </a:r>
          </a:p>
          <a:p>
            <a:pPr>
              <a:defRPr/>
            </a:pPr>
            <a:endParaRPr lang="en-US"/>
          </a:p>
          <a:p>
            <a:pPr lvl="1">
              <a:defRPr/>
            </a:pPr>
            <a:r>
              <a:rPr lang="en-US"/>
              <a:t>Describe VEEVA Systems.</a:t>
            </a:r>
          </a:p>
          <a:p>
            <a:pPr lvl="1">
              <a:defRPr/>
            </a:pPr>
            <a:r>
              <a:rPr lang="en-US"/>
              <a:t>Describe VEEVA CRM Architecture</a:t>
            </a:r>
          </a:p>
          <a:p>
            <a:pPr lvl="1">
              <a:defRPr/>
            </a:pPr>
            <a:r>
              <a:rPr lang="en-US"/>
              <a:t>Explain Core VEEVA products</a:t>
            </a:r>
          </a:p>
          <a:p>
            <a:pPr lvl="1">
              <a:defRPr/>
            </a:pPr>
            <a:r>
              <a:rPr lang="en-US"/>
              <a:t>Describe Supported platforms for VEEVA CRM </a:t>
            </a:r>
          </a:p>
          <a:p>
            <a:pPr lvl="1">
              <a:defRPr/>
            </a:pPr>
            <a:r>
              <a:rPr lang="en-US"/>
              <a:t>Explain VEEVA CRM language interface compatibility</a:t>
            </a:r>
          </a:p>
          <a:p>
            <a:pPr lvl="1">
              <a:defRPr/>
            </a:pPr>
            <a:r>
              <a:rPr lang="en-US"/>
              <a:t>Explain Product upgrade and New feature releases</a:t>
            </a:r>
          </a:p>
        </p:txBody>
      </p:sp>
      <p:pic>
        <p:nvPicPr>
          <p:cNvPr id="6" name="Picture 2" descr="D:\Images\Images\Objective\shutterstock_128202194.jpg">
            <a:extLst>
              <a:ext uri="{FF2B5EF4-FFF2-40B4-BE49-F238E27FC236}">
                <a16:creationId xmlns:a16="http://schemas.microsoft.com/office/drawing/2014/main" id="{720B3D16-4F58-A86E-B2F4-AEA0328A9E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11861" y="1874837"/>
            <a:ext cx="3436154" cy="229121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349151"/>
      </p:ext>
    </p:extLst>
  </p:cSld>
  <p:clrMapOvr>
    <a:masterClrMapping/>
  </p:clrMapOvr>
</p:sld>
</file>

<file path=ppt/theme/theme1.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6" ma:contentTypeDescription="Create a new document." ma:contentTypeScope="" ma:versionID="467fd860e439affda554b0e8fd63545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97a4d66715efea2c754f88516e87045d"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c87adb7a-312c-4840-9f22-562d3543171d">
      <UserInfo>
        <DisplayName>Banerjee, Tania (Cognizant)</DisplayName>
        <AccountId>77</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571B17-61C0-4519-A35E-6838CBB89BB0}">
  <ds:schemaRefs>
    <ds:schemaRef ds:uri="c87adb7a-312c-4840-9f22-562d3543171d"/>
    <ds:schemaRef ds:uri="fc8212d3-0522-415d-bf05-8cb4ef11281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916E250-D33D-40D1-970C-79E7C523FAA6}">
  <ds:schemaRefs>
    <ds:schemaRef ds:uri="9bf2d67a-4843-4f77-8dec-dc49e79de6e2"/>
    <ds:schemaRef ds:uri="c87adb7a-312c-4840-9f22-562d3543171d"/>
    <ds:schemaRef ds:uri="ced96c98-7ffa-4594-9ee3-7376ab79bd9a"/>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FE26B16-591B-4D19-9A28-79D857DAB38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cognizant_ppt_template_11mar2022 (1)</Template>
  <TotalTime>19</TotalTime>
  <Words>1287</Words>
  <Application>Microsoft Office PowerPoint</Application>
  <PresentationFormat>Widescreen</PresentationFormat>
  <Paragraphs>234</Paragraphs>
  <Slides>25</Slides>
  <Notes>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25</vt:i4>
      </vt:variant>
    </vt:vector>
  </HeadingPairs>
  <TitlesOfParts>
    <vt:vector size="32" baseType="lpstr">
      <vt:lpstr>Arial</vt:lpstr>
      <vt:lpstr>Calibri</vt:lpstr>
      <vt:lpstr>Cambria</vt:lpstr>
      <vt:lpstr>Courier New</vt:lpstr>
      <vt:lpstr>Times New Roman</vt:lpstr>
      <vt:lpstr>Office Theme</vt:lpstr>
      <vt:lpstr>Theme2</vt:lpstr>
      <vt:lpstr>Introduction to VEEVA </vt:lpstr>
      <vt:lpstr>OBJECTIVE</vt:lpstr>
      <vt:lpstr>Do You Know</vt:lpstr>
      <vt:lpstr>Introduction to VEEVA </vt:lpstr>
      <vt:lpstr>VEEVA Systems</vt:lpstr>
      <vt:lpstr>Introduction to VEEVA </vt:lpstr>
      <vt:lpstr>VEEVA CRM Architecture</vt:lpstr>
      <vt:lpstr>Introduction to VEEVA </vt:lpstr>
      <vt:lpstr>VEEVA Product Suite</vt:lpstr>
      <vt:lpstr>Introduction to VEEVA </vt:lpstr>
      <vt:lpstr>VEEVA CRM Supported platforms</vt:lpstr>
      <vt:lpstr>Introduction to VEEVA </vt:lpstr>
      <vt:lpstr>VEEVA Language Compatibility</vt:lpstr>
      <vt:lpstr>Language Enablement</vt:lpstr>
      <vt:lpstr>VEEVA Resources- Documentation</vt:lpstr>
      <vt:lpstr>SFDC Resources- Documentation</vt:lpstr>
      <vt:lpstr>VEEVA and SFDC Support</vt:lpstr>
      <vt:lpstr>Introduction to VEEVA </vt:lpstr>
      <vt:lpstr>VEEVA New Releases- Upgrades and Patches</vt:lpstr>
      <vt:lpstr>Check Your Understanding ... 1</vt:lpstr>
      <vt:lpstr>Check Your Understanding ... 2</vt:lpstr>
      <vt:lpstr>Check Your Understanding ... 3</vt:lpstr>
      <vt:lpstr>Check Your Understanding ... 4</vt:lpstr>
      <vt:lpstr>Check Your Understanding ... 5</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
  <dc:creator>Nandi, Tuhin (Cognizant)</dc:creator>
  <cp:keywords/>
  <dc:description/>
  <cp:lastModifiedBy>Singh, Navneet (Contractor)</cp:lastModifiedBy>
  <cp:revision>2</cp:revision>
  <dcterms:created xsi:type="dcterms:W3CDTF">2023-02-10T06:22:06Z</dcterms:created>
  <dcterms:modified xsi:type="dcterms:W3CDTF">2025-07-28T03:53:50Z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ies>
</file>