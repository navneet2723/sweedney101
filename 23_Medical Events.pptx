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5"/>
    <p:sldMasterId id="2147483694" r:id="rId6"/>
  </p:sldMasterIdLst>
  <p:notesMasterIdLst>
    <p:notesMasterId r:id="rId44"/>
  </p:notesMasterIdLst>
  <p:handoutMasterIdLst>
    <p:handoutMasterId r:id="rId45"/>
  </p:handoutMasterIdLst>
  <p:sldIdLst>
    <p:sldId id="257" r:id="rId7"/>
    <p:sldId id="723" r:id="rId8"/>
    <p:sldId id="263" r:id="rId9"/>
    <p:sldId id="343" r:id="rId10"/>
    <p:sldId id="264" r:id="rId11"/>
    <p:sldId id="324" r:id="rId12"/>
    <p:sldId id="344" r:id="rId13"/>
    <p:sldId id="326" r:id="rId14"/>
    <p:sldId id="327" r:id="rId15"/>
    <p:sldId id="329" r:id="rId16"/>
    <p:sldId id="330" r:id="rId17"/>
    <p:sldId id="334" r:id="rId18"/>
    <p:sldId id="333" r:id="rId19"/>
    <p:sldId id="306" r:id="rId20"/>
    <p:sldId id="304" r:id="rId21"/>
    <p:sldId id="309" r:id="rId22"/>
    <p:sldId id="299" r:id="rId23"/>
    <p:sldId id="319" r:id="rId24"/>
    <p:sldId id="321" r:id="rId25"/>
    <p:sldId id="295" r:id="rId26"/>
    <p:sldId id="311" r:id="rId27"/>
    <p:sldId id="313" r:id="rId28"/>
    <p:sldId id="317" r:id="rId29"/>
    <p:sldId id="336" r:id="rId30"/>
    <p:sldId id="315" r:id="rId31"/>
    <p:sldId id="316" r:id="rId32"/>
    <p:sldId id="337" r:id="rId33"/>
    <p:sldId id="338" r:id="rId34"/>
    <p:sldId id="303" r:id="rId35"/>
    <p:sldId id="339" r:id="rId36"/>
    <p:sldId id="340" r:id="rId37"/>
    <p:sldId id="341" r:id="rId38"/>
    <p:sldId id="277" r:id="rId39"/>
    <p:sldId id="342" r:id="rId40"/>
    <p:sldId id="279" r:id="rId41"/>
    <p:sldId id="345" r:id="rId42"/>
    <p:sldId id="346"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73914F-B1EC-47C6-B04E-354500F2BE60}" v="172" dt="2023-08-14T07:09:51.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handoutMaster" Target="handoutMasters/handoutMaster1.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a:latin typeface="Arial" panose="020B0604020202020204" pitchFamily="34" charset="0"/>
              <a:cs typeface="Arial" panose="020B0604020202020204" pitchFamily="34" charset="0"/>
            </a:rPr>
            <a:t>How to change the label of out-of-the-box record types for medical event object?</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a:latin typeface="Arial" panose="020B0604020202020204" pitchFamily="34" charset="0"/>
              <a:cs typeface="Arial" panose="020B0604020202020204" pitchFamily="34" charset="0"/>
            </a:rPr>
            <a:t>Change the label from setup</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80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5CC40400-99EE-4B7F-BD0D-0736EF7E7F43}">
      <dgm:prSet custT="1"/>
      <dgm:spPr/>
      <dgm:t>
        <a:bodyPr/>
        <a:lstStyle/>
        <a:p>
          <a:r>
            <a:rPr lang="en-US" sz="1600">
              <a:latin typeface="Arial" panose="020B0604020202020204" pitchFamily="34" charset="0"/>
              <a:cs typeface="Arial" panose="020B0604020202020204" pitchFamily="34" charset="0"/>
            </a:rPr>
            <a:t>Use the Translation Workbench to provide custom values for medical event record types tab</a:t>
          </a:r>
        </a:p>
      </dgm:t>
    </dgm:pt>
    <dgm:pt modelId="{49C909C6-4FD7-4A42-87D6-D546CFA6AA2E}" type="parTrans" cxnId="{151E5B8A-AB4C-424A-952D-5B79059537D4}">
      <dgm:prSet/>
      <dgm:spPr/>
      <dgm:t>
        <a:bodyPr/>
        <a:lstStyle/>
        <a:p>
          <a:endParaRPr lang="en-US"/>
        </a:p>
      </dgm:t>
    </dgm:pt>
    <dgm:pt modelId="{E40BCA9D-3386-434F-80A7-EAB1525B71B1}" type="sibTrans" cxnId="{151E5B8A-AB4C-424A-952D-5B79059537D4}">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28387">
        <dgm:presLayoutVars>
          <dgm:bulletEnabled val="1"/>
        </dgm:presLayoutVars>
      </dgm:prSet>
      <dgm:spPr/>
    </dgm:pt>
  </dgm:ptLst>
  <dgm:cxnLst>
    <dgm:cxn modelId="{12186604-F0E5-4326-987A-DB7B875FDF12}" type="presOf" srcId="{38FFED07-2629-46AB-A563-EAC94C2A86A4}" destId="{C8FDD220-37AD-4C55-AA28-BC4D9DE2EF3E}" srcOrd="0" destOrd="0" presId="urn:microsoft.com/office/officeart/2005/8/layout/vList2"/>
    <dgm:cxn modelId="{94B5037A-9015-4843-90A8-9938D1D94FBC}" type="presOf" srcId="{C963391F-9B22-4206-A700-8520E04934C9}" destId="{0EBE7C70-51AD-4402-A9D8-36889ADBC56A}" srcOrd="0" destOrd="2" presId="urn:microsoft.com/office/officeart/2005/8/layout/vList2"/>
    <dgm:cxn modelId="{7A7F587F-D08F-4CC0-8477-0317FD2C2D4E}" srcId="{2C8EA471-3542-4573-A8BF-295862507B6E}" destId="{C963391F-9B22-4206-A700-8520E04934C9}" srcOrd="2" destOrd="0" parTransId="{AAA05218-474E-4B89-B846-CFA41306222E}" sibTransId="{E65CFCA8-FD79-4A4B-84EE-4695BE91880A}"/>
    <dgm:cxn modelId="{E390F683-3E1B-41DC-9511-F9EBD2F986B3}" type="presOf" srcId="{D073AE1F-622F-41F3-83F6-04C7A451C39E}" destId="{0EBE7C70-51AD-4402-A9D8-36889ADBC56A}" srcOrd="0" destOrd="0" presId="urn:microsoft.com/office/officeart/2005/8/layout/vList2"/>
    <dgm:cxn modelId="{151E5B8A-AB4C-424A-952D-5B79059537D4}" srcId="{2C8EA471-3542-4573-A8BF-295862507B6E}" destId="{5CC40400-99EE-4B7F-BD0D-0736EF7E7F43}" srcOrd="1" destOrd="0" parTransId="{49C909C6-4FD7-4A42-87D6-D546CFA6AA2E}" sibTransId="{E40BCA9D-3386-434F-80A7-EAB1525B71B1}"/>
    <dgm:cxn modelId="{EA2B8796-40E9-44C8-B160-BEEA4A6BE6F8}" type="presOf" srcId="{2C8EA471-3542-4573-A8BF-295862507B6E}" destId="{B6F44C7D-37FA-4A88-A65B-56F3574B16C2}" srcOrd="0" destOrd="0" presId="urn:microsoft.com/office/officeart/2005/8/layout/vList2"/>
    <dgm:cxn modelId="{89FFFC97-82BD-419B-B271-E28F2FA3A474}" type="presOf" srcId="{5CC40400-99EE-4B7F-BD0D-0736EF7E7F43}" destId="{0EBE7C70-51AD-4402-A9D8-36889ADBC56A}" srcOrd="0" destOrd="1"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BE756228-700C-4E4F-8A0B-91573A5B24DB}" type="presParOf" srcId="{C8FDD220-37AD-4C55-AA28-BC4D9DE2EF3E}" destId="{B6F44C7D-37FA-4A88-A65B-56F3574B16C2}" srcOrd="0" destOrd="0" presId="urn:microsoft.com/office/officeart/2005/8/layout/vList2"/>
    <dgm:cxn modelId="{F66EF0A1-9F2A-4CB9-9073-C7F6EE6FB97D}"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4" csCatId="accent3" phldr="1"/>
      <dgm:spPr/>
      <dgm:t>
        <a:bodyPr/>
        <a:lstStyle/>
        <a:p>
          <a:endParaRPr lang="en-US"/>
        </a:p>
      </dgm:t>
    </dgm:pt>
    <dgm:pt modelId="{15BDAB5A-7A6C-4B36-8402-059C7375B2B7}">
      <dgm:prSet phldrT="[Text]" custT="1"/>
      <dgm:spPr/>
      <dgm:t>
        <a:bodyPr/>
        <a:lstStyle/>
        <a:p>
          <a:r>
            <a:rPr lang="en-US" sz="1800">
              <a:latin typeface="Arial" panose="020B0604020202020204" pitchFamily="34" charset="0"/>
              <a:cs typeface="Arial" panose="020B0604020202020204" pitchFamily="34" charset="0"/>
            </a:rPr>
            <a:t>Answer: Use the Translation Workbench to provide custom values for medical event record types tab</a:t>
          </a:r>
        </a:p>
      </dgm:t>
    </dgm:pt>
    <dgm:pt modelId="{DC967284-3FCC-4458-980C-DAD748995322}" type="sibTrans" cxnId="{6A694AE2-82BF-44D2-8A04-19C6980E4DCC}">
      <dgm:prSet/>
      <dgm:spPr/>
      <dgm:t>
        <a:bodyPr/>
        <a:lstStyle/>
        <a:p>
          <a:endParaRPr lang="en-US"/>
        </a:p>
      </dgm:t>
    </dgm:pt>
    <dgm:pt modelId="{FAD6FA71-9A29-42E8-A157-BD328AE69490}" type="par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914" custLinFactNeighborY="-59724">
        <dgm:presLayoutVars>
          <dgm:chMax val="0"/>
          <dgm:bulletEnabled val="1"/>
        </dgm:presLayoutVars>
      </dgm:prSet>
      <dgm:spPr/>
    </dgm:pt>
  </dgm:ptLst>
  <dgm:cxnLst>
    <dgm:cxn modelId="{12186604-F0E5-4326-987A-DB7B875FDF12}"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CFD742E4-304B-4034-96BB-8A82246AE8AB}" type="presOf" srcId="{15BDAB5A-7A6C-4B36-8402-059C7375B2B7}" destId="{ECFE2E18-2A2C-47CF-9012-1B73D49004F2}" srcOrd="0" destOrd="0" presId="urn:microsoft.com/office/officeart/2005/8/layout/vList2"/>
    <dgm:cxn modelId="{55E2C459-AADD-40C0-8B30-B407F69A72CE}"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a:latin typeface="Arial" panose="020B0604020202020204" pitchFamily="34" charset="0"/>
              <a:cs typeface="Arial" panose="020B0604020202020204" pitchFamily="34" charset="0"/>
            </a:rPr>
            <a:t>Which of the below options is appropriate to display a disclaimer message in Medical Event signature page?</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altLang="ja-JP" sz="1600">
              <a:latin typeface="Arial" panose="020B0604020202020204" pitchFamily="34" charset="0"/>
              <a:cs typeface="Arial" panose="020B0604020202020204" pitchFamily="34" charset="0"/>
            </a:rPr>
            <a:t>By populating DISCLAIMER_MEDICAL_EVENT VEEVA Message</a:t>
          </a:r>
          <a:endParaRPr lang="en-US" sz="160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1ACECB21-0858-4F0D-AAFD-57F58B34AD5C}">
      <dgm:prSet phldrT="[Text]" custT="1"/>
      <dgm:spPr/>
      <dgm:t>
        <a:bodyPr/>
        <a:lstStyle/>
        <a:p>
          <a:r>
            <a:rPr lang="en-US" altLang="ja-JP" sz="1600">
              <a:latin typeface="Arial" panose="020B0604020202020204" pitchFamily="34" charset="0"/>
              <a:cs typeface="Arial" panose="020B0604020202020204" pitchFamily="34" charset="0"/>
            </a:rPr>
            <a:t>Setting a default value for DISCLAIMER_MEDICAL_EVENT field in Medical Event object</a:t>
          </a:r>
          <a:endParaRPr lang="en-US" sz="1600">
            <a:latin typeface="Arial" panose="020B0604020202020204" pitchFamily="34" charset="0"/>
            <a:cs typeface="Arial" panose="020B0604020202020204" pitchFamily="34" charset="0"/>
          </a:endParaRPr>
        </a:p>
      </dgm:t>
    </dgm:pt>
    <dgm:pt modelId="{26F3E684-8264-4528-8A25-C640827716A5}" type="parTrans" cxnId="{16F84A0A-3E51-4B3F-80E6-4F169DDF93E4}">
      <dgm:prSet/>
      <dgm:spPr/>
      <dgm:t>
        <a:bodyPr/>
        <a:lstStyle/>
        <a:p>
          <a:endParaRPr kumimoji="1" lang="ja-JP" altLang="en-US"/>
        </a:p>
      </dgm:t>
    </dgm:pt>
    <dgm:pt modelId="{EA649D0B-8C9D-4E11-ADA3-25209454D831}" type="sibTrans" cxnId="{16F84A0A-3E51-4B3F-80E6-4F169DDF93E4}">
      <dgm:prSet/>
      <dgm:spPr/>
      <dgm:t>
        <a:bodyPr/>
        <a:lstStyle/>
        <a:p>
          <a:endParaRPr kumimoji="1" lang="ja-JP" alt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39484">
        <dgm:presLayoutVars>
          <dgm:bulletEnabled val="1"/>
        </dgm:presLayoutVars>
      </dgm:prSet>
      <dgm:spPr/>
    </dgm:pt>
  </dgm:ptLst>
  <dgm:cxnLst>
    <dgm:cxn modelId="{16F84A0A-3E51-4B3F-80E6-4F169DDF93E4}" srcId="{2C8EA471-3542-4573-A8BF-295862507B6E}" destId="{1ACECB21-0858-4F0D-AAFD-57F58B34AD5C}" srcOrd="1" destOrd="0" parTransId="{26F3E684-8264-4528-8A25-C640827716A5}" sibTransId="{EA649D0B-8C9D-4E11-ADA3-25209454D831}"/>
    <dgm:cxn modelId="{D4C5890A-FD07-4E26-AD95-8CF997D909F8}" type="presOf" srcId="{2C8EA471-3542-4573-A8BF-295862507B6E}" destId="{B6F44C7D-37FA-4A88-A65B-56F3574B16C2}" srcOrd="0" destOrd="0" presId="urn:microsoft.com/office/officeart/2005/8/layout/vList2"/>
    <dgm:cxn modelId="{785F5F0E-F964-4722-A23A-9F9F7DEE0F0C}" type="presOf" srcId="{1ACECB21-0858-4F0D-AAFD-57F58B34AD5C}" destId="{0EBE7C70-51AD-4402-A9D8-36889ADBC56A}" srcOrd="0" destOrd="1" presId="urn:microsoft.com/office/officeart/2005/8/layout/vList2"/>
    <dgm:cxn modelId="{CB43723F-8083-4650-9435-676A0F0B66B3}" type="presOf" srcId="{D073AE1F-622F-41F3-83F6-04C7A451C39E}" destId="{0EBE7C70-51AD-4402-A9D8-36889ADBC56A}"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6DC98FDA-A072-48CE-8FBF-2B2343026C4E}" type="presOf" srcId="{38FFED07-2629-46AB-A563-EAC94C2A86A4}" destId="{C8FDD220-37AD-4C55-AA28-BC4D9DE2EF3E}" srcOrd="0" destOrd="0" presId="urn:microsoft.com/office/officeart/2005/8/layout/vList2"/>
    <dgm:cxn modelId="{99914B5A-BC10-49A4-8B15-63F12FD990D6}" type="presParOf" srcId="{C8FDD220-37AD-4C55-AA28-BC4D9DE2EF3E}" destId="{B6F44C7D-37FA-4A88-A65B-56F3574B16C2}" srcOrd="0" destOrd="0" presId="urn:microsoft.com/office/officeart/2005/8/layout/vList2"/>
    <dgm:cxn modelId="{1C0C650F-711D-459A-8753-9A072AB88F9D}"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4" csCatId="accent3" phldr="1"/>
      <dgm:spPr/>
      <dgm:t>
        <a:bodyPr/>
        <a:lstStyle/>
        <a:p>
          <a:endParaRPr lang="en-US"/>
        </a:p>
      </dgm:t>
    </dgm:pt>
    <dgm:pt modelId="{15BDAB5A-7A6C-4B36-8402-059C7375B2B7}">
      <dgm:prSet phldrT="[Text]" custT="1"/>
      <dgm:spPr/>
      <dgm:t>
        <a:bodyPr/>
        <a:lstStyle/>
        <a:p>
          <a:endParaRPr lang="en-US" sz="1800">
            <a:latin typeface="Arial" panose="020B0604020202020204" pitchFamily="34" charset="0"/>
            <a:cs typeface="Arial" panose="020B0604020202020204" pitchFamily="34" charset="0"/>
          </a:endParaRPr>
        </a:p>
        <a:p>
          <a:r>
            <a:rPr lang="en-US" sz="1800">
              <a:latin typeface="Arial" panose="020B0604020202020204" pitchFamily="34" charset="0"/>
              <a:cs typeface="Arial" panose="020B0604020202020204" pitchFamily="34" charset="0"/>
            </a:rPr>
            <a:t>Answer: </a:t>
          </a:r>
          <a:r>
            <a:rPr lang="en-US" altLang="ja-JP" sz="1800">
              <a:latin typeface="Arial" panose="020B0604020202020204" pitchFamily="34" charset="0"/>
              <a:cs typeface="Arial" panose="020B0604020202020204" pitchFamily="34" charset="0"/>
            </a:rPr>
            <a:t>By populating DISCLAIMER_MEDICAL_EVENT VEEVA Message</a:t>
          </a:r>
          <a:endParaRPr lang="ja-JP" altLang="en-US" sz="1800">
            <a:latin typeface="Arial" panose="020B0604020202020204" pitchFamily="34" charset="0"/>
            <a:cs typeface="Arial" panose="020B0604020202020204" pitchFamily="34" charset="0"/>
          </a:endParaRPr>
        </a:p>
        <a:p>
          <a:endParaRPr lang="en-US" sz="160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2074">
        <dgm:presLayoutVars>
          <dgm:chMax val="0"/>
          <dgm:bulletEnabled val="1"/>
        </dgm:presLayoutVars>
      </dgm:prSet>
      <dgm:spPr/>
    </dgm:pt>
  </dgm:ptLst>
  <dgm:cxnLst>
    <dgm:cxn modelId="{D9B730BB-66E8-4C61-AC17-091554843CCA}" type="presOf" srcId="{15BDAB5A-7A6C-4B36-8402-059C7375B2B7}" destId="{ECFE2E18-2A2C-47CF-9012-1B73D49004F2}" srcOrd="0" destOrd="0" presId="urn:microsoft.com/office/officeart/2005/8/layout/vList2"/>
    <dgm:cxn modelId="{6DC98FDA-A072-48CE-8FBF-2B2343026C4E}"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DB60DFBB-E4B2-4DDF-8F74-7BEE1E750D7A}"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a:latin typeface="Arial" panose="020B0604020202020204" pitchFamily="34" charset="0"/>
              <a:cs typeface="Arial" panose="020B0604020202020204" pitchFamily="34" charset="0"/>
            </a:rPr>
            <a:t>Can more than one Attendee Sign in the Self- Service Sign In sheet ?</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a:latin typeface="Arial" panose="020B0604020202020204" pitchFamily="34" charset="0"/>
              <a:cs typeface="Arial" panose="020B0604020202020204" pitchFamily="34" charset="0"/>
            </a:rPr>
            <a:t>Yes</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5CC40400-99EE-4B7F-BD0D-0736EF7E7F43}">
      <dgm:prSet custT="1"/>
      <dgm:spPr/>
      <dgm:t>
        <a:bodyPr/>
        <a:lstStyle/>
        <a:p>
          <a:r>
            <a:rPr lang="en-US" sz="1600">
              <a:latin typeface="Arial" panose="020B0604020202020204" pitchFamily="34" charset="0"/>
              <a:cs typeface="Arial" panose="020B0604020202020204" pitchFamily="34" charset="0"/>
            </a:rPr>
            <a:t>No</a:t>
          </a:r>
        </a:p>
      </dgm:t>
    </dgm:pt>
    <dgm:pt modelId="{49C909C6-4FD7-4A42-87D6-D546CFA6AA2E}" type="parTrans" cxnId="{151E5B8A-AB4C-424A-952D-5B79059537D4}">
      <dgm:prSet/>
      <dgm:spPr/>
      <dgm:t>
        <a:bodyPr/>
        <a:lstStyle/>
        <a:p>
          <a:endParaRPr lang="en-US"/>
        </a:p>
      </dgm:t>
    </dgm:pt>
    <dgm:pt modelId="{E40BCA9D-3386-434F-80A7-EAB1525B71B1}" type="sibTrans" cxnId="{151E5B8A-AB4C-424A-952D-5B79059537D4}">
      <dgm:prSet/>
      <dgm:spPr/>
      <dgm:t>
        <a:bodyPr/>
        <a:lstStyle/>
        <a:p>
          <a:endParaRPr lang="en-US"/>
        </a:p>
      </dgm:t>
    </dgm:pt>
    <dgm:pt modelId="{D72316DE-4251-439C-9DA6-7A07EC86B50A}">
      <dgm:prSet phldrT="[Text]" custT="1"/>
      <dgm:spPr/>
      <dgm:t>
        <a:bodyPr/>
        <a:lstStyle/>
        <a:p>
          <a:endParaRPr lang="en-US" sz="1600">
            <a:solidFill>
              <a:schemeClr val="tx1"/>
            </a:solidFill>
          </a:endParaRPr>
        </a:p>
      </dgm:t>
    </dgm:pt>
    <dgm:pt modelId="{2AF9FA2D-6789-4DFD-BD0A-2105BCA0BC7A}" type="parTrans" cxnId="{BEBF1FA3-E433-40CB-BBF4-596CDA917101}">
      <dgm:prSet/>
      <dgm:spPr/>
      <dgm:t>
        <a:bodyPr/>
        <a:lstStyle/>
        <a:p>
          <a:endParaRPr lang="en-US"/>
        </a:p>
      </dgm:t>
    </dgm:pt>
    <dgm:pt modelId="{BF6E275A-B651-406F-9793-B08C4F21CD65}" type="sibTrans" cxnId="{BEBF1FA3-E433-40CB-BBF4-596CDA91710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49081" custLinFactNeighborX="1519" custLinFactNeighborY="6770">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45699">
        <dgm:presLayoutVars>
          <dgm:bulletEnabled val="1"/>
        </dgm:presLayoutVars>
      </dgm:prSet>
      <dgm:spPr/>
    </dgm:pt>
  </dgm:ptLst>
  <dgm:cxnLst>
    <dgm:cxn modelId="{0DBA9E03-8C50-4A21-A772-67A330AC9BD6}" type="presOf" srcId="{38FFED07-2629-46AB-A563-EAC94C2A86A4}" destId="{C8FDD220-37AD-4C55-AA28-BC4D9DE2EF3E}" srcOrd="0" destOrd="0" presId="urn:microsoft.com/office/officeart/2005/8/layout/vList2"/>
    <dgm:cxn modelId="{A708AB66-FE84-4C50-8C9A-CD4DF15D352A}" type="presOf" srcId="{5CC40400-99EE-4B7F-BD0D-0736EF7E7F43}" destId="{0EBE7C70-51AD-4402-A9D8-36889ADBC56A}" srcOrd="0" destOrd="2" presId="urn:microsoft.com/office/officeart/2005/8/layout/vList2"/>
    <dgm:cxn modelId="{EF50C066-727D-495C-B126-6DC984AF5697}" type="presOf" srcId="{D72316DE-4251-439C-9DA6-7A07EC86B50A}" destId="{0EBE7C70-51AD-4402-A9D8-36889ADBC56A}" srcOrd="0" destOrd="0" presId="urn:microsoft.com/office/officeart/2005/8/layout/vList2"/>
    <dgm:cxn modelId="{7A7F587F-D08F-4CC0-8477-0317FD2C2D4E}" srcId="{2C8EA471-3542-4573-A8BF-295862507B6E}" destId="{C963391F-9B22-4206-A700-8520E04934C9}" srcOrd="3" destOrd="0" parTransId="{AAA05218-474E-4B89-B846-CFA41306222E}" sibTransId="{E65CFCA8-FD79-4A4B-84EE-4695BE91880A}"/>
    <dgm:cxn modelId="{4775C87F-5E0C-4424-8203-CEE2D02E9B2E}" type="presOf" srcId="{C963391F-9B22-4206-A700-8520E04934C9}" destId="{0EBE7C70-51AD-4402-A9D8-36889ADBC56A}" srcOrd="0" destOrd="3" presId="urn:microsoft.com/office/officeart/2005/8/layout/vList2"/>
    <dgm:cxn modelId="{C2D96282-3C7F-4450-BAC4-06E64206DF6B}" type="presOf" srcId="{2C8EA471-3542-4573-A8BF-295862507B6E}" destId="{B6F44C7D-37FA-4A88-A65B-56F3574B16C2}" srcOrd="0" destOrd="0" presId="urn:microsoft.com/office/officeart/2005/8/layout/vList2"/>
    <dgm:cxn modelId="{151E5B8A-AB4C-424A-952D-5B79059537D4}" srcId="{2C8EA471-3542-4573-A8BF-295862507B6E}" destId="{5CC40400-99EE-4B7F-BD0D-0736EF7E7F43}" srcOrd="2" destOrd="0" parTransId="{49C909C6-4FD7-4A42-87D6-D546CFA6AA2E}" sibTransId="{E40BCA9D-3386-434F-80A7-EAB1525B71B1}"/>
    <dgm:cxn modelId="{4F1CE891-0B83-49EE-BC4A-597FD02F1A5A}" type="presOf" srcId="{D073AE1F-622F-41F3-83F6-04C7A451C39E}" destId="{0EBE7C70-51AD-4402-A9D8-36889ADBC56A}" srcOrd="0" destOrd="1" presId="urn:microsoft.com/office/officeart/2005/8/layout/vList2"/>
    <dgm:cxn modelId="{BEBF1FA3-E433-40CB-BBF4-596CDA917101}" srcId="{2C8EA471-3542-4573-A8BF-295862507B6E}" destId="{D72316DE-4251-439C-9DA6-7A07EC86B50A}" srcOrd="0" destOrd="0" parTransId="{2AF9FA2D-6789-4DFD-BD0A-2105BCA0BC7A}" sibTransId="{BF6E275A-B651-406F-9793-B08C4F21CD65}"/>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1" destOrd="0" parTransId="{307B74E0-6CC8-4E12-943C-8D699B7CEE93}" sibTransId="{2575A064-0E92-424D-B276-19510188817A}"/>
    <dgm:cxn modelId="{3CE356C5-BC78-4419-A9DA-01FCE41D741A}" type="presParOf" srcId="{C8FDD220-37AD-4C55-AA28-BC4D9DE2EF3E}" destId="{B6F44C7D-37FA-4A88-A65B-56F3574B16C2}" srcOrd="0" destOrd="0" presId="urn:microsoft.com/office/officeart/2005/8/layout/vList2"/>
    <dgm:cxn modelId="{FEAE254C-20F8-416E-AC52-D3AC63AA5575}"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4" csCatId="accent3" phldr="1"/>
      <dgm:spPr/>
      <dgm:t>
        <a:bodyPr/>
        <a:lstStyle/>
        <a:p>
          <a:endParaRPr lang="en-US"/>
        </a:p>
      </dgm:t>
    </dgm:pt>
    <dgm:pt modelId="{15BDAB5A-7A6C-4B36-8402-059C7375B2B7}">
      <dgm:prSet phldrT="[Text]" custT="1"/>
      <dgm:spPr/>
      <dgm:t>
        <a:bodyPr/>
        <a:lstStyle/>
        <a:p>
          <a:r>
            <a:rPr lang="en-US" sz="1800">
              <a:latin typeface="Arial" panose="020B0604020202020204" pitchFamily="34" charset="0"/>
              <a:cs typeface="Arial" panose="020B0604020202020204" pitchFamily="34" charset="0"/>
            </a:rPr>
            <a:t>Answer: Yes</a:t>
          </a:r>
        </a:p>
      </dgm:t>
    </dgm:pt>
    <dgm:pt modelId="{DC967284-3FCC-4458-980C-DAD748995322}" type="sibTrans" cxnId="{6A694AE2-82BF-44D2-8A04-19C6980E4DCC}">
      <dgm:prSet/>
      <dgm:spPr/>
      <dgm:t>
        <a:bodyPr/>
        <a:lstStyle/>
        <a:p>
          <a:endParaRPr lang="en-US"/>
        </a:p>
      </dgm:t>
    </dgm:pt>
    <dgm:pt modelId="{FAD6FA71-9A29-42E8-A157-BD328AE69490}" type="par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46372">
        <dgm:presLayoutVars>
          <dgm:chMax val="0"/>
          <dgm:bulletEnabled val="1"/>
        </dgm:presLayoutVars>
      </dgm:prSet>
      <dgm:spPr/>
    </dgm:pt>
  </dgm:ptLst>
  <dgm:cxnLst>
    <dgm:cxn modelId="{0DBA9E03-8C50-4A21-A772-67A330AC9BD6}" type="presOf" srcId="{38FFED07-2629-46AB-A563-EAC94C2A86A4}" destId="{C8FDD220-37AD-4C55-AA28-BC4D9DE2EF3E}" srcOrd="0" destOrd="0" presId="urn:microsoft.com/office/officeart/2005/8/layout/vList2"/>
    <dgm:cxn modelId="{129941C3-F34C-4BAA-9B17-9B59CEDA29FD}" type="presOf" srcId="{15BDAB5A-7A6C-4B36-8402-059C7375B2B7}" destId="{ECFE2E18-2A2C-47CF-9012-1B73D49004F2}"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7B7887BA-127C-410C-BC61-4FA3772B7E89}"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a:latin typeface="Arial" panose="020B0604020202020204" pitchFamily="34" charset="0"/>
              <a:cs typeface="Arial" panose="020B0604020202020204" pitchFamily="34" charset="0"/>
            </a:rPr>
            <a:t>What is the Security measure taken to avoid accessing/misusing the Application while the Attendees hand over the iPad to other Attendees for Signing in the Sign-In sheet ?</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C963391F-9B22-4206-A700-8520E04934C9}">
      <dgm:prSet phldrT="[Text]" custT="1"/>
      <dgm:spPr/>
      <dgm:t>
        <a:bodyPr/>
        <a:lstStyle/>
        <a:p>
          <a:r>
            <a:rPr lang="en-US" sz="1600">
              <a:latin typeface="Arial" panose="020B0604020202020204" pitchFamily="34" charset="0"/>
              <a:cs typeface="Arial" panose="020B0604020202020204" pitchFamily="34" charset="0"/>
            </a:rPr>
            <a:t>There is no way to secure the Application and any user can access it</a:t>
          </a: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5CC40400-99EE-4B7F-BD0D-0736EF7E7F43}">
      <dgm:prSet custT="1"/>
      <dgm:spPr/>
      <dgm:t>
        <a:bodyPr/>
        <a:lstStyle/>
        <a:p>
          <a:r>
            <a:rPr lang="en-US" sz="1600">
              <a:solidFill>
                <a:schemeClr val="tx1"/>
              </a:solidFill>
              <a:latin typeface="Arial" panose="020B0604020202020204" pitchFamily="34" charset="0"/>
              <a:cs typeface="Arial" panose="020B0604020202020204" pitchFamily="34" charset="0"/>
            </a:rPr>
            <a:t>The Application will be locked and it requires the username and password to access the Application</a:t>
          </a:r>
        </a:p>
      </dgm:t>
    </dgm:pt>
    <dgm:pt modelId="{49C909C6-4FD7-4A42-87D6-D546CFA6AA2E}" type="parTrans" cxnId="{151E5B8A-AB4C-424A-952D-5B79059537D4}">
      <dgm:prSet/>
      <dgm:spPr/>
      <dgm:t>
        <a:bodyPr/>
        <a:lstStyle/>
        <a:p>
          <a:endParaRPr lang="en-US"/>
        </a:p>
      </dgm:t>
    </dgm:pt>
    <dgm:pt modelId="{E40BCA9D-3386-434F-80A7-EAB1525B71B1}" type="sibTrans" cxnId="{151E5B8A-AB4C-424A-952D-5B79059537D4}">
      <dgm:prSet/>
      <dgm:spPr/>
      <dgm:t>
        <a:bodyPr/>
        <a:lstStyle/>
        <a:p>
          <a:endParaRPr lang="en-US"/>
        </a:p>
      </dgm:t>
    </dgm:pt>
    <dgm:pt modelId="{D073AE1F-622F-41F3-83F6-04C7A451C39E}">
      <dgm:prSet phldrT="[Text]" custT="1"/>
      <dgm:spPr/>
      <dgm:t>
        <a:bodyPr/>
        <a:lstStyle/>
        <a:p>
          <a:r>
            <a:rPr lang="en-US" sz="1600">
              <a:solidFill>
                <a:schemeClr val="tx1"/>
              </a:solidFill>
              <a:latin typeface="Arial" panose="020B0604020202020204" pitchFamily="34" charset="0"/>
              <a:cs typeface="Arial" panose="020B0604020202020204" pitchFamily="34" charset="0"/>
            </a:rPr>
            <a:t>Needs a finger print of the user to access the Application</a:t>
          </a:r>
        </a:p>
      </dgm:t>
    </dgm:pt>
    <dgm:pt modelId="{2575A064-0E92-424D-B276-19510188817A}" type="sibTrans" cxnId="{30E816B2-03CA-497E-B4B6-B7CDF7FB1F79}">
      <dgm:prSet/>
      <dgm:spPr/>
      <dgm:t>
        <a:bodyPr/>
        <a:lstStyle/>
        <a:p>
          <a:endParaRPr lang="en-US"/>
        </a:p>
      </dgm:t>
    </dgm:pt>
    <dgm:pt modelId="{307B74E0-6CC8-4E12-943C-8D699B7CEE93}" type="par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X="100000" custScaleY="72488" custLinFactNeighborY="-56655">
        <dgm:presLayoutVars>
          <dgm:chMax val="0"/>
          <dgm:bulletEnabled val="1"/>
        </dgm:presLayoutVars>
      </dgm:prSet>
      <dgm:spPr/>
    </dgm:pt>
    <dgm:pt modelId="{0EBE7C70-51AD-4402-A9D8-36889ADBC56A}" type="pres">
      <dgm:prSet presAssocID="{2C8EA471-3542-4573-A8BF-295862507B6E}" presName="childText" presStyleLbl="revTx" presStyleIdx="0" presStyleCnt="1" custScaleY="243323" custLinFactNeighborY="11193">
        <dgm:presLayoutVars>
          <dgm:bulletEnabled val="1"/>
        </dgm:presLayoutVars>
      </dgm:prSet>
      <dgm:spPr/>
    </dgm:pt>
  </dgm:ptLst>
  <dgm:cxnLst>
    <dgm:cxn modelId="{037E1E3E-02E5-4008-ABB0-4AA655F3CEA5}" type="presOf" srcId="{C963391F-9B22-4206-A700-8520E04934C9}" destId="{0EBE7C70-51AD-4402-A9D8-36889ADBC56A}" srcOrd="0" destOrd="2" presId="urn:microsoft.com/office/officeart/2005/8/layout/vList2"/>
    <dgm:cxn modelId="{E26FD84C-9878-45FB-8220-740917F47063}" type="presOf" srcId="{38FFED07-2629-46AB-A563-EAC94C2A86A4}" destId="{C8FDD220-37AD-4C55-AA28-BC4D9DE2EF3E}" srcOrd="0" destOrd="0" presId="urn:microsoft.com/office/officeart/2005/8/layout/vList2"/>
    <dgm:cxn modelId="{46552251-81FF-4755-8883-5FA8F7ECFBFA}" type="presOf" srcId="{D073AE1F-622F-41F3-83F6-04C7A451C39E}" destId="{0EBE7C70-51AD-4402-A9D8-36889ADBC56A}" srcOrd="0" destOrd="0" presId="urn:microsoft.com/office/officeart/2005/8/layout/vList2"/>
    <dgm:cxn modelId="{7A7F587F-D08F-4CC0-8477-0317FD2C2D4E}" srcId="{2C8EA471-3542-4573-A8BF-295862507B6E}" destId="{C963391F-9B22-4206-A700-8520E04934C9}" srcOrd="2" destOrd="0" parTransId="{AAA05218-474E-4B89-B846-CFA41306222E}" sibTransId="{E65CFCA8-FD79-4A4B-84EE-4695BE91880A}"/>
    <dgm:cxn modelId="{1216BB81-2F7A-44E8-835F-5E0F097B9BEB}" type="presOf" srcId="{5CC40400-99EE-4B7F-BD0D-0736EF7E7F43}" destId="{0EBE7C70-51AD-4402-A9D8-36889ADBC56A}" srcOrd="0" destOrd="1" presId="urn:microsoft.com/office/officeart/2005/8/layout/vList2"/>
    <dgm:cxn modelId="{151E5B8A-AB4C-424A-952D-5B79059537D4}" srcId="{2C8EA471-3542-4573-A8BF-295862507B6E}" destId="{5CC40400-99EE-4B7F-BD0D-0736EF7E7F43}" srcOrd="1" destOrd="0" parTransId="{49C909C6-4FD7-4A42-87D6-D546CFA6AA2E}" sibTransId="{E40BCA9D-3386-434F-80A7-EAB1525B71B1}"/>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9EBDD3E2-0ABE-4CE2-811E-5543CAAD863A}" type="presOf" srcId="{2C8EA471-3542-4573-A8BF-295862507B6E}" destId="{B6F44C7D-37FA-4A88-A65B-56F3574B16C2}" srcOrd="0" destOrd="0" presId="urn:microsoft.com/office/officeart/2005/8/layout/vList2"/>
    <dgm:cxn modelId="{4968CC6C-8EC9-4D23-BA3D-3760FDFCD685}" type="presParOf" srcId="{C8FDD220-37AD-4C55-AA28-BC4D9DE2EF3E}" destId="{B6F44C7D-37FA-4A88-A65B-56F3574B16C2}" srcOrd="0" destOrd="0" presId="urn:microsoft.com/office/officeart/2005/8/layout/vList2"/>
    <dgm:cxn modelId="{7A2BE67A-57B9-4420-8CF4-1B852B9B604F}"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4" csCatId="accent3" phldr="1"/>
      <dgm:spPr/>
      <dgm:t>
        <a:bodyPr/>
        <a:lstStyle/>
        <a:p>
          <a:endParaRPr lang="en-US"/>
        </a:p>
      </dgm:t>
    </dgm:pt>
    <dgm:pt modelId="{15BDAB5A-7A6C-4B36-8402-059C7375B2B7}">
      <dgm:prSet phldrT="[Text]" custT="1"/>
      <dgm:spPr/>
      <dgm:t>
        <a:bodyPr/>
        <a:lstStyle/>
        <a:p>
          <a:r>
            <a:rPr lang="en-US" sz="1800">
              <a:latin typeface="Arial" panose="020B0604020202020204" pitchFamily="34" charset="0"/>
              <a:cs typeface="Arial" panose="020B0604020202020204" pitchFamily="34" charset="0"/>
            </a:rPr>
            <a:t>Answer: The Application will be locked and it requires the username and password to access the Application</a:t>
          </a: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2025" custLinFactNeighborY="-48019">
        <dgm:presLayoutVars>
          <dgm:chMax val="0"/>
          <dgm:bulletEnabled val="1"/>
        </dgm:presLayoutVars>
      </dgm:prSet>
      <dgm:spPr/>
    </dgm:pt>
  </dgm:ptLst>
  <dgm:cxnLst>
    <dgm:cxn modelId="{E26FD84C-9878-45FB-8220-740917F47063}" type="presOf" srcId="{38FFED07-2629-46AB-A563-EAC94C2A86A4}" destId="{C8FDD220-37AD-4C55-AA28-BC4D9DE2EF3E}" srcOrd="0" destOrd="0" presId="urn:microsoft.com/office/officeart/2005/8/layout/vList2"/>
    <dgm:cxn modelId="{4A72E2D6-5575-45C5-8AD9-DDD63525E001}" type="presOf" srcId="{15BDAB5A-7A6C-4B36-8402-059C7375B2B7}" destId="{ECFE2E18-2A2C-47CF-9012-1B73D49004F2}"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7B405B53-9777-40E3-ABE3-75FD32988EC7}"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86873"/>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How to change the label of out-of-the-box record types for medical event object?</a:t>
          </a:r>
        </a:p>
      </dsp:txBody>
      <dsp:txXfrm>
        <a:off x="42792" y="429665"/>
        <a:ext cx="8248301" cy="791023"/>
      </dsp:txXfrm>
    </dsp:sp>
    <dsp:sp modelId="{0EBE7C70-51AD-4402-A9D8-36889ADBC56A}">
      <dsp:nvSpPr>
        <dsp:cNvPr id="0" name=""/>
        <dsp:cNvSpPr/>
      </dsp:nvSpPr>
      <dsp:spPr>
        <a:xfrm>
          <a:off x="0" y="1608894"/>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a:latin typeface="Arial" panose="020B0604020202020204" pitchFamily="34" charset="0"/>
              <a:cs typeface="Arial" panose="020B0604020202020204" pitchFamily="34" charset="0"/>
            </a:rPr>
            <a:t>Change the label from setup</a:t>
          </a:r>
        </a:p>
        <a:p>
          <a:pPr marL="171450" lvl="1" indent="-171450" algn="l" defTabSz="711200">
            <a:lnSpc>
              <a:spcPct val="90000"/>
            </a:lnSpc>
            <a:spcBef>
              <a:spcPct val="0"/>
            </a:spcBef>
            <a:spcAft>
              <a:spcPct val="20000"/>
            </a:spcAft>
            <a:buChar char="•"/>
          </a:pPr>
          <a:r>
            <a:rPr lang="en-US" sz="1600" kern="1200">
              <a:latin typeface="Arial" panose="020B0604020202020204" pitchFamily="34" charset="0"/>
              <a:cs typeface="Arial" panose="020B0604020202020204" pitchFamily="34" charset="0"/>
            </a:rPr>
            <a:t>Use the Translation Workbench to provide custom values for medical event record types tab</a:t>
          </a:r>
        </a:p>
        <a:p>
          <a:pPr marL="171450" lvl="1" indent="-171450" algn="l" defTabSz="800100">
            <a:lnSpc>
              <a:spcPct val="90000"/>
            </a:lnSpc>
            <a:spcBef>
              <a:spcPct val="0"/>
            </a:spcBef>
            <a:spcAft>
              <a:spcPct val="20000"/>
            </a:spcAft>
            <a:buChar char="•"/>
          </a:pPr>
          <a:endParaRPr lang="en-US" sz="1800" kern="1200">
            <a:latin typeface="+mn-lt"/>
            <a:cs typeface="Arial" panose="020B0604020202020204" pitchFamily="34" charset="0"/>
          </a:endParaRPr>
        </a:p>
      </dsp:txBody>
      <dsp:txXfrm>
        <a:off x="0" y="1608894"/>
        <a:ext cx="8333885" cy="1076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263341"/>
          <a:ext cx="8333885" cy="746628"/>
        </a:xfrm>
        <a:prstGeom prst="roundRect">
          <a:avLst/>
        </a:prstGeom>
        <a:solidFill>
          <a:schemeClr val="accent3">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Answer: Use the Translation Workbench to provide custom values for medical event record types tab</a:t>
          </a:r>
        </a:p>
      </dsp:txBody>
      <dsp:txXfrm>
        <a:off x="36447" y="299788"/>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04245"/>
          <a:ext cx="8316299"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Which of the below options is appropriate to display a disclaimer message in Medical Event signature page?</a:t>
          </a:r>
        </a:p>
      </dsp:txBody>
      <dsp:txXfrm>
        <a:off x="42792" y="447037"/>
        <a:ext cx="8230715" cy="791023"/>
      </dsp:txXfrm>
    </dsp:sp>
    <dsp:sp modelId="{0EBE7C70-51AD-4402-A9D8-36889ADBC56A}">
      <dsp:nvSpPr>
        <dsp:cNvPr id="0" name=""/>
        <dsp:cNvSpPr/>
      </dsp:nvSpPr>
      <dsp:spPr>
        <a:xfrm>
          <a:off x="0" y="1685098"/>
          <a:ext cx="8316299"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042"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altLang="ja-JP" sz="1600" kern="1200">
              <a:latin typeface="Arial" panose="020B0604020202020204" pitchFamily="34" charset="0"/>
              <a:cs typeface="Arial" panose="020B0604020202020204" pitchFamily="34" charset="0"/>
            </a:rPr>
            <a:t>By populating DISCLAIMER_MEDICAL_EVENT VEEVA Message</a:t>
          </a:r>
          <a:endParaRPr lang="en-US" sz="1600" kern="1200">
            <a:latin typeface="Arial" panose="020B0604020202020204" pitchFamily="34" charset="0"/>
            <a:cs typeface="Arial" panose="020B0604020202020204" pitchFamily="34" charset="0"/>
          </a:endParaRPr>
        </a:p>
        <a:p>
          <a:pPr marL="171450" lvl="1" indent="-171450" algn="l" defTabSz="711200">
            <a:lnSpc>
              <a:spcPct val="90000"/>
            </a:lnSpc>
            <a:spcBef>
              <a:spcPct val="0"/>
            </a:spcBef>
            <a:spcAft>
              <a:spcPct val="20000"/>
            </a:spcAft>
            <a:buChar char="•"/>
          </a:pPr>
          <a:r>
            <a:rPr lang="en-US" altLang="ja-JP" sz="1600" kern="1200">
              <a:latin typeface="Arial" panose="020B0604020202020204" pitchFamily="34" charset="0"/>
              <a:cs typeface="Arial" panose="020B0604020202020204" pitchFamily="34" charset="0"/>
            </a:rPr>
            <a:t>Setting a default value for DISCLAIMER_MEDICAL_EVENT field in Medical Event object</a:t>
          </a:r>
          <a:endParaRPr lang="en-US" sz="1600" kern="1200">
            <a:latin typeface="Arial" panose="020B0604020202020204" pitchFamily="34" charset="0"/>
            <a:cs typeface="Arial" panose="020B0604020202020204" pitchFamily="34" charset="0"/>
          </a:endParaRPr>
        </a:p>
      </dsp:txBody>
      <dsp:txXfrm>
        <a:off x="0" y="1685098"/>
        <a:ext cx="8316299" cy="1076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580651"/>
          <a:ext cx="8333885" cy="743696"/>
        </a:xfrm>
        <a:prstGeom prst="roundRect">
          <a:avLst/>
        </a:prstGeom>
        <a:solidFill>
          <a:schemeClr val="accent3">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endParaRPr lang="en-US" sz="1800" kern="1200">
            <a:latin typeface="Arial" panose="020B0604020202020204" pitchFamily="34" charset="0"/>
            <a:cs typeface="Arial" panose="020B0604020202020204" pitchFamily="34" charset="0"/>
          </a:endParaRPr>
        </a:p>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Answer: </a:t>
          </a:r>
          <a:r>
            <a:rPr lang="en-US" altLang="ja-JP" sz="1800" kern="1200">
              <a:latin typeface="Arial" panose="020B0604020202020204" pitchFamily="34" charset="0"/>
              <a:cs typeface="Arial" panose="020B0604020202020204" pitchFamily="34" charset="0"/>
            </a:rPr>
            <a:t>By populating DISCLAIMER_MEDICAL_EVENT VEEVA Message</a:t>
          </a:r>
          <a:endParaRPr lang="ja-JP" altLang="en-US" sz="1800" kern="1200">
            <a:latin typeface="Arial" panose="020B0604020202020204" pitchFamily="34" charset="0"/>
            <a:cs typeface="Arial" panose="020B0604020202020204" pitchFamily="34" charset="0"/>
          </a:endParaRPr>
        </a:p>
        <a:p>
          <a:pPr marL="0" lvl="0" indent="0" algn="l" defTabSz="8001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36304" y="616955"/>
        <a:ext cx="8261277" cy="6710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569562"/>
          <a:ext cx="8458199" cy="59721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Can more than one Attendee Sign in the Self- Service Sign In sheet ?</a:t>
          </a:r>
        </a:p>
      </dsp:txBody>
      <dsp:txXfrm>
        <a:off x="29154" y="598716"/>
        <a:ext cx="8399891" cy="538909"/>
      </dsp:txXfrm>
    </dsp:sp>
    <dsp:sp modelId="{0EBE7C70-51AD-4402-A9D8-36889ADBC56A}">
      <dsp:nvSpPr>
        <dsp:cNvPr id="0" name=""/>
        <dsp:cNvSpPr/>
      </dsp:nvSpPr>
      <dsp:spPr>
        <a:xfrm>
          <a:off x="0" y="1590599"/>
          <a:ext cx="8458199"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548" tIns="20320" rIns="113792" bIns="20320" numCol="1" spcCol="1270" anchor="t" anchorCtr="0">
          <a:noAutofit/>
        </a:bodyPr>
        <a:lstStyle/>
        <a:p>
          <a:pPr marL="171450" lvl="1" indent="-171450" algn="l" defTabSz="711200">
            <a:lnSpc>
              <a:spcPct val="90000"/>
            </a:lnSpc>
            <a:spcBef>
              <a:spcPct val="0"/>
            </a:spcBef>
            <a:spcAft>
              <a:spcPct val="20000"/>
            </a:spcAft>
            <a:buChar char="•"/>
          </a:pPr>
          <a:endParaRPr lang="en-US" sz="1600" kern="1200">
            <a:solidFill>
              <a:schemeClr val="tx1"/>
            </a:solidFill>
          </a:endParaRPr>
        </a:p>
        <a:p>
          <a:pPr marL="171450" lvl="1" indent="-171450" algn="l" defTabSz="711200">
            <a:lnSpc>
              <a:spcPct val="90000"/>
            </a:lnSpc>
            <a:spcBef>
              <a:spcPct val="0"/>
            </a:spcBef>
            <a:spcAft>
              <a:spcPct val="20000"/>
            </a:spcAft>
            <a:buChar char="•"/>
          </a:pPr>
          <a:r>
            <a:rPr lang="en-US" sz="1600" kern="1200">
              <a:latin typeface="Arial" panose="020B0604020202020204" pitchFamily="34" charset="0"/>
              <a:cs typeface="Arial" panose="020B0604020202020204" pitchFamily="34" charset="0"/>
            </a:rPr>
            <a:t>Yes</a:t>
          </a:r>
        </a:p>
        <a:p>
          <a:pPr marL="171450" lvl="1" indent="-171450" algn="l" defTabSz="711200">
            <a:lnSpc>
              <a:spcPct val="90000"/>
            </a:lnSpc>
            <a:spcBef>
              <a:spcPct val="0"/>
            </a:spcBef>
            <a:spcAft>
              <a:spcPct val="20000"/>
            </a:spcAft>
            <a:buChar char="•"/>
          </a:pPr>
          <a:r>
            <a:rPr lang="en-US" sz="1600" kern="1200">
              <a:latin typeface="Arial" panose="020B0604020202020204" pitchFamily="34" charset="0"/>
              <a:cs typeface="Arial" panose="020B0604020202020204" pitchFamily="34" charset="0"/>
            </a:rPr>
            <a:t>No</a:t>
          </a:r>
        </a:p>
        <a:p>
          <a:pPr marL="171450" lvl="1" indent="-171450" algn="l" defTabSz="711200">
            <a:lnSpc>
              <a:spcPct val="90000"/>
            </a:lnSpc>
            <a:spcBef>
              <a:spcPct val="0"/>
            </a:spcBef>
            <a:spcAft>
              <a:spcPct val="20000"/>
            </a:spcAft>
            <a:buChar char="•"/>
          </a:pPr>
          <a:endParaRPr lang="en-US" sz="1600" kern="1200">
            <a:latin typeface="+mn-lt"/>
            <a:cs typeface="Arial" panose="020B0604020202020204" pitchFamily="34" charset="0"/>
          </a:endParaRPr>
        </a:p>
      </dsp:txBody>
      <dsp:txXfrm>
        <a:off x="0" y="1590599"/>
        <a:ext cx="8458199" cy="10764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1051372"/>
          <a:ext cx="8458199" cy="564254"/>
        </a:xfrm>
        <a:prstGeom prst="roundRect">
          <a:avLst/>
        </a:prstGeom>
        <a:solidFill>
          <a:schemeClr val="accent3">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Answer: Yes</a:t>
          </a:r>
        </a:p>
      </dsp:txBody>
      <dsp:txXfrm>
        <a:off x="27545" y="1078917"/>
        <a:ext cx="8403109" cy="5091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8568561" cy="86846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What is the Security measure taken to avoid accessing/misusing the Application while the Attendees hand over the iPad to other Attendees for Signing in the Sign-In sheet ?</a:t>
          </a:r>
        </a:p>
      </dsp:txBody>
      <dsp:txXfrm>
        <a:off x="42395" y="42395"/>
        <a:ext cx="8483771" cy="783674"/>
      </dsp:txXfrm>
    </dsp:sp>
    <dsp:sp modelId="{0EBE7C70-51AD-4402-A9D8-36889ADBC56A}">
      <dsp:nvSpPr>
        <dsp:cNvPr id="0" name=""/>
        <dsp:cNvSpPr/>
      </dsp:nvSpPr>
      <dsp:spPr>
        <a:xfrm>
          <a:off x="0" y="1336315"/>
          <a:ext cx="8568561" cy="2578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052"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a:solidFill>
                <a:schemeClr val="tx1"/>
              </a:solidFill>
              <a:latin typeface="Arial" panose="020B0604020202020204" pitchFamily="34" charset="0"/>
              <a:cs typeface="Arial" panose="020B0604020202020204" pitchFamily="34" charset="0"/>
            </a:rPr>
            <a:t>Needs a finger print of the user to access the Application</a:t>
          </a:r>
        </a:p>
        <a:p>
          <a:pPr marL="171450" lvl="1" indent="-171450" algn="l" defTabSz="711200">
            <a:lnSpc>
              <a:spcPct val="90000"/>
            </a:lnSpc>
            <a:spcBef>
              <a:spcPct val="0"/>
            </a:spcBef>
            <a:spcAft>
              <a:spcPct val="20000"/>
            </a:spcAft>
            <a:buChar char="•"/>
          </a:pPr>
          <a:r>
            <a:rPr lang="en-US" sz="1600" kern="1200">
              <a:solidFill>
                <a:schemeClr val="tx1"/>
              </a:solidFill>
              <a:latin typeface="Arial" panose="020B0604020202020204" pitchFamily="34" charset="0"/>
              <a:cs typeface="Arial" panose="020B0604020202020204" pitchFamily="34" charset="0"/>
            </a:rPr>
            <a:t>The Application will be locked and it requires the username and password to access the Application</a:t>
          </a:r>
        </a:p>
        <a:p>
          <a:pPr marL="171450" lvl="1" indent="-171450" algn="l" defTabSz="711200">
            <a:lnSpc>
              <a:spcPct val="90000"/>
            </a:lnSpc>
            <a:spcBef>
              <a:spcPct val="0"/>
            </a:spcBef>
            <a:spcAft>
              <a:spcPct val="20000"/>
            </a:spcAft>
            <a:buChar char="•"/>
          </a:pPr>
          <a:r>
            <a:rPr lang="en-US" sz="1600" kern="1200">
              <a:latin typeface="Arial" panose="020B0604020202020204" pitchFamily="34" charset="0"/>
              <a:cs typeface="Arial" panose="020B0604020202020204" pitchFamily="34" charset="0"/>
            </a:rPr>
            <a:t>There is no way to secure the Application and any user can access it</a:t>
          </a:r>
        </a:p>
      </dsp:txBody>
      <dsp:txXfrm>
        <a:off x="0" y="1336315"/>
        <a:ext cx="8568561" cy="25788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838195"/>
          <a:ext cx="8568561" cy="754720"/>
        </a:xfrm>
        <a:prstGeom prst="roundRect">
          <a:avLst/>
        </a:prstGeom>
        <a:solidFill>
          <a:schemeClr val="accent3">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Answer: The Application will be locked and it requires the username and password to access the Application</a:t>
          </a:r>
        </a:p>
      </dsp:txBody>
      <dsp:txXfrm>
        <a:off x="36842" y="875037"/>
        <a:ext cx="8494877" cy="68103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9A7C7F0-62DE-4B87-AE2E-D91BFA56DAF0}" type="datetimeFigureOut">
              <a:rPr kumimoji="1" lang="ja-JP" altLang="en-US" smtClean="0"/>
              <a:t>2023/8/14</a:t>
            </a:fld>
            <a:endParaRPr kumimoji="1" lang="ja-JP"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0D2999-C374-457E-A01F-CC8DE5689CED}" type="slidenum">
              <a:rPr kumimoji="1" lang="ja-JP" altLang="en-US" smtClean="0"/>
              <a:t>‹#›</a:t>
            </a:fld>
            <a:endParaRPr kumimoji="1" lang="ja-JP" altLang="en-US"/>
          </a:p>
        </p:txBody>
      </p:sp>
    </p:spTree>
    <p:extLst>
      <p:ext uri="{BB962C8B-B14F-4D97-AF65-F5344CB8AC3E}">
        <p14:creationId xmlns:p14="http://schemas.microsoft.com/office/powerpoint/2010/main" val="7434662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8/14/2023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a:t>
            </a:fld>
            <a:endParaRPr lang="en-US"/>
          </a:p>
        </p:txBody>
      </p:sp>
    </p:spTree>
    <p:extLst>
      <p:ext uri="{BB962C8B-B14F-4D97-AF65-F5344CB8AC3E}">
        <p14:creationId xmlns:p14="http://schemas.microsoft.com/office/powerpoint/2010/main" val="705148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a:t>
            </a:fld>
            <a:endParaRPr lang="en-US"/>
          </a:p>
        </p:txBody>
      </p:sp>
    </p:spTree>
    <p:extLst>
      <p:ext uri="{BB962C8B-B14F-4D97-AF65-F5344CB8AC3E}">
        <p14:creationId xmlns:p14="http://schemas.microsoft.com/office/powerpoint/2010/main" val="3392744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5</a:t>
            </a:fld>
            <a:endParaRPr lang="en-US"/>
          </a:p>
        </p:txBody>
      </p:sp>
    </p:spTree>
    <p:extLst>
      <p:ext uri="{BB962C8B-B14F-4D97-AF65-F5344CB8AC3E}">
        <p14:creationId xmlns:p14="http://schemas.microsoft.com/office/powerpoint/2010/main" val="3750058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6</a:t>
            </a:fld>
            <a:endParaRPr lang="en-US"/>
          </a:p>
        </p:txBody>
      </p:sp>
    </p:spTree>
    <p:extLst>
      <p:ext uri="{BB962C8B-B14F-4D97-AF65-F5344CB8AC3E}">
        <p14:creationId xmlns:p14="http://schemas.microsoft.com/office/powerpoint/2010/main" val="1190853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7</a:t>
            </a:fld>
            <a:endParaRPr lang="en-US"/>
          </a:p>
        </p:txBody>
      </p:sp>
    </p:spTree>
    <p:extLst>
      <p:ext uri="{BB962C8B-B14F-4D97-AF65-F5344CB8AC3E}">
        <p14:creationId xmlns:p14="http://schemas.microsoft.com/office/powerpoint/2010/main" val="1969387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8</a:t>
            </a:fld>
            <a:endParaRPr lang="en-US"/>
          </a:p>
        </p:txBody>
      </p:sp>
    </p:spTree>
    <p:extLst>
      <p:ext uri="{BB962C8B-B14F-4D97-AF65-F5344CB8AC3E}">
        <p14:creationId xmlns:p14="http://schemas.microsoft.com/office/powerpoint/2010/main" val="960491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9</a:t>
            </a:fld>
            <a:endParaRPr lang="en-US"/>
          </a:p>
        </p:txBody>
      </p:sp>
    </p:spTree>
    <p:extLst>
      <p:ext uri="{BB962C8B-B14F-4D97-AF65-F5344CB8AC3E}">
        <p14:creationId xmlns:p14="http://schemas.microsoft.com/office/powerpoint/2010/main" val="2028510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10</a:t>
            </a:fld>
            <a:endParaRPr lang="en-US"/>
          </a:p>
        </p:txBody>
      </p:sp>
    </p:spTree>
    <p:extLst>
      <p:ext uri="{BB962C8B-B14F-4D97-AF65-F5344CB8AC3E}">
        <p14:creationId xmlns:p14="http://schemas.microsoft.com/office/powerpoint/2010/main" val="1153370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11</a:t>
            </a:fld>
            <a:endParaRPr lang="en-US"/>
          </a:p>
        </p:txBody>
      </p:sp>
    </p:spTree>
    <p:extLst>
      <p:ext uri="{BB962C8B-B14F-4D97-AF65-F5344CB8AC3E}">
        <p14:creationId xmlns:p14="http://schemas.microsoft.com/office/powerpoint/2010/main" val="2461820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12</a:t>
            </a:fld>
            <a:endParaRPr lang="en-US"/>
          </a:p>
        </p:txBody>
      </p:sp>
    </p:spTree>
    <p:extLst>
      <p:ext uri="{BB962C8B-B14F-4D97-AF65-F5344CB8AC3E}">
        <p14:creationId xmlns:p14="http://schemas.microsoft.com/office/powerpoint/2010/main" val="23077399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13</a:t>
            </a:fld>
            <a:endParaRPr lang="en-US"/>
          </a:p>
        </p:txBody>
      </p:sp>
    </p:spTree>
    <p:extLst>
      <p:ext uri="{BB962C8B-B14F-4D97-AF65-F5344CB8AC3E}">
        <p14:creationId xmlns:p14="http://schemas.microsoft.com/office/powerpoint/2010/main" val="3824769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14</a:t>
            </a:fld>
            <a:endParaRPr lang="en-US"/>
          </a:p>
        </p:txBody>
      </p:sp>
    </p:spTree>
    <p:extLst>
      <p:ext uri="{BB962C8B-B14F-4D97-AF65-F5344CB8AC3E}">
        <p14:creationId xmlns:p14="http://schemas.microsoft.com/office/powerpoint/2010/main" val="1306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15</a:t>
            </a:fld>
            <a:endParaRPr lang="en-US"/>
          </a:p>
        </p:txBody>
      </p:sp>
    </p:spTree>
    <p:extLst>
      <p:ext uri="{BB962C8B-B14F-4D97-AF65-F5344CB8AC3E}">
        <p14:creationId xmlns:p14="http://schemas.microsoft.com/office/powerpoint/2010/main" val="1108137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16</a:t>
            </a:fld>
            <a:endParaRPr lang="en-US"/>
          </a:p>
        </p:txBody>
      </p:sp>
    </p:spTree>
    <p:extLst>
      <p:ext uri="{BB962C8B-B14F-4D97-AF65-F5344CB8AC3E}">
        <p14:creationId xmlns:p14="http://schemas.microsoft.com/office/powerpoint/2010/main" val="67463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17</a:t>
            </a:fld>
            <a:endParaRPr lang="en-US"/>
          </a:p>
        </p:txBody>
      </p:sp>
    </p:spTree>
    <p:extLst>
      <p:ext uri="{BB962C8B-B14F-4D97-AF65-F5344CB8AC3E}">
        <p14:creationId xmlns:p14="http://schemas.microsoft.com/office/powerpoint/2010/main" val="3275125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18</a:t>
            </a:fld>
            <a:endParaRPr lang="en-US"/>
          </a:p>
        </p:txBody>
      </p:sp>
    </p:spTree>
    <p:extLst>
      <p:ext uri="{BB962C8B-B14F-4D97-AF65-F5344CB8AC3E}">
        <p14:creationId xmlns:p14="http://schemas.microsoft.com/office/powerpoint/2010/main" val="495377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19</a:t>
            </a:fld>
            <a:endParaRPr lang="en-US"/>
          </a:p>
        </p:txBody>
      </p:sp>
    </p:spTree>
    <p:extLst>
      <p:ext uri="{BB962C8B-B14F-4D97-AF65-F5344CB8AC3E}">
        <p14:creationId xmlns:p14="http://schemas.microsoft.com/office/powerpoint/2010/main" val="1376348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20</a:t>
            </a:fld>
            <a:endParaRPr lang="en-US"/>
          </a:p>
        </p:txBody>
      </p:sp>
    </p:spTree>
    <p:extLst>
      <p:ext uri="{BB962C8B-B14F-4D97-AF65-F5344CB8AC3E}">
        <p14:creationId xmlns:p14="http://schemas.microsoft.com/office/powerpoint/2010/main" val="2072965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21</a:t>
            </a:fld>
            <a:endParaRPr lang="en-US"/>
          </a:p>
        </p:txBody>
      </p:sp>
    </p:spTree>
    <p:extLst>
      <p:ext uri="{BB962C8B-B14F-4D97-AF65-F5344CB8AC3E}">
        <p14:creationId xmlns:p14="http://schemas.microsoft.com/office/powerpoint/2010/main" val="23520412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22</a:t>
            </a:fld>
            <a:endParaRPr lang="en-US"/>
          </a:p>
        </p:txBody>
      </p:sp>
    </p:spTree>
    <p:extLst>
      <p:ext uri="{BB962C8B-B14F-4D97-AF65-F5344CB8AC3E}">
        <p14:creationId xmlns:p14="http://schemas.microsoft.com/office/powerpoint/2010/main" val="30472733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23</a:t>
            </a:fld>
            <a:endParaRPr lang="en-US"/>
          </a:p>
        </p:txBody>
      </p:sp>
    </p:spTree>
    <p:extLst>
      <p:ext uri="{BB962C8B-B14F-4D97-AF65-F5344CB8AC3E}">
        <p14:creationId xmlns:p14="http://schemas.microsoft.com/office/powerpoint/2010/main" val="23114749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24</a:t>
            </a:fld>
            <a:endParaRPr lang="en-US"/>
          </a:p>
        </p:txBody>
      </p:sp>
    </p:spTree>
    <p:extLst>
      <p:ext uri="{BB962C8B-B14F-4D97-AF65-F5344CB8AC3E}">
        <p14:creationId xmlns:p14="http://schemas.microsoft.com/office/powerpoint/2010/main" val="29606767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25</a:t>
            </a:fld>
            <a:endParaRPr lang="en-US"/>
          </a:p>
        </p:txBody>
      </p:sp>
    </p:spTree>
    <p:extLst>
      <p:ext uri="{BB962C8B-B14F-4D97-AF65-F5344CB8AC3E}">
        <p14:creationId xmlns:p14="http://schemas.microsoft.com/office/powerpoint/2010/main" val="4002874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26</a:t>
            </a:fld>
            <a:endParaRPr lang="en-US"/>
          </a:p>
        </p:txBody>
      </p:sp>
    </p:spTree>
    <p:extLst>
      <p:ext uri="{BB962C8B-B14F-4D97-AF65-F5344CB8AC3E}">
        <p14:creationId xmlns:p14="http://schemas.microsoft.com/office/powerpoint/2010/main" val="24360161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27</a:t>
            </a:fld>
            <a:endParaRPr lang="en-US"/>
          </a:p>
        </p:txBody>
      </p:sp>
    </p:spTree>
    <p:extLst>
      <p:ext uri="{BB962C8B-B14F-4D97-AF65-F5344CB8AC3E}">
        <p14:creationId xmlns:p14="http://schemas.microsoft.com/office/powerpoint/2010/main" val="12884827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28</a:t>
            </a:fld>
            <a:endParaRPr lang="en-US"/>
          </a:p>
        </p:txBody>
      </p:sp>
    </p:spTree>
    <p:extLst>
      <p:ext uri="{BB962C8B-B14F-4D97-AF65-F5344CB8AC3E}">
        <p14:creationId xmlns:p14="http://schemas.microsoft.com/office/powerpoint/2010/main" val="1383933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29</a:t>
            </a:fld>
            <a:endParaRPr lang="en-US"/>
          </a:p>
        </p:txBody>
      </p:sp>
    </p:spTree>
    <p:extLst>
      <p:ext uri="{BB962C8B-B14F-4D97-AF65-F5344CB8AC3E}">
        <p14:creationId xmlns:p14="http://schemas.microsoft.com/office/powerpoint/2010/main" val="1683057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30</a:t>
            </a:fld>
            <a:endParaRPr lang="en-US"/>
          </a:p>
        </p:txBody>
      </p:sp>
    </p:spTree>
    <p:extLst>
      <p:ext uri="{BB962C8B-B14F-4D97-AF65-F5344CB8AC3E}">
        <p14:creationId xmlns:p14="http://schemas.microsoft.com/office/powerpoint/2010/main" val="3972690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31</a:t>
            </a:fld>
            <a:endParaRPr lang="en-US"/>
          </a:p>
        </p:txBody>
      </p:sp>
    </p:spTree>
    <p:extLst>
      <p:ext uri="{BB962C8B-B14F-4D97-AF65-F5344CB8AC3E}">
        <p14:creationId xmlns:p14="http://schemas.microsoft.com/office/powerpoint/2010/main" val="12358201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32</a:t>
            </a:fld>
            <a:endParaRPr lang="en-US"/>
          </a:p>
        </p:txBody>
      </p:sp>
    </p:spTree>
    <p:extLst>
      <p:ext uri="{BB962C8B-B14F-4D97-AF65-F5344CB8AC3E}">
        <p14:creationId xmlns:p14="http://schemas.microsoft.com/office/powerpoint/2010/main" val="35177054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33</a:t>
            </a:fld>
            <a:endParaRPr lang="en-US"/>
          </a:p>
        </p:txBody>
      </p:sp>
    </p:spTree>
    <p:extLst>
      <p:ext uri="{BB962C8B-B14F-4D97-AF65-F5344CB8AC3E}">
        <p14:creationId xmlns:p14="http://schemas.microsoft.com/office/powerpoint/2010/main" val="39382657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35</a:t>
            </a:fld>
            <a:endParaRPr lang="en-US"/>
          </a:p>
        </p:txBody>
      </p:sp>
    </p:spTree>
    <p:extLst>
      <p:ext uri="{BB962C8B-B14F-4D97-AF65-F5344CB8AC3E}">
        <p14:creationId xmlns:p14="http://schemas.microsoft.com/office/powerpoint/2010/main" val="17737216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36</a:t>
            </a:fld>
            <a:endParaRPr lang="en-US"/>
          </a:p>
        </p:txBody>
      </p:sp>
    </p:spTree>
    <p:extLst>
      <p:ext uri="{BB962C8B-B14F-4D97-AF65-F5344CB8AC3E}">
        <p14:creationId xmlns:p14="http://schemas.microsoft.com/office/powerpoint/2010/main" val="4190379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ja-JP" alt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8B6E77-EC63-4CD7-8F8A-914122582C5F}" type="slidenum">
              <a:rPr lang="en-US" smtClean="0"/>
              <a:pPr/>
              <a:t>37</a:t>
            </a:fld>
            <a:endParaRPr lang="en-US"/>
          </a:p>
        </p:txBody>
      </p:sp>
    </p:spTree>
    <p:extLst>
      <p:ext uri="{BB962C8B-B14F-4D97-AF65-F5344CB8AC3E}">
        <p14:creationId xmlns:p14="http://schemas.microsoft.com/office/powerpoint/2010/main" val="3477346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jpe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jpe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14.png"/><Relationship Id="rId2" Type="http://schemas.openxmlformats.org/officeDocument/2006/relationships/image" Target="../media/image28.png"/><Relationship Id="rId1" Type="http://schemas.openxmlformats.org/officeDocument/2006/relationships/slideMaster" Target="../slideMasters/slideMaster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2.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1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2825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1"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878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71495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414370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137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835905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4" name="Footer Placeholder 4"/>
          <p:cNvSpPr>
            <a:spLocks noGrp="1"/>
          </p:cNvSpPr>
          <p:nvPr>
            <p:ph type="ftr" sz="quarter" idx="11"/>
          </p:nvPr>
        </p:nvSpPr>
        <p:spPr>
          <a:xfrm>
            <a:off x="9676" y="6553200"/>
            <a:ext cx="1828800" cy="228600"/>
          </a:xfrm>
        </p:spPr>
        <p:txBody>
          <a:bodyPr/>
          <a:lstStyle/>
          <a:p>
            <a:r>
              <a:rPr lang="en-US"/>
              <a:t>© Cognizant 2015</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About_the_Auth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3048000" y="0"/>
            <a:ext cx="8128000" cy="571500"/>
          </a:xfrm>
          <a:prstGeom prst="rect">
            <a:avLst/>
          </a:prstGeom>
        </p:spPr>
        <p:txBody>
          <a:bodyPr vert="horz" lIns="91440" tIns="45720" rIns="91440" bIns="45720" rtlCol="0" anchor="ctr">
            <a:noAutofit/>
          </a:bodyPr>
          <a:lstStyle/>
          <a:p>
            <a:pPr lvl="0">
              <a:spcBef>
                <a:spcPct val="0"/>
              </a:spcBef>
              <a:buNone/>
            </a:pPr>
            <a:r>
              <a:rPr lang="en-US" sz="3200" b="0">
                <a:solidFill>
                  <a:schemeClr val="bg1"/>
                </a:solidFill>
                <a:latin typeface="Arial Rounded MT Bold" pitchFamily="34" charset="0"/>
              </a:rPr>
              <a:t>About the Author</a:t>
            </a:r>
          </a:p>
        </p:txBody>
      </p:sp>
      <p:graphicFrame>
        <p:nvGraphicFramePr>
          <p:cNvPr id="12" name="Group 81"/>
          <p:cNvGraphicFramePr>
            <a:graphicFrameLocks noGrp="1"/>
          </p:cNvGraphicFramePr>
          <p:nvPr userDrawn="1">
            <p:extLst>
              <p:ext uri="{D42A27DB-BD31-4B8C-83A1-F6EECF244321}">
                <p14:modId xmlns:p14="http://schemas.microsoft.com/office/powerpoint/2010/main" val="1548546278"/>
              </p:ext>
            </p:extLst>
          </p:nvPr>
        </p:nvGraphicFramePr>
        <p:xfrm>
          <a:off x="711200" y="2286000"/>
          <a:ext cx="10871200" cy="1828800"/>
        </p:xfrm>
        <a:graphic>
          <a:graphicData uri="http://schemas.openxmlformats.org/drawingml/2006/table">
            <a:tbl>
              <a:tblPr/>
              <a:tblGrid>
                <a:gridCol w="26416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a:ln>
                            <a:noFill/>
                          </a:ln>
                          <a:solidFill>
                            <a:schemeClr val="bg1"/>
                          </a:solidFill>
                          <a:effectLst/>
                          <a:latin typeface="Arial Unicode MS" pitchFamily="34" charset="-128"/>
                          <a:ea typeface="Arial Unicode MS" pitchFamily="34" charset="-128"/>
                          <a:cs typeface="Arial Unicode MS" pitchFamily="34" charset="-128"/>
                        </a:rPr>
                        <a:t>Created By:</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a:ln>
                            <a:noFill/>
                          </a:ln>
                          <a:solidFill>
                            <a:schemeClr val="bg1"/>
                          </a:solidFill>
                          <a:effectLst/>
                          <a:latin typeface="Arial Unicode MS" pitchFamily="34" charset="-128"/>
                          <a:ea typeface="Arial Unicode MS" pitchFamily="34" charset="-128"/>
                          <a:cs typeface="Arial Unicode MS" pitchFamily="34" charset="-128"/>
                        </a:rPr>
                        <a:t>Credential Information:</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600" b="0" i="0" u="none" strike="noStrike" cap="none" normalizeH="0" baseline="0">
                          <a:ln>
                            <a:noFill/>
                          </a:ln>
                          <a:solidFill>
                            <a:schemeClr val="tx1"/>
                          </a:solidFill>
                          <a:effectLst/>
                          <a:latin typeface="+mn-lt"/>
                        </a:rPr>
                        <a:t> </a:t>
                      </a: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a:ln>
                            <a:noFill/>
                          </a:ln>
                          <a:solidFill>
                            <a:schemeClr val="bg1"/>
                          </a:solidFill>
                          <a:effectLst/>
                          <a:latin typeface="Arial Unicode MS" pitchFamily="34" charset="-128"/>
                          <a:ea typeface="Arial Unicode MS" pitchFamily="34" charset="-128"/>
                          <a:cs typeface="Arial Unicode MS" pitchFamily="34" charset="-128"/>
                        </a:rPr>
                        <a:t>Version and Date:</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4" name="Rectangle 13"/>
          <p:cNvSpPr/>
          <p:nvPr userDrawn="1"/>
        </p:nvSpPr>
        <p:spPr>
          <a:xfrm>
            <a:off x="2901059" y="4648203"/>
            <a:ext cx="6389891" cy="584775"/>
          </a:xfrm>
          <a:prstGeom prst="rect">
            <a:avLst/>
          </a:prstGeom>
        </p:spPr>
        <p:txBody>
          <a:bodyPr wrap="none">
            <a:spAutoFit/>
          </a:bodyPr>
          <a:lstStyle/>
          <a:p>
            <a:pPr algn="ctr">
              <a:defRPr/>
            </a:pPr>
            <a:r>
              <a:rPr lang="en-US" sz="3200" b="1" kern="10">
                <a:ln w="3175">
                  <a:solidFill>
                    <a:srgbClr val="92D050"/>
                  </a:solidFill>
                  <a:round/>
                  <a:headEnd/>
                  <a:tailEnd/>
                </a:ln>
                <a:solidFill>
                  <a:schemeClr val="accent3">
                    <a:lumMod val="50000"/>
                  </a:schemeClr>
                </a:solidFill>
                <a:effectLst>
                  <a:glow rad="63500">
                    <a:schemeClr val="accent3">
                      <a:lumMod val="50000"/>
                      <a:alpha val="40000"/>
                    </a:schemeClr>
                  </a:glow>
                  <a:outerShdw blurRad="50800" dist="38100" dir="2700000" algn="tl" rotWithShape="0">
                    <a:prstClr val="black">
                      <a:alpha val="40000"/>
                    </a:prstClr>
                  </a:outerShdw>
                </a:effectLst>
                <a:latin typeface="Arial Narrow" pitchFamily="34" charset="0"/>
              </a:rPr>
              <a:t>Cognizant Certified Official Curriculum</a:t>
            </a:r>
          </a:p>
        </p:txBody>
      </p:sp>
      <p:sp>
        <p:nvSpPr>
          <p:cNvPr id="16" name="Slide Number Placeholder 5"/>
          <p:cNvSpPr txBox="1">
            <a:spLocks/>
          </p:cNvSpPr>
          <p:nvPr userDrawn="1"/>
        </p:nvSpPr>
        <p:spPr>
          <a:xfrm>
            <a:off x="11480801" y="6629403"/>
            <a:ext cx="711195" cy="228597"/>
          </a:xfrm>
          <a:prstGeom prst="rect">
            <a:avLst/>
          </a:prstGeom>
        </p:spPr>
        <p:txBody>
          <a:bodyPr vert="horz" lIns="91440" tIns="45720" rIns="91440" bIns="45720" rtlCol="0" anchor="ctr"/>
          <a:lstStyle>
            <a:defPPr>
              <a:defRPr lang="en-US"/>
            </a:defPPr>
            <a:lvl1pPr marL="0" algn="r" defTabSz="914400" rtl="0" eaLnBrk="1" latinLnBrk="0" hangingPunct="1">
              <a:defRPr lang="en-US" sz="120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AF38FF-B38D-4060-8B8D-2D16AAFBAAC1}" type="slidenum">
              <a:rPr lang="en-US" sz="1200" smtClean="0"/>
              <a:pPr/>
              <a:t>‹#›</a:t>
            </a:fld>
            <a:endParaRPr lang="en-US" sz="1200"/>
          </a:p>
        </p:txBody>
      </p:sp>
      <p:sp>
        <p:nvSpPr>
          <p:cNvPr id="17" name="Footer Placeholder 4"/>
          <p:cNvSpPr>
            <a:spLocks noGrp="1"/>
          </p:cNvSpPr>
          <p:nvPr>
            <p:ph type="ftr" sz="quarter" idx="11"/>
          </p:nvPr>
        </p:nvSpPr>
        <p:spPr>
          <a:xfrm>
            <a:off x="9676" y="6553200"/>
            <a:ext cx="1828800" cy="228600"/>
          </a:xfrm>
        </p:spPr>
        <p:txBody>
          <a:bodyPr/>
          <a:lstStyle/>
          <a:p>
            <a:r>
              <a:rPr lang="en-US"/>
              <a:t>© Cognizant 2015</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Course_Completion_Pag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9" name="Rectangle 8"/>
          <p:cNvSpPr/>
          <p:nvPr userDrawn="1"/>
        </p:nvSpPr>
        <p:spPr>
          <a:xfrm>
            <a:off x="5283201" y="4437966"/>
            <a:ext cx="6908795" cy="135323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000321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a:t>© Cognizant 2015</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2" y="168250"/>
            <a:ext cx="0" cy="0"/>
          </a:xfrm>
          <a:prstGeom prst="rect">
            <a:avLst/>
          </a:prstGeom>
          <a:noFill/>
        </p:spPr>
        <p:txBody>
          <a:bodyPr wrap="none" lIns="0" tIns="0" rIns="0" bIns="0" rtlCol="0">
            <a:noAutofit/>
          </a:bodyPr>
          <a:lstStyle/>
          <a:p>
            <a:pPr algn="l"/>
            <a:endParaRPr lang="en-US" sz="160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2654139214"/>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a:t>© Cognizant 2015</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180515882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a:t>© Cognizant 2015</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29760469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a:t>© Cognizant 2015</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28410420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833330464"/>
      </p:ext>
    </p:extLst>
  </p:cSld>
  <p:clrMapOvr>
    <a:overrideClrMapping bg1="dk1" tx1="lt1" bg2="dk2" tx2="lt2" accent1="accent1" accent2="accent2" accent3="accent3" accent4="accent4" accent5="accent5" accent6="accent6" hlink="hlink" folHlink="folHlink"/>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390259484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pPr algn="r"/>
            <a:fld id="{E7AF38FF-B38D-4060-8B8D-2D16AAFBAAC1}" type="slidenum">
              <a:rPr lang="en-US" smtClean="0"/>
              <a:pPr algn="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3990298224"/>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04724939"/>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3910222373"/>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56867796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5510703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pPr algn="r"/>
            <a:fld id="{E7AF38FF-B38D-4060-8B8D-2D16AAFBAAC1}" type="slidenum">
              <a:rPr lang="en-US" smtClean="0"/>
              <a:pPr algn="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408960164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4035048486"/>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869485931"/>
      </p:ext>
    </p:extLst>
  </p:cSld>
  <p:clrMapOvr>
    <a:overrideClrMapping bg1="lt1" tx1="dk1" bg2="lt2" tx2="dk2" accent1="accent1" accent2="accent2" accent3="accent3" accent4="accent4" accent5="accent5" accent6="accent6" hlink="hlink" folHlink="folHlink"/>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109581401"/>
      </p:ext>
    </p:extLst>
  </p:cSld>
  <p:clrMapOvr>
    <a:overrideClrMapping bg1="lt1" tx1="dk1" bg2="lt2" tx2="dk2" accent1="accent1" accent2="accent2" accent3="accent3" accent4="accent4" accent5="accent5" accent6="accent6" hlink="hlink" folHlink="folHlink"/>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985412154"/>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67331108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277024914"/>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76314753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762084219"/>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75609084"/>
      </p:ext>
    </p:extLst>
  </p:cSld>
  <p:clrMapOvr>
    <a:overrideClrMapping bg1="dk1" tx1="lt1" bg2="dk2" tx2="lt2" accent1="accent1" accent2="accent2" accent3="accent3" accent4="accent4" accent5="accent5" accent6="accent6" hlink="hlink" folHlink="folHlink"/>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018996597"/>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574114012"/>
      </p:ext>
    </p:extLst>
  </p:cSld>
  <p:clrMapOvr>
    <a:overrideClrMapping bg1="dk1" tx1="lt1" bg2="dk2" tx2="lt2" accent1="accent1" accent2="accent2" accent3="accent3" accent4="accent4" accent5="accent5" accent6="accent6" hlink="hlink" folHlink="folHlink"/>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40127727"/>
      </p:ext>
    </p:extLst>
  </p:cSld>
  <p:clrMapOvr>
    <a:masterClrMapping/>
  </p:clrMapOvr>
  <p:hf hdr="0" dt="0"/>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06479677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a:t>Click to edit Master title style</a:t>
            </a:r>
            <a:br>
              <a:rPr lang="en-US"/>
            </a:br>
            <a:endParaRPr lang="en-US"/>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14885885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847612779"/>
      </p:ext>
    </p:extLst>
  </p:cSld>
  <p:clrMapOvr>
    <a:overrideClrMapping bg1="lt1" tx1="dk1" bg2="lt2" tx2="dk2" accent1="accent1" accent2="accent2" accent3="accent3" accent4="accent4" accent5="accent5" accent6="accent6" hlink="hlink" folHlink="folHlink"/>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937868971"/>
      </p:ext>
    </p:extLst>
  </p:cSld>
  <p:clrMapOvr>
    <a:overrideClrMapping bg1="dk1" tx1="lt1" bg2="dk2" tx2="lt2" accent1="accent1" accent2="accent2" accent3="accent3" accent4="accent4" accent5="accent5" accent6="accent6" hlink="hlink" folHlink="folHlink"/>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498210317"/>
      </p:ext>
    </p:extLst>
  </p:cSld>
  <p:clrMapOvr>
    <a:overrideClrMapping bg1="lt1" tx1="dk1" bg2="lt2" tx2="dk2" accent1="accent1" accent2="accent2" accent3="accent3" accent4="accent4" accent5="accent5" accent6="accent6" hlink="hlink" folHlink="folHlink"/>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10304865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About_the_Auth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3048000" y="0"/>
            <a:ext cx="8128000" cy="571500"/>
          </a:xfrm>
          <a:prstGeom prst="rect">
            <a:avLst/>
          </a:prstGeom>
        </p:spPr>
        <p:txBody>
          <a:bodyPr vert="horz" lIns="91440" tIns="45720" rIns="91440" bIns="45720" rtlCol="0" anchor="ctr">
            <a:noAutofit/>
          </a:bodyPr>
          <a:lstStyle/>
          <a:p>
            <a:pPr lvl="0">
              <a:spcBef>
                <a:spcPct val="0"/>
              </a:spcBef>
              <a:buNone/>
            </a:pPr>
            <a:r>
              <a:rPr lang="en-US" sz="3200" b="0">
                <a:solidFill>
                  <a:schemeClr val="bg1"/>
                </a:solidFill>
                <a:latin typeface="Arial Rounded MT Bold" pitchFamily="34" charset="0"/>
              </a:rPr>
              <a:t>About the Author</a:t>
            </a:r>
          </a:p>
        </p:txBody>
      </p:sp>
      <p:graphicFrame>
        <p:nvGraphicFramePr>
          <p:cNvPr id="12" name="Group 81"/>
          <p:cNvGraphicFramePr>
            <a:graphicFrameLocks noGrp="1"/>
          </p:cNvGraphicFramePr>
          <p:nvPr userDrawn="1">
            <p:extLst>
              <p:ext uri="{D42A27DB-BD31-4B8C-83A1-F6EECF244321}">
                <p14:modId xmlns:p14="http://schemas.microsoft.com/office/powerpoint/2010/main" val="1548546278"/>
              </p:ext>
            </p:extLst>
          </p:nvPr>
        </p:nvGraphicFramePr>
        <p:xfrm>
          <a:off x="711200" y="2286000"/>
          <a:ext cx="10871200" cy="1828800"/>
        </p:xfrm>
        <a:graphic>
          <a:graphicData uri="http://schemas.openxmlformats.org/drawingml/2006/table">
            <a:tbl>
              <a:tblPr/>
              <a:tblGrid>
                <a:gridCol w="26416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a:ln>
                            <a:noFill/>
                          </a:ln>
                          <a:solidFill>
                            <a:schemeClr val="bg1"/>
                          </a:solidFill>
                          <a:effectLst/>
                          <a:latin typeface="Arial Unicode MS" pitchFamily="34" charset="-128"/>
                          <a:ea typeface="Arial Unicode MS" pitchFamily="34" charset="-128"/>
                          <a:cs typeface="Arial Unicode MS" pitchFamily="34" charset="-128"/>
                        </a:rPr>
                        <a:t>Created By:</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a:ln>
                            <a:noFill/>
                          </a:ln>
                          <a:solidFill>
                            <a:schemeClr val="bg1"/>
                          </a:solidFill>
                          <a:effectLst/>
                          <a:latin typeface="Arial Unicode MS" pitchFamily="34" charset="-128"/>
                          <a:ea typeface="Arial Unicode MS" pitchFamily="34" charset="-128"/>
                          <a:cs typeface="Arial Unicode MS" pitchFamily="34" charset="-128"/>
                        </a:rPr>
                        <a:t>Credential Information:</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600" b="0" i="0" u="none" strike="noStrike" cap="none" normalizeH="0" baseline="0">
                          <a:ln>
                            <a:noFill/>
                          </a:ln>
                          <a:solidFill>
                            <a:schemeClr val="tx1"/>
                          </a:solidFill>
                          <a:effectLst/>
                          <a:latin typeface="+mn-lt"/>
                        </a:rPr>
                        <a:t> </a:t>
                      </a: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a:ln>
                            <a:noFill/>
                          </a:ln>
                          <a:solidFill>
                            <a:schemeClr val="bg1"/>
                          </a:solidFill>
                          <a:effectLst/>
                          <a:latin typeface="Arial Unicode MS" pitchFamily="34" charset="-128"/>
                          <a:ea typeface="Arial Unicode MS" pitchFamily="34" charset="-128"/>
                          <a:cs typeface="Arial Unicode MS" pitchFamily="34" charset="-128"/>
                        </a:rPr>
                        <a:t>Version and Date:</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4" name="Rectangle 13"/>
          <p:cNvSpPr/>
          <p:nvPr userDrawn="1"/>
        </p:nvSpPr>
        <p:spPr>
          <a:xfrm>
            <a:off x="2901059" y="4648203"/>
            <a:ext cx="6389891" cy="584775"/>
          </a:xfrm>
          <a:prstGeom prst="rect">
            <a:avLst/>
          </a:prstGeom>
        </p:spPr>
        <p:txBody>
          <a:bodyPr wrap="none">
            <a:spAutoFit/>
          </a:bodyPr>
          <a:lstStyle/>
          <a:p>
            <a:pPr algn="ctr">
              <a:defRPr/>
            </a:pPr>
            <a:r>
              <a:rPr lang="en-US" sz="3200" b="1" kern="10">
                <a:ln w="3175">
                  <a:solidFill>
                    <a:srgbClr val="92D050"/>
                  </a:solidFill>
                  <a:round/>
                  <a:headEnd/>
                  <a:tailEnd/>
                </a:ln>
                <a:solidFill>
                  <a:schemeClr val="accent3">
                    <a:lumMod val="50000"/>
                  </a:schemeClr>
                </a:solidFill>
                <a:effectLst>
                  <a:glow rad="63500">
                    <a:schemeClr val="accent3">
                      <a:lumMod val="50000"/>
                      <a:alpha val="40000"/>
                    </a:schemeClr>
                  </a:glow>
                  <a:outerShdw blurRad="50800" dist="38100" dir="2700000" algn="tl" rotWithShape="0">
                    <a:prstClr val="black">
                      <a:alpha val="40000"/>
                    </a:prstClr>
                  </a:outerShdw>
                </a:effectLst>
                <a:latin typeface="Arial Narrow" pitchFamily="34" charset="0"/>
              </a:rPr>
              <a:t>Cognizant Certified Official Curriculum</a:t>
            </a:r>
          </a:p>
        </p:txBody>
      </p:sp>
      <p:sp>
        <p:nvSpPr>
          <p:cNvPr id="16" name="Slide Number Placeholder 5"/>
          <p:cNvSpPr txBox="1">
            <a:spLocks/>
          </p:cNvSpPr>
          <p:nvPr userDrawn="1"/>
        </p:nvSpPr>
        <p:spPr>
          <a:xfrm>
            <a:off x="11480801" y="6629403"/>
            <a:ext cx="711195" cy="228597"/>
          </a:xfrm>
          <a:prstGeom prst="rect">
            <a:avLst/>
          </a:prstGeom>
        </p:spPr>
        <p:txBody>
          <a:bodyPr vert="horz" lIns="91440" tIns="45720" rIns="91440" bIns="45720" rtlCol="0" anchor="ctr"/>
          <a:lstStyle>
            <a:defPPr>
              <a:defRPr lang="en-US"/>
            </a:defPPr>
            <a:lvl1pPr marL="0" algn="r" defTabSz="914400" rtl="0" eaLnBrk="1" latinLnBrk="0" hangingPunct="1">
              <a:defRPr lang="en-US" sz="120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AF38FF-B38D-4060-8B8D-2D16AAFBAAC1}" type="slidenum">
              <a:rPr lang="en-US" sz="1200" smtClean="0"/>
              <a:pPr/>
              <a:t>‹#›</a:t>
            </a:fld>
            <a:endParaRPr lang="en-US" sz="1200"/>
          </a:p>
        </p:txBody>
      </p:sp>
      <p:sp>
        <p:nvSpPr>
          <p:cNvPr id="17" name="Footer Placeholder 4"/>
          <p:cNvSpPr>
            <a:spLocks noGrp="1"/>
          </p:cNvSpPr>
          <p:nvPr>
            <p:ph type="ftr" sz="quarter" idx="11"/>
          </p:nvPr>
        </p:nvSpPr>
        <p:spPr>
          <a:xfrm>
            <a:off x="9676" y="6553200"/>
            <a:ext cx="1828800" cy="228600"/>
          </a:xfrm>
        </p:spPr>
        <p:txBody>
          <a:bodyPr/>
          <a:lstStyle/>
          <a:p>
            <a:r>
              <a:rPr lang="en-US"/>
              <a:t>© Cognizant 2015</a:t>
            </a:r>
          </a:p>
        </p:txBody>
      </p:sp>
    </p:spTree>
    <p:extLst>
      <p:ext uri="{BB962C8B-B14F-4D97-AF65-F5344CB8AC3E}">
        <p14:creationId xmlns:p14="http://schemas.microsoft.com/office/powerpoint/2010/main" val="38932552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42152751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4" name="Footer Placeholder 4"/>
          <p:cNvSpPr>
            <a:spLocks noGrp="1"/>
          </p:cNvSpPr>
          <p:nvPr>
            <p:ph type="ftr" sz="quarter" idx="11"/>
          </p:nvPr>
        </p:nvSpPr>
        <p:spPr>
          <a:xfrm>
            <a:off x="9676" y="6553200"/>
            <a:ext cx="1828800" cy="228600"/>
          </a:xfrm>
        </p:spPr>
        <p:txBody>
          <a:bodyPr/>
          <a:lstStyle/>
          <a:p>
            <a:r>
              <a:rPr lang="en-US"/>
              <a:t>© Cognizant 2015</a:t>
            </a:r>
          </a:p>
        </p:txBody>
      </p:sp>
    </p:spTree>
    <p:extLst>
      <p:ext uri="{BB962C8B-B14F-4D97-AF65-F5344CB8AC3E}">
        <p14:creationId xmlns:p14="http://schemas.microsoft.com/office/powerpoint/2010/main" val="18760524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4410924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4441123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cSld name="Course_Completion_Pag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9" name="Rectangle 8"/>
          <p:cNvSpPr/>
          <p:nvPr userDrawn="1"/>
        </p:nvSpPr>
        <p:spPr>
          <a:xfrm>
            <a:off x="5283201" y="4437966"/>
            <a:ext cx="6908795" cy="135323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Tree>
    <p:extLst>
      <p:ext uri="{BB962C8B-B14F-4D97-AF65-F5344CB8AC3E}">
        <p14:creationId xmlns:p14="http://schemas.microsoft.com/office/powerpoint/2010/main" val="676885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image" Target="../media/image1.jpe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
        <p:nvSpPr>
          <p:cNvPr id="2" name="Title Placeholder 1"/>
          <p:cNvSpPr>
            <a:spLocks noGrp="1"/>
          </p:cNvSpPr>
          <p:nvPr>
            <p:ph type="title"/>
          </p:nvPr>
        </p:nvSpPr>
        <p:spPr>
          <a:xfrm>
            <a:off x="3048001" y="3"/>
            <a:ext cx="9143995" cy="478971"/>
          </a:xfrm>
          <a:prstGeom prst="rect">
            <a:avLst/>
          </a:prstGeom>
        </p:spPr>
        <p:txBody>
          <a:bodyPr vert="horz" lIns="91440" tIns="45720" rIns="91440" bIns="45720" rtlCol="0" anchor="ctr">
            <a:noAutofit/>
          </a:bodyPr>
          <a:lstStyle/>
          <a:p>
            <a:pPr lvl="0"/>
            <a:r>
              <a:rPr lang="en-US"/>
              <a:t>Click to edit Master title style</a:t>
            </a:r>
          </a:p>
        </p:txBody>
      </p:sp>
      <p:sp>
        <p:nvSpPr>
          <p:cNvPr id="3" name="Text Placeholder 2"/>
          <p:cNvSpPr>
            <a:spLocks noGrp="1"/>
          </p:cNvSpPr>
          <p:nvPr>
            <p:ph type="body" idx="1"/>
          </p:nvPr>
        </p:nvSpPr>
        <p:spPr>
          <a:xfrm>
            <a:off x="609600" y="1143003"/>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a:t>© Cognizant 2015</a:t>
            </a:r>
          </a:p>
        </p:txBody>
      </p:sp>
      <p:sp>
        <p:nvSpPr>
          <p:cNvPr id="6" name="Slide Number Placeholder 5"/>
          <p:cNvSpPr>
            <a:spLocks noGrp="1"/>
          </p:cNvSpPr>
          <p:nvPr>
            <p:ph type="sldNum" sz="quarter" idx="4"/>
          </p:nvPr>
        </p:nvSpPr>
        <p:spPr>
          <a:xfrm>
            <a:off x="11480801" y="6629403"/>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4" r:id="rId7"/>
    <p:sldLayoutId id="2147483689" r:id="rId8"/>
    <p:sldLayoutId id="2147483690" r:id="rId9"/>
    <p:sldLayoutId id="2147483692" r:id="rId10"/>
    <p:sldLayoutId id="2147483693" r:id="rId11"/>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4" name="Picture 3">
            <a:extLst>
              <a:ext uri="{FF2B5EF4-FFF2-40B4-BE49-F238E27FC236}">
                <a16:creationId xmlns:a16="http://schemas.microsoft.com/office/drawing/2014/main" id="{1DCF3C59-2254-803C-9999-C9B363C71505}"/>
              </a:ext>
            </a:extLst>
          </p:cNvPr>
          <p:cNvPicPr>
            <a:picLocks noChangeAspect="1"/>
          </p:cNvPicPr>
          <p:nvPr userDrawn="1"/>
        </p:nvPicPr>
        <p:blipFill>
          <a:blip r:embed="rId38">
            <a:extLst>
              <a:ext uri="{28A0092B-C50C-407E-A947-70E740481C1C}">
                <a14:useLocalDpi xmlns:a14="http://schemas.microsoft.com/office/drawing/2010/main" val="0"/>
              </a:ext>
            </a:extLst>
          </a:blip>
          <a:stretch>
            <a:fillRect/>
          </a:stretch>
        </p:blipFill>
        <p:spPr>
          <a:xfrm>
            <a:off x="1" y="0"/>
            <a:ext cx="12191995" cy="6858000"/>
          </a:xfrm>
          <a:prstGeom prst="rect">
            <a:avLst/>
          </a:prstGeom>
        </p:spPr>
      </p:pic>
    </p:spTree>
    <p:extLst>
      <p:ext uri="{BB962C8B-B14F-4D97-AF65-F5344CB8AC3E}">
        <p14:creationId xmlns:p14="http://schemas.microsoft.com/office/powerpoint/2010/main" val="117459175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718" r:id="rId24"/>
    <p:sldLayoutId id="2147483719" r:id="rId25"/>
    <p:sldLayoutId id="2147483720" r:id="rId26"/>
    <p:sldLayoutId id="2147483721" r:id="rId27"/>
    <p:sldLayoutId id="2147483722" r:id="rId28"/>
    <p:sldLayoutId id="2147483723" r:id="rId29"/>
    <p:sldLayoutId id="2147483724" r:id="rId30"/>
    <p:sldLayoutId id="2147483725" r:id="rId31"/>
    <p:sldLayoutId id="2147483726" r:id="rId32"/>
    <p:sldLayoutId id="2147483727" r:id="rId33"/>
    <p:sldLayoutId id="2147483728" r:id="rId34"/>
    <p:sldLayoutId id="2147483729" r:id="rId35"/>
    <p:sldLayoutId id="2147483730" r:id="rId36"/>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6.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26.xml"/><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26.xml"/><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52.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7.xml"/><Relationship Id="rId1" Type="http://schemas.openxmlformats.org/officeDocument/2006/relationships/slideLayout" Target="../slideLayouts/slideLayout2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0.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image" Target="../media/image52.png"/><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8.xml"/><Relationship Id="rId1" Type="http://schemas.openxmlformats.org/officeDocument/2006/relationships/slideLayout" Target="../slideLayouts/slideLayout26.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6.xml"/><Relationship Id="rId13" Type="http://schemas.openxmlformats.org/officeDocument/2006/relationships/image" Target="../media/image52.png"/><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29.xml"/><Relationship Id="rId1" Type="http://schemas.openxmlformats.org/officeDocument/2006/relationships/slideLayout" Target="../slideLayouts/slideLayout26.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32.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52.png"/><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30.xml"/><Relationship Id="rId1" Type="http://schemas.openxmlformats.org/officeDocument/2006/relationships/slideLayout" Target="../slideLayouts/slideLayout26.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hyperlink" Target="https://crmhelp.veeva.com/doc/Content/Home.htm" TargetMode="Externa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hyperlink" Target="https://cognizantlearning.sumtotal.host/core/pillarRedirect?relyingParty=LM&amp;url=app/management/LMS_ActDetails.aspx?ActivityId%3D807483%26UserMode%3D0" TargetMode="External"/><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2000" y="2641956"/>
            <a:ext cx="7010401"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38125" lvl="1"/>
            <a:r>
              <a:rPr lang="en-US" sz="2400" b="1">
                <a:solidFill>
                  <a:schemeClr val="bg1"/>
                </a:solidFill>
                <a:latin typeface="Arial" panose="020B0604020202020204" pitchFamily="34" charset="0"/>
                <a:cs typeface="Arial" panose="020B0604020202020204" pitchFamily="34" charset="0"/>
              </a:rPr>
              <a:t>Medical Events</a:t>
            </a:r>
          </a:p>
        </p:txBody>
      </p:sp>
      <p:sp>
        <p:nvSpPr>
          <p:cNvPr id="4" name="Subtitle 3">
            <a:extLst>
              <a:ext uri="{FF2B5EF4-FFF2-40B4-BE49-F238E27FC236}">
                <a16:creationId xmlns:a16="http://schemas.microsoft.com/office/drawing/2014/main" id="{FAF3D9B3-03A0-2252-DFB0-8346D776C70B}"/>
              </a:ext>
            </a:extLst>
          </p:cNvPr>
          <p:cNvSpPr>
            <a:spLocks noGrp="1"/>
          </p:cNvSpPr>
          <p:nvPr>
            <p:ph type="subTitle" idx="1"/>
          </p:nvPr>
        </p:nvSpPr>
        <p:spPr>
          <a:xfrm>
            <a:off x="1143001" y="3411682"/>
            <a:ext cx="3276600" cy="322118"/>
          </a:xfrm>
        </p:spPr>
        <p:txBody>
          <a:bodyPr/>
          <a:lstStyle/>
          <a:p>
            <a:r>
              <a:rPr lang="en-IN"/>
              <a:t>Level - </a:t>
            </a:r>
            <a:r>
              <a:rPr lang="en-IN" err="1"/>
              <a:t>Practioner</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918393502"/>
              </p:ext>
            </p:extLst>
          </p:nvPr>
        </p:nvGraphicFramePr>
        <p:xfrm>
          <a:off x="214603" y="1872579"/>
          <a:ext cx="9489233" cy="1649847"/>
        </p:xfrm>
        <a:graphic>
          <a:graphicData uri="http://schemas.openxmlformats.org/drawingml/2006/table">
            <a:tbl>
              <a:tblPr firstRow="1" bandRow="1">
                <a:tableStyleId>{5C22544A-7EE6-4342-B048-85BDC9FD1C3A}</a:tableStyleId>
              </a:tblPr>
              <a:tblGrid>
                <a:gridCol w="2955023">
                  <a:extLst>
                    <a:ext uri="{9D8B030D-6E8A-4147-A177-3AD203B41FA5}">
                      <a16:colId xmlns:a16="http://schemas.microsoft.com/office/drawing/2014/main" val="4154468561"/>
                    </a:ext>
                  </a:extLst>
                </a:gridCol>
                <a:gridCol w="65342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lang="en-US" sz="1800" kern="1200" baseline="0" dirty="0">
                          <a:solidFill>
                            <a:schemeClr val="tx1"/>
                          </a:solidFill>
                          <a:latin typeface="Arial Unicode MS" pitchFamily="34" charset="-128"/>
                          <a:ea typeface="Arial Unicode MS" pitchFamily="34" charset="-128"/>
                          <a:cs typeface="Arial Unicode MS" pitchFamily="34" charset="-128"/>
                        </a:rPr>
                        <a:t>Saranya Sampath, Sourav Bhattacharjee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lang="en-US" sz="1800" kern="1200" baseline="0" dirty="0">
                          <a:solidFill>
                            <a:schemeClr val="tx1"/>
                          </a:solidFill>
                          <a:latin typeface="Arial Unicode MS" pitchFamily="34" charset="-128"/>
                          <a:ea typeface="Arial Unicode MS" pitchFamily="34" charset="-128"/>
                          <a:cs typeface="Arial Unicode MS" pitchFamily="34" charset="-128"/>
                        </a:rPr>
                        <a:t>Programmer Analyst; Associate - Projects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v1 26/01/2018</a:t>
                      </a:r>
                      <a:r>
                        <a:rPr kumimoji="0" lang="en-US" sz="1600" b="0" i="0" u="none" strike="noStrike" kern="1200" cap="none" normalizeH="0" baseline="0" dirty="0">
                          <a:ln>
                            <a:noFill/>
                          </a:ln>
                          <a:solidFill>
                            <a:schemeClr val="tx1"/>
                          </a:solidFill>
                          <a:effectLst/>
                          <a:latin typeface="+mn-lt"/>
                          <a:ea typeface="Arial Unicode MS" pitchFamily="34" charset="-128"/>
                          <a:cs typeface="+mn-cs"/>
                        </a:rPr>
                        <a:t> </a:t>
                      </a:r>
                      <a:r>
                        <a:rPr kumimoji="0" lang="en-US" sz="1800" b="0" i="0" u="none" strike="noStrike" kern="1200" cap="none" normalizeH="0" baseline="0" dirty="0">
                          <a:ln>
                            <a:noFill/>
                          </a:ln>
                          <a:solidFill>
                            <a:schemeClr val="tx1"/>
                          </a:solidFill>
                          <a:effectLst/>
                          <a:latin typeface="+mn-lt"/>
                          <a:ea typeface="+mn-ea"/>
                          <a:cs typeface="+mn-cs"/>
                        </a:rPr>
                        <a:t>V2.0: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Ritesh Kumar Prasad &amp; </a:t>
                      </a:r>
                      <a:r>
                        <a:rPr kumimoji="0" lang="en-US" sz="1800" b="0" i="0" u="none" strike="noStrike" kern="1200" cap="none" normalizeH="0" baseline="0" dirty="0" err="1">
                          <a:ln>
                            <a:noFill/>
                          </a:ln>
                          <a:solidFill>
                            <a:schemeClr val="tx1"/>
                          </a:solidFill>
                          <a:effectLst/>
                          <a:latin typeface="+mn-lt"/>
                          <a:ea typeface="+mn-ea"/>
                          <a:cs typeface="+mn-cs"/>
                        </a:rPr>
                        <a:t>Srijena,N</a:t>
                      </a:r>
                      <a:endParaRPr kumimoji="0" lang="en-US" sz="1800" b="0" i="0" u="none" strike="noStrike" kern="1200" cap="none" normalizeH="0" baseline="0" dirty="0">
                        <a:ln>
                          <a:noFill/>
                        </a:ln>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0639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3</a:t>
            </a:fld>
            <a:endParaRPr lang="en-US"/>
          </a:p>
        </p:txBody>
      </p:sp>
      <p:sp>
        <p:nvSpPr>
          <p:cNvPr id="3" name="Title 2"/>
          <p:cNvSpPr>
            <a:spLocks noGrp="1"/>
          </p:cNvSpPr>
          <p:nvPr>
            <p:ph type="title" idx="4294967295"/>
          </p:nvPr>
        </p:nvSpPr>
        <p:spPr>
          <a:xfrm>
            <a:off x="152400" y="228601"/>
            <a:ext cx="10807700" cy="369887"/>
          </a:xfrm>
        </p:spPr>
        <p:txBody>
          <a:bodyPr/>
          <a:lstStyle/>
          <a:p>
            <a:r>
              <a:rPr lang="en-US" sz="1700"/>
              <a:t>Objectives</a:t>
            </a:r>
          </a:p>
        </p:txBody>
      </p:sp>
      <p:sp>
        <p:nvSpPr>
          <p:cNvPr id="2" name="Content Placeholder 1"/>
          <p:cNvSpPr>
            <a:spLocks noGrp="1"/>
          </p:cNvSpPr>
          <p:nvPr>
            <p:ph idx="4294967295"/>
          </p:nvPr>
        </p:nvSpPr>
        <p:spPr>
          <a:xfrm>
            <a:off x="1143000" y="914400"/>
            <a:ext cx="11049000" cy="5486400"/>
          </a:xfrm>
        </p:spPr>
        <p:txBody>
          <a:bodyPr/>
          <a:lstStyle/>
          <a:p>
            <a:pPr marL="0" indent="0">
              <a:buNone/>
            </a:pPr>
            <a:r>
              <a:t>After completing this chapter, you will learn to:</a:t>
            </a:r>
          </a:p>
          <a:p>
            <a:pPr marL="0" indent="0">
              <a:buNone/>
            </a:pPr>
            <a:endParaRPr lang="en-US" sz="1800"/>
          </a:p>
          <a:p>
            <a:r>
              <a:rPr lang="en-US" altLang="ja-JP" sz="1800"/>
              <a:t>Describe a Medical Event and its features</a:t>
            </a:r>
            <a:endParaRPr lang="en-US" sz="1600"/>
          </a:p>
          <a:p>
            <a:r>
              <a:rPr lang="en-US" sz="1800"/>
              <a:t>Identify Event Attendees</a:t>
            </a:r>
          </a:p>
          <a:p>
            <a:pPr marL="0" indent="0">
              <a:buNone/>
            </a:pPr>
            <a:r>
              <a:rPr lang="en-US" sz="1800"/>
              <a:t>        - Event Attendee Record Types</a:t>
            </a:r>
            <a:endParaRPr sz="1800"/>
          </a:p>
          <a:p>
            <a:r>
              <a:rPr lang="en-US" sz="1800"/>
              <a:t>Configure Custom Buttons</a:t>
            </a:r>
          </a:p>
          <a:p>
            <a:pPr marL="0" indent="0">
              <a:buNone/>
            </a:pPr>
            <a:r>
              <a:rPr lang="en-US" altLang="ja-JP" sz="1800"/>
              <a:t>        - Add Attendee button</a:t>
            </a:r>
          </a:p>
          <a:p>
            <a:pPr marL="0" indent="0">
              <a:buNone/>
            </a:pPr>
            <a:r>
              <a:rPr lang="en-US" altLang="ja-JP" sz="1800"/>
              <a:t>        - Add My Attendance button</a:t>
            </a:r>
            <a:endParaRPr lang="en-US" sz="1800"/>
          </a:p>
          <a:p>
            <a:r>
              <a:rPr lang="en-US" sz="1800"/>
              <a:t>Manage Attendees</a:t>
            </a:r>
            <a:endParaRPr lang="en-US" sz="1600"/>
          </a:p>
          <a:p>
            <a:r>
              <a:rPr lang="en-US" sz="1800"/>
              <a:t>Capture and View Attendee signatures</a:t>
            </a:r>
          </a:p>
          <a:p>
            <a:r>
              <a:rPr lang="en-US" sz="1800"/>
              <a:t>Edit and grant permissions in Sign-In Sheet </a:t>
            </a:r>
          </a:p>
          <a:p>
            <a:r>
              <a:rPr lang="en-US" sz="1800"/>
              <a:t>Record Calls with Medical Events</a:t>
            </a:r>
          </a:p>
          <a:p>
            <a:endParaRPr lang="en-US" sz="1800"/>
          </a:p>
        </p:txBody>
      </p:sp>
      <p:pic>
        <p:nvPicPr>
          <p:cNvPr id="4098" name="Picture 2" descr="D:\Images\Images\Objective\shutterstock_6790168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708588" y="1989846"/>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p>
        </p:txBody>
      </p:sp>
      <p:sp>
        <p:nvSpPr>
          <p:cNvPr id="5" name="Slide Number Placeholder 4"/>
          <p:cNvSpPr>
            <a:spLocks noGrp="1"/>
          </p:cNvSpPr>
          <p:nvPr>
            <p:ph type="sldNum" sz="quarter" idx="12"/>
          </p:nvPr>
        </p:nvSpPr>
        <p:spPr/>
        <p:txBody>
          <a:bodyPr/>
          <a:lstStyle/>
          <a:p>
            <a:fld id="{E7AF38FF-B38D-4060-8B8D-2D16AAFBAAC1}" type="slidenum">
              <a:rPr lang="en-US" smtClean="0"/>
              <a:pPr/>
              <a:t>4</a:t>
            </a:fld>
            <a:endParaRPr lang="en-US"/>
          </a:p>
        </p:txBody>
      </p:sp>
      <p:sp>
        <p:nvSpPr>
          <p:cNvPr id="2" name="Title 1"/>
          <p:cNvSpPr>
            <a:spLocks noGrp="1"/>
          </p:cNvSpPr>
          <p:nvPr>
            <p:ph type="title" idx="4294967295"/>
          </p:nvPr>
        </p:nvSpPr>
        <p:spPr>
          <a:xfrm>
            <a:off x="425369" y="272256"/>
            <a:ext cx="10807700" cy="369887"/>
          </a:xfrm>
        </p:spPr>
        <p:txBody>
          <a:bodyPr/>
          <a:lstStyle/>
          <a:p>
            <a:r>
              <a:rPr lang="en-US" sz="1700"/>
              <a:t>Recap</a:t>
            </a:r>
            <a:r>
              <a:rPr lang="en-US"/>
              <a:t> ... </a:t>
            </a:r>
          </a:p>
        </p:txBody>
      </p:sp>
      <p:sp>
        <p:nvSpPr>
          <p:cNvPr id="3" name="Content Placeholder 2"/>
          <p:cNvSpPr>
            <a:spLocks noGrp="1"/>
          </p:cNvSpPr>
          <p:nvPr>
            <p:ph idx="4294967295"/>
          </p:nvPr>
        </p:nvSpPr>
        <p:spPr>
          <a:xfrm>
            <a:off x="633247" y="1447165"/>
            <a:ext cx="10134600" cy="5181600"/>
          </a:xfrm>
        </p:spPr>
        <p:txBody>
          <a:bodyPr/>
          <a:lstStyle/>
          <a:p>
            <a:pPr marL="0" indent="0">
              <a:buNone/>
            </a:pPr>
            <a:r>
              <a:rPr lang="en-US"/>
              <a:t>In the previous Module – </a:t>
            </a:r>
            <a:r>
              <a:rPr lang="en-US" i="1"/>
              <a:t>Medical Inquiries</a:t>
            </a:r>
            <a:r>
              <a:rPr lang="en-US"/>
              <a:t>, you learnt to ...</a:t>
            </a:r>
          </a:p>
          <a:p>
            <a:pPr marL="0" indent="0">
              <a:buNone/>
            </a:pPr>
            <a:endParaRPr lang="en-US">
              <a:solidFill>
                <a:srgbClr val="FF0000"/>
              </a:solidFill>
            </a:endParaRPr>
          </a:p>
          <a:p>
            <a:pPr lvl="1"/>
            <a:r>
              <a:rPr lang="en-US"/>
              <a:t>Define Medical Inquiries Life Cycle</a:t>
            </a:r>
          </a:p>
          <a:p>
            <a:pPr lvl="1"/>
            <a:r>
              <a:rPr lang="en-US"/>
              <a:t>Describe the components of Medical Inquiry</a:t>
            </a:r>
          </a:p>
          <a:p>
            <a:pPr lvl="1"/>
            <a:r>
              <a:rPr lang="en-US"/>
              <a:t>Configure various components of Medical Inquiry module</a:t>
            </a:r>
          </a:p>
          <a:p>
            <a:pPr lvl="1"/>
            <a:r>
              <a:rPr lang="en-US"/>
              <a:t>Configure Medical Inquiry module for multiple Product inquiries</a:t>
            </a:r>
          </a:p>
          <a:p>
            <a:pPr lvl="1"/>
            <a:endParaRPr lang="en-US"/>
          </a:p>
          <a:p>
            <a:pPr marL="0" indent="0">
              <a:buNone/>
            </a:pPr>
            <a:r>
              <a:rPr lang="en-US" sz="1800"/>
              <a:t> </a:t>
            </a:r>
            <a:r>
              <a:rPr lang="en-US" sz="1800" b="1"/>
              <a:t>And now ... </a:t>
            </a:r>
          </a:p>
        </p:txBody>
      </p:sp>
    </p:spTree>
    <p:extLst>
      <p:ext uri="{BB962C8B-B14F-4D97-AF65-F5344CB8AC3E}">
        <p14:creationId xmlns:p14="http://schemas.microsoft.com/office/powerpoint/2010/main" val="3848496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5</a:t>
            </a:fld>
            <a:endParaRPr lang="en-US"/>
          </a:p>
        </p:txBody>
      </p:sp>
      <p:sp>
        <p:nvSpPr>
          <p:cNvPr id="3" name="Title 2"/>
          <p:cNvSpPr>
            <a:spLocks noGrp="1"/>
          </p:cNvSpPr>
          <p:nvPr>
            <p:ph type="title" idx="4294967295"/>
          </p:nvPr>
        </p:nvSpPr>
        <p:spPr>
          <a:xfrm>
            <a:off x="152400" y="259180"/>
            <a:ext cx="10807700" cy="369887"/>
          </a:xfrm>
        </p:spPr>
        <p:txBody>
          <a:bodyPr/>
          <a:lstStyle/>
          <a:p>
            <a:r>
              <a:rPr lang="en-US" sz="1700"/>
              <a:t>Do You Know</a:t>
            </a:r>
          </a:p>
        </p:txBody>
      </p:sp>
      <p:sp>
        <p:nvSpPr>
          <p:cNvPr id="2" name="Content Placeholder 1"/>
          <p:cNvSpPr>
            <a:spLocks noGrp="1"/>
          </p:cNvSpPr>
          <p:nvPr>
            <p:ph idx="4294967295"/>
          </p:nvPr>
        </p:nvSpPr>
        <p:spPr>
          <a:xfrm>
            <a:off x="446589" y="946645"/>
            <a:ext cx="7925440" cy="5251450"/>
          </a:xfr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a:p>
            <a:r>
              <a:rPr lang="en-US" sz="1800"/>
              <a:t>Medical events are conducted regularly by Medical Teams to engage with the stakeholders, across channels</a:t>
            </a:r>
          </a:p>
          <a:p>
            <a:pPr marL="0" indent="0">
              <a:buNone/>
            </a:pPr>
            <a:endParaRPr lang="en-US" sz="1800"/>
          </a:p>
          <a:p>
            <a:r>
              <a:rPr lang="en-US" sz="1800"/>
              <a:t>An event can have hundreds of participants and it can be cumbersome to manually register attendees and track expenses</a:t>
            </a:r>
          </a:p>
          <a:p>
            <a:endParaRPr lang="en-US" sz="1800"/>
          </a:p>
          <a:p>
            <a:r>
              <a:rPr lang="en-US" sz="1800"/>
              <a:t>VEEVA has a solution for this in form of Medical Event management which is to plan and execute all events across the organization. It gives you seamless control and total visibility of all speakers, attendees, activities, and spend, for better events with greater compliance</a:t>
            </a:r>
          </a:p>
          <a:p>
            <a:endParaRPr lang="en-US" sz="1800"/>
          </a:p>
          <a:p>
            <a:pPr marL="0" indent="0">
              <a:buNone/>
            </a:pPr>
            <a:r>
              <a:rPr lang="en-US" sz="1800"/>
              <a:t>     </a:t>
            </a:r>
          </a:p>
          <a:p>
            <a:endParaRPr lang="en-US" sz="1800"/>
          </a:p>
          <a:p>
            <a:endParaRPr lang="en-US" sz="1800"/>
          </a:p>
          <a:p>
            <a:pPr marL="0" indent="0">
              <a:buNone/>
            </a:pPr>
            <a:r>
              <a:rPr lang="en-US"/>
              <a:t> </a:t>
            </a:r>
          </a:p>
        </p:txBody>
      </p:sp>
      <p:sp>
        <p:nvSpPr>
          <p:cNvPr id="6" name="Rectangle 5"/>
          <p:cNvSpPr/>
          <p:nvPr/>
        </p:nvSpPr>
        <p:spPr>
          <a:xfrm>
            <a:off x="8372031" y="3772328"/>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2" descr="D:\Images\Images\Question\shutterstock_157594730.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2572" b="14047"/>
          <a:stretch/>
        </p:blipFill>
        <p:spPr bwMode="auto">
          <a:xfrm>
            <a:off x="8441603" y="3837871"/>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Rectangle 2"/>
          <p:cNvSpPr/>
          <p:nvPr/>
        </p:nvSpPr>
        <p:spPr>
          <a:xfrm>
            <a:off x="609600" y="3810000"/>
            <a:ext cx="5948051" cy="523220"/>
          </a:xfrm>
          <a:prstGeom prst="rect">
            <a:avLst/>
          </a:prstGeom>
        </p:spPr>
        <p:txBody>
          <a:bodyPr wrap="square">
            <a:spAutoFit/>
          </a:bodyPr>
          <a:lstStyle/>
          <a:p>
            <a:r>
              <a:rPr lang="en-US" sz="2800" b="1">
                <a:latin typeface="Arial" panose="020B0604020202020204" pitchFamily="34" charset="0"/>
                <a:cs typeface="Arial" panose="020B0604020202020204" pitchFamily="34" charset="0"/>
              </a:rPr>
              <a:t>VEEVA Medical Event Object</a:t>
            </a:r>
          </a:p>
        </p:txBody>
      </p:sp>
    </p:spTree>
    <p:extLst>
      <p:ext uri="{BB962C8B-B14F-4D97-AF65-F5344CB8AC3E}">
        <p14:creationId xmlns:p14="http://schemas.microsoft.com/office/powerpoint/2010/main" val="129751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7</a:t>
            </a:fld>
            <a:endParaRPr lang="en-US"/>
          </a:p>
        </p:txBody>
      </p:sp>
      <p:sp>
        <p:nvSpPr>
          <p:cNvPr id="2" name="Content Placeholder 1"/>
          <p:cNvSpPr>
            <a:spLocks noGrp="1"/>
          </p:cNvSpPr>
          <p:nvPr>
            <p:ph idx="4294967295"/>
          </p:nvPr>
        </p:nvSpPr>
        <p:spPr>
          <a:xfrm>
            <a:off x="228600" y="1253425"/>
            <a:ext cx="9677400" cy="4724400"/>
          </a:xfrm>
          <a:noFill/>
          <a:ln w="9525">
            <a:noFill/>
            <a:miter lim="800000"/>
            <a:headEnd/>
            <a:tailEnd/>
          </a:ln>
        </p:spPr>
        <p:txBody>
          <a:bodyPr vert="horz" wrap="square" lIns="91440" tIns="45720" rIns="91440" bIns="45720" numCol="1" anchor="t" anchorCtr="0" compatLnSpc="1">
            <a:prstTxWarp prst="textNoShape">
              <a:avLst/>
            </a:prstTxWarp>
          </a:bodyPr>
          <a:lstStyle/>
          <a:p>
            <a:r>
              <a:rPr lang="en-US" sz="1800"/>
              <a:t>Medical event is VEEVA custom functionality to store medical event details such as name, start date, end date, event description and incurred expenses</a:t>
            </a:r>
          </a:p>
          <a:p>
            <a:endParaRPr lang="en-US" sz="1800"/>
          </a:p>
          <a:p>
            <a:r>
              <a:rPr lang="en-US" sz="1800"/>
              <a:t>It allows users to search across Person Accounts, Business Accounts and Users via a single search mechanism to add them as attendee</a:t>
            </a:r>
          </a:p>
          <a:p>
            <a:pPr marL="0" indent="0">
              <a:buNone/>
            </a:pPr>
            <a:endParaRPr lang="en-US" sz="1800"/>
          </a:p>
          <a:p>
            <a:r>
              <a:rPr lang="en-US" sz="1800"/>
              <a:t>Sales representatives have the ability to capture signatures of multiple attendees of Medical Events in a single screen</a:t>
            </a:r>
          </a:p>
          <a:p>
            <a:endParaRPr lang="en-US" sz="1800"/>
          </a:p>
          <a:p>
            <a:r>
              <a:rPr lang="en-US" sz="1800"/>
              <a:t>The iPad platform also supports a Self Service Sign In sheet, which allows the rep’s iPad to be safely handed to attendees of the Medical Event so that they can sign in themselves</a:t>
            </a:r>
          </a:p>
          <a:p>
            <a:endParaRPr lang="en-US"/>
          </a:p>
        </p:txBody>
      </p:sp>
      <p:sp>
        <p:nvSpPr>
          <p:cNvPr id="3" name="Title 2"/>
          <p:cNvSpPr>
            <a:spLocks noGrp="1"/>
          </p:cNvSpPr>
          <p:nvPr>
            <p:ph type="title" idx="4294967295"/>
          </p:nvPr>
        </p:nvSpPr>
        <p:spPr>
          <a:xfrm>
            <a:off x="27972" y="229566"/>
            <a:ext cx="10807700" cy="369887"/>
          </a:xfrm>
        </p:spPr>
        <p:txBody>
          <a:bodyPr/>
          <a:lstStyle/>
          <a:p>
            <a:r>
              <a:rPr lang="en-US" sz="1700"/>
              <a:t>Medical Events - Features …..1</a:t>
            </a:r>
          </a:p>
        </p:txBody>
      </p:sp>
    </p:spTree>
    <p:extLst>
      <p:ext uri="{BB962C8B-B14F-4D97-AF65-F5344CB8AC3E}">
        <p14:creationId xmlns:p14="http://schemas.microsoft.com/office/powerpoint/2010/main" val="3684514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8</a:t>
            </a:fld>
            <a:endParaRPr lang="en-US"/>
          </a:p>
        </p:txBody>
      </p:sp>
      <p:sp>
        <p:nvSpPr>
          <p:cNvPr id="3" name="Title 2"/>
          <p:cNvSpPr>
            <a:spLocks noGrp="1"/>
          </p:cNvSpPr>
          <p:nvPr>
            <p:ph type="title" idx="4294967295"/>
          </p:nvPr>
        </p:nvSpPr>
        <p:spPr>
          <a:xfrm>
            <a:off x="228600" y="262058"/>
            <a:ext cx="10807700" cy="369887"/>
          </a:xfrm>
        </p:spPr>
        <p:txBody>
          <a:bodyPr/>
          <a:lstStyle/>
          <a:p>
            <a:r>
              <a:rPr lang="en-US" sz="1700"/>
              <a:t>Medical Events - Features….2</a:t>
            </a:r>
          </a:p>
        </p:txBody>
      </p:sp>
      <p:sp>
        <p:nvSpPr>
          <p:cNvPr id="2" name="Content Placeholder 1"/>
          <p:cNvSpPr>
            <a:spLocks noGrp="1"/>
          </p:cNvSpPr>
          <p:nvPr>
            <p:ph idx="4294967295"/>
          </p:nvPr>
        </p:nvSpPr>
        <p:spPr>
          <a:xfrm>
            <a:off x="228600" y="1066800"/>
            <a:ext cx="9525000" cy="47244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altLang="ja-JP" sz="1800"/>
              <a:t>Sales reps can record Medical Events in VEEVA, which displays the event name, start date, end date, event description and incurred expenses. Users have the ability to manage attendees, and record calls from a medical event page </a:t>
            </a:r>
          </a:p>
          <a:p>
            <a:pPr>
              <a:defRPr/>
            </a:pPr>
            <a:endParaRPr sz="1800"/>
          </a:p>
        </p:txBody>
      </p:sp>
      <p:pic>
        <p:nvPicPr>
          <p:cNvPr id="6" name="Picture 5"/>
          <p:cNvPicPr>
            <a:picLocks noChangeAspect="1"/>
          </p:cNvPicPr>
          <p:nvPr/>
        </p:nvPicPr>
        <p:blipFill>
          <a:blip r:embed="rId3"/>
          <a:stretch>
            <a:fillRect/>
          </a:stretch>
        </p:blipFill>
        <p:spPr>
          <a:xfrm>
            <a:off x="1641505" y="3200400"/>
            <a:ext cx="6251454" cy="1970999"/>
          </a:xfrm>
          <a:prstGeom prst="rect">
            <a:avLst/>
          </a:prstGeom>
        </p:spPr>
      </p:pic>
    </p:spTree>
    <p:extLst>
      <p:ext uri="{BB962C8B-B14F-4D97-AF65-F5344CB8AC3E}">
        <p14:creationId xmlns:p14="http://schemas.microsoft.com/office/powerpoint/2010/main" val="1836834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9</a:t>
            </a:fld>
            <a:endParaRPr lang="en-US"/>
          </a:p>
        </p:txBody>
      </p:sp>
      <p:sp>
        <p:nvSpPr>
          <p:cNvPr id="3" name="Title 2"/>
          <p:cNvSpPr>
            <a:spLocks noGrp="1"/>
          </p:cNvSpPr>
          <p:nvPr>
            <p:ph type="title" idx="4294967295"/>
          </p:nvPr>
        </p:nvSpPr>
        <p:spPr>
          <a:xfrm>
            <a:off x="152400" y="277811"/>
            <a:ext cx="10807700" cy="369887"/>
          </a:xfrm>
        </p:spPr>
        <p:txBody>
          <a:bodyPr/>
          <a:lstStyle/>
          <a:p>
            <a:r>
              <a:rPr lang="en-US" sz="1700"/>
              <a:t>Supported Platforms</a:t>
            </a:r>
          </a:p>
        </p:txBody>
      </p:sp>
      <p:sp>
        <p:nvSpPr>
          <p:cNvPr id="2" name="Content Placeholder 1"/>
          <p:cNvSpPr>
            <a:spLocks noGrp="1"/>
          </p:cNvSpPr>
          <p:nvPr>
            <p:ph idx="4294967295"/>
          </p:nvPr>
        </p:nvSpPr>
        <p:spPr>
          <a:xfrm>
            <a:off x="304800" y="1066800"/>
            <a:ext cx="10896600" cy="5059363"/>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sz="1800"/>
              <a:t>Some features of Medical Events have platform dependency. Please refer to below table-</a:t>
            </a:r>
          </a:p>
          <a:p>
            <a:pPr>
              <a:defRPr/>
            </a:pPr>
            <a:endParaRPr sz="1800"/>
          </a:p>
        </p:txBody>
      </p:sp>
      <p:pic>
        <p:nvPicPr>
          <p:cNvPr id="6" name="Picture 5"/>
          <p:cNvPicPr>
            <a:picLocks noChangeAspect="1"/>
          </p:cNvPicPr>
          <p:nvPr/>
        </p:nvPicPr>
        <p:blipFill>
          <a:blip r:embed="rId3"/>
          <a:stretch>
            <a:fillRect/>
          </a:stretch>
        </p:blipFill>
        <p:spPr>
          <a:xfrm>
            <a:off x="2667000" y="2133603"/>
            <a:ext cx="6675954" cy="3404207"/>
          </a:xfrm>
          <a:prstGeom prst="rect">
            <a:avLst/>
          </a:prstGeom>
        </p:spPr>
      </p:pic>
    </p:spTree>
    <p:extLst>
      <p:ext uri="{BB962C8B-B14F-4D97-AF65-F5344CB8AC3E}">
        <p14:creationId xmlns:p14="http://schemas.microsoft.com/office/powerpoint/2010/main" val="3949709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10</a:t>
            </a:fld>
            <a:endParaRPr lang="en-US"/>
          </a:p>
        </p:txBody>
      </p:sp>
      <p:sp>
        <p:nvSpPr>
          <p:cNvPr id="3" name="Title 2"/>
          <p:cNvSpPr>
            <a:spLocks noGrp="1"/>
          </p:cNvSpPr>
          <p:nvPr>
            <p:ph type="title" idx="4294967295"/>
          </p:nvPr>
        </p:nvSpPr>
        <p:spPr>
          <a:xfrm>
            <a:off x="152400" y="234127"/>
            <a:ext cx="10807700" cy="369887"/>
          </a:xfrm>
        </p:spPr>
        <p:txBody>
          <a:bodyPr/>
          <a:lstStyle/>
          <a:p>
            <a:r>
              <a:rPr lang="en-US" altLang="ja-JP" sz="1700"/>
              <a:t>Medical Events- Display</a:t>
            </a:r>
          </a:p>
        </p:txBody>
      </p:sp>
      <p:sp>
        <p:nvSpPr>
          <p:cNvPr id="2" name="Content Placeholder 1"/>
          <p:cNvSpPr>
            <a:spLocks noGrp="1"/>
          </p:cNvSpPr>
          <p:nvPr>
            <p:ph idx="4294967295"/>
          </p:nvPr>
        </p:nvSpPr>
        <p:spPr>
          <a:xfrm>
            <a:off x="381000" y="1219971"/>
            <a:ext cx="9982200" cy="5211763"/>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altLang="ja-JP" sz="1800"/>
              <a:t>Medical Events can be displayed with Start and End dates in below calendar views</a:t>
            </a:r>
          </a:p>
          <a:p>
            <a:pPr>
              <a:defRPr/>
            </a:pPr>
            <a:endParaRPr lang="en-US" altLang="ja-JP" sz="1800"/>
          </a:p>
          <a:p>
            <a:pPr lvl="1"/>
            <a:r>
              <a:rPr lang="en-US" altLang="ja-JP"/>
              <a:t>Agenda view</a:t>
            </a:r>
          </a:p>
          <a:p>
            <a:pPr lvl="1"/>
            <a:r>
              <a:rPr lang="en-US" altLang="ja-JP"/>
              <a:t>Week View</a:t>
            </a:r>
          </a:p>
          <a:p>
            <a:pPr lvl="1"/>
            <a:r>
              <a:rPr lang="en-US" altLang="ja-JP"/>
              <a:t>Month view (Online)</a:t>
            </a:r>
          </a:p>
          <a:p>
            <a:pPr lvl="1"/>
            <a:r>
              <a:rPr lang="en-US" altLang="ja-JP"/>
              <a:t>Timeline</a:t>
            </a:r>
          </a:p>
          <a:p>
            <a:pPr lvl="1"/>
            <a:r>
              <a:rPr lang="en-US" altLang="ja-JP"/>
              <a:t>Multichannel Calendar</a:t>
            </a:r>
            <a:r>
              <a:rPr lang="en-US" altLang="ja-JP" b="1"/>
              <a:t> </a:t>
            </a:r>
          </a:p>
          <a:p>
            <a:pPr lvl="1"/>
            <a:endParaRPr lang="en-US" altLang="ja-JP" b="1"/>
          </a:p>
          <a:p>
            <a:pPr marL="457200" lvl="1" indent="0">
              <a:buNone/>
            </a:pPr>
            <a:endParaRPr lang="en-US" altLang="ja-JP" b="1"/>
          </a:p>
          <a:p>
            <a:pPr marL="457200" lvl="1" indent="0">
              <a:buNone/>
            </a:pPr>
            <a:endParaRPr lang="en-US" altLang="ja-JP" b="1"/>
          </a:p>
          <a:p>
            <a:pPr marL="457200" lvl="1" indent="0">
              <a:buNone/>
            </a:pPr>
            <a:r>
              <a:rPr lang="en-US" b="1"/>
              <a:t>Note: Medical Events are displayed in </a:t>
            </a:r>
            <a:r>
              <a:rPr lang="en-US" altLang="ja-JP" b="1"/>
              <a:t>Purple color in Multichannel Calendar</a:t>
            </a:r>
            <a:r>
              <a:rPr lang="en-US"/>
              <a:t> </a:t>
            </a:r>
          </a:p>
          <a:p>
            <a:pPr marL="457200" lvl="1" indent="0">
              <a:buNone/>
            </a:pPr>
            <a:endParaRPr lang="en-US" altLang="ja-JP" b="1"/>
          </a:p>
          <a:p>
            <a:pPr lvl="1"/>
            <a:endParaRPr lang="en-US" altLang="ja-JP" b="1"/>
          </a:p>
          <a:p>
            <a:pPr lvl="1"/>
            <a:endParaRPr lang="en-US" altLang="ja-JP" b="1"/>
          </a:p>
          <a:p>
            <a:pPr>
              <a:buFont typeface="Wingdings" panose="05000000000000000000" pitchFamily="2" charset="2"/>
              <a:buChar char="ü"/>
              <a:defRPr/>
            </a:pPr>
            <a:endParaRPr lang="en-US" altLang="ja-JP"/>
          </a:p>
        </p:txBody>
      </p:sp>
    </p:spTree>
    <p:extLst>
      <p:ext uri="{BB962C8B-B14F-4D97-AF65-F5344CB8AC3E}">
        <p14:creationId xmlns:p14="http://schemas.microsoft.com/office/powerpoint/2010/main" val="2043356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11</a:t>
            </a:fld>
            <a:endParaRPr lang="en-US"/>
          </a:p>
        </p:txBody>
      </p:sp>
      <p:sp>
        <p:nvSpPr>
          <p:cNvPr id="3" name="Title 2"/>
          <p:cNvSpPr>
            <a:spLocks noGrp="1"/>
          </p:cNvSpPr>
          <p:nvPr>
            <p:ph type="title" idx="4294967295"/>
          </p:nvPr>
        </p:nvSpPr>
        <p:spPr>
          <a:xfrm>
            <a:off x="228298" y="210776"/>
            <a:ext cx="10807700" cy="369887"/>
          </a:xfrm>
        </p:spPr>
        <p:txBody>
          <a:bodyPr/>
          <a:lstStyle/>
          <a:p>
            <a:r>
              <a:rPr lang="en-US" altLang="ja-JP" sz="1700"/>
              <a:t>Display- Configuration</a:t>
            </a:r>
          </a:p>
        </p:txBody>
      </p:sp>
      <p:sp>
        <p:nvSpPr>
          <p:cNvPr id="2" name="Content Placeholder 1"/>
          <p:cNvSpPr>
            <a:spLocks noGrp="1"/>
          </p:cNvSpPr>
          <p:nvPr>
            <p:ph idx="4294967295"/>
          </p:nvPr>
        </p:nvSpPr>
        <p:spPr>
          <a:xfrm>
            <a:off x="92084" y="1095543"/>
            <a:ext cx="9601200" cy="5181600"/>
          </a:xfrm>
          <a:noFill/>
          <a:ln w="9525">
            <a:noFill/>
            <a:miter lim="800000"/>
            <a:headEnd/>
            <a:tailEnd/>
          </a:ln>
        </p:spPr>
        <p:txBody>
          <a:bodyPr vert="horz" wrap="square" lIns="91440" tIns="45720" rIns="91440" bIns="45720" numCol="1" anchor="t" anchorCtr="0" compatLnSpc="1">
            <a:prstTxWarp prst="textNoShape">
              <a:avLst/>
            </a:prstTxWarp>
          </a:bodyPr>
          <a:lstStyle/>
          <a:p>
            <a:pPr marL="400050" indent="-285750">
              <a:defRPr/>
            </a:pPr>
            <a:r>
              <a:rPr lang="en-US" altLang="ja-JP" sz="1800"/>
              <a:t>VEEVA admin needs to provide user FLS (Field Level Security) to below fields and add them to Medical event page layout</a:t>
            </a:r>
          </a:p>
          <a:p>
            <a:pPr lvl="1"/>
            <a:r>
              <a:rPr lang="en-US" altLang="ja-JP" b="1"/>
              <a:t>Start_time_vod</a:t>
            </a:r>
          </a:p>
          <a:p>
            <a:pPr lvl="1"/>
            <a:r>
              <a:rPr lang="en-US" altLang="ja-JP" b="1"/>
              <a:t>End_time_vod</a:t>
            </a:r>
          </a:p>
          <a:p>
            <a:pPr>
              <a:defRPr/>
            </a:pPr>
            <a:endParaRPr lang="en-US" altLang="ja-JP" sz="1800"/>
          </a:p>
          <a:p>
            <a:pPr lvl="2"/>
            <a:endParaRPr lang="en-US" altLang="ja-JP" sz="1800"/>
          </a:p>
          <a:p>
            <a:pPr lvl="2"/>
            <a:endParaRPr lang="en-US" altLang="ja-JP" sz="1800"/>
          </a:p>
          <a:p>
            <a:pPr lvl="2"/>
            <a:endParaRPr lang="en-US" altLang="ja-JP" sz="1800"/>
          </a:p>
          <a:p>
            <a:pPr lvl="2"/>
            <a:endParaRPr lang="en-US" altLang="ja-JP" sz="1800"/>
          </a:p>
          <a:p>
            <a:pPr lvl="2"/>
            <a:endParaRPr lang="en-US" altLang="ja-JP" sz="1800"/>
          </a:p>
          <a:p>
            <a:r>
              <a:rPr lang="en-US" altLang="ja-JP" sz="1800"/>
              <a:t>If the below fields are already added in page layout, remove them</a:t>
            </a:r>
          </a:p>
          <a:p>
            <a:pPr lvl="1"/>
            <a:r>
              <a:rPr lang="en-US" altLang="ja-JP" b="1"/>
              <a:t>Start_date_vod</a:t>
            </a:r>
          </a:p>
          <a:p>
            <a:pPr lvl="1"/>
            <a:r>
              <a:rPr lang="en-US" altLang="ja-JP" b="1"/>
              <a:t>End_date_vod</a:t>
            </a:r>
          </a:p>
          <a:p>
            <a:pPr>
              <a:buFont typeface="Wingdings" panose="05000000000000000000" pitchFamily="2" charset="2"/>
              <a:buChar char="ü"/>
              <a:defRPr/>
            </a:pPr>
            <a:endParaRPr lang="en-US" altLang="ja-JP"/>
          </a:p>
          <a:p>
            <a:pPr>
              <a:buFont typeface="Wingdings" panose="05000000000000000000" pitchFamily="2" charset="2"/>
              <a:buChar char="ü"/>
              <a:defRPr/>
            </a:pPr>
            <a:endParaRPr lang="en-US" altLang="ja-JP"/>
          </a:p>
          <a:p>
            <a:pPr>
              <a:buFont typeface="Wingdings" panose="05000000000000000000" pitchFamily="2" charset="2"/>
              <a:buChar char="ü"/>
              <a:defRPr/>
            </a:pPr>
            <a:endParaRPr lang="en-US" altLang="ja-JP"/>
          </a:p>
        </p:txBody>
      </p:sp>
      <p:pic>
        <p:nvPicPr>
          <p:cNvPr id="7" name="Picture 6"/>
          <p:cNvPicPr>
            <a:picLocks noChangeAspect="1"/>
          </p:cNvPicPr>
          <p:nvPr/>
        </p:nvPicPr>
        <p:blipFill>
          <a:blip r:embed="rId3"/>
          <a:stretch>
            <a:fillRect/>
          </a:stretch>
        </p:blipFill>
        <p:spPr>
          <a:xfrm>
            <a:off x="2536556" y="3646745"/>
            <a:ext cx="3095592" cy="662241"/>
          </a:xfrm>
          <a:prstGeom prst="rect">
            <a:avLst/>
          </a:prstGeom>
        </p:spPr>
      </p:pic>
      <p:pic>
        <p:nvPicPr>
          <p:cNvPr id="9" name="Picture 8"/>
          <p:cNvPicPr>
            <a:picLocks noChangeAspect="1"/>
          </p:cNvPicPr>
          <p:nvPr/>
        </p:nvPicPr>
        <p:blipFill>
          <a:blip r:embed="rId4"/>
          <a:stretch>
            <a:fillRect/>
          </a:stretch>
        </p:blipFill>
        <p:spPr>
          <a:xfrm>
            <a:off x="2536556" y="2848811"/>
            <a:ext cx="5280886" cy="260537"/>
          </a:xfrm>
          <a:prstGeom prst="rect">
            <a:avLst/>
          </a:prstGeom>
        </p:spPr>
      </p:pic>
      <p:pic>
        <p:nvPicPr>
          <p:cNvPr id="10" name="Picture 9"/>
          <p:cNvPicPr>
            <a:picLocks noChangeAspect="1"/>
          </p:cNvPicPr>
          <p:nvPr/>
        </p:nvPicPr>
        <p:blipFill>
          <a:blip r:embed="rId5"/>
          <a:stretch>
            <a:fillRect/>
          </a:stretch>
        </p:blipFill>
        <p:spPr>
          <a:xfrm>
            <a:off x="2536556" y="3155439"/>
            <a:ext cx="5280886" cy="268015"/>
          </a:xfrm>
          <a:prstGeom prst="rect">
            <a:avLst/>
          </a:prstGeom>
        </p:spPr>
      </p:pic>
      <p:pic>
        <p:nvPicPr>
          <p:cNvPr id="6" name="Picture 5"/>
          <p:cNvPicPr>
            <a:picLocks noChangeAspect="1"/>
          </p:cNvPicPr>
          <p:nvPr/>
        </p:nvPicPr>
        <p:blipFill>
          <a:blip r:embed="rId6"/>
          <a:stretch>
            <a:fillRect/>
          </a:stretch>
        </p:blipFill>
        <p:spPr>
          <a:xfrm>
            <a:off x="2536556" y="2572799"/>
            <a:ext cx="5581650" cy="238125"/>
          </a:xfrm>
          <a:prstGeom prst="rect">
            <a:avLst/>
          </a:prstGeom>
        </p:spPr>
      </p:pic>
    </p:spTree>
    <p:extLst>
      <p:ext uri="{BB962C8B-B14F-4D97-AF65-F5344CB8AC3E}">
        <p14:creationId xmlns:p14="http://schemas.microsoft.com/office/powerpoint/2010/main" val="384845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Rectangle 2"/>
          <p:cNvSpPr/>
          <p:nvPr/>
        </p:nvSpPr>
        <p:spPr>
          <a:xfrm>
            <a:off x="1005763" y="3276600"/>
            <a:ext cx="5948051" cy="523220"/>
          </a:xfrm>
          <a:prstGeom prst="rect">
            <a:avLst/>
          </a:prstGeom>
        </p:spPr>
        <p:txBody>
          <a:bodyPr wrap="square">
            <a:spAutoFit/>
          </a:bodyPr>
          <a:lstStyle/>
          <a:p>
            <a:r>
              <a:rPr lang="en-US" sz="2800" b="1">
                <a:latin typeface="Arial" panose="020B0604020202020204" pitchFamily="34" charset="0"/>
                <a:cs typeface="Arial" panose="020B0604020202020204" pitchFamily="34" charset="0"/>
              </a:rPr>
              <a:t>Event Attendees</a:t>
            </a:r>
          </a:p>
        </p:txBody>
      </p:sp>
    </p:spTree>
    <p:extLst>
      <p:ext uri="{BB962C8B-B14F-4D97-AF65-F5344CB8AC3E}">
        <p14:creationId xmlns:p14="http://schemas.microsoft.com/office/powerpoint/2010/main" val="3631058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13</a:t>
            </a:fld>
            <a:endParaRPr lang="en-US"/>
          </a:p>
        </p:txBody>
      </p:sp>
      <p:sp>
        <p:nvSpPr>
          <p:cNvPr id="3" name="Title 2"/>
          <p:cNvSpPr>
            <a:spLocks noGrp="1"/>
          </p:cNvSpPr>
          <p:nvPr>
            <p:ph type="title" idx="4294967295"/>
          </p:nvPr>
        </p:nvSpPr>
        <p:spPr>
          <a:xfrm>
            <a:off x="228600" y="229691"/>
            <a:ext cx="10807700" cy="369887"/>
          </a:xfrm>
        </p:spPr>
        <p:txBody>
          <a:bodyPr/>
          <a:lstStyle/>
          <a:p>
            <a:r>
              <a:rPr lang="en-US" altLang="ja-JP" sz="1700"/>
              <a:t>Event Attendees</a:t>
            </a:r>
          </a:p>
        </p:txBody>
      </p:sp>
      <p:sp>
        <p:nvSpPr>
          <p:cNvPr id="2" name="Content Placeholder 1"/>
          <p:cNvSpPr>
            <a:spLocks noGrp="1"/>
          </p:cNvSpPr>
          <p:nvPr>
            <p:ph idx="4294967295"/>
          </p:nvPr>
        </p:nvSpPr>
        <p:spPr>
          <a:xfrm>
            <a:off x="228600" y="1208396"/>
            <a:ext cx="9866115" cy="50292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altLang="ja-JP" sz="1800"/>
              <a:t>Event Attendees are stored in the </a:t>
            </a:r>
            <a:r>
              <a:rPr lang="en-US" altLang="ja-JP" sz="1800" b="1"/>
              <a:t>Event_Attendee_vod</a:t>
            </a:r>
            <a:r>
              <a:rPr lang="en-US" altLang="ja-JP" sz="1800"/>
              <a:t> object, which keeps track of the attendance of Accounts and Contacts to Medical Events</a:t>
            </a:r>
          </a:p>
          <a:p>
            <a:pPr>
              <a:defRPr/>
            </a:pPr>
            <a:endParaRPr lang="en-US" altLang="ja-JP" sz="1800"/>
          </a:p>
          <a:p>
            <a:pPr lvl="1">
              <a:defRPr/>
            </a:pPr>
            <a:r>
              <a:rPr lang="en-US" altLang="ja-JP"/>
              <a:t>To enable Business Accounts linking to Medical events, set the VEEVA settings </a:t>
            </a:r>
            <a:r>
              <a:rPr lang="en-US" altLang="ja-JP" b="1"/>
              <a:t>Business Account Attendee Mode</a:t>
            </a:r>
            <a:r>
              <a:rPr lang="en-US" altLang="ja-JP"/>
              <a:t> to </a:t>
            </a:r>
            <a:r>
              <a:rPr lang="en-US" altLang="ja-JP" b="1"/>
              <a:t>1</a:t>
            </a:r>
          </a:p>
          <a:p>
            <a:pPr lvl="1">
              <a:defRPr/>
            </a:pPr>
            <a:endParaRPr lang="en-US" altLang="ja-JP"/>
          </a:p>
          <a:p>
            <a:pPr lvl="1">
              <a:defRPr/>
            </a:pPr>
            <a:endParaRPr lang="en-US" altLang="ja-JP"/>
          </a:p>
          <a:p>
            <a:pPr lvl="1">
              <a:defRPr/>
            </a:pPr>
            <a:r>
              <a:rPr lang="en-US" altLang="ja-JP"/>
              <a:t>If an individual attendee is signing on behalf of a business account, grant edit permission to the </a:t>
            </a:r>
            <a:r>
              <a:rPr lang="en-US" altLang="ja-JP" b="1"/>
              <a:t>Signee_vod</a:t>
            </a:r>
            <a:r>
              <a:rPr lang="en-US" altLang="ja-JP"/>
              <a:t> field on the Event Attendee object </a:t>
            </a:r>
          </a:p>
          <a:p>
            <a:pPr lvl="1">
              <a:defRPr/>
            </a:pPr>
            <a:endParaRPr lang="en-US" altLang="ja-JP"/>
          </a:p>
          <a:p>
            <a:pPr marL="0" indent="0">
              <a:buNone/>
              <a:defRPr/>
            </a:pPr>
            <a:endParaRPr lang="en-US" altLang="ja-JP" sz="1800"/>
          </a:p>
          <a:p>
            <a:pPr marL="457200" lvl="1" indent="0">
              <a:buNone/>
              <a:defRPr/>
            </a:pPr>
            <a:endParaRPr lang="en-US" altLang="ja-JP" b="1"/>
          </a:p>
          <a:p>
            <a:pPr marL="457200" lvl="1" indent="0">
              <a:buNone/>
              <a:defRPr/>
            </a:pPr>
            <a:endParaRPr lang="en-US" altLang="ja-JP" sz="1600"/>
          </a:p>
          <a:p>
            <a:pPr lvl="1">
              <a:buFont typeface="Wingdings" panose="05000000000000000000" pitchFamily="2" charset="2"/>
              <a:buChar char="ü"/>
              <a:defRPr/>
            </a:pPr>
            <a:endParaRPr lang="en-US" altLang="ja-JP" sz="1600"/>
          </a:p>
          <a:p>
            <a:pPr>
              <a:defRPr/>
            </a:pPr>
            <a:endParaRPr lang="en-US" altLang="ja-JP" sz="1800"/>
          </a:p>
        </p:txBody>
      </p:sp>
      <p:pic>
        <p:nvPicPr>
          <p:cNvPr id="8" name="Picture 7"/>
          <p:cNvPicPr>
            <a:picLocks noChangeAspect="1"/>
          </p:cNvPicPr>
          <p:nvPr/>
        </p:nvPicPr>
        <p:blipFill>
          <a:blip r:embed="rId3"/>
          <a:stretch>
            <a:fillRect/>
          </a:stretch>
        </p:blipFill>
        <p:spPr>
          <a:xfrm>
            <a:off x="2720486" y="2804660"/>
            <a:ext cx="7374229" cy="373251"/>
          </a:xfrm>
          <a:prstGeom prst="rect">
            <a:avLst/>
          </a:prstGeom>
        </p:spPr>
      </p:pic>
      <p:pic>
        <p:nvPicPr>
          <p:cNvPr id="9" name="Picture 8"/>
          <p:cNvPicPr>
            <a:picLocks noChangeAspect="1"/>
          </p:cNvPicPr>
          <p:nvPr/>
        </p:nvPicPr>
        <p:blipFill>
          <a:blip r:embed="rId4"/>
          <a:stretch>
            <a:fillRect/>
          </a:stretch>
        </p:blipFill>
        <p:spPr>
          <a:xfrm>
            <a:off x="2724454" y="4264754"/>
            <a:ext cx="7410146" cy="304006"/>
          </a:xfrm>
          <a:prstGeom prst="rect">
            <a:avLst/>
          </a:prstGeom>
        </p:spPr>
      </p:pic>
      <p:pic>
        <p:nvPicPr>
          <p:cNvPr id="10" name="Picture 9"/>
          <p:cNvPicPr>
            <a:picLocks noChangeAspect="1"/>
          </p:cNvPicPr>
          <p:nvPr/>
        </p:nvPicPr>
        <p:blipFill>
          <a:blip r:embed="rId5"/>
          <a:stretch>
            <a:fillRect/>
          </a:stretch>
        </p:blipFill>
        <p:spPr>
          <a:xfrm>
            <a:off x="2725894" y="4568893"/>
            <a:ext cx="7394744" cy="379867"/>
          </a:xfrm>
          <a:prstGeom prst="rect">
            <a:avLst/>
          </a:prstGeom>
        </p:spPr>
      </p:pic>
    </p:spTree>
    <p:extLst>
      <p:ext uri="{BB962C8B-B14F-4D97-AF65-F5344CB8AC3E}">
        <p14:creationId xmlns:p14="http://schemas.microsoft.com/office/powerpoint/2010/main" val="448084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p>
        </p:txBody>
      </p:sp>
      <p:sp>
        <p:nvSpPr>
          <p:cNvPr id="5" name="Slide Number Placeholder 4"/>
          <p:cNvSpPr>
            <a:spLocks noGrp="1"/>
          </p:cNvSpPr>
          <p:nvPr>
            <p:ph type="sldNum" sz="quarter" idx="12"/>
          </p:nvPr>
        </p:nvSpPr>
        <p:spPr/>
        <p:txBody>
          <a:bodyPr/>
          <a:lstStyle/>
          <a:p>
            <a:fld id="{E7AF38FF-B38D-4060-8B8D-2D16AAFBAAC1}" type="slidenum">
              <a:rPr lang="en-US" smtClean="0"/>
              <a:pPr/>
              <a:t>14</a:t>
            </a:fld>
            <a:endParaRPr lang="en-US"/>
          </a:p>
        </p:txBody>
      </p:sp>
      <p:sp>
        <p:nvSpPr>
          <p:cNvPr id="2" name="Title 1"/>
          <p:cNvSpPr>
            <a:spLocks noGrp="1"/>
          </p:cNvSpPr>
          <p:nvPr>
            <p:ph type="title" idx="4294967295"/>
          </p:nvPr>
        </p:nvSpPr>
        <p:spPr>
          <a:xfrm>
            <a:off x="152400" y="224473"/>
            <a:ext cx="10807700" cy="369887"/>
          </a:xfrm>
        </p:spPr>
        <p:txBody>
          <a:bodyPr/>
          <a:lstStyle/>
          <a:p>
            <a:r>
              <a:rPr lang="en-US" sz="1700"/>
              <a:t>Event Attendee Record Types</a:t>
            </a:r>
          </a:p>
        </p:txBody>
      </p:sp>
      <p:sp>
        <p:nvSpPr>
          <p:cNvPr id="3" name="Content Placeholder 2"/>
          <p:cNvSpPr>
            <a:spLocks noGrp="1"/>
          </p:cNvSpPr>
          <p:nvPr>
            <p:ph idx="4294967295"/>
          </p:nvPr>
        </p:nvSpPr>
        <p:spPr>
          <a:xfrm>
            <a:off x="450850" y="762000"/>
            <a:ext cx="10210800" cy="5334000"/>
          </a:xfrm>
        </p:spPr>
        <p:txBody>
          <a:bodyPr/>
          <a:lstStyle/>
          <a:p>
            <a:pPr marL="0" indent="0">
              <a:buNone/>
            </a:pPr>
            <a:r>
              <a:rPr lang="en-US"/>
              <a:t>  </a:t>
            </a:r>
          </a:p>
          <a:p>
            <a:r>
              <a:rPr lang="en-US" sz="1800"/>
              <a:t>The below Record Types are currently being utilized in </a:t>
            </a:r>
            <a:r>
              <a:rPr lang="en-US" altLang="ja-JP" sz="1800"/>
              <a:t>Event Attendee object</a:t>
            </a:r>
            <a:endParaRPr lang="en-US" sz="1800"/>
          </a:p>
          <a:p>
            <a:pPr marL="0" indent="0">
              <a:buNone/>
            </a:pPr>
            <a:r>
              <a:rPr lang="en-US" sz="1800"/>
              <a:t>        </a:t>
            </a:r>
            <a:endParaRPr lang="en-US" altLang="ja-JP" sz="1800"/>
          </a:p>
          <a:p>
            <a:pPr lvl="1">
              <a:defRPr/>
            </a:pPr>
            <a:r>
              <a:rPr lang="en-US" altLang="ja-JP" b="1"/>
              <a:t>Event Attendee Contacts or Employee </a:t>
            </a:r>
            <a:r>
              <a:rPr lang="en-US" altLang="ja-JP"/>
              <a:t>record type is used to add attendees within Organization</a:t>
            </a:r>
          </a:p>
          <a:p>
            <a:pPr lvl="1">
              <a:defRPr/>
            </a:pPr>
            <a:r>
              <a:rPr lang="en-US" altLang="ja-JP" b="1"/>
              <a:t>External Attendee</a:t>
            </a:r>
            <a:r>
              <a:rPr lang="en-US" altLang="ja-JP"/>
              <a:t> record type is used to add external attendees outside the organization</a:t>
            </a:r>
          </a:p>
          <a:p>
            <a:endParaRPr lang="en-US"/>
          </a:p>
          <a:p>
            <a:endParaRPr lang="en-US"/>
          </a:p>
        </p:txBody>
      </p:sp>
      <p:pic>
        <p:nvPicPr>
          <p:cNvPr id="6" name="Picture 5"/>
          <p:cNvPicPr>
            <a:picLocks noChangeAspect="1"/>
          </p:cNvPicPr>
          <p:nvPr/>
        </p:nvPicPr>
        <p:blipFill>
          <a:blip r:embed="rId3"/>
          <a:stretch>
            <a:fillRect/>
          </a:stretch>
        </p:blipFill>
        <p:spPr>
          <a:xfrm>
            <a:off x="2940311" y="3733800"/>
            <a:ext cx="5453312" cy="1493582"/>
          </a:xfrm>
          <a:prstGeom prst="rect">
            <a:avLst/>
          </a:prstGeom>
        </p:spPr>
      </p:pic>
    </p:spTree>
    <p:extLst>
      <p:ext uri="{BB962C8B-B14F-4D97-AF65-F5344CB8AC3E}">
        <p14:creationId xmlns:p14="http://schemas.microsoft.com/office/powerpoint/2010/main" val="1675590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Title 2"/>
          <p:cNvSpPr>
            <a:spLocks noGrp="1"/>
          </p:cNvSpPr>
          <p:nvPr>
            <p:ph type="title" idx="4294967295"/>
          </p:nvPr>
        </p:nvSpPr>
        <p:spPr>
          <a:xfrm>
            <a:off x="152400" y="264924"/>
            <a:ext cx="10807700" cy="369887"/>
          </a:xfrm>
        </p:spPr>
        <p:txBody>
          <a:bodyPr/>
          <a:lstStyle/>
          <a:p>
            <a:r>
              <a:rPr lang="en-US" sz="1700"/>
              <a:t>Add </a:t>
            </a:r>
            <a:r>
              <a:rPr lang="en-US" altLang="ja-JP" sz="1700"/>
              <a:t>Attendee Button- Configuration</a:t>
            </a:r>
            <a:endParaRPr lang="en-US" sz="1700"/>
          </a:p>
        </p:txBody>
      </p:sp>
      <p:sp>
        <p:nvSpPr>
          <p:cNvPr id="4" name="Content Placeholder 3"/>
          <p:cNvSpPr>
            <a:spLocks noGrp="1"/>
          </p:cNvSpPr>
          <p:nvPr>
            <p:ph idx="4294967295"/>
          </p:nvPr>
        </p:nvSpPr>
        <p:spPr>
          <a:xfrm>
            <a:off x="304800" y="1066800"/>
            <a:ext cx="9753600" cy="4983163"/>
          </a:xfrm>
        </p:spPr>
        <p:txBody>
          <a:bodyPr vert="horz" wrap="square" lIns="91440" tIns="45720" rIns="365760" bIns="45720" numCol="1" anchor="t" anchorCtr="0" compatLnSpc="1">
            <a:prstTxWarp prst="textNoShape">
              <a:avLst/>
            </a:prstTxWarp>
          </a:bodyPr>
          <a:lstStyle/>
          <a:p>
            <a:r>
              <a:rPr lang="en-US" sz="1800"/>
              <a:t>The </a:t>
            </a:r>
            <a:r>
              <a:rPr lang="en-US" sz="1800" b="1"/>
              <a:t>Add Attendee (Add_Attendee_vod) </a:t>
            </a:r>
            <a:r>
              <a:rPr lang="en-US" sz="1800"/>
              <a:t>button</a:t>
            </a:r>
            <a:r>
              <a:rPr lang="en-US" sz="1800" b="1"/>
              <a:t> </a:t>
            </a:r>
            <a:r>
              <a:rPr lang="en-US" sz="1800"/>
              <a:t>is a custom button that allows users to search across Person Accounts, Business Accounts and Users via a single search mechanism</a:t>
            </a:r>
          </a:p>
          <a:p>
            <a:endParaRPr lang="en-US" altLang="ja-JP" sz="1800"/>
          </a:p>
          <a:p>
            <a:r>
              <a:rPr lang="en-US" sz="1800"/>
              <a:t>To enable this button, drag and drop the </a:t>
            </a:r>
            <a:r>
              <a:rPr lang="en-US" sz="1800" b="1"/>
              <a:t>Add Attendee</a:t>
            </a:r>
            <a:r>
              <a:rPr lang="en-US" sz="1800"/>
              <a:t> button to the Medical Event page layout</a:t>
            </a:r>
          </a:p>
          <a:p>
            <a:endParaRPr lang="en-US" sz="1800"/>
          </a:p>
          <a:p>
            <a:endParaRPr lang="en-US" sz="1800"/>
          </a:p>
          <a:p>
            <a:endParaRPr lang="en-US" sz="1800"/>
          </a:p>
          <a:p>
            <a:endParaRPr lang="en-US" sz="1800"/>
          </a:p>
          <a:p>
            <a:endParaRPr lang="en-US" sz="1800"/>
          </a:p>
          <a:p>
            <a:endParaRPr lang="en-US" sz="1800"/>
          </a:p>
          <a:p>
            <a:endParaRPr lang="en-US" sz="1800"/>
          </a:p>
          <a:p>
            <a:r>
              <a:rPr lang="en-US" sz="1800" b="1"/>
              <a:t>Note: The Add Attendee button will not allow for duplicate records to be added to the Event Attendees section of a Medical Event</a:t>
            </a:r>
          </a:p>
          <a:p>
            <a:endParaRPr lang="en-US" sz="1800"/>
          </a:p>
        </p:txBody>
      </p:sp>
      <p:pic>
        <p:nvPicPr>
          <p:cNvPr id="7" name="Picture 6"/>
          <p:cNvPicPr>
            <a:picLocks noChangeAspect="1"/>
          </p:cNvPicPr>
          <p:nvPr/>
        </p:nvPicPr>
        <p:blipFill>
          <a:blip r:embed="rId3"/>
          <a:stretch>
            <a:fillRect/>
          </a:stretch>
        </p:blipFill>
        <p:spPr>
          <a:xfrm>
            <a:off x="2686694" y="3339887"/>
            <a:ext cx="5009506" cy="1164035"/>
          </a:xfrm>
          <a:prstGeom prst="rect">
            <a:avLst/>
          </a:prstGeom>
        </p:spPr>
      </p:pic>
    </p:spTree>
    <p:extLst>
      <p:ext uri="{BB962C8B-B14F-4D97-AF65-F5344CB8AC3E}">
        <p14:creationId xmlns:p14="http://schemas.microsoft.com/office/powerpoint/2010/main" val="3416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Title 2"/>
          <p:cNvSpPr>
            <a:spLocks noGrp="1"/>
          </p:cNvSpPr>
          <p:nvPr>
            <p:ph type="title" idx="4294967295"/>
          </p:nvPr>
        </p:nvSpPr>
        <p:spPr>
          <a:xfrm>
            <a:off x="228600" y="195476"/>
            <a:ext cx="10807700" cy="369887"/>
          </a:xfrm>
        </p:spPr>
        <p:txBody>
          <a:bodyPr/>
          <a:lstStyle/>
          <a:p>
            <a:r>
              <a:rPr lang="en-US" sz="1700"/>
              <a:t>Add My Attendance Button- Configuration</a:t>
            </a:r>
          </a:p>
        </p:txBody>
      </p:sp>
      <p:sp>
        <p:nvSpPr>
          <p:cNvPr id="4" name="Content Placeholder 3"/>
          <p:cNvSpPr>
            <a:spLocks noGrp="1"/>
          </p:cNvSpPr>
          <p:nvPr>
            <p:ph idx="4294967295"/>
          </p:nvPr>
        </p:nvSpPr>
        <p:spPr>
          <a:xfrm>
            <a:off x="381000" y="990600"/>
            <a:ext cx="9220200" cy="3810000"/>
          </a:xfrm>
        </p:spPr>
        <p:txBody>
          <a:bodyPr/>
          <a:lstStyle/>
          <a:p>
            <a:endParaRPr lang="en-US" altLang="ja-JP" sz="1800"/>
          </a:p>
          <a:p>
            <a:r>
              <a:rPr lang="en-US" altLang="ja-JP" sz="1800"/>
              <a:t>The </a:t>
            </a:r>
            <a:r>
              <a:rPr lang="en-US" altLang="ja-JP" sz="1800" b="1"/>
              <a:t>Add My Attendance</a:t>
            </a:r>
            <a:r>
              <a:rPr lang="en-US" altLang="ja-JP" sz="1800"/>
              <a:t> </a:t>
            </a:r>
            <a:r>
              <a:rPr lang="en-US" altLang="ja-JP" sz="1800" b="1"/>
              <a:t>(Add_My_Attendance_vod) </a:t>
            </a:r>
            <a:r>
              <a:rPr lang="en-US" altLang="ja-JP" sz="1800"/>
              <a:t>is a custom button that can add the logged in user as an Event Attendee to the current Medical Event</a:t>
            </a:r>
          </a:p>
          <a:p>
            <a:endParaRPr lang="en-US" altLang="ja-JP" sz="1800"/>
          </a:p>
          <a:p>
            <a:r>
              <a:rPr lang="en-US" altLang="ja-JP" sz="1800"/>
              <a:t>To enable this button, drag and drop the button to Medical Event page layout-</a:t>
            </a:r>
            <a:endParaRPr lang="en-US" sz="1800"/>
          </a:p>
        </p:txBody>
      </p:sp>
      <p:pic>
        <p:nvPicPr>
          <p:cNvPr id="5" name="Picture 4"/>
          <p:cNvPicPr>
            <a:picLocks noChangeAspect="1"/>
          </p:cNvPicPr>
          <p:nvPr/>
        </p:nvPicPr>
        <p:blipFill>
          <a:blip r:embed="rId3"/>
          <a:stretch>
            <a:fillRect/>
          </a:stretch>
        </p:blipFill>
        <p:spPr>
          <a:xfrm>
            <a:off x="1828800" y="3429000"/>
            <a:ext cx="5287997" cy="1298060"/>
          </a:xfrm>
          <a:prstGeom prst="rect">
            <a:avLst/>
          </a:prstGeom>
        </p:spPr>
      </p:pic>
    </p:spTree>
    <p:extLst>
      <p:ext uri="{BB962C8B-B14F-4D97-AF65-F5344CB8AC3E}">
        <p14:creationId xmlns:p14="http://schemas.microsoft.com/office/powerpoint/2010/main" val="404691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Rectangle 2"/>
          <p:cNvSpPr/>
          <p:nvPr/>
        </p:nvSpPr>
        <p:spPr>
          <a:xfrm>
            <a:off x="533400" y="4191000"/>
            <a:ext cx="7924800" cy="523220"/>
          </a:xfrm>
          <a:prstGeom prst="rect">
            <a:avLst/>
          </a:prstGeom>
        </p:spPr>
        <p:txBody>
          <a:bodyPr wrap="square">
            <a:spAutoFit/>
          </a:bodyPr>
          <a:lstStyle/>
          <a:p>
            <a:r>
              <a:rPr lang="en-US" sz="2800" b="1">
                <a:latin typeface="Arial" panose="020B0604020202020204" pitchFamily="34" charset="0"/>
                <a:cs typeface="Arial" panose="020B0604020202020204" pitchFamily="34" charset="0"/>
              </a:rPr>
              <a:t>Manage Attendees for Medical Events</a:t>
            </a:r>
          </a:p>
        </p:txBody>
      </p:sp>
    </p:spTree>
    <p:extLst>
      <p:ext uri="{BB962C8B-B14F-4D97-AF65-F5344CB8AC3E}">
        <p14:creationId xmlns:p14="http://schemas.microsoft.com/office/powerpoint/2010/main" val="2183027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Title 2"/>
          <p:cNvSpPr>
            <a:spLocks noGrp="1"/>
          </p:cNvSpPr>
          <p:nvPr>
            <p:ph type="title" idx="4294967295"/>
          </p:nvPr>
        </p:nvSpPr>
        <p:spPr>
          <a:xfrm>
            <a:off x="158750" y="253349"/>
            <a:ext cx="10807700" cy="369887"/>
          </a:xfrm>
        </p:spPr>
        <p:txBody>
          <a:bodyPr/>
          <a:lstStyle/>
          <a:p>
            <a:r>
              <a:rPr lang="en-US" sz="1700"/>
              <a:t>Manage Attendees</a:t>
            </a:r>
          </a:p>
        </p:txBody>
      </p:sp>
      <p:sp>
        <p:nvSpPr>
          <p:cNvPr id="4" name="Content Placeholder 3"/>
          <p:cNvSpPr>
            <a:spLocks noGrp="1"/>
          </p:cNvSpPr>
          <p:nvPr>
            <p:ph idx="4294967295"/>
          </p:nvPr>
        </p:nvSpPr>
        <p:spPr>
          <a:xfrm>
            <a:off x="381000" y="777240"/>
            <a:ext cx="9296400" cy="4785360"/>
          </a:xfrm>
        </p:spPr>
        <p:txBody>
          <a:bodyPr/>
          <a:lstStyle/>
          <a:p>
            <a:r>
              <a:rPr lang="en-US" altLang="ja-JP" sz="1800"/>
              <a:t>Users can add multiple attendees (person accounts, users, and contacts) at the same time to a medical event using queries and filters in the Manage Attendees section</a:t>
            </a:r>
          </a:p>
          <a:p>
            <a:endParaRPr lang="en-US" altLang="ja-JP" sz="1800"/>
          </a:p>
          <a:p>
            <a:r>
              <a:rPr lang="en-US" altLang="ja-JP" sz="1800"/>
              <a:t>The filters will only load the first 5000 accounts when adding attendees</a:t>
            </a:r>
          </a:p>
          <a:p>
            <a:endParaRPr lang="en-US" altLang="ja-JP" sz="1800"/>
          </a:p>
          <a:p>
            <a:endParaRPr lang="en-US" altLang="ja-JP" sz="1800"/>
          </a:p>
          <a:p>
            <a:endParaRPr lang="en-US" altLang="ja-JP" sz="1800"/>
          </a:p>
          <a:p>
            <a:endParaRPr lang="en-US" altLang="ja-JP" sz="1800"/>
          </a:p>
          <a:p>
            <a:endParaRPr lang="en-US" altLang="ja-JP" sz="1800"/>
          </a:p>
          <a:p>
            <a:endParaRPr lang="en-US" altLang="ja-JP" sz="1800"/>
          </a:p>
          <a:p>
            <a:endParaRPr lang="en-US" altLang="ja-JP" sz="1800"/>
          </a:p>
          <a:p>
            <a:endParaRPr lang="en-US" altLang="ja-JP" sz="1800"/>
          </a:p>
          <a:p>
            <a:endParaRPr lang="en-US" altLang="ja-JP" sz="1800"/>
          </a:p>
          <a:p>
            <a:r>
              <a:rPr lang="en-US" altLang="ja-JP" sz="1800"/>
              <a:t>To prevent accidentally adding too many attendees, the </a:t>
            </a:r>
            <a:r>
              <a:rPr lang="en-US" altLang="ja-JP" sz="1800" b="1"/>
              <a:t>Toggle All </a:t>
            </a:r>
            <a:r>
              <a:rPr lang="en-US" altLang="ja-JP" sz="1800"/>
              <a:t>check box is limited to 50 accounts. Business accounts will display for hierarchies</a:t>
            </a:r>
            <a:endParaRPr lang="en-US" sz="1800"/>
          </a:p>
          <a:p>
            <a:endParaRPr lang="en-US" sz="1800"/>
          </a:p>
          <a:p>
            <a:endParaRPr lang="en-US" sz="180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1" y="2667000"/>
            <a:ext cx="5029199" cy="2571758"/>
          </a:xfrm>
          <a:prstGeom prst="rect">
            <a:avLst/>
          </a:prstGeom>
        </p:spPr>
      </p:pic>
    </p:spTree>
    <p:extLst>
      <p:ext uri="{BB962C8B-B14F-4D97-AF65-F5344CB8AC3E}">
        <p14:creationId xmlns:p14="http://schemas.microsoft.com/office/powerpoint/2010/main" val="2363408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p>
        </p:txBody>
      </p:sp>
      <p:sp>
        <p:nvSpPr>
          <p:cNvPr id="5" name="Slide Number Placeholder 4"/>
          <p:cNvSpPr>
            <a:spLocks noGrp="1"/>
          </p:cNvSpPr>
          <p:nvPr>
            <p:ph type="sldNum" sz="quarter" idx="12"/>
          </p:nvPr>
        </p:nvSpPr>
        <p:spPr/>
        <p:txBody>
          <a:bodyPr/>
          <a:lstStyle/>
          <a:p>
            <a:fld id="{E7AF38FF-B38D-4060-8B8D-2D16AAFBAAC1}" type="slidenum">
              <a:rPr lang="en-US" smtClean="0"/>
              <a:pPr/>
              <a:t>19</a:t>
            </a:fld>
            <a:endParaRPr lang="en-US"/>
          </a:p>
        </p:txBody>
      </p:sp>
      <p:sp>
        <p:nvSpPr>
          <p:cNvPr id="2" name="Title 1"/>
          <p:cNvSpPr>
            <a:spLocks noGrp="1"/>
          </p:cNvSpPr>
          <p:nvPr>
            <p:ph type="title" idx="4294967295"/>
          </p:nvPr>
        </p:nvSpPr>
        <p:spPr>
          <a:xfrm>
            <a:off x="152400" y="252715"/>
            <a:ext cx="10807700" cy="369887"/>
          </a:xfrm>
        </p:spPr>
        <p:txBody>
          <a:bodyPr/>
          <a:lstStyle/>
          <a:p>
            <a:r>
              <a:rPr lang="en-US" sz="1700"/>
              <a:t>Manage Attendees - Configuration</a:t>
            </a:r>
          </a:p>
        </p:txBody>
      </p:sp>
      <p:sp>
        <p:nvSpPr>
          <p:cNvPr id="3" name="Content Placeholder 2"/>
          <p:cNvSpPr>
            <a:spLocks noGrp="1"/>
          </p:cNvSpPr>
          <p:nvPr>
            <p:ph idx="4294967295"/>
          </p:nvPr>
        </p:nvSpPr>
        <p:spPr>
          <a:xfrm>
            <a:off x="152400" y="990600"/>
            <a:ext cx="9448800" cy="4621213"/>
          </a:xfrm>
        </p:spPr>
        <p:txBody>
          <a:bodyPr/>
          <a:lstStyle/>
          <a:p>
            <a:r>
              <a:rPr lang="en-US" sz="1800"/>
              <a:t>In order to use the manage attendee feature, VEEVA admin need to make the following changes:</a:t>
            </a:r>
            <a:endParaRPr lang="en-US" altLang="ja-JP" sz="1800"/>
          </a:p>
          <a:p>
            <a:pPr lvl="1">
              <a:defRPr/>
            </a:pPr>
            <a:r>
              <a:rPr lang="en-US" altLang="ja-JP"/>
              <a:t>Grant profile permission for the Visualforce page named </a:t>
            </a:r>
            <a:r>
              <a:rPr lang="en-US" altLang="ja-JP" b="1"/>
              <a:t>Manage_Attendees_vod</a:t>
            </a:r>
            <a:r>
              <a:rPr lang="en-US" altLang="ja-JP"/>
              <a:t>. The Manage Attendees button will not work properly if this isn’t added</a:t>
            </a:r>
          </a:p>
          <a:p>
            <a:pPr lvl="1">
              <a:defRPr/>
            </a:pPr>
            <a:r>
              <a:rPr lang="en-US" altLang="ja-JP"/>
              <a:t>Add </a:t>
            </a:r>
            <a:r>
              <a:rPr lang="en-US" altLang="ja-JP" b="1"/>
              <a:t>Manage Attendees (Manage_Attendees_vod)</a:t>
            </a:r>
            <a:r>
              <a:rPr lang="en-US" altLang="ja-JP"/>
              <a:t> button to the custom buttons section of the Medical Event page layout: allows the Plus (</a:t>
            </a:r>
            <a:r>
              <a:rPr lang="en-US" altLang="ja-JP" b="1"/>
              <a:t>+</a:t>
            </a:r>
            <a:r>
              <a:rPr lang="en-US" altLang="ja-JP"/>
              <a:t>) icon to display in CRM for iPad</a:t>
            </a:r>
          </a:p>
          <a:p>
            <a:pPr lvl="1">
              <a:defRPr/>
            </a:pPr>
            <a:r>
              <a:rPr lang="en-US" altLang="ja-JP"/>
              <a:t>User must have read, write permission for the </a:t>
            </a:r>
            <a:r>
              <a:rPr lang="en-US" altLang="ja-JP" b="1"/>
              <a:t>Mobile_ID_vod</a:t>
            </a:r>
            <a:r>
              <a:rPr lang="en-US" altLang="ja-JP"/>
              <a:t> field</a:t>
            </a:r>
          </a:p>
          <a:p>
            <a:pPr lvl="1">
              <a:defRPr/>
            </a:pPr>
            <a:r>
              <a:rPr lang="en-US" altLang="ja-JP"/>
              <a:t>User must have Create permission on the Event Attendee object. It is recommended to have Edit and Delete permission</a:t>
            </a:r>
          </a:p>
          <a:p>
            <a:pPr lvl="1">
              <a:defRPr/>
            </a:pPr>
            <a:endParaRPr lang="en-US" altLang="ja-JP"/>
          </a:p>
          <a:p>
            <a:pPr lvl="1">
              <a:defRPr/>
            </a:pPr>
            <a:endParaRPr lang="en-US" altLang="ja-JP" b="1"/>
          </a:p>
          <a:p>
            <a:pPr marL="457200" lvl="1" indent="0">
              <a:buNone/>
              <a:defRPr/>
            </a:pPr>
            <a:r>
              <a:rPr lang="en-US" b="1"/>
              <a:t>Note: User must have DELETE permission on Event attendee object. If an account has a sign, user cannot remove an attendee from the attendees list.</a:t>
            </a:r>
          </a:p>
          <a:p>
            <a:pPr marL="457200" lvl="1" indent="0">
              <a:buNone/>
              <a:defRPr/>
            </a:pPr>
            <a:endParaRPr lang="en-US" altLang="ja-JP"/>
          </a:p>
          <a:p>
            <a:pPr lvl="1">
              <a:defRPr/>
            </a:pPr>
            <a:endParaRPr lang="en-US" altLang="ja-JP"/>
          </a:p>
          <a:p>
            <a:endParaRPr lang="en-US" sz="1800"/>
          </a:p>
          <a:p>
            <a:endParaRPr lang="en-US" sz="1800"/>
          </a:p>
          <a:p>
            <a:pPr marL="0" indent="0">
              <a:buNone/>
            </a:pPr>
            <a:endParaRPr lang="en-US" sz="1800"/>
          </a:p>
          <a:p>
            <a:endParaRPr lang="en-US" sz="1800"/>
          </a:p>
          <a:p>
            <a:endParaRPr lang="en-US" sz="1800"/>
          </a:p>
        </p:txBody>
      </p:sp>
    </p:spTree>
    <p:extLst>
      <p:ext uri="{BB962C8B-B14F-4D97-AF65-F5344CB8AC3E}">
        <p14:creationId xmlns:p14="http://schemas.microsoft.com/office/powerpoint/2010/main" val="2396227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Rectangle 2"/>
          <p:cNvSpPr/>
          <p:nvPr/>
        </p:nvSpPr>
        <p:spPr>
          <a:xfrm>
            <a:off x="304800" y="3962400"/>
            <a:ext cx="6895713" cy="461665"/>
          </a:xfrm>
          <a:prstGeom prst="rect">
            <a:avLst/>
          </a:prstGeom>
        </p:spPr>
        <p:txBody>
          <a:bodyPr wrap="square">
            <a:spAutoFit/>
          </a:bodyPr>
          <a:lstStyle/>
          <a:p>
            <a:r>
              <a:rPr lang="en-US" sz="2400" b="1">
                <a:latin typeface="Arial" panose="020B0604020202020204" pitchFamily="34" charset="0"/>
                <a:cs typeface="Arial" panose="020B0604020202020204" pitchFamily="34" charset="0"/>
              </a:rPr>
              <a:t>Capturing and Viewing Attendee Signatures </a:t>
            </a:r>
          </a:p>
        </p:txBody>
      </p:sp>
    </p:spTree>
    <p:extLst>
      <p:ext uri="{BB962C8B-B14F-4D97-AF65-F5344CB8AC3E}">
        <p14:creationId xmlns:p14="http://schemas.microsoft.com/office/powerpoint/2010/main" val="1487328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Title 2"/>
          <p:cNvSpPr>
            <a:spLocks noGrp="1"/>
          </p:cNvSpPr>
          <p:nvPr>
            <p:ph type="title" idx="4294967295"/>
          </p:nvPr>
        </p:nvSpPr>
        <p:spPr>
          <a:xfrm>
            <a:off x="228600" y="-22185"/>
            <a:ext cx="10807700" cy="369887"/>
          </a:xfrm>
        </p:spPr>
        <p:txBody>
          <a:bodyPr/>
          <a:lstStyle/>
          <a:p>
            <a:br>
              <a:rPr lang="en-US"/>
            </a:br>
            <a:r>
              <a:rPr lang="en-US" sz="1700"/>
              <a:t>Event Attendee Signature Capture</a:t>
            </a:r>
            <a:br>
              <a:rPr lang="en-US"/>
            </a:br>
            <a:endParaRPr lang="en-US"/>
          </a:p>
        </p:txBody>
      </p:sp>
      <p:sp>
        <p:nvSpPr>
          <p:cNvPr id="4" name="Content Placeholder 3"/>
          <p:cNvSpPr>
            <a:spLocks noGrp="1"/>
          </p:cNvSpPr>
          <p:nvPr>
            <p:ph idx="4294967295"/>
          </p:nvPr>
        </p:nvSpPr>
        <p:spPr>
          <a:xfrm>
            <a:off x="412750" y="1036002"/>
            <a:ext cx="9493250" cy="5410200"/>
          </a:xfrm>
        </p:spPr>
        <p:txBody>
          <a:bodyPr/>
          <a:lstStyle/>
          <a:p>
            <a:r>
              <a:rPr lang="en-US" sz="1800"/>
              <a:t>Sales representatives have the ability to capture signatures of attendees of Medical Events. To enable this feature, below changes are required:</a:t>
            </a:r>
          </a:p>
          <a:p>
            <a:endParaRPr lang="en-US" sz="1800"/>
          </a:p>
          <a:p>
            <a:pPr lvl="1">
              <a:defRPr/>
            </a:pPr>
            <a:r>
              <a:rPr lang="en-US"/>
              <a:t>Add the </a:t>
            </a:r>
            <a:r>
              <a:rPr lang="en-US" b="1"/>
              <a:t>Signature_Datetime_vod</a:t>
            </a:r>
            <a:r>
              <a:rPr lang="en-US"/>
              <a:t> field to the Event Attendee related list on the Medical Event page layout</a:t>
            </a:r>
          </a:p>
          <a:p>
            <a:pPr lvl="1">
              <a:defRPr/>
            </a:pPr>
            <a:endParaRPr lang="en-US"/>
          </a:p>
          <a:p>
            <a:pPr lvl="1">
              <a:defRPr/>
            </a:pPr>
            <a:r>
              <a:rPr lang="en-US" altLang="ja-JP"/>
              <a:t>The Event Attendee </a:t>
            </a:r>
            <a:r>
              <a:rPr lang="en-US" altLang="ja-JP" b="1"/>
              <a:t>Status_vod</a:t>
            </a:r>
            <a:r>
              <a:rPr lang="en-US" altLang="ja-JP"/>
              <a:t> picklist should contain these values: </a:t>
            </a:r>
            <a:r>
              <a:rPr lang="en-US" altLang="ja-JP" b="1" err="1"/>
              <a:t>Signed_vod</a:t>
            </a:r>
            <a:r>
              <a:rPr lang="en-US" altLang="ja-JP" b="1"/>
              <a:t> </a:t>
            </a:r>
            <a:r>
              <a:rPr lang="en-US" altLang="ja-JP"/>
              <a:t>and</a:t>
            </a:r>
            <a:r>
              <a:rPr lang="en-US" altLang="ja-JP" b="1"/>
              <a:t> Cleared_Signature_vod</a:t>
            </a:r>
          </a:p>
          <a:p>
            <a:pPr lvl="1">
              <a:defRPr/>
            </a:pPr>
            <a:endParaRPr lang="en-US" altLang="ja-JP" b="1"/>
          </a:p>
          <a:p>
            <a:pPr lvl="1">
              <a:defRPr/>
            </a:pPr>
            <a:r>
              <a:rPr lang="en-US" altLang="ja-JP"/>
              <a:t>The </a:t>
            </a:r>
            <a:r>
              <a:rPr lang="en-US" altLang="ja-JP" b="1"/>
              <a:t>Exclude_Field_List_vod</a:t>
            </a:r>
            <a:r>
              <a:rPr lang="en-US" altLang="ja-JP"/>
              <a:t> field on the VMobile Object Configuration record for </a:t>
            </a:r>
            <a:r>
              <a:rPr lang="en-US" altLang="ja-JP" b="1"/>
              <a:t>Event_Attendee_vod</a:t>
            </a:r>
            <a:r>
              <a:rPr lang="en-US" altLang="ja-JP"/>
              <a:t> should contain the value </a:t>
            </a:r>
            <a:r>
              <a:rPr lang="en-US" altLang="ja-JP" b="1"/>
              <a:t>Signature_vod__c</a:t>
            </a:r>
          </a:p>
          <a:p>
            <a:pPr lvl="1">
              <a:defRPr/>
            </a:pPr>
            <a:endParaRPr lang="en-US" altLang="ja-JP"/>
          </a:p>
          <a:p>
            <a:pPr lvl="1">
              <a:defRPr/>
            </a:pPr>
            <a:r>
              <a:rPr lang="en-US" altLang="ja-JP"/>
              <a:t>An optional disclaimer can also be displayed by populating the </a:t>
            </a:r>
            <a:r>
              <a:rPr lang="en-US" altLang="ja-JP" b="1"/>
              <a:t>DISCLAIMER_MEDICAL_EVENT</a:t>
            </a:r>
            <a:r>
              <a:rPr lang="en-US" altLang="ja-JP"/>
              <a:t> VEEVA message</a:t>
            </a:r>
          </a:p>
          <a:p>
            <a:pPr lvl="1">
              <a:defRPr/>
            </a:pPr>
            <a:endParaRPr lang="en-US" altLang="ja-JP"/>
          </a:p>
          <a:p>
            <a:endParaRPr lang="en-US" altLang="ja-JP" sz="1800"/>
          </a:p>
          <a:p>
            <a:pPr lvl="1">
              <a:defRPr/>
            </a:pPr>
            <a:endParaRPr lang="en-US" altLang="ja-JP"/>
          </a:p>
          <a:p>
            <a:pPr marL="457200" lvl="1" indent="0">
              <a:buNone/>
              <a:defRPr/>
            </a:pPr>
            <a:endParaRPr lang="en-US" altLang="ja-JP"/>
          </a:p>
          <a:p>
            <a:pPr marL="0" indent="0">
              <a:buNone/>
            </a:pPr>
            <a:endParaRPr lang="en-US" sz="1800"/>
          </a:p>
        </p:txBody>
      </p:sp>
    </p:spTree>
    <p:extLst>
      <p:ext uri="{BB962C8B-B14F-4D97-AF65-F5344CB8AC3E}">
        <p14:creationId xmlns:p14="http://schemas.microsoft.com/office/powerpoint/2010/main" val="2415138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22</a:t>
            </a:fld>
            <a:endParaRPr lang="en-US"/>
          </a:p>
        </p:txBody>
      </p:sp>
      <p:sp>
        <p:nvSpPr>
          <p:cNvPr id="2" name="Title 1"/>
          <p:cNvSpPr>
            <a:spLocks noGrp="1"/>
          </p:cNvSpPr>
          <p:nvPr>
            <p:ph type="title" idx="4294967295"/>
          </p:nvPr>
        </p:nvSpPr>
        <p:spPr>
          <a:xfrm>
            <a:off x="152400" y="196056"/>
            <a:ext cx="10807700" cy="369887"/>
          </a:xfrm>
        </p:spPr>
        <p:txBody>
          <a:bodyPr/>
          <a:lstStyle/>
          <a:p>
            <a:r>
              <a:rPr lang="en-US" sz="1700"/>
              <a:t>Signature Page</a:t>
            </a:r>
          </a:p>
        </p:txBody>
      </p:sp>
      <p:sp>
        <p:nvSpPr>
          <p:cNvPr id="3" name="Content Placeholder 2"/>
          <p:cNvSpPr>
            <a:spLocks noGrp="1"/>
          </p:cNvSpPr>
          <p:nvPr>
            <p:ph idx="4294967295"/>
          </p:nvPr>
        </p:nvSpPr>
        <p:spPr>
          <a:xfrm>
            <a:off x="152400" y="883602"/>
            <a:ext cx="9525000" cy="5562600"/>
          </a:xfrm>
        </p:spPr>
        <p:txBody>
          <a:bodyPr/>
          <a:lstStyle/>
          <a:p>
            <a:r>
              <a:rPr lang="en-US" sz="1800"/>
              <a:t>This functionality is supported on tablet and iPad platforms, as well as Windows 10. The page will show the disclaimer as well attendee details </a:t>
            </a:r>
          </a:p>
          <a:p>
            <a:endParaRPr lang="en-US"/>
          </a:p>
          <a:p>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3715" y="1871733"/>
            <a:ext cx="5867400" cy="4391906"/>
          </a:xfrm>
          <a:prstGeom prst="rect">
            <a:avLst/>
          </a:prstGeom>
        </p:spPr>
      </p:pic>
    </p:spTree>
    <p:extLst>
      <p:ext uri="{BB962C8B-B14F-4D97-AF65-F5344CB8AC3E}">
        <p14:creationId xmlns:p14="http://schemas.microsoft.com/office/powerpoint/2010/main" val="346695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23</a:t>
            </a:fld>
            <a:endParaRPr lang="en-US"/>
          </a:p>
        </p:txBody>
      </p:sp>
      <p:sp>
        <p:nvSpPr>
          <p:cNvPr id="2" name="Title 1"/>
          <p:cNvSpPr>
            <a:spLocks noGrp="1"/>
          </p:cNvSpPr>
          <p:nvPr>
            <p:ph type="title" idx="4294967295"/>
          </p:nvPr>
        </p:nvSpPr>
        <p:spPr>
          <a:xfrm>
            <a:off x="165983" y="43657"/>
            <a:ext cx="10807700" cy="369887"/>
          </a:xfrm>
        </p:spPr>
        <p:txBody>
          <a:bodyPr/>
          <a:lstStyle/>
          <a:p>
            <a:br>
              <a:rPr lang="en-US"/>
            </a:br>
            <a:r>
              <a:rPr lang="en-US" sz="1700"/>
              <a:t>Viewing Medical Event Signatures</a:t>
            </a:r>
            <a:br>
              <a:rPr lang="en-US"/>
            </a:br>
            <a:endParaRPr lang="en-US"/>
          </a:p>
        </p:txBody>
      </p:sp>
      <p:sp>
        <p:nvSpPr>
          <p:cNvPr id="3" name="Content Placeholder 2"/>
          <p:cNvSpPr>
            <a:spLocks noGrp="1"/>
          </p:cNvSpPr>
          <p:nvPr>
            <p:ph idx="4294967295"/>
          </p:nvPr>
        </p:nvSpPr>
        <p:spPr>
          <a:xfrm>
            <a:off x="383893" y="1294765"/>
            <a:ext cx="9598307" cy="5334000"/>
          </a:xfrm>
        </p:spPr>
        <p:txBody>
          <a:bodyPr/>
          <a:lstStyle/>
          <a:p>
            <a:r>
              <a:rPr lang="en-US" sz="1800"/>
              <a:t>Customers need the ability to audit signatures for Medical Event attendees because expenses are often tied to physicians attending events. To enable this-</a:t>
            </a:r>
          </a:p>
          <a:p>
            <a:endParaRPr lang="en-US" altLang="ja-JP" sz="1800"/>
          </a:p>
          <a:p>
            <a:pPr lvl="1">
              <a:defRPr/>
            </a:pPr>
            <a:r>
              <a:rPr lang="en-US" altLang="ja-JP"/>
              <a:t>Add the </a:t>
            </a:r>
            <a:r>
              <a:rPr lang="en-US" altLang="ja-JP" b="1"/>
              <a:t>View Signatures</a:t>
            </a:r>
            <a:r>
              <a:rPr lang="en-US" altLang="ja-JP"/>
              <a:t> button on the Medical Events detail page </a:t>
            </a:r>
          </a:p>
          <a:p>
            <a:pPr lvl="1">
              <a:defRPr/>
            </a:pPr>
            <a:endParaRPr lang="en-US" altLang="ja-JP"/>
          </a:p>
          <a:p>
            <a:pPr lvl="1">
              <a:defRPr/>
            </a:pPr>
            <a:r>
              <a:rPr lang="en-US"/>
              <a:t>Provide users Read access to </a:t>
            </a:r>
            <a:r>
              <a:rPr lang="en-US" b="1"/>
              <a:t>Medical_Event_vod</a:t>
            </a:r>
            <a:r>
              <a:rPr lang="en-US"/>
              <a:t> and </a:t>
            </a:r>
            <a:r>
              <a:rPr lang="en-US" b="1"/>
              <a:t>Event Attendee_vod</a:t>
            </a:r>
            <a:r>
              <a:rPr lang="en-US"/>
              <a:t> objects to </a:t>
            </a:r>
            <a:r>
              <a:rPr lang="en-US" b="1"/>
              <a:t>View_Event_Signatures_vod</a:t>
            </a:r>
            <a:r>
              <a:rPr lang="en-US"/>
              <a:t> Visualforce page</a:t>
            </a:r>
          </a:p>
          <a:p>
            <a:pPr lvl="1">
              <a:defRPr/>
            </a:pPr>
            <a:endParaRPr lang="en-US"/>
          </a:p>
          <a:p>
            <a:pPr lvl="1">
              <a:defRPr/>
            </a:pPr>
            <a:r>
              <a:rPr lang="en-US"/>
              <a:t>Users also need FLS to the following fields on the </a:t>
            </a:r>
            <a:r>
              <a:rPr lang="en-US" b="1" err="1"/>
              <a:t>Event_Attendee_vod</a:t>
            </a:r>
            <a:r>
              <a:rPr lang="en-US"/>
              <a:t> object: </a:t>
            </a:r>
            <a:r>
              <a:rPr lang="en-US" altLang="ja-JP"/>
              <a:t>Attendee Name, Status, Signature Datetime and Signature</a:t>
            </a:r>
          </a:p>
          <a:p>
            <a:pPr marL="457200" lvl="1" indent="0">
              <a:buNone/>
              <a:defRPr/>
            </a:pPr>
            <a:endParaRPr lang="en-US" altLang="ja-JP"/>
          </a:p>
        </p:txBody>
      </p:sp>
    </p:spTree>
    <p:extLst>
      <p:ext uri="{BB962C8B-B14F-4D97-AF65-F5344CB8AC3E}">
        <p14:creationId xmlns:p14="http://schemas.microsoft.com/office/powerpoint/2010/main" val="2840178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Rectangle 2"/>
          <p:cNvSpPr/>
          <p:nvPr/>
        </p:nvSpPr>
        <p:spPr>
          <a:xfrm>
            <a:off x="914400" y="2967335"/>
            <a:ext cx="6895713" cy="461665"/>
          </a:xfrm>
          <a:prstGeom prst="rect">
            <a:avLst/>
          </a:prstGeom>
        </p:spPr>
        <p:txBody>
          <a:bodyPr wrap="square">
            <a:spAutoFit/>
          </a:bodyPr>
          <a:lstStyle/>
          <a:p>
            <a:r>
              <a:rPr lang="en-US" sz="2400" b="1">
                <a:latin typeface="Arial" panose="020B0604020202020204" pitchFamily="34" charset="0"/>
                <a:cs typeface="Arial" panose="020B0604020202020204" pitchFamily="34" charset="0"/>
              </a:rPr>
              <a:t>Attendee Sign-In Sheet</a:t>
            </a:r>
          </a:p>
        </p:txBody>
      </p:sp>
    </p:spTree>
    <p:extLst>
      <p:ext uri="{BB962C8B-B14F-4D97-AF65-F5344CB8AC3E}">
        <p14:creationId xmlns:p14="http://schemas.microsoft.com/office/powerpoint/2010/main" val="4252670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25</a:t>
            </a:fld>
            <a:endParaRPr lang="en-US"/>
          </a:p>
        </p:txBody>
      </p:sp>
      <p:sp>
        <p:nvSpPr>
          <p:cNvPr id="2" name="Title 1"/>
          <p:cNvSpPr>
            <a:spLocks noGrp="1"/>
          </p:cNvSpPr>
          <p:nvPr>
            <p:ph type="title" idx="4294967295"/>
          </p:nvPr>
        </p:nvSpPr>
        <p:spPr>
          <a:xfrm>
            <a:off x="175244" y="217991"/>
            <a:ext cx="10807700" cy="369887"/>
          </a:xfrm>
        </p:spPr>
        <p:txBody>
          <a:bodyPr/>
          <a:lstStyle/>
          <a:p>
            <a:r>
              <a:rPr lang="en-US" sz="1700"/>
              <a:t>Sign-In sheet 1</a:t>
            </a:r>
          </a:p>
        </p:txBody>
      </p:sp>
      <p:sp>
        <p:nvSpPr>
          <p:cNvPr id="3" name="Content Placeholder 2"/>
          <p:cNvSpPr>
            <a:spLocks noGrp="1"/>
          </p:cNvSpPr>
          <p:nvPr>
            <p:ph idx="4294967295"/>
          </p:nvPr>
        </p:nvSpPr>
        <p:spPr>
          <a:xfrm>
            <a:off x="653503" y="1080769"/>
            <a:ext cx="9433800" cy="5029200"/>
          </a:xfrm>
        </p:spPr>
        <p:txBody>
          <a:bodyPr/>
          <a:lstStyle/>
          <a:p>
            <a:endParaRPr lang="en-US" sz="1800"/>
          </a:p>
          <a:p>
            <a:r>
              <a:rPr lang="en-US" sz="1800"/>
              <a:t>The iPad platform also supports a Self Service Sign In sheet, which allows the rep’s iPad to be safely handed to attendees of the Medical Event so that they can sign in themselves</a:t>
            </a:r>
          </a:p>
          <a:p>
            <a:endParaRPr lang="en-US" sz="1800"/>
          </a:p>
          <a:p>
            <a:r>
              <a:rPr lang="en-US" sz="1800"/>
              <a:t>While the Sign-In sheet is displayed, the application is locked – clicking the lock icon on the top right will require the rep to enter his password to return to the application</a:t>
            </a:r>
          </a:p>
          <a:p>
            <a:endParaRPr lang="en-US" sz="1800"/>
          </a:p>
          <a:p>
            <a:r>
              <a:rPr lang="en-US" sz="1800"/>
              <a:t>When the </a:t>
            </a:r>
            <a:r>
              <a:rPr lang="en-US" sz="1800" b="1"/>
              <a:t>Signature_Datetime_vod</a:t>
            </a:r>
            <a:r>
              <a:rPr lang="en-US" sz="1800"/>
              <a:t> field is present on the Event Attendees related list, a Sign In operation button appears in the Medical Event Detail page. Tap this button to access the Self Service Sign In sheet</a:t>
            </a:r>
          </a:p>
          <a:p>
            <a:endParaRPr lang="en-US" sz="1800"/>
          </a:p>
          <a:p>
            <a:r>
              <a:rPr lang="en-US" sz="1800"/>
              <a:t>If an individual attendee is signing on behalf of a business account, grant edit permission to the </a:t>
            </a:r>
            <a:r>
              <a:rPr lang="en-US" sz="1800" b="1"/>
              <a:t>Signee_vod</a:t>
            </a:r>
            <a:r>
              <a:rPr lang="en-US" sz="1800"/>
              <a:t> field on the Event Attendee object. This displays a Signee text field to be entered when a signature is captured</a:t>
            </a:r>
          </a:p>
        </p:txBody>
      </p:sp>
    </p:spTree>
    <p:extLst>
      <p:ext uri="{BB962C8B-B14F-4D97-AF65-F5344CB8AC3E}">
        <p14:creationId xmlns:p14="http://schemas.microsoft.com/office/powerpoint/2010/main" val="1790274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26</a:t>
            </a:fld>
            <a:endParaRPr lang="en-US"/>
          </a:p>
        </p:txBody>
      </p:sp>
      <p:sp>
        <p:nvSpPr>
          <p:cNvPr id="2" name="Title 1"/>
          <p:cNvSpPr>
            <a:spLocks noGrp="1"/>
          </p:cNvSpPr>
          <p:nvPr>
            <p:ph type="title" idx="4294967295"/>
          </p:nvPr>
        </p:nvSpPr>
        <p:spPr>
          <a:xfrm>
            <a:off x="134365" y="296240"/>
            <a:ext cx="10807700" cy="369887"/>
          </a:xfrm>
        </p:spPr>
        <p:txBody>
          <a:bodyPr/>
          <a:lstStyle/>
          <a:p>
            <a:r>
              <a:rPr lang="en-US" sz="1700"/>
              <a:t>Sign-In sheet 2</a:t>
            </a:r>
          </a:p>
        </p:txBody>
      </p:sp>
      <p:sp>
        <p:nvSpPr>
          <p:cNvPr id="3" name="Content Placeholder 2"/>
          <p:cNvSpPr>
            <a:spLocks noGrp="1"/>
          </p:cNvSpPr>
          <p:nvPr>
            <p:ph idx="4294967295"/>
          </p:nvPr>
        </p:nvSpPr>
        <p:spPr>
          <a:xfrm>
            <a:off x="228600" y="966292"/>
            <a:ext cx="9525000" cy="5334000"/>
          </a:xfrm>
        </p:spPr>
        <p:txBody>
          <a:bodyPr/>
          <a:lstStyle/>
          <a:p>
            <a:r>
              <a:rPr lang="en-US" sz="1800"/>
              <a:t>The Sign_In sheet looks like the following in an iPad</a:t>
            </a:r>
          </a:p>
          <a:p>
            <a:endParaRPr lang="en-US"/>
          </a:p>
          <a:p>
            <a:endParaRPr lang="en-US"/>
          </a:p>
          <a:p>
            <a:endParaRPr lang="en-US"/>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9315" y="1762125"/>
            <a:ext cx="5257800" cy="3943350"/>
          </a:xfrm>
          <a:prstGeom prst="rect">
            <a:avLst/>
          </a:prstGeom>
        </p:spPr>
      </p:pic>
    </p:spTree>
    <p:extLst>
      <p:ext uri="{BB962C8B-B14F-4D97-AF65-F5344CB8AC3E}">
        <p14:creationId xmlns:p14="http://schemas.microsoft.com/office/powerpoint/2010/main" val="1094682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Rectangle 2"/>
          <p:cNvSpPr/>
          <p:nvPr/>
        </p:nvSpPr>
        <p:spPr>
          <a:xfrm>
            <a:off x="381000" y="3581400"/>
            <a:ext cx="6895713" cy="523220"/>
          </a:xfrm>
          <a:prstGeom prst="rect">
            <a:avLst/>
          </a:prstGeom>
        </p:spPr>
        <p:txBody>
          <a:bodyPr wrap="square">
            <a:spAutoFit/>
          </a:bodyPr>
          <a:lstStyle/>
          <a:p>
            <a:r>
              <a:rPr lang="en-US" sz="2800" b="1">
                <a:latin typeface="Arial" panose="020B0604020202020204" pitchFamily="34" charset="0"/>
                <a:cs typeface="Arial" panose="020B0604020202020204" pitchFamily="34" charset="0"/>
              </a:rPr>
              <a:t>Record Calls with Medical Events</a:t>
            </a:r>
            <a:endParaRPr lang="en-US" sz="24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4399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28</a:t>
            </a:fld>
            <a:endParaRPr lang="en-US"/>
          </a:p>
        </p:txBody>
      </p:sp>
      <p:sp>
        <p:nvSpPr>
          <p:cNvPr id="3" name="Title 2"/>
          <p:cNvSpPr>
            <a:spLocks noGrp="1"/>
          </p:cNvSpPr>
          <p:nvPr>
            <p:ph type="title" idx="4294967295"/>
          </p:nvPr>
        </p:nvSpPr>
        <p:spPr>
          <a:xfrm>
            <a:off x="457199" y="228601"/>
            <a:ext cx="10807700" cy="369887"/>
          </a:xfrm>
        </p:spPr>
        <p:txBody>
          <a:bodyPr/>
          <a:lstStyle/>
          <a:p>
            <a:r>
              <a:rPr lang="en-US" altLang="ja-JP" sz="1700"/>
              <a:t>Record Call from Medical Events</a:t>
            </a:r>
          </a:p>
        </p:txBody>
      </p:sp>
      <p:sp>
        <p:nvSpPr>
          <p:cNvPr id="2" name="Content Placeholder 1"/>
          <p:cNvSpPr>
            <a:spLocks noGrp="1"/>
          </p:cNvSpPr>
          <p:nvPr>
            <p:ph idx="4294967295"/>
          </p:nvPr>
        </p:nvSpPr>
        <p:spPr>
          <a:xfrm>
            <a:off x="1473200" y="990600"/>
            <a:ext cx="10718800" cy="54864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altLang="ja-JP" sz="1800"/>
              <a:t>Medical Events can be tied to calls using any of the below 2 ways-</a:t>
            </a:r>
          </a:p>
          <a:p>
            <a:pPr lvl="1"/>
            <a:r>
              <a:rPr lang="en-US" altLang="ja-JP"/>
              <a:t>Place the </a:t>
            </a:r>
            <a:r>
              <a:rPr lang="en-US" altLang="ja-JP" b="1"/>
              <a:t>Medical_Event_vod</a:t>
            </a:r>
            <a:r>
              <a:rPr lang="en-US" altLang="ja-JP"/>
              <a:t> field on the call page layout</a:t>
            </a:r>
          </a:p>
          <a:p>
            <a:pPr lvl="1"/>
            <a:r>
              <a:rPr lang="en-US" altLang="ja-JP"/>
              <a:t>Place the </a:t>
            </a:r>
            <a:r>
              <a:rPr lang="en-US" altLang="ja-JP" b="1"/>
              <a:t>Medical_Event_vod</a:t>
            </a:r>
            <a:r>
              <a:rPr lang="en-US" altLang="ja-JP"/>
              <a:t> field to the </a:t>
            </a:r>
            <a:r>
              <a:rPr lang="en-US" altLang="ja-JP" b="1"/>
              <a:t>Call2_Discussion_vod</a:t>
            </a:r>
            <a:r>
              <a:rPr lang="en-US" altLang="ja-JP"/>
              <a:t> page layout</a:t>
            </a:r>
          </a:p>
          <a:p>
            <a:pPr lvl="1">
              <a:buFont typeface="Wingdings" panose="05000000000000000000" pitchFamily="2" charset="2"/>
              <a:buChar char="ü"/>
              <a:defRPr/>
            </a:pPr>
            <a:endParaRPr lang="en-US" altLang="ja-JP"/>
          </a:p>
          <a:p>
            <a:pPr>
              <a:defRPr/>
            </a:pPr>
            <a:r>
              <a:rPr lang="en-US" altLang="ja-JP" sz="1800"/>
              <a:t>Place the </a:t>
            </a:r>
            <a:r>
              <a:rPr lang="en-US" altLang="ja-JP" sz="1800" b="1"/>
              <a:t>Record_a_Call_vod</a:t>
            </a:r>
            <a:r>
              <a:rPr lang="en-US" altLang="ja-JP" sz="1800"/>
              <a:t> custom button in the Medical_Event_vod page layout</a:t>
            </a:r>
          </a:p>
          <a:p>
            <a:pPr>
              <a:defRPr/>
            </a:pPr>
            <a:r>
              <a:rPr lang="en-US" altLang="ja-JP" sz="1800"/>
              <a:t>The user must be provided access to the </a:t>
            </a:r>
            <a:r>
              <a:rPr lang="en-US" altLang="ja-JP" sz="1800" b="1"/>
              <a:t>Event_vod</a:t>
            </a:r>
            <a:r>
              <a:rPr lang="en-US" altLang="ja-JP" sz="1800"/>
              <a:t> call record type</a:t>
            </a:r>
          </a:p>
        </p:txBody>
      </p:sp>
      <p:pic>
        <p:nvPicPr>
          <p:cNvPr id="6" name="Picture 5"/>
          <p:cNvPicPr>
            <a:picLocks noChangeAspect="1"/>
          </p:cNvPicPr>
          <p:nvPr/>
        </p:nvPicPr>
        <p:blipFill>
          <a:blip r:embed="rId3"/>
          <a:stretch>
            <a:fillRect/>
          </a:stretch>
        </p:blipFill>
        <p:spPr>
          <a:xfrm>
            <a:off x="2548825" y="3823876"/>
            <a:ext cx="3010546" cy="2515806"/>
          </a:xfrm>
          <a:prstGeom prst="rect">
            <a:avLst/>
          </a:prstGeom>
        </p:spPr>
      </p:pic>
      <p:pic>
        <p:nvPicPr>
          <p:cNvPr id="8" name="Picture 7"/>
          <p:cNvPicPr>
            <a:picLocks noChangeAspect="1"/>
          </p:cNvPicPr>
          <p:nvPr/>
        </p:nvPicPr>
        <p:blipFill>
          <a:blip r:embed="rId4"/>
          <a:stretch>
            <a:fillRect/>
          </a:stretch>
        </p:blipFill>
        <p:spPr>
          <a:xfrm>
            <a:off x="6116664" y="3971611"/>
            <a:ext cx="2868242" cy="1170496"/>
          </a:xfrm>
          <a:prstGeom prst="rect">
            <a:avLst/>
          </a:prstGeom>
        </p:spPr>
      </p:pic>
    </p:spTree>
    <p:extLst>
      <p:ext uri="{BB962C8B-B14F-4D97-AF65-F5344CB8AC3E}">
        <p14:creationId xmlns:p14="http://schemas.microsoft.com/office/powerpoint/2010/main" val="1386807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bg1"/>
                </a:solidFill>
              </a:rPr>
              <a:pPr/>
              <a:t>29</a:t>
            </a:fld>
            <a:endParaRPr lang="en-US">
              <a:solidFill>
                <a:schemeClr val="bg1"/>
              </a:solidFill>
            </a:endParaRPr>
          </a:p>
        </p:txBody>
      </p:sp>
      <p:sp>
        <p:nvSpPr>
          <p:cNvPr id="2" name="Title 1"/>
          <p:cNvSpPr>
            <a:spLocks noGrp="1"/>
          </p:cNvSpPr>
          <p:nvPr>
            <p:ph type="title" idx="4294967295"/>
          </p:nvPr>
        </p:nvSpPr>
        <p:spPr>
          <a:xfrm>
            <a:off x="4267200" y="279788"/>
            <a:ext cx="6337300" cy="668338"/>
          </a:xfrm>
        </p:spPr>
        <p:txBody>
          <a:bodyPr/>
          <a:lstStyle/>
          <a:p>
            <a:r>
              <a:rPr lang="en-US" sz="1700"/>
              <a:t>Check Your Understanding 1</a:t>
            </a:r>
          </a:p>
        </p:txBody>
      </p:sp>
      <p:graphicFrame>
        <p:nvGraphicFramePr>
          <p:cNvPr id="23" name="Diagram 22"/>
          <p:cNvGraphicFramePr/>
          <p:nvPr>
            <p:extLst>
              <p:ext uri="{D42A27DB-BD31-4B8C-83A1-F6EECF244321}">
                <p14:modId xmlns:p14="http://schemas.microsoft.com/office/powerpoint/2010/main" val="2609906320"/>
              </p:ext>
            </p:extLst>
          </p:nvPr>
        </p:nvGraphicFramePr>
        <p:xfrm>
          <a:off x="2063478" y="1124702"/>
          <a:ext cx="8333885" cy="27267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extLst>
              <p:ext uri="{D42A27DB-BD31-4B8C-83A1-F6EECF244321}">
                <p14:modId xmlns:p14="http://schemas.microsoft.com/office/powerpoint/2010/main" val="2652610885"/>
              </p:ext>
            </p:extLst>
          </p:nvPr>
        </p:nvGraphicFramePr>
        <p:xfrm>
          <a:off x="2105518" y="3851457"/>
          <a:ext cx="8333885" cy="272675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3" name="Picture 2"/>
          <p:cNvPicPr>
            <a:picLocks noChangeAspect="1"/>
          </p:cNvPicPr>
          <p:nvPr/>
        </p:nvPicPr>
        <p:blipFill>
          <a:blip r:embed="rId13"/>
          <a:stretch>
            <a:fillRect/>
          </a:stretch>
        </p:blipFill>
        <p:spPr>
          <a:xfrm>
            <a:off x="0" y="6534884"/>
            <a:ext cx="1835055" cy="323116"/>
          </a:xfrm>
          <a:prstGeom prst="rect">
            <a:avLst/>
          </a:prstGeom>
        </p:spPr>
      </p:pic>
    </p:spTree>
    <p:extLst>
      <p:ext uri="{BB962C8B-B14F-4D97-AF65-F5344CB8AC3E}">
        <p14:creationId xmlns:p14="http://schemas.microsoft.com/office/powerpoint/2010/main" val="285100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5" grpId="0">
        <p:bldAsOne/>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86200" y="304800"/>
            <a:ext cx="6337300" cy="668338"/>
          </a:xfrm>
        </p:spPr>
        <p:txBody>
          <a:bodyPr/>
          <a:lstStyle/>
          <a:p>
            <a:r>
              <a:rPr lang="en-US" sz="1700"/>
              <a:t>Check Your Understanding 2</a:t>
            </a:r>
          </a:p>
        </p:txBody>
      </p:sp>
      <p:graphicFrame>
        <p:nvGraphicFramePr>
          <p:cNvPr id="23" name="Diagram 22"/>
          <p:cNvGraphicFramePr/>
          <p:nvPr>
            <p:extLst>
              <p:ext uri="{D42A27DB-BD31-4B8C-83A1-F6EECF244321}">
                <p14:modId xmlns:p14="http://schemas.microsoft.com/office/powerpoint/2010/main" val="1732053470"/>
              </p:ext>
            </p:extLst>
          </p:nvPr>
        </p:nvGraphicFramePr>
        <p:xfrm>
          <a:off x="2063479" y="1124702"/>
          <a:ext cx="8316299" cy="27614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extLst>
              <p:ext uri="{D42A27DB-BD31-4B8C-83A1-F6EECF244321}">
                <p14:modId xmlns:p14="http://schemas.microsoft.com/office/powerpoint/2010/main" val="659623845"/>
              </p:ext>
            </p:extLst>
          </p:nvPr>
        </p:nvGraphicFramePr>
        <p:xfrm>
          <a:off x="2045893" y="3581401"/>
          <a:ext cx="8333885" cy="1905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Slide Number Placeholder 3"/>
          <p:cNvSpPr txBox="1">
            <a:spLocks/>
          </p:cNvSpPr>
          <p:nvPr/>
        </p:nvSpPr>
        <p:spPr>
          <a:xfrm>
            <a:off x="11811000" y="6585438"/>
            <a:ext cx="533400" cy="319454"/>
          </a:xfrm>
          <a:prstGeom prst="rect">
            <a:avLst/>
          </a:prstGeom>
        </p:spPr>
        <p:txBody>
          <a:bodyPr vert="horz" lIns="91440" tIns="45720" rIns="91440" bIns="45720" rtlCol="0" anchor="ctr"/>
          <a:lstStyle>
            <a:defPPr>
              <a:defRPr lang="en-US"/>
            </a:defPPr>
            <a:lvl1pPr marL="0" algn="l" defTabSz="914400" rtl="0" eaLnBrk="1" latinLnBrk="0" hangingPunct="1">
              <a:defRPr lang="en-US" sz="1200" kern="1200" smtClean="0">
                <a:solidFill>
                  <a:srgbClr val="6DB23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30</a:t>
            </a:r>
          </a:p>
        </p:txBody>
      </p:sp>
      <p:pic>
        <p:nvPicPr>
          <p:cNvPr id="7" name="Picture 6"/>
          <p:cNvPicPr>
            <a:picLocks noChangeAspect="1"/>
          </p:cNvPicPr>
          <p:nvPr/>
        </p:nvPicPr>
        <p:blipFill>
          <a:blip r:embed="rId13"/>
          <a:stretch>
            <a:fillRect/>
          </a:stretch>
        </p:blipFill>
        <p:spPr>
          <a:xfrm>
            <a:off x="0" y="6534884"/>
            <a:ext cx="1835055" cy="323116"/>
          </a:xfrm>
          <a:prstGeom prst="rect">
            <a:avLst/>
          </a:prstGeom>
        </p:spPr>
      </p:pic>
    </p:spTree>
    <p:extLst>
      <p:ext uri="{BB962C8B-B14F-4D97-AF65-F5344CB8AC3E}">
        <p14:creationId xmlns:p14="http://schemas.microsoft.com/office/powerpoint/2010/main" val="287404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5"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581400" y="223878"/>
            <a:ext cx="6337300" cy="668338"/>
          </a:xfrm>
        </p:spPr>
        <p:txBody>
          <a:bodyPr/>
          <a:lstStyle/>
          <a:p>
            <a:r>
              <a:rPr lang="en-US" sz="1700"/>
              <a:t>Check Your Understanding 3</a:t>
            </a:r>
          </a:p>
        </p:txBody>
      </p:sp>
      <p:graphicFrame>
        <p:nvGraphicFramePr>
          <p:cNvPr id="23" name="Diagram 22"/>
          <p:cNvGraphicFramePr/>
          <p:nvPr>
            <p:extLst>
              <p:ext uri="{D42A27DB-BD31-4B8C-83A1-F6EECF244321}">
                <p14:modId xmlns:p14="http://schemas.microsoft.com/office/powerpoint/2010/main" val="1498655613"/>
              </p:ext>
            </p:extLst>
          </p:nvPr>
        </p:nvGraphicFramePr>
        <p:xfrm>
          <a:off x="1947054" y="1066803"/>
          <a:ext cx="8458199" cy="2666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extLst>
              <p:ext uri="{D42A27DB-BD31-4B8C-83A1-F6EECF244321}">
                <p14:modId xmlns:p14="http://schemas.microsoft.com/office/powerpoint/2010/main" val="649015005"/>
              </p:ext>
            </p:extLst>
          </p:nvPr>
        </p:nvGraphicFramePr>
        <p:xfrm>
          <a:off x="1947053" y="3276600"/>
          <a:ext cx="8458199" cy="266699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Slide Number Placeholder 3"/>
          <p:cNvSpPr txBox="1">
            <a:spLocks/>
          </p:cNvSpPr>
          <p:nvPr/>
        </p:nvSpPr>
        <p:spPr>
          <a:xfrm>
            <a:off x="11811000" y="6585438"/>
            <a:ext cx="533400" cy="319454"/>
          </a:xfrm>
          <a:prstGeom prst="rect">
            <a:avLst/>
          </a:prstGeom>
        </p:spPr>
        <p:txBody>
          <a:bodyPr vert="horz" lIns="91440" tIns="45720" rIns="91440" bIns="45720" rtlCol="0" anchor="ctr"/>
          <a:lstStyle>
            <a:defPPr>
              <a:defRPr lang="en-US"/>
            </a:defPPr>
            <a:lvl1pPr marL="0" algn="l" defTabSz="914400" rtl="0" eaLnBrk="1" latinLnBrk="0" hangingPunct="1">
              <a:defRPr lang="en-US" sz="1200" kern="1200" smtClean="0">
                <a:solidFill>
                  <a:srgbClr val="6DB23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31</a:t>
            </a:r>
          </a:p>
        </p:txBody>
      </p:sp>
      <p:pic>
        <p:nvPicPr>
          <p:cNvPr id="7" name="Picture 6"/>
          <p:cNvPicPr>
            <a:picLocks noChangeAspect="1"/>
          </p:cNvPicPr>
          <p:nvPr/>
        </p:nvPicPr>
        <p:blipFill>
          <a:blip r:embed="rId13"/>
          <a:stretch>
            <a:fillRect/>
          </a:stretch>
        </p:blipFill>
        <p:spPr>
          <a:xfrm>
            <a:off x="0" y="6534884"/>
            <a:ext cx="1835055" cy="323116"/>
          </a:xfrm>
          <a:prstGeom prst="rect">
            <a:avLst/>
          </a:prstGeom>
        </p:spPr>
      </p:pic>
    </p:spTree>
    <p:extLst>
      <p:ext uri="{BB962C8B-B14F-4D97-AF65-F5344CB8AC3E}">
        <p14:creationId xmlns:p14="http://schemas.microsoft.com/office/powerpoint/2010/main" val="63085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5"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352800" y="152400"/>
            <a:ext cx="6337300" cy="668338"/>
          </a:xfrm>
        </p:spPr>
        <p:txBody>
          <a:bodyPr/>
          <a:lstStyle/>
          <a:p>
            <a:r>
              <a:rPr lang="en-US" sz="1700"/>
              <a:t>Check Your Understanding 4</a:t>
            </a:r>
          </a:p>
        </p:txBody>
      </p:sp>
      <p:graphicFrame>
        <p:nvGraphicFramePr>
          <p:cNvPr id="23" name="Diagram 22"/>
          <p:cNvGraphicFramePr/>
          <p:nvPr>
            <p:extLst>
              <p:ext uri="{D42A27DB-BD31-4B8C-83A1-F6EECF244321}">
                <p14:modId xmlns:p14="http://schemas.microsoft.com/office/powerpoint/2010/main" val="1375979486"/>
              </p:ext>
            </p:extLst>
          </p:nvPr>
        </p:nvGraphicFramePr>
        <p:xfrm>
          <a:off x="1828803" y="1066800"/>
          <a:ext cx="8568561"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extLst>
              <p:ext uri="{D42A27DB-BD31-4B8C-83A1-F6EECF244321}">
                <p14:modId xmlns:p14="http://schemas.microsoft.com/office/powerpoint/2010/main" val="4109280575"/>
              </p:ext>
            </p:extLst>
          </p:nvPr>
        </p:nvGraphicFramePr>
        <p:xfrm>
          <a:off x="1828803" y="3581403"/>
          <a:ext cx="8568561" cy="35997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Slide Number Placeholder 3"/>
          <p:cNvSpPr txBox="1">
            <a:spLocks/>
          </p:cNvSpPr>
          <p:nvPr/>
        </p:nvSpPr>
        <p:spPr>
          <a:xfrm>
            <a:off x="11811000" y="6585438"/>
            <a:ext cx="533400" cy="319454"/>
          </a:xfrm>
          <a:prstGeom prst="rect">
            <a:avLst/>
          </a:prstGeom>
        </p:spPr>
        <p:txBody>
          <a:bodyPr vert="horz" lIns="91440" tIns="45720" rIns="91440" bIns="45720" rtlCol="0" anchor="ctr"/>
          <a:lstStyle>
            <a:defPPr>
              <a:defRPr lang="en-US"/>
            </a:defPPr>
            <a:lvl1pPr marL="0" algn="l" defTabSz="914400" rtl="0" eaLnBrk="1" latinLnBrk="0" hangingPunct="1">
              <a:defRPr lang="en-US" sz="1200" kern="1200" smtClean="0">
                <a:solidFill>
                  <a:srgbClr val="6DB23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32</a:t>
            </a:r>
          </a:p>
        </p:txBody>
      </p:sp>
      <p:pic>
        <p:nvPicPr>
          <p:cNvPr id="7" name="Picture 6"/>
          <p:cNvPicPr>
            <a:picLocks noChangeAspect="1"/>
          </p:cNvPicPr>
          <p:nvPr/>
        </p:nvPicPr>
        <p:blipFill>
          <a:blip r:embed="rId13"/>
          <a:stretch>
            <a:fillRect/>
          </a:stretch>
        </p:blipFill>
        <p:spPr>
          <a:xfrm>
            <a:off x="0" y="6534884"/>
            <a:ext cx="1835055" cy="323116"/>
          </a:xfrm>
          <a:prstGeom prst="rect">
            <a:avLst/>
          </a:prstGeom>
        </p:spPr>
      </p:pic>
    </p:spTree>
    <p:extLst>
      <p:ext uri="{BB962C8B-B14F-4D97-AF65-F5344CB8AC3E}">
        <p14:creationId xmlns:p14="http://schemas.microsoft.com/office/powerpoint/2010/main" val="1395991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5"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33</a:t>
            </a:fld>
            <a:endParaRPr lang="en-US"/>
          </a:p>
        </p:txBody>
      </p:sp>
      <p:sp>
        <p:nvSpPr>
          <p:cNvPr id="3" name="Title 2"/>
          <p:cNvSpPr>
            <a:spLocks noGrp="1"/>
          </p:cNvSpPr>
          <p:nvPr>
            <p:ph type="title" idx="4294967295"/>
          </p:nvPr>
        </p:nvSpPr>
        <p:spPr>
          <a:xfrm>
            <a:off x="152400" y="295272"/>
            <a:ext cx="10807700" cy="369887"/>
          </a:xfrm>
        </p:spPr>
        <p:txBody>
          <a:bodyPr/>
          <a:lstStyle/>
          <a:p>
            <a:r>
              <a:rPr lang="en-US" sz="1700"/>
              <a:t>Summary</a:t>
            </a:r>
          </a:p>
        </p:txBody>
      </p:sp>
      <p:sp>
        <p:nvSpPr>
          <p:cNvPr id="2" name="Content Placeholder 1"/>
          <p:cNvSpPr>
            <a:spLocks noGrp="1"/>
          </p:cNvSpPr>
          <p:nvPr>
            <p:ph idx="4294967295"/>
          </p:nvPr>
        </p:nvSpPr>
        <p:spPr>
          <a:xfrm>
            <a:off x="609600" y="974746"/>
            <a:ext cx="10972800" cy="4983163"/>
          </a:xfrm>
        </p:spPr>
        <p:txBody>
          <a:bodyPr/>
          <a:lstStyle/>
          <a:p>
            <a:pPr marL="0" indent="0">
              <a:buNone/>
            </a:pPr>
            <a:r>
              <a:rPr lang="en-US" altLang="ja-JP"/>
              <a:t>In this module, you have learnt to:</a:t>
            </a:r>
          </a:p>
          <a:p>
            <a:r>
              <a:rPr lang="en-US" altLang="ja-JP" sz="1800"/>
              <a:t>Use features of Medical Event’s object in VEEVA</a:t>
            </a:r>
          </a:p>
          <a:p>
            <a:r>
              <a:rPr lang="en-US" altLang="ja-JP" sz="1800"/>
              <a:t>Configure Event Attendees with different Event Attendee Record Types</a:t>
            </a:r>
          </a:p>
          <a:p>
            <a:r>
              <a:rPr lang="en-US" altLang="ja-JP" sz="1800"/>
              <a:t>Configure Custom Buttons – Attendee and My Attendance buttons</a:t>
            </a:r>
          </a:p>
          <a:p>
            <a:r>
              <a:rPr lang="en-US" altLang="ja-JP" sz="1800"/>
              <a:t>Manage Attendees</a:t>
            </a:r>
          </a:p>
          <a:p>
            <a:r>
              <a:rPr lang="en-US" altLang="ja-JP" sz="1800"/>
              <a:t>Capture and View Attendee signatures</a:t>
            </a:r>
          </a:p>
          <a:p>
            <a:r>
              <a:rPr lang="en-US" altLang="ja-JP" sz="1800"/>
              <a:t>Access and grant edit permissions in Sign-In Sheet for Attendees on iPad</a:t>
            </a:r>
          </a:p>
          <a:p>
            <a:r>
              <a:rPr lang="en-US" altLang="ja-JP" sz="1800"/>
              <a:t>Record Calls with Medical Events</a:t>
            </a:r>
          </a:p>
          <a:p>
            <a:endParaRPr lang="en-US"/>
          </a:p>
        </p:txBody>
      </p:sp>
      <p:sp>
        <p:nvSpPr>
          <p:cNvPr id="6" name="Rectangle 5"/>
          <p:cNvSpPr/>
          <p:nvPr/>
        </p:nvSpPr>
        <p:spPr>
          <a:xfrm>
            <a:off x="6935201" y="3997765"/>
            <a:ext cx="3602254" cy="246881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22" name="Picture 2" descr="D:\Images\Images\Objective\shutterstock_12820219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8251" y="4086567"/>
            <a:ext cx="3436154" cy="2291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34</a:t>
            </a:fld>
            <a:endParaRPr lang="en-US"/>
          </a:p>
        </p:txBody>
      </p:sp>
      <p:sp>
        <p:nvSpPr>
          <p:cNvPr id="3" name="Title 2"/>
          <p:cNvSpPr>
            <a:spLocks noGrp="1"/>
          </p:cNvSpPr>
          <p:nvPr>
            <p:ph type="title" idx="4294967295"/>
          </p:nvPr>
        </p:nvSpPr>
        <p:spPr>
          <a:xfrm>
            <a:off x="433118" y="229566"/>
            <a:ext cx="10807700" cy="369887"/>
          </a:xfrm>
        </p:spPr>
        <p:txBody>
          <a:bodyPr/>
          <a:lstStyle/>
          <a:p>
            <a:r>
              <a:rPr lang="en-US" sz="1700"/>
              <a:t>Source</a:t>
            </a:r>
          </a:p>
        </p:txBody>
      </p:sp>
      <p:sp>
        <p:nvSpPr>
          <p:cNvPr id="2" name="Content Placeholder 1"/>
          <p:cNvSpPr>
            <a:spLocks noGrp="1"/>
          </p:cNvSpPr>
          <p:nvPr>
            <p:ph idx="4294967295"/>
          </p:nvPr>
        </p:nvSpPr>
        <p:spPr>
          <a:xfrm>
            <a:off x="457199" y="1103788"/>
            <a:ext cx="5421313" cy="4983163"/>
          </a:xfrm>
        </p:spPr>
        <p:txBody>
          <a:bodyPr/>
          <a:lstStyle/>
          <a:p>
            <a:pPr>
              <a:defRPr/>
            </a:pPr>
            <a:r>
              <a:rPr lang="en-US">
                <a:hlinkClick r:id="rId2"/>
              </a:rPr>
              <a:t>https://crmhelp.veeva.com/doc/Content/Home.htm</a:t>
            </a:r>
            <a:endParaRPr lang="en-US"/>
          </a:p>
          <a:p>
            <a:pPr>
              <a:defRPr/>
            </a:pPr>
            <a:endParaRPr lang="en-US"/>
          </a:p>
        </p:txBody>
      </p:sp>
      <p:sp>
        <p:nvSpPr>
          <p:cNvPr id="7" name="Text Box 4"/>
          <p:cNvSpPr txBox="1">
            <a:spLocks noChangeArrowheads="1"/>
          </p:cNvSpPr>
          <p:nvPr/>
        </p:nvSpPr>
        <p:spPr bwMode="auto">
          <a:xfrm>
            <a:off x="433118" y="4744784"/>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a:t>Disclaimer: </a:t>
            </a:r>
            <a:r>
              <a:rPr lang="en-US" b="0"/>
              <a:t>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pic>
        <p:nvPicPr>
          <p:cNvPr id="1026" name="Picture 2" descr="D:\Images\Images\source\shutterstock_4246789.jpg"/>
          <p:cNvPicPr>
            <a:picLocks noChangeAspect="1" noChangeArrowheads="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48000" y="1342887"/>
            <a:ext cx="30480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78038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0" y="2438400"/>
            <a:ext cx="5250543" cy="1335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65088" lvl="1"/>
            <a:r>
              <a:rPr lang="en-US" sz="2400">
                <a:solidFill>
                  <a:schemeClr val="tx1">
                    <a:lumMod val="75000"/>
                    <a:lumOff val="25000"/>
                  </a:schemeClr>
                </a:solidFill>
                <a:latin typeface="Arial Rounded MT Bold" pitchFamily="34" charset="0"/>
              </a:rPr>
              <a:t>You have successfully completed</a:t>
            </a:r>
          </a:p>
          <a:p>
            <a:pPr marL="65088" lvl="1"/>
            <a:r>
              <a:rPr lang="en-US" sz="2400" b="1">
                <a:solidFill>
                  <a:srgbClr val="00718F"/>
                </a:solidFill>
                <a:latin typeface="Arial" panose="020B0604020202020204" pitchFamily="34" charset="0"/>
                <a:cs typeface="Arial" panose="020B0604020202020204" pitchFamily="34" charset="0"/>
              </a:rPr>
              <a:t>Medical Events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Cognizant 2015</a:t>
            </a:r>
          </a:p>
        </p:txBody>
      </p:sp>
      <p:sp>
        <p:nvSpPr>
          <p:cNvPr id="3" name="Rectangle 2"/>
          <p:cNvSpPr/>
          <p:nvPr/>
        </p:nvSpPr>
        <p:spPr>
          <a:xfrm>
            <a:off x="838200" y="2743200"/>
            <a:ext cx="6895713" cy="523220"/>
          </a:xfrm>
          <a:prstGeom prst="rect">
            <a:avLst/>
          </a:prstGeom>
        </p:spPr>
        <p:txBody>
          <a:bodyPr wrap="square">
            <a:spAutoFit/>
          </a:bodyPr>
          <a:lstStyle/>
          <a:p>
            <a:r>
              <a:rPr lang="en-US" sz="2800" b="1">
                <a:latin typeface="Arial" panose="020B0604020202020204" pitchFamily="34" charset="0"/>
                <a:cs typeface="Arial" panose="020B0604020202020204" pitchFamily="34" charset="0"/>
              </a:rPr>
              <a:t>Exit Assessment</a:t>
            </a:r>
          </a:p>
        </p:txBody>
      </p:sp>
    </p:spTree>
    <p:extLst>
      <p:ext uri="{BB962C8B-B14F-4D97-AF65-F5344CB8AC3E}">
        <p14:creationId xmlns:p14="http://schemas.microsoft.com/office/powerpoint/2010/main" val="13679069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p>
        </p:txBody>
      </p:sp>
      <p:sp>
        <p:nvSpPr>
          <p:cNvPr id="4" name="Slide Number Placeholder 3"/>
          <p:cNvSpPr>
            <a:spLocks noGrp="1"/>
          </p:cNvSpPr>
          <p:nvPr>
            <p:ph type="sldNum" sz="quarter" idx="12"/>
          </p:nvPr>
        </p:nvSpPr>
        <p:spPr/>
        <p:txBody>
          <a:bodyPr/>
          <a:lstStyle/>
          <a:p>
            <a:fld id="{47ED8886-DB3B-44F4-9A80-E6A224679F20}" type="slidenum">
              <a:rPr lang="en-US" smtClean="0"/>
              <a:pPr/>
              <a:t>37</a:t>
            </a:fld>
            <a:endParaRPr lang="en-US"/>
          </a:p>
        </p:txBody>
      </p:sp>
      <p:sp>
        <p:nvSpPr>
          <p:cNvPr id="3" name="Title 2"/>
          <p:cNvSpPr>
            <a:spLocks noGrp="1"/>
          </p:cNvSpPr>
          <p:nvPr>
            <p:ph type="title" idx="4294967295"/>
          </p:nvPr>
        </p:nvSpPr>
        <p:spPr>
          <a:xfrm>
            <a:off x="457199" y="184557"/>
            <a:ext cx="10807700" cy="369887"/>
          </a:xfrm>
        </p:spPr>
        <p:txBody>
          <a:bodyPr/>
          <a:lstStyle/>
          <a:p>
            <a:r>
              <a:rPr lang="en-US" sz="1700"/>
              <a:t>Exit Assessment</a:t>
            </a:r>
          </a:p>
        </p:txBody>
      </p:sp>
      <p:sp>
        <p:nvSpPr>
          <p:cNvPr id="7" name="TextBox 6"/>
          <p:cNvSpPr txBox="1"/>
          <p:nvPr/>
        </p:nvSpPr>
        <p:spPr>
          <a:xfrm>
            <a:off x="196849" y="2057400"/>
            <a:ext cx="10871201" cy="1200329"/>
          </a:xfrm>
          <a:prstGeom prst="rect">
            <a:avLst/>
          </a:prstGeom>
          <a:noFill/>
        </p:spPr>
        <p:txBody>
          <a:bodyPr wrap="square" rtlCol="0">
            <a:spAutoFit/>
          </a:bodyPr>
          <a:lstStyle/>
          <a:p>
            <a:pPr marL="285750" indent="-285750">
              <a:buFont typeface="Arial" panose="020B0604020202020204" pitchFamily="34" charset="0"/>
              <a:buChar char="•"/>
            </a:pPr>
            <a:r>
              <a:rPr lang="en-US">
                <a:latin typeface="Arial" panose="020B0604020202020204" pitchFamily="34" charset="0"/>
                <a:cs typeface="Arial" panose="020B0604020202020204" pitchFamily="34" charset="0"/>
              </a:rPr>
              <a:t>Please take up the below Exit Assessment in order to complete your Training Session-</a:t>
            </a:r>
          </a:p>
          <a:p>
            <a:endParaRPr lang="en-US"/>
          </a:p>
          <a:p>
            <a:r>
              <a:rPr lang="en-US" u="sng">
                <a:hlinkClick r:id="rId3"/>
              </a:rPr>
              <a:t>https://COGNIZANTLEARNING.sumtotal.host/core/pillarRedirect?relyingParty=LM&amp;url=app%2Fmanagement%2FLMS_ActDetails.aspx%3FActivityId%3D807483%26UserMode%3D0</a:t>
            </a:r>
            <a:r>
              <a:rPr lang="en-US"/>
              <a:t> </a:t>
            </a:r>
          </a:p>
        </p:txBody>
      </p:sp>
    </p:spTree>
    <p:extLst>
      <p:ext uri="{BB962C8B-B14F-4D97-AF65-F5344CB8AC3E}">
        <p14:creationId xmlns:p14="http://schemas.microsoft.com/office/powerpoint/2010/main" val="75231495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1" id="{A78E2F1E-DADA-4E92-9D43-42825C05A1D6}" vid="{21796A00-E72B-4A84-924D-334F6743352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documentManagement/>
</p:properties>
</file>

<file path=customXml/item2.xml><?xml version="1.0" encoding="utf-8"?>
<sisl xmlns:xsi="http://www.w3.org/2001/XMLSchema-instance" xmlns:xsd="http://www.w3.org/2001/XMLSchema" xmlns="http://www.boldonjames.com/2008/01/sie/internal/label" sislVersion="0" policy="82ad3a63-90ad-4a46-a3cb-757f4658e205" origin="userSelected">
  <element uid="7349a702-6462-4442-88eb-c64cd513835c" value=""/>
  <element uid="03e9b10b-a1f9-4a88-9630-476473f62285" value=""/>
  <element uid="8490d18d-1e1f-4ae2-adbe-3f6683173bee" value=""/>
</sisl>
</file>

<file path=customXml/item3.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5" ma:contentTypeDescription="Create a new document." ma:contentTypeScope="" ma:versionID="9c80a020bbbb5ae2cda835c8e565440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f43573f6e26bc639b067c472853df6b7"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8FCE96-C8A4-4E92-8467-18B7198B1C7C}">
  <ds:schemaRefs>
    <ds:schemaRef ds:uri="http://schemas.microsoft.com/office/2006/metadata/properties"/>
  </ds:schemaRefs>
</ds:datastoreItem>
</file>

<file path=customXml/itemProps2.xml><?xml version="1.0" encoding="utf-8"?>
<ds:datastoreItem xmlns:ds="http://schemas.openxmlformats.org/officeDocument/2006/customXml" ds:itemID="{0462998D-A943-44D6-9FE4-ADC9409E8FE1}">
  <ds:schemaRefs>
    <ds:schemaRef ds:uri="http://www.boldonjames.com/2008/01/sie/internal/label"/>
    <ds:schemaRef ds:uri="http://www.w3.org/2001/XMLSchema"/>
  </ds:schemaRefs>
</ds:datastoreItem>
</file>

<file path=customXml/itemProps3.xml><?xml version="1.0" encoding="utf-8"?>
<ds:datastoreItem xmlns:ds="http://schemas.openxmlformats.org/officeDocument/2006/customXml" ds:itemID="{BF0B5417-19AD-4BD4-BD33-EC92EBF66AA5}"/>
</file>

<file path=customXml/itemProps4.xml><?xml version="1.0" encoding="utf-8"?>
<ds:datastoreItem xmlns:ds="http://schemas.openxmlformats.org/officeDocument/2006/customXml" ds:itemID="{8AAEEA49-3EED-4488-A043-7D1DC7843D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Theme_3</Template>
  <TotalTime>0</TotalTime>
  <Words>2075</Words>
  <Application>Microsoft Office PowerPoint</Application>
  <PresentationFormat>Widescreen</PresentationFormat>
  <Paragraphs>325</Paragraphs>
  <Slides>37</Slides>
  <Notes>34</Notes>
  <HiddenSlides>0</HiddenSlides>
  <MMClips>0</MMClips>
  <ScaleCrop>false</ScaleCrop>
  <HeadingPairs>
    <vt:vector size="4" baseType="variant">
      <vt:variant>
        <vt:lpstr>Theme</vt:lpstr>
      </vt:variant>
      <vt:variant>
        <vt:i4>2</vt:i4>
      </vt:variant>
      <vt:variant>
        <vt:lpstr>Slide Titles</vt:lpstr>
      </vt:variant>
      <vt:variant>
        <vt:i4>37</vt:i4>
      </vt:variant>
    </vt:vector>
  </HeadingPairs>
  <TitlesOfParts>
    <vt:vector size="39" baseType="lpstr">
      <vt:lpstr>Custom Design</vt:lpstr>
      <vt:lpstr>Theme1</vt:lpstr>
      <vt:lpstr>PowerPoint Presentation</vt:lpstr>
      <vt:lpstr>About the Author</vt:lpstr>
      <vt:lpstr>Objectives</vt:lpstr>
      <vt:lpstr>Recap ... </vt:lpstr>
      <vt:lpstr>Do You Know</vt:lpstr>
      <vt:lpstr>PowerPoint Presentation</vt:lpstr>
      <vt:lpstr>Medical Events - Features …..1</vt:lpstr>
      <vt:lpstr>Medical Events - Features….2</vt:lpstr>
      <vt:lpstr>Supported Platforms</vt:lpstr>
      <vt:lpstr>Medical Events- Display</vt:lpstr>
      <vt:lpstr>Display- Configuration</vt:lpstr>
      <vt:lpstr>PowerPoint Presentation</vt:lpstr>
      <vt:lpstr>Event Attendees</vt:lpstr>
      <vt:lpstr>Event Attendee Record Types</vt:lpstr>
      <vt:lpstr>Add Attendee Button- Configuration</vt:lpstr>
      <vt:lpstr>Add My Attendance Button- Configuration</vt:lpstr>
      <vt:lpstr>PowerPoint Presentation</vt:lpstr>
      <vt:lpstr>Manage Attendees</vt:lpstr>
      <vt:lpstr>Manage Attendees - Configuration</vt:lpstr>
      <vt:lpstr>PowerPoint Presentation</vt:lpstr>
      <vt:lpstr> Event Attendee Signature Capture </vt:lpstr>
      <vt:lpstr>Signature Page</vt:lpstr>
      <vt:lpstr> Viewing Medical Event Signatures </vt:lpstr>
      <vt:lpstr>PowerPoint Presentation</vt:lpstr>
      <vt:lpstr>Sign-In sheet 1</vt:lpstr>
      <vt:lpstr>Sign-In sheet 2</vt:lpstr>
      <vt:lpstr>PowerPoint Presentation</vt:lpstr>
      <vt:lpstr>Record Call from Medical Events</vt:lpstr>
      <vt:lpstr>Check Your Understanding 1</vt:lpstr>
      <vt:lpstr>Check Your Understanding 2</vt:lpstr>
      <vt:lpstr>Check Your Understanding 3</vt:lpstr>
      <vt:lpstr>Check Your Understanding 4</vt:lpstr>
      <vt:lpstr>Summary</vt:lpstr>
      <vt:lpstr>Source</vt:lpstr>
      <vt:lpstr>PowerPoint Presentation</vt:lpstr>
      <vt:lpstr>PowerPoint Presentation</vt:lpstr>
      <vt:lpstr>Exit Assessment</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keywords>*$%PUB-*$%GenBus</cp:keywords>
  <cp:lastModifiedBy>Prasad, Ritesh Kumar (Cognizant)</cp:lastModifiedBy>
  <cp:revision>2</cp:revision>
  <dcterms:created xsi:type="dcterms:W3CDTF">2011-06-15T11:24:59Z</dcterms:created>
  <dcterms:modified xsi:type="dcterms:W3CDTF">2023-08-14T07:30:12Z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y fmtid="{D5CDD505-2E9C-101B-9397-08002B2CF9AE}" pid="3" name="_dlc_DocIdItemGuid">
    <vt:lpwstr>1c19f327-3998-48ba-bd4d-be7aee79e354</vt:lpwstr>
  </property>
  <property fmtid="{D5CDD505-2E9C-101B-9397-08002B2CF9AE}" pid="4" name="docIndexRef">
    <vt:lpwstr>a9c1833c-d006-42d9-8c44-028639e8f906</vt:lpwstr>
  </property>
  <property fmtid="{D5CDD505-2E9C-101B-9397-08002B2CF9AE}" pid="5" name="bjSaver">
    <vt:lpwstr>S8y3Fo54J7jfxCVfxFNi0eRK9n+Ux2bt</vt:lpwstr>
  </property>
  <property fmtid="{D5CDD505-2E9C-101B-9397-08002B2CF9AE}" pid="6" name="bjDocumentLabelXML">
    <vt:lpwstr>&lt;?xml version="1.0" encoding="us-ascii"?&gt;&lt;sisl xmlns:xsi="http://www.w3.org/2001/XMLSchema-instance" xmlns:xsd="http://www.w3.org/2001/XMLSchema" sislVersion="0" policy="82ad3a63-90ad-4a46-a3cb-757f4658e205" origin="userSelected" xmlns="http://www.boldonj</vt:lpwstr>
  </property>
  <property fmtid="{D5CDD505-2E9C-101B-9397-08002B2CF9AE}" pid="7" name="bjDocumentLabelXML-0">
    <vt:lpwstr>ames.com/2008/01/sie/internal/label"&gt;&lt;element uid="7349a702-6462-4442-88eb-c64cd513835c" value="" /&gt;&lt;element uid="03e9b10b-a1f9-4a88-9630-476473f62285" value="" /&gt;&lt;element uid="8490d18d-1e1f-4ae2-adbe-3f6683173bee" value="" /&gt;&lt;/sisl&gt;</vt:lpwstr>
  </property>
  <property fmtid="{D5CDD505-2E9C-101B-9397-08002B2CF9AE}" pid="8" name="bjDocumentSecurityLabel">
    <vt:lpwstr>Public - General Business</vt:lpwstr>
  </property>
</Properties>
</file>