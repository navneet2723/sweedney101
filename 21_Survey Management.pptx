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6" r:id="rId5"/>
    <p:sldMasterId id="2147483733" r:id="rId6"/>
  </p:sldMasterIdLst>
  <p:notesMasterIdLst>
    <p:notesMasterId r:id="rId42"/>
  </p:notesMasterIdLst>
  <p:sldIdLst>
    <p:sldId id="257" r:id="rId7"/>
    <p:sldId id="723" r:id="rId8"/>
    <p:sldId id="263" r:id="rId9"/>
    <p:sldId id="352" r:id="rId10"/>
    <p:sldId id="258" r:id="rId11"/>
    <p:sldId id="264" r:id="rId12"/>
    <p:sldId id="343" r:id="rId13"/>
    <p:sldId id="322" r:id="rId14"/>
    <p:sldId id="333" r:id="rId15"/>
    <p:sldId id="344" r:id="rId16"/>
    <p:sldId id="304" r:id="rId17"/>
    <p:sldId id="334" r:id="rId18"/>
    <p:sldId id="305" r:id="rId19"/>
    <p:sldId id="323" r:id="rId20"/>
    <p:sldId id="324" r:id="rId21"/>
    <p:sldId id="327" r:id="rId22"/>
    <p:sldId id="353" r:id="rId23"/>
    <p:sldId id="328" r:id="rId24"/>
    <p:sldId id="335" r:id="rId25"/>
    <p:sldId id="329" r:id="rId26"/>
    <p:sldId id="330" r:id="rId27"/>
    <p:sldId id="336" r:id="rId28"/>
    <p:sldId id="345" r:id="rId29"/>
    <p:sldId id="354" r:id="rId30"/>
    <p:sldId id="337" r:id="rId31"/>
    <p:sldId id="338" r:id="rId32"/>
    <p:sldId id="355" r:id="rId33"/>
    <p:sldId id="356" r:id="rId34"/>
    <p:sldId id="357" r:id="rId35"/>
    <p:sldId id="358" r:id="rId36"/>
    <p:sldId id="359" r:id="rId37"/>
    <p:sldId id="277" r:id="rId38"/>
    <p:sldId id="278" r:id="rId39"/>
    <p:sldId id="351" r:id="rId40"/>
    <p:sldId id="27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07ED79-22EF-4B03-9B17-B239179E8B04}" v="4" dt="2023-08-14T07:13:59.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1" autoAdjust="0"/>
  </p:normalViewPr>
  <p:slideViewPr>
    <p:cSldViewPr>
      <p:cViewPr varScale="1">
        <p:scale>
          <a:sx n="74" d="100"/>
          <a:sy n="74" d="100"/>
        </p:scale>
        <p:origin x="936" y="77"/>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diagrams/_rels/data3.xml.rels><?xml version="1.0" encoding="UTF-8" standalone="yes"?>
<Relationships xmlns="http://schemas.openxmlformats.org/package/2006/relationships"><Relationship Id="rId1" Type="http://schemas.openxmlformats.org/officeDocument/2006/relationships/image" Target="../media/image46.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4CA0D9-C8D0-44AA-8F25-797CA684064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E32019EB-650E-4BB9-B063-9D731E28F61A}">
      <dgm:prSet phldrT="[Text]" custT="1"/>
      <dgm:spPr>
        <a:solidFill>
          <a:schemeClr val="accent6">
            <a:lumMod val="75000"/>
            <a:alpha val="90000"/>
          </a:schemeClr>
        </a:solidFill>
      </dgm:spPr>
      <dgm:t>
        <a:bodyPr/>
        <a:lstStyle/>
        <a:p>
          <a:r>
            <a:rPr lang="en-US" sz="1800" dirty="0">
              <a:latin typeface="Arial" pitchFamily="34" charset="0"/>
              <a:cs typeface="Arial" pitchFamily="34" charset="0"/>
            </a:rPr>
            <a:t>Type Of Survey</a:t>
          </a:r>
        </a:p>
      </dgm:t>
    </dgm:pt>
    <dgm:pt modelId="{59510198-65AA-45F2-8CC2-66CEDF897F42}" type="parTrans" cxnId="{5D2D95CF-1EEC-4D20-90B2-56999916F5BB}">
      <dgm:prSet/>
      <dgm:spPr/>
      <dgm:t>
        <a:bodyPr/>
        <a:lstStyle/>
        <a:p>
          <a:endParaRPr lang="en-US"/>
        </a:p>
      </dgm:t>
    </dgm:pt>
    <dgm:pt modelId="{5F5B8A03-E818-4823-B05B-E991FD3E5DB8}" type="sibTrans" cxnId="{5D2D95CF-1EEC-4D20-90B2-56999916F5BB}">
      <dgm:prSet/>
      <dgm:spPr/>
      <dgm:t>
        <a:bodyPr/>
        <a:lstStyle/>
        <a:p>
          <a:endParaRPr lang="en-US"/>
        </a:p>
      </dgm:t>
    </dgm:pt>
    <dgm:pt modelId="{F0E5F8C9-DE0E-4998-8E01-4FA6DC5F956C}">
      <dgm:prSet phldrT="[Text]" custT="1"/>
      <dgm:spPr>
        <a:solidFill>
          <a:schemeClr val="accent6">
            <a:lumMod val="75000"/>
            <a:alpha val="90000"/>
          </a:schemeClr>
        </a:solidFill>
      </dgm:spPr>
      <dgm:t>
        <a:bodyPr/>
        <a:lstStyle/>
        <a:p>
          <a:r>
            <a:rPr lang="en-US" sz="1800" dirty="0">
              <a:latin typeface="Arial" pitchFamily="34" charset="0"/>
              <a:cs typeface="Arial" pitchFamily="34" charset="0"/>
            </a:rPr>
            <a:t>One Time</a:t>
          </a:r>
        </a:p>
      </dgm:t>
    </dgm:pt>
    <dgm:pt modelId="{A73D6374-71DD-424A-ACDD-7A1D64FA0359}" type="parTrans" cxnId="{76E1366A-CC31-444F-82F5-3FCC8617A75D}">
      <dgm:prSet/>
      <dgm:spPr/>
      <dgm:t>
        <a:bodyPr/>
        <a:lstStyle/>
        <a:p>
          <a:endParaRPr lang="en-US"/>
        </a:p>
      </dgm:t>
    </dgm:pt>
    <dgm:pt modelId="{185D2CC4-1C82-4CA6-9152-0A1DA4921D02}" type="sibTrans" cxnId="{76E1366A-CC31-444F-82F5-3FCC8617A75D}">
      <dgm:prSet/>
      <dgm:spPr/>
      <dgm:t>
        <a:bodyPr/>
        <a:lstStyle/>
        <a:p>
          <a:endParaRPr lang="en-US"/>
        </a:p>
      </dgm:t>
    </dgm:pt>
    <dgm:pt modelId="{71DBBFD5-C309-4BFF-AE58-39F00B7B9651}">
      <dgm:prSet phldrT="[Text]" custT="1"/>
      <dgm:spPr>
        <a:solidFill>
          <a:schemeClr val="accent6">
            <a:alpha val="90000"/>
          </a:schemeClr>
        </a:solidFill>
      </dgm:spPr>
      <dgm:t>
        <a:bodyPr/>
        <a:lstStyle/>
        <a:p>
          <a:r>
            <a:rPr lang="en-US" sz="1800" dirty="0">
              <a:latin typeface="Arial" pitchFamily="34" charset="0"/>
              <a:cs typeface="Arial" pitchFamily="34" charset="0"/>
            </a:rPr>
            <a:t>Recurring</a:t>
          </a:r>
        </a:p>
      </dgm:t>
    </dgm:pt>
    <dgm:pt modelId="{DCF60B11-A61C-4B22-BD09-045005A96D45}" type="parTrans" cxnId="{CF801226-3BD1-4242-9ACE-4543DFAE56AA}">
      <dgm:prSet/>
      <dgm:spPr/>
      <dgm:t>
        <a:bodyPr/>
        <a:lstStyle/>
        <a:p>
          <a:endParaRPr lang="en-US"/>
        </a:p>
      </dgm:t>
    </dgm:pt>
    <dgm:pt modelId="{124DFB59-E9C3-4D6E-BCED-2FF02315881A}" type="sibTrans" cxnId="{CF801226-3BD1-4242-9ACE-4543DFAE56AA}">
      <dgm:prSet/>
      <dgm:spPr/>
      <dgm:t>
        <a:bodyPr/>
        <a:lstStyle/>
        <a:p>
          <a:endParaRPr lang="en-US"/>
        </a:p>
      </dgm:t>
    </dgm:pt>
    <dgm:pt modelId="{D30CAE80-B653-4165-8F29-796C2D27BB25}" type="pres">
      <dgm:prSet presAssocID="{AF4CA0D9-C8D0-44AA-8F25-797CA6840642}" presName="hierChild1" presStyleCnt="0">
        <dgm:presLayoutVars>
          <dgm:chPref val="1"/>
          <dgm:dir/>
          <dgm:animOne val="branch"/>
          <dgm:animLvl val="lvl"/>
          <dgm:resizeHandles/>
        </dgm:presLayoutVars>
      </dgm:prSet>
      <dgm:spPr/>
    </dgm:pt>
    <dgm:pt modelId="{53B7CC80-818D-4D33-BC56-3A945A782E48}" type="pres">
      <dgm:prSet presAssocID="{E32019EB-650E-4BB9-B063-9D731E28F61A}" presName="hierRoot1" presStyleCnt="0"/>
      <dgm:spPr/>
    </dgm:pt>
    <dgm:pt modelId="{EC6A7FF4-A6B5-4BA9-B68B-7242F3DA7BAF}" type="pres">
      <dgm:prSet presAssocID="{E32019EB-650E-4BB9-B063-9D731E28F61A}" presName="composite" presStyleCnt="0"/>
      <dgm:spPr/>
    </dgm:pt>
    <dgm:pt modelId="{143722F3-AC3D-404E-AA25-882B3D3524B9}" type="pres">
      <dgm:prSet presAssocID="{E32019EB-650E-4BB9-B063-9D731E28F61A}" presName="background" presStyleLbl="node0" presStyleIdx="0" presStyleCnt="1"/>
      <dgm:spPr/>
    </dgm:pt>
    <dgm:pt modelId="{F274E7BF-E8F4-4739-BFB9-B527D2008932}" type="pres">
      <dgm:prSet presAssocID="{E32019EB-650E-4BB9-B063-9D731E28F61A}" presName="text" presStyleLbl="fgAcc0" presStyleIdx="0" presStyleCnt="1">
        <dgm:presLayoutVars>
          <dgm:chPref val="3"/>
        </dgm:presLayoutVars>
      </dgm:prSet>
      <dgm:spPr/>
    </dgm:pt>
    <dgm:pt modelId="{DA914BD0-BCA3-4E0F-969D-7A50CBC567B5}" type="pres">
      <dgm:prSet presAssocID="{E32019EB-650E-4BB9-B063-9D731E28F61A}" presName="hierChild2" presStyleCnt="0"/>
      <dgm:spPr/>
    </dgm:pt>
    <dgm:pt modelId="{2DBCFB2A-3A26-4FCF-8FA8-F5FC002C3493}" type="pres">
      <dgm:prSet presAssocID="{A73D6374-71DD-424A-ACDD-7A1D64FA0359}" presName="Name10" presStyleLbl="parChTrans1D2" presStyleIdx="0" presStyleCnt="2"/>
      <dgm:spPr/>
    </dgm:pt>
    <dgm:pt modelId="{BA1C0886-60B7-46FA-B422-6F3144B404FA}" type="pres">
      <dgm:prSet presAssocID="{F0E5F8C9-DE0E-4998-8E01-4FA6DC5F956C}" presName="hierRoot2" presStyleCnt="0"/>
      <dgm:spPr/>
    </dgm:pt>
    <dgm:pt modelId="{13E8DF15-FC64-494D-9C54-1E85767C510C}" type="pres">
      <dgm:prSet presAssocID="{F0E5F8C9-DE0E-4998-8E01-4FA6DC5F956C}" presName="composite2" presStyleCnt="0"/>
      <dgm:spPr/>
    </dgm:pt>
    <dgm:pt modelId="{FBABB68C-F86A-4C63-BDB3-6A156208BD98}" type="pres">
      <dgm:prSet presAssocID="{F0E5F8C9-DE0E-4998-8E01-4FA6DC5F956C}" presName="background2" presStyleLbl="node2" presStyleIdx="0" presStyleCnt="2"/>
      <dgm:spPr/>
    </dgm:pt>
    <dgm:pt modelId="{35F079E5-4479-4867-A82B-C14BCE3FE195}" type="pres">
      <dgm:prSet presAssocID="{F0E5F8C9-DE0E-4998-8E01-4FA6DC5F956C}" presName="text2" presStyleLbl="fgAcc2" presStyleIdx="0" presStyleCnt="2">
        <dgm:presLayoutVars>
          <dgm:chPref val="3"/>
        </dgm:presLayoutVars>
      </dgm:prSet>
      <dgm:spPr/>
    </dgm:pt>
    <dgm:pt modelId="{0A5B0A1D-2A6D-498D-813C-A59F21761565}" type="pres">
      <dgm:prSet presAssocID="{F0E5F8C9-DE0E-4998-8E01-4FA6DC5F956C}" presName="hierChild3" presStyleCnt="0"/>
      <dgm:spPr/>
    </dgm:pt>
    <dgm:pt modelId="{F30078E9-E6B9-4D0B-B7D4-86B3BF5086EB}" type="pres">
      <dgm:prSet presAssocID="{DCF60B11-A61C-4B22-BD09-045005A96D45}" presName="Name10" presStyleLbl="parChTrans1D2" presStyleIdx="1" presStyleCnt="2"/>
      <dgm:spPr/>
    </dgm:pt>
    <dgm:pt modelId="{E544A011-DC00-4932-BCD3-A3574345C6A3}" type="pres">
      <dgm:prSet presAssocID="{71DBBFD5-C309-4BFF-AE58-39F00B7B9651}" presName="hierRoot2" presStyleCnt="0"/>
      <dgm:spPr/>
    </dgm:pt>
    <dgm:pt modelId="{B85CEE71-3CAA-414F-8B73-BFE124639823}" type="pres">
      <dgm:prSet presAssocID="{71DBBFD5-C309-4BFF-AE58-39F00B7B9651}" presName="composite2" presStyleCnt="0"/>
      <dgm:spPr/>
    </dgm:pt>
    <dgm:pt modelId="{E5D870D7-26DF-44C6-B6B9-78939F9932DA}" type="pres">
      <dgm:prSet presAssocID="{71DBBFD5-C309-4BFF-AE58-39F00B7B9651}" presName="background2" presStyleLbl="node2" presStyleIdx="1" presStyleCnt="2"/>
      <dgm:spPr/>
    </dgm:pt>
    <dgm:pt modelId="{F329F8A8-7579-40AE-B5A7-404EEA037C9F}" type="pres">
      <dgm:prSet presAssocID="{71DBBFD5-C309-4BFF-AE58-39F00B7B9651}" presName="text2" presStyleLbl="fgAcc2" presStyleIdx="1" presStyleCnt="2" custLinFactNeighborX="-2580" custLinFactNeighborY="-1016">
        <dgm:presLayoutVars>
          <dgm:chPref val="3"/>
        </dgm:presLayoutVars>
      </dgm:prSet>
      <dgm:spPr/>
    </dgm:pt>
    <dgm:pt modelId="{98D48B96-9D01-44A2-BE77-6F40BD3FC161}" type="pres">
      <dgm:prSet presAssocID="{71DBBFD5-C309-4BFF-AE58-39F00B7B9651}" presName="hierChild3" presStyleCnt="0"/>
      <dgm:spPr/>
    </dgm:pt>
  </dgm:ptLst>
  <dgm:cxnLst>
    <dgm:cxn modelId="{59217B13-4B00-4C89-960F-D5289DE803D6}" type="presOf" srcId="{71DBBFD5-C309-4BFF-AE58-39F00B7B9651}" destId="{F329F8A8-7579-40AE-B5A7-404EEA037C9F}" srcOrd="0" destOrd="0" presId="urn:microsoft.com/office/officeart/2005/8/layout/hierarchy1"/>
    <dgm:cxn modelId="{CF801226-3BD1-4242-9ACE-4543DFAE56AA}" srcId="{E32019EB-650E-4BB9-B063-9D731E28F61A}" destId="{71DBBFD5-C309-4BFF-AE58-39F00B7B9651}" srcOrd="1" destOrd="0" parTransId="{DCF60B11-A61C-4B22-BD09-045005A96D45}" sibTransId="{124DFB59-E9C3-4D6E-BCED-2FF02315881A}"/>
    <dgm:cxn modelId="{B9971533-8A79-4F36-B890-07F4C524CA11}" type="presOf" srcId="{F0E5F8C9-DE0E-4998-8E01-4FA6DC5F956C}" destId="{35F079E5-4479-4867-A82B-C14BCE3FE195}" srcOrd="0" destOrd="0" presId="urn:microsoft.com/office/officeart/2005/8/layout/hierarchy1"/>
    <dgm:cxn modelId="{AA440861-78C6-4C99-A775-8CB636941D35}" type="presOf" srcId="{A73D6374-71DD-424A-ACDD-7A1D64FA0359}" destId="{2DBCFB2A-3A26-4FCF-8FA8-F5FC002C3493}" srcOrd="0" destOrd="0" presId="urn:microsoft.com/office/officeart/2005/8/layout/hierarchy1"/>
    <dgm:cxn modelId="{20497E45-3676-4CA7-8D93-FBE78E17ED04}" type="presOf" srcId="{E32019EB-650E-4BB9-B063-9D731E28F61A}" destId="{F274E7BF-E8F4-4739-BFB9-B527D2008932}" srcOrd="0" destOrd="0" presId="urn:microsoft.com/office/officeart/2005/8/layout/hierarchy1"/>
    <dgm:cxn modelId="{76E1366A-CC31-444F-82F5-3FCC8617A75D}" srcId="{E32019EB-650E-4BB9-B063-9D731E28F61A}" destId="{F0E5F8C9-DE0E-4998-8E01-4FA6DC5F956C}" srcOrd="0" destOrd="0" parTransId="{A73D6374-71DD-424A-ACDD-7A1D64FA0359}" sibTransId="{185D2CC4-1C82-4CA6-9152-0A1DA4921D02}"/>
    <dgm:cxn modelId="{5D2D95CF-1EEC-4D20-90B2-56999916F5BB}" srcId="{AF4CA0D9-C8D0-44AA-8F25-797CA6840642}" destId="{E32019EB-650E-4BB9-B063-9D731E28F61A}" srcOrd="0" destOrd="0" parTransId="{59510198-65AA-45F2-8CC2-66CEDF897F42}" sibTransId="{5F5B8A03-E818-4823-B05B-E991FD3E5DB8}"/>
    <dgm:cxn modelId="{04FDB0F4-7F89-4E98-9057-19FB710A19D4}" type="presOf" srcId="{AF4CA0D9-C8D0-44AA-8F25-797CA6840642}" destId="{D30CAE80-B653-4165-8F29-796C2D27BB25}" srcOrd="0" destOrd="0" presId="urn:microsoft.com/office/officeart/2005/8/layout/hierarchy1"/>
    <dgm:cxn modelId="{59AE8DF8-9632-439C-A090-6804157804D3}" type="presOf" srcId="{DCF60B11-A61C-4B22-BD09-045005A96D45}" destId="{F30078E9-E6B9-4D0B-B7D4-86B3BF5086EB}" srcOrd="0" destOrd="0" presId="urn:microsoft.com/office/officeart/2005/8/layout/hierarchy1"/>
    <dgm:cxn modelId="{EC45F3E5-4315-41AD-82D1-2EC68883B4FD}" type="presParOf" srcId="{D30CAE80-B653-4165-8F29-796C2D27BB25}" destId="{53B7CC80-818D-4D33-BC56-3A945A782E48}" srcOrd="0" destOrd="0" presId="urn:microsoft.com/office/officeart/2005/8/layout/hierarchy1"/>
    <dgm:cxn modelId="{F5DAA9B4-10E8-45E1-AB00-B8C4DFE3A0A8}" type="presParOf" srcId="{53B7CC80-818D-4D33-BC56-3A945A782E48}" destId="{EC6A7FF4-A6B5-4BA9-B68B-7242F3DA7BAF}" srcOrd="0" destOrd="0" presId="urn:microsoft.com/office/officeart/2005/8/layout/hierarchy1"/>
    <dgm:cxn modelId="{4E50887D-D341-4F86-8C8A-4A1DBFC4A1A6}" type="presParOf" srcId="{EC6A7FF4-A6B5-4BA9-B68B-7242F3DA7BAF}" destId="{143722F3-AC3D-404E-AA25-882B3D3524B9}" srcOrd="0" destOrd="0" presId="urn:microsoft.com/office/officeart/2005/8/layout/hierarchy1"/>
    <dgm:cxn modelId="{29486871-6449-4F28-BE2B-24EAF38D0C2A}" type="presParOf" srcId="{EC6A7FF4-A6B5-4BA9-B68B-7242F3DA7BAF}" destId="{F274E7BF-E8F4-4739-BFB9-B527D2008932}" srcOrd="1" destOrd="0" presId="urn:microsoft.com/office/officeart/2005/8/layout/hierarchy1"/>
    <dgm:cxn modelId="{DF6B626F-A865-400A-9297-FE48C6803F75}" type="presParOf" srcId="{53B7CC80-818D-4D33-BC56-3A945A782E48}" destId="{DA914BD0-BCA3-4E0F-969D-7A50CBC567B5}" srcOrd="1" destOrd="0" presId="urn:microsoft.com/office/officeart/2005/8/layout/hierarchy1"/>
    <dgm:cxn modelId="{97909361-38A8-4808-898F-57ABA922E604}" type="presParOf" srcId="{DA914BD0-BCA3-4E0F-969D-7A50CBC567B5}" destId="{2DBCFB2A-3A26-4FCF-8FA8-F5FC002C3493}" srcOrd="0" destOrd="0" presId="urn:microsoft.com/office/officeart/2005/8/layout/hierarchy1"/>
    <dgm:cxn modelId="{BB4F2E3F-B198-4B65-89BF-922056BBC58E}" type="presParOf" srcId="{DA914BD0-BCA3-4E0F-969D-7A50CBC567B5}" destId="{BA1C0886-60B7-46FA-B422-6F3144B404FA}" srcOrd="1" destOrd="0" presId="urn:microsoft.com/office/officeart/2005/8/layout/hierarchy1"/>
    <dgm:cxn modelId="{720C4CB6-F359-49F9-AA07-2338CDD9E97A}" type="presParOf" srcId="{BA1C0886-60B7-46FA-B422-6F3144B404FA}" destId="{13E8DF15-FC64-494D-9C54-1E85767C510C}" srcOrd="0" destOrd="0" presId="urn:microsoft.com/office/officeart/2005/8/layout/hierarchy1"/>
    <dgm:cxn modelId="{79DA2887-5399-4AE0-ADEF-E6CEFD714421}" type="presParOf" srcId="{13E8DF15-FC64-494D-9C54-1E85767C510C}" destId="{FBABB68C-F86A-4C63-BDB3-6A156208BD98}" srcOrd="0" destOrd="0" presId="urn:microsoft.com/office/officeart/2005/8/layout/hierarchy1"/>
    <dgm:cxn modelId="{1C8AB432-3CD2-4076-A847-8584195ED7C4}" type="presParOf" srcId="{13E8DF15-FC64-494D-9C54-1E85767C510C}" destId="{35F079E5-4479-4867-A82B-C14BCE3FE195}" srcOrd="1" destOrd="0" presId="urn:microsoft.com/office/officeart/2005/8/layout/hierarchy1"/>
    <dgm:cxn modelId="{87010D69-6D16-49D2-961E-CB986D1BB3C6}" type="presParOf" srcId="{BA1C0886-60B7-46FA-B422-6F3144B404FA}" destId="{0A5B0A1D-2A6D-498D-813C-A59F21761565}" srcOrd="1" destOrd="0" presId="urn:microsoft.com/office/officeart/2005/8/layout/hierarchy1"/>
    <dgm:cxn modelId="{C05F6B0A-EFA6-4526-8FFE-7B0B2C36267C}" type="presParOf" srcId="{DA914BD0-BCA3-4E0F-969D-7A50CBC567B5}" destId="{F30078E9-E6B9-4D0B-B7D4-86B3BF5086EB}" srcOrd="2" destOrd="0" presId="urn:microsoft.com/office/officeart/2005/8/layout/hierarchy1"/>
    <dgm:cxn modelId="{93A1C586-D47E-45B3-8141-B15DFFF9E50C}" type="presParOf" srcId="{DA914BD0-BCA3-4E0F-969D-7A50CBC567B5}" destId="{E544A011-DC00-4932-BCD3-A3574345C6A3}" srcOrd="3" destOrd="0" presId="urn:microsoft.com/office/officeart/2005/8/layout/hierarchy1"/>
    <dgm:cxn modelId="{71996388-C43E-4287-B8B0-56CCE8721120}" type="presParOf" srcId="{E544A011-DC00-4932-BCD3-A3574345C6A3}" destId="{B85CEE71-3CAA-414F-8B73-BFE124639823}" srcOrd="0" destOrd="0" presId="urn:microsoft.com/office/officeart/2005/8/layout/hierarchy1"/>
    <dgm:cxn modelId="{0778908E-B9BB-4E80-8DFF-DBEFF6C04561}" type="presParOf" srcId="{B85CEE71-3CAA-414F-8B73-BFE124639823}" destId="{E5D870D7-26DF-44C6-B6B9-78939F9932DA}" srcOrd="0" destOrd="0" presId="urn:microsoft.com/office/officeart/2005/8/layout/hierarchy1"/>
    <dgm:cxn modelId="{8264CE2F-D501-4323-99B3-4D9817C05C9D}" type="presParOf" srcId="{B85CEE71-3CAA-414F-8B73-BFE124639823}" destId="{F329F8A8-7579-40AE-B5A7-404EEA037C9F}" srcOrd="1" destOrd="0" presId="urn:microsoft.com/office/officeart/2005/8/layout/hierarchy1"/>
    <dgm:cxn modelId="{8DCCF2F7-CB06-4134-BBA2-47A7404161E7}" type="presParOf" srcId="{E544A011-DC00-4932-BCD3-A3574345C6A3}" destId="{98D48B96-9D01-44A2-BE77-6F40BD3FC16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A4F9E7-57BD-4C28-BD36-E9239EE3FDAE}" type="doc">
      <dgm:prSet loTypeId="urn:microsoft.com/office/officeart/2005/8/layout/chevron1" loCatId="process" qsTypeId="urn:microsoft.com/office/officeart/2005/8/quickstyle/simple1" qsCatId="simple" csTypeId="urn:microsoft.com/office/officeart/2005/8/colors/accent1_2" csCatId="accent1" phldr="1"/>
      <dgm:spPr/>
    </dgm:pt>
    <dgm:pt modelId="{F51A729F-F3A2-4A9F-8F7D-EC97AD0F6D51}">
      <dgm:prSet phldrT="[Text]" custT="1"/>
      <dgm:spPr>
        <a:solidFill>
          <a:schemeClr val="accent6">
            <a:lumMod val="75000"/>
          </a:schemeClr>
        </a:solidFill>
      </dgm:spPr>
      <dgm:t>
        <a:bodyPr/>
        <a:lstStyle/>
        <a:p>
          <a:r>
            <a:rPr lang="en-US" sz="1600" b="1" dirty="0">
              <a:solidFill>
                <a:schemeClr val="bg1"/>
              </a:solidFill>
              <a:latin typeface="Arial" pitchFamily="34" charset="0"/>
              <a:cs typeface="Arial" pitchFamily="34" charset="0"/>
            </a:rPr>
            <a:t>Creating a Survey</a:t>
          </a:r>
        </a:p>
      </dgm:t>
    </dgm:pt>
    <dgm:pt modelId="{8EE2480F-E3B2-4F09-B65F-F0EDEAD36A8D}" type="parTrans" cxnId="{427AC0E6-7F37-402A-ACB3-EC28DE765C40}">
      <dgm:prSet/>
      <dgm:spPr/>
      <dgm:t>
        <a:bodyPr/>
        <a:lstStyle/>
        <a:p>
          <a:endParaRPr lang="en-US"/>
        </a:p>
      </dgm:t>
    </dgm:pt>
    <dgm:pt modelId="{5A38FFBE-DE0A-41E3-A6D0-ED39A1EC8E16}" type="sibTrans" cxnId="{427AC0E6-7F37-402A-ACB3-EC28DE765C40}">
      <dgm:prSet/>
      <dgm:spPr/>
      <dgm:t>
        <a:bodyPr/>
        <a:lstStyle/>
        <a:p>
          <a:endParaRPr lang="en-US"/>
        </a:p>
      </dgm:t>
    </dgm:pt>
    <dgm:pt modelId="{D4F4F62C-8787-4A9F-AE10-4072509A6D4C}">
      <dgm:prSet phldrT="[Text]" custT="1"/>
      <dgm:spPr>
        <a:solidFill>
          <a:schemeClr val="accent6">
            <a:lumMod val="75000"/>
          </a:schemeClr>
        </a:solidFill>
      </dgm:spPr>
      <dgm:t>
        <a:bodyPr/>
        <a:lstStyle/>
        <a:p>
          <a:r>
            <a:rPr lang="en-US" sz="1600" b="1" i="0" dirty="0">
              <a:solidFill>
                <a:schemeClr val="bg1"/>
              </a:solidFill>
              <a:latin typeface="Arial" pitchFamily="34" charset="0"/>
              <a:cs typeface="Arial" pitchFamily="34" charset="0"/>
            </a:rPr>
            <a:t>Publishing a Survey</a:t>
          </a:r>
          <a:endParaRPr lang="en-US" sz="1600" b="1" dirty="0">
            <a:solidFill>
              <a:schemeClr val="bg1"/>
            </a:solidFill>
            <a:latin typeface="Arial" pitchFamily="34" charset="0"/>
            <a:cs typeface="Arial" pitchFamily="34" charset="0"/>
          </a:endParaRPr>
        </a:p>
      </dgm:t>
    </dgm:pt>
    <dgm:pt modelId="{76E24EE7-B5AC-4783-85FF-EB9A0DA283FA}" type="parTrans" cxnId="{003468C1-A274-4EAD-B1A9-B643FC7D4BD5}">
      <dgm:prSet/>
      <dgm:spPr/>
      <dgm:t>
        <a:bodyPr/>
        <a:lstStyle/>
        <a:p>
          <a:endParaRPr lang="en-US"/>
        </a:p>
      </dgm:t>
    </dgm:pt>
    <dgm:pt modelId="{6505A8D7-E7FC-4F8B-BF52-EAB88355B092}" type="sibTrans" cxnId="{003468C1-A274-4EAD-B1A9-B643FC7D4BD5}">
      <dgm:prSet/>
      <dgm:spPr/>
      <dgm:t>
        <a:bodyPr/>
        <a:lstStyle/>
        <a:p>
          <a:endParaRPr lang="en-US"/>
        </a:p>
      </dgm:t>
    </dgm:pt>
    <dgm:pt modelId="{8D21373B-5665-47AB-8B54-ADC720BFFE79}">
      <dgm:prSet phldrT="[Text]" custT="1"/>
      <dgm:spPr>
        <a:solidFill>
          <a:schemeClr val="accent6">
            <a:lumMod val="75000"/>
          </a:schemeClr>
        </a:solidFill>
      </dgm:spPr>
      <dgm:t>
        <a:bodyPr/>
        <a:lstStyle/>
        <a:p>
          <a:r>
            <a:rPr lang="en-US" sz="1400" b="1" i="0" dirty="0">
              <a:solidFill>
                <a:schemeClr val="bg1"/>
              </a:solidFill>
              <a:latin typeface="Arial" pitchFamily="34" charset="0"/>
              <a:cs typeface="Arial" pitchFamily="34" charset="0"/>
            </a:rPr>
            <a:t>Retiring a Survey</a:t>
          </a:r>
          <a:endParaRPr lang="en-US" sz="1400" b="1" dirty="0">
            <a:solidFill>
              <a:schemeClr val="bg1"/>
            </a:solidFill>
            <a:latin typeface="Arial" pitchFamily="34" charset="0"/>
            <a:cs typeface="Arial" pitchFamily="34" charset="0"/>
          </a:endParaRPr>
        </a:p>
      </dgm:t>
    </dgm:pt>
    <dgm:pt modelId="{F13B24A1-628C-4EAA-9C96-EB3BD70F046E}" type="parTrans" cxnId="{35B64187-B4E5-4981-9F6A-EB6362F5E2CD}">
      <dgm:prSet/>
      <dgm:spPr/>
      <dgm:t>
        <a:bodyPr/>
        <a:lstStyle/>
        <a:p>
          <a:endParaRPr lang="en-US"/>
        </a:p>
      </dgm:t>
    </dgm:pt>
    <dgm:pt modelId="{9A526B60-2D47-4C1C-A5AB-8C3BA6AB2EBC}" type="sibTrans" cxnId="{35B64187-B4E5-4981-9F6A-EB6362F5E2CD}">
      <dgm:prSet/>
      <dgm:spPr/>
      <dgm:t>
        <a:bodyPr/>
        <a:lstStyle/>
        <a:p>
          <a:endParaRPr lang="en-US"/>
        </a:p>
      </dgm:t>
    </dgm:pt>
    <dgm:pt modelId="{E264A2A4-6360-487C-B3DD-56C4E3B49D9F}">
      <dgm:prSet phldrT="[Text]" custT="1"/>
      <dgm:spPr>
        <a:solidFill>
          <a:schemeClr val="accent6">
            <a:lumMod val="75000"/>
          </a:schemeClr>
        </a:solidFill>
      </dgm:spPr>
      <dgm:t>
        <a:bodyPr/>
        <a:lstStyle/>
        <a:p>
          <a:r>
            <a:rPr lang="en-US" sz="1400" b="1" i="0" dirty="0">
              <a:solidFill>
                <a:schemeClr val="bg1"/>
              </a:solidFill>
              <a:latin typeface="Arial" pitchFamily="34" charset="0"/>
              <a:cs typeface="Arial" pitchFamily="34" charset="0"/>
            </a:rPr>
            <a:t>End User Survey</a:t>
          </a:r>
        </a:p>
        <a:p>
          <a:r>
            <a:rPr lang="en-US" sz="1400" b="1" i="0" dirty="0">
              <a:solidFill>
                <a:schemeClr val="bg1"/>
              </a:solidFill>
              <a:latin typeface="Arial" pitchFamily="34" charset="0"/>
              <a:cs typeface="Arial" pitchFamily="34" charset="0"/>
            </a:rPr>
            <a:t>Execution</a:t>
          </a:r>
          <a:endParaRPr lang="en-US" sz="1400" b="1" dirty="0">
            <a:solidFill>
              <a:schemeClr val="bg1"/>
            </a:solidFill>
            <a:latin typeface="Arial" pitchFamily="34" charset="0"/>
            <a:cs typeface="Arial" pitchFamily="34" charset="0"/>
          </a:endParaRPr>
        </a:p>
      </dgm:t>
    </dgm:pt>
    <dgm:pt modelId="{8E85A0B5-8AB1-4D4D-A7EF-ABEB617EA000}" type="parTrans" cxnId="{537BDC12-1228-430A-8375-0C63D1FD3C0C}">
      <dgm:prSet/>
      <dgm:spPr/>
      <dgm:t>
        <a:bodyPr/>
        <a:lstStyle/>
        <a:p>
          <a:endParaRPr lang="en-US"/>
        </a:p>
      </dgm:t>
    </dgm:pt>
    <dgm:pt modelId="{1F6983C1-59EF-4CCE-9874-DC1C78B392FC}" type="sibTrans" cxnId="{537BDC12-1228-430A-8375-0C63D1FD3C0C}">
      <dgm:prSet/>
      <dgm:spPr/>
      <dgm:t>
        <a:bodyPr/>
        <a:lstStyle/>
        <a:p>
          <a:endParaRPr lang="en-US"/>
        </a:p>
      </dgm:t>
    </dgm:pt>
    <dgm:pt modelId="{3B60A8D6-0028-419F-AAB3-A8CB043D5F10}">
      <dgm:prSet phldrT="[Text]" custT="1"/>
      <dgm:spPr>
        <a:solidFill>
          <a:schemeClr val="accent6">
            <a:lumMod val="75000"/>
          </a:schemeClr>
        </a:solidFill>
      </dgm:spPr>
      <dgm:t>
        <a:bodyPr/>
        <a:lstStyle/>
        <a:p>
          <a:r>
            <a:rPr lang="en-US" sz="1400" b="1" i="0" dirty="0">
              <a:solidFill>
                <a:schemeClr val="bg1"/>
              </a:solidFill>
              <a:latin typeface="Arial" pitchFamily="34" charset="0"/>
              <a:cs typeface="Arial" pitchFamily="34" charset="0"/>
            </a:rPr>
            <a:t>Monitoring </a:t>
          </a:r>
        </a:p>
        <a:p>
          <a:r>
            <a:rPr lang="en-US" sz="1400" b="1" i="0" dirty="0">
              <a:solidFill>
                <a:schemeClr val="bg1"/>
              </a:solidFill>
              <a:latin typeface="Arial" pitchFamily="34" charset="0"/>
              <a:cs typeface="Arial" pitchFamily="34" charset="0"/>
            </a:rPr>
            <a:t>Survey Results</a:t>
          </a:r>
          <a:endParaRPr lang="en-US" sz="1400" b="1" dirty="0">
            <a:solidFill>
              <a:schemeClr val="bg1"/>
            </a:solidFill>
            <a:latin typeface="Arial" pitchFamily="34" charset="0"/>
            <a:cs typeface="Arial" pitchFamily="34" charset="0"/>
          </a:endParaRPr>
        </a:p>
      </dgm:t>
    </dgm:pt>
    <dgm:pt modelId="{F3AF0FA0-6440-42DE-9705-827F2AC8E4E5}" type="parTrans" cxnId="{6C645303-B343-4B6E-963C-A442C1B0222A}">
      <dgm:prSet/>
      <dgm:spPr/>
      <dgm:t>
        <a:bodyPr/>
        <a:lstStyle/>
        <a:p>
          <a:endParaRPr lang="en-US"/>
        </a:p>
      </dgm:t>
    </dgm:pt>
    <dgm:pt modelId="{25066EF9-AA01-4DB2-BC12-2E5566DF2FF9}" type="sibTrans" cxnId="{6C645303-B343-4B6E-963C-A442C1B0222A}">
      <dgm:prSet/>
      <dgm:spPr/>
      <dgm:t>
        <a:bodyPr/>
        <a:lstStyle/>
        <a:p>
          <a:endParaRPr lang="en-US"/>
        </a:p>
      </dgm:t>
    </dgm:pt>
    <dgm:pt modelId="{8AA87E27-0226-44EA-925D-0CC70877A4EE}" type="pres">
      <dgm:prSet presAssocID="{53A4F9E7-57BD-4C28-BD36-E9239EE3FDAE}" presName="Name0" presStyleCnt="0">
        <dgm:presLayoutVars>
          <dgm:dir/>
          <dgm:animLvl val="lvl"/>
          <dgm:resizeHandles val="exact"/>
        </dgm:presLayoutVars>
      </dgm:prSet>
      <dgm:spPr/>
    </dgm:pt>
    <dgm:pt modelId="{1CAB5246-6DAD-4E67-8479-404047C30A51}" type="pres">
      <dgm:prSet presAssocID="{F51A729F-F3A2-4A9F-8F7D-EC97AD0F6D51}" presName="parTxOnly" presStyleLbl="node1" presStyleIdx="0" presStyleCnt="5" custScaleX="106722" custScaleY="102159">
        <dgm:presLayoutVars>
          <dgm:chMax val="0"/>
          <dgm:chPref val="0"/>
          <dgm:bulletEnabled val="1"/>
        </dgm:presLayoutVars>
      </dgm:prSet>
      <dgm:spPr/>
    </dgm:pt>
    <dgm:pt modelId="{7589D754-FB9B-40CC-B7C7-A4056297D6BA}" type="pres">
      <dgm:prSet presAssocID="{5A38FFBE-DE0A-41E3-A6D0-ED39A1EC8E16}" presName="parTxOnlySpace" presStyleCnt="0"/>
      <dgm:spPr/>
    </dgm:pt>
    <dgm:pt modelId="{41ADB7D0-8710-419D-84B1-34F30D4E6A35}" type="pres">
      <dgm:prSet presAssocID="{D4F4F62C-8787-4A9F-AE10-4072509A6D4C}" presName="parTxOnly" presStyleLbl="node1" presStyleIdx="1" presStyleCnt="5">
        <dgm:presLayoutVars>
          <dgm:chMax val="0"/>
          <dgm:chPref val="0"/>
          <dgm:bulletEnabled val="1"/>
        </dgm:presLayoutVars>
      </dgm:prSet>
      <dgm:spPr/>
    </dgm:pt>
    <dgm:pt modelId="{38D34B19-28FB-4FDF-9094-7B3C87AE6521}" type="pres">
      <dgm:prSet presAssocID="{6505A8D7-E7FC-4F8B-BF52-EAB88355B092}" presName="parTxOnlySpace" presStyleCnt="0"/>
      <dgm:spPr/>
    </dgm:pt>
    <dgm:pt modelId="{FBEB4461-DF5A-4175-A03E-15B602D4DD21}" type="pres">
      <dgm:prSet presAssocID="{E264A2A4-6360-487C-B3DD-56C4E3B49D9F}" presName="parTxOnly" presStyleLbl="node1" presStyleIdx="2" presStyleCnt="5">
        <dgm:presLayoutVars>
          <dgm:chMax val="0"/>
          <dgm:chPref val="0"/>
          <dgm:bulletEnabled val="1"/>
        </dgm:presLayoutVars>
      </dgm:prSet>
      <dgm:spPr/>
    </dgm:pt>
    <dgm:pt modelId="{00B0CD27-32C4-4118-A955-9D484CD09081}" type="pres">
      <dgm:prSet presAssocID="{1F6983C1-59EF-4CCE-9874-DC1C78B392FC}" presName="parTxOnlySpace" presStyleCnt="0"/>
      <dgm:spPr/>
    </dgm:pt>
    <dgm:pt modelId="{EACA58AC-1770-4F55-91B2-B005E0DA48AB}" type="pres">
      <dgm:prSet presAssocID="{3B60A8D6-0028-419F-AAB3-A8CB043D5F10}" presName="parTxOnly" presStyleLbl="node1" presStyleIdx="3" presStyleCnt="5" custScaleX="120463">
        <dgm:presLayoutVars>
          <dgm:chMax val="0"/>
          <dgm:chPref val="0"/>
          <dgm:bulletEnabled val="1"/>
        </dgm:presLayoutVars>
      </dgm:prSet>
      <dgm:spPr/>
    </dgm:pt>
    <dgm:pt modelId="{3B37EA8D-5F1E-46F0-B3EF-D5BFFF4CF2B8}" type="pres">
      <dgm:prSet presAssocID="{25066EF9-AA01-4DB2-BC12-2E5566DF2FF9}" presName="parTxOnlySpace" presStyleCnt="0"/>
      <dgm:spPr/>
    </dgm:pt>
    <dgm:pt modelId="{63D6B5B4-F3A5-4DAC-85E0-3535BCD6A0F3}" type="pres">
      <dgm:prSet presAssocID="{8D21373B-5665-47AB-8B54-ADC720BFFE79}" presName="parTxOnly" presStyleLbl="node1" presStyleIdx="4" presStyleCnt="5">
        <dgm:presLayoutVars>
          <dgm:chMax val="0"/>
          <dgm:chPref val="0"/>
          <dgm:bulletEnabled val="1"/>
        </dgm:presLayoutVars>
      </dgm:prSet>
      <dgm:spPr/>
    </dgm:pt>
  </dgm:ptLst>
  <dgm:cxnLst>
    <dgm:cxn modelId="{6C645303-B343-4B6E-963C-A442C1B0222A}" srcId="{53A4F9E7-57BD-4C28-BD36-E9239EE3FDAE}" destId="{3B60A8D6-0028-419F-AAB3-A8CB043D5F10}" srcOrd="3" destOrd="0" parTransId="{F3AF0FA0-6440-42DE-9705-827F2AC8E4E5}" sibTransId="{25066EF9-AA01-4DB2-BC12-2E5566DF2FF9}"/>
    <dgm:cxn modelId="{7F912504-0FE9-4602-B616-36324896E89A}" type="presOf" srcId="{3B60A8D6-0028-419F-AAB3-A8CB043D5F10}" destId="{EACA58AC-1770-4F55-91B2-B005E0DA48AB}" srcOrd="0" destOrd="0" presId="urn:microsoft.com/office/officeart/2005/8/layout/chevron1"/>
    <dgm:cxn modelId="{537BDC12-1228-430A-8375-0C63D1FD3C0C}" srcId="{53A4F9E7-57BD-4C28-BD36-E9239EE3FDAE}" destId="{E264A2A4-6360-487C-B3DD-56C4E3B49D9F}" srcOrd="2" destOrd="0" parTransId="{8E85A0B5-8AB1-4D4D-A7EF-ABEB617EA000}" sibTransId="{1F6983C1-59EF-4CCE-9874-DC1C78B392FC}"/>
    <dgm:cxn modelId="{C884AE23-957C-47C7-ACE5-823969FCDA21}" type="presOf" srcId="{D4F4F62C-8787-4A9F-AE10-4072509A6D4C}" destId="{41ADB7D0-8710-419D-84B1-34F30D4E6A35}" srcOrd="0" destOrd="0" presId="urn:microsoft.com/office/officeart/2005/8/layout/chevron1"/>
    <dgm:cxn modelId="{B756D824-1565-43F6-8162-5AEDBA4B5E84}" type="presOf" srcId="{53A4F9E7-57BD-4C28-BD36-E9239EE3FDAE}" destId="{8AA87E27-0226-44EA-925D-0CC70877A4EE}" srcOrd="0" destOrd="0" presId="urn:microsoft.com/office/officeart/2005/8/layout/chevron1"/>
    <dgm:cxn modelId="{D879325F-6DD6-4314-9400-4FF22890E387}" type="presOf" srcId="{8D21373B-5665-47AB-8B54-ADC720BFFE79}" destId="{63D6B5B4-F3A5-4DAC-85E0-3535BCD6A0F3}" srcOrd="0" destOrd="0" presId="urn:microsoft.com/office/officeart/2005/8/layout/chevron1"/>
    <dgm:cxn modelId="{35B64187-B4E5-4981-9F6A-EB6362F5E2CD}" srcId="{53A4F9E7-57BD-4C28-BD36-E9239EE3FDAE}" destId="{8D21373B-5665-47AB-8B54-ADC720BFFE79}" srcOrd="4" destOrd="0" parTransId="{F13B24A1-628C-4EAA-9C96-EB3BD70F046E}" sibTransId="{9A526B60-2D47-4C1C-A5AB-8C3BA6AB2EBC}"/>
    <dgm:cxn modelId="{FB73D2A4-04AD-4A6A-AEBB-2883D9323432}" type="presOf" srcId="{E264A2A4-6360-487C-B3DD-56C4E3B49D9F}" destId="{FBEB4461-DF5A-4175-A03E-15B602D4DD21}" srcOrd="0" destOrd="0" presId="urn:microsoft.com/office/officeart/2005/8/layout/chevron1"/>
    <dgm:cxn modelId="{72FCC2C0-8966-4CC7-BFA1-5160B5C765EA}" type="presOf" srcId="{F51A729F-F3A2-4A9F-8F7D-EC97AD0F6D51}" destId="{1CAB5246-6DAD-4E67-8479-404047C30A51}" srcOrd="0" destOrd="0" presId="urn:microsoft.com/office/officeart/2005/8/layout/chevron1"/>
    <dgm:cxn modelId="{003468C1-A274-4EAD-B1A9-B643FC7D4BD5}" srcId="{53A4F9E7-57BD-4C28-BD36-E9239EE3FDAE}" destId="{D4F4F62C-8787-4A9F-AE10-4072509A6D4C}" srcOrd="1" destOrd="0" parTransId="{76E24EE7-B5AC-4783-85FF-EB9A0DA283FA}" sibTransId="{6505A8D7-E7FC-4F8B-BF52-EAB88355B092}"/>
    <dgm:cxn modelId="{427AC0E6-7F37-402A-ACB3-EC28DE765C40}" srcId="{53A4F9E7-57BD-4C28-BD36-E9239EE3FDAE}" destId="{F51A729F-F3A2-4A9F-8F7D-EC97AD0F6D51}" srcOrd="0" destOrd="0" parTransId="{8EE2480F-E3B2-4F09-B65F-F0EDEAD36A8D}" sibTransId="{5A38FFBE-DE0A-41E3-A6D0-ED39A1EC8E16}"/>
    <dgm:cxn modelId="{B59D66F5-8FEB-426E-8614-79098C07D539}" type="presParOf" srcId="{8AA87E27-0226-44EA-925D-0CC70877A4EE}" destId="{1CAB5246-6DAD-4E67-8479-404047C30A51}" srcOrd="0" destOrd="0" presId="urn:microsoft.com/office/officeart/2005/8/layout/chevron1"/>
    <dgm:cxn modelId="{55446478-DC5C-4CA0-BEB2-E77624A8837B}" type="presParOf" srcId="{8AA87E27-0226-44EA-925D-0CC70877A4EE}" destId="{7589D754-FB9B-40CC-B7C7-A4056297D6BA}" srcOrd="1" destOrd="0" presId="urn:microsoft.com/office/officeart/2005/8/layout/chevron1"/>
    <dgm:cxn modelId="{F117CB6F-D757-46D7-A918-CC609BFFC7CE}" type="presParOf" srcId="{8AA87E27-0226-44EA-925D-0CC70877A4EE}" destId="{41ADB7D0-8710-419D-84B1-34F30D4E6A35}" srcOrd="2" destOrd="0" presId="urn:microsoft.com/office/officeart/2005/8/layout/chevron1"/>
    <dgm:cxn modelId="{850BDD0D-FE35-49D9-A571-B7C68B022707}" type="presParOf" srcId="{8AA87E27-0226-44EA-925D-0CC70877A4EE}" destId="{38D34B19-28FB-4FDF-9094-7B3C87AE6521}" srcOrd="3" destOrd="0" presId="urn:microsoft.com/office/officeart/2005/8/layout/chevron1"/>
    <dgm:cxn modelId="{BFF2636C-733C-4F7C-B0AA-D5CB12134B63}" type="presParOf" srcId="{8AA87E27-0226-44EA-925D-0CC70877A4EE}" destId="{FBEB4461-DF5A-4175-A03E-15B602D4DD21}" srcOrd="4" destOrd="0" presId="urn:microsoft.com/office/officeart/2005/8/layout/chevron1"/>
    <dgm:cxn modelId="{951CCD69-D0B4-4EE6-8CCD-8ED8BD6E67FF}" type="presParOf" srcId="{8AA87E27-0226-44EA-925D-0CC70877A4EE}" destId="{00B0CD27-32C4-4118-A955-9D484CD09081}" srcOrd="5" destOrd="0" presId="urn:microsoft.com/office/officeart/2005/8/layout/chevron1"/>
    <dgm:cxn modelId="{2262439D-7486-49C2-8ECC-AE2E7E3AA43D}" type="presParOf" srcId="{8AA87E27-0226-44EA-925D-0CC70877A4EE}" destId="{EACA58AC-1770-4F55-91B2-B005E0DA48AB}" srcOrd="6" destOrd="0" presId="urn:microsoft.com/office/officeart/2005/8/layout/chevron1"/>
    <dgm:cxn modelId="{8554D764-59F6-453E-8A6D-BEE02E93B46C}" type="presParOf" srcId="{8AA87E27-0226-44EA-925D-0CC70877A4EE}" destId="{3B37EA8D-5F1E-46F0-B3EF-D5BFFF4CF2B8}" srcOrd="7" destOrd="0" presId="urn:microsoft.com/office/officeart/2005/8/layout/chevron1"/>
    <dgm:cxn modelId="{24F5EBC1-B576-4909-ADCC-B63DDD87D717}" type="presParOf" srcId="{8AA87E27-0226-44EA-925D-0CC70877A4EE}" destId="{63D6B5B4-F3A5-4DAC-85E0-3535BCD6A0F3}"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6EBB45-35F5-4E70-BFA1-0B8FCEDE02EB}"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8A431679-DA4A-4372-AC1D-CCCE5AD50E69}">
      <dgm:prSet phldrT="[Text]" custT="1"/>
      <dgm:spPr>
        <a:solidFill>
          <a:schemeClr val="accent6">
            <a:lumMod val="75000"/>
          </a:schemeClr>
        </a:solidFill>
      </dgm:spPr>
      <dgm:t>
        <a:bodyPr/>
        <a:lstStyle/>
        <a:p>
          <a:r>
            <a:rPr lang="en-US" sz="1600" b="1" dirty="0">
              <a:solidFill>
                <a:schemeClr val="bg1"/>
              </a:solidFill>
              <a:latin typeface="Arial" pitchFamily="34" charset="0"/>
              <a:cs typeface="Arial" pitchFamily="34" charset="0"/>
            </a:rPr>
            <a:t>Adding Survey Questions</a:t>
          </a:r>
          <a:endParaRPr lang="en-US" sz="1600" dirty="0">
            <a:solidFill>
              <a:schemeClr val="bg1"/>
            </a:solidFill>
            <a:latin typeface="Arial" pitchFamily="34" charset="0"/>
            <a:cs typeface="Arial" pitchFamily="34" charset="0"/>
          </a:endParaRPr>
        </a:p>
      </dgm:t>
    </dgm:pt>
    <dgm:pt modelId="{A440671C-EC6D-4656-999B-C62703F6797E}" type="parTrans" cxnId="{C8FF2D9B-88D5-4E68-916C-433D98BC6BA3}">
      <dgm:prSet/>
      <dgm:spPr/>
      <dgm:t>
        <a:bodyPr/>
        <a:lstStyle/>
        <a:p>
          <a:endParaRPr lang="en-US"/>
        </a:p>
      </dgm:t>
    </dgm:pt>
    <dgm:pt modelId="{F72164A5-AE3A-496E-987D-5040CBE2F0EF}" type="sibTrans" cxnId="{C8FF2D9B-88D5-4E68-916C-433D98BC6BA3}">
      <dgm:prSet/>
      <dgm:spPr/>
      <dgm:t>
        <a:bodyPr/>
        <a:lstStyle/>
        <a:p>
          <a:endParaRPr lang="en-US"/>
        </a:p>
      </dgm:t>
    </dgm:pt>
    <dgm:pt modelId="{A1E380B3-5D93-4E88-AB26-EA3D5E7C649A}">
      <dgm:prSet phldrT="[Text]" custT="1"/>
      <dgm:spPr>
        <a:blipFill rotWithShape="0">
          <a:blip xmlns:r="http://schemas.openxmlformats.org/officeDocument/2006/relationships" r:embed="rId1"/>
          <a:stretch>
            <a:fillRect/>
          </a:stretch>
        </a:blipFill>
      </dgm:spPr>
      <dgm:t>
        <a:bodyPr/>
        <a:lstStyle/>
        <a:p>
          <a:r>
            <a:rPr lang="en-US" sz="1400" dirty="0">
              <a:solidFill>
                <a:schemeClr val="tx1"/>
              </a:solidFill>
              <a:latin typeface="Arial" pitchFamily="34" charset="0"/>
              <a:cs typeface="Arial" pitchFamily="34" charset="0"/>
            </a:rPr>
            <a:t>New questions are created directly on a </a:t>
          </a:r>
          <a:r>
            <a:rPr lang="en-US" sz="1400">
              <a:solidFill>
                <a:schemeClr val="tx1"/>
              </a:solidFill>
              <a:latin typeface="Arial" pitchFamily="34" charset="0"/>
              <a:cs typeface="Arial" pitchFamily="34" charset="0"/>
            </a:rPr>
            <a:t>Survey  </a:t>
          </a:r>
          <a:r>
            <a:rPr lang="en-US" sz="1400" dirty="0">
              <a:solidFill>
                <a:schemeClr val="tx1"/>
              </a:solidFill>
              <a:latin typeface="Arial" pitchFamily="34" charset="0"/>
              <a:cs typeface="Arial" pitchFamily="34" charset="0"/>
            </a:rPr>
            <a:t>questions can also be added from a Question Bank.</a:t>
          </a:r>
        </a:p>
      </dgm:t>
    </dgm:pt>
    <dgm:pt modelId="{32DA1E04-EC9D-444C-B8D4-8EC5A49EADA5}" type="parTrans" cxnId="{17A0ED69-F56B-497B-A293-8F9DEB462B71}">
      <dgm:prSet/>
      <dgm:spPr/>
      <dgm:t>
        <a:bodyPr/>
        <a:lstStyle/>
        <a:p>
          <a:endParaRPr lang="en-US"/>
        </a:p>
      </dgm:t>
    </dgm:pt>
    <dgm:pt modelId="{AB46A3B2-6346-44F0-90D9-CD79747C5A49}" type="sibTrans" cxnId="{17A0ED69-F56B-497B-A293-8F9DEB462B71}">
      <dgm:prSet/>
      <dgm:spPr/>
      <dgm:t>
        <a:bodyPr/>
        <a:lstStyle/>
        <a:p>
          <a:endParaRPr lang="en-US"/>
        </a:p>
      </dgm:t>
    </dgm:pt>
    <dgm:pt modelId="{B431E2E2-CE6C-4E62-A5A1-D2A32EA04958}">
      <dgm:prSet phldrT="[Text]" custT="1"/>
      <dgm:spPr>
        <a:solidFill>
          <a:schemeClr val="accent6">
            <a:lumMod val="75000"/>
          </a:schemeClr>
        </a:solidFill>
      </dgm:spPr>
      <dgm:t>
        <a:bodyPr/>
        <a:lstStyle/>
        <a:p>
          <a:r>
            <a:rPr lang="en-US" sz="1600" b="1" i="0" dirty="0">
              <a:solidFill>
                <a:schemeClr val="bg1"/>
              </a:solidFill>
              <a:latin typeface="Arial" pitchFamily="34" charset="0"/>
              <a:cs typeface="Arial" pitchFamily="34" charset="0"/>
            </a:rPr>
            <a:t>Adding Segments</a:t>
          </a:r>
          <a:endParaRPr lang="en-US" sz="1600" dirty="0">
            <a:solidFill>
              <a:schemeClr val="bg1"/>
            </a:solidFill>
            <a:latin typeface="Arial" pitchFamily="34" charset="0"/>
            <a:cs typeface="Arial" pitchFamily="34" charset="0"/>
          </a:endParaRPr>
        </a:p>
      </dgm:t>
    </dgm:pt>
    <dgm:pt modelId="{9C51A3BA-82C5-44B2-B23D-FD1B58FEB076}" type="parTrans" cxnId="{F0F5A8A3-2814-4753-B08A-B9CCCBD34FEB}">
      <dgm:prSet/>
      <dgm:spPr/>
      <dgm:t>
        <a:bodyPr/>
        <a:lstStyle/>
        <a:p>
          <a:endParaRPr lang="en-US"/>
        </a:p>
      </dgm:t>
    </dgm:pt>
    <dgm:pt modelId="{C2EE68E6-4EF5-4820-AE4F-11DF2DF39AD9}" type="sibTrans" cxnId="{F0F5A8A3-2814-4753-B08A-B9CCCBD34FEB}">
      <dgm:prSet/>
      <dgm:spPr/>
      <dgm:t>
        <a:bodyPr/>
        <a:lstStyle/>
        <a:p>
          <a:endParaRPr lang="en-US"/>
        </a:p>
      </dgm:t>
    </dgm:pt>
    <dgm:pt modelId="{C2EF332C-0B76-4C93-AAA8-562488A231A4}">
      <dgm:prSet phldrT="[Text]" custT="1"/>
      <dgm:spPr>
        <a:blipFill rotWithShape="0">
          <a:blip xmlns:r="http://schemas.openxmlformats.org/officeDocument/2006/relationships" r:embed="rId1"/>
          <a:stretch>
            <a:fillRect/>
          </a:stretch>
        </a:blipFill>
      </dgm:spPr>
      <dgm:t>
        <a:bodyPr/>
        <a:lstStyle/>
        <a:p>
          <a:r>
            <a:rPr lang="en-US" sz="1400" dirty="0">
              <a:solidFill>
                <a:schemeClr val="tx1"/>
              </a:solidFill>
              <a:latin typeface="Arial" pitchFamily="34" charset="0"/>
              <a:cs typeface="Arial" pitchFamily="34" charset="0"/>
            </a:rPr>
            <a:t>Segments are ways to group accounts based on their Survey responses.</a:t>
          </a:r>
        </a:p>
      </dgm:t>
    </dgm:pt>
    <dgm:pt modelId="{C69BE5FB-BCFA-4245-BC68-8B137D127360}" type="parTrans" cxnId="{F58BC899-FD96-406C-9942-1F86600CD8EF}">
      <dgm:prSet/>
      <dgm:spPr/>
      <dgm:t>
        <a:bodyPr/>
        <a:lstStyle/>
        <a:p>
          <a:endParaRPr lang="en-US"/>
        </a:p>
      </dgm:t>
    </dgm:pt>
    <dgm:pt modelId="{C74433FB-59A2-4148-AD51-5304F34CBD8C}" type="sibTrans" cxnId="{F58BC899-FD96-406C-9942-1F86600CD8EF}">
      <dgm:prSet/>
      <dgm:spPr/>
      <dgm:t>
        <a:bodyPr/>
        <a:lstStyle/>
        <a:p>
          <a:endParaRPr lang="en-US"/>
        </a:p>
      </dgm:t>
    </dgm:pt>
    <dgm:pt modelId="{6278A5F2-0199-4B14-A316-ED7D93D07AF0}">
      <dgm:prSet phldrT="[Text]" custT="1"/>
      <dgm:spPr>
        <a:solidFill>
          <a:schemeClr val="accent6">
            <a:lumMod val="75000"/>
          </a:schemeClr>
        </a:solidFill>
      </dgm:spPr>
      <dgm:t>
        <a:bodyPr/>
        <a:lstStyle/>
        <a:p>
          <a:endParaRPr lang="en-US" sz="1600" b="1" i="0" dirty="0">
            <a:solidFill>
              <a:schemeClr val="bg1"/>
            </a:solidFill>
            <a:latin typeface="Arial" pitchFamily="34" charset="0"/>
            <a:cs typeface="Arial" pitchFamily="34" charset="0"/>
          </a:endParaRPr>
        </a:p>
        <a:p>
          <a:r>
            <a:rPr lang="en-US" sz="1600" b="1" i="0" dirty="0">
              <a:solidFill>
                <a:schemeClr val="bg1"/>
              </a:solidFill>
              <a:latin typeface="Arial" pitchFamily="34" charset="0"/>
              <a:cs typeface="Arial" pitchFamily="34" charset="0"/>
            </a:rPr>
            <a:t>Adding </a:t>
          </a:r>
        </a:p>
        <a:p>
          <a:r>
            <a:rPr lang="en-US" sz="1600" b="1" i="0" dirty="0">
              <a:solidFill>
                <a:schemeClr val="bg1"/>
              </a:solidFill>
              <a:latin typeface="Arial" pitchFamily="34" charset="0"/>
              <a:cs typeface="Arial" pitchFamily="34" charset="0"/>
            </a:rPr>
            <a:t>Survey </a:t>
          </a:r>
        </a:p>
        <a:p>
          <a:r>
            <a:rPr lang="en-US" sz="1600" b="1" i="0" dirty="0">
              <a:solidFill>
                <a:schemeClr val="bg1"/>
              </a:solidFill>
              <a:latin typeface="Arial" pitchFamily="34" charset="0"/>
              <a:cs typeface="Arial" pitchFamily="34" charset="0"/>
            </a:rPr>
            <a:t>Targets</a:t>
          </a:r>
        </a:p>
      </dgm:t>
    </dgm:pt>
    <dgm:pt modelId="{26AC89D1-355B-4DD2-9ED3-95E856EF7059}" type="parTrans" cxnId="{DB2226F4-1F41-4A11-9AC8-33DFBCE90B89}">
      <dgm:prSet/>
      <dgm:spPr/>
      <dgm:t>
        <a:bodyPr/>
        <a:lstStyle/>
        <a:p>
          <a:endParaRPr lang="en-US"/>
        </a:p>
      </dgm:t>
    </dgm:pt>
    <dgm:pt modelId="{0FFCB45D-8F50-43D6-A567-E98498C2A2BC}" type="sibTrans" cxnId="{DB2226F4-1F41-4A11-9AC8-33DFBCE90B89}">
      <dgm:prSet/>
      <dgm:spPr/>
      <dgm:t>
        <a:bodyPr/>
        <a:lstStyle/>
        <a:p>
          <a:endParaRPr lang="en-US"/>
        </a:p>
      </dgm:t>
    </dgm:pt>
    <dgm:pt modelId="{A48E12AE-C579-40CF-8133-547D1DBB2683}">
      <dgm:prSet phldrT="[Text]" custT="1"/>
      <dgm:spPr>
        <a:blipFill rotWithShape="0">
          <a:blip xmlns:r="http://schemas.openxmlformats.org/officeDocument/2006/relationships" r:embed="rId1"/>
          <a:stretch>
            <a:fillRect/>
          </a:stretch>
        </a:blipFill>
      </dgm:spPr>
      <dgm:t>
        <a:bodyPr/>
        <a:lstStyle/>
        <a:p>
          <a:r>
            <a:rPr lang="en-US" sz="1400" b="0" i="0" dirty="0">
              <a:solidFill>
                <a:schemeClr val="tx1"/>
              </a:solidFill>
              <a:latin typeface="Arial" pitchFamily="34" charset="0"/>
              <a:cs typeface="Arial" pitchFamily="34" charset="0"/>
            </a:rPr>
            <a:t>Survey Targets are linking records between an account and a Survey.</a:t>
          </a:r>
        </a:p>
      </dgm:t>
    </dgm:pt>
    <dgm:pt modelId="{99535618-1277-43A3-9331-3810778FE036}" type="parTrans" cxnId="{5CA63476-4902-4C39-B21E-300787389C3A}">
      <dgm:prSet/>
      <dgm:spPr/>
      <dgm:t>
        <a:bodyPr/>
        <a:lstStyle/>
        <a:p>
          <a:endParaRPr lang="en-US"/>
        </a:p>
      </dgm:t>
    </dgm:pt>
    <dgm:pt modelId="{C24181D4-DCFE-43EC-891C-4E370399591F}" type="sibTrans" cxnId="{5CA63476-4902-4C39-B21E-300787389C3A}">
      <dgm:prSet/>
      <dgm:spPr/>
      <dgm:t>
        <a:bodyPr/>
        <a:lstStyle/>
        <a:p>
          <a:endParaRPr lang="en-US"/>
        </a:p>
      </dgm:t>
    </dgm:pt>
    <dgm:pt modelId="{80B173B5-7FC4-4551-8F89-6F414157F09C}">
      <dgm:prSet custT="1"/>
      <dgm:spPr/>
      <dgm:t>
        <a:bodyPr/>
        <a:lstStyle/>
        <a:p>
          <a:r>
            <a:rPr lang="en-US" sz="1400" dirty="0">
              <a:solidFill>
                <a:schemeClr val="tx1"/>
              </a:solidFill>
              <a:latin typeface="Arial" pitchFamily="34" charset="0"/>
              <a:cs typeface="Arial" pitchFamily="34" charset="0"/>
            </a:rPr>
            <a:t>Questions created on Surveys can be pushed into the Question Bank to be reused on other Surveys in the future.</a:t>
          </a:r>
        </a:p>
      </dgm:t>
    </dgm:pt>
    <dgm:pt modelId="{7DDF7007-FE8F-43CA-BBE0-59D8616CEE69}" type="parTrans" cxnId="{DC2EE836-1753-4FC6-AD4C-7D3F15F39832}">
      <dgm:prSet/>
      <dgm:spPr/>
      <dgm:t>
        <a:bodyPr/>
        <a:lstStyle/>
        <a:p>
          <a:endParaRPr lang="en-US"/>
        </a:p>
      </dgm:t>
    </dgm:pt>
    <dgm:pt modelId="{14F43A85-3E84-4616-9339-6A82DB9D44FA}" type="sibTrans" cxnId="{DC2EE836-1753-4FC6-AD4C-7D3F15F39832}">
      <dgm:prSet/>
      <dgm:spPr/>
      <dgm:t>
        <a:bodyPr/>
        <a:lstStyle/>
        <a:p>
          <a:endParaRPr lang="en-US"/>
        </a:p>
      </dgm:t>
    </dgm:pt>
    <dgm:pt modelId="{D769F3F1-75B6-441E-82BA-6EE2E9E4FABE}">
      <dgm:prSet custT="1"/>
      <dgm:spPr/>
      <dgm:t>
        <a:bodyPr/>
        <a:lstStyle/>
        <a:p>
          <a:r>
            <a:rPr lang="en-US" sz="1400" dirty="0">
              <a:solidFill>
                <a:schemeClr val="tx1"/>
              </a:solidFill>
              <a:latin typeface="Arial" pitchFamily="34" charset="0"/>
              <a:cs typeface="Arial" pitchFamily="34" charset="0"/>
            </a:rPr>
            <a:t>There is a lookup relationship to associate the Survey Question record and the corresponding record in the Question Bank. Changes made on one copy of the question do not affect copies residing elsewhere.</a:t>
          </a:r>
        </a:p>
      </dgm:t>
    </dgm:pt>
    <dgm:pt modelId="{AF10D1AA-00E5-4859-8BD0-DDE03849F61F}" type="parTrans" cxnId="{1E22FC4F-28DE-4DA4-8E1E-9A15553DA2DA}">
      <dgm:prSet/>
      <dgm:spPr/>
      <dgm:t>
        <a:bodyPr/>
        <a:lstStyle/>
        <a:p>
          <a:endParaRPr lang="en-US"/>
        </a:p>
      </dgm:t>
    </dgm:pt>
    <dgm:pt modelId="{D164B2FD-AA16-4A5E-A40E-C152C3AB3134}" type="sibTrans" cxnId="{1E22FC4F-28DE-4DA4-8E1E-9A15553DA2DA}">
      <dgm:prSet/>
      <dgm:spPr/>
      <dgm:t>
        <a:bodyPr/>
        <a:lstStyle/>
        <a:p>
          <a:endParaRPr lang="en-US"/>
        </a:p>
      </dgm:t>
    </dgm:pt>
    <dgm:pt modelId="{87656F8A-1CDD-4987-A346-16C61A5BBFA7}">
      <dgm:prSet phldrT="[Text]" custT="1"/>
      <dgm:spPr/>
      <dgm:t>
        <a:bodyPr/>
        <a:lstStyle/>
        <a:p>
          <a:r>
            <a:rPr lang="en-US" sz="1400" b="0" i="0" dirty="0">
              <a:solidFill>
                <a:schemeClr val="tx1"/>
              </a:solidFill>
              <a:latin typeface="Arial" pitchFamily="34" charset="0"/>
              <a:cs typeface="Arial" pitchFamily="34" charset="0"/>
            </a:rPr>
            <a:t>Each segment contains a name, a minimum score, and a maximum score. Scores are calculated on the Survey Target object by summing the individual scores of each Question Response.</a:t>
          </a:r>
          <a:endParaRPr lang="en-US" sz="1400" dirty="0">
            <a:solidFill>
              <a:schemeClr val="tx1"/>
            </a:solidFill>
            <a:latin typeface="Arial" pitchFamily="34" charset="0"/>
            <a:cs typeface="Arial" pitchFamily="34" charset="0"/>
          </a:endParaRPr>
        </a:p>
      </dgm:t>
    </dgm:pt>
    <dgm:pt modelId="{0FAC64D7-D556-4AB9-B20B-B3FBAA833C40}" type="parTrans" cxnId="{41510750-A4C6-4BA3-BD11-C3FE94E8EF3A}">
      <dgm:prSet/>
      <dgm:spPr/>
      <dgm:t>
        <a:bodyPr/>
        <a:lstStyle/>
        <a:p>
          <a:endParaRPr lang="en-US"/>
        </a:p>
      </dgm:t>
    </dgm:pt>
    <dgm:pt modelId="{155A9558-1B25-4312-804B-F439BD20DAA0}" type="sibTrans" cxnId="{41510750-A4C6-4BA3-BD11-C3FE94E8EF3A}">
      <dgm:prSet/>
      <dgm:spPr/>
      <dgm:t>
        <a:bodyPr/>
        <a:lstStyle/>
        <a:p>
          <a:endParaRPr lang="en-US"/>
        </a:p>
      </dgm:t>
    </dgm:pt>
    <dgm:pt modelId="{E1BE6785-9072-4C76-A3B7-BF7E1E4B388C}">
      <dgm:prSet phldrT="[Text]" custT="1"/>
      <dgm:spPr/>
      <dgm:t>
        <a:bodyPr/>
        <a:lstStyle/>
        <a:p>
          <a:r>
            <a:rPr lang="en-US" sz="1400" b="0" i="0" dirty="0">
              <a:solidFill>
                <a:schemeClr val="tx1"/>
              </a:solidFill>
              <a:latin typeface="Arial" pitchFamily="34" charset="0"/>
              <a:cs typeface="Arial" pitchFamily="34" charset="0"/>
            </a:rPr>
            <a:t>Segments cannot overlap with each other and cannot exceed the minimum and maximum score values of the Survey.</a:t>
          </a:r>
          <a:endParaRPr lang="en-US" sz="1400" dirty="0">
            <a:solidFill>
              <a:schemeClr val="tx1"/>
            </a:solidFill>
            <a:latin typeface="Arial" pitchFamily="34" charset="0"/>
            <a:cs typeface="Arial" pitchFamily="34" charset="0"/>
          </a:endParaRPr>
        </a:p>
      </dgm:t>
    </dgm:pt>
    <dgm:pt modelId="{306212DE-5EC4-47BD-9C8E-E2748A0D221F}" type="parTrans" cxnId="{6FE6C0D5-27FF-4FA6-91A5-946398C0280D}">
      <dgm:prSet/>
      <dgm:spPr/>
      <dgm:t>
        <a:bodyPr/>
        <a:lstStyle/>
        <a:p>
          <a:endParaRPr lang="en-US"/>
        </a:p>
      </dgm:t>
    </dgm:pt>
    <dgm:pt modelId="{3BFCDE3B-EC47-4355-BCF3-B9B59957AB05}" type="sibTrans" cxnId="{6FE6C0D5-27FF-4FA6-91A5-946398C0280D}">
      <dgm:prSet/>
      <dgm:spPr/>
      <dgm:t>
        <a:bodyPr/>
        <a:lstStyle/>
        <a:p>
          <a:endParaRPr lang="en-US"/>
        </a:p>
      </dgm:t>
    </dgm:pt>
    <dgm:pt modelId="{43FEDEB9-D772-41FD-8318-CD4A87B4AE31}">
      <dgm:prSet phldrT="[Text]" custT="1"/>
      <dgm:spPr/>
      <dgm:t>
        <a:bodyPr/>
        <a:lstStyle/>
        <a:p>
          <a:r>
            <a:rPr lang="en-US" sz="1400" b="0" i="0" dirty="0">
              <a:solidFill>
                <a:schemeClr val="tx1"/>
              </a:solidFill>
              <a:latin typeface="Arial" pitchFamily="34" charset="0"/>
              <a:cs typeface="Arial" pitchFamily="34" charset="0"/>
            </a:rPr>
            <a:t>When a Survey Target is added to a Survey, a new record is created. </a:t>
          </a:r>
        </a:p>
      </dgm:t>
    </dgm:pt>
    <dgm:pt modelId="{96EFCFA0-A0D5-4E13-AF83-9EDF9436082A}" type="sibTrans" cxnId="{9EEA6B16-B123-409F-B273-127743427437}">
      <dgm:prSet/>
      <dgm:spPr/>
      <dgm:t>
        <a:bodyPr/>
        <a:lstStyle/>
        <a:p>
          <a:endParaRPr lang="en-US"/>
        </a:p>
      </dgm:t>
    </dgm:pt>
    <dgm:pt modelId="{EA713B62-88B3-4596-A864-70BE172F851E}" type="parTrans" cxnId="{9EEA6B16-B123-409F-B273-127743427437}">
      <dgm:prSet/>
      <dgm:spPr/>
      <dgm:t>
        <a:bodyPr/>
        <a:lstStyle/>
        <a:p>
          <a:endParaRPr lang="en-US"/>
        </a:p>
      </dgm:t>
    </dgm:pt>
    <dgm:pt modelId="{77CE99A0-6073-4196-9FDE-9C9E4A84506A}">
      <dgm:prSet phldrT="[Text]" custT="1"/>
      <dgm:spPr/>
      <dgm:t>
        <a:bodyPr/>
        <a:lstStyle/>
        <a:p>
          <a:r>
            <a:rPr lang="en-US" sz="1400" b="0" i="0" dirty="0">
              <a:solidFill>
                <a:schemeClr val="tx1"/>
              </a:solidFill>
              <a:latin typeface="Arial" pitchFamily="34" charset="0"/>
              <a:cs typeface="Arial" pitchFamily="34" charset="0"/>
            </a:rPr>
            <a:t>Each instance of the account responding to the Survey is a unique Survey Target record. Therefore, if there is a recurring Survey a user completes every three months for an account, four Survey Target records are created in a year.</a:t>
          </a:r>
        </a:p>
      </dgm:t>
    </dgm:pt>
    <dgm:pt modelId="{E64FFCA8-E29B-4A3B-B872-4E174634B8C1}" type="sibTrans" cxnId="{2FAF1019-A305-438E-B901-8B40DCF3F798}">
      <dgm:prSet/>
      <dgm:spPr/>
      <dgm:t>
        <a:bodyPr/>
        <a:lstStyle/>
        <a:p>
          <a:endParaRPr lang="en-US"/>
        </a:p>
      </dgm:t>
    </dgm:pt>
    <dgm:pt modelId="{22E36DD2-91B9-4276-BC59-B60E7AE3F51A}" type="parTrans" cxnId="{2FAF1019-A305-438E-B901-8B40DCF3F798}">
      <dgm:prSet/>
      <dgm:spPr/>
      <dgm:t>
        <a:bodyPr/>
        <a:lstStyle/>
        <a:p>
          <a:endParaRPr lang="en-US"/>
        </a:p>
      </dgm:t>
    </dgm:pt>
    <dgm:pt modelId="{4F02D20A-0978-4C79-95B9-6B1AABF38F84}" type="pres">
      <dgm:prSet presAssocID="{636EBB45-35F5-4E70-BFA1-0B8FCEDE02EB}" presName="linearFlow" presStyleCnt="0">
        <dgm:presLayoutVars>
          <dgm:dir/>
          <dgm:animLvl val="lvl"/>
          <dgm:resizeHandles val="exact"/>
        </dgm:presLayoutVars>
      </dgm:prSet>
      <dgm:spPr/>
    </dgm:pt>
    <dgm:pt modelId="{0272B76E-D7AF-4D40-AD1A-8C98561CA7FE}" type="pres">
      <dgm:prSet presAssocID="{8A431679-DA4A-4372-AC1D-CCCE5AD50E69}" presName="composite" presStyleCnt="0"/>
      <dgm:spPr/>
    </dgm:pt>
    <dgm:pt modelId="{388481EB-720A-4FC5-AAA0-1D23234A8910}" type="pres">
      <dgm:prSet presAssocID="{8A431679-DA4A-4372-AC1D-CCCE5AD50E69}" presName="parentText" presStyleLbl="alignNode1" presStyleIdx="0" presStyleCnt="3">
        <dgm:presLayoutVars>
          <dgm:chMax val="1"/>
          <dgm:bulletEnabled val="1"/>
        </dgm:presLayoutVars>
      </dgm:prSet>
      <dgm:spPr/>
    </dgm:pt>
    <dgm:pt modelId="{CF6A35B1-75DC-4E4A-A766-69EB2835008D}" type="pres">
      <dgm:prSet presAssocID="{8A431679-DA4A-4372-AC1D-CCCE5AD50E69}" presName="descendantText" presStyleLbl="alignAcc1" presStyleIdx="0" presStyleCnt="3" custScaleY="140392" custLinFactNeighborX="-175" custLinFactNeighborY="-25539">
        <dgm:presLayoutVars>
          <dgm:bulletEnabled val="1"/>
        </dgm:presLayoutVars>
      </dgm:prSet>
      <dgm:spPr/>
    </dgm:pt>
    <dgm:pt modelId="{88D642CA-655A-4950-BA04-D3C098019EE2}" type="pres">
      <dgm:prSet presAssocID="{F72164A5-AE3A-496E-987D-5040CBE2F0EF}" presName="sp" presStyleCnt="0"/>
      <dgm:spPr/>
    </dgm:pt>
    <dgm:pt modelId="{3C1F3FE7-43F1-46E5-99A2-E7922441D2B5}" type="pres">
      <dgm:prSet presAssocID="{B431E2E2-CE6C-4E62-A5A1-D2A32EA04958}" presName="composite" presStyleCnt="0"/>
      <dgm:spPr/>
    </dgm:pt>
    <dgm:pt modelId="{6B3EC4D2-7CDA-4AD1-8F2D-9CEEE8FE9FC9}" type="pres">
      <dgm:prSet presAssocID="{B431E2E2-CE6C-4E62-A5A1-D2A32EA04958}" presName="parentText" presStyleLbl="alignNode1" presStyleIdx="1" presStyleCnt="3">
        <dgm:presLayoutVars>
          <dgm:chMax val="1"/>
          <dgm:bulletEnabled val="1"/>
        </dgm:presLayoutVars>
      </dgm:prSet>
      <dgm:spPr/>
    </dgm:pt>
    <dgm:pt modelId="{3D481325-FFCE-4B42-8471-54437406E559}" type="pres">
      <dgm:prSet presAssocID="{B431E2E2-CE6C-4E62-A5A1-D2A32EA04958}" presName="descendantText" presStyleLbl="alignAcc1" presStyleIdx="1" presStyleCnt="3" custScaleY="119135">
        <dgm:presLayoutVars>
          <dgm:bulletEnabled val="1"/>
        </dgm:presLayoutVars>
      </dgm:prSet>
      <dgm:spPr/>
    </dgm:pt>
    <dgm:pt modelId="{BB83D87C-9AF6-4B98-9DB6-D85744C8B093}" type="pres">
      <dgm:prSet presAssocID="{C2EE68E6-4EF5-4820-AE4F-11DF2DF39AD9}" presName="sp" presStyleCnt="0"/>
      <dgm:spPr/>
    </dgm:pt>
    <dgm:pt modelId="{9BCFED68-C7EB-4EC9-84EE-FA63BEE8A836}" type="pres">
      <dgm:prSet presAssocID="{6278A5F2-0199-4B14-A316-ED7D93D07AF0}" presName="composite" presStyleCnt="0"/>
      <dgm:spPr/>
    </dgm:pt>
    <dgm:pt modelId="{CB69DBA7-D658-4B62-9976-3AB68C3DB05D}" type="pres">
      <dgm:prSet presAssocID="{6278A5F2-0199-4B14-A316-ED7D93D07AF0}" presName="parentText" presStyleLbl="alignNode1" presStyleIdx="2" presStyleCnt="3">
        <dgm:presLayoutVars>
          <dgm:chMax val="1"/>
          <dgm:bulletEnabled val="1"/>
        </dgm:presLayoutVars>
      </dgm:prSet>
      <dgm:spPr/>
    </dgm:pt>
    <dgm:pt modelId="{56FD7E18-2720-4874-B5D6-58B22DD20BBF}" type="pres">
      <dgm:prSet presAssocID="{6278A5F2-0199-4B14-A316-ED7D93D07AF0}" presName="descendantText" presStyleLbl="alignAcc1" presStyleIdx="2" presStyleCnt="3">
        <dgm:presLayoutVars>
          <dgm:bulletEnabled val="1"/>
        </dgm:presLayoutVars>
      </dgm:prSet>
      <dgm:spPr/>
    </dgm:pt>
  </dgm:ptLst>
  <dgm:cxnLst>
    <dgm:cxn modelId="{48587B01-2AE8-47DB-83E4-2D6EEF9BFBFB}" type="presOf" srcId="{77CE99A0-6073-4196-9FDE-9C9E4A84506A}" destId="{56FD7E18-2720-4874-B5D6-58B22DD20BBF}" srcOrd="0" destOrd="2" presId="urn:microsoft.com/office/officeart/2005/8/layout/chevron2"/>
    <dgm:cxn modelId="{9EEA6B16-B123-409F-B273-127743427437}" srcId="{6278A5F2-0199-4B14-A316-ED7D93D07AF0}" destId="{43FEDEB9-D772-41FD-8318-CD4A87B4AE31}" srcOrd="1" destOrd="0" parTransId="{EA713B62-88B3-4596-A864-70BE172F851E}" sibTransId="{96EFCFA0-A0D5-4E13-AF83-9EDF9436082A}"/>
    <dgm:cxn modelId="{2FAF1019-A305-438E-B901-8B40DCF3F798}" srcId="{6278A5F2-0199-4B14-A316-ED7D93D07AF0}" destId="{77CE99A0-6073-4196-9FDE-9C9E4A84506A}" srcOrd="2" destOrd="0" parTransId="{22E36DD2-91B9-4276-BC59-B60E7AE3F51A}" sibTransId="{E64FFCA8-E29B-4A3B-B872-4E174634B8C1}"/>
    <dgm:cxn modelId="{3B0E231A-0D5F-4CB3-BACB-7A28FD8A8689}" type="presOf" srcId="{636EBB45-35F5-4E70-BFA1-0B8FCEDE02EB}" destId="{4F02D20A-0978-4C79-95B9-6B1AABF38F84}" srcOrd="0" destOrd="0" presId="urn:microsoft.com/office/officeart/2005/8/layout/chevron2"/>
    <dgm:cxn modelId="{26354520-A009-4DD3-800A-F4DA1FAD0F12}" type="presOf" srcId="{8A431679-DA4A-4372-AC1D-CCCE5AD50E69}" destId="{388481EB-720A-4FC5-AAA0-1D23234A8910}" srcOrd="0" destOrd="0" presId="urn:microsoft.com/office/officeart/2005/8/layout/chevron2"/>
    <dgm:cxn modelId="{FDF08132-0095-41DE-95CA-5ACEC78B815A}" type="presOf" srcId="{43FEDEB9-D772-41FD-8318-CD4A87B4AE31}" destId="{56FD7E18-2720-4874-B5D6-58B22DD20BBF}" srcOrd="0" destOrd="1" presId="urn:microsoft.com/office/officeart/2005/8/layout/chevron2"/>
    <dgm:cxn modelId="{DC2EE836-1753-4FC6-AD4C-7D3F15F39832}" srcId="{8A431679-DA4A-4372-AC1D-CCCE5AD50E69}" destId="{80B173B5-7FC4-4551-8F89-6F414157F09C}" srcOrd="1" destOrd="0" parTransId="{7DDF7007-FE8F-43CA-BBE0-59D8616CEE69}" sibTransId="{14F43A85-3E84-4616-9339-6A82DB9D44FA}"/>
    <dgm:cxn modelId="{5DCB1746-04D7-4CAB-B1C5-B1156ED48916}" type="presOf" srcId="{A48E12AE-C579-40CF-8133-547D1DBB2683}" destId="{56FD7E18-2720-4874-B5D6-58B22DD20BBF}" srcOrd="0" destOrd="0" presId="urn:microsoft.com/office/officeart/2005/8/layout/chevron2"/>
    <dgm:cxn modelId="{17A0ED69-F56B-497B-A293-8F9DEB462B71}" srcId="{8A431679-DA4A-4372-AC1D-CCCE5AD50E69}" destId="{A1E380B3-5D93-4E88-AB26-EA3D5E7C649A}" srcOrd="0" destOrd="0" parTransId="{32DA1E04-EC9D-444C-B8D4-8EC5A49EADA5}" sibTransId="{AB46A3B2-6346-44F0-90D9-CD79747C5A49}"/>
    <dgm:cxn modelId="{461AF66A-B22D-499D-9A40-8B86B811BA9C}" type="presOf" srcId="{A1E380B3-5D93-4E88-AB26-EA3D5E7C649A}" destId="{CF6A35B1-75DC-4E4A-A766-69EB2835008D}" srcOrd="0" destOrd="0" presId="urn:microsoft.com/office/officeart/2005/8/layout/chevron2"/>
    <dgm:cxn modelId="{1E22FC4F-28DE-4DA4-8E1E-9A15553DA2DA}" srcId="{8A431679-DA4A-4372-AC1D-CCCE5AD50E69}" destId="{D769F3F1-75B6-441E-82BA-6EE2E9E4FABE}" srcOrd="2" destOrd="0" parTransId="{AF10D1AA-00E5-4859-8BD0-DDE03849F61F}" sibTransId="{D164B2FD-AA16-4A5E-A40E-C152C3AB3134}"/>
    <dgm:cxn modelId="{41510750-A4C6-4BA3-BD11-C3FE94E8EF3A}" srcId="{B431E2E2-CE6C-4E62-A5A1-D2A32EA04958}" destId="{87656F8A-1CDD-4987-A346-16C61A5BBFA7}" srcOrd="1" destOrd="0" parTransId="{0FAC64D7-D556-4AB9-B20B-B3FBAA833C40}" sibTransId="{155A9558-1B25-4312-804B-F439BD20DAA0}"/>
    <dgm:cxn modelId="{5CA63476-4902-4C39-B21E-300787389C3A}" srcId="{6278A5F2-0199-4B14-A316-ED7D93D07AF0}" destId="{A48E12AE-C579-40CF-8133-547D1DBB2683}" srcOrd="0" destOrd="0" parTransId="{99535618-1277-43A3-9331-3810778FE036}" sibTransId="{C24181D4-DCFE-43EC-891C-4E370399591F}"/>
    <dgm:cxn modelId="{AF1EB57E-3B06-4E74-937C-8360F69FE04E}" type="presOf" srcId="{6278A5F2-0199-4B14-A316-ED7D93D07AF0}" destId="{CB69DBA7-D658-4B62-9976-3AB68C3DB05D}" srcOrd="0" destOrd="0" presId="urn:microsoft.com/office/officeart/2005/8/layout/chevron2"/>
    <dgm:cxn modelId="{F58BC899-FD96-406C-9942-1F86600CD8EF}" srcId="{B431E2E2-CE6C-4E62-A5A1-D2A32EA04958}" destId="{C2EF332C-0B76-4C93-AAA8-562488A231A4}" srcOrd="0" destOrd="0" parTransId="{C69BE5FB-BCFA-4245-BC68-8B137D127360}" sibTransId="{C74433FB-59A2-4148-AD51-5304F34CBD8C}"/>
    <dgm:cxn modelId="{C8FF2D9B-88D5-4E68-916C-433D98BC6BA3}" srcId="{636EBB45-35F5-4E70-BFA1-0B8FCEDE02EB}" destId="{8A431679-DA4A-4372-AC1D-CCCE5AD50E69}" srcOrd="0" destOrd="0" parTransId="{A440671C-EC6D-4656-999B-C62703F6797E}" sibTransId="{F72164A5-AE3A-496E-987D-5040CBE2F0EF}"/>
    <dgm:cxn modelId="{F0F5A8A3-2814-4753-B08A-B9CCCBD34FEB}" srcId="{636EBB45-35F5-4E70-BFA1-0B8FCEDE02EB}" destId="{B431E2E2-CE6C-4E62-A5A1-D2A32EA04958}" srcOrd="1" destOrd="0" parTransId="{9C51A3BA-82C5-44B2-B23D-FD1B58FEB076}" sibTransId="{C2EE68E6-4EF5-4820-AE4F-11DF2DF39AD9}"/>
    <dgm:cxn modelId="{0FDD90B0-D9D3-40C8-B32D-A81F4DD5647F}" type="presOf" srcId="{B431E2E2-CE6C-4E62-A5A1-D2A32EA04958}" destId="{6B3EC4D2-7CDA-4AD1-8F2D-9CEEE8FE9FC9}" srcOrd="0" destOrd="0" presId="urn:microsoft.com/office/officeart/2005/8/layout/chevron2"/>
    <dgm:cxn modelId="{C2E756C2-DA69-4627-AAB2-9AC0AB4D8622}" type="presOf" srcId="{E1BE6785-9072-4C76-A3B7-BF7E1E4B388C}" destId="{3D481325-FFCE-4B42-8471-54437406E559}" srcOrd="0" destOrd="2" presId="urn:microsoft.com/office/officeart/2005/8/layout/chevron2"/>
    <dgm:cxn modelId="{6FE6C0D5-27FF-4FA6-91A5-946398C0280D}" srcId="{B431E2E2-CE6C-4E62-A5A1-D2A32EA04958}" destId="{E1BE6785-9072-4C76-A3B7-BF7E1E4B388C}" srcOrd="2" destOrd="0" parTransId="{306212DE-5EC4-47BD-9C8E-E2748A0D221F}" sibTransId="{3BFCDE3B-EC47-4355-BCF3-B9B59957AB05}"/>
    <dgm:cxn modelId="{28245FDB-E055-473C-ACAE-1929F954CBA0}" type="presOf" srcId="{80B173B5-7FC4-4551-8F89-6F414157F09C}" destId="{CF6A35B1-75DC-4E4A-A766-69EB2835008D}" srcOrd="0" destOrd="1" presId="urn:microsoft.com/office/officeart/2005/8/layout/chevron2"/>
    <dgm:cxn modelId="{B68C01DD-330C-451D-9193-73582823E945}" type="presOf" srcId="{D769F3F1-75B6-441E-82BA-6EE2E9E4FABE}" destId="{CF6A35B1-75DC-4E4A-A766-69EB2835008D}" srcOrd="0" destOrd="2" presId="urn:microsoft.com/office/officeart/2005/8/layout/chevron2"/>
    <dgm:cxn modelId="{343B6DF0-BF42-47B7-B68D-4739167ECBA3}" type="presOf" srcId="{87656F8A-1CDD-4987-A346-16C61A5BBFA7}" destId="{3D481325-FFCE-4B42-8471-54437406E559}" srcOrd="0" destOrd="1" presId="urn:microsoft.com/office/officeart/2005/8/layout/chevron2"/>
    <dgm:cxn modelId="{DB2226F4-1F41-4A11-9AC8-33DFBCE90B89}" srcId="{636EBB45-35F5-4E70-BFA1-0B8FCEDE02EB}" destId="{6278A5F2-0199-4B14-A316-ED7D93D07AF0}" srcOrd="2" destOrd="0" parTransId="{26AC89D1-355B-4DD2-9ED3-95E856EF7059}" sibTransId="{0FFCB45D-8F50-43D6-A567-E98498C2A2BC}"/>
    <dgm:cxn modelId="{7A8BDBFC-80AB-40D4-9B59-5A97C88BABE3}" type="presOf" srcId="{C2EF332C-0B76-4C93-AAA8-562488A231A4}" destId="{3D481325-FFCE-4B42-8471-54437406E559}" srcOrd="0" destOrd="0" presId="urn:microsoft.com/office/officeart/2005/8/layout/chevron2"/>
    <dgm:cxn modelId="{AFC92A1E-406A-40C6-9C89-C487312547D9}" type="presParOf" srcId="{4F02D20A-0978-4C79-95B9-6B1AABF38F84}" destId="{0272B76E-D7AF-4D40-AD1A-8C98561CA7FE}" srcOrd="0" destOrd="0" presId="urn:microsoft.com/office/officeart/2005/8/layout/chevron2"/>
    <dgm:cxn modelId="{505A9B7C-33FB-4867-A220-59EC5751B5FD}" type="presParOf" srcId="{0272B76E-D7AF-4D40-AD1A-8C98561CA7FE}" destId="{388481EB-720A-4FC5-AAA0-1D23234A8910}" srcOrd="0" destOrd="0" presId="urn:microsoft.com/office/officeart/2005/8/layout/chevron2"/>
    <dgm:cxn modelId="{69539607-28BA-4332-BD28-69ADCF6E2F87}" type="presParOf" srcId="{0272B76E-D7AF-4D40-AD1A-8C98561CA7FE}" destId="{CF6A35B1-75DC-4E4A-A766-69EB2835008D}" srcOrd="1" destOrd="0" presId="urn:microsoft.com/office/officeart/2005/8/layout/chevron2"/>
    <dgm:cxn modelId="{7914C080-1AF3-4A98-BD46-D98EA61A7F26}" type="presParOf" srcId="{4F02D20A-0978-4C79-95B9-6B1AABF38F84}" destId="{88D642CA-655A-4950-BA04-D3C098019EE2}" srcOrd="1" destOrd="0" presId="urn:microsoft.com/office/officeart/2005/8/layout/chevron2"/>
    <dgm:cxn modelId="{EA9DA088-5EDB-4ED6-91E0-DE276B9983EE}" type="presParOf" srcId="{4F02D20A-0978-4C79-95B9-6B1AABF38F84}" destId="{3C1F3FE7-43F1-46E5-99A2-E7922441D2B5}" srcOrd="2" destOrd="0" presId="urn:microsoft.com/office/officeart/2005/8/layout/chevron2"/>
    <dgm:cxn modelId="{E615C5C2-95C8-485D-80B9-15F22F555A53}" type="presParOf" srcId="{3C1F3FE7-43F1-46E5-99A2-E7922441D2B5}" destId="{6B3EC4D2-7CDA-4AD1-8F2D-9CEEE8FE9FC9}" srcOrd="0" destOrd="0" presId="urn:microsoft.com/office/officeart/2005/8/layout/chevron2"/>
    <dgm:cxn modelId="{65EB0415-CF89-4E15-AC43-68F90CC1EF5E}" type="presParOf" srcId="{3C1F3FE7-43F1-46E5-99A2-E7922441D2B5}" destId="{3D481325-FFCE-4B42-8471-54437406E559}" srcOrd="1" destOrd="0" presId="urn:microsoft.com/office/officeart/2005/8/layout/chevron2"/>
    <dgm:cxn modelId="{B750EEB0-33B8-4C90-9595-C330A969444C}" type="presParOf" srcId="{4F02D20A-0978-4C79-95B9-6B1AABF38F84}" destId="{BB83D87C-9AF6-4B98-9DB6-D85744C8B093}" srcOrd="3" destOrd="0" presId="urn:microsoft.com/office/officeart/2005/8/layout/chevron2"/>
    <dgm:cxn modelId="{4C91306E-E05B-4D8B-A5CC-9C0C3F14D136}" type="presParOf" srcId="{4F02D20A-0978-4C79-95B9-6B1AABF38F84}" destId="{9BCFED68-C7EB-4EC9-84EE-FA63BEE8A836}" srcOrd="4" destOrd="0" presId="urn:microsoft.com/office/officeart/2005/8/layout/chevron2"/>
    <dgm:cxn modelId="{37CC514E-FD0D-4036-AAD8-B8B5CC303287}" type="presParOf" srcId="{9BCFED68-C7EB-4EC9-84EE-FA63BEE8A836}" destId="{CB69DBA7-D658-4B62-9976-3AB68C3DB05D}" srcOrd="0" destOrd="0" presId="urn:microsoft.com/office/officeart/2005/8/layout/chevron2"/>
    <dgm:cxn modelId="{56AFCF6D-D413-45EC-8065-F5D3726667BE}" type="presParOf" srcId="{9BCFED68-C7EB-4EC9-84EE-FA63BEE8A836}" destId="{56FD7E18-2720-4874-B5D6-58B22DD20BB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28AA22-A3A6-4990-BFC0-4EA57811C98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18D289E-684B-447A-9170-BC13FD93A1E4}">
      <dgm:prSet phldrT="[Text]" custT="1"/>
      <dgm:spPr>
        <a:solidFill>
          <a:schemeClr val="accent6">
            <a:lumMod val="75000"/>
            <a:alpha val="90000"/>
          </a:schemeClr>
        </a:solidFill>
      </dgm:spPr>
      <dgm:t>
        <a:bodyPr/>
        <a:lstStyle/>
        <a:p>
          <a:r>
            <a:rPr lang="en-US" sz="1600" b="0" i="0" dirty="0">
              <a:solidFill>
                <a:schemeClr val="tx1"/>
              </a:solidFill>
              <a:latin typeface="Arial" pitchFamily="34" charset="0"/>
              <a:cs typeface="Arial" pitchFamily="34" charset="0"/>
            </a:rPr>
            <a:t>Survey Management Page Sections</a:t>
          </a:r>
          <a:endParaRPr lang="en-US" sz="1600" dirty="0">
            <a:solidFill>
              <a:schemeClr val="tx1"/>
            </a:solidFill>
            <a:latin typeface="Arial" pitchFamily="34" charset="0"/>
            <a:cs typeface="Arial" pitchFamily="34" charset="0"/>
          </a:endParaRPr>
        </a:p>
      </dgm:t>
    </dgm:pt>
    <dgm:pt modelId="{7F9B23CC-1B44-48A6-B5F8-F71AC351FF83}" type="parTrans" cxnId="{A042DBBA-F46F-4407-A82C-C78106881AC6}">
      <dgm:prSet/>
      <dgm:spPr/>
      <dgm:t>
        <a:bodyPr/>
        <a:lstStyle/>
        <a:p>
          <a:endParaRPr lang="en-US"/>
        </a:p>
      </dgm:t>
    </dgm:pt>
    <dgm:pt modelId="{7347C70D-3607-4051-AE22-5F725A284CD8}" type="sibTrans" cxnId="{A042DBBA-F46F-4407-A82C-C78106881AC6}">
      <dgm:prSet/>
      <dgm:spPr/>
      <dgm:t>
        <a:bodyPr/>
        <a:lstStyle/>
        <a:p>
          <a:endParaRPr lang="en-US"/>
        </a:p>
      </dgm:t>
    </dgm:pt>
    <dgm:pt modelId="{A11CCF2D-F8ED-4633-A170-33D5F182AC30}">
      <dgm:prSet phldrT="[Text]" custT="1"/>
      <dgm:spPr>
        <a:solidFill>
          <a:schemeClr val="accent6">
            <a:lumMod val="75000"/>
            <a:alpha val="90000"/>
          </a:schemeClr>
        </a:solidFill>
      </dgm:spPr>
      <dgm:t>
        <a:bodyPr/>
        <a:lstStyle/>
        <a:p>
          <a:r>
            <a:rPr lang="en-US" sz="1600" b="0" i="0" dirty="0">
              <a:solidFill>
                <a:schemeClr val="tx1"/>
              </a:solidFill>
              <a:latin typeface="Arial" pitchFamily="34" charset="0"/>
              <a:cs typeface="Arial" pitchFamily="34" charset="0"/>
            </a:rPr>
            <a:t>Survey header information</a:t>
          </a:r>
          <a:endParaRPr lang="en-US" sz="1600" dirty="0">
            <a:solidFill>
              <a:schemeClr val="tx1"/>
            </a:solidFill>
            <a:latin typeface="Arial" pitchFamily="34" charset="0"/>
            <a:cs typeface="Arial" pitchFamily="34" charset="0"/>
          </a:endParaRPr>
        </a:p>
      </dgm:t>
    </dgm:pt>
    <dgm:pt modelId="{507E9EFB-1EFD-48C1-AC6A-40449FEF5125}" type="parTrans" cxnId="{C66BE7BB-38AD-4161-85E8-D7EF3B4B84CE}">
      <dgm:prSet/>
      <dgm:spPr/>
      <dgm:t>
        <a:bodyPr/>
        <a:lstStyle/>
        <a:p>
          <a:endParaRPr lang="en-US"/>
        </a:p>
      </dgm:t>
    </dgm:pt>
    <dgm:pt modelId="{63B72908-4F27-4EFD-9E4C-39A784ABC4F3}" type="sibTrans" cxnId="{C66BE7BB-38AD-4161-85E8-D7EF3B4B84CE}">
      <dgm:prSet/>
      <dgm:spPr/>
      <dgm:t>
        <a:bodyPr/>
        <a:lstStyle/>
        <a:p>
          <a:endParaRPr lang="en-US"/>
        </a:p>
      </dgm:t>
    </dgm:pt>
    <dgm:pt modelId="{F4AA6874-CD90-4A6C-B8DB-FBC0FAEBE2B4}">
      <dgm:prSet phldrT="[Text]" custT="1"/>
      <dgm:spPr>
        <a:solidFill>
          <a:schemeClr val="accent6">
            <a:lumMod val="75000"/>
            <a:alpha val="90000"/>
          </a:schemeClr>
        </a:solidFill>
      </dgm:spPr>
      <dgm:t>
        <a:bodyPr/>
        <a:lstStyle/>
        <a:p>
          <a:r>
            <a:rPr lang="en-US" sz="1600" b="0" i="0" dirty="0">
              <a:solidFill>
                <a:schemeClr val="tx1"/>
              </a:solidFill>
              <a:latin typeface="Arial" pitchFamily="34" charset="0"/>
              <a:cs typeface="Arial" pitchFamily="34" charset="0"/>
            </a:rPr>
            <a:t>Questions section</a:t>
          </a:r>
          <a:endParaRPr lang="en-US" sz="1600" dirty="0">
            <a:solidFill>
              <a:schemeClr val="tx1"/>
            </a:solidFill>
            <a:latin typeface="Arial" pitchFamily="34" charset="0"/>
            <a:cs typeface="Arial" pitchFamily="34" charset="0"/>
          </a:endParaRPr>
        </a:p>
      </dgm:t>
    </dgm:pt>
    <dgm:pt modelId="{784272F8-5C76-492E-8BEE-1AC07F2A6314}" type="parTrans" cxnId="{08FD6826-51EA-40C4-9CB0-31720C78E935}">
      <dgm:prSet/>
      <dgm:spPr/>
      <dgm:t>
        <a:bodyPr/>
        <a:lstStyle/>
        <a:p>
          <a:endParaRPr lang="en-US"/>
        </a:p>
      </dgm:t>
    </dgm:pt>
    <dgm:pt modelId="{4F433E13-03A2-4F99-88BB-877295D8B121}" type="sibTrans" cxnId="{08FD6826-51EA-40C4-9CB0-31720C78E935}">
      <dgm:prSet/>
      <dgm:spPr/>
      <dgm:t>
        <a:bodyPr/>
        <a:lstStyle/>
        <a:p>
          <a:endParaRPr lang="en-US"/>
        </a:p>
      </dgm:t>
    </dgm:pt>
    <dgm:pt modelId="{AF590F75-B7B6-46CA-B636-0ECA733B508A}">
      <dgm:prSet phldrT="[Text]" custT="1"/>
      <dgm:spPr>
        <a:solidFill>
          <a:schemeClr val="accent6">
            <a:lumMod val="75000"/>
            <a:alpha val="90000"/>
          </a:schemeClr>
        </a:solidFill>
      </dgm:spPr>
      <dgm:t>
        <a:bodyPr/>
        <a:lstStyle/>
        <a:p>
          <a:r>
            <a:rPr lang="en-US" sz="1600" b="0" i="0" dirty="0">
              <a:solidFill>
                <a:schemeClr val="tx1"/>
              </a:solidFill>
              <a:latin typeface="Arial" pitchFamily="34" charset="0"/>
              <a:cs typeface="Arial" pitchFamily="34" charset="0"/>
            </a:rPr>
            <a:t>Segments section</a:t>
          </a:r>
          <a:endParaRPr lang="en-US" sz="1600" dirty="0">
            <a:solidFill>
              <a:schemeClr val="tx1"/>
            </a:solidFill>
            <a:latin typeface="Arial" pitchFamily="34" charset="0"/>
            <a:cs typeface="Arial" pitchFamily="34" charset="0"/>
          </a:endParaRPr>
        </a:p>
      </dgm:t>
    </dgm:pt>
    <dgm:pt modelId="{90C1E49F-D127-4473-9C00-8EF46DE05ADA}" type="parTrans" cxnId="{E054A601-FEA0-4402-9E6E-05A25D317B5E}">
      <dgm:prSet/>
      <dgm:spPr/>
      <dgm:t>
        <a:bodyPr/>
        <a:lstStyle/>
        <a:p>
          <a:endParaRPr lang="en-US"/>
        </a:p>
      </dgm:t>
    </dgm:pt>
    <dgm:pt modelId="{1860243D-44E9-4086-A56B-2B637F5EDBA3}" type="sibTrans" cxnId="{E054A601-FEA0-4402-9E6E-05A25D317B5E}">
      <dgm:prSet/>
      <dgm:spPr/>
      <dgm:t>
        <a:bodyPr/>
        <a:lstStyle/>
        <a:p>
          <a:endParaRPr lang="en-US"/>
        </a:p>
      </dgm:t>
    </dgm:pt>
    <dgm:pt modelId="{DAF6B464-9083-418C-B65F-7ED0EBD8D35D}">
      <dgm:prSet phldrT="[Text]" custT="1"/>
      <dgm:spPr>
        <a:solidFill>
          <a:schemeClr val="accent6">
            <a:lumMod val="75000"/>
            <a:alpha val="90000"/>
          </a:schemeClr>
        </a:solidFill>
      </dgm:spPr>
      <dgm:t>
        <a:bodyPr/>
        <a:lstStyle/>
        <a:p>
          <a:r>
            <a:rPr lang="en-US" sz="1600" b="0" i="0" dirty="0">
              <a:solidFill>
                <a:schemeClr val="tx1"/>
              </a:solidFill>
              <a:latin typeface="Arial" pitchFamily="34" charset="0"/>
              <a:cs typeface="Arial" pitchFamily="34" charset="0"/>
            </a:rPr>
            <a:t>Targets section</a:t>
          </a:r>
          <a:endParaRPr lang="en-US" sz="1600" dirty="0">
            <a:solidFill>
              <a:schemeClr val="tx1"/>
            </a:solidFill>
            <a:latin typeface="Arial" pitchFamily="34" charset="0"/>
            <a:cs typeface="Arial" pitchFamily="34" charset="0"/>
          </a:endParaRPr>
        </a:p>
      </dgm:t>
    </dgm:pt>
    <dgm:pt modelId="{47AF8C8D-F551-4BE2-9AE1-9F69CB9B5292}" type="parTrans" cxnId="{0392E8C3-7D93-4D5D-84F3-2826D43D6004}">
      <dgm:prSet/>
      <dgm:spPr/>
      <dgm:t>
        <a:bodyPr/>
        <a:lstStyle/>
        <a:p>
          <a:endParaRPr lang="en-US"/>
        </a:p>
      </dgm:t>
    </dgm:pt>
    <dgm:pt modelId="{CDB941E9-8D5D-4E69-8ED1-D398AF790E19}" type="sibTrans" cxnId="{0392E8C3-7D93-4D5D-84F3-2826D43D6004}">
      <dgm:prSet/>
      <dgm:spPr/>
      <dgm:t>
        <a:bodyPr/>
        <a:lstStyle/>
        <a:p>
          <a:endParaRPr lang="en-US"/>
        </a:p>
      </dgm:t>
    </dgm:pt>
    <dgm:pt modelId="{16534C7D-3567-4E9B-9217-4E39F941B97B}" type="pres">
      <dgm:prSet presAssocID="{7A28AA22-A3A6-4990-BFC0-4EA57811C981}" presName="hierChild1" presStyleCnt="0">
        <dgm:presLayoutVars>
          <dgm:chPref val="1"/>
          <dgm:dir/>
          <dgm:animOne val="branch"/>
          <dgm:animLvl val="lvl"/>
          <dgm:resizeHandles/>
        </dgm:presLayoutVars>
      </dgm:prSet>
      <dgm:spPr/>
    </dgm:pt>
    <dgm:pt modelId="{54AF1D19-CAF1-483D-9843-58C32F4D9646}" type="pres">
      <dgm:prSet presAssocID="{D18D289E-684B-447A-9170-BC13FD93A1E4}" presName="hierRoot1" presStyleCnt="0"/>
      <dgm:spPr/>
    </dgm:pt>
    <dgm:pt modelId="{D6F77C76-7B97-4887-86E5-B50C69E2AC88}" type="pres">
      <dgm:prSet presAssocID="{D18D289E-684B-447A-9170-BC13FD93A1E4}" presName="composite" presStyleCnt="0"/>
      <dgm:spPr/>
    </dgm:pt>
    <dgm:pt modelId="{F6408869-0756-4925-967E-73F6F005641B}" type="pres">
      <dgm:prSet presAssocID="{D18D289E-684B-447A-9170-BC13FD93A1E4}" presName="background" presStyleLbl="node0" presStyleIdx="0" presStyleCnt="1"/>
      <dgm:spPr/>
    </dgm:pt>
    <dgm:pt modelId="{AEDF78F8-EE99-4B7D-84AC-FB8B276FA1D3}" type="pres">
      <dgm:prSet presAssocID="{D18D289E-684B-447A-9170-BC13FD93A1E4}" presName="text" presStyleLbl="fgAcc0" presStyleIdx="0" presStyleCnt="1" custScaleX="116047">
        <dgm:presLayoutVars>
          <dgm:chPref val="3"/>
        </dgm:presLayoutVars>
      </dgm:prSet>
      <dgm:spPr/>
    </dgm:pt>
    <dgm:pt modelId="{AAE5D432-3D9A-4235-94C4-40702ACA779A}" type="pres">
      <dgm:prSet presAssocID="{D18D289E-684B-447A-9170-BC13FD93A1E4}" presName="hierChild2" presStyleCnt="0"/>
      <dgm:spPr/>
    </dgm:pt>
    <dgm:pt modelId="{6F69AC64-85AE-4953-976D-76036FAABF22}" type="pres">
      <dgm:prSet presAssocID="{507E9EFB-1EFD-48C1-AC6A-40449FEF5125}" presName="Name10" presStyleLbl="parChTrans1D2" presStyleIdx="0" presStyleCnt="4"/>
      <dgm:spPr/>
    </dgm:pt>
    <dgm:pt modelId="{D1296C1F-7AB4-4E11-9731-252889B13270}" type="pres">
      <dgm:prSet presAssocID="{A11CCF2D-F8ED-4633-A170-33D5F182AC30}" presName="hierRoot2" presStyleCnt="0"/>
      <dgm:spPr/>
    </dgm:pt>
    <dgm:pt modelId="{C118CD62-16E3-4DAC-8026-DC1A144A124B}" type="pres">
      <dgm:prSet presAssocID="{A11CCF2D-F8ED-4633-A170-33D5F182AC30}" presName="composite2" presStyleCnt="0"/>
      <dgm:spPr/>
    </dgm:pt>
    <dgm:pt modelId="{21CBD517-0BA6-499E-AC48-BF03716D57C5}" type="pres">
      <dgm:prSet presAssocID="{A11CCF2D-F8ED-4633-A170-33D5F182AC30}" presName="background2" presStyleLbl="node2" presStyleIdx="0" presStyleCnt="4"/>
      <dgm:spPr/>
    </dgm:pt>
    <dgm:pt modelId="{D589D869-FD0C-469A-89FD-F3C21BB8864E}" type="pres">
      <dgm:prSet presAssocID="{A11CCF2D-F8ED-4633-A170-33D5F182AC30}" presName="text2" presStyleLbl="fgAcc2" presStyleIdx="0" presStyleCnt="4">
        <dgm:presLayoutVars>
          <dgm:chPref val="3"/>
        </dgm:presLayoutVars>
      </dgm:prSet>
      <dgm:spPr/>
    </dgm:pt>
    <dgm:pt modelId="{FD6A9B08-2E5A-4B67-8EC4-42A27A1A8664}" type="pres">
      <dgm:prSet presAssocID="{A11CCF2D-F8ED-4633-A170-33D5F182AC30}" presName="hierChild3" presStyleCnt="0"/>
      <dgm:spPr/>
    </dgm:pt>
    <dgm:pt modelId="{B000D3BE-8905-4213-8157-8646682044F8}" type="pres">
      <dgm:prSet presAssocID="{784272F8-5C76-492E-8BEE-1AC07F2A6314}" presName="Name10" presStyleLbl="parChTrans1D2" presStyleIdx="1" presStyleCnt="4"/>
      <dgm:spPr/>
    </dgm:pt>
    <dgm:pt modelId="{DAE759FC-30FE-4716-B695-50A9A3CFC9B1}" type="pres">
      <dgm:prSet presAssocID="{F4AA6874-CD90-4A6C-B8DB-FBC0FAEBE2B4}" presName="hierRoot2" presStyleCnt="0"/>
      <dgm:spPr/>
    </dgm:pt>
    <dgm:pt modelId="{FC4693A4-C34C-4AD7-AF58-89217F30CA77}" type="pres">
      <dgm:prSet presAssocID="{F4AA6874-CD90-4A6C-B8DB-FBC0FAEBE2B4}" presName="composite2" presStyleCnt="0"/>
      <dgm:spPr/>
    </dgm:pt>
    <dgm:pt modelId="{A4AAEB38-0298-4A43-BFB8-0D296BFC3C90}" type="pres">
      <dgm:prSet presAssocID="{F4AA6874-CD90-4A6C-B8DB-FBC0FAEBE2B4}" presName="background2" presStyleLbl="node2" presStyleIdx="1" presStyleCnt="4"/>
      <dgm:spPr/>
    </dgm:pt>
    <dgm:pt modelId="{BAC8D9F1-4405-4034-AC2B-E771281EE402}" type="pres">
      <dgm:prSet presAssocID="{F4AA6874-CD90-4A6C-B8DB-FBC0FAEBE2B4}" presName="text2" presStyleLbl="fgAcc2" presStyleIdx="1" presStyleCnt="4">
        <dgm:presLayoutVars>
          <dgm:chPref val="3"/>
        </dgm:presLayoutVars>
      </dgm:prSet>
      <dgm:spPr/>
    </dgm:pt>
    <dgm:pt modelId="{8BFEE924-F8DE-4A3C-BCDE-59FC6C538F50}" type="pres">
      <dgm:prSet presAssocID="{F4AA6874-CD90-4A6C-B8DB-FBC0FAEBE2B4}" presName="hierChild3" presStyleCnt="0"/>
      <dgm:spPr/>
    </dgm:pt>
    <dgm:pt modelId="{7CCBC786-0073-447C-B271-5E024843A89E}" type="pres">
      <dgm:prSet presAssocID="{90C1E49F-D127-4473-9C00-8EF46DE05ADA}" presName="Name10" presStyleLbl="parChTrans1D2" presStyleIdx="2" presStyleCnt="4"/>
      <dgm:spPr/>
    </dgm:pt>
    <dgm:pt modelId="{EC03FD0C-93EC-4E4F-851E-11C51D5E1226}" type="pres">
      <dgm:prSet presAssocID="{AF590F75-B7B6-46CA-B636-0ECA733B508A}" presName="hierRoot2" presStyleCnt="0"/>
      <dgm:spPr/>
    </dgm:pt>
    <dgm:pt modelId="{D53FD0E1-FAD5-42F0-8DFD-E03F0E599301}" type="pres">
      <dgm:prSet presAssocID="{AF590F75-B7B6-46CA-B636-0ECA733B508A}" presName="composite2" presStyleCnt="0"/>
      <dgm:spPr/>
    </dgm:pt>
    <dgm:pt modelId="{A3B693E1-ACE3-40E0-A7D0-62EA40D3922D}" type="pres">
      <dgm:prSet presAssocID="{AF590F75-B7B6-46CA-B636-0ECA733B508A}" presName="background2" presStyleLbl="node2" presStyleIdx="2" presStyleCnt="4"/>
      <dgm:spPr/>
    </dgm:pt>
    <dgm:pt modelId="{1175688E-DA41-4AED-B3FF-8F1D16284E4A}" type="pres">
      <dgm:prSet presAssocID="{AF590F75-B7B6-46CA-B636-0ECA733B508A}" presName="text2" presStyleLbl="fgAcc2" presStyleIdx="2" presStyleCnt="4">
        <dgm:presLayoutVars>
          <dgm:chPref val="3"/>
        </dgm:presLayoutVars>
      </dgm:prSet>
      <dgm:spPr/>
    </dgm:pt>
    <dgm:pt modelId="{18423CBC-C0F8-401B-B7F3-72676937A42B}" type="pres">
      <dgm:prSet presAssocID="{AF590F75-B7B6-46CA-B636-0ECA733B508A}" presName="hierChild3" presStyleCnt="0"/>
      <dgm:spPr/>
    </dgm:pt>
    <dgm:pt modelId="{E2725CEC-ADA7-4362-9BC0-2390939C892E}" type="pres">
      <dgm:prSet presAssocID="{47AF8C8D-F551-4BE2-9AE1-9F69CB9B5292}" presName="Name10" presStyleLbl="parChTrans1D2" presStyleIdx="3" presStyleCnt="4"/>
      <dgm:spPr/>
    </dgm:pt>
    <dgm:pt modelId="{D24D17A6-6CDA-43F0-8B8C-283CA30BE7F5}" type="pres">
      <dgm:prSet presAssocID="{DAF6B464-9083-418C-B65F-7ED0EBD8D35D}" presName="hierRoot2" presStyleCnt="0"/>
      <dgm:spPr/>
    </dgm:pt>
    <dgm:pt modelId="{94B6751A-CA2F-42AD-AB02-5AE95B847C1B}" type="pres">
      <dgm:prSet presAssocID="{DAF6B464-9083-418C-B65F-7ED0EBD8D35D}" presName="composite2" presStyleCnt="0"/>
      <dgm:spPr/>
    </dgm:pt>
    <dgm:pt modelId="{CFF280D0-6806-4E42-B797-B04798ECFC3F}" type="pres">
      <dgm:prSet presAssocID="{DAF6B464-9083-418C-B65F-7ED0EBD8D35D}" presName="background2" presStyleLbl="node2" presStyleIdx="3" presStyleCnt="4"/>
      <dgm:spPr/>
    </dgm:pt>
    <dgm:pt modelId="{6DBD4FD5-9EBC-40AC-8314-F2F19D005655}" type="pres">
      <dgm:prSet presAssocID="{DAF6B464-9083-418C-B65F-7ED0EBD8D35D}" presName="text2" presStyleLbl="fgAcc2" presStyleIdx="3" presStyleCnt="4">
        <dgm:presLayoutVars>
          <dgm:chPref val="3"/>
        </dgm:presLayoutVars>
      </dgm:prSet>
      <dgm:spPr/>
    </dgm:pt>
    <dgm:pt modelId="{8BF21F87-FFC0-4A17-9D59-FDC879CEDB1E}" type="pres">
      <dgm:prSet presAssocID="{DAF6B464-9083-418C-B65F-7ED0EBD8D35D}" presName="hierChild3" presStyleCnt="0"/>
      <dgm:spPr/>
    </dgm:pt>
  </dgm:ptLst>
  <dgm:cxnLst>
    <dgm:cxn modelId="{E054A601-FEA0-4402-9E6E-05A25D317B5E}" srcId="{D18D289E-684B-447A-9170-BC13FD93A1E4}" destId="{AF590F75-B7B6-46CA-B636-0ECA733B508A}" srcOrd="2" destOrd="0" parTransId="{90C1E49F-D127-4473-9C00-8EF46DE05ADA}" sibTransId="{1860243D-44E9-4086-A56B-2B637F5EDBA3}"/>
    <dgm:cxn modelId="{08FD6826-51EA-40C4-9CB0-31720C78E935}" srcId="{D18D289E-684B-447A-9170-BC13FD93A1E4}" destId="{F4AA6874-CD90-4A6C-B8DB-FBC0FAEBE2B4}" srcOrd="1" destOrd="0" parTransId="{784272F8-5C76-492E-8BEE-1AC07F2A6314}" sibTransId="{4F433E13-03A2-4F99-88BB-877295D8B121}"/>
    <dgm:cxn modelId="{95B2463D-9557-4126-9FFC-8387B48BAA57}" type="presOf" srcId="{DAF6B464-9083-418C-B65F-7ED0EBD8D35D}" destId="{6DBD4FD5-9EBC-40AC-8314-F2F19D005655}" srcOrd="0" destOrd="0" presId="urn:microsoft.com/office/officeart/2005/8/layout/hierarchy1"/>
    <dgm:cxn modelId="{E4C60950-961C-45CE-B7C4-6A631F2E6834}" type="presOf" srcId="{D18D289E-684B-447A-9170-BC13FD93A1E4}" destId="{AEDF78F8-EE99-4B7D-84AC-FB8B276FA1D3}" srcOrd="0" destOrd="0" presId="urn:microsoft.com/office/officeart/2005/8/layout/hierarchy1"/>
    <dgm:cxn modelId="{34B06250-B592-4FD4-BE4E-44024423FB40}" type="presOf" srcId="{AF590F75-B7B6-46CA-B636-0ECA733B508A}" destId="{1175688E-DA41-4AED-B3FF-8F1D16284E4A}" srcOrd="0" destOrd="0" presId="urn:microsoft.com/office/officeart/2005/8/layout/hierarchy1"/>
    <dgm:cxn modelId="{8F95FD5A-824A-4FD8-8791-6F3B46501C94}" type="presOf" srcId="{784272F8-5C76-492E-8BEE-1AC07F2A6314}" destId="{B000D3BE-8905-4213-8157-8646682044F8}" srcOrd="0" destOrd="0" presId="urn:microsoft.com/office/officeart/2005/8/layout/hierarchy1"/>
    <dgm:cxn modelId="{F1E56E82-39EB-42C7-AD00-7E444B5EAB02}" type="presOf" srcId="{47AF8C8D-F551-4BE2-9AE1-9F69CB9B5292}" destId="{E2725CEC-ADA7-4362-9BC0-2390939C892E}" srcOrd="0" destOrd="0" presId="urn:microsoft.com/office/officeart/2005/8/layout/hierarchy1"/>
    <dgm:cxn modelId="{5A51B49A-1F84-4CF8-BCE9-2723F3BE0D79}" type="presOf" srcId="{507E9EFB-1EFD-48C1-AC6A-40449FEF5125}" destId="{6F69AC64-85AE-4953-976D-76036FAABF22}" srcOrd="0" destOrd="0" presId="urn:microsoft.com/office/officeart/2005/8/layout/hierarchy1"/>
    <dgm:cxn modelId="{6C8839B0-0376-4546-BD1D-B5C83BB8E68A}" type="presOf" srcId="{7A28AA22-A3A6-4990-BFC0-4EA57811C981}" destId="{16534C7D-3567-4E9B-9217-4E39F941B97B}" srcOrd="0" destOrd="0" presId="urn:microsoft.com/office/officeart/2005/8/layout/hierarchy1"/>
    <dgm:cxn modelId="{A042DBBA-F46F-4407-A82C-C78106881AC6}" srcId="{7A28AA22-A3A6-4990-BFC0-4EA57811C981}" destId="{D18D289E-684B-447A-9170-BC13FD93A1E4}" srcOrd="0" destOrd="0" parTransId="{7F9B23CC-1B44-48A6-B5F8-F71AC351FF83}" sibTransId="{7347C70D-3607-4051-AE22-5F725A284CD8}"/>
    <dgm:cxn modelId="{C66BE7BB-38AD-4161-85E8-D7EF3B4B84CE}" srcId="{D18D289E-684B-447A-9170-BC13FD93A1E4}" destId="{A11CCF2D-F8ED-4633-A170-33D5F182AC30}" srcOrd="0" destOrd="0" parTransId="{507E9EFB-1EFD-48C1-AC6A-40449FEF5125}" sibTransId="{63B72908-4F27-4EFD-9E4C-39A784ABC4F3}"/>
    <dgm:cxn modelId="{0392E8C3-7D93-4D5D-84F3-2826D43D6004}" srcId="{D18D289E-684B-447A-9170-BC13FD93A1E4}" destId="{DAF6B464-9083-418C-B65F-7ED0EBD8D35D}" srcOrd="3" destOrd="0" parTransId="{47AF8C8D-F551-4BE2-9AE1-9F69CB9B5292}" sibTransId="{CDB941E9-8D5D-4E69-8ED1-D398AF790E19}"/>
    <dgm:cxn modelId="{E990FFC6-FA04-4D59-9862-EA7EDD421B53}" type="presOf" srcId="{F4AA6874-CD90-4A6C-B8DB-FBC0FAEBE2B4}" destId="{BAC8D9F1-4405-4034-AC2B-E771281EE402}" srcOrd="0" destOrd="0" presId="urn:microsoft.com/office/officeart/2005/8/layout/hierarchy1"/>
    <dgm:cxn modelId="{F7BCB0D8-BBC3-49FD-A034-561AB7FE3EB6}" type="presOf" srcId="{90C1E49F-D127-4473-9C00-8EF46DE05ADA}" destId="{7CCBC786-0073-447C-B271-5E024843A89E}" srcOrd="0" destOrd="0" presId="urn:microsoft.com/office/officeart/2005/8/layout/hierarchy1"/>
    <dgm:cxn modelId="{AA016DF9-BA1A-4E58-A389-CD05D323F40A}" type="presOf" srcId="{A11CCF2D-F8ED-4633-A170-33D5F182AC30}" destId="{D589D869-FD0C-469A-89FD-F3C21BB8864E}" srcOrd="0" destOrd="0" presId="urn:microsoft.com/office/officeart/2005/8/layout/hierarchy1"/>
    <dgm:cxn modelId="{0913727F-B574-47A1-A3AF-BE089C6CEBC3}" type="presParOf" srcId="{16534C7D-3567-4E9B-9217-4E39F941B97B}" destId="{54AF1D19-CAF1-483D-9843-58C32F4D9646}" srcOrd="0" destOrd="0" presId="urn:microsoft.com/office/officeart/2005/8/layout/hierarchy1"/>
    <dgm:cxn modelId="{724369B2-9577-4534-B6CA-1EA967CBD0F3}" type="presParOf" srcId="{54AF1D19-CAF1-483D-9843-58C32F4D9646}" destId="{D6F77C76-7B97-4887-86E5-B50C69E2AC88}" srcOrd="0" destOrd="0" presId="urn:microsoft.com/office/officeart/2005/8/layout/hierarchy1"/>
    <dgm:cxn modelId="{9D9D870C-6D92-4D7F-8FD4-2B6761E974E2}" type="presParOf" srcId="{D6F77C76-7B97-4887-86E5-B50C69E2AC88}" destId="{F6408869-0756-4925-967E-73F6F005641B}" srcOrd="0" destOrd="0" presId="urn:microsoft.com/office/officeart/2005/8/layout/hierarchy1"/>
    <dgm:cxn modelId="{49088E75-4405-463C-A926-A0925626491C}" type="presParOf" srcId="{D6F77C76-7B97-4887-86E5-B50C69E2AC88}" destId="{AEDF78F8-EE99-4B7D-84AC-FB8B276FA1D3}" srcOrd="1" destOrd="0" presId="urn:microsoft.com/office/officeart/2005/8/layout/hierarchy1"/>
    <dgm:cxn modelId="{481A7632-9688-49C9-9337-77EE03DB8A4A}" type="presParOf" srcId="{54AF1D19-CAF1-483D-9843-58C32F4D9646}" destId="{AAE5D432-3D9A-4235-94C4-40702ACA779A}" srcOrd="1" destOrd="0" presId="urn:microsoft.com/office/officeart/2005/8/layout/hierarchy1"/>
    <dgm:cxn modelId="{EFE34168-7FB9-4878-A361-0ABF5BC1A2C8}" type="presParOf" srcId="{AAE5D432-3D9A-4235-94C4-40702ACA779A}" destId="{6F69AC64-85AE-4953-976D-76036FAABF22}" srcOrd="0" destOrd="0" presId="urn:microsoft.com/office/officeart/2005/8/layout/hierarchy1"/>
    <dgm:cxn modelId="{E85E7FF6-61F4-4E81-9D16-0AC5EA65D9AC}" type="presParOf" srcId="{AAE5D432-3D9A-4235-94C4-40702ACA779A}" destId="{D1296C1F-7AB4-4E11-9731-252889B13270}" srcOrd="1" destOrd="0" presId="urn:microsoft.com/office/officeart/2005/8/layout/hierarchy1"/>
    <dgm:cxn modelId="{323356AF-11F3-42E6-AA56-A0B71F492AF4}" type="presParOf" srcId="{D1296C1F-7AB4-4E11-9731-252889B13270}" destId="{C118CD62-16E3-4DAC-8026-DC1A144A124B}" srcOrd="0" destOrd="0" presId="urn:microsoft.com/office/officeart/2005/8/layout/hierarchy1"/>
    <dgm:cxn modelId="{1B4F1FC2-696A-4C1B-9E73-7EB60EE91660}" type="presParOf" srcId="{C118CD62-16E3-4DAC-8026-DC1A144A124B}" destId="{21CBD517-0BA6-499E-AC48-BF03716D57C5}" srcOrd="0" destOrd="0" presId="urn:microsoft.com/office/officeart/2005/8/layout/hierarchy1"/>
    <dgm:cxn modelId="{ECDDB9E8-F110-4ECD-9A82-5A21C8D1432A}" type="presParOf" srcId="{C118CD62-16E3-4DAC-8026-DC1A144A124B}" destId="{D589D869-FD0C-469A-89FD-F3C21BB8864E}" srcOrd="1" destOrd="0" presId="urn:microsoft.com/office/officeart/2005/8/layout/hierarchy1"/>
    <dgm:cxn modelId="{A27F18A4-3B1D-4643-8650-5A01C0A7933F}" type="presParOf" srcId="{D1296C1F-7AB4-4E11-9731-252889B13270}" destId="{FD6A9B08-2E5A-4B67-8EC4-42A27A1A8664}" srcOrd="1" destOrd="0" presId="urn:microsoft.com/office/officeart/2005/8/layout/hierarchy1"/>
    <dgm:cxn modelId="{96258EEA-ABA5-4C76-A7AE-A0E26FDCEECC}" type="presParOf" srcId="{AAE5D432-3D9A-4235-94C4-40702ACA779A}" destId="{B000D3BE-8905-4213-8157-8646682044F8}" srcOrd="2" destOrd="0" presId="urn:microsoft.com/office/officeart/2005/8/layout/hierarchy1"/>
    <dgm:cxn modelId="{29F66147-CA2B-4C3C-BCF4-82799A34CFB2}" type="presParOf" srcId="{AAE5D432-3D9A-4235-94C4-40702ACA779A}" destId="{DAE759FC-30FE-4716-B695-50A9A3CFC9B1}" srcOrd="3" destOrd="0" presId="urn:microsoft.com/office/officeart/2005/8/layout/hierarchy1"/>
    <dgm:cxn modelId="{0468BFD1-B583-4807-A694-951142BEB746}" type="presParOf" srcId="{DAE759FC-30FE-4716-B695-50A9A3CFC9B1}" destId="{FC4693A4-C34C-4AD7-AF58-89217F30CA77}" srcOrd="0" destOrd="0" presId="urn:microsoft.com/office/officeart/2005/8/layout/hierarchy1"/>
    <dgm:cxn modelId="{A4EF9006-5FF9-4D8D-82D2-070A8ADCF7D9}" type="presParOf" srcId="{FC4693A4-C34C-4AD7-AF58-89217F30CA77}" destId="{A4AAEB38-0298-4A43-BFB8-0D296BFC3C90}" srcOrd="0" destOrd="0" presId="urn:microsoft.com/office/officeart/2005/8/layout/hierarchy1"/>
    <dgm:cxn modelId="{AFC49976-7813-4B91-8447-DE373BABD17D}" type="presParOf" srcId="{FC4693A4-C34C-4AD7-AF58-89217F30CA77}" destId="{BAC8D9F1-4405-4034-AC2B-E771281EE402}" srcOrd="1" destOrd="0" presId="urn:microsoft.com/office/officeart/2005/8/layout/hierarchy1"/>
    <dgm:cxn modelId="{B53326A8-C5D3-4D6C-A70A-4F08F5D9CCAD}" type="presParOf" srcId="{DAE759FC-30FE-4716-B695-50A9A3CFC9B1}" destId="{8BFEE924-F8DE-4A3C-BCDE-59FC6C538F50}" srcOrd="1" destOrd="0" presId="urn:microsoft.com/office/officeart/2005/8/layout/hierarchy1"/>
    <dgm:cxn modelId="{A07F74F6-1D9E-4A76-8098-73D629BAB707}" type="presParOf" srcId="{AAE5D432-3D9A-4235-94C4-40702ACA779A}" destId="{7CCBC786-0073-447C-B271-5E024843A89E}" srcOrd="4" destOrd="0" presId="urn:microsoft.com/office/officeart/2005/8/layout/hierarchy1"/>
    <dgm:cxn modelId="{6958284C-996F-4B4E-B861-AB11AAF6D87E}" type="presParOf" srcId="{AAE5D432-3D9A-4235-94C4-40702ACA779A}" destId="{EC03FD0C-93EC-4E4F-851E-11C51D5E1226}" srcOrd="5" destOrd="0" presId="urn:microsoft.com/office/officeart/2005/8/layout/hierarchy1"/>
    <dgm:cxn modelId="{E93B7996-7CA6-4E9D-9A6E-DA6240F85987}" type="presParOf" srcId="{EC03FD0C-93EC-4E4F-851E-11C51D5E1226}" destId="{D53FD0E1-FAD5-42F0-8DFD-E03F0E599301}" srcOrd="0" destOrd="0" presId="urn:microsoft.com/office/officeart/2005/8/layout/hierarchy1"/>
    <dgm:cxn modelId="{55E50164-119A-4DF5-AE64-E82AC633E750}" type="presParOf" srcId="{D53FD0E1-FAD5-42F0-8DFD-E03F0E599301}" destId="{A3B693E1-ACE3-40E0-A7D0-62EA40D3922D}" srcOrd="0" destOrd="0" presId="urn:microsoft.com/office/officeart/2005/8/layout/hierarchy1"/>
    <dgm:cxn modelId="{4E0FAE99-C455-4016-8670-6D477E199C5E}" type="presParOf" srcId="{D53FD0E1-FAD5-42F0-8DFD-E03F0E599301}" destId="{1175688E-DA41-4AED-B3FF-8F1D16284E4A}" srcOrd="1" destOrd="0" presId="urn:microsoft.com/office/officeart/2005/8/layout/hierarchy1"/>
    <dgm:cxn modelId="{6A6DA3B3-612B-46CB-B010-74E553196C1F}" type="presParOf" srcId="{EC03FD0C-93EC-4E4F-851E-11C51D5E1226}" destId="{18423CBC-C0F8-401B-B7F3-72676937A42B}" srcOrd="1" destOrd="0" presId="urn:microsoft.com/office/officeart/2005/8/layout/hierarchy1"/>
    <dgm:cxn modelId="{E663606F-7714-49E6-9D9F-AB95DDCACA24}" type="presParOf" srcId="{AAE5D432-3D9A-4235-94C4-40702ACA779A}" destId="{E2725CEC-ADA7-4362-9BC0-2390939C892E}" srcOrd="6" destOrd="0" presId="urn:microsoft.com/office/officeart/2005/8/layout/hierarchy1"/>
    <dgm:cxn modelId="{38A99344-4D34-413B-B855-D7D46FA07CE2}" type="presParOf" srcId="{AAE5D432-3D9A-4235-94C4-40702ACA779A}" destId="{D24D17A6-6CDA-43F0-8B8C-283CA30BE7F5}" srcOrd="7" destOrd="0" presId="urn:microsoft.com/office/officeart/2005/8/layout/hierarchy1"/>
    <dgm:cxn modelId="{B8097DCB-4F77-4514-96C2-7C9F05622D0F}" type="presParOf" srcId="{D24D17A6-6CDA-43F0-8B8C-283CA30BE7F5}" destId="{94B6751A-CA2F-42AD-AB02-5AE95B847C1B}" srcOrd="0" destOrd="0" presId="urn:microsoft.com/office/officeart/2005/8/layout/hierarchy1"/>
    <dgm:cxn modelId="{1D76C2CA-F94A-4915-93B4-399CC2B84929}" type="presParOf" srcId="{94B6751A-CA2F-42AD-AB02-5AE95B847C1B}" destId="{CFF280D0-6806-4E42-B797-B04798ECFC3F}" srcOrd="0" destOrd="0" presId="urn:microsoft.com/office/officeart/2005/8/layout/hierarchy1"/>
    <dgm:cxn modelId="{EB36EA5F-BE68-485D-AA42-A20B7AEF98F7}" type="presParOf" srcId="{94B6751A-CA2F-42AD-AB02-5AE95B847C1B}" destId="{6DBD4FD5-9EBC-40AC-8314-F2F19D005655}" srcOrd="1" destOrd="0" presId="urn:microsoft.com/office/officeart/2005/8/layout/hierarchy1"/>
    <dgm:cxn modelId="{2AED8738-F735-4537-A9B2-F85F82F530DF}" type="presParOf" srcId="{D24D17A6-6CDA-43F0-8B8C-283CA30BE7F5}" destId="{8BF21F87-FFC0-4A17-9D59-FDC879CEDB1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992837C-2F0D-496B-B486-A15D28252DA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07C35B6-51F5-4020-9660-D304067957F4}">
      <dgm:prSet phldrT="[Text]" custT="1"/>
      <dgm:spPr>
        <a:solidFill>
          <a:schemeClr val="accent6">
            <a:lumMod val="75000"/>
          </a:schemeClr>
        </a:solidFill>
      </dgm:spPr>
      <dgm:t>
        <a:bodyPr/>
        <a:lstStyle/>
        <a:p>
          <a:r>
            <a:rPr lang="en-US" sz="1600" b="0" i="0" dirty="0" err="1">
              <a:solidFill>
                <a:schemeClr val="tx1"/>
              </a:solidFill>
              <a:latin typeface="Arial" pitchFamily="34" charset="0"/>
              <a:cs typeface="Arial" pitchFamily="34" charset="0"/>
            </a:rPr>
            <a:t>zvod_Questions_vod</a:t>
          </a:r>
          <a:endParaRPr lang="en-US" sz="1600" dirty="0">
            <a:solidFill>
              <a:schemeClr val="tx1"/>
            </a:solidFill>
            <a:latin typeface="Arial" pitchFamily="34" charset="0"/>
            <a:cs typeface="Arial" pitchFamily="34" charset="0"/>
          </a:endParaRPr>
        </a:p>
      </dgm:t>
    </dgm:pt>
    <dgm:pt modelId="{FA02B639-8381-4AA5-9F49-E9148C9895F0}" type="parTrans" cxnId="{DA4E5C70-1462-4615-9A34-257B53A829E9}">
      <dgm:prSet/>
      <dgm:spPr/>
      <dgm:t>
        <a:bodyPr/>
        <a:lstStyle/>
        <a:p>
          <a:endParaRPr lang="en-US"/>
        </a:p>
      </dgm:t>
    </dgm:pt>
    <dgm:pt modelId="{FF4CD272-9BB1-4F17-B996-5D5E37CA7FE4}" type="sibTrans" cxnId="{DA4E5C70-1462-4615-9A34-257B53A829E9}">
      <dgm:prSet/>
      <dgm:spPr/>
      <dgm:t>
        <a:bodyPr/>
        <a:lstStyle/>
        <a:p>
          <a:endParaRPr lang="en-US"/>
        </a:p>
      </dgm:t>
    </dgm:pt>
    <dgm:pt modelId="{8F029AEA-EA0D-4959-B773-80AA8E2A64C7}">
      <dgm:prSet phldrT="[Text]" custT="1"/>
      <dgm:spPr>
        <a:solidFill>
          <a:srgbClr val="FFC000">
            <a:alpha val="90000"/>
          </a:srgbClr>
        </a:solidFill>
      </dgm:spPr>
      <dgm:t>
        <a:bodyPr/>
        <a:lstStyle/>
        <a:p>
          <a:r>
            <a:rPr lang="en-US" sz="1600" b="0" i="0" dirty="0">
              <a:solidFill>
                <a:schemeClr val="tx1"/>
              </a:solidFill>
              <a:latin typeface="Arial" pitchFamily="34" charset="0"/>
              <a:cs typeface="Arial" pitchFamily="34" charset="0"/>
            </a:rPr>
            <a:t>Display the Questions section. Remove if you do not want the user to be able to view, create, or edit questions on the Survey</a:t>
          </a:r>
          <a:endParaRPr lang="en-US" sz="1600" dirty="0">
            <a:solidFill>
              <a:schemeClr val="tx1"/>
            </a:solidFill>
            <a:latin typeface="Arial" pitchFamily="34" charset="0"/>
            <a:cs typeface="Arial" pitchFamily="34" charset="0"/>
          </a:endParaRPr>
        </a:p>
      </dgm:t>
    </dgm:pt>
    <dgm:pt modelId="{3AABAE1A-B0CA-40A0-A523-2D50B6B45E26}" type="parTrans" cxnId="{C401F428-0BDC-41DD-A6DA-45CD1264AC52}">
      <dgm:prSet/>
      <dgm:spPr/>
      <dgm:t>
        <a:bodyPr/>
        <a:lstStyle/>
        <a:p>
          <a:endParaRPr lang="en-US"/>
        </a:p>
      </dgm:t>
    </dgm:pt>
    <dgm:pt modelId="{EEB84143-2CC0-4F4A-8DE7-E401165B12D0}" type="sibTrans" cxnId="{C401F428-0BDC-41DD-A6DA-45CD1264AC52}">
      <dgm:prSet/>
      <dgm:spPr/>
      <dgm:t>
        <a:bodyPr/>
        <a:lstStyle/>
        <a:p>
          <a:endParaRPr lang="en-US"/>
        </a:p>
      </dgm:t>
    </dgm:pt>
    <dgm:pt modelId="{CEF4DA84-194F-4F12-8CF5-E32D68296B3D}">
      <dgm:prSet phldrT="[Text]" custT="1"/>
      <dgm:spPr>
        <a:solidFill>
          <a:schemeClr val="accent6">
            <a:lumMod val="75000"/>
          </a:schemeClr>
        </a:solidFill>
      </dgm:spPr>
      <dgm:t>
        <a:bodyPr/>
        <a:lstStyle/>
        <a:p>
          <a:r>
            <a:rPr lang="en-US" sz="1600" b="0" i="0" dirty="0" err="1">
              <a:solidFill>
                <a:schemeClr val="tx1"/>
              </a:solidFill>
              <a:latin typeface="Arial" pitchFamily="34" charset="0"/>
              <a:cs typeface="Arial" pitchFamily="34" charset="0"/>
            </a:rPr>
            <a:t>zvod_Segments_vod</a:t>
          </a:r>
          <a:endParaRPr lang="en-US" sz="1600" dirty="0">
            <a:solidFill>
              <a:schemeClr val="tx1"/>
            </a:solidFill>
            <a:latin typeface="Arial" pitchFamily="34" charset="0"/>
            <a:cs typeface="Arial" pitchFamily="34" charset="0"/>
          </a:endParaRPr>
        </a:p>
      </dgm:t>
    </dgm:pt>
    <dgm:pt modelId="{139DF904-9979-4DB5-961B-71B693DD5575}" type="parTrans" cxnId="{A891840B-87F7-4E7A-A506-1B70F4885DC6}">
      <dgm:prSet/>
      <dgm:spPr/>
      <dgm:t>
        <a:bodyPr/>
        <a:lstStyle/>
        <a:p>
          <a:endParaRPr lang="en-US"/>
        </a:p>
      </dgm:t>
    </dgm:pt>
    <dgm:pt modelId="{B842AC22-1EAE-4FBE-8CFD-DC2DDD796C4C}" type="sibTrans" cxnId="{A891840B-87F7-4E7A-A506-1B70F4885DC6}">
      <dgm:prSet/>
      <dgm:spPr/>
      <dgm:t>
        <a:bodyPr/>
        <a:lstStyle/>
        <a:p>
          <a:endParaRPr lang="en-US"/>
        </a:p>
      </dgm:t>
    </dgm:pt>
    <dgm:pt modelId="{D7EE8750-9C45-43EA-A6E6-B1DD29695415}">
      <dgm:prSet phldrT="[Text]" custT="1"/>
      <dgm:spPr>
        <a:solidFill>
          <a:srgbClr val="FFC000">
            <a:alpha val="90000"/>
          </a:srgbClr>
        </a:solidFill>
      </dgm:spPr>
      <dgm:t>
        <a:bodyPr/>
        <a:lstStyle/>
        <a:p>
          <a:r>
            <a:rPr lang="en-US" sz="1600" b="0" i="0" dirty="0">
              <a:solidFill>
                <a:schemeClr val="tx1"/>
              </a:solidFill>
              <a:latin typeface="Arial" pitchFamily="34" charset="0"/>
              <a:cs typeface="Arial" pitchFamily="34" charset="0"/>
            </a:rPr>
            <a:t>Displays the Segments section. Remove if you do not want the user to view, create, or edit segments on the Survey</a:t>
          </a:r>
        </a:p>
      </dgm:t>
    </dgm:pt>
    <dgm:pt modelId="{A6214A00-32B4-4EE3-8BE3-B909F246763D}" type="parTrans" cxnId="{4C067FBC-0B93-406E-9923-123E3F3ADAE8}">
      <dgm:prSet/>
      <dgm:spPr/>
      <dgm:t>
        <a:bodyPr/>
        <a:lstStyle/>
        <a:p>
          <a:endParaRPr lang="en-US"/>
        </a:p>
      </dgm:t>
    </dgm:pt>
    <dgm:pt modelId="{AF32EF7C-2DF1-46C9-8243-44EA41E101C7}" type="sibTrans" cxnId="{4C067FBC-0B93-406E-9923-123E3F3ADAE8}">
      <dgm:prSet/>
      <dgm:spPr/>
      <dgm:t>
        <a:bodyPr/>
        <a:lstStyle/>
        <a:p>
          <a:endParaRPr lang="en-US"/>
        </a:p>
      </dgm:t>
    </dgm:pt>
    <dgm:pt modelId="{7A222B1C-CEA0-40F3-A1D8-42E62EFF47A5}">
      <dgm:prSet phldrT="[Text]" custT="1"/>
      <dgm:spPr>
        <a:solidFill>
          <a:schemeClr val="accent6">
            <a:lumMod val="75000"/>
          </a:schemeClr>
        </a:solidFill>
      </dgm:spPr>
      <dgm:t>
        <a:bodyPr/>
        <a:lstStyle/>
        <a:p>
          <a:r>
            <a:rPr lang="en-US" sz="1600" b="0" i="0" dirty="0" err="1">
              <a:solidFill>
                <a:schemeClr val="tx1"/>
              </a:solidFill>
              <a:latin typeface="Arial" pitchFamily="34" charset="0"/>
              <a:cs typeface="Arial" pitchFamily="34" charset="0"/>
            </a:rPr>
            <a:t>zvod_Targets_vod</a:t>
          </a:r>
          <a:endParaRPr lang="en-US" sz="1600" dirty="0">
            <a:solidFill>
              <a:schemeClr val="tx1"/>
            </a:solidFill>
            <a:latin typeface="Arial" pitchFamily="34" charset="0"/>
            <a:cs typeface="Arial" pitchFamily="34" charset="0"/>
          </a:endParaRPr>
        </a:p>
      </dgm:t>
    </dgm:pt>
    <dgm:pt modelId="{C3F7F448-1893-431F-9C8B-EF152F3EB6DD}" type="parTrans" cxnId="{5476420D-9794-4031-94BE-9BE8D9AF77AA}">
      <dgm:prSet/>
      <dgm:spPr/>
      <dgm:t>
        <a:bodyPr/>
        <a:lstStyle/>
        <a:p>
          <a:endParaRPr lang="en-US"/>
        </a:p>
      </dgm:t>
    </dgm:pt>
    <dgm:pt modelId="{1C99D6A5-FEF7-4088-AFF0-12D0ECFABC29}" type="sibTrans" cxnId="{5476420D-9794-4031-94BE-9BE8D9AF77AA}">
      <dgm:prSet/>
      <dgm:spPr/>
      <dgm:t>
        <a:bodyPr/>
        <a:lstStyle/>
        <a:p>
          <a:endParaRPr lang="en-US"/>
        </a:p>
      </dgm:t>
    </dgm:pt>
    <dgm:pt modelId="{8174DB75-2061-4662-AE43-86190FDD87F7}">
      <dgm:prSet phldrT="[Text]" custT="1"/>
      <dgm:spPr>
        <a:solidFill>
          <a:srgbClr val="FFC000">
            <a:alpha val="90000"/>
          </a:srgbClr>
        </a:solidFill>
      </dgm:spPr>
      <dgm:t>
        <a:bodyPr/>
        <a:lstStyle/>
        <a:p>
          <a:r>
            <a:rPr lang="en-US" sz="1600" b="0" i="0" dirty="0">
              <a:solidFill>
                <a:schemeClr val="tx1"/>
              </a:solidFill>
              <a:latin typeface="Arial" pitchFamily="34" charset="0"/>
              <a:cs typeface="Arial" pitchFamily="34" charset="0"/>
            </a:rPr>
            <a:t>Displays the Targets section. Remove if you do not want the user to add or remove Survey Targets</a:t>
          </a:r>
        </a:p>
      </dgm:t>
    </dgm:pt>
    <dgm:pt modelId="{C5791CD7-9C52-482C-9F65-9A05207FF5B6}" type="parTrans" cxnId="{A2D4B2FF-D654-4922-B77E-0612FB53F7F6}">
      <dgm:prSet/>
      <dgm:spPr/>
      <dgm:t>
        <a:bodyPr/>
        <a:lstStyle/>
        <a:p>
          <a:endParaRPr lang="en-US"/>
        </a:p>
      </dgm:t>
    </dgm:pt>
    <dgm:pt modelId="{4FB4C68B-A972-4045-8141-9509B64895BE}" type="sibTrans" cxnId="{A2D4B2FF-D654-4922-B77E-0612FB53F7F6}">
      <dgm:prSet/>
      <dgm:spPr/>
      <dgm:t>
        <a:bodyPr/>
        <a:lstStyle/>
        <a:p>
          <a:endParaRPr lang="en-US"/>
        </a:p>
      </dgm:t>
    </dgm:pt>
    <dgm:pt modelId="{BE5B52FA-FE75-4098-8EFC-4DF33F1EB889}" type="pres">
      <dgm:prSet presAssocID="{2992837C-2F0D-496B-B486-A15D28252DA0}" presName="Name0" presStyleCnt="0">
        <dgm:presLayoutVars>
          <dgm:dir/>
          <dgm:animLvl val="lvl"/>
          <dgm:resizeHandles val="exact"/>
        </dgm:presLayoutVars>
      </dgm:prSet>
      <dgm:spPr/>
    </dgm:pt>
    <dgm:pt modelId="{8721A36F-7634-4846-BFFE-EDD9E75F2840}" type="pres">
      <dgm:prSet presAssocID="{907C35B6-51F5-4020-9660-D304067957F4}" presName="linNode" presStyleCnt="0"/>
      <dgm:spPr/>
    </dgm:pt>
    <dgm:pt modelId="{008AE83E-867E-40A1-A521-7ADBB5004F1B}" type="pres">
      <dgm:prSet presAssocID="{907C35B6-51F5-4020-9660-D304067957F4}" presName="parentText" presStyleLbl="node1" presStyleIdx="0" presStyleCnt="3" custScaleY="26158">
        <dgm:presLayoutVars>
          <dgm:chMax val="1"/>
          <dgm:bulletEnabled val="1"/>
        </dgm:presLayoutVars>
      </dgm:prSet>
      <dgm:spPr/>
    </dgm:pt>
    <dgm:pt modelId="{D2BD58D4-4026-44B7-94EB-2590F3B8036B}" type="pres">
      <dgm:prSet presAssocID="{907C35B6-51F5-4020-9660-D304067957F4}" presName="descendantText" presStyleLbl="alignAccFollowNode1" presStyleIdx="0" presStyleCnt="3" custScaleY="30704">
        <dgm:presLayoutVars>
          <dgm:bulletEnabled val="1"/>
        </dgm:presLayoutVars>
      </dgm:prSet>
      <dgm:spPr/>
    </dgm:pt>
    <dgm:pt modelId="{BA93BA86-6F09-46DA-B987-4F83D2FD2792}" type="pres">
      <dgm:prSet presAssocID="{FF4CD272-9BB1-4F17-B996-5D5E37CA7FE4}" presName="sp" presStyleCnt="0"/>
      <dgm:spPr/>
    </dgm:pt>
    <dgm:pt modelId="{6B02D7D8-A204-4912-99A8-0C98FFFB2482}" type="pres">
      <dgm:prSet presAssocID="{CEF4DA84-194F-4F12-8CF5-E32D68296B3D}" presName="linNode" presStyleCnt="0"/>
      <dgm:spPr/>
    </dgm:pt>
    <dgm:pt modelId="{F356B730-C39B-416A-9554-5264239C0585}" type="pres">
      <dgm:prSet presAssocID="{CEF4DA84-194F-4F12-8CF5-E32D68296B3D}" presName="parentText" presStyleLbl="node1" presStyleIdx="1" presStyleCnt="3" custScaleX="103221" custScaleY="26560">
        <dgm:presLayoutVars>
          <dgm:chMax val="1"/>
          <dgm:bulletEnabled val="1"/>
        </dgm:presLayoutVars>
      </dgm:prSet>
      <dgm:spPr/>
    </dgm:pt>
    <dgm:pt modelId="{7B1751D6-C612-4AE1-B85D-EC553A585E84}" type="pres">
      <dgm:prSet presAssocID="{CEF4DA84-194F-4F12-8CF5-E32D68296B3D}" presName="descendantText" presStyleLbl="alignAccFollowNode1" presStyleIdx="1" presStyleCnt="3" custScaleY="29444">
        <dgm:presLayoutVars>
          <dgm:bulletEnabled val="1"/>
        </dgm:presLayoutVars>
      </dgm:prSet>
      <dgm:spPr/>
    </dgm:pt>
    <dgm:pt modelId="{07E336D6-B43D-4548-B6A2-11CCEA58C04D}" type="pres">
      <dgm:prSet presAssocID="{B842AC22-1EAE-4FBE-8CFD-DC2DDD796C4C}" presName="sp" presStyleCnt="0"/>
      <dgm:spPr/>
    </dgm:pt>
    <dgm:pt modelId="{ED022DE4-B242-42F5-9EC5-A226C6DC2853}" type="pres">
      <dgm:prSet presAssocID="{7A222B1C-CEA0-40F3-A1D8-42E62EFF47A5}" presName="linNode" presStyleCnt="0"/>
      <dgm:spPr/>
    </dgm:pt>
    <dgm:pt modelId="{0604E969-687F-42D3-91D3-E3170F114DB5}" type="pres">
      <dgm:prSet presAssocID="{7A222B1C-CEA0-40F3-A1D8-42E62EFF47A5}" presName="parentText" presStyleLbl="node1" presStyleIdx="2" presStyleCnt="3" custScaleY="27109">
        <dgm:presLayoutVars>
          <dgm:chMax val="1"/>
          <dgm:bulletEnabled val="1"/>
        </dgm:presLayoutVars>
      </dgm:prSet>
      <dgm:spPr/>
    </dgm:pt>
    <dgm:pt modelId="{FF4B0B8E-8F21-4145-944E-C4406CC62309}" type="pres">
      <dgm:prSet presAssocID="{7A222B1C-CEA0-40F3-A1D8-42E62EFF47A5}" presName="descendantText" presStyleLbl="alignAccFollowNode1" presStyleIdx="2" presStyleCnt="3" custScaleY="36210">
        <dgm:presLayoutVars>
          <dgm:bulletEnabled val="1"/>
        </dgm:presLayoutVars>
      </dgm:prSet>
      <dgm:spPr/>
    </dgm:pt>
  </dgm:ptLst>
  <dgm:cxnLst>
    <dgm:cxn modelId="{A891840B-87F7-4E7A-A506-1B70F4885DC6}" srcId="{2992837C-2F0D-496B-B486-A15D28252DA0}" destId="{CEF4DA84-194F-4F12-8CF5-E32D68296B3D}" srcOrd="1" destOrd="0" parTransId="{139DF904-9979-4DB5-961B-71B693DD5575}" sibTransId="{B842AC22-1EAE-4FBE-8CFD-DC2DDD796C4C}"/>
    <dgm:cxn modelId="{5476420D-9794-4031-94BE-9BE8D9AF77AA}" srcId="{2992837C-2F0D-496B-B486-A15D28252DA0}" destId="{7A222B1C-CEA0-40F3-A1D8-42E62EFF47A5}" srcOrd="2" destOrd="0" parTransId="{C3F7F448-1893-431F-9C8B-EF152F3EB6DD}" sibTransId="{1C99D6A5-FEF7-4088-AFF0-12D0ECFABC29}"/>
    <dgm:cxn modelId="{6E7D7B0F-9F4D-464D-BA9E-85D5DBA105FC}" type="presOf" srcId="{CEF4DA84-194F-4F12-8CF5-E32D68296B3D}" destId="{F356B730-C39B-416A-9554-5264239C0585}" srcOrd="0" destOrd="0" presId="urn:microsoft.com/office/officeart/2005/8/layout/vList5"/>
    <dgm:cxn modelId="{B43C4E17-4595-44E4-B129-BD4835CFCFAE}" type="presOf" srcId="{D7EE8750-9C45-43EA-A6E6-B1DD29695415}" destId="{7B1751D6-C612-4AE1-B85D-EC553A585E84}" srcOrd="0" destOrd="0" presId="urn:microsoft.com/office/officeart/2005/8/layout/vList5"/>
    <dgm:cxn modelId="{00A69A27-9136-4B08-A7A9-AC6B3B8E8D3E}" type="presOf" srcId="{2992837C-2F0D-496B-B486-A15D28252DA0}" destId="{BE5B52FA-FE75-4098-8EFC-4DF33F1EB889}" srcOrd="0" destOrd="0" presId="urn:microsoft.com/office/officeart/2005/8/layout/vList5"/>
    <dgm:cxn modelId="{C401F428-0BDC-41DD-A6DA-45CD1264AC52}" srcId="{907C35B6-51F5-4020-9660-D304067957F4}" destId="{8F029AEA-EA0D-4959-B773-80AA8E2A64C7}" srcOrd="0" destOrd="0" parTransId="{3AABAE1A-B0CA-40A0-A523-2D50B6B45E26}" sibTransId="{EEB84143-2CC0-4F4A-8DE7-E401165B12D0}"/>
    <dgm:cxn modelId="{871ED763-F762-4439-8323-8247AFFBAC3D}" type="presOf" srcId="{8174DB75-2061-4662-AE43-86190FDD87F7}" destId="{FF4B0B8E-8F21-4145-944E-C4406CC62309}" srcOrd="0" destOrd="0" presId="urn:microsoft.com/office/officeart/2005/8/layout/vList5"/>
    <dgm:cxn modelId="{04AE656A-8F9B-448F-9394-BBEB38F95333}" type="presOf" srcId="{8F029AEA-EA0D-4959-B773-80AA8E2A64C7}" destId="{D2BD58D4-4026-44B7-94EB-2590F3B8036B}" srcOrd="0" destOrd="0" presId="urn:microsoft.com/office/officeart/2005/8/layout/vList5"/>
    <dgm:cxn modelId="{DA4E5C70-1462-4615-9A34-257B53A829E9}" srcId="{2992837C-2F0D-496B-B486-A15D28252DA0}" destId="{907C35B6-51F5-4020-9660-D304067957F4}" srcOrd="0" destOrd="0" parTransId="{FA02B639-8381-4AA5-9F49-E9148C9895F0}" sibTransId="{FF4CD272-9BB1-4F17-B996-5D5E37CA7FE4}"/>
    <dgm:cxn modelId="{4C067FBC-0B93-406E-9923-123E3F3ADAE8}" srcId="{CEF4DA84-194F-4F12-8CF5-E32D68296B3D}" destId="{D7EE8750-9C45-43EA-A6E6-B1DD29695415}" srcOrd="0" destOrd="0" parTransId="{A6214A00-32B4-4EE3-8BE3-B909F246763D}" sibTransId="{AF32EF7C-2DF1-46C9-8243-44EA41E101C7}"/>
    <dgm:cxn modelId="{BDAD01D5-3311-40F6-AC90-967CB38C2441}" type="presOf" srcId="{907C35B6-51F5-4020-9660-D304067957F4}" destId="{008AE83E-867E-40A1-A521-7ADBB5004F1B}" srcOrd="0" destOrd="0" presId="urn:microsoft.com/office/officeart/2005/8/layout/vList5"/>
    <dgm:cxn modelId="{1707F8F1-CDAA-4B6F-8C74-49AF5E0704A4}" type="presOf" srcId="{7A222B1C-CEA0-40F3-A1D8-42E62EFF47A5}" destId="{0604E969-687F-42D3-91D3-E3170F114DB5}" srcOrd="0" destOrd="0" presId="urn:microsoft.com/office/officeart/2005/8/layout/vList5"/>
    <dgm:cxn modelId="{A2D4B2FF-D654-4922-B77E-0612FB53F7F6}" srcId="{7A222B1C-CEA0-40F3-A1D8-42E62EFF47A5}" destId="{8174DB75-2061-4662-AE43-86190FDD87F7}" srcOrd="0" destOrd="0" parTransId="{C5791CD7-9C52-482C-9F65-9A05207FF5B6}" sibTransId="{4FB4C68B-A972-4045-8141-9509B64895BE}"/>
    <dgm:cxn modelId="{93F3ED2C-B425-4A2E-90A1-BB6B40244FFC}" type="presParOf" srcId="{BE5B52FA-FE75-4098-8EFC-4DF33F1EB889}" destId="{8721A36F-7634-4846-BFFE-EDD9E75F2840}" srcOrd="0" destOrd="0" presId="urn:microsoft.com/office/officeart/2005/8/layout/vList5"/>
    <dgm:cxn modelId="{9A80ABDD-297F-4E5C-BA4E-E8097E77695C}" type="presParOf" srcId="{8721A36F-7634-4846-BFFE-EDD9E75F2840}" destId="{008AE83E-867E-40A1-A521-7ADBB5004F1B}" srcOrd="0" destOrd="0" presId="urn:microsoft.com/office/officeart/2005/8/layout/vList5"/>
    <dgm:cxn modelId="{C7ACF8B5-6D04-4325-A617-9F0698D89F02}" type="presParOf" srcId="{8721A36F-7634-4846-BFFE-EDD9E75F2840}" destId="{D2BD58D4-4026-44B7-94EB-2590F3B8036B}" srcOrd="1" destOrd="0" presId="urn:microsoft.com/office/officeart/2005/8/layout/vList5"/>
    <dgm:cxn modelId="{A8B4E590-79DE-478F-9F55-F5B439B15CD5}" type="presParOf" srcId="{BE5B52FA-FE75-4098-8EFC-4DF33F1EB889}" destId="{BA93BA86-6F09-46DA-B987-4F83D2FD2792}" srcOrd="1" destOrd="0" presId="urn:microsoft.com/office/officeart/2005/8/layout/vList5"/>
    <dgm:cxn modelId="{D8098424-3027-44AD-9B45-F098F1A32FC5}" type="presParOf" srcId="{BE5B52FA-FE75-4098-8EFC-4DF33F1EB889}" destId="{6B02D7D8-A204-4912-99A8-0C98FFFB2482}" srcOrd="2" destOrd="0" presId="urn:microsoft.com/office/officeart/2005/8/layout/vList5"/>
    <dgm:cxn modelId="{6B3FCB10-52FB-4FF0-9EE4-A23F0AF93D1B}" type="presParOf" srcId="{6B02D7D8-A204-4912-99A8-0C98FFFB2482}" destId="{F356B730-C39B-416A-9554-5264239C0585}" srcOrd="0" destOrd="0" presId="urn:microsoft.com/office/officeart/2005/8/layout/vList5"/>
    <dgm:cxn modelId="{506FD5A4-08F0-48A1-B2A2-BA99809431ED}" type="presParOf" srcId="{6B02D7D8-A204-4912-99A8-0C98FFFB2482}" destId="{7B1751D6-C612-4AE1-B85D-EC553A585E84}" srcOrd="1" destOrd="0" presId="urn:microsoft.com/office/officeart/2005/8/layout/vList5"/>
    <dgm:cxn modelId="{0263C329-6932-47E4-8F6E-2CF355007578}" type="presParOf" srcId="{BE5B52FA-FE75-4098-8EFC-4DF33F1EB889}" destId="{07E336D6-B43D-4548-B6A2-11CCEA58C04D}" srcOrd="3" destOrd="0" presId="urn:microsoft.com/office/officeart/2005/8/layout/vList5"/>
    <dgm:cxn modelId="{C2AC632D-8C4D-4583-9579-95F8F5FBB425}" type="presParOf" srcId="{BE5B52FA-FE75-4098-8EFC-4DF33F1EB889}" destId="{ED022DE4-B242-42F5-9EC5-A226C6DC2853}" srcOrd="4" destOrd="0" presId="urn:microsoft.com/office/officeart/2005/8/layout/vList5"/>
    <dgm:cxn modelId="{9938745D-D4A2-426D-8BD6-C263B79B8BD9}" type="presParOf" srcId="{ED022DE4-B242-42F5-9EC5-A226C6DC2853}" destId="{0604E969-687F-42D3-91D3-E3170F114DB5}" srcOrd="0" destOrd="0" presId="urn:microsoft.com/office/officeart/2005/8/layout/vList5"/>
    <dgm:cxn modelId="{CCC98BCC-3CA7-42E8-92B1-633181F5F83C}" type="presParOf" srcId="{ED022DE4-B242-42F5-9EC5-A226C6DC2853}" destId="{FF4B0B8E-8F21-4145-944E-C4406CC6230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73095C-920B-4A22-8091-F3304087C79C}"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DE783741-87C9-4958-9FBA-90583BA0BE73}">
      <dgm:prSet phldrT="[Text]" custT="1"/>
      <dgm:spPr>
        <a:solidFill>
          <a:schemeClr val="accent6">
            <a:lumMod val="75000"/>
          </a:schemeClr>
        </a:solidFill>
      </dgm:spPr>
      <dgm:t>
        <a:bodyPr/>
        <a:lstStyle/>
        <a:p>
          <a:r>
            <a:rPr lang="en-US" sz="1800" b="1" dirty="0">
              <a:solidFill>
                <a:schemeClr val="tx1"/>
              </a:solidFill>
              <a:latin typeface="Arial" pitchFamily="34" charset="0"/>
              <a:cs typeface="Arial" pitchFamily="34" charset="0"/>
            </a:rPr>
            <a:t>Survey  Status = Development</a:t>
          </a:r>
        </a:p>
      </dgm:t>
    </dgm:pt>
    <dgm:pt modelId="{7859BFFD-8BC7-4CD3-BFC6-2BF84D5111E1}" type="parTrans" cxnId="{7A6B739B-4E95-4BA6-8E1F-2CF568F23AD8}">
      <dgm:prSet/>
      <dgm:spPr/>
      <dgm:t>
        <a:bodyPr/>
        <a:lstStyle/>
        <a:p>
          <a:endParaRPr lang="en-US"/>
        </a:p>
      </dgm:t>
    </dgm:pt>
    <dgm:pt modelId="{622D4EB2-1D3A-4B24-B901-3B92CCC3EA26}" type="sibTrans" cxnId="{7A6B739B-4E95-4BA6-8E1F-2CF568F23AD8}">
      <dgm:prSet/>
      <dgm:spPr/>
      <dgm:t>
        <a:bodyPr/>
        <a:lstStyle/>
        <a:p>
          <a:endParaRPr lang="en-US"/>
        </a:p>
      </dgm:t>
    </dgm:pt>
    <dgm:pt modelId="{268D68AB-1EF9-4419-8EA4-43E3DC2C7368}">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Edit button displays if the user has edit permission to </a:t>
          </a:r>
          <a:r>
            <a:rPr lang="en-US" sz="1600" b="1" i="0" dirty="0" err="1">
              <a:solidFill>
                <a:schemeClr val="tx1"/>
              </a:solidFill>
              <a:latin typeface="Arial" pitchFamily="34" charset="0"/>
              <a:cs typeface="Arial" pitchFamily="34" charset="0"/>
            </a:rPr>
            <a:t>Survey_vod</a:t>
          </a:r>
          <a:endParaRPr lang="en-US" sz="1600" b="1" dirty="0">
            <a:solidFill>
              <a:schemeClr val="tx1"/>
            </a:solidFill>
            <a:latin typeface="Arial" pitchFamily="34" charset="0"/>
            <a:cs typeface="Arial" pitchFamily="34" charset="0"/>
          </a:endParaRPr>
        </a:p>
      </dgm:t>
    </dgm:pt>
    <dgm:pt modelId="{9CD38307-1ABB-4455-BE65-06D10F286B66}" type="parTrans" cxnId="{19D4D35B-4D95-4AA7-A739-8F58809EC67A}">
      <dgm:prSet/>
      <dgm:spPr/>
      <dgm:t>
        <a:bodyPr/>
        <a:lstStyle/>
        <a:p>
          <a:endParaRPr lang="en-US"/>
        </a:p>
      </dgm:t>
    </dgm:pt>
    <dgm:pt modelId="{1B910616-F252-4DE5-92BA-287BE3E3ACED}" type="sibTrans" cxnId="{19D4D35B-4D95-4AA7-A739-8F58809EC67A}">
      <dgm:prSet/>
      <dgm:spPr/>
      <dgm:t>
        <a:bodyPr/>
        <a:lstStyle/>
        <a:p>
          <a:endParaRPr lang="en-US"/>
        </a:p>
      </dgm:t>
    </dgm:pt>
    <dgm:pt modelId="{6284FDA1-71D3-4E8F-B111-A315A115A633}">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Publish button displays if the user has edit permission to </a:t>
          </a:r>
          <a:r>
            <a:rPr lang="en-US" sz="1600" b="1" i="0" dirty="0" err="1">
              <a:solidFill>
                <a:schemeClr val="tx1"/>
              </a:solidFill>
              <a:latin typeface="Arial" pitchFamily="34" charset="0"/>
              <a:cs typeface="Arial" pitchFamily="34" charset="0"/>
            </a:rPr>
            <a:t>Survey_vod</a:t>
          </a:r>
          <a:r>
            <a:rPr lang="en-US" sz="1600" b="1" i="0" dirty="0">
              <a:solidFill>
                <a:schemeClr val="tx1"/>
              </a:solidFill>
              <a:latin typeface="Arial" pitchFamily="34" charset="0"/>
              <a:cs typeface="Arial" pitchFamily="34" charset="0"/>
            </a:rPr>
            <a:t> and </a:t>
          </a:r>
          <a:r>
            <a:rPr lang="en-US" sz="1600" b="1" i="0" dirty="0" err="1">
              <a:solidFill>
                <a:schemeClr val="tx1"/>
              </a:solidFill>
              <a:latin typeface="Arial" pitchFamily="34" charset="0"/>
              <a:cs typeface="Arial" pitchFamily="34" charset="0"/>
            </a:rPr>
            <a:t>Survey_Target_vod</a:t>
          </a:r>
          <a:endParaRPr lang="en-US" sz="1600" b="1" dirty="0">
            <a:solidFill>
              <a:schemeClr val="tx1"/>
            </a:solidFill>
            <a:latin typeface="Arial" pitchFamily="34" charset="0"/>
            <a:cs typeface="Arial" pitchFamily="34" charset="0"/>
          </a:endParaRPr>
        </a:p>
      </dgm:t>
    </dgm:pt>
    <dgm:pt modelId="{7439B1D8-75DE-4BB2-A840-BFC2F29F0DC1}" type="parTrans" cxnId="{3FF94C2C-356C-4B8F-B98F-8E9F0EC7C61D}">
      <dgm:prSet/>
      <dgm:spPr/>
      <dgm:t>
        <a:bodyPr/>
        <a:lstStyle/>
        <a:p>
          <a:endParaRPr lang="en-US"/>
        </a:p>
      </dgm:t>
    </dgm:pt>
    <dgm:pt modelId="{616327D3-B817-4210-A9B9-C5356EAD68EB}" type="sibTrans" cxnId="{3FF94C2C-356C-4B8F-B98F-8E9F0EC7C61D}">
      <dgm:prSet/>
      <dgm:spPr/>
      <dgm:t>
        <a:bodyPr/>
        <a:lstStyle/>
        <a:p>
          <a:endParaRPr lang="en-US"/>
        </a:p>
      </dgm:t>
    </dgm:pt>
    <dgm:pt modelId="{8B09080E-50E5-4A7F-9A4E-FDF836EB2873}">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Clone button displays if the user has create permission </a:t>
          </a:r>
          <a:r>
            <a:rPr lang="en-US" sz="1600" b="1" i="0" dirty="0" err="1">
              <a:solidFill>
                <a:schemeClr val="tx1"/>
              </a:solidFill>
              <a:latin typeface="Arial" pitchFamily="34" charset="0"/>
              <a:cs typeface="Arial" pitchFamily="34" charset="0"/>
            </a:rPr>
            <a:t>Survey_vod</a:t>
          </a:r>
          <a:r>
            <a:rPr lang="en-US" sz="1600" b="1" i="0" dirty="0">
              <a:solidFill>
                <a:schemeClr val="tx1"/>
              </a:solidFill>
              <a:latin typeface="Arial" pitchFamily="34" charset="0"/>
              <a:cs typeface="Arial" pitchFamily="34" charset="0"/>
            </a:rPr>
            <a:t> and </a:t>
          </a:r>
          <a:r>
            <a:rPr lang="en-US" sz="1600" b="1" i="0" dirty="0" err="1">
              <a:solidFill>
                <a:schemeClr val="tx1"/>
              </a:solidFill>
              <a:latin typeface="Arial" pitchFamily="34" charset="0"/>
              <a:cs typeface="Arial" pitchFamily="34" charset="0"/>
            </a:rPr>
            <a:t>Survey_Question_vod</a:t>
          </a:r>
          <a:endParaRPr lang="en-US" sz="1600" b="1" dirty="0">
            <a:solidFill>
              <a:schemeClr val="tx1"/>
            </a:solidFill>
            <a:latin typeface="Arial" pitchFamily="34" charset="0"/>
            <a:cs typeface="Arial" pitchFamily="34" charset="0"/>
          </a:endParaRPr>
        </a:p>
      </dgm:t>
    </dgm:pt>
    <dgm:pt modelId="{8805A0C7-7511-4133-A2B0-B836A0D90C73}" type="parTrans" cxnId="{FABB419E-4A04-4805-974F-5E1D59EA7049}">
      <dgm:prSet/>
      <dgm:spPr/>
      <dgm:t>
        <a:bodyPr/>
        <a:lstStyle/>
        <a:p>
          <a:endParaRPr lang="en-US"/>
        </a:p>
      </dgm:t>
    </dgm:pt>
    <dgm:pt modelId="{7B8B59B5-6976-4FF4-84DC-BDE6A7E00C21}" type="sibTrans" cxnId="{FABB419E-4A04-4805-974F-5E1D59EA7049}">
      <dgm:prSet/>
      <dgm:spPr/>
      <dgm:t>
        <a:bodyPr/>
        <a:lstStyle/>
        <a:p>
          <a:endParaRPr lang="en-US"/>
        </a:p>
      </dgm:t>
    </dgm:pt>
    <dgm:pt modelId="{734E4889-DE7B-42F2-A230-393F5ABD7329}">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Delete button displays if the user has delete permission on </a:t>
          </a:r>
          <a:r>
            <a:rPr lang="en-US" sz="1600" b="1" i="0" dirty="0" err="1">
              <a:solidFill>
                <a:schemeClr val="tx1"/>
              </a:solidFill>
              <a:latin typeface="Arial" pitchFamily="34" charset="0"/>
              <a:cs typeface="Arial" pitchFamily="34" charset="0"/>
            </a:rPr>
            <a:t>Survey_vod</a:t>
          </a:r>
          <a:endParaRPr lang="en-US" sz="1600" b="1" dirty="0">
            <a:solidFill>
              <a:schemeClr val="tx1"/>
            </a:solidFill>
            <a:latin typeface="Arial" pitchFamily="34" charset="0"/>
            <a:cs typeface="Arial" pitchFamily="34" charset="0"/>
          </a:endParaRPr>
        </a:p>
      </dgm:t>
    </dgm:pt>
    <dgm:pt modelId="{8A6B496A-21E8-479F-959C-D948F3DA2E7D}" type="parTrans" cxnId="{215B7E0F-A643-4584-89AB-3C70B5A51F49}">
      <dgm:prSet/>
      <dgm:spPr/>
      <dgm:t>
        <a:bodyPr/>
        <a:lstStyle/>
        <a:p>
          <a:endParaRPr lang="en-US"/>
        </a:p>
      </dgm:t>
    </dgm:pt>
    <dgm:pt modelId="{F00459F7-D904-43BA-BA31-A59D10777496}" type="sibTrans" cxnId="{215B7E0F-A643-4584-89AB-3C70B5A51F49}">
      <dgm:prSet/>
      <dgm:spPr/>
      <dgm:t>
        <a:bodyPr/>
        <a:lstStyle/>
        <a:p>
          <a:endParaRPr lang="en-US"/>
        </a:p>
      </dgm:t>
    </dgm:pt>
    <dgm:pt modelId="{B680594E-6F53-44B7-A3CF-312E5DC08B59}">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Translate button displays if the user has create privilege on </a:t>
          </a:r>
          <a:r>
            <a:rPr lang="en-US" sz="1600" b="1" i="0" dirty="0" err="1">
              <a:solidFill>
                <a:schemeClr val="tx1"/>
              </a:solidFill>
              <a:latin typeface="Arial" pitchFamily="34" charset="0"/>
              <a:cs typeface="Arial" pitchFamily="34" charset="0"/>
            </a:rPr>
            <a:t>Survey_vod</a:t>
          </a:r>
          <a:r>
            <a:rPr lang="en-US" sz="1600" b="1" i="0" dirty="0">
              <a:solidFill>
                <a:schemeClr val="tx1"/>
              </a:solidFill>
              <a:latin typeface="Arial" pitchFamily="34" charset="0"/>
              <a:cs typeface="Arial" pitchFamily="34" charset="0"/>
            </a:rPr>
            <a:t> and </a:t>
          </a:r>
          <a:r>
            <a:rPr lang="en-US" sz="1600" b="1" i="0" dirty="0" err="1">
              <a:solidFill>
                <a:schemeClr val="tx1"/>
              </a:solidFill>
              <a:latin typeface="Arial" pitchFamily="34" charset="0"/>
              <a:cs typeface="Arial" pitchFamily="34" charset="0"/>
            </a:rPr>
            <a:t>Survey_Question_vod</a:t>
          </a:r>
          <a:endParaRPr lang="en-US" sz="1600" b="1" dirty="0">
            <a:solidFill>
              <a:schemeClr val="tx1"/>
            </a:solidFill>
            <a:latin typeface="Arial" pitchFamily="34" charset="0"/>
            <a:cs typeface="Arial" pitchFamily="34" charset="0"/>
          </a:endParaRPr>
        </a:p>
      </dgm:t>
    </dgm:pt>
    <dgm:pt modelId="{7F140B59-B138-4BCA-A94D-F6DD1DC0A6B9}" type="parTrans" cxnId="{549B1042-ADB5-4543-8ED6-7325CF4C2C7E}">
      <dgm:prSet/>
      <dgm:spPr/>
      <dgm:t>
        <a:bodyPr/>
        <a:lstStyle/>
        <a:p>
          <a:endParaRPr lang="en-US"/>
        </a:p>
      </dgm:t>
    </dgm:pt>
    <dgm:pt modelId="{81D994B3-EA0D-417E-B534-332CDEBE4D41}" type="sibTrans" cxnId="{549B1042-ADB5-4543-8ED6-7325CF4C2C7E}">
      <dgm:prSet/>
      <dgm:spPr/>
      <dgm:t>
        <a:bodyPr/>
        <a:lstStyle/>
        <a:p>
          <a:endParaRPr lang="en-US"/>
        </a:p>
      </dgm:t>
    </dgm:pt>
    <dgm:pt modelId="{5D5239C0-1C87-44F4-A3E8-D89DD6851FD9}" type="pres">
      <dgm:prSet presAssocID="{E473095C-920B-4A22-8091-F3304087C79C}" presName="Name0" presStyleCnt="0">
        <dgm:presLayoutVars>
          <dgm:chPref val="1"/>
          <dgm:dir/>
          <dgm:animOne val="branch"/>
          <dgm:animLvl val="lvl"/>
          <dgm:resizeHandles val="exact"/>
        </dgm:presLayoutVars>
      </dgm:prSet>
      <dgm:spPr/>
    </dgm:pt>
    <dgm:pt modelId="{6C6ADE69-A75B-4BD8-B794-70A72D60FBF6}" type="pres">
      <dgm:prSet presAssocID="{DE783741-87C9-4958-9FBA-90583BA0BE73}" presName="root1" presStyleCnt="0"/>
      <dgm:spPr/>
    </dgm:pt>
    <dgm:pt modelId="{45E283ED-BFDE-4D6E-8A14-572A9930041A}" type="pres">
      <dgm:prSet presAssocID="{DE783741-87C9-4958-9FBA-90583BA0BE73}" presName="LevelOneTextNode" presStyleLbl="node0" presStyleIdx="0" presStyleCnt="1">
        <dgm:presLayoutVars>
          <dgm:chPref val="3"/>
        </dgm:presLayoutVars>
      </dgm:prSet>
      <dgm:spPr/>
    </dgm:pt>
    <dgm:pt modelId="{8B6ACBB0-FFF6-4EDE-B3D0-365A6925D25B}" type="pres">
      <dgm:prSet presAssocID="{DE783741-87C9-4958-9FBA-90583BA0BE73}" presName="level2hierChild" presStyleCnt="0"/>
      <dgm:spPr/>
    </dgm:pt>
    <dgm:pt modelId="{FA9E4B02-F762-44F7-B732-5626F7F3F3A2}" type="pres">
      <dgm:prSet presAssocID="{9CD38307-1ABB-4455-BE65-06D10F286B66}" presName="conn2-1" presStyleLbl="parChTrans1D2" presStyleIdx="0" presStyleCnt="5"/>
      <dgm:spPr/>
    </dgm:pt>
    <dgm:pt modelId="{D6E12996-1C65-4471-BFBB-7BAFF8694063}" type="pres">
      <dgm:prSet presAssocID="{9CD38307-1ABB-4455-BE65-06D10F286B66}" presName="connTx" presStyleLbl="parChTrans1D2" presStyleIdx="0" presStyleCnt="5"/>
      <dgm:spPr/>
    </dgm:pt>
    <dgm:pt modelId="{0C6AE7AA-9BFA-4680-A18C-322056ED7973}" type="pres">
      <dgm:prSet presAssocID="{268D68AB-1EF9-4419-8EA4-43E3DC2C7368}" presName="root2" presStyleCnt="0"/>
      <dgm:spPr/>
    </dgm:pt>
    <dgm:pt modelId="{EA5D5662-8876-4AC1-8D63-7AAD19B77B2C}" type="pres">
      <dgm:prSet presAssocID="{268D68AB-1EF9-4419-8EA4-43E3DC2C7368}" presName="LevelTwoTextNode" presStyleLbl="node2" presStyleIdx="0" presStyleCnt="5" custScaleX="171543" custLinFactNeighborX="0">
        <dgm:presLayoutVars>
          <dgm:chPref val="3"/>
        </dgm:presLayoutVars>
      </dgm:prSet>
      <dgm:spPr/>
    </dgm:pt>
    <dgm:pt modelId="{7A695950-3E80-412B-A0FC-EBFFEFD62A82}" type="pres">
      <dgm:prSet presAssocID="{268D68AB-1EF9-4419-8EA4-43E3DC2C7368}" presName="level3hierChild" presStyleCnt="0"/>
      <dgm:spPr/>
    </dgm:pt>
    <dgm:pt modelId="{4A08B58F-E562-4B2E-A586-8761B6B73098}" type="pres">
      <dgm:prSet presAssocID="{7439B1D8-75DE-4BB2-A840-BFC2F29F0DC1}" presName="conn2-1" presStyleLbl="parChTrans1D2" presStyleIdx="1" presStyleCnt="5"/>
      <dgm:spPr/>
    </dgm:pt>
    <dgm:pt modelId="{6310E65B-6B18-4C46-8924-4732990647D4}" type="pres">
      <dgm:prSet presAssocID="{7439B1D8-75DE-4BB2-A840-BFC2F29F0DC1}" presName="connTx" presStyleLbl="parChTrans1D2" presStyleIdx="1" presStyleCnt="5"/>
      <dgm:spPr/>
    </dgm:pt>
    <dgm:pt modelId="{5C0A17C1-AA78-4BEA-B4DA-4713340E7B94}" type="pres">
      <dgm:prSet presAssocID="{6284FDA1-71D3-4E8F-B111-A315A115A633}" presName="root2" presStyleCnt="0"/>
      <dgm:spPr/>
    </dgm:pt>
    <dgm:pt modelId="{B1B6E4E6-00DE-425A-870A-66BFE9C3A376}" type="pres">
      <dgm:prSet presAssocID="{6284FDA1-71D3-4E8F-B111-A315A115A633}" presName="LevelTwoTextNode" presStyleLbl="node2" presStyleIdx="1" presStyleCnt="5" custScaleX="170519" custLinFactNeighborX="0">
        <dgm:presLayoutVars>
          <dgm:chPref val="3"/>
        </dgm:presLayoutVars>
      </dgm:prSet>
      <dgm:spPr/>
    </dgm:pt>
    <dgm:pt modelId="{82323AE7-753C-4368-83C2-A330986E9097}" type="pres">
      <dgm:prSet presAssocID="{6284FDA1-71D3-4E8F-B111-A315A115A633}" presName="level3hierChild" presStyleCnt="0"/>
      <dgm:spPr/>
    </dgm:pt>
    <dgm:pt modelId="{416A148D-A315-4CEC-A05B-F23881E42595}" type="pres">
      <dgm:prSet presAssocID="{8805A0C7-7511-4133-A2B0-B836A0D90C73}" presName="conn2-1" presStyleLbl="parChTrans1D2" presStyleIdx="2" presStyleCnt="5"/>
      <dgm:spPr/>
    </dgm:pt>
    <dgm:pt modelId="{708B9EF1-3231-4C85-B180-6A9E5E30E99A}" type="pres">
      <dgm:prSet presAssocID="{8805A0C7-7511-4133-A2B0-B836A0D90C73}" presName="connTx" presStyleLbl="parChTrans1D2" presStyleIdx="2" presStyleCnt="5"/>
      <dgm:spPr/>
    </dgm:pt>
    <dgm:pt modelId="{6A105B9C-6E20-403C-B29B-F2B55F96020B}" type="pres">
      <dgm:prSet presAssocID="{8B09080E-50E5-4A7F-9A4E-FDF836EB2873}" presName="root2" presStyleCnt="0"/>
      <dgm:spPr/>
    </dgm:pt>
    <dgm:pt modelId="{00672473-2A47-47F1-803C-81668DD17C42}" type="pres">
      <dgm:prSet presAssocID="{8B09080E-50E5-4A7F-9A4E-FDF836EB2873}" presName="LevelTwoTextNode" presStyleLbl="node2" presStyleIdx="2" presStyleCnt="5" custScaleX="170519" custLinFactNeighborX="0">
        <dgm:presLayoutVars>
          <dgm:chPref val="3"/>
        </dgm:presLayoutVars>
      </dgm:prSet>
      <dgm:spPr/>
    </dgm:pt>
    <dgm:pt modelId="{C977A97D-1A3D-4A4F-B514-40B85D6633D8}" type="pres">
      <dgm:prSet presAssocID="{8B09080E-50E5-4A7F-9A4E-FDF836EB2873}" presName="level3hierChild" presStyleCnt="0"/>
      <dgm:spPr/>
    </dgm:pt>
    <dgm:pt modelId="{140C9913-1ED5-447C-9E68-F23AFBC1769A}" type="pres">
      <dgm:prSet presAssocID="{8A6B496A-21E8-479F-959C-D948F3DA2E7D}" presName="conn2-1" presStyleLbl="parChTrans1D2" presStyleIdx="3" presStyleCnt="5"/>
      <dgm:spPr/>
    </dgm:pt>
    <dgm:pt modelId="{101BAC51-859F-41C8-915A-FC72FB4F3E31}" type="pres">
      <dgm:prSet presAssocID="{8A6B496A-21E8-479F-959C-D948F3DA2E7D}" presName="connTx" presStyleLbl="parChTrans1D2" presStyleIdx="3" presStyleCnt="5"/>
      <dgm:spPr/>
    </dgm:pt>
    <dgm:pt modelId="{75C4DAF2-F786-4F9C-ABE4-F92EAB9F97EE}" type="pres">
      <dgm:prSet presAssocID="{734E4889-DE7B-42F2-A230-393F5ABD7329}" presName="root2" presStyleCnt="0"/>
      <dgm:spPr/>
    </dgm:pt>
    <dgm:pt modelId="{B85904B0-4BB9-4DF1-A289-EDE0156B06E7}" type="pres">
      <dgm:prSet presAssocID="{734E4889-DE7B-42F2-A230-393F5ABD7329}" presName="LevelTwoTextNode" presStyleLbl="node2" presStyleIdx="3" presStyleCnt="5" custScaleX="169895" custLinFactNeighborX="0">
        <dgm:presLayoutVars>
          <dgm:chPref val="3"/>
        </dgm:presLayoutVars>
      </dgm:prSet>
      <dgm:spPr/>
    </dgm:pt>
    <dgm:pt modelId="{937D9F6D-AF8B-44BD-ABDB-8F93449C0E14}" type="pres">
      <dgm:prSet presAssocID="{734E4889-DE7B-42F2-A230-393F5ABD7329}" presName="level3hierChild" presStyleCnt="0"/>
      <dgm:spPr/>
    </dgm:pt>
    <dgm:pt modelId="{217FE1DC-8513-4C05-B451-4CBD22BA38E0}" type="pres">
      <dgm:prSet presAssocID="{7F140B59-B138-4BCA-A94D-F6DD1DC0A6B9}" presName="conn2-1" presStyleLbl="parChTrans1D2" presStyleIdx="4" presStyleCnt="5"/>
      <dgm:spPr/>
    </dgm:pt>
    <dgm:pt modelId="{344C9D3B-0740-4F15-8622-2D13D91B2490}" type="pres">
      <dgm:prSet presAssocID="{7F140B59-B138-4BCA-A94D-F6DD1DC0A6B9}" presName="connTx" presStyleLbl="parChTrans1D2" presStyleIdx="4" presStyleCnt="5"/>
      <dgm:spPr/>
    </dgm:pt>
    <dgm:pt modelId="{90BB394D-036F-42DB-827C-F9D9E2C616D8}" type="pres">
      <dgm:prSet presAssocID="{B680594E-6F53-44B7-A3CF-312E5DC08B59}" presName="root2" presStyleCnt="0"/>
      <dgm:spPr/>
    </dgm:pt>
    <dgm:pt modelId="{8466EFB4-D704-491A-A2AD-A1EB413771B5}" type="pres">
      <dgm:prSet presAssocID="{B680594E-6F53-44B7-A3CF-312E5DC08B59}" presName="LevelTwoTextNode" presStyleLbl="node2" presStyleIdx="4" presStyleCnt="5" custScaleX="169672" custScaleY="109186" custLinFactNeighborX="0">
        <dgm:presLayoutVars>
          <dgm:chPref val="3"/>
        </dgm:presLayoutVars>
      </dgm:prSet>
      <dgm:spPr/>
    </dgm:pt>
    <dgm:pt modelId="{8D7EEC21-1AA9-4156-992F-20D56258E40E}" type="pres">
      <dgm:prSet presAssocID="{B680594E-6F53-44B7-A3CF-312E5DC08B59}" presName="level3hierChild" presStyleCnt="0"/>
      <dgm:spPr/>
    </dgm:pt>
  </dgm:ptLst>
  <dgm:cxnLst>
    <dgm:cxn modelId="{BE61CE00-A5A8-42E7-A377-B30D0DE3279E}" type="presOf" srcId="{DE783741-87C9-4958-9FBA-90583BA0BE73}" destId="{45E283ED-BFDE-4D6E-8A14-572A9930041A}" srcOrd="0" destOrd="0" presId="urn:microsoft.com/office/officeart/2008/layout/HorizontalMultiLevelHierarchy"/>
    <dgm:cxn modelId="{41473F0A-76B8-4EE9-9C21-3D8B34683CD8}" type="presOf" srcId="{8A6B496A-21E8-479F-959C-D948F3DA2E7D}" destId="{101BAC51-859F-41C8-915A-FC72FB4F3E31}" srcOrd="1" destOrd="0" presId="urn:microsoft.com/office/officeart/2008/layout/HorizontalMultiLevelHierarchy"/>
    <dgm:cxn modelId="{DB03550B-E18F-4FA7-871D-3C8F3A5BBA25}" type="presOf" srcId="{B680594E-6F53-44B7-A3CF-312E5DC08B59}" destId="{8466EFB4-D704-491A-A2AD-A1EB413771B5}" srcOrd="0" destOrd="0" presId="urn:microsoft.com/office/officeart/2008/layout/HorizontalMultiLevelHierarchy"/>
    <dgm:cxn modelId="{9FB9D20E-C875-456E-A1C6-62C3CC5E6215}" type="presOf" srcId="{8805A0C7-7511-4133-A2B0-B836A0D90C73}" destId="{416A148D-A315-4CEC-A05B-F23881E42595}" srcOrd="0" destOrd="0" presId="urn:microsoft.com/office/officeart/2008/layout/HorizontalMultiLevelHierarchy"/>
    <dgm:cxn modelId="{215B7E0F-A643-4584-89AB-3C70B5A51F49}" srcId="{DE783741-87C9-4958-9FBA-90583BA0BE73}" destId="{734E4889-DE7B-42F2-A230-393F5ABD7329}" srcOrd="3" destOrd="0" parTransId="{8A6B496A-21E8-479F-959C-D948F3DA2E7D}" sibTransId="{F00459F7-D904-43BA-BA31-A59D10777496}"/>
    <dgm:cxn modelId="{324EF711-903A-4291-BB7F-33A7754D3236}" type="presOf" srcId="{7439B1D8-75DE-4BB2-A840-BFC2F29F0DC1}" destId="{4A08B58F-E562-4B2E-A586-8761B6B73098}" srcOrd="0" destOrd="0" presId="urn:microsoft.com/office/officeart/2008/layout/HorizontalMultiLevelHierarchy"/>
    <dgm:cxn modelId="{3FF94C2C-356C-4B8F-B98F-8E9F0EC7C61D}" srcId="{DE783741-87C9-4958-9FBA-90583BA0BE73}" destId="{6284FDA1-71D3-4E8F-B111-A315A115A633}" srcOrd="1" destOrd="0" parTransId="{7439B1D8-75DE-4BB2-A840-BFC2F29F0DC1}" sibTransId="{616327D3-B817-4210-A9B9-C5356EAD68EB}"/>
    <dgm:cxn modelId="{F66EF92F-983B-43A6-B6E4-D90036991A08}" type="presOf" srcId="{9CD38307-1ABB-4455-BE65-06D10F286B66}" destId="{D6E12996-1C65-4471-BFBB-7BAFF8694063}" srcOrd="1" destOrd="0" presId="urn:microsoft.com/office/officeart/2008/layout/HorizontalMultiLevelHierarchy"/>
    <dgm:cxn modelId="{19D4D35B-4D95-4AA7-A739-8F58809EC67A}" srcId="{DE783741-87C9-4958-9FBA-90583BA0BE73}" destId="{268D68AB-1EF9-4419-8EA4-43E3DC2C7368}" srcOrd="0" destOrd="0" parTransId="{9CD38307-1ABB-4455-BE65-06D10F286B66}" sibTransId="{1B910616-F252-4DE5-92BA-287BE3E3ACED}"/>
    <dgm:cxn modelId="{549B1042-ADB5-4543-8ED6-7325CF4C2C7E}" srcId="{DE783741-87C9-4958-9FBA-90583BA0BE73}" destId="{B680594E-6F53-44B7-A3CF-312E5DC08B59}" srcOrd="4" destOrd="0" parTransId="{7F140B59-B138-4BCA-A94D-F6DD1DC0A6B9}" sibTransId="{81D994B3-EA0D-417E-B534-332CDEBE4D41}"/>
    <dgm:cxn modelId="{2462B86E-5066-496F-99B3-A6C7E01FE8E6}" type="presOf" srcId="{8A6B496A-21E8-479F-959C-D948F3DA2E7D}" destId="{140C9913-1ED5-447C-9E68-F23AFBC1769A}" srcOrd="0" destOrd="0" presId="urn:microsoft.com/office/officeart/2008/layout/HorizontalMultiLevelHierarchy"/>
    <dgm:cxn modelId="{07AAC04E-6945-4088-9FE4-6930135A3E07}" type="presOf" srcId="{8805A0C7-7511-4133-A2B0-B836A0D90C73}" destId="{708B9EF1-3231-4C85-B180-6A9E5E30E99A}" srcOrd="1" destOrd="0" presId="urn:microsoft.com/office/officeart/2008/layout/HorizontalMultiLevelHierarchy"/>
    <dgm:cxn modelId="{E969A652-DD64-4F2E-8283-41E597FE0301}" type="presOf" srcId="{7439B1D8-75DE-4BB2-A840-BFC2F29F0DC1}" destId="{6310E65B-6B18-4C46-8924-4732990647D4}" srcOrd="1" destOrd="0" presId="urn:microsoft.com/office/officeart/2008/layout/HorizontalMultiLevelHierarchy"/>
    <dgm:cxn modelId="{EC33F280-6277-4D31-9FDB-E7331531D5C6}" type="presOf" srcId="{734E4889-DE7B-42F2-A230-393F5ABD7329}" destId="{B85904B0-4BB9-4DF1-A289-EDE0156B06E7}" srcOrd="0" destOrd="0" presId="urn:microsoft.com/office/officeart/2008/layout/HorizontalMultiLevelHierarchy"/>
    <dgm:cxn modelId="{C9AF8A81-9A62-47CF-9746-C264BE58D1C0}" type="presOf" srcId="{E473095C-920B-4A22-8091-F3304087C79C}" destId="{5D5239C0-1C87-44F4-A3E8-D89DD6851FD9}" srcOrd="0" destOrd="0" presId="urn:microsoft.com/office/officeart/2008/layout/HorizontalMultiLevelHierarchy"/>
    <dgm:cxn modelId="{7A6B739B-4E95-4BA6-8E1F-2CF568F23AD8}" srcId="{E473095C-920B-4A22-8091-F3304087C79C}" destId="{DE783741-87C9-4958-9FBA-90583BA0BE73}" srcOrd="0" destOrd="0" parTransId="{7859BFFD-8BC7-4CD3-BFC6-2BF84D5111E1}" sibTransId="{622D4EB2-1D3A-4B24-B901-3B92CCC3EA26}"/>
    <dgm:cxn modelId="{FABB419E-4A04-4805-974F-5E1D59EA7049}" srcId="{DE783741-87C9-4958-9FBA-90583BA0BE73}" destId="{8B09080E-50E5-4A7F-9A4E-FDF836EB2873}" srcOrd="2" destOrd="0" parTransId="{8805A0C7-7511-4133-A2B0-B836A0D90C73}" sibTransId="{7B8B59B5-6976-4FF4-84DC-BDE6A7E00C21}"/>
    <dgm:cxn modelId="{21C319AF-DB7E-4DD0-BF49-D28C4AB3094B}" type="presOf" srcId="{8B09080E-50E5-4A7F-9A4E-FDF836EB2873}" destId="{00672473-2A47-47F1-803C-81668DD17C42}" srcOrd="0" destOrd="0" presId="urn:microsoft.com/office/officeart/2008/layout/HorizontalMultiLevelHierarchy"/>
    <dgm:cxn modelId="{A2CAF4AF-812D-435C-93D4-3D2637750C82}" type="presOf" srcId="{7F140B59-B138-4BCA-A94D-F6DD1DC0A6B9}" destId="{217FE1DC-8513-4C05-B451-4CBD22BA38E0}" srcOrd="0" destOrd="0" presId="urn:microsoft.com/office/officeart/2008/layout/HorizontalMultiLevelHierarchy"/>
    <dgm:cxn modelId="{28E9E7B1-9643-4F21-957B-091A201877A8}" type="presOf" srcId="{9CD38307-1ABB-4455-BE65-06D10F286B66}" destId="{FA9E4B02-F762-44F7-B732-5626F7F3F3A2}" srcOrd="0" destOrd="0" presId="urn:microsoft.com/office/officeart/2008/layout/HorizontalMultiLevelHierarchy"/>
    <dgm:cxn modelId="{7560CCB3-0E66-489B-8BB8-8DB7271AABCC}" type="presOf" srcId="{6284FDA1-71D3-4E8F-B111-A315A115A633}" destId="{B1B6E4E6-00DE-425A-870A-66BFE9C3A376}" srcOrd="0" destOrd="0" presId="urn:microsoft.com/office/officeart/2008/layout/HorizontalMultiLevelHierarchy"/>
    <dgm:cxn modelId="{EBAC10E0-82B4-401B-851F-E4B73C48A2C4}" type="presOf" srcId="{7F140B59-B138-4BCA-A94D-F6DD1DC0A6B9}" destId="{344C9D3B-0740-4F15-8622-2D13D91B2490}" srcOrd="1" destOrd="0" presId="urn:microsoft.com/office/officeart/2008/layout/HorizontalMultiLevelHierarchy"/>
    <dgm:cxn modelId="{0F078CF8-ABC2-430F-B817-FEBF3524FE61}" type="presOf" srcId="{268D68AB-1EF9-4419-8EA4-43E3DC2C7368}" destId="{EA5D5662-8876-4AC1-8D63-7AAD19B77B2C}" srcOrd="0" destOrd="0" presId="urn:microsoft.com/office/officeart/2008/layout/HorizontalMultiLevelHierarchy"/>
    <dgm:cxn modelId="{2963199B-26C9-448C-AD3E-74CBAE08D471}" type="presParOf" srcId="{5D5239C0-1C87-44F4-A3E8-D89DD6851FD9}" destId="{6C6ADE69-A75B-4BD8-B794-70A72D60FBF6}" srcOrd="0" destOrd="0" presId="urn:microsoft.com/office/officeart/2008/layout/HorizontalMultiLevelHierarchy"/>
    <dgm:cxn modelId="{8A12DB69-43DA-47D4-8FC3-DF9FAD6C099A}" type="presParOf" srcId="{6C6ADE69-A75B-4BD8-B794-70A72D60FBF6}" destId="{45E283ED-BFDE-4D6E-8A14-572A9930041A}" srcOrd="0" destOrd="0" presId="urn:microsoft.com/office/officeart/2008/layout/HorizontalMultiLevelHierarchy"/>
    <dgm:cxn modelId="{92FCDE57-DF97-4B33-8385-8F0BE6C048A4}" type="presParOf" srcId="{6C6ADE69-A75B-4BD8-B794-70A72D60FBF6}" destId="{8B6ACBB0-FFF6-4EDE-B3D0-365A6925D25B}" srcOrd="1" destOrd="0" presId="urn:microsoft.com/office/officeart/2008/layout/HorizontalMultiLevelHierarchy"/>
    <dgm:cxn modelId="{55812E96-B28C-4B7C-9156-A1DBA15FC743}" type="presParOf" srcId="{8B6ACBB0-FFF6-4EDE-B3D0-365A6925D25B}" destId="{FA9E4B02-F762-44F7-B732-5626F7F3F3A2}" srcOrd="0" destOrd="0" presId="urn:microsoft.com/office/officeart/2008/layout/HorizontalMultiLevelHierarchy"/>
    <dgm:cxn modelId="{ED34AF7F-96FA-4DF8-95E9-F24ACFB92300}" type="presParOf" srcId="{FA9E4B02-F762-44F7-B732-5626F7F3F3A2}" destId="{D6E12996-1C65-4471-BFBB-7BAFF8694063}" srcOrd="0" destOrd="0" presId="urn:microsoft.com/office/officeart/2008/layout/HorizontalMultiLevelHierarchy"/>
    <dgm:cxn modelId="{1490CFD1-7B04-465E-9835-51CFD0180BB0}" type="presParOf" srcId="{8B6ACBB0-FFF6-4EDE-B3D0-365A6925D25B}" destId="{0C6AE7AA-9BFA-4680-A18C-322056ED7973}" srcOrd="1" destOrd="0" presId="urn:microsoft.com/office/officeart/2008/layout/HorizontalMultiLevelHierarchy"/>
    <dgm:cxn modelId="{1C8B25BB-205E-4E06-913B-854E3CF4A755}" type="presParOf" srcId="{0C6AE7AA-9BFA-4680-A18C-322056ED7973}" destId="{EA5D5662-8876-4AC1-8D63-7AAD19B77B2C}" srcOrd="0" destOrd="0" presId="urn:microsoft.com/office/officeart/2008/layout/HorizontalMultiLevelHierarchy"/>
    <dgm:cxn modelId="{449C4B6F-CD0F-45CC-B710-6B70E932F434}" type="presParOf" srcId="{0C6AE7AA-9BFA-4680-A18C-322056ED7973}" destId="{7A695950-3E80-412B-A0FC-EBFFEFD62A82}" srcOrd="1" destOrd="0" presId="urn:microsoft.com/office/officeart/2008/layout/HorizontalMultiLevelHierarchy"/>
    <dgm:cxn modelId="{80CE9660-513C-4F6C-AC44-3429A9968418}" type="presParOf" srcId="{8B6ACBB0-FFF6-4EDE-B3D0-365A6925D25B}" destId="{4A08B58F-E562-4B2E-A586-8761B6B73098}" srcOrd="2" destOrd="0" presId="urn:microsoft.com/office/officeart/2008/layout/HorizontalMultiLevelHierarchy"/>
    <dgm:cxn modelId="{B5BF0DF1-858C-46B7-9AEA-9F83EB92E958}" type="presParOf" srcId="{4A08B58F-E562-4B2E-A586-8761B6B73098}" destId="{6310E65B-6B18-4C46-8924-4732990647D4}" srcOrd="0" destOrd="0" presId="urn:microsoft.com/office/officeart/2008/layout/HorizontalMultiLevelHierarchy"/>
    <dgm:cxn modelId="{6F1C8B17-5993-4F09-BF51-E84262AC0DF8}" type="presParOf" srcId="{8B6ACBB0-FFF6-4EDE-B3D0-365A6925D25B}" destId="{5C0A17C1-AA78-4BEA-B4DA-4713340E7B94}" srcOrd="3" destOrd="0" presId="urn:microsoft.com/office/officeart/2008/layout/HorizontalMultiLevelHierarchy"/>
    <dgm:cxn modelId="{59A3779B-E9C1-4D6E-9D23-22E0A405C9E5}" type="presParOf" srcId="{5C0A17C1-AA78-4BEA-B4DA-4713340E7B94}" destId="{B1B6E4E6-00DE-425A-870A-66BFE9C3A376}" srcOrd="0" destOrd="0" presId="urn:microsoft.com/office/officeart/2008/layout/HorizontalMultiLevelHierarchy"/>
    <dgm:cxn modelId="{9FF7654F-7426-4816-A215-1B3C602EC489}" type="presParOf" srcId="{5C0A17C1-AA78-4BEA-B4DA-4713340E7B94}" destId="{82323AE7-753C-4368-83C2-A330986E9097}" srcOrd="1" destOrd="0" presId="urn:microsoft.com/office/officeart/2008/layout/HorizontalMultiLevelHierarchy"/>
    <dgm:cxn modelId="{7FFC6DC0-0078-425B-BD0B-C92E6ED9A14A}" type="presParOf" srcId="{8B6ACBB0-FFF6-4EDE-B3D0-365A6925D25B}" destId="{416A148D-A315-4CEC-A05B-F23881E42595}" srcOrd="4" destOrd="0" presId="urn:microsoft.com/office/officeart/2008/layout/HorizontalMultiLevelHierarchy"/>
    <dgm:cxn modelId="{91EBD5D4-9CAB-4B56-8245-F9BA85417CD7}" type="presParOf" srcId="{416A148D-A315-4CEC-A05B-F23881E42595}" destId="{708B9EF1-3231-4C85-B180-6A9E5E30E99A}" srcOrd="0" destOrd="0" presId="urn:microsoft.com/office/officeart/2008/layout/HorizontalMultiLevelHierarchy"/>
    <dgm:cxn modelId="{DE922F03-F794-405D-8EFC-7DA0F2066CF9}" type="presParOf" srcId="{8B6ACBB0-FFF6-4EDE-B3D0-365A6925D25B}" destId="{6A105B9C-6E20-403C-B29B-F2B55F96020B}" srcOrd="5" destOrd="0" presId="urn:microsoft.com/office/officeart/2008/layout/HorizontalMultiLevelHierarchy"/>
    <dgm:cxn modelId="{DC30F01B-18A2-4EB4-A156-7166C6BA2970}" type="presParOf" srcId="{6A105B9C-6E20-403C-B29B-F2B55F96020B}" destId="{00672473-2A47-47F1-803C-81668DD17C42}" srcOrd="0" destOrd="0" presId="urn:microsoft.com/office/officeart/2008/layout/HorizontalMultiLevelHierarchy"/>
    <dgm:cxn modelId="{99B9B7D5-A493-4149-9B6A-15B8627716C0}" type="presParOf" srcId="{6A105B9C-6E20-403C-B29B-F2B55F96020B}" destId="{C977A97D-1A3D-4A4F-B514-40B85D6633D8}" srcOrd="1" destOrd="0" presId="urn:microsoft.com/office/officeart/2008/layout/HorizontalMultiLevelHierarchy"/>
    <dgm:cxn modelId="{3484B8E1-D154-4BB5-BD60-6B6C8FC09951}" type="presParOf" srcId="{8B6ACBB0-FFF6-4EDE-B3D0-365A6925D25B}" destId="{140C9913-1ED5-447C-9E68-F23AFBC1769A}" srcOrd="6" destOrd="0" presId="urn:microsoft.com/office/officeart/2008/layout/HorizontalMultiLevelHierarchy"/>
    <dgm:cxn modelId="{48697C12-745F-4742-AC59-81AC64DC59F2}" type="presParOf" srcId="{140C9913-1ED5-447C-9E68-F23AFBC1769A}" destId="{101BAC51-859F-41C8-915A-FC72FB4F3E31}" srcOrd="0" destOrd="0" presId="urn:microsoft.com/office/officeart/2008/layout/HorizontalMultiLevelHierarchy"/>
    <dgm:cxn modelId="{B34081BD-642F-40C4-8B08-9448C549F4C9}" type="presParOf" srcId="{8B6ACBB0-FFF6-4EDE-B3D0-365A6925D25B}" destId="{75C4DAF2-F786-4F9C-ABE4-F92EAB9F97EE}" srcOrd="7" destOrd="0" presId="urn:microsoft.com/office/officeart/2008/layout/HorizontalMultiLevelHierarchy"/>
    <dgm:cxn modelId="{BE3E001E-B6DC-4E99-BAA6-EFB29C714C4E}" type="presParOf" srcId="{75C4DAF2-F786-4F9C-ABE4-F92EAB9F97EE}" destId="{B85904B0-4BB9-4DF1-A289-EDE0156B06E7}" srcOrd="0" destOrd="0" presId="urn:microsoft.com/office/officeart/2008/layout/HorizontalMultiLevelHierarchy"/>
    <dgm:cxn modelId="{F926EEC7-3E53-4981-A3AC-BBD78A015711}" type="presParOf" srcId="{75C4DAF2-F786-4F9C-ABE4-F92EAB9F97EE}" destId="{937D9F6D-AF8B-44BD-ABDB-8F93449C0E14}" srcOrd="1" destOrd="0" presId="urn:microsoft.com/office/officeart/2008/layout/HorizontalMultiLevelHierarchy"/>
    <dgm:cxn modelId="{9E77F6E9-B880-4357-ABF5-072A1E603129}" type="presParOf" srcId="{8B6ACBB0-FFF6-4EDE-B3D0-365A6925D25B}" destId="{217FE1DC-8513-4C05-B451-4CBD22BA38E0}" srcOrd="8" destOrd="0" presId="urn:microsoft.com/office/officeart/2008/layout/HorizontalMultiLevelHierarchy"/>
    <dgm:cxn modelId="{A0B9C35A-3272-4260-9715-7A5B9E18EF50}" type="presParOf" srcId="{217FE1DC-8513-4C05-B451-4CBD22BA38E0}" destId="{344C9D3B-0740-4F15-8622-2D13D91B2490}" srcOrd="0" destOrd="0" presId="urn:microsoft.com/office/officeart/2008/layout/HorizontalMultiLevelHierarchy"/>
    <dgm:cxn modelId="{D8CC7972-6683-4E36-B6F8-B3B8E893437D}" type="presParOf" srcId="{8B6ACBB0-FFF6-4EDE-B3D0-365A6925D25B}" destId="{90BB394D-036F-42DB-827C-F9D9E2C616D8}" srcOrd="9" destOrd="0" presId="urn:microsoft.com/office/officeart/2008/layout/HorizontalMultiLevelHierarchy"/>
    <dgm:cxn modelId="{194A9032-BBB4-4A11-A1BD-6493EFC5F616}" type="presParOf" srcId="{90BB394D-036F-42DB-827C-F9D9E2C616D8}" destId="{8466EFB4-D704-491A-A2AD-A1EB413771B5}" srcOrd="0" destOrd="0" presId="urn:microsoft.com/office/officeart/2008/layout/HorizontalMultiLevelHierarchy"/>
    <dgm:cxn modelId="{6621E3D3-3C1D-409B-9550-8A6F9D6AC88F}" type="presParOf" srcId="{90BB394D-036F-42DB-827C-F9D9E2C616D8}" destId="{8D7EEC21-1AA9-4156-992F-20D56258E40E}"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73095C-920B-4A22-8091-F3304087C79C}"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DE783741-87C9-4958-9FBA-90583BA0BE73}">
      <dgm:prSet phldrT="[Text]" custT="1"/>
      <dgm:spPr>
        <a:solidFill>
          <a:schemeClr val="accent6">
            <a:lumMod val="75000"/>
          </a:schemeClr>
        </a:solidFill>
      </dgm:spPr>
      <dgm:t>
        <a:bodyPr/>
        <a:lstStyle/>
        <a:p>
          <a:r>
            <a:rPr lang="en-US" sz="1800" b="1" dirty="0">
              <a:solidFill>
                <a:schemeClr val="tx1"/>
              </a:solidFill>
              <a:latin typeface="Arial" pitchFamily="34" charset="0"/>
              <a:cs typeface="Arial" pitchFamily="34" charset="0"/>
            </a:rPr>
            <a:t>Survey  Status = Published or Completed</a:t>
          </a:r>
        </a:p>
      </dgm:t>
    </dgm:pt>
    <dgm:pt modelId="{7859BFFD-8BC7-4CD3-BFC6-2BF84D5111E1}" type="parTrans" cxnId="{7A6B739B-4E95-4BA6-8E1F-2CF568F23AD8}">
      <dgm:prSet/>
      <dgm:spPr/>
      <dgm:t>
        <a:bodyPr/>
        <a:lstStyle/>
        <a:p>
          <a:endParaRPr lang="en-US"/>
        </a:p>
      </dgm:t>
    </dgm:pt>
    <dgm:pt modelId="{622D4EB2-1D3A-4B24-B901-3B92CCC3EA26}" type="sibTrans" cxnId="{7A6B739B-4E95-4BA6-8E1F-2CF568F23AD8}">
      <dgm:prSet/>
      <dgm:spPr/>
      <dgm:t>
        <a:bodyPr/>
        <a:lstStyle/>
        <a:p>
          <a:endParaRPr lang="en-US"/>
        </a:p>
      </dgm:t>
    </dgm:pt>
    <dgm:pt modelId="{268D68AB-1EF9-4419-8EA4-43E3DC2C7368}">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Clone button displays if the user has create permission on </a:t>
          </a:r>
          <a:r>
            <a:rPr lang="en-US" sz="1600" b="1" i="0" dirty="0" err="1">
              <a:solidFill>
                <a:schemeClr val="tx1"/>
              </a:solidFill>
              <a:latin typeface="Arial" pitchFamily="34" charset="0"/>
              <a:cs typeface="Arial" pitchFamily="34" charset="0"/>
            </a:rPr>
            <a:t>Survey_vod</a:t>
          </a:r>
          <a:endParaRPr lang="en-US" sz="1600" b="1" dirty="0">
            <a:solidFill>
              <a:schemeClr val="tx1"/>
            </a:solidFill>
            <a:latin typeface="Arial" pitchFamily="34" charset="0"/>
            <a:cs typeface="Arial" pitchFamily="34" charset="0"/>
          </a:endParaRPr>
        </a:p>
      </dgm:t>
    </dgm:pt>
    <dgm:pt modelId="{9CD38307-1ABB-4455-BE65-06D10F286B66}" type="parTrans" cxnId="{19D4D35B-4D95-4AA7-A739-8F58809EC67A}">
      <dgm:prSet/>
      <dgm:spPr/>
      <dgm:t>
        <a:bodyPr/>
        <a:lstStyle/>
        <a:p>
          <a:endParaRPr lang="en-US"/>
        </a:p>
      </dgm:t>
    </dgm:pt>
    <dgm:pt modelId="{1B910616-F252-4DE5-92BA-287BE3E3ACED}" type="sibTrans" cxnId="{19D4D35B-4D95-4AA7-A739-8F58809EC67A}">
      <dgm:prSet/>
      <dgm:spPr/>
      <dgm:t>
        <a:bodyPr/>
        <a:lstStyle/>
        <a:p>
          <a:endParaRPr lang="en-US"/>
        </a:p>
      </dgm:t>
    </dgm:pt>
    <dgm:pt modelId="{6284FDA1-71D3-4E8F-B111-A315A115A633}">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Unlock displays if the user has edit permission to the </a:t>
          </a:r>
          <a:r>
            <a:rPr lang="en-US" sz="1600" b="1" i="0" dirty="0" err="1">
              <a:solidFill>
                <a:schemeClr val="tx1"/>
              </a:solidFill>
              <a:latin typeface="Arial" pitchFamily="34" charset="0"/>
              <a:cs typeface="Arial" pitchFamily="34" charset="0"/>
            </a:rPr>
            <a:t>Lock_vod</a:t>
          </a:r>
          <a:r>
            <a:rPr lang="en-US" sz="1600" b="1" i="0" dirty="0">
              <a:solidFill>
                <a:schemeClr val="tx1"/>
              </a:solidFill>
              <a:latin typeface="Arial" pitchFamily="34" charset="0"/>
              <a:cs typeface="Arial" pitchFamily="34" charset="0"/>
            </a:rPr>
            <a:t> field</a:t>
          </a:r>
          <a:endParaRPr lang="en-US" sz="1600" b="1" dirty="0">
            <a:solidFill>
              <a:schemeClr val="tx1"/>
            </a:solidFill>
            <a:latin typeface="Arial" pitchFamily="34" charset="0"/>
            <a:cs typeface="Arial" pitchFamily="34" charset="0"/>
          </a:endParaRPr>
        </a:p>
      </dgm:t>
    </dgm:pt>
    <dgm:pt modelId="{7439B1D8-75DE-4BB2-A840-BFC2F29F0DC1}" type="parTrans" cxnId="{3FF94C2C-356C-4B8F-B98F-8E9F0EC7C61D}">
      <dgm:prSet/>
      <dgm:spPr/>
      <dgm:t>
        <a:bodyPr/>
        <a:lstStyle/>
        <a:p>
          <a:endParaRPr lang="en-US"/>
        </a:p>
      </dgm:t>
    </dgm:pt>
    <dgm:pt modelId="{616327D3-B817-4210-A9B9-C5356EAD68EB}" type="sibTrans" cxnId="{3FF94C2C-356C-4B8F-B98F-8E9F0EC7C61D}">
      <dgm:prSet/>
      <dgm:spPr/>
      <dgm:t>
        <a:bodyPr/>
        <a:lstStyle/>
        <a:p>
          <a:endParaRPr lang="en-US"/>
        </a:p>
      </dgm:t>
    </dgm:pt>
    <dgm:pt modelId="{8B09080E-50E5-4A7F-9A4E-FDF836EB2873}">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Translate button displays if the user has create privilege on </a:t>
          </a:r>
          <a:r>
            <a:rPr lang="en-US" sz="1600" b="1" i="0" dirty="0" err="1">
              <a:solidFill>
                <a:schemeClr val="tx1"/>
              </a:solidFill>
              <a:latin typeface="Arial" pitchFamily="34" charset="0"/>
              <a:cs typeface="Arial" pitchFamily="34" charset="0"/>
            </a:rPr>
            <a:t>Survey_vod</a:t>
          </a:r>
          <a:r>
            <a:rPr lang="en-US" sz="1600" b="1" i="0" dirty="0">
              <a:solidFill>
                <a:schemeClr val="tx1"/>
              </a:solidFill>
              <a:latin typeface="Arial" pitchFamily="34" charset="0"/>
              <a:cs typeface="Arial" pitchFamily="34" charset="0"/>
            </a:rPr>
            <a:t> and </a:t>
          </a:r>
          <a:r>
            <a:rPr lang="en-US" sz="1600" b="1" i="0" dirty="0" err="1">
              <a:solidFill>
                <a:schemeClr val="tx1"/>
              </a:solidFill>
              <a:latin typeface="Arial" pitchFamily="34" charset="0"/>
              <a:cs typeface="Arial" pitchFamily="34" charset="0"/>
            </a:rPr>
            <a:t>Survey_Question_vod</a:t>
          </a:r>
          <a:endParaRPr lang="en-US" sz="1600" b="1" dirty="0">
            <a:solidFill>
              <a:schemeClr val="tx1"/>
            </a:solidFill>
            <a:latin typeface="Arial" pitchFamily="34" charset="0"/>
            <a:cs typeface="Arial" pitchFamily="34" charset="0"/>
          </a:endParaRPr>
        </a:p>
      </dgm:t>
    </dgm:pt>
    <dgm:pt modelId="{8805A0C7-7511-4133-A2B0-B836A0D90C73}" type="parTrans" cxnId="{FABB419E-4A04-4805-974F-5E1D59EA7049}">
      <dgm:prSet/>
      <dgm:spPr/>
      <dgm:t>
        <a:bodyPr/>
        <a:lstStyle/>
        <a:p>
          <a:endParaRPr lang="en-US"/>
        </a:p>
      </dgm:t>
    </dgm:pt>
    <dgm:pt modelId="{7B8B59B5-6976-4FF4-84DC-BDE6A7E00C21}" type="sibTrans" cxnId="{FABB419E-4A04-4805-974F-5E1D59EA7049}">
      <dgm:prSet/>
      <dgm:spPr/>
      <dgm:t>
        <a:bodyPr/>
        <a:lstStyle/>
        <a:p>
          <a:endParaRPr lang="en-US"/>
        </a:p>
      </dgm:t>
    </dgm:pt>
    <dgm:pt modelId="{734E4889-DE7B-42F2-A230-393F5ABD7329}">
      <dgm:prSet phldrT="[Text]" custT="1"/>
      <dgm:spPr>
        <a:solidFill>
          <a:schemeClr val="accent6">
            <a:lumMod val="75000"/>
          </a:schemeClr>
        </a:solidFill>
      </dgm:spPr>
      <dgm:t>
        <a:bodyPr/>
        <a:lstStyle/>
        <a:p>
          <a:r>
            <a:rPr lang="en-US" sz="1600" b="1" i="0" dirty="0">
              <a:solidFill>
                <a:schemeClr val="tx1"/>
              </a:solidFill>
              <a:latin typeface="Arial" pitchFamily="34" charset="0"/>
              <a:cs typeface="Arial" pitchFamily="34" charset="0"/>
            </a:rPr>
            <a:t>Publish to New Targets button displays if the user has edit permission to </a:t>
          </a:r>
          <a:r>
            <a:rPr lang="en-US" sz="1600" b="1" i="0" dirty="0" err="1">
              <a:solidFill>
                <a:schemeClr val="tx1"/>
              </a:solidFill>
              <a:latin typeface="Arial" pitchFamily="34" charset="0"/>
              <a:cs typeface="Arial" pitchFamily="34" charset="0"/>
            </a:rPr>
            <a:t>Survey_Target_vod</a:t>
          </a:r>
          <a:r>
            <a:rPr lang="en-US" sz="1600" b="1" i="0" dirty="0">
              <a:solidFill>
                <a:schemeClr val="tx1"/>
              </a:solidFill>
              <a:latin typeface="Arial" pitchFamily="34" charset="0"/>
              <a:cs typeface="Arial" pitchFamily="34" charset="0"/>
            </a:rPr>
            <a:t> </a:t>
          </a:r>
          <a:r>
            <a:rPr lang="en-US" sz="1600" b="1" i="0" dirty="0" err="1">
              <a:solidFill>
                <a:schemeClr val="tx1"/>
              </a:solidFill>
              <a:latin typeface="Arial" pitchFamily="34" charset="0"/>
              <a:cs typeface="Arial" pitchFamily="34" charset="0"/>
            </a:rPr>
            <a:t>andSurvey_vod</a:t>
          </a:r>
          <a:r>
            <a:rPr lang="en-US" sz="1600" b="1" i="0" dirty="0">
              <a:solidFill>
                <a:schemeClr val="tx1"/>
              </a:solidFill>
              <a:latin typeface="Arial" pitchFamily="34" charset="0"/>
              <a:cs typeface="Arial" pitchFamily="34" charset="0"/>
            </a:rPr>
            <a:t> and has added new targets</a:t>
          </a:r>
          <a:endParaRPr lang="en-US" sz="1600" b="1" dirty="0">
            <a:solidFill>
              <a:schemeClr val="tx1"/>
            </a:solidFill>
            <a:latin typeface="Arial" pitchFamily="34" charset="0"/>
            <a:cs typeface="Arial" pitchFamily="34" charset="0"/>
          </a:endParaRPr>
        </a:p>
      </dgm:t>
    </dgm:pt>
    <dgm:pt modelId="{8A6B496A-21E8-479F-959C-D948F3DA2E7D}" type="parTrans" cxnId="{215B7E0F-A643-4584-89AB-3C70B5A51F49}">
      <dgm:prSet/>
      <dgm:spPr/>
      <dgm:t>
        <a:bodyPr/>
        <a:lstStyle/>
        <a:p>
          <a:endParaRPr lang="en-US"/>
        </a:p>
      </dgm:t>
    </dgm:pt>
    <dgm:pt modelId="{F00459F7-D904-43BA-BA31-A59D10777496}" type="sibTrans" cxnId="{215B7E0F-A643-4584-89AB-3C70B5A51F49}">
      <dgm:prSet/>
      <dgm:spPr/>
      <dgm:t>
        <a:bodyPr/>
        <a:lstStyle/>
        <a:p>
          <a:endParaRPr lang="en-US"/>
        </a:p>
      </dgm:t>
    </dgm:pt>
    <dgm:pt modelId="{5D5239C0-1C87-44F4-A3E8-D89DD6851FD9}" type="pres">
      <dgm:prSet presAssocID="{E473095C-920B-4A22-8091-F3304087C79C}" presName="Name0" presStyleCnt="0">
        <dgm:presLayoutVars>
          <dgm:chPref val="1"/>
          <dgm:dir/>
          <dgm:animOne val="branch"/>
          <dgm:animLvl val="lvl"/>
          <dgm:resizeHandles val="exact"/>
        </dgm:presLayoutVars>
      </dgm:prSet>
      <dgm:spPr/>
    </dgm:pt>
    <dgm:pt modelId="{6C6ADE69-A75B-4BD8-B794-70A72D60FBF6}" type="pres">
      <dgm:prSet presAssocID="{DE783741-87C9-4958-9FBA-90583BA0BE73}" presName="root1" presStyleCnt="0"/>
      <dgm:spPr/>
    </dgm:pt>
    <dgm:pt modelId="{45E283ED-BFDE-4D6E-8A14-572A9930041A}" type="pres">
      <dgm:prSet presAssocID="{DE783741-87C9-4958-9FBA-90583BA0BE73}" presName="LevelOneTextNode" presStyleLbl="node0" presStyleIdx="0" presStyleCnt="1">
        <dgm:presLayoutVars>
          <dgm:chPref val="3"/>
        </dgm:presLayoutVars>
      </dgm:prSet>
      <dgm:spPr/>
    </dgm:pt>
    <dgm:pt modelId="{8B6ACBB0-FFF6-4EDE-B3D0-365A6925D25B}" type="pres">
      <dgm:prSet presAssocID="{DE783741-87C9-4958-9FBA-90583BA0BE73}" presName="level2hierChild" presStyleCnt="0"/>
      <dgm:spPr/>
    </dgm:pt>
    <dgm:pt modelId="{FA9E4B02-F762-44F7-B732-5626F7F3F3A2}" type="pres">
      <dgm:prSet presAssocID="{9CD38307-1ABB-4455-BE65-06D10F286B66}" presName="conn2-1" presStyleLbl="parChTrans1D2" presStyleIdx="0" presStyleCnt="4"/>
      <dgm:spPr/>
    </dgm:pt>
    <dgm:pt modelId="{D6E12996-1C65-4471-BFBB-7BAFF8694063}" type="pres">
      <dgm:prSet presAssocID="{9CD38307-1ABB-4455-BE65-06D10F286B66}" presName="connTx" presStyleLbl="parChTrans1D2" presStyleIdx="0" presStyleCnt="4"/>
      <dgm:spPr/>
    </dgm:pt>
    <dgm:pt modelId="{0C6AE7AA-9BFA-4680-A18C-322056ED7973}" type="pres">
      <dgm:prSet presAssocID="{268D68AB-1EF9-4419-8EA4-43E3DC2C7368}" presName="root2" presStyleCnt="0"/>
      <dgm:spPr/>
    </dgm:pt>
    <dgm:pt modelId="{EA5D5662-8876-4AC1-8D63-7AAD19B77B2C}" type="pres">
      <dgm:prSet presAssocID="{268D68AB-1EF9-4419-8EA4-43E3DC2C7368}" presName="LevelTwoTextNode" presStyleLbl="node2" presStyleIdx="0" presStyleCnt="4" custScaleX="155948">
        <dgm:presLayoutVars>
          <dgm:chPref val="3"/>
        </dgm:presLayoutVars>
      </dgm:prSet>
      <dgm:spPr/>
    </dgm:pt>
    <dgm:pt modelId="{7A695950-3E80-412B-A0FC-EBFFEFD62A82}" type="pres">
      <dgm:prSet presAssocID="{268D68AB-1EF9-4419-8EA4-43E3DC2C7368}" presName="level3hierChild" presStyleCnt="0"/>
      <dgm:spPr/>
    </dgm:pt>
    <dgm:pt modelId="{4A08B58F-E562-4B2E-A586-8761B6B73098}" type="pres">
      <dgm:prSet presAssocID="{7439B1D8-75DE-4BB2-A840-BFC2F29F0DC1}" presName="conn2-1" presStyleLbl="parChTrans1D2" presStyleIdx="1" presStyleCnt="4"/>
      <dgm:spPr/>
    </dgm:pt>
    <dgm:pt modelId="{6310E65B-6B18-4C46-8924-4732990647D4}" type="pres">
      <dgm:prSet presAssocID="{7439B1D8-75DE-4BB2-A840-BFC2F29F0DC1}" presName="connTx" presStyleLbl="parChTrans1D2" presStyleIdx="1" presStyleCnt="4"/>
      <dgm:spPr/>
    </dgm:pt>
    <dgm:pt modelId="{5C0A17C1-AA78-4BEA-B4DA-4713340E7B94}" type="pres">
      <dgm:prSet presAssocID="{6284FDA1-71D3-4E8F-B111-A315A115A633}" presName="root2" presStyleCnt="0"/>
      <dgm:spPr/>
    </dgm:pt>
    <dgm:pt modelId="{B1B6E4E6-00DE-425A-870A-66BFE9C3A376}" type="pres">
      <dgm:prSet presAssocID="{6284FDA1-71D3-4E8F-B111-A315A115A633}" presName="LevelTwoTextNode" presStyleLbl="node2" presStyleIdx="1" presStyleCnt="4" custScaleX="155017">
        <dgm:presLayoutVars>
          <dgm:chPref val="3"/>
        </dgm:presLayoutVars>
      </dgm:prSet>
      <dgm:spPr/>
    </dgm:pt>
    <dgm:pt modelId="{82323AE7-753C-4368-83C2-A330986E9097}" type="pres">
      <dgm:prSet presAssocID="{6284FDA1-71D3-4E8F-B111-A315A115A633}" presName="level3hierChild" presStyleCnt="0"/>
      <dgm:spPr/>
    </dgm:pt>
    <dgm:pt modelId="{416A148D-A315-4CEC-A05B-F23881E42595}" type="pres">
      <dgm:prSet presAssocID="{8805A0C7-7511-4133-A2B0-B836A0D90C73}" presName="conn2-1" presStyleLbl="parChTrans1D2" presStyleIdx="2" presStyleCnt="4"/>
      <dgm:spPr/>
    </dgm:pt>
    <dgm:pt modelId="{708B9EF1-3231-4C85-B180-6A9E5E30E99A}" type="pres">
      <dgm:prSet presAssocID="{8805A0C7-7511-4133-A2B0-B836A0D90C73}" presName="connTx" presStyleLbl="parChTrans1D2" presStyleIdx="2" presStyleCnt="4"/>
      <dgm:spPr/>
    </dgm:pt>
    <dgm:pt modelId="{6A105B9C-6E20-403C-B29B-F2B55F96020B}" type="pres">
      <dgm:prSet presAssocID="{8B09080E-50E5-4A7F-9A4E-FDF836EB2873}" presName="root2" presStyleCnt="0"/>
      <dgm:spPr/>
    </dgm:pt>
    <dgm:pt modelId="{00672473-2A47-47F1-803C-81668DD17C42}" type="pres">
      <dgm:prSet presAssocID="{8B09080E-50E5-4A7F-9A4E-FDF836EB2873}" presName="LevelTwoTextNode" presStyleLbl="node2" presStyleIdx="2" presStyleCnt="4" custScaleX="155017">
        <dgm:presLayoutVars>
          <dgm:chPref val="3"/>
        </dgm:presLayoutVars>
      </dgm:prSet>
      <dgm:spPr/>
    </dgm:pt>
    <dgm:pt modelId="{C977A97D-1A3D-4A4F-B514-40B85D6633D8}" type="pres">
      <dgm:prSet presAssocID="{8B09080E-50E5-4A7F-9A4E-FDF836EB2873}" presName="level3hierChild" presStyleCnt="0"/>
      <dgm:spPr/>
    </dgm:pt>
    <dgm:pt modelId="{140C9913-1ED5-447C-9E68-F23AFBC1769A}" type="pres">
      <dgm:prSet presAssocID="{8A6B496A-21E8-479F-959C-D948F3DA2E7D}" presName="conn2-1" presStyleLbl="parChTrans1D2" presStyleIdx="3" presStyleCnt="4"/>
      <dgm:spPr/>
    </dgm:pt>
    <dgm:pt modelId="{101BAC51-859F-41C8-915A-FC72FB4F3E31}" type="pres">
      <dgm:prSet presAssocID="{8A6B496A-21E8-479F-959C-D948F3DA2E7D}" presName="connTx" presStyleLbl="parChTrans1D2" presStyleIdx="3" presStyleCnt="4"/>
      <dgm:spPr/>
    </dgm:pt>
    <dgm:pt modelId="{75C4DAF2-F786-4F9C-ABE4-F92EAB9F97EE}" type="pres">
      <dgm:prSet presAssocID="{734E4889-DE7B-42F2-A230-393F5ABD7329}" presName="root2" presStyleCnt="0"/>
      <dgm:spPr/>
    </dgm:pt>
    <dgm:pt modelId="{B85904B0-4BB9-4DF1-A289-EDE0156B06E7}" type="pres">
      <dgm:prSet presAssocID="{734E4889-DE7B-42F2-A230-393F5ABD7329}" presName="LevelTwoTextNode" presStyleLbl="node2" presStyleIdx="3" presStyleCnt="4" custScaleX="154450">
        <dgm:presLayoutVars>
          <dgm:chPref val="3"/>
        </dgm:presLayoutVars>
      </dgm:prSet>
      <dgm:spPr/>
    </dgm:pt>
    <dgm:pt modelId="{937D9F6D-AF8B-44BD-ABDB-8F93449C0E14}" type="pres">
      <dgm:prSet presAssocID="{734E4889-DE7B-42F2-A230-393F5ABD7329}" presName="level3hierChild" presStyleCnt="0"/>
      <dgm:spPr/>
    </dgm:pt>
  </dgm:ptLst>
  <dgm:cxnLst>
    <dgm:cxn modelId="{0724C202-6FE6-4416-9925-30A4B29DB26F}" type="presOf" srcId="{8805A0C7-7511-4133-A2B0-B836A0D90C73}" destId="{708B9EF1-3231-4C85-B180-6A9E5E30E99A}" srcOrd="1" destOrd="0" presId="urn:microsoft.com/office/officeart/2008/layout/HorizontalMultiLevelHierarchy"/>
    <dgm:cxn modelId="{215B7E0F-A643-4584-89AB-3C70B5A51F49}" srcId="{DE783741-87C9-4958-9FBA-90583BA0BE73}" destId="{734E4889-DE7B-42F2-A230-393F5ABD7329}" srcOrd="3" destOrd="0" parTransId="{8A6B496A-21E8-479F-959C-D948F3DA2E7D}" sibTransId="{F00459F7-D904-43BA-BA31-A59D10777496}"/>
    <dgm:cxn modelId="{457F3B10-15D1-4523-B6BC-85DFD52548B5}" type="presOf" srcId="{7439B1D8-75DE-4BB2-A840-BFC2F29F0DC1}" destId="{6310E65B-6B18-4C46-8924-4732990647D4}" srcOrd="1" destOrd="0" presId="urn:microsoft.com/office/officeart/2008/layout/HorizontalMultiLevelHierarchy"/>
    <dgm:cxn modelId="{3FF94C2C-356C-4B8F-B98F-8E9F0EC7C61D}" srcId="{DE783741-87C9-4958-9FBA-90583BA0BE73}" destId="{6284FDA1-71D3-4E8F-B111-A315A115A633}" srcOrd="1" destOrd="0" parTransId="{7439B1D8-75DE-4BB2-A840-BFC2F29F0DC1}" sibTransId="{616327D3-B817-4210-A9B9-C5356EAD68EB}"/>
    <dgm:cxn modelId="{2E3BBF5B-1E5A-4BAE-A631-F2716CA24CF6}" type="presOf" srcId="{9CD38307-1ABB-4455-BE65-06D10F286B66}" destId="{D6E12996-1C65-4471-BFBB-7BAFF8694063}" srcOrd="1" destOrd="0" presId="urn:microsoft.com/office/officeart/2008/layout/HorizontalMultiLevelHierarchy"/>
    <dgm:cxn modelId="{19D4D35B-4D95-4AA7-A739-8F58809EC67A}" srcId="{DE783741-87C9-4958-9FBA-90583BA0BE73}" destId="{268D68AB-1EF9-4419-8EA4-43E3DC2C7368}" srcOrd="0" destOrd="0" parTransId="{9CD38307-1ABB-4455-BE65-06D10F286B66}" sibTransId="{1B910616-F252-4DE5-92BA-287BE3E3ACED}"/>
    <dgm:cxn modelId="{DB6FCC68-5973-45A4-B6F2-401751538F69}" type="presOf" srcId="{8A6B496A-21E8-479F-959C-D948F3DA2E7D}" destId="{101BAC51-859F-41C8-915A-FC72FB4F3E31}" srcOrd="1" destOrd="0" presId="urn:microsoft.com/office/officeart/2008/layout/HorizontalMultiLevelHierarchy"/>
    <dgm:cxn modelId="{1E0E414E-DE70-47E6-BD5E-757D4264CB25}" type="presOf" srcId="{8805A0C7-7511-4133-A2B0-B836A0D90C73}" destId="{416A148D-A315-4CEC-A05B-F23881E42595}" srcOrd="0" destOrd="0" presId="urn:microsoft.com/office/officeart/2008/layout/HorizontalMultiLevelHierarchy"/>
    <dgm:cxn modelId="{2A19C258-A662-4B68-8339-381C8C44EDBB}" type="presOf" srcId="{268D68AB-1EF9-4419-8EA4-43E3DC2C7368}" destId="{EA5D5662-8876-4AC1-8D63-7AAD19B77B2C}" srcOrd="0" destOrd="0" presId="urn:microsoft.com/office/officeart/2008/layout/HorizontalMultiLevelHierarchy"/>
    <dgm:cxn modelId="{C91D4986-CF69-49B4-9C9D-EDBB3216E837}" type="presOf" srcId="{7439B1D8-75DE-4BB2-A840-BFC2F29F0DC1}" destId="{4A08B58F-E562-4B2E-A586-8761B6B73098}" srcOrd="0" destOrd="0" presId="urn:microsoft.com/office/officeart/2008/layout/HorizontalMultiLevelHierarchy"/>
    <dgm:cxn modelId="{CA1D6699-0FA9-4840-B6B6-85C8A918685D}" type="presOf" srcId="{9CD38307-1ABB-4455-BE65-06D10F286B66}" destId="{FA9E4B02-F762-44F7-B732-5626F7F3F3A2}" srcOrd="0" destOrd="0" presId="urn:microsoft.com/office/officeart/2008/layout/HorizontalMultiLevelHierarchy"/>
    <dgm:cxn modelId="{7A6B739B-4E95-4BA6-8E1F-2CF568F23AD8}" srcId="{E473095C-920B-4A22-8091-F3304087C79C}" destId="{DE783741-87C9-4958-9FBA-90583BA0BE73}" srcOrd="0" destOrd="0" parTransId="{7859BFFD-8BC7-4CD3-BFC6-2BF84D5111E1}" sibTransId="{622D4EB2-1D3A-4B24-B901-3B92CCC3EA26}"/>
    <dgm:cxn modelId="{FABB419E-4A04-4805-974F-5E1D59EA7049}" srcId="{DE783741-87C9-4958-9FBA-90583BA0BE73}" destId="{8B09080E-50E5-4A7F-9A4E-FDF836EB2873}" srcOrd="2" destOrd="0" parTransId="{8805A0C7-7511-4133-A2B0-B836A0D90C73}" sibTransId="{7B8B59B5-6976-4FF4-84DC-BDE6A7E00C21}"/>
    <dgm:cxn modelId="{29AB31A5-CA90-4889-B328-108D9AEA71FB}" type="presOf" srcId="{8B09080E-50E5-4A7F-9A4E-FDF836EB2873}" destId="{00672473-2A47-47F1-803C-81668DD17C42}" srcOrd="0" destOrd="0" presId="urn:microsoft.com/office/officeart/2008/layout/HorizontalMultiLevelHierarchy"/>
    <dgm:cxn modelId="{E733C3A9-16B2-4BC0-AC19-900D45218220}" type="presOf" srcId="{6284FDA1-71D3-4E8F-B111-A315A115A633}" destId="{B1B6E4E6-00DE-425A-870A-66BFE9C3A376}" srcOrd="0" destOrd="0" presId="urn:microsoft.com/office/officeart/2008/layout/HorizontalMultiLevelHierarchy"/>
    <dgm:cxn modelId="{858CBAB2-788F-4C7D-920D-F684AE005E38}" type="presOf" srcId="{734E4889-DE7B-42F2-A230-393F5ABD7329}" destId="{B85904B0-4BB9-4DF1-A289-EDE0156B06E7}" srcOrd="0" destOrd="0" presId="urn:microsoft.com/office/officeart/2008/layout/HorizontalMultiLevelHierarchy"/>
    <dgm:cxn modelId="{D341ADCE-4DA6-44EF-B311-D014CBA8B652}" type="presOf" srcId="{DE783741-87C9-4958-9FBA-90583BA0BE73}" destId="{45E283ED-BFDE-4D6E-8A14-572A9930041A}" srcOrd="0" destOrd="0" presId="urn:microsoft.com/office/officeart/2008/layout/HorizontalMultiLevelHierarchy"/>
    <dgm:cxn modelId="{605BD9EF-0570-40FE-8A8C-3429B9DF0EBB}" type="presOf" srcId="{E473095C-920B-4A22-8091-F3304087C79C}" destId="{5D5239C0-1C87-44F4-A3E8-D89DD6851FD9}" srcOrd="0" destOrd="0" presId="urn:microsoft.com/office/officeart/2008/layout/HorizontalMultiLevelHierarchy"/>
    <dgm:cxn modelId="{8072E9FF-060A-44DB-9D9C-B1D209257EB7}" type="presOf" srcId="{8A6B496A-21E8-479F-959C-D948F3DA2E7D}" destId="{140C9913-1ED5-447C-9E68-F23AFBC1769A}" srcOrd="0" destOrd="0" presId="urn:microsoft.com/office/officeart/2008/layout/HorizontalMultiLevelHierarchy"/>
    <dgm:cxn modelId="{F317C5D5-D970-4FB7-976E-1FCA4D73A133}" type="presParOf" srcId="{5D5239C0-1C87-44F4-A3E8-D89DD6851FD9}" destId="{6C6ADE69-A75B-4BD8-B794-70A72D60FBF6}" srcOrd="0" destOrd="0" presId="urn:microsoft.com/office/officeart/2008/layout/HorizontalMultiLevelHierarchy"/>
    <dgm:cxn modelId="{340989CB-2CA4-4A90-92A5-99A18FE28CA7}" type="presParOf" srcId="{6C6ADE69-A75B-4BD8-B794-70A72D60FBF6}" destId="{45E283ED-BFDE-4D6E-8A14-572A9930041A}" srcOrd="0" destOrd="0" presId="urn:microsoft.com/office/officeart/2008/layout/HorizontalMultiLevelHierarchy"/>
    <dgm:cxn modelId="{58347125-7096-4B60-8FC4-6336F6D7D1B9}" type="presParOf" srcId="{6C6ADE69-A75B-4BD8-B794-70A72D60FBF6}" destId="{8B6ACBB0-FFF6-4EDE-B3D0-365A6925D25B}" srcOrd="1" destOrd="0" presId="urn:microsoft.com/office/officeart/2008/layout/HorizontalMultiLevelHierarchy"/>
    <dgm:cxn modelId="{87F2419E-9865-4E23-B412-9510936329FF}" type="presParOf" srcId="{8B6ACBB0-FFF6-4EDE-B3D0-365A6925D25B}" destId="{FA9E4B02-F762-44F7-B732-5626F7F3F3A2}" srcOrd="0" destOrd="0" presId="urn:microsoft.com/office/officeart/2008/layout/HorizontalMultiLevelHierarchy"/>
    <dgm:cxn modelId="{14C1677D-017E-4B77-B019-58762D6F2C59}" type="presParOf" srcId="{FA9E4B02-F762-44F7-B732-5626F7F3F3A2}" destId="{D6E12996-1C65-4471-BFBB-7BAFF8694063}" srcOrd="0" destOrd="0" presId="urn:microsoft.com/office/officeart/2008/layout/HorizontalMultiLevelHierarchy"/>
    <dgm:cxn modelId="{47578F64-F9A2-4E09-878D-B8D9AAF3BC46}" type="presParOf" srcId="{8B6ACBB0-FFF6-4EDE-B3D0-365A6925D25B}" destId="{0C6AE7AA-9BFA-4680-A18C-322056ED7973}" srcOrd="1" destOrd="0" presId="urn:microsoft.com/office/officeart/2008/layout/HorizontalMultiLevelHierarchy"/>
    <dgm:cxn modelId="{00A35F73-16EE-4C57-ACDA-FB783D70C9D7}" type="presParOf" srcId="{0C6AE7AA-9BFA-4680-A18C-322056ED7973}" destId="{EA5D5662-8876-4AC1-8D63-7AAD19B77B2C}" srcOrd="0" destOrd="0" presId="urn:microsoft.com/office/officeart/2008/layout/HorizontalMultiLevelHierarchy"/>
    <dgm:cxn modelId="{E24A65F6-1FC8-4118-B7E3-C945DDF7A5F3}" type="presParOf" srcId="{0C6AE7AA-9BFA-4680-A18C-322056ED7973}" destId="{7A695950-3E80-412B-A0FC-EBFFEFD62A82}" srcOrd="1" destOrd="0" presId="urn:microsoft.com/office/officeart/2008/layout/HorizontalMultiLevelHierarchy"/>
    <dgm:cxn modelId="{D5A6C19A-7B53-49AF-8E4B-1C4A18D7F929}" type="presParOf" srcId="{8B6ACBB0-FFF6-4EDE-B3D0-365A6925D25B}" destId="{4A08B58F-E562-4B2E-A586-8761B6B73098}" srcOrd="2" destOrd="0" presId="urn:microsoft.com/office/officeart/2008/layout/HorizontalMultiLevelHierarchy"/>
    <dgm:cxn modelId="{D2D187DF-7087-4E74-BD1A-EBFCAC528B09}" type="presParOf" srcId="{4A08B58F-E562-4B2E-A586-8761B6B73098}" destId="{6310E65B-6B18-4C46-8924-4732990647D4}" srcOrd="0" destOrd="0" presId="urn:microsoft.com/office/officeart/2008/layout/HorizontalMultiLevelHierarchy"/>
    <dgm:cxn modelId="{F78B96EB-03AB-49FF-8B5F-F858B6BA7364}" type="presParOf" srcId="{8B6ACBB0-FFF6-4EDE-B3D0-365A6925D25B}" destId="{5C0A17C1-AA78-4BEA-B4DA-4713340E7B94}" srcOrd="3" destOrd="0" presId="urn:microsoft.com/office/officeart/2008/layout/HorizontalMultiLevelHierarchy"/>
    <dgm:cxn modelId="{9204E5CA-B6D5-46F8-B4B2-95816D02EA1F}" type="presParOf" srcId="{5C0A17C1-AA78-4BEA-B4DA-4713340E7B94}" destId="{B1B6E4E6-00DE-425A-870A-66BFE9C3A376}" srcOrd="0" destOrd="0" presId="urn:microsoft.com/office/officeart/2008/layout/HorizontalMultiLevelHierarchy"/>
    <dgm:cxn modelId="{07193014-512B-4735-AA65-085D0CC3C6E5}" type="presParOf" srcId="{5C0A17C1-AA78-4BEA-B4DA-4713340E7B94}" destId="{82323AE7-753C-4368-83C2-A330986E9097}" srcOrd="1" destOrd="0" presId="urn:microsoft.com/office/officeart/2008/layout/HorizontalMultiLevelHierarchy"/>
    <dgm:cxn modelId="{49781680-B6C9-4B4D-9092-BA1045F04EE7}" type="presParOf" srcId="{8B6ACBB0-FFF6-4EDE-B3D0-365A6925D25B}" destId="{416A148D-A315-4CEC-A05B-F23881E42595}" srcOrd="4" destOrd="0" presId="urn:microsoft.com/office/officeart/2008/layout/HorizontalMultiLevelHierarchy"/>
    <dgm:cxn modelId="{1BAC85EF-97F8-4EEC-A9A3-C33C286062C1}" type="presParOf" srcId="{416A148D-A315-4CEC-A05B-F23881E42595}" destId="{708B9EF1-3231-4C85-B180-6A9E5E30E99A}" srcOrd="0" destOrd="0" presId="urn:microsoft.com/office/officeart/2008/layout/HorizontalMultiLevelHierarchy"/>
    <dgm:cxn modelId="{B00097BC-4B86-4362-8163-7C10F0101CA9}" type="presParOf" srcId="{8B6ACBB0-FFF6-4EDE-B3D0-365A6925D25B}" destId="{6A105B9C-6E20-403C-B29B-F2B55F96020B}" srcOrd="5" destOrd="0" presId="urn:microsoft.com/office/officeart/2008/layout/HorizontalMultiLevelHierarchy"/>
    <dgm:cxn modelId="{73DD62B1-490C-48DB-B2D6-B163123C1F66}" type="presParOf" srcId="{6A105B9C-6E20-403C-B29B-F2B55F96020B}" destId="{00672473-2A47-47F1-803C-81668DD17C42}" srcOrd="0" destOrd="0" presId="urn:microsoft.com/office/officeart/2008/layout/HorizontalMultiLevelHierarchy"/>
    <dgm:cxn modelId="{1BAA91BD-459A-4815-A8BB-DB2E9D667454}" type="presParOf" srcId="{6A105B9C-6E20-403C-B29B-F2B55F96020B}" destId="{C977A97D-1A3D-4A4F-B514-40B85D6633D8}" srcOrd="1" destOrd="0" presId="urn:microsoft.com/office/officeart/2008/layout/HorizontalMultiLevelHierarchy"/>
    <dgm:cxn modelId="{202635F1-F6BE-4548-B89E-9653307F9053}" type="presParOf" srcId="{8B6ACBB0-FFF6-4EDE-B3D0-365A6925D25B}" destId="{140C9913-1ED5-447C-9E68-F23AFBC1769A}" srcOrd="6" destOrd="0" presId="urn:microsoft.com/office/officeart/2008/layout/HorizontalMultiLevelHierarchy"/>
    <dgm:cxn modelId="{E956A456-64D6-44FF-BA68-EB973C89DBAE}" type="presParOf" srcId="{140C9913-1ED5-447C-9E68-F23AFBC1769A}" destId="{101BAC51-859F-41C8-915A-FC72FB4F3E31}" srcOrd="0" destOrd="0" presId="urn:microsoft.com/office/officeart/2008/layout/HorizontalMultiLevelHierarchy"/>
    <dgm:cxn modelId="{D5AC804F-681F-48D8-A929-5E031A44C825}" type="presParOf" srcId="{8B6ACBB0-FFF6-4EDE-B3D0-365A6925D25B}" destId="{75C4DAF2-F786-4F9C-ABE4-F92EAB9F97EE}" srcOrd="7" destOrd="0" presId="urn:microsoft.com/office/officeart/2008/layout/HorizontalMultiLevelHierarchy"/>
    <dgm:cxn modelId="{CFC96E86-6EAD-403C-83B2-81934208EAC6}" type="presParOf" srcId="{75C4DAF2-F786-4F9C-ABE4-F92EAB9F97EE}" destId="{B85904B0-4BB9-4DF1-A289-EDE0156B06E7}" srcOrd="0" destOrd="0" presId="urn:microsoft.com/office/officeart/2008/layout/HorizontalMultiLevelHierarchy"/>
    <dgm:cxn modelId="{4081F910-7EF4-4696-9926-93175833439B}" type="presParOf" srcId="{75C4DAF2-F786-4F9C-ABE4-F92EAB9F97EE}" destId="{937D9F6D-AF8B-44BD-ABDB-8F93449C0E14}"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28AA22-A3A6-4990-BFC0-4EA57811C98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18D289E-684B-447A-9170-BC13FD93A1E4}">
      <dgm:prSet phldrT="[Text]" custT="1"/>
      <dgm:spPr>
        <a:solidFill>
          <a:schemeClr val="accent6">
            <a:lumMod val="75000"/>
            <a:alpha val="90000"/>
          </a:schemeClr>
        </a:solidFill>
      </dgm:spPr>
      <dgm:t>
        <a:bodyPr/>
        <a:lstStyle/>
        <a:p>
          <a:r>
            <a:rPr lang="en-US" sz="1400" b="1" i="0" dirty="0">
              <a:solidFill>
                <a:schemeClr val="tx1"/>
              </a:solidFill>
              <a:latin typeface="Arial" pitchFamily="34" charset="0"/>
              <a:cs typeface="Arial" pitchFamily="34" charset="0"/>
            </a:rPr>
            <a:t>Survey Objects</a:t>
          </a:r>
          <a:endParaRPr lang="en-US" sz="1400" b="1" dirty="0">
            <a:solidFill>
              <a:schemeClr val="tx1"/>
            </a:solidFill>
            <a:latin typeface="Arial" pitchFamily="34" charset="0"/>
            <a:cs typeface="Arial" pitchFamily="34" charset="0"/>
          </a:endParaRPr>
        </a:p>
      </dgm:t>
    </dgm:pt>
    <dgm:pt modelId="{7F9B23CC-1B44-48A6-B5F8-F71AC351FF83}" type="parTrans" cxnId="{A042DBBA-F46F-4407-A82C-C78106881AC6}">
      <dgm:prSet/>
      <dgm:spPr/>
      <dgm:t>
        <a:bodyPr/>
        <a:lstStyle/>
        <a:p>
          <a:endParaRPr lang="en-US"/>
        </a:p>
      </dgm:t>
    </dgm:pt>
    <dgm:pt modelId="{7347C70D-3607-4051-AE22-5F725A284CD8}" type="sibTrans" cxnId="{A042DBBA-F46F-4407-A82C-C78106881AC6}">
      <dgm:prSet/>
      <dgm:spPr/>
      <dgm:t>
        <a:bodyPr/>
        <a:lstStyle/>
        <a:p>
          <a:endParaRPr lang="en-US"/>
        </a:p>
      </dgm:t>
    </dgm:pt>
    <dgm:pt modelId="{A11CCF2D-F8ED-4633-A170-33D5F182AC30}">
      <dgm:prSet phldrT="[Text]" custT="1"/>
      <dgm:spPr>
        <a:solidFill>
          <a:schemeClr val="accent6">
            <a:lumMod val="75000"/>
            <a:alpha val="90000"/>
          </a:schemeClr>
        </a:solidFill>
      </dgm:spPr>
      <dgm:t>
        <a:bodyPr/>
        <a:lstStyle/>
        <a:p>
          <a:r>
            <a:rPr lang="en-US" sz="1400" b="1" i="0" dirty="0" err="1">
              <a:solidFill>
                <a:schemeClr val="tx1"/>
              </a:solidFill>
              <a:latin typeface="Arial" pitchFamily="34" charset="0"/>
              <a:cs typeface="Arial" pitchFamily="34" charset="0"/>
            </a:rPr>
            <a:t>Survey_vod</a:t>
          </a:r>
          <a:endParaRPr lang="en-US" sz="1400" b="1" dirty="0">
            <a:solidFill>
              <a:schemeClr val="tx1"/>
            </a:solidFill>
            <a:latin typeface="Arial" pitchFamily="34" charset="0"/>
            <a:cs typeface="Arial" pitchFamily="34" charset="0"/>
          </a:endParaRPr>
        </a:p>
      </dgm:t>
    </dgm:pt>
    <dgm:pt modelId="{507E9EFB-1EFD-48C1-AC6A-40449FEF5125}" type="parTrans" cxnId="{C66BE7BB-38AD-4161-85E8-D7EF3B4B84CE}">
      <dgm:prSet/>
      <dgm:spPr/>
      <dgm:t>
        <a:bodyPr/>
        <a:lstStyle/>
        <a:p>
          <a:endParaRPr lang="en-US"/>
        </a:p>
      </dgm:t>
    </dgm:pt>
    <dgm:pt modelId="{63B72908-4F27-4EFD-9E4C-39A784ABC4F3}" type="sibTrans" cxnId="{C66BE7BB-38AD-4161-85E8-D7EF3B4B84CE}">
      <dgm:prSet/>
      <dgm:spPr/>
      <dgm:t>
        <a:bodyPr/>
        <a:lstStyle/>
        <a:p>
          <a:endParaRPr lang="en-US"/>
        </a:p>
      </dgm:t>
    </dgm:pt>
    <dgm:pt modelId="{F4AA6874-CD90-4A6C-B8DB-FBC0FAEBE2B4}">
      <dgm:prSet phldrT="[Text]" custT="1"/>
      <dgm:spPr>
        <a:solidFill>
          <a:schemeClr val="accent6">
            <a:lumMod val="75000"/>
            <a:alpha val="90000"/>
          </a:schemeClr>
        </a:solidFill>
      </dgm:spPr>
      <dgm:t>
        <a:bodyPr/>
        <a:lstStyle/>
        <a:p>
          <a:r>
            <a:rPr lang="en-US" sz="1400" b="1" i="0" dirty="0" err="1">
              <a:solidFill>
                <a:schemeClr val="tx1"/>
              </a:solidFill>
              <a:latin typeface="Arial" pitchFamily="34" charset="0"/>
              <a:cs typeface="Arial" pitchFamily="34" charset="0"/>
            </a:rPr>
            <a:t>Survey_Question_vod</a:t>
          </a:r>
          <a:endParaRPr lang="en-US" sz="1400" b="1" dirty="0">
            <a:solidFill>
              <a:schemeClr val="tx1"/>
            </a:solidFill>
            <a:latin typeface="Arial" pitchFamily="34" charset="0"/>
            <a:cs typeface="Arial" pitchFamily="34" charset="0"/>
          </a:endParaRPr>
        </a:p>
      </dgm:t>
    </dgm:pt>
    <dgm:pt modelId="{784272F8-5C76-492E-8BEE-1AC07F2A6314}" type="parTrans" cxnId="{08FD6826-51EA-40C4-9CB0-31720C78E935}">
      <dgm:prSet/>
      <dgm:spPr/>
      <dgm:t>
        <a:bodyPr/>
        <a:lstStyle/>
        <a:p>
          <a:endParaRPr lang="en-US"/>
        </a:p>
      </dgm:t>
    </dgm:pt>
    <dgm:pt modelId="{4F433E13-03A2-4F99-88BB-877295D8B121}" type="sibTrans" cxnId="{08FD6826-51EA-40C4-9CB0-31720C78E935}">
      <dgm:prSet/>
      <dgm:spPr/>
      <dgm:t>
        <a:bodyPr/>
        <a:lstStyle/>
        <a:p>
          <a:endParaRPr lang="en-US"/>
        </a:p>
      </dgm:t>
    </dgm:pt>
    <dgm:pt modelId="{AF590F75-B7B6-46CA-B636-0ECA733B508A}">
      <dgm:prSet phldrT="[Text]" custT="1"/>
      <dgm:spPr>
        <a:solidFill>
          <a:schemeClr val="accent6">
            <a:lumMod val="75000"/>
            <a:alpha val="90000"/>
          </a:schemeClr>
        </a:solidFill>
      </dgm:spPr>
      <dgm:t>
        <a:bodyPr/>
        <a:lstStyle/>
        <a:p>
          <a:r>
            <a:rPr lang="en-US" sz="1400" b="1" i="0" dirty="0" err="1">
              <a:solidFill>
                <a:schemeClr val="tx1"/>
              </a:solidFill>
              <a:latin typeface="Arial" pitchFamily="34" charset="0"/>
              <a:cs typeface="Arial" pitchFamily="34" charset="0"/>
            </a:rPr>
            <a:t>Survey_Target_vod</a:t>
          </a:r>
          <a:endParaRPr lang="en-US" sz="1400" b="1" dirty="0">
            <a:solidFill>
              <a:schemeClr val="tx1"/>
            </a:solidFill>
            <a:latin typeface="Arial" pitchFamily="34" charset="0"/>
            <a:cs typeface="Arial" pitchFamily="34" charset="0"/>
          </a:endParaRPr>
        </a:p>
      </dgm:t>
    </dgm:pt>
    <dgm:pt modelId="{90C1E49F-D127-4473-9C00-8EF46DE05ADA}" type="parTrans" cxnId="{E054A601-FEA0-4402-9E6E-05A25D317B5E}">
      <dgm:prSet/>
      <dgm:spPr/>
      <dgm:t>
        <a:bodyPr/>
        <a:lstStyle/>
        <a:p>
          <a:endParaRPr lang="en-US"/>
        </a:p>
      </dgm:t>
    </dgm:pt>
    <dgm:pt modelId="{1860243D-44E9-4086-A56B-2B637F5EDBA3}" type="sibTrans" cxnId="{E054A601-FEA0-4402-9E6E-05A25D317B5E}">
      <dgm:prSet/>
      <dgm:spPr/>
      <dgm:t>
        <a:bodyPr/>
        <a:lstStyle/>
        <a:p>
          <a:endParaRPr lang="en-US"/>
        </a:p>
      </dgm:t>
    </dgm:pt>
    <dgm:pt modelId="{DAF6B464-9083-418C-B65F-7ED0EBD8D35D}">
      <dgm:prSet phldrT="[Text]" custT="1"/>
      <dgm:spPr>
        <a:solidFill>
          <a:schemeClr val="accent6">
            <a:lumMod val="75000"/>
            <a:alpha val="90000"/>
          </a:schemeClr>
        </a:solidFill>
      </dgm:spPr>
      <dgm:t>
        <a:bodyPr/>
        <a:lstStyle/>
        <a:p>
          <a:r>
            <a:rPr lang="en-US" sz="1400" b="1" i="0" dirty="0" err="1">
              <a:solidFill>
                <a:schemeClr val="tx1"/>
              </a:solidFill>
              <a:latin typeface="Arial" pitchFamily="34" charset="0"/>
              <a:cs typeface="Arial" pitchFamily="34" charset="0"/>
            </a:rPr>
            <a:t>Question_Response_vod</a:t>
          </a:r>
          <a:endParaRPr lang="en-US" sz="1400" b="1" dirty="0">
            <a:solidFill>
              <a:schemeClr val="tx1"/>
            </a:solidFill>
            <a:latin typeface="Arial" pitchFamily="34" charset="0"/>
            <a:cs typeface="Arial" pitchFamily="34" charset="0"/>
          </a:endParaRPr>
        </a:p>
      </dgm:t>
    </dgm:pt>
    <dgm:pt modelId="{47AF8C8D-F551-4BE2-9AE1-9F69CB9B5292}" type="parTrans" cxnId="{0392E8C3-7D93-4D5D-84F3-2826D43D6004}">
      <dgm:prSet/>
      <dgm:spPr/>
      <dgm:t>
        <a:bodyPr/>
        <a:lstStyle/>
        <a:p>
          <a:endParaRPr lang="en-US"/>
        </a:p>
      </dgm:t>
    </dgm:pt>
    <dgm:pt modelId="{CDB941E9-8D5D-4E69-8ED1-D398AF790E19}" type="sibTrans" cxnId="{0392E8C3-7D93-4D5D-84F3-2826D43D6004}">
      <dgm:prSet/>
      <dgm:spPr/>
      <dgm:t>
        <a:bodyPr/>
        <a:lstStyle/>
        <a:p>
          <a:endParaRPr lang="en-US"/>
        </a:p>
      </dgm:t>
    </dgm:pt>
    <dgm:pt modelId="{100FDAEF-C419-4106-B8BC-A2A0729FAA7E}">
      <dgm:prSet phldrT="[Text]" custT="1"/>
      <dgm:spPr>
        <a:solidFill>
          <a:schemeClr val="accent6">
            <a:lumMod val="75000"/>
            <a:alpha val="90000"/>
          </a:schemeClr>
        </a:solidFill>
      </dgm:spPr>
      <dgm:t>
        <a:bodyPr/>
        <a:lstStyle/>
        <a:p>
          <a:r>
            <a:rPr lang="en-US" sz="1400" b="1" i="0" dirty="0" err="1">
              <a:solidFill>
                <a:schemeClr val="tx1"/>
              </a:solidFill>
              <a:latin typeface="Arial" pitchFamily="34" charset="0"/>
              <a:cs typeface="Arial" pitchFamily="34" charset="0"/>
            </a:rPr>
            <a:t>Question_vod</a:t>
          </a:r>
          <a:endParaRPr lang="en-US" sz="1400" b="1" dirty="0">
            <a:solidFill>
              <a:schemeClr val="tx1"/>
            </a:solidFill>
            <a:latin typeface="Arial" pitchFamily="34" charset="0"/>
            <a:cs typeface="Arial" pitchFamily="34" charset="0"/>
          </a:endParaRPr>
        </a:p>
      </dgm:t>
    </dgm:pt>
    <dgm:pt modelId="{57B5EBDF-26E8-4C12-8A2D-D3DD30B2AD58}" type="parTrans" cxnId="{25CA5F5C-596C-4B88-8CEF-A246A5FB7EB9}">
      <dgm:prSet/>
      <dgm:spPr/>
      <dgm:t>
        <a:bodyPr/>
        <a:lstStyle/>
        <a:p>
          <a:endParaRPr lang="en-US"/>
        </a:p>
      </dgm:t>
    </dgm:pt>
    <dgm:pt modelId="{501DED04-8CBF-4153-B9DB-8219C7BEFDDF}" type="sibTrans" cxnId="{25CA5F5C-596C-4B88-8CEF-A246A5FB7EB9}">
      <dgm:prSet/>
      <dgm:spPr/>
      <dgm:t>
        <a:bodyPr/>
        <a:lstStyle/>
        <a:p>
          <a:endParaRPr lang="en-US"/>
        </a:p>
      </dgm:t>
    </dgm:pt>
    <dgm:pt modelId="{16534C7D-3567-4E9B-9217-4E39F941B97B}" type="pres">
      <dgm:prSet presAssocID="{7A28AA22-A3A6-4990-BFC0-4EA57811C981}" presName="hierChild1" presStyleCnt="0">
        <dgm:presLayoutVars>
          <dgm:chPref val="1"/>
          <dgm:dir/>
          <dgm:animOne val="branch"/>
          <dgm:animLvl val="lvl"/>
          <dgm:resizeHandles/>
        </dgm:presLayoutVars>
      </dgm:prSet>
      <dgm:spPr/>
    </dgm:pt>
    <dgm:pt modelId="{54AF1D19-CAF1-483D-9843-58C32F4D9646}" type="pres">
      <dgm:prSet presAssocID="{D18D289E-684B-447A-9170-BC13FD93A1E4}" presName="hierRoot1" presStyleCnt="0"/>
      <dgm:spPr/>
    </dgm:pt>
    <dgm:pt modelId="{D6F77C76-7B97-4887-86E5-B50C69E2AC88}" type="pres">
      <dgm:prSet presAssocID="{D18D289E-684B-447A-9170-BC13FD93A1E4}" presName="composite" presStyleCnt="0"/>
      <dgm:spPr/>
    </dgm:pt>
    <dgm:pt modelId="{F6408869-0756-4925-967E-73F6F005641B}" type="pres">
      <dgm:prSet presAssocID="{D18D289E-684B-447A-9170-BC13FD93A1E4}" presName="background" presStyleLbl="node0" presStyleIdx="0" presStyleCnt="1"/>
      <dgm:spPr/>
    </dgm:pt>
    <dgm:pt modelId="{AEDF78F8-EE99-4B7D-84AC-FB8B276FA1D3}" type="pres">
      <dgm:prSet presAssocID="{D18D289E-684B-447A-9170-BC13FD93A1E4}" presName="text" presStyleLbl="fgAcc0" presStyleIdx="0" presStyleCnt="1" custScaleX="153561" custLinFactNeighborX="0">
        <dgm:presLayoutVars>
          <dgm:chPref val="3"/>
        </dgm:presLayoutVars>
      </dgm:prSet>
      <dgm:spPr/>
    </dgm:pt>
    <dgm:pt modelId="{AAE5D432-3D9A-4235-94C4-40702ACA779A}" type="pres">
      <dgm:prSet presAssocID="{D18D289E-684B-447A-9170-BC13FD93A1E4}" presName="hierChild2" presStyleCnt="0"/>
      <dgm:spPr/>
    </dgm:pt>
    <dgm:pt modelId="{6F69AC64-85AE-4953-976D-76036FAABF22}" type="pres">
      <dgm:prSet presAssocID="{507E9EFB-1EFD-48C1-AC6A-40449FEF5125}" presName="Name10" presStyleLbl="parChTrans1D2" presStyleIdx="0" presStyleCnt="5"/>
      <dgm:spPr/>
    </dgm:pt>
    <dgm:pt modelId="{D1296C1F-7AB4-4E11-9731-252889B13270}" type="pres">
      <dgm:prSet presAssocID="{A11CCF2D-F8ED-4633-A170-33D5F182AC30}" presName="hierRoot2" presStyleCnt="0"/>
      <dgm:spPr/>
    </dgm:pt>
    <dgm:pt modelId="{C118CD62-16E3-4DAC-8026-DC1A144A124B}" type="pres">
      <dgm:prSet presAssocID="{A11CCF2D-F8ED-4633-A170-33D5F182AC30}" presName="composite2" presStyleCnt="0"/>
      <dgm:spPr/>
    </dgm:pt>
    <dgm:pt modelId="{21CBD517-0BA6-499E-AC48-BF03716D57C5}" type="pres">
      <dgm:prSet presAssocID="{A11CCF2D-F8ED-4633-A170-33D5F182AC30}" presName="background2" presStyleLbl="node2" presStyleIdx="0" presStyleCnt="5"/>
      <dgm:spPr/>
    </dgm:pt>
    <dgm:pt modelId="{D589D869-FD0C-469A-89FD-F3C21BB8864E}" type="pres">
      <dgm:prSet presAssocID="{A11CCF2D-F8ED-4633-A170-33D5F182AC30}" presName="text2" presStyleLbl="fgAcc2" presStyleIdx="0" presStyleCnt="5" custScaleX="161051">
        <dgm:presLayoutVars>
          <dgm:chPref val="3"/>
        </dgm:presLayoutVars>
      </dgm:prSet>
      <dgm:spPr/>
    </dgm:pt>
    <dgm:pt modelId="{FD6A9B08-2E5A-4B67-8EC4-42A27A1A8664}" type="pres">
      <dgm:prSet presAssocID="{A11CCF2D-F8ED-4633-A170-33D5F182AC30}" presName="hierChild3" presStyleCnt="0"/>
      <dgm:spPr/>
    </dgm:pt>
    <dgm:pt modelId="{B000D3BE-8905-4213-8157-8646682044F8}" type="pres">
      <dgm:prSet presAssocID="{784272F8-5C76-492E-8BEE-1AC07F2A6314}" presName="Name10" presStyleLbl="parChTrans1D2" presStyleIdx="1" presStyleCnt="5"/>
      <dgm:spPr/>
    </dgm:pt>
    <dgm:pt modelId="{DAE759FC-30FE-4716-B695-50A9A3CFC9B1}" type="pres">
      <dgm:prSet presAssocID="{F4AA6874-CD90-4A6C-B8DB-FBC0FAEBE2B4}" presName="hierRoot2" presStyleCnt="0"/>
      <dgm:spPr/>
    </dgm:pt>
    <dgm:pt modelId="{FC4693A4-C34C-4AD7-AF58-89217F30CA77}" type="pres">
      <dgm:prSet presAssocID="{F4AA6874-CD90-4A6C-B8DB-FBC0FAEBE2B4}" presName="composite2" presStyleCnt="0"/>
      <dgm:spPr/>
    </dgm:pt>
    <dgm:pt modelId="{A4AAEB38-0298-4A43-BFB8-0D296BFC3C90}" type="pres">
      <dgm:prSet presAssocID="{F4AA6874-CD90-4A6C-B8DB-FBC0FAEBE2B4}" presName="background2" presStyleLbl="node2" presStyleIdx="1" presStyleCnt="5"/>
      <dgm:spPr/>
    </dgm:pt>
    <dgm:pt modelId="{BAC8D9F1-4405-4034-AC2B-E771281EE402}" type="pres">
      <dgm:prSet presAssocID="{F4AA6874-CD90-4A6C-B8DB-FBC0FAEBE2B4}" presName="text2" presStyleLbl="fgAcc2" presStyleIdx="1" presStyleCnt="5" custScaleX="161051">
        <dgm:presLayoutVars>
          <dgm:chPref val="3"/>
        </dgm:presLayoutVars>
      </dgm:prSet>
      <dgm:spPr/>
    </dgm:pt>
    <dgm:pt modelId="{8BFEE924-F8DE-4A3C-BCDE-59FC6C538F50}" type="pres">
      <dgm:prSet presAssocID="{F4AA6874-CD90-4A6C-B8DB-FBC0FAEBE2B4}" presName="hierChild3" presStyleCnt="0"/>
      <dgm:spPr/>
    </dgm:pt>
    <dgm:pt modelId="{7CCBC786-0073-447C-B271-5E024843A89E}" type="pres">
      <dgm:prSet presAssocID="{90C1E49F-D127-4473-9C00-8EF46DE05ADA}" presName="Name10" presStyleLbl="parChTrans1D2" presStyleIdx="2" presStyleCnt="5"/>
      <dgm:spPr/>
    </dgm:pt>
    <dgm:pt modelId="{EC03FD0C-93EC-4E4F-851E-11C51D5E1226}" type="pres">
      <dgm:prSet presAssocID="{AF590F75-B7B6-46CA-B636-0ECA733B508A}" presName="hierRoot2" presStyleCnt="0"/>
      <dgm:spPr/>
    </dgm:pt>
    <dgm:pt modelId="{D53FD0E1-FAD5-42F0-8DFD-E03F0E599301}" type="pres">
      <dgm:prSet presAssocID="{AF590F75-B7B6-46CA-B636-0ECA733B508A}" presName="composite2" presStyleCnt="0"/>
      <dgm:spPr/>
    </dgm:pt>
    <dgm:pt modelId="{A3B693E1-ACE3-40E0-A7D0-62EA40D3922D}" type="pres">
      <dgm:prSet presAssocID="{AF590F75-B7B6-46CA-B636-0ECA733B508A}" presName="background2" presStyleLbl="node2" presStyleIdx="2" presStyleCnt="5"/>
      <dgm:spPr/>
    </dgm:pt>
    <dgm:pt modelId="{1175688E-DA41-4AED-B3FF-8F1D16284E4A}" type="pres">
      <dgm:prSet presAssocID="{AF590F75-B7B6-46CA-B636-0ECA733B508A}" presName="text2" presStyleLbl="fgAcc2" presStyleIdx="2" presStyleCnt="5" custScaleX="161051">
        <dgm:presLayoutVars>
          <dgm:chPref val="3"/>
        </dgm:presLayoutVars>
      </dgm:prSet>
      <dgm:spPr/>
    </dgm:pt>
    <dgm:pt modelId="{18423CBC-C0F8-401B-B7F3-72676937A42B}" type="pres">
      <dgm:prSet presAssocID="{AF590F75-B7B6-46CA-B636-0ECA733B508A}" presName="hierChild3" presStyleCnt="0"/>
      <dgm:spPr/>
    </dgm:pt>
    <dgm:pt modelId="{E2725CEC-ADA7-4362-9BC0-2390939C892E}" type="pres">
      <dgm:prSet presAssocID="{47AF8C8D-F551-4BE2-9AE1-9F69CB9B5292}" presName="Name10" presStyleLbl="parChTrans1D2" presStyleIdx="3" presStyleCnt="5"/>
      <dgm:spPr/>
    </dgm:pt>
    <dgm:pt modelId="{D24D17A6-6CDA-43F0-8B8C-283CA30BE7F5}" type="pres">
      <dgm:prSet presAssocID="{DAF6B464-9083-418C-B65F-7ED0EBD8D35D}" presName="hierRoot2" presStyleCnt="0"/>
      <dgm:spPr/>
    </dgm:pt>
    <dgm:pt modelId="{94B6751A-CA2F-42AD-AB02-5AE95B847C1B}" type="pres">
      <dgm:prSet presAssocID="{DAF6B464-9083-418C-B65F-7ED0EBD8D35D}" presName="composite2" presStyleCnt="0"/>
      <dgm:spPr/>
    </dgm:pt>
    <dgm:pt modelId="{CFF280D0-6806-4E42-B797-B04798ECFC3F}" type="pres">
      <dgm:prSet presAssocID="{DAF6B464-9083-418C-B65F-7ED0EBD8D35D}" presName="background2" presStyleLbl="node2" presStyleIdx="3" presStyleCnt="5"/>
      <dgm:spPr/>
    </dgm:pt>
    <dgm:pt modelId="{6DBD4FD5-9EBC-40AC-8314-F2F19D005655}" type="pres">
      <dgm:prSet presAssocID="{DAF6B464-9083-418C-B65F-7ED0EBD8D35D}" presName="text2" presStyleLbl="fgAcc2" presStyleIdx="3" presStyleCnt="5" custScaleX="161051" custLinFactNeighborX="1573" custLinFactNeighborY="-1239">
        <dgm:presLayoutVars>
          <dgm:chPref val="3"/>
        </dgm:presLayoutVars>
      </dgm:prSet>
      <dgm:spPr/>
    </dgm:pt>
    <dgm:pt modelId="{8BF21F87-FFC0-4A17-9D59-FDC879CEDB1E}" type="pres">
      <dgm:prSet presAssocID="{DAF6B464-9083-418C-B65F-7ED0EBD8D35D}" presName="hierChild3" presStyleCnt="0"/>
      <dgm:spPr/>
    </dgm:pt>
    <dgm:pt modelId="{F1E2B6BD-B32D-4F95-8039-66AAF76029AE}" type="pres">
      <dgm:prSet presAssocID="{57B5EBDF-26E8-4C12-8A2D-D3DD30B2AD58}" presName="Name10" presStyleLbl="parChTrans1D2" presStyleIdx="4" presStyleCnt="5"/>
      <dgm:spPr/>
    </dgm:pt>
    <dgm:pt modelId="{765C9DAF-0581-4EF0-A4B3-A05A68862B6D}" type="pres">
      <dgm:prSet presAssocID="{100FDAEF-C419-4106-B8BC-A2A0729FAA7E}" presName="hierRoot2" presStyleCnt="0"/>
      <dgm:spPr/>
    </dgm:pt>
    <dgm:pt modelId="{487CDE82-6945-4F58-A82E-BC882CF57926}" type="pres">
      <dgm:prSet presAssocID="{100FDAEF-C419-4106-B8BC-A2A0729FAA7E}" presName="composite2" presStyleCnt="0"/>
      <dgm:spPr/>
    </dgm:pt>
    <dgm:pt modelId="{EB284264-B0C9-41DE-A929-B61B4594B334}" type="pres">
      <dgm:prSet presAssocID="{100FDAEF-C419-4106-B8BC-A2A0729FAA7E}" presName="background2" presStyleLbl="node2" presStyleIdx="4" presStyleCnt="5"/>
      <dgm:spPr/>
    </dgm:pt>
    <dgm:pt modelId="{5A9F3029-03E6-4EBE-920F-50A37E064F03}" type="pres">
      <dgm:prSet presAssocID="{100FDAEF-C419-4106-B8BC-A2A0729FAA7E}" presName="text2" presStyleLbl="fgAcc2" presStyleIdx="4" presStyleCnt="5" custScaleX="161051" custLinFactNeighborX="1573" custLinFactNeighborY="-1239">
        <dgm:presLayoutVars>
          <dgm:chPref val="3"/>
        </dgm:presLayoutVars>
      </dgm:prSet>
      <dgm:spPr/>
    </dgm:pt>
    <dgm:pt modelId="{4D319127-1EC4-4C79-9EEF-1FAE843C0E71}" type="pres">
      <dgm:prSet presAssocID="{100FDAEF-C419-4106-B8BC-A2A0729FAA7E}" presName="hierChild3" presStyleCnt="0"/>
      <dgm:spPr/>
    </dgm:pt>
  </dgm:ptLst>
  <dgm:cxnLst>
    <dgm:cxn modelId="{E054A601-FEA0-4402-9E6E-05A25D317B5E}" srcId="{D18D289E-684B-447A-9170-BC13FD93A1E4}" destId="{AF590F75-B7B6-46CA-B636-0ECA733B508A}" srcOrd="2" destOrd="0" parTransId="{90C1E49F-D127-4473-9C00-8EF46DE05ADA}" sibTransId="{1860243D-44E9-4086-A56B-2B637F5EDBA3}"/>
    <dgm:cxn modelId="{C6322102-F411-4501-B78F-4549C0078EA3}" type="presOf" srcId="{F4AA6874-CD90-4A6C-B8DB-FBC0FAEBE2B4}" destId="{BAC8D9F1-4405-4034-AC2B-E771281EE402}" srcOrd="0" destOrd="0" presId="urn:microsoft.com/office/officeart/2005/8/layout/hierarchy1"/>
    <dgm:cxn modelId="{D406C804-0299-4851-9B8B-2C000A89655B}" type="presOf" srcId="{90C1E49F-D127-4473-9C00-8EF46DE05ADA}" destId="{7CCBC786-0073-447C-B271-5E024843A89E}" srcOrd="0" destOrd="0" presId="urn:microsoft.com/office/officeart/2005/8/layout/hierarchy1"/>
    <dgm:cxn modelId="{EF1DE809-8E57-42F0-A056-49F5011ACFFA}" type="presOf" srcId="{DAF6B464-9083-418C-B65F-7ED0EBD8D35D}" destId="{6DBD4FD5-9EBC-40AC-8314-F2F19D005655}" srcOrd="0" destOrd="0" presId="urn:microsoft.com/office/officeart/2005/8/layout/hierarchy1"/>
    <dgm:cxn modelId="{08FD6826-51EA-40C4-9CB0-31720C78E935}" srcId="{D18D289E-684B-447A-9170-BC13FD93A1E4}" destId="{F4AA6874-CD90-4A6C-B8DB-FBC0FAEBE2B4}" srcOrd="1" destOrd="0" parTransId="{784272F8-5C76-492E-8BEE-1AC07F2A6314}" sibTransId="{4F433E13-03A2-4F99-88BB-877295D8B121}"/>
    <dgm:cxn modelId="{25CA5F5C-596C-4B88-8CEF-A246A5FB7EB9}" srcId="{D18D289E-684B-447A-9170-BC13FD93A1E4}" destId="{100FDAEF-C419-4106-B8BC-A2A0729FAA7E}" srcOrd="4" destOrd="0" parTransId="{57B5EBDF-26E8-4C12-8A2D-D3DD30B2AD58}" sibTransId="{501DED04-8CBF-4153-B9DB-8219C7BEFDDF}"/>
    <dgm:cxn modelId="{147BD566-11EC-4BA2-A7ED-B2E34E85353C}" type="presOf" srcId="{100FDAEF-C419-4106-B8BC-A2A0729FAA7E}" destId="{5A9F3029-03E6-4EBE-920F-50A37E064F03}" srcOrd="0" destOrd="0" presId="urn:microsoft.com/office/officeart/2005/8/layout/hierarchy1"/>
    <dgm:cxn modelId="{ACE44082-18FC-4CBA-803A-1954AADBDF8B}" type="presOf" srcId="{7A28AA22-A3A6-4990-BFC0-4EA57811C981}" destId="{16534C7D-3567-4E9B-9217-4E39F941B97B}" srcOrd="0" destOrd="0" presId="urn:microsoft.com/office/officeart/2005/8/layout/hierarchy1"/>
    <dgm:cxn modelId="{4B3EC5B2-DB83-437B-B091-82DD57C7EE2D}" type="presOf" srcId="{AF590F75-B7B6-46CA-B636-0ECA733B508A}" destId="{1175688E-DA41-4AED-B3FF-8F1D16284E4A}" srcOrd="0" destOrd="0" presId="urn:microsoft.com/office/officeart/2005/8/layout/hierarchy1"/>
    <dgm:cxn modelId="{94D4D6B2-DB51-4619-9AD7-5B2B64E70D46}" type="presOf" srcId="{507E9EFB-1EFD-48C1-AC6A-40449FEF5125}" destId="{6F69AC64-85AE-4953-976D-76036FAABF22}" srcOrd="0" destOrd="0" presId="urn:microsoft.com/office/officeart/2005/8/layout/hierarchy1"/>
    <dgm:cxn modelId="{9C78D2B4-B061-41BD-B96A-FBEE727B8799}" type="presOf" srcId="{47AF8C8D-F551-4BE2-9AE1-9F69CB9B5292}" destId="{E2725CEC-ADA7-4362-9BC0-2390939C892E}" srcOrd="0" destOrd="0" presId="urn:microsoft.com/office/officeart/2005/8/layout/hierarchy1"/>
    <dgm:cxn modelId="{81AC23B8-9C15-41B2-A33A-3020FEBB57A9}" type="presOf" srcId="{A11CCF2D-F8ED-4633-A170-33D5F182AC30}" destId="{D589D869-FD0C-469A-89FD-F3C21BB8864E}" srcOrd="0" destOrd="0" presId="urn:microsoft.com/office/officeart/2005/8/layout/hierarchy1"/>
    <dgm:cxn modelId="{A042DBBA-F46F-4407-A82C-C78106881AC6}" srcId="{7A28AA22-A3A6-4990-BFC0-4EA57811C981}" destId="{D18D289E-684B-447A-9170-BC13FD93A1E4}" srcOrd="0" destOrd="0" parTransId="{7F9B23CC-1B44-48A6-B5F8-F71AC351FF83}" sibTransId="{7347C70D-3607-4051-AE22-5F725A284CD8}"/>
    <dgm:cxn modelId="{C66BE7BB-38AD-4161-85E8-D7EF3B4B84CE}" srcId="{D18D289E-684B-447A-9170-BC13FD93A1E4}" destId="{A11CCF2D-F8ED-4633-A170-33D5F182AC30}" srcOrd="0" destOrd="0" parTransId="{507E9EFB-1EFD-48C1-AC6A-40449FEF5125}" sibTransId="{63B72908-4F27-4EFD-9E4C-39A784ABC4F3}"/>
    <dgm:cxn modelId="{0392E8C3-7D93-4D5D-84F3-2826D43D6004}" srcId="{D18D289E-684B-447A-9170-BC13FD93A1E4}" destId="{DAF6B464-9083-418C-B65F-7ED0EBD8D35D}" srcOrd="3" destOrd="0" parTransId="{47AF8C8D-F551-4BE2-9AE1-9F69CB9B5292}" sibTransId="{CDB941E9-8D5D-4E69-8ED1-D398AF790E19}"/>
    <dgm:cxn modelId="{A83BAFCC-4879-48A1-A9B0-B4772E79009D}" type="presOf" srcId="{D18D289E-684B-447A-9170-BC13FD93A1E4}" destId="{AEDF78F8-EE99-4B7D-84AC-FB8B276FA1D3}" srcOrd="0" destOrd="0" presId="urn:microsoft.com/office/officeart/2005/8/layout/hierarchy1"/>
    <dgm:cxn modelId="{3E3B89D2-124F-4D26-9AC7-80A72F279874}" type="presOf" srcId="{57B5EBDF-26E8-4C12-8A2D-D3DD30B2AD58}" destId="{F1E2B6BD-B32D-4F95-8039-66AAF76029AE}" srcOrd="0" destOrd="0" presId="urn:microsoft.com/office/officeart/2005/8/layout/hierarchy1"/>
    <dgm:cxn modelId="{DBD9BCF6-4CAA-49F3-A736-8C6AAE5D916E}" type="presOf" srcId="{784272F8-5C76-492E-8BEE-1AC07F2A6314}" destId="{B000D3BE-8905-4213-8157-8646682044F8}" srcOrd="0" destOrd="0" presId="urn:microsoft.com/office/officeart/2005/8/layout/hierarchy1"/>
    <dgm:cxn modelId="{45C48250-43C3-4E5A-85A7-514119304572}" type="presParOf" srcId="{16534C7D-3567-4E9B-9217-4E39F941B97B}" destId="{54AF1D19-CAF1-483D-9843-58C32F4D9646}" srcOrd="0" destOrd="0" presId="urn:microsoft.com/office/officeart/2005/8/layout/hierarchy1"/>
    <dgm:cxn modelId="{AF98AAAE-F777-42DD-B975-E5641EC96476}" type="presParOf" srcId="{54AF1D19-CAF1-483D-9843-58C32F4D9646}" destId="{D6F77C76-7B97-4887-86E5-B50C69E2AC88}" srcOrd="0" destOrd="0" presId="urn:microsoft.com/office/officeart/2005/8/layout/hierarchy1"/>
    <dgm:cxn modelId="{FF0FFD24-4569-46AC-80F4-369E18DDFA87}" type="presParOf" srcId="{D6F77C76-7B97-4887-86E5-B50C69E2AC88}" destId="{F6408869-0756-4925-967E-73F6F005641B}" srcOrd="0" destOrd="0" presId="urn:microsoft.com/office/officeart/2005/8/layout/hierarchy1"/>
    <dgm:cxn modelId="{5308BD8C-7DE3-44C6-A13B-28309AA8888D}" type="presParOf" srcId="{D6F77C76-7B97-4887-86E5-B50C69E2AC88}" destId="{AEDF78F8-EE99-4B7D-84AC-FB8B276FA1D3}" srcOrd="1" destOrd="0" presId="urn:microsoft.com/office/officeart/2005/8/layout/hierarchy1"/>
    <dgm:cxn modelId="{33F6A239-DF37-4764-8B94-02F5A976683D}" type="presParOf" srcId="{54AF1D19-CAF1-483D-9843-58C32F4D9646}" destId="{AAE5D432-3D9A-4235-94C4-40702ACA779A}" srcOrd="1" destOrd="0" presId="urn:microsoft.com/office/officeart/2005/8/layout/hierarchy1"/>
    <dgm:cxn modelId="{1EA33E20-7E2B-4D6F-9EBC-F2E72451534E}" type="presParOf" srcId="{AAE5D432-3D9A-4235-94C4-40702ACA779A}" destId="{6F69AC64-85AE-4953-976D-76036FAABF22}" srcOrd="0" destOrd="0" presId="urn:microsoft.com/office/officeart/2005/8/layout/hierarchy1"/>
    <dgm:cxn modelId="{EC4C38E8-B6B3-40CA-9DF1-DD6D7799185A}" type="presParOf" srcId="{AAE5D432-3D9A-4235-94C4-40702ACA779A}" destId="{D1296C1F-7AB4-4E11-9731-252889B13270}" srcOrd="1" destOrd="0" presId="urn:microsoft.com/office/officeart/2005/8/layout/hierarchy1"/>
    <dgm:cxn modelId="{9607DCA6-722C-4819-B2D0-7546D4DD8A81}" type="presParOf" srcId="{D1296C1F-7AB4-4E11-9731-252889B13270}" destId="{C118CD62-16E3-4DAC-8026-DC1A144A124B}" srcOrd="0" destOrd="0" presId="urn:microsoft.com/office/officeart/2005/8/layout/hierarchy1"/>
    <dgm:cxn modelId="{543A8C57-3CC4-4ADE-87E7-CADE31531F42}" type="presParOf" srcId="{C118CD62-16E3-4DAC-8026-DC1A144A124B}" destId="{21CBD517-0BA6-499E-AC48-BF03716D57C5}" srcOrd="0" destOrd="0" presId="urn:microsoft.com/office/officeart/2005/8/layout/hierarchy1"/>
    <dgm:cxn modelId="{DBF75E17-F85B-4F6A-BD77-4D84A33E9E1E}" type="presParOf" srcId="{C118CD62-16E3-4DAC-8026-DC1A144A124B}" destId="{D589D869-FD0C-469A-89FD-F3C21BB8864E}" srcOrd="1" destOrd="0" presId="urn:microsoft.com/office/officeart/2005/8/layout/hierarchy1"/>
    <dgm:cxn modelId="{5D8B2E8C-1304-4CEE-8907-99C92DDB1A09}" type="presParOf" srcId="{D1296C1F-7AB4-4E11-9731-252889B13270}" destId="{FD6A9B08-2E5A-4B67-8EC4-42A27A1A8664}" srcOrd="1" destOrd="0" presId="urn:microsoft.com/office/officeart/2005/8/layout/hierarchy1"/>
    <dgm:cxn modelId="{7DAC35F0-0C84-40B4-8FC9-F9CA0CAE32EB}" type="presParOf" srcId="{AAE5D432-3D9A-4235-94C4-40702ACA779A}" destId="{B000D3BE-8905-4213-8157-8646682044F8}" srcOrd="2" destOrd="0" presId="urn:microsoft.com/office/officeart/2005/8/layout/hierarchy1"/>
    <dgm:cxn modelId="{B228DA1A-FF7B-4EB8-AD80-8DD5F4313AE6}" type="presParOf" srcId="{AAE5D432-3D9A-4235-94C4-40702ACA779A}" destId="{DAE759FC-30FE-4716-B695-50A9A3CFC9B1}" srcOrd="3" destOrd="0" presId="urn:microsoft.com/office/officeart/2005/8/layout/hierarchy1"/>
    <dgm:cxn modelId="{7646DCC8-043D-44BC-89EA-76F72E4711AB}" type="presParOf" srcId="{DAE759FC-30FE-4716-B695-50A9A3CFC9B1}" destId="{FC4693A4-C34C-4AD7-AF58-89217F30CA77}" srcOrd="0" destOrd="0" presId="urn:microsoft.com/office/officeart/2005/8/layout/hierarchy1"/>
    <dgm:cxn modelId="{609289FE-ADF1-4327-8A4B-9F727E622799}" type="presParOf" srcId="{FC4693A4-C34C-4AD7-AF58-89217F30CA77}" destId="{A4AAEB38-0298-4A43-BFB8-0D296BFC3C90}" srcOrd="0" destOrd="0" presId="urn:microsoft.com/office/officeart/2005/8/layout/hierarchy1"/>
    <dgm:cxn modelId="{300B4547-3692-4040-A2A8-A6FA936BA588}" type="presParOf" srcId="{FC4693A4-C34C-4AD7-AF58-89217F30CA77}" destId="{BAC8D9F1-4405-4034-AC2B-E771281EE402}" srcOrd="1" destOrd="0" presId="urn:microsoft.com/office/officeart/2005/8/layout/hierarchy1"/>
    <dgm:cxn modelId="{5F8C0B45-874A-4D09-915B-7E28AC0D876E}" type="presParOf" srcId="{DAE759FC-30FE-4716-B695-50A9A3CFC9B1}" destId="{8BFEE924-F8DE-4A3C-BCDE-59FC6C538F50}" srcOrd="1" destOrd="0" presId="urn:microsoft.com/office/officeart/2005/8/layout/hierarchy1"/>
    <dgm:cxn modelId="{F4F31F02-178A-4C9E-95B1-E2DDE88DAAFF}" type="presParOf" srcId="{AAE5D432-3D9A-4235-94C4-40702ACA779A}" destId="{7CCBC786-0073-447C-B271-5E024843A89E}" srcOrd="4" destOrd="0" presId="urn:microsoft.com/office/officeart/2005/8/layout/hierarchy1"/>
    <dgm:cxn modelId="{B1074E66-6A4F-47D2-A35D-1A4836F2DCF1}" type="presParOf" srcId="{AAE5D432-3D9A-4235-94C4-40702ACA779A}" destId="{EC03FD0C-93EC-4E4F-851E-11C51D5E1226}" srcOrd="5" destOrd="0" presId="urn:microsoft.com/office/officeart/2005/8/layout/hierarchy1"/>
    <dgm:cxn modelId="{0D0F4DE0-9CC1-4664-A3CC-A28D06BEB7DF}" type="presParOf" srcId="{EC03FD0C-93EC-4E4F-851E-11C51D5E1226}" destId="{D53FD0E1-FAD5-42F0-8DFD-E03F0E599301}" srcOrd="0" destOrd="0" presId="urn:microsoft.com/office/officeart/2005/8/layout/hierarchy1"/>
    <dgm:cxn modelId="{8F3CE061-64ED-437B-BDBE-07418C0D551A}" type="presParOf" srcId="{D53FD0E1-FAD5-42F0-8DFD-E03F0E599301}" destId="{A3B693E1-ACE3-40E0-A7D0-62EA40D3922D}" srcOrd="0" destOrd="0" presId="urn:microsoft.com/office/officeart/2005/8/layout/hierarchy1"/>
    <dgm:cxn modelId="{E9671389-B2F5-4709-9F91-E4D40515289F}" type="presParOf" srcId="{D53FD0E1-FAD5-42F0-8DFD-E03F0E599301}" destId="{1175688E-DA41-4AED-B3FF-8F1D16284E4A}" srcOrd="1" destOrd="0" presId="urn:microsoft.com/office/officeart/2005/8/layout/hierarchy1"/>
    <dgm:cxn modelId="{7ACAB8CD-987B-43C1-A190-E059D89CE3D1}" type="presParOf" srcId="{EC03FD0C-93EC-4E4F-851E-11C51D5E1226}" destId="{18423CBC-C0F8-401B-B7F3-72676937A42B}" srcOrd="1" destOrd="0" presId="urn:microsoft.com/office/officeart/2005/8/layout/hierarchy1"/>
    <dgm:cxn modelId="{286556CD-DA83-413C-8972-284D6636F33D}" type="presParOf" srcId="{AAE5D432-3D9A-4235-94C4-40702ACA779A}" destId="{E2725CEC-ADA7-4362-9BC0-2390939C892E}" srcOrd="6" destOrd="0" presId="urn:microsoft.com/office/officeart/2005/8/layout/hierarchy1"/>
    <dgm:cxn modelId="{56D71B15-69EF-4DBC-BC99-C0579D759968}" type="presParOf" srcId="{AAE5D432-3D9A-4235-94C4-40702ACA779A}" destId="{D24D17A6-6CDA-43F0-8B8C-283CA30BE7F5}" srcOrd="7" destOrd="0" presId="urn:microsoft.com/office/officeart/2005/8/layout/hierarchy1"/>
    <dgm:cxn modelId="{90D19696-9555-4BD5-AA99-E56074CBBFCF}" type="presParOf" srcId="{D24D17A6-6CDA-43F0-8B8C-283CA30BE7F5}" destId="{94B6751A-CA2F-42AD-AB02-5AE95B847C1B}" srcOrd="0" destOrd="0" presId="urn:microsoft.com/office/officeart/2005/8/layout/hierarchy1"/>
    <dgm:cxn modelId="{A48FB3FA-1796-4770-B460-C8872708C602}" type="presParOf" srcId="{94B6751A-CA2F-42AD-AB02-5AE95B847C1B}" destId="{CFF280D0-6806-4E42-B797-B04798ECFC3F}" srcOrd="0" destOrd="0" presId="urn:microsoft.com/office/officeart/2005/8/layout/hierarchy1"/>
    <dgm:cxn modelId="{E117C199-749F-46F5-B9D1-E3A5BBD3139E}" type="presParOf" srcId="{94B6751A-CA2F-42AD-AB02-5AE95B847C1B}" destId="{6DBD4FD5-9EBC-40AC-8314-F2F19D005655}" srcOrd="1" destOrd="0" presId="urn:microsoft.com/office/officeart/2005/8/layout/hierarchy1"/>
    <dgm:cxn modelId="{4FCC20CF-8944-4D35-83A1-2B202F48223E}" type="presParOf" srcId="{D24D17A6-6CDA-43F0-8B8C-283CA30BE7F5}" destId="{8BF21F87-FFC0-4A17-9D59-FDC879CEDB1E}" srcOrd="1" destOrd="0" presId="urn:microsoft.com/office/officeart/2005/8/layout/hierarchy1"/>
    <dgm:cxn modelId="{FCC9A3AB-AB7E-4147-B34A-869C0FF9717E}" type="presParOf" srcId="{AAE5D432-3D9A-4235-94C4-40702ACA779A}" destId="{F1E2B6BD-B32D-4F95-8039-66AAF76029AE}" srcOrd="8" destOrd="0" presId="urn:microsoft.com/office/officeart/2005/8/layout/hierarchy1"/>
    <dgm:cxn modelId="{9B49E687-0C46-4C0C-8D6B-056E5EF01E59}" type="presParOf" srcId="{AAE5D432-3D9A-4235-94C4-40702ACA779A}" destId="{765C9DAF-0581-4EF0-A4B3-A05A68862B6D}" srcOrd="9" destOrd="0" presId="urn:microsoft.com/office/officeart/2005/8/layout/hierarchy1"/>
    <dgm:cxn modelId="{D0123595-CE29-41F7-99AE-666F846A5CCC}" type="presParOf" srcId="{765C9DAF-0581-4EF0-A4B3-A05A68862B6D}" destId="{487CDE82-6945-4F58-A82E-BC882CF57926}" srcOrd="0" destOrd="0" presId="urn:microsoft.com/office/officeart/2005/8/layout/hierarchy1"/>
    <dgm:cxn modelId="{9C505904-D55B-4617-8CF1-8487888C9CAB}" type="presParOf" srcId="{487CDE82-6945-4F58-A82E-BC882CF57926}" destId="{EB284264-B0C9-41DE-A929-B61B4594B334}" srcOrd="0" destOrd="0" presId="urn:microsoft.com/office/officeart/2005/8/layout/hierarchy1"/>
    <dgm:cxn modelId="{1CF30B81-003D-4309-A1F3-5C3A45167C7C}" type="presParOf" srcId="{487CDE82-6945-4F58-A82E-BC882CF57926}" destId="{5A9F3029-03E6-4EBE-920F-50A37E064F03}" srcOrd="1" destOrd="0" presId="urn:microsoft.com/office/officeart/2005/8/layout/hierarchy1"/>
    <dgm:cxn modelId="{A3DA6B8C-8DAF-49A0-80C6-2D62254411F5}" type="presParOf" srcId="{765C9DAF-0581-4EF0-A4B3-A05A68862B6D}" destId="{4D319127-1EC4-4C79-9EEF-1FAE843C0E7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i="0" dirty="0">
              <a:solidFill>
                <a:schemeClr val="bg1"/>
              </a:solidFill>
              <a:latin typeface="Arial" panose="020B0604020202020204" pitchFamily="34" charset="0"/>
              <a:cs typeface="Arial" panose="020B0604020202020204" pitchFamily="34" charset="0"/>
            </a:rPr>
            <a:t>1. Which is true in terms of one-time survey?</a:t>
          </a:r>
        </a:p>
        <a:p>
          <a:r>
            <a:rPr lang="en-US" sz="1800" i="0" dirty="0">
              <a:solidFill>
                <a:schemeClr val="bg1"/>
              </a:solidFill>
              <a:latin typeface="Arial" panose="020B0604020202020204" pitchFamily="34" charset="0"/>
              <a:cs typeface="Arial" panose="020B0604020202020204" pitchFamily="34" charset="0"/>
            </a:rPr>
            <a:t>Statement 1: One-time Survey can be created once on one account by one user</a:t>
          </a:r>
        </a:p>
        <a:p>
          <a:r>
            <a:rPr lang="en-US" sz="1800" i="0" dirty="0">
              <a:solidFill>
                <a:schemeClr val="bg1"/>
              </a:solidFill>
              <a:latin typeface="Arial" panose="020B0604020202020204" pitchFamily="34" charset="0"/>
              <a:cs typeface="Arial" panose="020B0604020202020204" pitchFamily="34" charset="0"/>
            </a:rPr>
            <a:t>Statement 2: One-time Survey can be created once on one account by multiple user</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Statement 1</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5F815CC3-2C8C-4FF2-B85B-37FB37617C9A}">
      <dgm:prSet custT="1"/>
      <dgm:spPr/>
      <dgm:t>
        <a:bodyPr/>
        <a:lstStyle/>
        <a:p>
          <a:r>
            <a:rPr lang="en-US" sz="1800">
              <a:solidFill>
                <a:schemeClr val="tx1"/>
              </a:solidFill>
              <a:latin typeface="Arial" panose="020B0604020202020204" pitchFamily="34" charset="0"/>
              <a:cs typeface="Arial" panose="020B0604020202020204" pitchFamily="34" charset="0"/>
            </a:rPr>
            <a:t>Statement 2</a:t>
          </a:r>
          <a:endParaRPr lang="en-US" sz="1800" dirty="0">
            <a:solidFill>
              <a:schemeClr val="tx1"/>
            </a:solidFill>
            <a:latin typeface="Arial" panose="020B0604020202020204" pitchFamily="34" charset="0"/>
            <a:cs typeface="Arial" panose="020B0604020202020204" pitchFamily="34" charset="0"/>
          </a:endParaRPr>
        </a:p>
      </dgm:t>
    </dgm:pt>
    <dgm:pt modelId="{0570FA28-B3A9-4573-8337-9CEEAE327D7A}" type="parTrans" cxnId="{F668107D-3BAC-461A-B2E6-D92486BE8785}">
      <dgm:prSet/>
      <dgm:spPr/>
      <dgm:t>
        <a:bodyPr/>
        <a:lstStyle/>
        <a:p>
          <a:endParaRPr lang="en-US"/>
        </a:p>
      </dgm:t>
    </dgm:pt>
    <dgm:pt modelId="{63E5EAD1-632F-4467-8CC1-CD31A4A5295B}" type="sibTrans" cxnId="{F668107D-3BAC-461A-B2E6-D92486BE8785}">
      <dgm:prSet/>
      <dgm:spPr/>
      <dgm:t>
        <a:bodyPr/>
        <a:lstStyle/>
        <a:p>
          <a:endParaRPr lang="en-US"/>
        </a:p>
      </dgm:t>
    </dgm:pt>
    <dgm:pt modelId="{01FD22FE-F763-40DD-9844-0B19ACB47BC5}">
      <dgm:prSet custT="1"/>
      <dgm:spPr/>
      <dgm:t>
        <a:bodyPr/>
        <a:lstStyle/>
        <a:p>
          <a:r>
            <a:rPr lang="en-US" sz="1800" dirty="0">
              <a:solidFill>
                <a:schemeClr val="tx1"/>
              </a:solidFill>
              <a:latin typeface="Arial" panose="020B0604020202020204" pitchFamily="34" charset="0"/>
              <a:cs typeface="Arial" panose="020B0604020202020204" pitchFamily="34" charset="0"/>
            </a:rPr>
            <a:t>Statement 1 and 2</a:t>
          </a:r>
        </a:p>
      </dgm:t>
    </dgm:pt>
    <dgm:pt modelId="{32625769-8B27-43A9-85DB-6F57ED6CEBE1}" type="parTrans" cxnId="{C6422CB5-39CD-4C9F-92DF-EE35B8071F08}">
      <dgm:prSet/>
      <dgm:spPr/>
      <dgm:t>
        <a:bodyPr/>
        <a:lstStyle/>
        <a:p>
          <a:endParaRPr lang="en-US"/>
        </a:p>
      </dgm:t>
    </dgm:pt>
    <dgm:pt modelId="{314DB4E5-A9D6-4D1F-9EDE-6BD0567A89FD}" type="sibTrans" cxnId="{C6422CB5-39CD-4C9F-92DF-EE35B8071F08}">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3ADC2B2D-440D-478C-A4E0-897A6947770D}" type="presOf" srcId="{5F815CC3-2C8C-4FF2-B85B-37FB37617C9A}" destId="{0EBE7C70-51AD-4402-A9D8-36889ADBC56A}" srcOrd="0" destOrd="1" presId="urn:microsoft.com/office/officeart/2005/8/layout/vList2"/>
    <dgm:cxn modelId="{F668107D-3BAC-461A-B2E6-D92486BE8785}" srcId="{2C8EA471-3542-4573-A8BF-295862507B6E}" destId="{5F815CC3-2C8C-4FF2-B85B-37FB37617C9A}" srcOrd="1" destOrd="0" parTransId="{0570FA28-B3A9-4573-8337-9CEEAE327D7A}" sibTransId="{63E5EAD1-632F-4467-8CC1-CD31A4A5295B}"/>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C6422CB5-39CD-4C9F-92DF-EE35B8071F08}" srcId="{2C8EA471-3542-4573-A8BF-295862507B6E}" destId="{01FD22FE-F763-40DD-9844-0B19ACB47BC5}" srcOrd="2" destOrd="0" parTransId="{32625769-8B27-43A9-85DB-6F57ED6CEBE1}" sibTransId="{314DB4E5-A9D6-4D1F-9EDE-6BD0567A89FD}"/>
    <dgm:cxn modelId="{42C701BD-9304-43B0-BEE0-4718A400C443}" type="presOf" srcId="{D073AE1F-622F-41F3-83F6-04C7A451C39E}" destId="{0EBE7C70-51AD-4402-A9D8-36889ADBC56A}" srcOrd="0" destOrd="0" presId="urn:microsoft.com/office/officeart/2005/8/layout/vList2"/>
    <dgm:cxn modelId="{D3A595D2-C2A5-4962-8215-F74049BB5CB4}" type="presOf" srcId="{01FD22FE-F763-40DD-9844-0B19ACB47BC5}"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Statement 1</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a:t>
          </a:r>
          <a:r>
            <a:rPr lang="en-US" sz="1800" b="0" i="0" dirty="0">
              <a:latin typeface="Arial" panose="020B0604020202020204" pitchFamily="34" charset="0"/>
              <a:cs typeface="Arial" panose="020B0604020202020204" pitchFamily="34" charset="0"/>
            </a:rPr>
            <a:t>Users creating and assigning Surveys need to be assigned to a territory in order to use the Territory Assignment Rules.</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dirty="0">
              <a:solidFill>
                <a:schemeClr val="tx1"/>
              </a:solidFill>
              <a:latin typeface="Arial" panose="020B0604020202020204" pitchFamily="34" charset="0"/>
              <a:cs typeface="Arial" panose="020B0604020202020204" pitchFamily="34" charset="0"/>
            </a:rPr>
            <a:t>True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5EA512D8-9E9F-4149-B632-162DB864A9B9}">
      <dgm:prSet custT="1"/>
      <dgm:spPr/>
      <dgm:t>
        <a:bodyPr/>
        <a:lstStyle/>
        <a:p>
          <a:r>
            <a:rPr lang="en-US" sz="1800" dirty="0">
              <a:solidFill>
                <a:schemeClr val="tx1"/>
              </a:solidFill>
              <a:latin typeface="Arial" panose="020B0604020202020204" pitchFamily="34" charset="0"/>
              <a:cs typeface="Arial" panose="020B0604020202020204" pitchFamily="34" charset="0"/>
            </a:rPr>
            <a:t>False</a:t>
          </a:r>
        </a:p>
      </dgm:t>
    </dgm:pt>
    <dgm:pt modelId="{ED0C1011-1DFA-48D1-A245-A0664281AD66}" type="parTrans" cxnId="{B6D21196-40BE-4FF6-B5CA-0BD0E298B3CA}">
      <dgm:prSet/>
      <dgm:spPr/>
      <dgm:t>
        <a:bodyPr/>
        <a:lstStyle/>
        <a:p>
          <a:endParaRPr lang="en-US"/>
        </a:p>
      </dgm:t>
    </dgm:pt>
    <dgm:pt modelId="{09CBCE7E-BAE6-4C80-A58B-DCEE4A38D4D4}" type="sibTrans" cxnId="{B6D21196-40BE-4FF6-B5CA-0BD0E298B3CA}">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0121A85-4314-4206-9052-7AA30588BD59}" type="presOf" srcId="{5EA512D8-9E9F-4149-B632-162DB864A9B9}"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B6D21196-40BE-4FF6-B5CA-0BD0E298B3CA}" srcId="{2C8EA471-3542-4573-A8BF-295862507B6E}" destId="{5EA512D8-9E9F-4149-B632-162DB864A9B9}" srcOrd="1" destOrd="0" parTransId="{ED0C1011-1DFA-48D1-A245-A0664281AD66}" sibTransId="{09CBCE7E-BAE6-4C80-A58B-DCEE4A38D4D4}"/>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 What are required fields present in VEEVA while creating a Survey?</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Survey Name</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92AFA82-E2A1-44F1-B8CB-1BFE897B3D76}">
      <dgm:prSet custT="1"/>
      <dgm:spPr/>
      <dgm:t>
        <a:bodyPr/>
        <a:lstStyle/>
        <a:p>
          <a:r>
            <a:rPr lang="en-US" sz="1800" dirty="0">
              <a:solidFill>
                <a:schemeClr val="tx1"/>
              </a:solidFill>
              <a:latin typeface="Arial" panose="020B0604020202020204" pitchFamily="34" charset="0"/>
              <a:cs typeface="Arial" panose="020B0604020202020204" pitchFamily="34" charset="0"/>
            </a:rPr>
            <a:t>Allow user to select target</a:t>
          </a:r>
        </a:p>
      </dgm:t>
    </dgm:pt>
    <dgm:pt modelId="{92F5CE83-7D53-4C19-900F-02C77DA8AB12}" type="parTrans" cxnId="{BF913D97-F73E-430B-891D-EF5DD5DE5F5E}">
      <dgm:prSet/>
      <dgm:spPr/>
      <dgm:t>
        <a:bodyPr/>
        <a:lstStyle/>
        <a:p>
          <a:endParaRPr lang="en-US"/>
        </a:p>
      </dgm:t>
    </dgm:pt>
    <dgm:pt modelId="{05B7D617-0AE0-4764-9205-BBFAED46C25D}" type="sibTrans" cxnId="{BF913D97-F73E-430B-891D-EF5DD5DE5F5E}">
      <dgm:prSet/>
      <dgm:spPr/>
      <dgm:t>
        <a:bodyPr/>
        <a:lstStyle/>
        <a:p>
          <a:endParaRPr lang="en-US"/>
        </a:p>
      </dgm:t>
    </dgm:pt>
    <dgm:pt modelId="{6B47A16F-0F15-4C99-8F23-9ECC9FBA446B}">
      <dgm:prSet custT="1"/>
      <dgm:spPr/>
      <dgm:t>
        <a:bodyPr/>
        <a:lstStyle/>
        <a:p>
          <a:r>
            <a:rPr lang="en-US" sz="1800">
              <a:solidFill>
                <a:schemeClr val="tx1"/>
              </a:solidFill>
              <a:latin typeface="Arial" panose="020B0604020202020204" pitchFamily="34" charset="0"/>
              <a:cs typeface="Arial" panose="020B0604020202020204" pitchFamily="34" charset="0"/>
            </a:rPr>
            <a:t>Start Date and End Date</a:t>
          </a:r>
          <a:endParaRPr lang="en-US" sz="1800" dirty="0">
            <a:solidFill>
              <a:schemeClr val="tx1"/>
            </a:solidFill>
            <a:latin typeface="Arial" panose="020B0604020202020204" pitchFamily="34" charset="0"/>
            <a:cs typeface="Arial" panose="020B0604020202020204" pitchFamily="34" charset="0"/>
          </a:endParaRPr>
        </a:p>
      </dgm:t>
    </dgm:pt>
    <dgm:pt modelId="{1AA4E4BE-401F-4574-A399-536A0EB60547}" type="parTrans" cxnId="{4D6BC73A-C8A8-43D3-AE8A-FCB6D98BC4DA}">
      <dgm:prSet/>
      <dgm:spPr/>
      <dgm:t>
        <a:bodyPr/>
        <a:lstStyle/>
        <a:p>
          <a:endParaRPr lang="en-US"/>
        </a:p>
      </dgm:t>
    </dgm:pt>
    <dgm:pt modelId="{17247C7B-D0F2-4D89-AC35-CF8392813490}" type="sibTrans" cxnId="{4D6BC73A-C8A8-43D3-AE8A-FCB6D98BC4DA}">
      <dgm:prSet/>
      <dgm:spPr/>
      <dgm:t>
        <a:bodyPr/>
        <a:lstStyle/>
        <a:p>
          <a:endParaRPr lang="en-US"/>
        </a:p>
      </dgm:t>
    </dgm:pt>
    <dgm:pt modelId="{F87B7F63-C7B5-4CAF-902A-8FEA70A34E07}">
      <dgm:prSet custT="1"/>
      <dgm:spPr/>
      <dgm:t>
        <a:bodyPr/>
        <a:lstStyle/>
        <a:p>
          <a:r>
            <a:rPr lang="en-US" sz="1800" dirty="0">
              <a:solidFill>
                <a:schemeClr val="tx1"/>
              </a:solidFill>
              <a:latin typeface="Arial" panose="020B0604020202020204" pitchFamily="34" charset="0"/>
              <a:cs typeface="Arial" panose="020B0604020202020204" pitchFamily="34" charset="0"/>
            </a:rPr>
            <a:t>Assignment Type</a:t>
          </a:r>
        </a:p>
      </dgm:t>
    </dgm:pt>
    <dgm:pt modelId="{582D5539-9F77-4996-93F3-5B2CD4D1922E}" type="parTrans" cxnId="{48F22AEE-8690-4C22-9316-100253E4898E}">
      <dgm:prSet/>
      <dgm:spPr/>
      <dgm:t>
        <a:bodyPr/>
        <a:lstStyle/>
        <a:p>
          <a:endParaRPr lang="en-US"/>
        </a:p>
      </dgm:t>
    </dgm:pt>
    <dgm:pt modelId="{50F50701-ACBE-4B72-AB70-B00B7E3664BF}" type="sibTrans" cxnId="{48F22AEE-8690-4C22-9316-100253E4898E}">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1473" custLinFactNeighborY="-4043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5443">
        <dgm:presLayoutVars>
          <dgm:bulletEnabled val="1"/>
        </dgm:presLayoutVars>
      </dgm:prSet>
      <dgm:spPr/>
    </dgm:pt>
  </dgm:ptLst>
  <dgm:cxnLst>
    <dgm:cxn modelId="{4D6BC73A-C8A8-43D3-AE8A-FCB6D98BC4DA}" srcId="{2C8EA471-3542-4573-A8BF-295862507B6E}" destId="{6B47A16F-0F15-4C99-8F23-9ECC9FBA446B}" srcOrd="2" destOrd="0" parTransId="{1AA4E4BE-401F-4574-A399-536A0EB60547}" sibTransId="{17247C7B-D0F2-4D89-AC35-CF8392813490}"/>
    <dgm:cxn modelId="{C875F54E-8CFA-4076-B239-F883E149695C}" type="presOf" srcId="{6B47A16F-0F15-4C99-8F23-9ECC9FBA446B}" destId="{0EBE7C70-51AD-4402-A9D8-36889ADBC56A}" srcOrd="0" destOrd="2" presId="urn:microsoft.com/office/officeart/2005/8/layout/vList2"/>
    <dgm:cxn modelId="{47E07E5A-76C7-4635-BAF6-954D1E33DDD7}" type="presOf" srcId="{F87B7F63-C7B5-4CAF-902A-8FEA70A34E07}" destId="{0EBE7C70-51AD-4402-A9D8-36889ADBC56A}" srcOrd="0" destOrd="3" presId="urn:microsoft.com/office/officeart/2005/8/layout/vList2"/>
    <dgm:cxn modelId="{1524638D-6358-4EBC-99B6-14796BAFA37A}" type="presOf" srcId="{2C8EA471-3542-4573-A8BF-295862507B6E}" destId="{B6F44C7D-37FA-4A88-A65B-56F3574B16C2}" srcOrd="0" destOrd="0" presId="urn:microsoft.com/office/officeart/2005/8/layout/vList2"/>
    <dgm:cxn modelId="{BF913D97-F73E-430B-891D-EF5DD5DE5F5E}" srcId="{2C8EA471-3542-4573-A8BF-295862507B6E}" destId="{692AFA82-E2A1-44F1-B8CB-1BFE897B3D76}" srcOrd="1" destOrd="0" parTransId="{92F5CE83-7D53-4C19-900F-02C77DA8AB12}" sibTransId="{05B7D617-0AE0-4764-9205-BBFAED46C25D}"/>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6798F6D6-C901-4084-979F-FDFE5608B50F}" type="presOf" srcId="{692AFA82-E2A1-44F1-B8CB-1BFE897B3D76}" destId="{0EBE7C70-51AD-4402-A9D8-36889ADBC56A}" srcOrd="0" destOrd="1" presId="urn:microsoft.com/office/officeart/2005/8/layout/vList2"/>
    <dgm:cxn modelId="{48F22AEE-8690-4C22-9316-100253E4898E}" srcId="{2C8EA471-3542-4573-A8BF-295862507B6E}" destId="{F87B7F63-C7B5-4CAF-902A-8FEA70A34E07}" srcOrd="3" destOrd="0" parTransId="{582D5539-9F77-4996-93F3-5B2CD4D1922E}" sibTransId="{50F50701-ACBE-4B72-AB70-B00B7E3664BF}"/>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Survey Name, Assignment Type, Start Date and End Date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Which one from following cannot be a type of question while creating a Survey?</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tx1"/>
              </a:solidFill>
              <a:latin typeface="Arial" panose="020B0604020202020204" pitchFamily="34" charset="0"/>
              <a:cs typeface="Arial" panose="020B0604020202020204" pitchFamily="34" charset="0"/>
            </a:rPr>
            <a:t>Picklist</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E221DC8-454B-4DEA-86B8-41CD3F492F4A}">
      <dgm:prSet custT="1"/>
      <dgm:spPr/>
      <dgm:t>
        <a:bodyPr/>
        <a:lstStyle/>
        <a:p>
          <a:r>
            <a:rPr lang="en-US" sz="1800">
              <a:solidFill>
                <a:schemeClr val="tx1"/>
              </a:solidFill>
              <a:latin typeface="Arial" panose="020B0604020202020204" pitchFamily="34" charset="0"/>
              <a:cs typeface="Arial" panose="020B0604020202020204" pitchFamily="34" charset="0"/>
            </a:rPr>
            <a:t>Text</a:t>
          </a:r>
          <a:endParaRPr lang="en-US" sz="1800" dirty="0">
            <a:solidFill>
              <a:schemeClr val="tx1"/>
            </a:solidFill>
            <a:latin typeface="Arial" panose="020B0604020202020204" pitchFamily="34" charset="0"/>
            <a:cs typeface="Arial" panose="020B0604020202020204" pitchFamily="34" charset="0"/>
          </a:endParaRPr>
        </a:p>
      </dgm:t>
    </dgm:pt>
    <dgm:pt modelId="{16B929AF-F55E-49B0-8518-9F6074E36C3E}" type="parTrans" cxnId="{F6741E59-C1F4-41E1-B8B1-E417F9BDF80E}">
      <dgm:prSet/>
      <dgm:spPr/>
      <dgm:t>
        <a:bodyPr/>
        <a:lstStyle/>
        <a:p>
          <a:endParaRPr lang="en-US"/>
        </a:p>
      </dgm:t>
    </dgm:pt>
    <dgm:pt modelId="{DCB3BBCC-D8AC-4049-816F-CA026422CDA3}" type="sibTrans" cxnId="{F6741E59-C1F4-41E1-B8B1-E417F9BDF80E}">
      <dgm:prSet/>
      <dgm:spPr/>
      <dgm:t>
        <a:bodyPr/>
        <a:lstStyle/>
        <a:p>
          <a:endParaRPr lang="en-US"/>
        </a:p>
      </dgm:t>
    </dgm:pt>
    <dgm:pt modelId="{2B5F54E2-208D-4A55-A6DE-8343E71BAE90}">
      <dgm:prSet custT="1"/>
      <dgm:spPr/>
      <dgm:t>
        <a:bodyPr/>
        <a:lstStyle/>
        <a:p>
          <a:r>
            <a:rPr lang="en-US" sz="1800">
              <a:solidFill>
                <a:schemeClr val="tx1"/>
              </a:solidFill>
              <a:latin typeface="Arial" panose="020B0604020202020204" pitchFamily="34" charset="0"/>
              <a:cs typeface="Arial" panose="020B0604020202020204" pitchFamily="34" charset="0"/>
            </a:rPr>
            <a:t>Percentage</a:t>
          </a:r>
          <a:endParaRPr lang="en-US" sz="1800" dirty="0">
            <a:solidFill>
              <a:schemeClr val="tx1"/>
            </a:solidFill>
            <a:latin typeface="Arial" panose="020B0604020202020204" pitchFamily="34" charset="0"/>
            <a:cs typeface="Arial" panose="020B0604020202020204" pitchFamily="34" charset="0"/>
          </a:endParaRPr>
        </a:p>
      </dgm:t>
    </dgm:pt>
    <dgm:pt modelId="{AE9F8A33-CC3A-46B9-95DF-096E39932939}" type="parTrans" cxnId="{39723349-9650-4F08-BBF4-E12DB58B09AC}">
      <dgm:prSet/>
      <dgm:spPr/>
      <dgm:t>
        <a:bodyPr/>
        <a:lstStyle/>
        <a:p>
          <a:endParaRPr lang="en-US"/>
        </a:p>
      </dgm:t>
    </dgm:pt>
    <dgm:pt modelId="{EFC762FA-86DA-4A93-9200-62A3E396AE0B}" type="sibTrans" cxnId="{39723349-9650-4F08-BBF4-E12DB58B09AC}">
      <dgm:prSet/>
      <dgm:spPr/>
      <dgm:t>
        <a:bodyPr/>
        <a:lstStyle/>
        <a:p>
          <a:endParaRPr lang="en-US"/>
        </a:p>
      </dgm:t>
    </dgm:pt>
    <dgm:pt modelId="{47F64F91-682D-4142-8D7D-C409B00E39BC}">
      <dgm:prSet custT="1"/>
      <dgm:spPr/>
      <dgm:t>
        <a:bodyPr/>
        <a:lstStyle/>
        <a:p>
          <a:r>
            <a:rPr lang="en-US" sz="1800" dirty="0">
              <a:solidFill>
                <a:schemeClr val="tx1"/>
              </a:solidFill>
              <a:latin typeface="Arial" panose="020B0604020202020204" pitchFamily="34" charset="0"/>
              <a:cs typeface="Arial" panose="020B0604020202020204" pitchFamily="34" charset="0"/>
            </a:rPr>
            <a:t>Radio</a:t>
          </a:r>
        </a:p>
      </dgm:t>
    </dgm:pt>
    <dgm:pt modelId="{2E423B33-4360-4428-8C3B-D5C8526BB6C7}" type="parTrans" cxnId="{4FE208C7-B517-4B5A-AD26-73E0EF48AF31}">
      <dgm:prSet/>
      <dgm:spPr/>
      <dgm:t>
        <a:bodyPr/>
        <a:lstStyle/>
        <a:p>
          <a:endParaRPr lang="en-US"/>
        </a:p>
      </dgm:t>
    </dgm:pt>
    <dgm:pt modelId="{403A5A5B-93D1-484D-BA2F-28520642BEA3}" type="sibTrans" cxnId="{4FE208C7-B517-4B5A-AD26-73E0EF48AF3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1473" custLinFactNeighborY="-4043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5443">
        <dgm:presLayoutVars>
          <dgm:bulletEnabled val="1"/>
        </dgm:presLayoutVars>
      </dgm:prSet>
      <dgm:spPr/>
    </dgm:pt>
  </dgm:ptLst>
  <dgm:cxnLst>
    <dgm:cxn modelId="{EA11FD26-92A2-4091-AAE0-30D6E25C4332}" type="presOf" srcId="{47F64F91-682D-4142-8D7D-C409B00E39BC}" destId="{0EBE7C70-51AD-4402-A9D8-36889ADBC56A}" srcOrd="0" destOrd="3" presId="urn:microsoft.com/office/officeart/2005/8/layout/vList2"/>
    <dgm:cxn modelId="{39723349-9650-4F08-BBF4-E12DB58B09AC}" srcId="{2C8EA471-3542-4573-A8BF-295862507B6E}" destId="{2B5F54E2-208D-4A55-A6DE-8343E71BAE90}" srcOrd="2" destOrd="0" parTransId="{AE9F8A33-CC3A-46B9-95DF-096E39932939}" sibTransId="{EFC762FA-86DA-4A93-9200-62A3E396AE0B}"/>
    <dgm:cxn modelId="{F6741E59-C1F4-41E1-B8B1-E417F9BDF80E}" srcId="{2C8EA471-3542-4573-A8BF-295862507B6E}" destId="{CE221DC8-454B-4DEA-86B8-41CD3F492F4A}" srcOrd="1" destOrd="0" parTransId="{16B929AF-F55E-49B0-8518-9F6074E36C3E}" sibTransId="{DCB3BBCC-D8AC-4049-816F-CA026422CDA3}"/>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4FE208C7-B517-4B5A-AD26-73E0EF48AF31}" srcId="{2C8EA471-3542-4573-A8BF-295862507B6E}" destId="{47F64F91-682D-4142-8D7D-C409B00E39BC}" srcOrd="3" destOrd="0" parTransId="{2E423B33-4360-4428-8C3B-D5C8526BB6C7}" sibTransId="{403A5A5B-93D1-484D-BA2F-28520642BEA3}"/>
    <dgm:cxn modelId="{1E7118D9-932C-4365-B2D1-D3AF5D7AE73B}" type="presOf" srcId="{CE221DC8-454B-4DEA-86B8-41CD3F492F4A}" destId="{0EBE7C70-51AD-4402-A9D8-36889ADBC56A}" srcOrd="0" destOrd="1" presId="urn:microsoft.com/office/officeart/2005/8/layout/vList2"/>
    <dgm:cxn modelId="{A4DD88FB-8839-41A3-B8FB-B33CA0875B87}" type="presOf" srcId="{2B5F54E2-208D-4A55-A6DE-8343E71BAE90}"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Percentage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5. Which permission is required to see clone button if Survey Status = Published or Completed?</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latin typeface="Arial" panose="020B0604020202020204" pitchFamily="34" charset="0"/>
              <a:cs typeface="Arial" panose="020B0604020202020204" pitchFamily="34" charset="0"/>
            </a:rPr>
            <a:t>Clone button displays if the user has create permission on Survey_vod</a:t>
          </a:r>
          <a:endParaRPr lang="en-US" sz="1800" dirty="0">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802EF439-8BA5-49E1-83C8-F57715DDD386}">
      <dgm:prSet custT="1"/>
      <dgm:spPr/>
      <dgm:t>
        <a:bodyPr/>
        <a:lstStyle/>
        <a:p>
          <a:r>
            <a:rPr lang="en-US" sz="1800">
              <a:latin typeface="Arial" panose="020B0604020202020204" pitchFamily="34" charset="0"/>
              <a:cs typeface="Arial" panose="020B0604020202020204" pitchFamily="34" charset="0"/>
            </a:rPr>
            <a:t>Clone button displays if the user has read permission on Survey_vod</a:t>
          </a:r>
          <a:endParaRPr lang="en-US" sz="1800" dirty="0">
            <a:latin typeface="Arial" panose="020B0604020202020204" pitchFamily="34" charset="0"/>
            <a:cs typeface="Arial" panose="020B0604020202020204" pitchFamily="34" charset="0"/>
          </a:endParaRPr>
        </a:p>
      </dgm:t>
    </dgm:pt>
    <dgm:pt modelId="{3D5A1E42-F76A-4831-B05A-58A3640745DB}" type="parTrans" cxnId="{FF706390-8425-4562-83C1-157A5B2CC417}">
      <dgm:prSet/>
      <dgm:spPr/>
      <dgm:t>
        <a:bodyPr/>
        <a:lstStyle/>
        <a:p>
          <a:endParaRPr lang="en-US"/>
        </a:p>
      </dgm:t>
    </dgm:pt>
    <dgm:pt modelId="{DE74A9C2-9621-4BF8-B3B5-27519D535185}" type="sibTrans" cxnId="{FF706390-8425-4562-83C1-157A5B2CC417}">
      <dgm:prSet/>
      <dgm:spPr/>
      <dgm:t>
        <a:bodyPr/>
        <a:lstStyle/>
        <a:p>
          <a:endParaRPr lang="en-US"/>
        </a:p>
      </dgm:t>
    </dgm:pt>
    <dgm:pt modelId="{BA844F64-78F4-40A8-98D0-F15BF664C45D}">
      <dgm:prSet custT="1"/>
      <dgm:spPr/>
      <dgm:t>
        <a:bodyPr/>
        <a:lstStyle/>
        <a:p>
          <a:r>
            <a:rPr lang="en-US" sz="1800">
              <a:latin typeface="Arial" panose="020B0604020202020204" pitchFamily="34" charset="0"/>
              <a:cs typeface="Arial" panose="020B0604020202020204" pitchFamily="34" charset="0"/>
            </a:rPr>
            <a:t>Clone button displays if the user has edit permission on Survey_vod</a:t>
          </a:r>
          <a:endParaRPr lang="en-US" sz="1800" dirty="0">
            <a:latin typeface="Arial" panose="020B0604020202020204" pitchFamily="34" charset="0"/>
            <a:cs typeface="Arial" panose="020B0604020202020204" pitchFamily="34" charset="0"/>
          </a:endParaRPr>
        </a:p>
      </dgm:t>
    </dgm:pt>
    <dgm:pt modelId="{4099D086-FD3F-4E98-A37E-69A85C108E58}" type="parTrans" cxnId="{E0776418-A469-48DD-9050-96ECE16FCF43}">
      <dgm:prSet/>
      <dgm:spPr/>
      <dgm:t>
        <a:bodyPr/>
        <a:lstStyle/>
        <a:p>
          <a:endParaRPr lang="en-US"/>
        </a:p>
      </dgm:t>
    </dgm:pt>
    <dgm:pt modelId="{097EDC06-5E38-40CF-9D75-593400FC9792}" type="sibTrans" cxnId="{E0776418-A469-48DD-9050-96ECE16FCF43}">
      <dgm:prSet/>
      <dgm:spPr/>
      <dgm:t>
        <a:bodyPr/>
        <a:lstStyle/>
        <a:p>
          <a:endParaRPr lang="en-US"/>
        </a:p>
      </dgm:t>
    </dgm:pt>
    <dgm:pt modelId="{D06B94C5-D52A-4E26-86F4-9B40FE089859}">
      <dgm:prSet custT="1"/>
      <dgm:spPr/>
      <dgm:t>
        <a:bodyPr/>
        <a:lstStyle/>
        <a:p>
          <a:r>
            <a:rPr lang="en-US" sz="1800" dirty="0">
              <a:latin typeface="Arial" panose="020B0604020202020204" pitchFamily="34" charset="0"/>
              <a:cs typeface="Arial" panose="020B0604020202020204" pitchFamily="34" charset="0"/>
            </a:rPr>
            <a:t>All of the above</a:t>
          </a:r>
        </a:p>
      </dgm:t>
    </dgm:pt>
    <dgm:pt modelId="{13D95781-DB2A-439A-93FD-5467CC4902CB}" type="parTrans" cxnId="{57E9EBAD-F302-46C0-9BA7-B047DD78C2B1}">
      <dgm:prSet/>
      <dgm:spPr/>
      <dgm:t>
        <a:bodyPr/>
        <a:lstStyle/>
        <a:p>
          <a:endParaRPr lang="en-US"/>
        </a:p>
      </dgm:t>
    </dgm:pt>
    <dgm:pt modelId="{B4A99153-740B-4C6D-863C-78A8C8C15B0C}" type="sibTrans" cxnId="{57E9EBAD-F302-46C0-9BA7-B047DD78C2B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88822" custLinFactNeighborY="-4043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25443">
        <dgm:presLayoutVars>
          <dgm:bulletEnabled val="1"/>
        </dgm:presLayoutVars>
      </dgm:prSet>
      <dgm:spPr/>
    </dgm:pt>
  </dgm:ptLst>
  <dgm:cxnLst>
    <dgm:cxn modelId="{E0776418-A469-48DD-9050-96ECE16FCF43}" srcId="{2C8EA471-3542-4573-A8BF-295862507B6E}" destId="{BA844F64-78F4-40A8-98D0-F15BF664C45D}" srcOrd="2" destOrd="0" parTransId="{4099D086-FD3F-4E98-A37E-69A85C108E58}" sibTransId="{097EDC06-5E38-40CF-9D75-593400FC9792}"/>
    <dgm:cxn modelId="{C6992649-161D-4DA8-8019-D105D62F93F4}" type="presOf" srcId="{BA844F64-78F4-40A8-98D0-F15BF664C45D}" destId="{0EBE7C70-51AD-4402-A9D8-36889ADBC56A}" srcOrd="0" destOrd="2" presId="urn:microsoft.com/office/officeart/2005/8/layout/vList2"/>
    <dgm:cxn modelId="{8BCB9A6D-EF85-419B-AE53-43B00B6AEF30}" type="presOf" srcId="{D06B94C5-D52A-4E26-86F4-9B40FE089859}" destId="{0EBE7C70-51AD-4402-A9D8-36889ADBC56A}" srcOrd="0" destOrd="3" presId="urn:microsoft.com/office/officeart/2005/8/layout/vList2"/>
    <dgm:cxn modelId="{14DB0F59-22DE-4400-8FF3-5632193BD83A}" type="presOf" srcId="{802EF439-8BA5-49E1-83C8-F57715DDD386}"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FF706390-8425-4562-83C1-157A5B2CC417}" srcId="{2C8EA471-3542-4573-A8BF-295862507B6E}" destId="{802EF439-8BA5-49E1-83C8-F57715DDD386}" srcOrd="1" destOrd="0" parTransId="{3D5A1E42-F76A-4831-B05A-58A3640745DB}" sibTransId="{DE74A9C2-9621-4BF8-B3B5-27519D535185}"/>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57E9EBAD-F302-46C0-9BA7-B047DD78C2B1}" srcId="{2C8EA471-3542-4573-A8BF-295862507B6E}" destId="{D06B94C5-D52A-4E26-86F4-9B40FE089859}" srcOrd="3" destOrd="0" parTransId="{13D95781-DB2A-439A-93FD-5467CC4902CB}" sibTransId="{B4A99153-740B-4C6D-863C-78A8C8C15B0C}"/>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a:solidFill>
                <a:schemeClr val="bg1"/>
              </a:solidFill>
              <a:latin typeface="Arial" panose="020B0604020202020204" pitchFamily="34" charset="0"/>
              <a:cs typeface="Arial" panose="020B0604020202020204" pitchFamily="34" charset="0"/>
            </a:rPr>
            <a:t>Clone button displays if the user has create permission on </a:t>
          </a:r>
          <a:r>
            <a:rPr lang="en-US" sz="1800" dirty="0" err="1">
              <a:solidFill>
                <a:schemeClr val="bg1"/>
              </a:solidFill>
              <a:latin typeface="Arial" panose="020B0604020202020204" pitchFamily="34" charset="0"/>
              <a:cs typeface="Arial" panose="020B0604020202020204" pitchFamily="34" charset="0"/>
            </a:rPr>
            <a:t>Survey_vod</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Y="-6894">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078E9-E6B9-4D0B-B7D4-86B3BF5086EB}">
      <dsp:nvSpPr>
        <dsp:cNvPr id="0" name=""/>
        <dsp:cNvSpPr/>
      </dsp:nvSpPr>
      <dsp:spPr>
        <a:xfrm>
          <a:off x="2493265" y="1115768"/>
          <a:ext cx="1027584" cy="499266"/>
        </a:xfrm>
        <a:custGeom>
          <a:avLst/>
          <a:gdLst/>
          <a:ahLst/>
          <a:cxnLst/>
          <a:rect l="0" t="0" r="0" b="0"/>
          <a:pathLst>
            <a:path>
              <a:moveTo>
                <a:pt x="0" y="0"/>
              </a:moveTo>
              <a:lnTo>
                <a:pt x="0" y="336627"/>
              </a:lnTo>
              <a:lnTo>
                <a:pt x="1027584" y="336627"/>
              </a:lnTo>
              <a:lnTo>
                <a:pt x="1027584" y="49926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BCFB2A-3A26-4FCF-8FA8-F5FC002C3493}">
      <dsp:nvSpPr>
        <dsp:cNvPr id="0" name=""/>
        <dsp:cNvSpPr/>
      </dsp:nvSpPr>
      <dsp:spPr>
        <a:xfrm>
          <a:off x="1420385" y="1115768"/>
          <a:ext cx="1072879" cy="510593"/>
        </a:xfrm>
        <a:custGeom>
          <a:avLst/>
          <a:gdLst/>
          <a:ahLst/>
          <a:cxnLst/>
          <a:rect l="0" t="0" r="0" b="0"/>
          <a:pathLst>
            <a:path>
              <a:moveTo>
                <a:pt x="1072879" y="0"/>
              </a:moveTo>
              <a:lnTo>
                <a:pt x="1072879" y="347954"/>
              </a:lnTo>
              <a:lnTo>
                <a:pt x="0" y="347954"/>
              </a:lnTo>
              <a:lnTo>
                <a:pt x="0" y="5105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3722F3-AC3D-404E-AA25-882B3D3524B9}">
      <dsp:nvSpPr>
        <dsp:cNvPr id="0" name=""/>
        <dsp:cNvSpPr/>
      </dsp:nvSpPr>
      <dsp:spPr>
        <a:xfrm>
          <a:off x="1615454" y="948"/>
          <a:ext cx="1755620" cy="11148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74E7BF-E8F4-4739-BFB9-B527D2008932}">
      <dsp:nvSpPr>
        <dsp:cNvPr id="0" name=""/>
        <dsp:cNvSpPr/>
      </dsp:nvSpPr>
      <dsp:spPr>
        <a:xfrm>
          <a:off x="1810523" y="186264"/>
          <a:ext cx="1755620" cy="111481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Type Of Survey</a:t>
          </a:r>
        </a:p>
      </dsp:txBody>
      <dsp:txXfrm>
        <a:off x="1843175" y="218916"/>
        <a:ext cx="1690316" cy="1049515"/>
      </dsp:txXfrm>
    </dsp:sp>
    <dsp:sp modelId="{FBABB68C-F86A-4C63-BDB3-6A156208BD98}">
      <dsp:nvSpPr>
        <dsp:cNvPr id="0" name=""/>
        <dsp:cNvSpPr/>
      </dsp:nvSpPr>
      <dsp:spPr>
        <a:xfrm>
          <a:off x="542575" y="1626361"/>
          <a:ext cx="1755620" cy="11148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F079E5-4479-4867-A82B-C14BCE3FE195}">
      <dsp:nvSpPr>
        <dsp:cNvPr id="0" name=""/>
        <dsp:cNvSpPr/>
      </dsp:nvSpPr>
      <dsp:spPr>
        <a:xfrm>
          <a:off x="737644" y="1811676"/>
          <a:ext cx="1755620" cy="111481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One Time</a:t>
          </a:r>
        </a:p>
      </dsp:txBody>
      <dsp:txXfrm>
        <a:off x="770296" y="1844328"/>
        <a:ext cx="1690316" cy="1049515"/>
      </dsp:txXfrm>
    </dsp:sp>
    <dsp:sp modelId="{E5D870D7-26DF-44C6-B6B9-78939F9932DA}">
      <dsp:nvSpPr>
        <dsp:cNvPr id="0" name=""/>
        <dsp:cNvSpPr/>
      </dsp:nvSpPr>
      <dsp:spPr>
        <a:xfrm>
          <a:off x="2643038" y="1615034"/>
          <a:ext cx="1755620" cy="11148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29F8A8-7579-40AE-B5A7-404EEA037C9F}">
      <dsp:nvSpPr>
        <dsp:cNvPr id="0" name=""/>
        <dsp:cNvSpPr/>
      </dsp:nvSpPr>
      <dsp:spPr>
        <a:xfrm>
          <a:off x="2838107" y="1800350"/>
          <a:ext cx="1755620" cy="1114819"/>
        </a:xfrm>
        <a:prstGeom prst="roundRect">
          <a:avLst>
            <a:gd name="adj" fmla="val 10000"/>
          </a:avLst>
        </a:prstGeom>
        <a:solidFill>
          <a:schemeClr val="accent6">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itchFamily="34" charset="0"/>
              <a:cs typeface="Arial" pitchFamily="34" charset="0"/>
            </a:rPr>
            <a:t>Recurring</a:t>
          </a:r>
        </a:p>
      </dsp:txBody>
      <dsp:txXfrm>
        <a:off x="2870759" y="1833002"/>
        <a:ext cx="1690316" cy="10495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B5246-6DAD-4E67-8479-404047C30A51}">
      <dsp:nvSpPr>
        <dsp:cNvPr id="0" name=""/>
        <dsp:cNvSpPr/>
      </dsp:nvSpPr>
      <dsp:spPr>
        <a:xfrm>
          <a:off x="4069" y="264555"/>
          <a:ext cx="2001287" cy="766288"/>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latin typeface="Arial" pitchFamily="34" charset="0"/>
              <a:cs typeface="Arial" pitchFamily="34" charset="0"/>
            </a:rPr>
            <a:t>Creating a Survey</a:t>
          </a:r>
        </a:p>
      </dsp:txBody>
      <dsp:txXfrm>
        <a:off x="387213" y="264555"/>
        <a:ext cx="1234999" cy="766288"/>
      </dsp:txXfrm>
    </dsp:sp>
    <dsp:sp modelId="{41ADB7D0-8710-419D-84B1-34F30D4E6A35}">
      <dsp:nvSpPr>
        <dsp:cNvPr id="0" name=""/>
        <dsp:cNvSpPr/>
      </dsp:nvSpPr>
      <dsp:spPr>
        <a:xfrm>
          <a:off x="1817833" y="272653"/>
          <a:ext cx="1875234" cy="750093"/>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bg1"/>
              </a:solidFill>
              <a:latin typeface="Arial" pitchFamily="34" charset="0"/>
              <a:cs typeface="Arial" pitchFamily="34" charset="0"/>
            </a:rPr>
            <a:t>Publishing a Survey</a:t>
          </a:r>
          <a:endParaRPr lang="en-US" sz="1600" b="1" kern="1200" dirty="0">
            <a:solidFill>
              <a:schemeClr val="bg1"/>
            </a:solidFill>
            <a:latin typeface="Arial" pitchFamily="34" charset="0"/>
            <a:cs typeface="Arial" pitchFamily="34" charset="0"/>
          </a:endParaRPr>
        </a:p>
      </dsp:txBody>
      <dsp:txXfrm>
        <a:off x="2192880" y="272653"/>
        <a:ext cx="1125141" cy="750093"/>
      </dsp:txXfrm>
    </dsp:sp>
    <dsp:sp modelId="{FBEB4461-DF5A-4175-A03E-15B602D4DD21}">
      <dsp:nvSpPr>
        <dsp:cNvPr id="0" name=""/>
        <dsp:cNvSpPr/>
      </dsp:nvSpPr>
      <dsp:spPr>
        <a:xfrm>
          <a:off x="3505544" y="272653"/>
          <a:ext cx="1875234" cy="750093"/>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1"/>
              </a:solidFill>
              <a:latin typeface="Arial" pitchFamily="34" charset="0"/>
              <a:cs typeface="Arial" pitchFamily="34" charset="0"/>
            </a:rPr>
            <a:t>End User Survey</a:t>
          </a:r>
        </a:p>
        <a:p>
          <a:pPr marL="0" lvl="0" indent="0" algn="ctr" defTabSz="622300">
            <a:lnSpc>
              <a:spcPct val="90000"/>
            </a:lnSpc>
            <a:spcBef>
              <a:spcPct val="0"/>
            </a:spcBef>
            <a:spcAft>
              <a:spcPct val="35000"/>
            </a:spcAft>
            <a:buNone/>
          </a:pPr>
          <a:r>
            <a:rPr lang="en-US" sz="1400" b="1" i="0" kern="1200" dirty="0">
              <a:solidFill>
                <a:schemeClr val="bg1"/>
              </a:solidFill>
              <a:latin typeface="Arial" pitchFamily="34" charset="0"/>
              <a:cs typeface="Arial" pitchFamily="34" charset="0"/>
            </a:rPr>
            <a:t>Execution</a:t>
          </a:r>
          <a:endParaRPr lang="en-US" sz="1400" b="1" kern="1200" dirty="0">
            <a:solidFill>
              <a:schemeClr val="bg1"/>
            </a:solidFill>
            <a:latin typeface="Arial" pitchFamily="34" charset="0"/>
            <a:cs typeface="Arial" pitchFamily="34" charset="0"/>
          </a:endParaRPr>
        </a:p>
      </dsp:txBody>
      <dsp:txXfrm>
        <a:off x="3880591" y="272653"/>
        <a:ext cx="1125141" cy="750093"/>
      </dsp:txXfrm>
    </dsp:sp>
    <dsp:sp modelId="{EACA58AC-1770-4F55-91B2-B005E0DA48AB}">
      <dsp:nvSpPr>
        <dsp:cNvPr id="0" name=""/>
        <dsp:cNvSpPr/>
      </dsp:nvSpPr>
      <dsp:spPr>
        <a:xfrm>
          <a:off x="5193255" y="272653"/>
          <a:ext cx="2258963" cy="750093"/>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1"/>
              </a:solidFill>
              <a:latin typeface="Arial" pitchFamily="34" charset="0"/>
              <a:cs typeface="Arial" pitchFamily="34" charset="0"/>
            </a:rPr>
            <a:t>Monitoring </a:t>
          </a:r>
        </a:p>
        <a:p>
          <a:pPr marL="0" lvl="0" indent="0" algn="ctr" defTabSz="622300">
            <a:lnSpc>
              <a:spcPct val="90000"/>
            </a:lnSpc>
            <a:spcBef>
              <a:spcPct val="0"/>
            </a:spcBef>
            <a:spcAft>
              <a:spcPct val="35000"/>
            </a:spcAft>
            <a:buNone/>
          </a:pPr>
          <a:r>
            <a:rPr lang="en-US" sz="1400" b="1" i="0" kern="1200" dirty="0">
              <a:solidFill>
                <a:schemeClr val="bg1"/>
              </a:solidFill>
              <a:latin typeface="Arial" pitchFamily="34" charset="0"/>
              <a:cs typeface="Arial" pitchFamily="34" charset="0"/>
            </a:rPr>
            <a:t>Survey Results</a:t>
          </a:r>
          <a:endParaRPr lang="en-US" sz="1400" b="1" kern="1200" dirty="0">
            <a:solidFill>
              <a:schemeClr val="bg1"/>
            </a:solidFill>
            <a:latin typeface="Arial" pitchFamily="34" charset="0"/>
            <a:cs typeface="Arial" pitchFamily="34" charset="0"/>
          </a:endParaRPr>
        </a:p>
      </dsp:txBody>
      <dsp:txXfrm>
        <a:off x="5568302" y="272653"/>
        <a:ext cx="1508870" cy="750093"/>
      </dsp:txXfrm>
    </dsp:sp>
    <dsp:sp modelId="{63D6B5B4-F3A5-4DAC-85E0-3535BCD6A0F3}">
      <dsp:nvSpPr>
        <dsp:cNvPr id="0" name=""/>
        <dsp:cNvSpPr/>
      </dsp:nvSpPr>
      <dsp:spPr>
        <a:xfrm>
          <a:off x="7264695" y="272653"/>
          <a:ext cx="1875234" cy="750093"/>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1"/>
              </a:solidFill>
              <a:latin typeface="Arial" pitchFamily="34" charset="0"/>
              <a:cs typeface="Arial" pitchFamily="34" charset="0"/>
            </a:rPr>
            <a:t>Retiring a Survey</a:t>
          </a:r>
          <a:endParaRPr lang="en-US" sz="1400" b="1" kern="1200" dirty="0">
            <a:solidFill>
              <a:schemeClr val="bg1"/>
            </a:solidFill>
            <a:latin typeface="Arial" pitchFamily="34" charset="0"/>
            <a:cs typeface="Arial" pitchFamily="34" charset="0"/>
          </a:endParaRPr>
        </a:p>
      </dsp:txBody>
      <dsp:txXfrm>
        <a:off x="7639742" y="272653"/>
        <a:ext cx="1125141" cy="7500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481EB-720A-4FC5-AAA0-1D23234A8910}">
      <dsp:nvSpPr>
        <dsp:cNvPr id="0" name=""/>
        <dsp:cNvSpPr/>
      </dsp:nvSpPr>
      <dsp:spPr>
        <a:xfrm rot="5400000">
          <a:off x="-280977" y="533326"/>
          <a:ext cx="1873180" cy="1311226"/>
        </a:xfrm>
        <a:prstGeom prst="chevron">
          <a:avLst/>
        </a:prstGeom>
        <a:solidFill>
          <a:schemeClr val="accent6">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latin typeface="Arial" pitchFamily="34" charset="0"/>
              <a:cs typeface="Arial" pitchFamily="34" charset="0"/>
            </a:rPr>
            <a:t>Adding Survey Questions</a:t>
          </a:r>
          <a:endParaRPr lang="en-US" sz="1600" kern="1200" dirty="0">
            <a:solidFill>
              <a:schemeClr val="bg1"/>
            </a:solidFill>
            <a:latin typeface="Arial" pitchFamily="34" charset="0"/>
            <a:cs typeface="Arial" pitchFamily="34" charset="0"/>
          </a:endParaRPr>
        </a:p>
      </dsp:txBody>
      <dsp:txXfrm rot="-5400000">
        <a:off x="0" y="907962"/>
        <a:ext cx="1311226" cy="561954"/>
      </dsp:txXfrm>
    </dsp:sp>
    <dsp:sp modelId="{CF6A35B1-75DC-4E4A-A766-69EB2835008D}">
      <dsp:nvSpPr>
        <dsp:cNvPr id="0" name=""/>
        <dsp:cNvSpPr/>
      </dsp:nvSpPr>
      <dsp:spPr>
        <a:xfrm rot="5400000">
          <a:off x="4966239" y="-3670854"/>
          <a:ext cx="1710265" cy="9051973"/>
        </a:xfrm>
        <a:prstGeom prst="round2SameRect">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solidFill>
                <a:schemeClr val="tx1"/>
              </a:solidFill>
              <a:latin typeface="Arial" pitchFamily="34" charset="0"/>
              <a:cs typeface="Arial" pitchFamily="34" charset="0"/>
            </a:rPr>
            <a:t>New questions are created directly on a </a:t>
          </a:r>
          <a:r>
            <a:rPr lang="en-US" sz="1400" kern="1200">
              <a:solidFill>
                <a:schemeClr val="tx1"/>
              </a:solidFill>
              <a:latin typeface="Arial" pitchFamily="34" charset="0"/>
              <a:cs typeface="Arial" pitchFamily="34" charset="0"/>
            </a:rPr>
            <a:t>Survey  </a:t>
          </a:r>
          <a:r>
            <a:rPr lang="en-US" sz="1400" kern="1200" dirty="0">
              <a:solidFill>
                <a:schemeClr val="tx1"/>
              </a:solidFill>
              <a:latin typeface="Arial" pitchFamily="34" charset="0"/>
              <a:cs typeface="Arial" pitchFamily="34" charset="0"/>
            </a:rPr>
            <a:t>questions can also be added from a Question Bank.</a:t>
          </a:r>
        </a:p>
        <a:p>
          <a:pPr marL="114300" lvl="1" indent="-114300" algn="l" defTabSz="622300">
            <a:lnSpc>
              <a:spcPct val="90000"/>
            </a:lnSpc>
            <a:spcBef>
              <a:spcPct val="0"/>
            </a:spcBef>
            <a:spcAft>
              <a:spcPct val="15000"/>
            </a:spcAft>
            <a:buChar char="•"/>
          </a:pPr>
          <a:r>
            <a:rPr lang="en-US" sz="1400" kern="1200" dirty="0">
              <a:solidFill>
                <a:schemeClr val="tx1"/>
              </a:solidFill>
              <a:latin typeface="Arial" pitchFamily="34" charset="0"/>
              <a:cs typeface="Arial" pitchFamily="34" charset="0"/>
            </a:rPr>
            <a:t>Questions created on Surveys can be pushed into the Question Bank to be reused on other Surveys in the future.</a:t>
          </a:r>
        </a:p>
        <a:p>
          <a:pPr marL="114300" lvl="1" indent="-114300" algn="l" defTabSz="622300">
            <a:lnSpc>
              <a:spcPct val="90000"/>
            </a:lnSpc>
            <a:spcBef>
              <a:spcPct val="0"/>
            </a:spcBef>
            <a:spcAft>
              <a:spcPct val="15000"/>
            </a:spcAft>
            <a:buChar char="•"/>
          </a:pPr>
          <a:r>
            <a:rPr lang="en-US" sz="1400" kern="1200" dirty="0">
              <a:solidFill>
                <a:schemeClr val="tx1"/>
              </a:solidFill>
              <a:latin typeface="Arial" pitchFamily="34" charset="0"/>
              <a:cs typeface="Arial" pitchFamily="34" charset="0"/>
            </a:rPr>
            <a:t>There is a lookup relationship to associate the Survey Question record and the corresponding record in the Question Bank. Changes made on one copy of the question do not affect copies residing elsewhere.</a:t>
          </a:r>
        </a:p>
      </dsp:txBody>
      <dsp:txXfrm rot="-5400000">
        <a:off x="1295385" y="83488"/>
        <a:ext cx="8968485" cy="1543289"/>
      </dsp:txXfrm>
    </dsp:sp>
    <dsp:sp modelId="{6B3EC4D2-7CDA-4AD1-8F2D-9CEEE8FE9FC9}">
      <dsp:nvSpPr>
        <dsp:cNvPr id="0" name=""/>
        <dsp:cNvSpPr/>
      </dsp:nvSpPr>
      <dsp:spPr>
        <a:xfrm rot="5400000">
          <a:off x="-280977" y="2345046"/>
          <a:ext cx="1873180" cy="1311226"/>
        </a:xfrm>
        <a:prstGeom prst="chevron">
          <a:avLst/>
        </a:prstGeom>
        <a:solidFill>
          <a:schemeClr val="accent6">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bg1"/>
              </a:solidFill>
              <a:latin typeface="Arial" pitchFamily="34" charset="0"/>
              <a:cs typeface="Arial" pitchFamily="34" charset="0"/>
            </a:rPr>
            <a:t>Adding Segments</a:t>
          </a:r>
          <a:endParaRPr lang="en-US" sz="1600" kern="1200" dirty="0">
            <a:solidFill>
              <a:schemeClr val="bg1"/>
            </a:solidFill>
            <a:latin typeface="Arial" pitchFamily="34" charset="0"/>
            <a:cs typeface="Arial" pitchFamily="34" charset="0"/>
          </a:endParaRPr>
        </a:p>
      </dsp:txBody>
      <dsp:txXfrm rot="-5400000">
        <a:off x="0" y="2719682"/>
        <a:ext cx="1311226" cy="561954"/>
      </dsp:txXfrm>
    </dsp:sp>
    <dsp:sp modelId="{3D481325-FFCE-4B42-8471-54437406E559}">
      <dsp:nvSpPr>
        <dsp:cNvPr id="0" name=""/>
        <dsp:cNvSpPr/>
      </dsp:nvSpPr>
      <dsp:spPr>
        <a:xfrm rot="5400000">
          <a:off x="5111938" y="-1853133"/>
          <a:ext cx="1450548" cy="9051973"/>
        </a:xfrm>
        <a:prstGeom prst="round2SameRect">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solidFill>
                <a:schemeClr val="tx1"/>
              </a:solidFill>
              <a:latin typeface="Arial" pitchFamily="34" charset="0"/>
              <a:cs typeface="Arial" pitchFamily="34" charset="0"/>
            </a:rPr>
            <a:t>Segments are ways to group accounts based on their Survey responses.</a:t>
          </a:r>
        </a:p>
        <a:p>
          <a:pPr marL="114300" lvl="1" indent="-114300" algn="l" defTabSz="622300">
            <a:lnSpc>
              <a:spcPct val="90000"/>
            </a:lnSpc>
            <a:spcBef>
              <a:spcPct val="0"/>
            </a:spcBef>
            <a:spcAft>
              <a:spcPct val="15000"/>
            </a:spcAft>
            <a:buChar char="•"/>
          </a:pPr>
          <a:r>
            <a:rPr lang="en-US" sz="1400" b="0" i="0" kern="1200" dirty="0">
              <a:solidFill>
                <a:schemeClr val="tx1"/>
              </a:solidFill>
              <a:latin typeface="Arial" pitchFamily="34" charset="0"/>
              <a:cs typeface="Arial" pitchFamily="34" charset="0"/>
            </a:rPr>
            <a:t>Each segment contains a name, a minimum score, and a maximum score. Scores are calculated on the Survey Target object by summing the individual scores of each Question Response.</a:t>
          </a:r>
          <a:endParaRPr lang="en-US" sz="1400" kern="1200" dirty="0">
            <a:solidFill>
              <a:schemeClr val="tx1"/>
            </a:solidFill>
            <a:latin typeface="Arial" pitchFamily="34" charset="0"/>
            <a:cs typeface="Arial" pitchFamily="34" charset="0"/>
          </a:endParaRPr>
        </a:p>
        <a:p>
          <a:pPr marL="114300" lvl="1" indent="-114300" algn="l" defTabSz="622300">
            <a:lnSpc>
              <a:spcPct val="90000"/>
            </a:lnSpc>
            <a:spcBef>
              <a:spcPct val="0"/>
            </a:spcBef>
            <a:spcAft>
              <a:spcPct val="15000"/>
            </a:spcAft>
            <a:buChar char="•"/>
          </a:pPr>
          <a:r>
            <a:rPr lang="en-US" sz="1400" b="0" i="0" kern="1200" dirty="0">
              <a:solidFill>
                <a:schemeClr val="tx1"/>
              </a:solidFill>
              <a:latin typeface="Arial" pitchFamily="34" charset="0"/>
              <a:cs typeface="Arial" pitchFamily="34" charset="0"/>
            </a:rPr>
            <a:t>Segments cannot overlap with each other and cannot exceed the minimum and maximum score values of the Survey.</a:t>
          </a:r>
          <a:endParaRPr lang="en-US" sz="1400" kern="1200" dirty="0">
            <a:solidFill>
              <a:schemeClr val="tx1"/>
            </a:solidFill>
            <a:latin typeface="Arial" pitchFamily="34" charset="0"/>
            <a:cs typeface="Arial" pitchFamily="34" charset="0"/>
          </a:endParaRPr>
        </a:p>
      </dsp:txBody>
      <dsp:txXfrm rot="-5400000">
        <a:off x="1311226" y="2018389"/>
        <a:ext cx="8981163" cy="1308928"/>
      </dsp:txXfrm>
    </dsp:sp>
    <dsp:sp modelId="{CB69DBA7-D658-4B62-9976-3AB68C3DB05D}">
      <dsp:nvSpPr>
        <dsp:cNvPr id="0" name=""/>
        <dsp:cNvSpPr/>
      </dsp:nvSpPr>
      <dsp:spPr>
        <a:xfrm rot="5400000">
          <a:off x="-280977" y="4040276"/>
          <a:ext cx="1873180" cy="1311226"/>
        </a:xfrm>
        <a:prstGeom prst="chevron">
          <a:avLst/>
        </a:prstGeom>
        <a:solidFill>
          <a:schemeClr val="accent6">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b="1" i="0" kern="1200" dirty="0">
            <a:solidFill>
              <a:schemeClr val="bg1"/>
            </a:solidFill>
            <a:latin typeface="Arial" pitchFamily="34" charset="0"/>
            <a:cs typeface="Arial" pitchFamily="34" charset="0"/>
          </a:endParaRPr>
        </a:p>
        <a:p>
          <a:pPr marL="0" lvl="0" indent="0" algn="ctr" defTabSz="711200">
            <a:lnSpc>
              <a:spcPct val="90000"/>
            </a:lnSpc>
            <a:spcBef>
              <a:spcPct val="0"/>
            </a:spcBef>
            <a:spcAft>
              <a:spcPct val="35000"/>
            </a:spcAft>
            <a:buNone/>
          </a:pPr>
          <a:r>
            <a:rPr lang="en-US" sz="1600" b="1" i="0" kern="1200" dirty="0">
              <a:solidFill>
                <a:schemeClr val="bg1"/>
              </a:solidFill>
              <a:latin typeface="Arial" pitchFamily="34" charset="0"/>
              <a:cs typeface="Arial" pitchFamily="34" charset="0"/>
            </a:rPr>
            <a:t>Adding </a:t>
          </a:r>
        </a:p>
        <a:p>
          <a:pPr marL="0" lvl="0" indent="0" algn="ctr" defTabSz="711200">
            <a:lnSpc>
              <a:spcPct val="90000"/>
            </a:lnSpc>
            <a:spcBef>
              <a:spcPct val="0"/>
            </a:spcBef>
            <a:spcAft>
              <a:spcPct val="35000"/>
            </a:spcAft>
            <a:buNone/>
          </a:pPr>
          <a:r>
            <a:rPr lang="en-US" sz="1600" b="1" i="0" kern="1200" dirty="0">
              <a:solidFill>
                <a:schemeClr val="bg1"/>
              </a:solidFill>
              <a:latin typeface="Arial" pitchFamily="34" charset="0"/>
              <a:cs typeface="Arial" pitchFamily="34" charset="0"/>
            </a:rPr>
            <a:t>Survey </a:t>
          </a:r>
        </a:p>
        <a:p>
          <a:pPr marL="0" lvl="0" indent="0" algn="ctr" defTabSz="711200">
            <a:lnSpc>
              <a:spcPct val="90000"/>
            </a:lnSpc>
            <a:spcBef>
              <a:spcPct val="0"/>
            </a:spcBef>
            <a:spcAft>
              <a:spcPct val="35000"/>
            </a:spcAft>
            <a:buNone/>
          </a:pPr>
          <a:r>
            <a:rPr lang="en-US" sz="1600" b="1" i="0" kern="1200" dirty="0">
              <a:solidFill>
                <a:schemeClr val="bg1"/>
              </a:solidFill>
              <a:latin typeface="Arial" pitchFamily="34" charset="0"/>
              <a:cs typeface="Arial" pitchFamily="34" charset="0"/>
            </a:rPr>
            <a:t>Targets</a:t>
          </a:r>
        </a:p>
      </dsp:txBody>
      <dsp:txXfrm rot="-5400000">
        <a:off x="0" y="4414912"/>
        <a:ext cx="1311226" cy="561954"/>
      </dsp:txXfrm>
    </dsp:sp>
    <dsp:sp modelId="{56FD7E18-2720-4874-B5D6-58B22DD20BBF}">
      <dsp:nvSpPr>
        <dsp:cNvPr id="0" name=""/>
        <dsp:cNvSpPr/>
      </dsp:nvSpPr>
      <dsp:spPr>
        <a:xfrm rot="5400000">
          <a:off x="5228429" y="-157903"/>
          <a:ext cx="1217567" cy="9051973"/>
        </a:xfrm>
        <a:prstGeom prst="round2SameRect">
          <a:avLst/>
        </a:prstGeom>
        <a:blipFill rotWithShape="0">
          <a:blip xmlns:r="http://schemas.openxmlformats.org/officeDocument/2006/relationships" r:embed="rId1"/>
          <a:stretch>
            <a:fillRect/>
          </a:stretch>
        </a:blip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b="0" i="0" kern="1200" dirty="0">
              <a:solidFill>
                <a:schemeClr val="tx1"/>
              </a:solidFill>
              <a:latin typeface="Arial" pitchFamily="34" charset="0"/>
              <a:cs typeface="Arial" pitchFamily="34" charset="0"/>
            </a:rPr>
            <a:t>Survey Targets are linking records between an account and a Survey.</a:t>
          </a:r>
        </a:p>
        <a:p>
          <a:pPr marL="114300" lvl="1" indent="-114300" algn="l" defTabSz="622300">
            <a:lnSpc>
              <a:spcPct val="90000"/>
            </a:lnSpc>
            <a:spcBef>
              <a:spcPct val="0"/>
            </a:spcBef>
            <a:spcAft>
              <a:spcPct val="15000"/>
            </a:spcAft>
            <a:buChar char="•"/>
          </a:pPr>
          <a:r>
            <a:rPr lang="en-US" sz="1400" b="0" i="0" kern="1200" dirty="0">
              <a:solidFill>
                <a:schemeClr val="tx1"/>
              </a:solidFill>
              <a:latin typeface="Arial" pitchFamily="34" charset="0"/>
              <a:cs typeface="Arial" pitchFamily="34" charset="0"/>
            </a:rPr>
            <a:t>When a Survey Target is added to a Survey, a new record is created. </a:t>
          </a:r>
        </a:p>
        <a:p>
          <a:pPr marL="114300" lvl="1" indent="-114300" algn="l" defTabSz="622300">
            <a:lnSpc>
              <a:spcPct val="90000"/>
            </a:lnSpc>
            <a:spcBef>
              <a:spcPct val="0"/>
            </a:spcBef>
            <a:spcAft>
              <a:spcPct val="15000"/>
            </a:spcAft>
            <a:buChar char="•"/>
          </a:pPr>
          <a:r>
            <a:rPr lang="en-US" sz="1400" b="0" i="0" kern="1200" dirty="0">
              <a:solidFill>
                <a:schemeClr val="tx1"/>
              </a:solidFill>
              <a:latin typeface="Arial" pitchFamily="34" charset="0"/>
              <a:cs typeface="Arial" pitchFamily="34" charset="0"/>
            </a:rPr>
            <a:t>Each instance of the account responding to the Survey is a unique Survey Target record. Therefore, if there is a recurring Survey a user completes every three months for an account, four Survey Target records are created in a year.</a:t>
          </a:r>
        </a:p>
      </dsp:txBody>
      <dsp:txXfrm rot="-5400000">
        <a:off x="1311227" y="3818736"/>
        <a:ext cx="8992536" cy="10986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725CEC-ADA7-4362-9BC0-2390939C892E}">
      <dsp:nvSpPr>
        <dsp:cNvPr id="0" name=""/>
        <dsp:cNvSpPr/>
      </dsp:nvSpPr>
      <dsp:spPr>
        <a:xfrm>
          <a:off x="4176290" y="2495921"/>
          <a:ext cx="3279402" cy="520232"/>
        </a:xfrm>
        <a:custGeom>
          <a:avLst/>
          <a:gdLst/>
          <a:ahLst/>
          <a:cxnLst/>
          <a:rect l="0" t="0" r="0" b="0"/>
          <a:pathLst>
            <a:path>
              <a:moveTo>
                <a:pt x="0" y="0"/>
              </a:moveTo>
              <a:lnTo>
                <a:pt x="0" y="354523"/>
              </a:lnTo>
              <a:lnTo>
                <a:pt x="3279402" y="354523"/>
              </a:lnTo>
              <a:lnTo>
                <a:pt x="3279402" y="5202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BC786-0073-447C-B271-5E024843A89E}">
      <dsp:nvSpPr>
        <dsp:cNvPr id="0" name=""/>
        <dsp:cNvSpPr/>
      </dsp:nvSpPr>
      <dsp:spPr>
        <a:xfrm>
          <a:off x="4176290" y="2495921"/>
          <a:ext cx="1093134" cy="520232"/>
        </a:xfrm>
        <a:custGeom>
          <a:avLst/>
          <a:gdLst/>
          <a:ahLst/>
          <a:cxnLst/>
          <a:rect l="0" t="0" r="0" b="0"/>
          <a:pathLst>
            <a:path>
              <a:moveTo>
                <a:pt x="0" y="0"/>
              </a:moveTo>
              <a:lnTo>
                <a:pt x="0" y="354523"/>
              </a:lnTo>
              <a:lnTo>
                <a:pt x="1093134" y="354523"/>
              </a:lnTo>
              <a:lnTo>
                <a:pt x="1093134" y="5202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00D3BE-8905-4213-8157-8646682044F8}">
      <dsp:nvSpPr>
        <dsp:cNvPr id="0" name=""/>
        <dsp:cNvSpPr/>
      </dsp:nvSpPr>
      <dsp:spPr>
        <a:xfrm>
          <a:off x="3083156" y="2495921"/>
          <a:ext cx="1093134" cy="520232"/>
        </a:xfrm>
        <a:custGeom>
          <a:avLst/>
          <a:gdLst/>
          <a:ahLst/>
          <a:cxnLst/>
          <a:rect l="0" t="0" r="0" b="0"/>
          <a:pathLst>
            <a:path>
              <a:moveTo>
                <a:pt x="1093134" y="0"/>
              </a:moveTo>
              <a:lnTo>
                <a:pt x="1093134" y="354523"/>
              </a:lnTo>
              <a:lnTo>
                <a:pt x="0" y="354523"/>
              </a:lnTo>
              <a:lnTo>
                <a:pt x="0" y="5202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9AC64-85AE-4953-976D-76036FAABF22}">
      <dsp:nvSpPr>
        <dsp:cNvPr id="0" name=""/>
        <dsp:cNvSpPr/>
      </dsp:nvSpPr>
      <dsp:spPr>
        <a:xfrm>
          <a:off x="896887" y="2495921"/>
          <a:ext cx="3279402" cy="520232"/>
        </a:xfrm>
        <a:custGeom>
          <a:avLst/>
          <a:gdLst/>
          <a:ahLst/>
          <a:cxnLst/>
          <a:rect l="0" t="0" r="0" b="0"/>
          <a:pathLst>
            <a:path>
              <a:moveTo>
                <a:pt x="3279402" y="0"/>
              </a:moveTo>
              <a:lnTo>
                <a:pt x="3279402" y="354523"/>
              </a:lnTo>
              <a:lnTo>
                <a:pt x="0" y="354523"/>
              </a:lnTo>
              <a:lnTo>
                <a:pt x="0" y="5202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408869-0756-4925-967E-73F6F005641B}">
      <dsp:nvSpPr>
        <dsp:cNvPr id="0" name=""/>
        <dsp:cNvSpPr/>
      </dsp:nvSpPr>
      <dsp:spPr>
        <a:xfrm>
          <a:off x="3138386" y="1360055"/>
          <a:ext cx="2075808" cy="11358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F78F8-EE99-4B7D-84AC-FB8B276FA1D3}">
      <dsp:nvSpPr>
        <dsp:cNvPr id="0" name=""/>
        <dsp:cNvSpPr/>
      </dsp:nvSpPr>
      <dsp:spPr>
        <a:xfrm>
          <a:off x="3337138" y="1548869"/>
          <a:ext cx="2075808" cy="1135865"/>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chemeClr val="tx1"/>
              </a:solidFill>
              <a:latin typeface="Arial" pitchFamily="34" charset="0"/>
              <a:cs typeface="Arial" pitchFamily="34" charset="0"/>
            </a:rPr>
            <a:t>Survey Management Page Sections</a:t>
          </a:r>
          <a:endParaRPr lang="en-US" sz="1600" kern="1200" dirty="0">
            <a:solidFill>
              <a:schemeClr val="tx1"/>
            </a:solidFill>
            <a:latin typeface="Arial" pitchFamily="34" charset="0"/>
            <a:cs typeface="Arial" pitchFamily="34" charset="0"/>
          </a:endParaRPr>
        </a:p>
      </dsp:txBody>
      <dsp:txXfrm>
        <a:off x="3370406" y="1582137"/>
        <a:ext cx="2009272" cy="1069329"/>
      </dsp:txXfrm>
    </dsp:sp>
    <dsp:sp modelId="{21CBD517-0BA6-499E-AC48-BF03716D57C5}">
      <dsp:nvSpPr>
        <dsp:cNvPr id="0" name=""/>
        <dsp:cNvSpPr/>
      </dsp:nvSpPr>
      <dsp:spPr>
        <a:xfrm>
          <a:off x="2505" y="3016153"/>
          <a:ext cx="1788765" cy="11358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9D869-FD0C-469A-89FD-F3C21BB8864E}">
      <dsp:nvSpPr>
        <dsp:cNvPr id="0" name=""/>
        <dsp:cNvSpPr/>
      </dsp:nvSpPr>
      <dsp:spPr>
        <a:xfrm>
          <a:off x="201256" y="3204967"/>
          <a:ext cx="1788765" cy="1135865"/>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chemeClr val="tx1"/>
              </a:solidFill>
              <a:latin typeface="Arial" pitchFamily="34" charset="0"/>
              <a:cs typeface="Arial" pitchFamily="34" charset="0"/>
            </a:rPr>
            <a:t>Survey header information</a:t>
          </a:r>
          <a:endParaRPr lang="en-US" sz="1600" kern="1200" dirty="0">
            <a:solidFill>
              <a:schemeClr val="tx1"/>
            </a:solidFill>
            <a:latin typeface="Arial" pitchFamily="34" charset="0"/>
            <a:cs typeface="Arial" pitchFamily="34" charset="0"/>
          </a:endParaRPr>
        </a:p>
      </dsp:txBody>
      <dsp:txXfrm>
        <a:off x="234524" y="3238235"/>
        <a:ext cx="1722229" cy="1069329"/>
      </dsp:txXfrm>
    </dsp:sp>
    <dsp:sp modelId="{A4AAEB38-0298-4A43-BFB8-0D296BFC3C90}">
      <dsp:nvSpPr>
        <dsp:cNvPr id="0" name=""/>
        <dsp:cNvSpPr/>
      </dsp:nvSpPr>
      <dsp:spPr>
        <a:xfrm>
          <a:off x="2188773" y="3016153"/>
          <a:ext cx="1788765" cy="11358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C8D9F1-4405-4034-AC2B-E771281EE402}">
      <dsp:nvSpPr>
        <dsp:cNvPr id="0" name=""/>
        <dsp:cNvSpPr/>
      </dsp:nvSpPr>
      <dsp:spPr>
        <a:xfrm>
          <a:off x="2387525" y="3204967"/>
          <a:ext cx="1788765" cy="1135865"/>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chemeClr val="tx1"/>
              </a:solidFill>
              <a:latin typeface="Arial" pitchFamily="34" charset="0"/>
              <a:cs typeface="Arial" pitchFamily="34" charset="0"/>
            </a:rPr>
            <a:t>Questions section</a:t>
          </a:r>
          <a:endParaRPr lang="en-US" sz="1600" kern="1200" dirty="0">
            <a:solidFill>
              <a:schemeClr val="tx1"/>
            </a:solidFill>
            <a:latin typeface="Arial" pitchFamily="34" charset="0"/>
            <a:cs typeface="Arial" pitchFamily="34" charset="0"/>
          </a:endParaRPr>
        </a:p>
      </dsp:txBody>
      <dsp:txXfrm>
        <a:off x="2420793" y="3238235"/>
        <a:ext cx="1722229" cy="1069329"/>
      </dsp:txXfrm>
    </dsp:sp>
    <dsp:sp modelId="{A3B693E1-ACE3-40E0-A7D0-62EA40D3922D}">
      <dsp:nvSpPr>
        <dsp:cNvPr id="0" name=""/>
        <dsp:cNvSpPr/>
      </dsp:nvSpPr>
      <dsp:spPr>
        <a:xfrm>
          <a:off x="4375042" y="3016153"/>
          <a:ext cx="1788765" cy="11358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5688E-DA41-4AED-B3FF-8F1D16284E4A}">
      <dsp:nvSpPr>
        <dsp:cNvPr id="0" name=""/>
        <dsp:cNvSpPr/>
      </dsp:nvSpPr>
      <dsp:spPr>
        <a:xfrm>
          <a:off x="4573794" y="3204967"/>
          <a:ext cx="1788765" cy="1135865"/>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chemeClr val="tx1"/>
              </a:solidFill>
              <a:latin typeface="Arial" pitchFamily="34" charset="0"/>
              <a:cs typeface="Arial" pitchFamily="34" charset="0"/>
            </a:rPr>
            <a:t>Segments section</a:t>
          </a:r>
          <a:endParaRPr lang="en-US" sz="1600" kern="1200" dirty="0">
            <a:solidFill>
              <a:schemeClr val="tx1"/>
            </a:solidFill>
            <a:latin typeface="Arial" pitchFamily="34" charset="0"/>
            <a:cs typeface="Arial" pitchFamily="34" charset="0"/>
          </a:endParaRPr>
        </a:p>
      </dsp:txBody>
      <dsp:txXfrm>
        <a:off x="4607062" y="3238235"/>
        <a:ext cx="1722229" cy="1069329"/>
      </dsp:txXfrm>
    </dsp:sp>
    <dsp:sp modelId="{CFF280D0-6806-4E42-B797-B04798ECFC3F}">
      <dsp:nvSpPr>
        <dsp:cNvPr id="0" name=""/>
        <dsp:cNvSpPr/>
      </dsp:nvSpPr>
      <dsp:spPr>
        <a:xfrm>
          <a:off x="6561310" y="3016153"/>
          <a:ext cx="1788765" cy="11358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BD4FD5-9EBC-40AC-8314-F2F19D005655}">
      <dsp:nvSpPr>
        <dsp:cNvPr id="0" name=""/>
        <dsp:cNvSpPr/>
      </dsp:nvSpPr>
      <dsp:spPr>
        <a:xfrm>
          <a:off x="6760062" y="3204967"/>
          <a:ext cx="1788765" cy="1135865"/>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solidFill>
                <a:schemeClr val="tx1"/>
              </a:solidFill>
              <a:latin typeface="Arial" pitchFamily="34" charset="0"/>
              <a:cs typeface="Arial" pitchFamily="34" charset="0"/>
            </a:rPr>
            <a:t>Targets section</a:t>
          </a:r>
          <a:endParaRPr lang="en-US" sz="1600" kern="1200" dirty="0">
            <a:solidFill>
              <a:schemeClr val="tx1"/>
            </a:solidFill>
            <a:latin typeface="Arial" pitchFamily="34" charset="0"/>
            <a:cs typeface="Arial" pitchFamily="34" charset="0"/>
          </a:endParaRPr>
        </a:p>
      </dsp:txBody>
      <dsp:txXfrm>
        <a:off x="6793330" y="3238235"/>
        <a:ext cx="1722229" cy="10693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BD58D4-4026-44B7-94EB-2590F3B8036B}">
      <dsp:nvSpPr>
        <dsp:cNvPr id="0" name=""/>
        <dsp:cNvSpPr/>
      </dsp:nvSpPr>
      <dsp:spPr>
        <a:xfrm rot="5400000">
          <a:off x="5166321" y="-1933611"/>
          <a:ext cx="1066878" cy="536448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solidFill>
                <a:schemeClr val="tx1"/>
              </a:solidFill>
              <a:latin typeface="Arial" pitchFamily="34" charset="0"/>
              <a:cs typeface="Arial" pitchFamily="34" charset="0"/>
            </a:rPr>
            <a:t>Display the Questions section. Remove if you do not want the user to be able to view, create, or edit questions on the Survey</a:t>
          </a:r>
          <a:endParaRPr lang="en-US" sz="1600" kern="1200" dirty="0">
            <a:solidFill>
              <a:schemeClr val="tx1"/>
            </a:solidFill>
            <a:latin typeface="Arial" pitchFamily="34" charset="0"/>
            <a:cs typeface="Arial" pitchFamily="34" charset="0"/>
          </a:endParaRPr>
        </a:p>
      </dsp:txBody>
      <dsp:txXfrm rot="-5400000">
        <a:off x="3017521" y="267270"/>
        <a:ext cx="5312399" cy="962716"/>
      </dsp:txXfrm>
    </dsp:sp>
    <dsp:sp modelId="{008AE83E-867E-40A1-A521-7ADBB5004F1B}">
      <dsp:nvSpPr>
        <dsp:cNvPr id="0" name=""/>
        <dsp:cNvSpPr/>
      </dsp:nvSpPr>
      <dsp:spPr>
        <a:xfrm>
          <a:off x="0" y="180555"/>
          <a:ext cx="3017520" cy="1136146"/>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err="1">
              <a:solidFill>
                <a:schemeClr val="tx1"/>
              </a:solidFill>
              <a:latin typeface="Arial" pitchFamily="34" charset="0"/>
              <a:cs typeface="Arial" pitchFamily="34" charset="0"/>
            </a:rPr>
            <a:t>zvod_Questions_vod</a:t>
          </a:r>
          <a:endParaRPr lang="en-US" sz="1600" kern="1200" dirty="0">
            <a:solidFill>
              <a:schemeClr val="tx1"/>
            </a:solidFill>
            <a:latin typeface="Arial" pitchFamily="34" charset="0"/>
            <a:cs typeface="Arial" pitchFamily="34" charset="0"/>
          </a:endParaRPr>
        </a:p>
      </dsp:txBody>
      <dsp:txXfrm>
        <a:off x="55462" y="236017"/>
        <a:ext cx="2906596" cy="1025222"/>
      </dsp:txXfrm>
    </dsp:sp>
    <dsp:sp modelId="{7B1751D6-C612-4AE1-B85D-EC553A585E84}">
      <dsp:nvSpPr>
        <dsp:cNvPr id="0" name=""/>
        <dsp:cNvSpPr/>
      </dsp:nvSpPr>
      <dsp:spPr>
        <a:xfrm rot="5400000">
          <a:off x="5217473" y="-540132"/>
          <a:ext cx="1023096" cy="5301615"/>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solidFill>
                <a:schemeClr val="tx1"/>
              </a:solidFill>
              <a:latin typeface="Arial" pitchFamily="34" charset="0"/>
              <a:cs typeface="Arial" pitchFamily="34" charset="0"/>
            </a:rPr>
            <a:t>Displays the Segments section. Remove if you do not want the user to view, create, or edit segments on the Survey</a:t>
          </a:r>
        </a:p>
      </dsp:txBody>
      <dsp:txXfrm rot="-5400000">
        <a:off x="3078214" y="1649070"/>
        <a:ext cx="5251672" cy="923210"/>
      </dsp:txXfrm>
    </dsp:sp>
    <dsp:sp modelId="{F356B730-C39B-416A-9554-5264239C0585}">
      <dsp:nvSpPr>
        <dsp:cNvPr id="0" name=""/>
        <dsp:cNvSpPr/>
      </dsp:nvSpPr>
      <dsp:spPr>
        <a:xfrm>
          <a:off x="0" y="1533871"/>
          <a:ext cx="3078214" cy="1153607"/>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err="1">
              <a:solidFill>
                <a:schemeClr val="tx1"/>
              </a:solidFill>
              <a:latin typeface="Arial" pitchFamily="34" charset="0"/>
              <a:cs typeface="Arial" pitchFamily="34" charset="0"/>
            </a:rPr>
            <a:t>zvod_Segments_vod</a:t>
          </a:r>
          <a:endParaRPr lang="en-US" sz="1600" kern="1200" dirty="0">
            <a:solidFill>
              <a:schemeClr val="tx1"/>
            </a:solidFill>
            <a:latin typeface="Arial" pitchFamily="34" charset="0"/>
            <a:cs typeface="Arial" pitchFamily="34" charset="0"/>
          </a:endParaRPr>
        </a:p>
      </dsp:txBody>
      <dsp:txXfrm>
        <a:off x="56314" y="1590185"/>
        <a:ext cx="2965586" cy="1040979"/>
      </dsp:txXfrm>
    </dsp:sp>
    <dsp:sp modelId="{FF4B0B8E-8F21-4145-944E-C4406CC62309}">
      <dsp:nvSpPr>
        <dsp:cNvPr id="0" name=""/>
        <dsp:cNvSpPr/>
      </dsp:nvSpPr>
      <dsp:spPr>
        <a:xfrm rot="5400000">
          <a:off x="5070662" y="851506"/>
          <a:ext cx="1258196" cy="536448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solidFill>
                <a:schemeClr val="tx1"/>
              </a:solidFill>
              <a:latin typeface="Arial" pitchFamily="34" charset="0"/>
              <a:cs typeface="Arial" pitchFamily="34" charset="0"/>
            </a:rPr>
            <a:t>Displays the Targets section. Remove if you do not want the user to add or remove Survey Targets</a:t>
          </a:r>
        </a:p>
      </dsp:txBody>
      <dsp:txXfrm rot="-5400000">
        <a:off x="3017520" y="2966068"/>
        <a:ext cx="5303060" cy="1135356"/>
      </dsp:txXfrm>
    </dsp:sp>
    <dsp:sp modelId="{0604E969-687F-42D3-91D3-E3170F114DB5}">
      <dsp:nvSpPr>
        <dsp:cNvPr id="0" name=""/>
        <dsp:cNvSpPr/>
      </dsp:nvSpPr>
      <dsp:spPr>
        <a:xfrm>
          <a:off x="0" y="2945020"/>
          <a:ext cx="3017520" cy="1177452"/>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err="1">
              <a:solidFill>
                <a:schemeClr val="tx1"/>
              </a:solidFill>
              <a:latin typeface="Arial" pitchFamily="34" charset="0"/>
              <a:cs typeface="Arial" pitchFamily="34" charset="0"/>
            </a:rPr>
            <a:t>zvod_Targets_vod</a:t>
          </a:r>
          <a:endParaRPr lang="en-US" sz="1600" kern="1200" dirty="0">
            <a:solidFill>
              <a:schemeClr val="tx1"/>
            </a:solidFill>
            <a:latin typeface="Arial" pitchFamily="34" charset="0"/>
            <a:cs typeface="Arial" pitchFamily="34" charset="0"/>
          </a:endParaRPr>
        </a:p>
      </dsp:txBody>
      <dsp:txXfrm>
        <a:off x="57478" y="3002498"/>
        <a:ext cx="2902564" cy="10624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FE1DC-8513-4C05-B451-4CBD22BA38E0}">
      <dsp:nvSpPr>
        <dsp:cNvPr id="0" name=""/>
        <dsp:cNvSpPr/>
      </dsp:nvSpPr>
      <dsp:spPr>
        <a:xfrm>
          <a:off x="2254568" y="2850445"/>
          <a:ext cx="613412" cy="2337698"/>
        </a:xfrm>
        <a:custGeom>
          <a:avLst/>
          <a:gdLst/>
          <a:ahLst/>
          <a:cxnLst/>
          <a:rect l="0" t="0" r="0" b="0"/>
          <a:pathLst>
            <a:path>
              <a:moveTo>
                <a:pt x="0" y="0"/>
              </a:moveTo>
              <a:lnTo>
                <a:pt x="306706" y="0"/>
              </a:lnTo>
              <a:lnTo>
                <a:pt x="306706" y="2337698"/>
              </a:lnTo>
              <a:lnTo>
                <a:pt x="613412" y="233769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500854" y="3958873"/>
        <a:ext cx="120841" cy="120841"/>
      </dsp:txXfrm>
    </dsp:sp>
    <dsp:sp modelId="{140C9913-1ED5-447C-9E68-F23AFBC1769A}">
      <dsp:nvSpPr>
        <dsp:cNvPr id="0" name=""/>
        <dsp:cNvSpPr/>
      </dsp:nvSpPr>
      <dsp:spPr>
        <a:xfrm>
          <a:off x="2254568" y="2850445"/>
          <a:ext cx="613412" cy="1125901"/>
        </a:xfrm>
        <a:custGeom>
          <a:avLst/>
          <a:gdLst/>
          <a:ahLst/>
          <a:cxnLst/>
          <a:rect l="0" t="0" r="0" b="0"/>
          <a:pathLst>
            <a:path>
              <a:moveTo>
                <a:pt x="0" y="0"/>
              </a:moveTo>
              <a:lnTo>
                <a:pt x="306706" y="0"/>
              </a:lnTo>
              <a:lnTo>
                <a:pt x="306706" y="1125901"/>
              </a:lnTo>
              <a:lnTo>
                <a:pt x="613412" y="11259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9221" y="3381341"/>
        <a:ext cx="64107" cy="64107"/>
      </dsp:txXfrm>
    </dsp:sp>
    <dsp:sp modelId="{416A148D-A315-4CEC-A05B-F23881E42595}">
      <dsp:nvSpPr>
        <dsp:cNvPr id="0" name=""/>
        <dsp:cNvSpPr/>
      </dsp:nvSpPr>
      <dsp:spPr>
        <a:xfrm>
          <a:off x="2254568" y="2761776"/>
          <a:ext cx="613412" cy="91440"/>
        </a:xfrm>
        <a:custGeom>
          <a:avLst/>
          <a:gdLst/>
          <a:ahLst/>
          <a:cxnLst/>
          <a:rect l="0" t="0" r="0" b="0"/>
          <a:pathLst>
            <a:path>
              <a:moveTo>
                <a:pt x="0" y="88668"/>
              </a:moveTo>
              <a:lnTo>
                <a:pt x="306706" y="88668"/>
              </a:lnTo>
              <a:lnTo>
                <a:pt x="306706" y="45720"/>
              </a:lnTo>
              <a:lnTo>
                <a:pt x="613412"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45902" y="2792123"/>
        <a:ext cx="30745" cy="30745"/>
      </dsp:txXfrm>
    </dsp:sp>
    <dsp:sp modelId="{4A08B58F-E562-4B2E-A586-8761B6B73098}">
      <dsp:nvSpPr>
        <dsp:cNvPr id="0" name=""/>
        <dsp:cNvSpPr/>
      </dsp:nvSpPr>
      <dsp:spPr>
        <a:xfrm>
          <a:off x="2254568" y="1638647"/>
          <a:ext cx="613412" cy="1211797"/>
        </a:xfrm>
        <a:custGeom>
          <a:avLst/>
          <a:gdLst/>
          <a:ahLst/>
          <a:cxnLst/>
          <a:rect l="0" t="0" r="0" b="0"/>
          <a:pathLst>
            <a:path>
              <a:moveTo>
                <a:pt x="0" y="1211797"/>
              </a:moveTo>
              <a:lnTo>
                <a:pt x="306706" y="1211797"/>
              </a:lnTo>
              <a:lnTo>
                <a:pt x="306706" y="0"/>
              </a:lnTo>
              <a:lnTo>
                <a:pt x="61341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27319" y="2210590"/>
        <a:ext cx="67910" cy="67910"/>
      </dsp:txXfrm>
    </dsp:sp>
    <dsp:sp modelId="{FA9E4B02-F762-44F7-B732-5626F7F3F3A2}">
      <dsp:nvSpPr>
        <dsp:cNvPr id="0" name=""/>
        <dsp:cNvSpPr/>
      </dsp:nvSpPr>
      <dsp:spPr>
        <a:xfrm>
          <a:off x="2254568" y="469797"/>
          <a:ext cx="613412" cy="2380647"/>
        </a:xfrm>
        <a:custGeom>
          <a:avLst/>
          <a:gdLst/>
          <a:ahLst/>
          <a:cxnLst/>
          <a:rect l="0" t="0" r="0" b="0"/>
          <a:pathLst>
            <a:path>
              <a:moveTo>
                <a:pt x="0" y="2380647"/>
              </a:moveTo>
              <a:lnTo>
                <a:pt x="306706" y="2380647"/>
              </a:lnTo>
              <a:lnTo>
                <a:pt x="306706" y="0"/>
              </a:lnTo>
              <a:lnTo>
                <a:pt x="61341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499814" y="1598661"/>
        <a:ext cx="122920" cy="122920"/>
      </dsp:txXfrm>
    </dsp:sp>
    <dsp:sp modelId="{45E283ED-BFDE-4D6E-8A14-572A9930041A}">
      <dsp:nvSpPr>
        <dsp:cNvPr id="0" name=""/>
        <dsp:cNvSpPr/>
      </dsp:nvSpPr>
      <dsp:spPr>
        <a:xfrm rot="16200000">
          <a:off x="-673706" y="2382905"/>
          <a:ext cx="4921471" cy="935079"/>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rial" pitchFamily="34" charset="0"/>
              <a:cs typeface="Arial" pitchFamily="34" charset="0"/>
            </a:rPr>
            <a:t>Survey  Status = Development</a:t>
          </a:r>
        </a:p>
      </dsp:txBody>
      <dsp:txXfrm>
        <a:off x="-673706" y="2382905"/>
        <a:ext cx="4921471" cy="935079"/>
      </dsp:txXfrm>
    </dsp:sp>
    <dsp:sp modelId="{EA5D5662-8876-4AC1-8D63-7AAD19B77B2C}">
      <dsp:nvSpPr>
        <dsp:cNvPr id="0" name=""/>
        <dsp:cNvSpPr/>
      </dsp:nvSpPr>
      <dsp:spPr>
        <a:xfrm>
          <a:off x="2867981" y="2258"/>
          <a:ext cx="5261328" cy="935079"/>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Edit button displays if the user has edit permission to </a:t>
          </a:r>
          <a:r>
            <a:rPr lang="en-US" sz="1600" b="1" i="0" kern="1200" dirty="0" err="1">
              <a:solidFill>
                <a:schemeClr val="tx1"/>
              </a:solidFill>
              <a:latin typeface="Arial" pitchFamily="34" charset="0"/>
              <a:cs typeface="Arial" pitchFamily="34" charset="0"/>
            </a:rPr>
            <a:t>Survey_vod</a:t>
          </a:r>
          <a:endParaRPr lang="en-US" sz="1600" b="1" kern="1200" dirty="0">
            <a:solidFill>
              <a:schemeClr val="tx1"/>
            </a:solidFill>
            <a:latin typeface="Arial" pitchFamily="34" charset="0"/>
            <a:cs typeface="Arial" pitchFamily="34" charset="0"/>
          </a:endParaRPr>
        </a:p>
      </dsp:txBody>
      <dsp:txXfrm>
        <a:off x="2867981" y="2258"/>
        <a:ext cx="5261328" cy="935079"/>
      </dsp:txXfrm>
    </dsp:sp>
    <dsp:sp modelId="{B1B6E4E6-00DE-425A-870A-66BFE9C3A376}">
      <dsp:nvSpPr>
        <dsp:cNvPr id="0" name=""/>
        <dsp:cNvSpPr/>
      </dsp:nvSpPr>
      <dsp:spPr>
        <a:xfrm>
          <a:off x="2867981" y="1171107"/>
          <a:ext cx="5229921" cy="935079"/>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Publish button displays if the user has edit permission to </a:t>
          </a:r>
          <a:r>
            <a:rPr lang="en-US" sz="1600" b="1" i="0" kern="1200" dirty="0" err="1">
              <a:solidFill>
                <a:schemeClr val="tx1"/>
              </a:solidFill>
              <a:latin typeface="Arial" pitchFamily="34" charset="0"/>
              <a:cs typeface="Arial" pitchFamily="34" charset="0"/>
            </a:rPr>
            <a:t>Survey_vod</a:t>
          </a:r>
          <a:r>
            <a:rPr lang="en-US" sz="1600" b="1" i="0" kern="1200" dirty="0">
              <a:solidFill>
                <a:schemeClr val="tx1"/>
              </a:solidFill>
              <a:latin typeface="Arial" pitchFamily="34" charset="0"/>
              <a:cs typeface="Arial" pitchFamily="34" charset="0"/>
            </a:rPr>
            <a:t> and </a:t>
          </a:r>
          <a:r>
            <a:rPr lang="en-US" sz="1600" b="1" i="0" kern="1200" dirty="0" err="1">
              <a:solidFill>
                <a:schemeClr val="tx1"/>
              </a:solidFill>
              <a:latin typeface="Arial" pitchFamily="34" charset="0"/>
              <a:cs typeface="Arial" pitchFamily="34" charset="0"/>
            </a:rPr>
            <a:t>Survey_Target_vod</a:t>
          </a:r>
          <a:endParaRPr lang="en-US" sz="1600" b="1" kern="1200" dirty="0">
            <a:solidFill>
              <a:schemeClr val="tx1"/>
            </a:solidFill>
            <a:latin typeface="Arial" pitchFamily="34" charset="0"/>
            <a:cs typeface="Arial" pitchFamily="34" charset="0"/>
          </a:endParaRPr>
        </a:p>
      </dsp:txBody>
      <dsp:txXfrm>
        <a:off x="2867981" y="1171107"/>
        <a:ext cx="5229921" cy="935079"/>
      </dsp:txXfrm>
    </dsp:sp>
    <dsp:sp modelId="{00672473-2A47-47F1-803C-81668DD17C42}">
      <dsp:nvSpPr>
        <dsp:cNvPr id="0" name=""/>
        <dsp:cNvSpPr/>
      </dsp:nvSpPr>
      <dsp:spPr>
        <a:xfrm>
          <a:off x="2867981" y="2339957"/>
          <a:ext cx="5229921" cy="935079"/>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Clone button displays if the user has create permission </a:t>
          </a:r>
          <a:r>
            <a:rPr lang="en-US" sz="1600" b="1" i="0" kern="1200" dirty="0" err="1">
              <a:solidFill>
                <a:schemeClr val="tx1"/>
              </a:solidFill>
              <a:latin typeface="Arial" pitchFamily="34" charset="0"/>
              <a:cs typeface="Arial" pitchFamily="34" charset="0"/>
            </a:rPr>
            <a:t>Survey_vod</a:t>
          </a:r>
          <a:r>
            <a:rPr lang="en-US" sz="1600" b="1" i="0" kern="1200" dirty="0">
              <a:solidFill>
                <a:schemeClr val="tx1"/>
              </a:solidFill>
              <a:latin typeface="Arial" pitchFamily="34" charset="0"/>
              <a:cs typeface="Arial" pitchFamily="34" charset="0"/>
            </a:rPr>
            <a:t> and </a:t>
          </a:r>
          <a:r>
            <a:rPr lang="en-US" sz="1600" b="1" i="0" kern="1200" dirty="0" err="1">
              <a:solidFill>
                <a:schemeClr val="tx1"/>
              </a:solidFill>
              <a:latin typeface="Arial" pitchFamily="34" charset="0"/>
              <a:cs typeface="Arial" pitchFamily="34" charset="0"/>
            </a:rPr>
            <a:t>Survey_Question_vod</a:t>
          </a:r>
          <a:endParaRPr lang="en-US" sz="1600" b="1" kern="1200" dirty="0">
            <a:solidFill>
              <a:schemeClr val="tx1"/>
            </a:solidFill>
            <a:latin typeface="Arial" pitchFamily="34" charset="0"/>
            <a:cs typeface="Arial" pitchFamily="34" charset="0"/>
          </a:endParaRPr>
        </a:p>
      </dsp:txBody>
      <dsp:txXfrm>
        <a:off x="2867981" y="2339957"/>
        <a:ext cx="5229921" cy="935079"/>
      </dsp:txXfrm>
    </dsp:sp>
    <dsp:sp modelId="{B85904B0-4BB9-4DF1-A289-EDE0156B06E7}">
      <dsp:nvSpPr>
        <dsp:cNvPr id="0" name=""/>
        <dsp:cNvSpPr/>
      </dsp:nvSpPr>
      <dsp:spPr>
        <a:xfrm>
          <a:off x="2867981" y="3508806"/>
          <a:ext cx="5210783" cy="935079"/>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Delete button displays if the user has delete permission on </a:t>
          </a:r>
          <a:r>
            <a:rPr lang="en-US" sz="1600" b="1" i="0" kern="1200" dirty="0" err="1">
              <a:solidFill>
                <a:schemeClr val="tx1"/>
              </a:solidFill>
              <a:latin typeface="Arial" pitchFamily="34" charset="0"/>
              <a:cs typeface="Arial" pitchFamily="34" charset="0"/>
            </a:rPr>
            <a:t>Survey_vod</a:t>
          </a:r>
          <a:endParaRPr lang="en-US" sz="1600" b="1" kern="1200" dirty="0">
            <a:solidFill>
              <a:schemeClr val="tx1"/>
            </a:solidFill>
            <a:latin typeface="Arial" pitchFamily="34" charset="0"/>
            <a:cs typeface="Arial" pitchFamily="34" charset="0"/>
          </a:endParaRPr>
        </a:p>
      </dsp:txBody>
      <dsp:txXfrm>
        <a:off x="2867981" y="3508806"/>
        <a:ext cx="5210783" cy="935079"/>
      </dsp:txXfrm>
    </dsp:sp>
    <dsp:sp modelId="{8466EFB4-D704-491A-A2AD-A1EB413771B5}">
      <dsp:nvSpPr>
        <dsp:cNvPr id="0" name=""/>
        <dsp:cNvSpPr/>
      </dsp:nvSpPr>
      <dsp:spPr>
        <a:xfrm>
          <a:off x="2867981" y="4677655"/>
          <a:ext cx="5203943" cy="1020975"/>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Translate button displays if the user has create privilege on </a:t>
          </a:r>
          <a:r>
            <a:rPr lang="en-US" sz="1600" b="1" i="0" kern="1200" dirty="0" err="1">
              <a:solidFill>
                <a:schemeClr val="tx1"/>
              </a:solidFill>
              <a:latin typeface="Arial" pitchFamily="34" charset="0"/>
              <a:cs typeface="Arial" pitchFamily="34" charset="0"/>
            </a:rPr>
            <a:t>Survey_vod</a:t>
          </a:r>
          <a:r>
            <a:rPr lang="en-US" sz="1600" b="1" i="0" kern="1200" dirty="0">
              <a:solidFill>
                <a:schemeClr val="tx1"/>
              </a:solidFill>
              <a:latin typeface="Arial" pitchFamily="34" charset="0"/>
              <a:cs typeface="Arial" pitchFamily="34" charset="0"/>
            </a:rPr>
            <a:t> and </a:t>
          </a:r>
          <a:r>
            <a:rPr lang="en-US" sz="1600" b="1" i="0" kern="1200" dirty="0" err="1">
              <a:solidFill>
                <a:schemeClr val="tx1"/>
              </a:solidFill>
              <a:latin typeface="Arial" pitchFamily="34" charset="0"/>
              <a:cs typeface="Arial" pitchFamily="34" charset="0"/>
            </a:rPr>
            <a:t>Survey_Question_vod</a:t>
          </a:r>
          <a:endParaRPr lang="en-US" sz="1600" b="1" kern="1200" dirty="0">
            <a:solidFill>
              <a:schemeClr val="tx1"/>
            </a:solidFill>
            <a:latin typeface="Arial" pitchFamily="34" charset="0"/>
            <a:cs typeface="Arial" pitchFamily="34" charset="0"/>
          </a:endParaRPr>
        </a:p>
      </dsp:txBody>
      <dsp:txXfrm>
        <a:off x="2867981" y="4677655"/>
        <a:ext cx="5203943" cy="10209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0C9913-1ED5-447C-9E68-F23AFBC1769A}">
      <dsp:nvSpPr>
        <dsp:cNvPr id="0" name=""/>
        <dsp:cNvSpPr/>
      </dsp:nvSpPr>
      <dsp:spPr>
        <a:xfrm>
          <a:off x="1039734" y="2850444"/>
          <a:ext cx="677976" cy="1937813"/>
        </a:xfrm>
        <a:custGeom>
          <a:avLst/>
          <a:gdLst/>
          <a:ahLst/>
          <a:cxnLst/>
          <a:rect l="0" t="0" r="0" b="0"/>
          <a:pathLst>
            <a:path>
              <a:moveTo>
                <a:pt x="0" y="0"/>
              </a:moveTo>
              <a:lnTo>
                <a:pt x="338988" y="0"/>
              </a:lnTo>
              <a:lnTo>
                <a:pt x="338988" y="1937813"/>
              </a:lnTo>
              <a:lnTo>
                <a:pt x="677976" y="19378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327398" y="3768026"/>
        <a:ext cx="102649" cy="102649"/>
      </dsp:txXfrm>
    </dsp:sp>
    <dsp:sp modelId="{416A148D-A315-4CEC-A05B-F23881E42595}">
      <dsp:nvSpPr>
        <dsp:cNvPr id="0" name=""/>
        <dsp:cNvSpPr/>
      </dsp:nvSpPr>
      <dsp:spPr>
        <a:xfrm>
          <a:off x="1039734" y="2850444"/>
          <a:ext cx="677976" cy="645937"/>
        </a:xfrm>
        <a:custGeom>
          <a:avLst/>
          <a:gdLst/>
          <a:ahLst/>
          <a:cxnLst/>
          <a:rect l="0" t="0" r="0" b="0"/>
          <a:pathLst>
            <a:path>
              <a:moveTo>
                <a:pt x="0" y="0"/>
              </a:moveTo>
              <a:lnTo>
                <a:pt x="338988" y="0"/>
              </a:lnTo>
              <a:lnTo>
                <a:pt x="338988" y="645937"/>
              </a:lnTo>
              <a:lnTo>
                <a:pt x="677976" y="6459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55312" y="3150002"/>
        <a:ext cx="46821" cy="46821"/>
      </dsp:txXfrm>
    </dsp:sp>
    <dsp:sp modelId="{4A08B58F-E562-4B2E-A586-8761B6B73098}">
      <dsp:nvSpPr>
        <dsp:cNvPr id="0" name=""/>
        <dsp:cNvSpPr/>
      </dsp:nvSpPr>
      <dsp:spPr>
        <a:xfrm>
          <a:off x="1039734" y="2204506"/>
          <a:ext cx="677976" cy="645937"/>
        </a:xfrm>
        <a:custGeom>
          <a:avLst/>
          <a:gdLst/>
          <a:ahLst/>
          <a:cxnLst/>
          <a:rect l="0" t="0" r="0" b="0"/>
          <a:pathLst>
            <a:path>
              <a:moveTo>
                <a:pt x="0" y="645937"/>
              </a:moveTo>
              <a:lnTo>
                <a:pt x="338988" y="645937"/>
              </a:lnTo>
              <a:lnTo>
                <a:pt x="338988" y="0"/>
              </a:lnTo>
              <a:lnTo>
                <a:pt x="67797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55312" y="2504064"/>
        <a:ext cx="46821" cy="46821"/>
      </dsp:txXfrm>
    </dsp:sp>
    <dsp:sp modelId="{FA9E4B02-F762-44F7-B732-5626F7F3F3A2}">
      <dsp:nvSpPr>
        <dsp:cNvPr id="0" name=""/>
        <dsp:cNvSpPr/>
      </dsp:nvSpPr>
      <dsp:spPr>
        <a:xfrm>
          <a:off x="1039734" y="912630"/>
          <a:ext cx="677976" cy="1937813"/>
        </a:xfrm>
        <a:custGeom>
          <a:avLst/>
          <a:gdLst/>
          <a:ahLst/>
          <a:cxnLst/>
          <a:rect l="0" t="0" r="0" b="0"/>
          <a:pathLst>
            <a:path>
              <a:moveTo>
                <a:pt x="0" y="1937813"/>
              </a:moveTo>
              <a:lnTo>
                <a:pt x="338988" y="1937813"/>
              </a:lnTo>
              <a:lnTo>
                <a:pt x="338988" y="0"/>
              </a:lnTo>
              <a:lnTo>
                <a:pt x="67797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327398" y="1830212"/>
        <a:ext cx="102649" cy="102649"/>
      </dsp:txXfrm>
    </dsp:sp>
    <dsp:sp modelId="{45E283ED-BFDE-4D6E-8A14-572A9930041A}">
      <dsp:nvSpPr>
        <dsp:cNvPr id="0" name=""/>
        <dsp:cNvSpPr/>
      </dsp:nvSpPr>
      <dsp:spPr>
        <a:xfrm rot="16200000">
          <a:off x="-2196754" y="2333694"/>
          <a:ext cx="5439477" cy="1033500"/>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Arial" pitchFamily="34" charset="0"/>
              <a:cs typeface="Arial" pitchFamily="34" charset="0"/>
            </a:rPr>
            <a:t>Survey  Status = Published or Completed</a:t>
          </a:r>
        </a:p>
      </dsp:txBody>
      <dsp:txXfrm>
        <a:off x="-2196754" y="2333694"/>
        <a:ext cx="5439477" cy="1033500"/>
      </dsp:txXfrm>
    </dsp:sp>
    <dsp:sp modelId="{EA5D5662-8876-4AC1-8D63-7AAD19B77B2C}">
      <dsp:nvSpPr>
        <dsp:cNvPr id="0" name=""/>
        <dsp:cNvSpPr/>
      </dsp:nvSpPr>
      <dsp:spPr>
        <a:xfrm>
          <a:off x="1717711" y="395880"/>
          <a:ext cx="5286453" cy="1033500"/>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Clone button displays if the user has create permission on </a:t>
          </a:r>
          <a:r>
            <a:rPr lang="en-US" sz="1600" b="1" i="0" kern="1200" dirty="0" err="1">
              <a:solidFill>
                <a:schemeClr val="tx1"/>
              </a:solidFill>
              <a:latin typeface="Arial" pitchFamily="34" charset="0"/>
              <a:cs typeface="Arial" pitchFamily="34" charset="0"/>
            </a:rPr>
            <a:t>Survey_vod</a:t>
          </a:r>
          <a:endParaRPr lang="en-US" sz="1600" b="1" kern="1200" dirty="0">
            <a:solidFill>
              <a:schemeClr val="tx1"/>
            </a:solidFill>
            <a:latin typeface="Arial" pitchFamily="34" charset="0"/>
            <a:cs typeface="Arial" pitchFamily="34" charset="0"/>
          </a:endParaRPr>
        </a:p>
      </dsp:txBody>
      <dsp:txXfrm>
        <a:off x="1717711" y="395880"/>
        <a:ext cx="5286453" cy="1033500"/>
      </dsp:txXfrm>
    </dsp:sp>
    <dsp:sp modelId="{B1B6E4E6-00DE-425A-870A-66BFE9C3A376}">
      <dsp:nvSpPr>
        <dsp:cNvPr id="0" name=""/>
        <dsp:cNvSpPr/>
      </dsp:nvSpPr>
      <dsp:spPr>
        <a:xfrm>
          <a:off x="1717711" y="1687756"/>
          <a:ext cx="5254893" cy="1033500"/>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Unlock displays if the user has edit permission to the </a:t>
          </a:r>
          <a:r>
            <a:rPr lang="en-US" sz="1600" b="1" i="0" kern="1200" dirty="0" err="1">
              <a:solidFill>
                <a:schemeClr val="tx1"/>
              </a:solidFill>
              <a:latin typeface="Arial" pitchFamily="34" charset="0"/>
              <a:cs typeface="Arial" pitchFamily="34" charset="0"/>
            </a:rPr>
            <a:t>Lock_vod</a:t>
          </a:r>
          <a:r>
            <a:rPr lang="en-US" sz="1600" b="1" i="0" kern="1200" dirty="0">
              <a:solidFill>
                <a:schemeClr val="tx1"/>
              </a:solidFill>
              <a:latin typeface="Arial" pitchFamily="34" charset="0"/>
              <a:cs typeface="Arial" pitchFamily="34" charset="0"/>
            </a:rPr>
            <a:t> field</a:t>
          </a:r>
          <a:endParaRPr lang="en-US" sz="1600" b="1" kern="1200" dirty="0">
            <a:solidFill>
              <a:schemeClr val="tx1"/>
            </a:solidFill>
            <a:latin typeface="Arial" pitchFamily="34" charset="0"/>
            <a:cs typeface="Arial" pitchFamily="34" charset="0"/>
          </a:endParaRPr>
        </a:p>
      </dsp:txBody>
      <dsp:txXfrm>
        <a:off x="1717711" y="1687756"/>
        <a:ext cx="5254893" cy="1033500"/>
      </dsp:txXfrm>
    </dsp:sp>
    <dsp:sp modelId="{00672473-2A47-47F1-803C-81668DD17C42}">
      <dsp:nvSpPr>
        <dsp:cNvPr id="0" name=""/>
        <dsp:cNvSpPr/>
      </dsp:nvSpPr>
      <dsp:spPr>
        <a:xfrm>
          <a:off x="1717711" y="2979632"/>
          <a:ext cx="5254893" cy="1033500"/>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Translate button displays if the user has create privilege on </a:t>
          </a:r>
          <a:r>
            <a:rPr lang="en-US" sz="1600" b="1" i="0" kern="1200" dirty="0" err="1">
              <a:solidFill>
                <a:schemeClr val="tx1"/>
              </a:solidFill>
              <a:latin typeface="Arial" pitchFamily="34" charset="0"/>
              <a:cs typeface="Arial" pitchFamily="34" charset="0"/>
            </a:rPr>
            <a:t>Survey_vod</a:t>
          </a:r>
          <a:r>
            <a:rPr lang="en-US" sz="1600" b="1" i="0" kern="1200" dirty="0">
              <a:solidFill>
                <a:schemeClr val="tx1"/>
              </a:solidFill>
              <a:latin typeface="Arial" pitchFamily="34" charset="0"/>
              <a:cs typeface="Arial" pitchFamily="34" charset="0"/>
            </a:rPr>
            <a:t> and </a:t>
          </a:r>
          <a:r>
            <a:rPr lang="en-US" sz="1600" b="1" i="0" kern="1200" dirty="0" err="1">
              <a:solidFill>
                <a:schemeClr val="tx1"/>
              </a:solidFill>
              <a:latin typeface="Arial" pitchFamily="34" charset="0"/>
              <a:cs typeface="Arial" pitchFamily="34" charset="0"/>
            </a:rPr>
            <a:t>Survey_Question_vod</a:t>
          </a:r>
          <a:endParaRPr lang="en-US" sz="1600" b="1" kern="1200" dirty="0">
            <a:solidFill>
              <a:schemeClr val="tx1"/>
            </a:solidFill>
            <a:latin typeface="Arial" pitchFamily="34" charset="0"/>
            <a:cs typeface="Arial" pitchFamily="34" charset="0"/>
          </a:endParaRPr>
        </a:p>
      </dsp:txBody>
      <dsp:txXfrm>
        <a:off x="1717711" y="2979632"/>
        <a:ext cx="5254893" cy="1033500"/>
      </dsp:txXfrm>
    </dsp:sp>
    <dsp:sp modelId="{B85904B0-4BB9-4DF1-A289-EDE0156B06E7}">
      <dsp:nvSpPr>
        <dsp:cNvPr id="0" name=""/>
        <dsp:cNvSpPr/>
      </dsp:nvSpPr>
      <dsp:spPr>
        <a:xfrm>
          <a:off x="1717711" y="4271507"/>
          <a:ext cx="5235673" cy="1033500"/>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i="0" kern="1200" dirty="0">
              <a:solidFill>
                <a:schemeClr val="tx1"/>
              </a:solidFill>
              <a:latin typeface="Arial" pitchFamily="34" charset="0"/>
              <a:cs typeface="Arial" pitchFamily="34" charset="0"/>
            </a:rPr>
            <a:t>Publish to New Targets button displays if the user has edit permission to </a:t>
          </a:r>
          <a:r>
            <a:rPr lang="en-US" sz="1600" b="1" i="0" kern="1200" dirty="0" err="1">
              <a:solidFill>
                <a:schemeClr val="tx1"/>
              </a:solidFill>
              <a:latin typeface="Arial" pitchFamily="34" charset="0"/>
              <a:cs typeface="Arial" pitchFamily="34" charset="0"/>
            </a:rPr>
            <a:t>Survey_Target_vod</a:t>
          </a:r>
          <a:r>
            <a:rPr lang="en-US" sz="1600" b="1" i="0" kern="1200" dirty="0">
              <a:solidFill>
                <a:schemeClr val="tx1"/>
              </a:solidFill>
              <a:latin typeface="Arial" pitchFamily="34" charset="0"/>
              <a:cs typeface="Arial" pitchFamily="34" charset="0"/>
            </a:rPr>
            <a:t> </a:t>
          </a:r>
          <a:r>
            <a:rPr lang="en-US" sz="1600" b="1" i="0" kern="1200" dirty="0" err="1">
              <a:solidFill>
                <a:schemeClr val="tx1"/>
              </a:solidFill>
              <a:latin typeface="Arial" pitchFamily="34" charset="0"/>
              <a:cs typeface="Arial" pitchFamily="34" charset="0"/>
            </a:rPr>
            <a:t>andSurvey_vod</a:t>
          </a:r>
          <a:r>
            <a:rPr lang="en-US" sz="1600" b="1" i="0" kern="1200" dirty="0">
              <a:solidFill>
                <a:schemeClr val="tx1"/>
              </a:solidFill>
              <a:latin typeface="Arial" pitchFamily="34" charset="0"/>
              <a:cs typeface="Arial" pitchFamily="34" charset="0"/>
            </a:rPr>
            <a:t> and has added new targets</a:t>
          </a:r>
          <a:endParaRPr lang="en-US" sz="1600" b="1" kern="1200" dirty="0">
            <a:solidFill>
              <a:schemeClr val="tx1"/>
            </a:solidFill>
            <a:latin typeface="Arial" pitchFamily="34" charset="0"/>
            <a:cs typeface="Arial" pitchFamily="34" charset="0"/>
          </a:endParaRPr>
        </a:p>
      </dsp:txBody>
      <dsp:txXfrm>
        <a:off x="1717711" y="4271507"/>
        <a:ext cx="5235673" cy="10335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2B6BD-B32D-4F95-8039-66AAF76029AE}">
      <dsp:nvSpPr>
        <dsp:cNvPr id="0" name=""/>
        <dsp:cNvSpPr/>
      </dsp:nvSpPr>
      <dsp:spPr>
        <a:xfrm>
          <a:off x="5193296" y="1598685"/>
          <a:ext cx="4258351" cy="328538"/>
        </a:xfrm>
        <a:custGeom>
          <a:avLst/>
          <a:gdLst/>
          <a:ahLst/>
          <a:cxnLst/>
          <a:rect l="0" t="0" r="0" b="0"/>
          <a:pathLst>
            <a:path>
              <a:moveTo>
                <a:pt x="0" y="0"/>
              </a:moveTo>
              <a:lnTo>
                <a:pt x="0" y="220979"/>
              </a:lnTo>
              <a:lnTo>
                <a:pt x="4258351" y="220979"/>
              </a:lnTo>
              <a:lnTo>
                <a:pt x="4258351" y="3285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725CEC-ADA7-4362-9BC0-2390939C892E}">
      <dsp:nvSpPr>
        <dsp:cNvPr id="0" name=""/>
        <dsp:cNvSpPr/>
      </dsp:nvSpPr>
      <dsp:spPr>
        <a:xfrm>
          <a:off x="5193296" y="1598685"/>
          <a:ext cx="2146165" cy="328538"/>
        </a:xfrm>
        <a:custGeom>
          <a:avLst/>
          <a:gdLst/>
          <a:ahLst/>
          <a:cxnLst/>
          <a:rect l="0" t="0" r="0" b="0"/>
          <a:pathLst>
            <a:path>
              <a:moveTo>
                <a:pt x="0" y="0"/>
              </a:moveTo>
              <a:lnTo>
                <a:pt x="0" y="220979"/>
              </a:lnTo>
              <a:lnTo>
                <a:pt x="2146165" y="220979"/>
              </a:lnTo>
              <a:lnTo>
                <a:pt x="2146165" y="3285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BC786-0073-447C-B271-5E024843A89E}">
      <dsp:nvSpPr>
        <dsp:cNvPr id="0" name=""/>
        <dsp:cNvSpPr/>
      </dsp:nvSpPr>
      <dsp:spPr>
        <a:xfrm>
          <a:off x="5147576" y="1598685"/>
          <a:ext cx="91440" cy="337673"/>
        </a:xfrm>
        <a:custGeom>
          <a:avLst/>
          <a:gdLst/>
          <a:ahLst/>
          <a:cxnLst/>
          <a:rect l="0" t="0" r="0" b="0"/>
          <a:pathLst>
            <a:path>
              <a:moveTo>
                <a:pt x="45720" y="0"/>
              </a:moveTo>
              <a:lnTo>
                <a:pt x="45720" y="3376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00D3BE-8905-4213-8157-8646682044F8}">
      <dsp:nvSpPr>
        <dsp:cNvPr id="0" name=""/>
        <dsp:cNvSpPr/>
      </dsp:nvSpPr>
      <dsp:spPr>
        <a:xfrm>
          <a:off x="3065394" y="1598685"/>
          <a:ext cx="2127902" cy="337673"/>
        </a:xfrm>
        <a:custGeom>
          <a:avLst/>
          <a:gdLst/>
          <a:ahLst/>
          <a:cxnLst/>
          <a:rect l="0" t="0" r="0" b="0"/>
          <a:pathLst>
            <a:path>
              <a:moveTo>
                <a:pt x="2127902" y="0"/>
              </a:moveTo>
              <a:lnTo>
                <a:pt x="2127902" y="230114"/>
              </a:lnTo>
              <a:lnTo>
                <a:pt x="0" y="230114"/>
              </a:lnTo>
              <a:lnTo>
                <a:pt x="0" y="3376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9AC64-85AE-4953-976D-76036FAABF22}">
      <dsp:nvSpPr>
        <dsp:cNvPr id="0" name=""/>
        <dsp:cNvSpPr/>
      </dsp:nvSpPr>
      <dsp:spPr>
        <a:xfrm>
          <a:off x="937492" y="1598685"/>
          <a:ext cx="4255804" cy="337673"/>
        </a:xfrm>
        <a:custGeom>
          <a:avLst/>
          <a:gdLst/>
          <a:ahLst/>
          <a:cxnLst/>
          <a:rect l="0" t="0" r="0" b="0"/>
          <a:pathLst>
            <a:path>
              <a:moveTo>
                <a:pt x="4255804" y="0"/>
              </a:moveTo>
              <a:lnTo>
                <a:pt x="4255804" y="230114"/>
              </a:lnTo>
              <a:lnTo>
                <a:pt x="0" y="230114"/>
              </a:lnTo>
              <a:lnTo>
                <a:pt x="0" y="33767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408869-0756-4925-967E-73F6F005641B}">
      <dsp:nvSpPr>
        <dsp:cNvPr id="0" name=""/>
        <dsp:cNvSpPr/>
      </dsp:nvSpPr>
      <dsp:spPr>
        <a:xfrm>
          <a:off x="4301833" y="861415"/>
          <a:ext cx="1782927"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F78F8-EE99-4B7D-84AC-FB8B276FA1D3}">
      <dsp:nvSpPr>
        <dsp:cNvPr id="0" name=""/>
        <dsp:cNvSpPr/>
      </dsp:nvSpPr>
      <dsp:spPr>
        <a:xfrm>
          <a:off x="4430839" y="983971"/>
          <a:ext cx="1782927"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Arial" pitchFamily="34" charset="0"/>
              <a:cs typeface="Arial" pitchFamily="34" charset="0"/>
            </a:rPr>
            <a:t>Survey Objects</a:t>
          </a:r>
          <a:endParaRPr lang="en-US" sz="1400" b="1" kern="1200" dirty="0">
            <a:solidFill>
              <a:schemeClr val="tx1"/>
            </a:solidFill>
            <a:latin typeface="Arial" pitchFamily="34" charset="0"/>
            <a:cs typeface="Arial" pitchFamily="34" charset="0"/>
          </a:endParaRPr>
        </a:p>
      </dsp:txBody>
      <dsp:txXfrm>
        <a:off x="4452433" y="1005565"/>
        <a:ext cx="1739739" cy="694081"/>
      </dsp:txXfrm>
    </dsp:sp>
    <dsp:sp modelId="{21CBD517-0BA6-499E-AC48-BF03716D57C5}">
      <dsp:nvSpPr>
        <dsp:cNvPr id="0" name=""/>
        <dsp:cNvSpPr/>
      </dsp:nvSpPr>
      <dsp:spPr>
        <a:xfrm>
          <a:off x="2547" y="1936358"/>
          <a:ext cx="1869890"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9D869-FD0C-469A-89FD-F3C21BB8864E}">
      <dsp:nvSpPr>
        <dsp:cNvPr id="0" name=""/>
        <dsp:cNvSpPr/>
      </dsp:nvSpPr>
      <dsp:spPr>
        <a:xfrm>
          <a:off x="131553" y="2058914"/>
          <a:ext cx="1869890"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err="1">
              <a:solidFill>
                <a:schemeClr val="tx1"/>
              </a:solidFill>
              <a:latin typeface="Arial" pitchFamily="34" charset="0"/>
              <a:cs typeface="Arial" pitchFamily="34" charset="0"/>
            </a:rPr>
            <a:t>Survey_vod</a:t>
          </a:r>
          <a:endParaRPr lang="en-US" sz="1400" b="1" kern="1200" dirty="0">
            <a:solidFill>
              <a:schemeClr val="tx1"/>
            </a:solidFill>
            <a:latin typeface="Arial" pitchFamily="34" charset="0"/>
            <a:cs typeface="Arial" pitchFamily="34" charset="0"/>
          </a:endParaRPr>
        </a:p>
      </dsp:txBody>
      <dsp:txXfrm>
        <a:off x="153147" y="2080508"/>
        <a:ext cx="1826702" cy="694081"/>
      </dsp:txXfrm>
    </dsp:sp>
    <dsp:sp modelId="{A4AAEB38-0298-4A43-BFB8-0D296BFC3C90}">
      <dsp:nvSpPr>
        <dsp:cNvPr id="0" name=""/>
        <dsp:cNvSpPr/>
      </dsp:nvSpPr>
      <dsp:spPr>
        <a:xfrm>
          <a:off x="2130449" y="1936358"/>
          <a:ext cx="1869890"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C8D9F1-4405-4034-AC2B-E771281EE402}">
      <dsp:nvSpPr>
        <dsp:cNvPr id="0" name=""/>
        <dsp:cNvSpPr/>
      </dsp:nvSpPr>
      <dsp:spPr>
        <a:xfrm>
          <a:off x="2259455" y="2058914"/>
          <a:ext cx="1869890"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err="1">
              <a:solidFill>
                <a:schemeClr val="tx1"/>
              </a:solidFill>
              <a:latin typeface="Arial" pitchFamily="34" charset="0"/>
              <a:cs typeface="Arial" pitchFamily="34" charset="0"/>
            </a:rPr>
            <a:t>Survey_Question_vod</a:t>
          </a:r>
          <a:endParaRPr lang="en-US" sz="1400" b="1" kern="1200" dirty="0">
            <a:solidFill>
              <a:schemeClr val="tx1"/>
            </a:solidFill>
            <a:latin typeface="Arial" pitchFamily="34" charset="0"/>
            <a:cs typeface="Arial" pitchFamily="34" charset="0"/>
          </a:endParaRPr>
        </a:p>
      </dsp:txBody>
      <dsp:txXfrm>
        <a:off x="2281049" y="2080508"/>
        <a:ext cx="1826702" cy="694081"/>
      </dsp:txXfrm>
    </dsp:sp>
    <dsp:sp modelId="{A3B693E1-ACE3-40E0-A7D0-62EA40D3922D}">
      <dsp:nvSpPr>
        <dsp:cNvPr id="0" name=""/>
        <dsp:cNvSpPr/>
      </dsp:nvSpPr>
      <dsp:spPr>
        <a:xfrm>
          <a:off x="4258351" y="1936358"/>
          <a:ext cx="1869890"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75688E-DA41-4AED-B3FF-8F1D16284E4A}">
      <dsp:nvSpPr>
        <dsp:cNvPr id="0" name=""/>
        <dsp:cNvSpPr/>
      </dsp:nvSpPr>
      <dsp:spPr>
        <a:xfrm>
          <a:off x="4387357" y="2058914"/>
          <a:ext cx="1869890"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err="1">
              <a:solidFill>
                <a:schemeClr val="tx1"/>
              </a:solidFill>
              <a:latin typeface="Arial" pitchFamily="34" charset="0"/>
              <a:cs typeface="Arial" pitchFamily="34" charset="0"/>
            </a:rPr>
            <a:t>Survey_Target_vod</a:t>
          </a:r>
          <a:endParaRPr lang="en-US" sz="1400" b="1" kern="1200" dirty="0">
            <a:solidFill>
              <a:schemeClr val="tx1"/>
            </a:solidFill>
            <a:latin typeface="Arial" pitchFamily="34" charset="0"/>
            <a:cs typeface="Arial" pitchFamily="34" charset="0"/>
          </a:endParaRPr>
        </a:p>
      </dsp:txBody>
      <dsp:txXfrm>
        <a:off x="4408951" y="2080508"/>
        <a:ext cx="1826702" cy="694081"/>
      </dsp:txXfrm>
    </dsp:sp>
    <dsp:sp modelId="{CFF280D0-6806-4E42-B797-B04798ECFC3F}">
      <dsp:nvSpPr>
        <dsp:cNvPr id="0" name=""/>
        <dsp:cNvSpPr/>
      </dsp:nvSpPr>
      <dsp:spPr>
        <a:xfrm>
          <a:off x="6404517" y="1927224"/>
          <a:ext cx="1869890"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BD4FD5-9EBC-40AC-8314-F2F19D005655}">
      <dsp:nvSpPr>
        <dsp:cNvPr id="0" name=""/>
        <dsp:cNvSpPr/>
      </dsp:nvSpPr>
      <dsp:spPr>
        <a:xfrm>
          <a:off x="6533523" y="2049779"/>
          <a:ext cx="1869890"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err="1">
              <a:solidFill>
                <a:schemeClr val="tx1"/>
              </a:solidFill>
              <a:latin typeface="Arial" pitchFamily="34" charset="0"/>
              <a:cs typeface="Arial" pitchFamily="34" charset="0"/>
            </a:rPr>
            <a:t>Question_Response_vod</a:t>
          </a:r>
          <a:endParaRPr lang="en-US" sz="1400" b="1" kern="1200" dirty="0">
            <a:solidFill>
              <a:schemeClr val="tx1"/>
            </a:solidFill>
            <a:latin typeface="Arial" pitchFamily="34" charset="0"/>
            <a:cs typeface="Arial" pitchFamily="34" charset="0"/>
          </a:endParaRPr>
        </a:p>
      </dsp:txBody>
      <dsp:txXfrm>
        <a:off x="6555117" y="2071373"/>
        <a:ext cx="1826702" cy="694081"/>
      </dsp:txXfrm>
    </dsp:sp>
    <dsp:sp modelId="{EB284264-B0C9-41DE-A929-B61B4594B334}">
      <dsp:nvSpPr>
        <dsp:cNvPr id="0" name=""/>
        <dsp:cNvSpPr/>
      </dsp:nvSpPr>
      <dsp:spPr>
        <a:xfrm>
          <a:off x="8516703" y="1927224"/>
          <a:ext cx="1869890" cy="73726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9F3029-03E6-4EBE-920F-50A37E064F03}">
      <dsp:nvSpPr>
        <dsp:cNvPr id="0" name=""/>
        <dsp:cNvSpPr/>
      </dsp:nvSpPr>
      <dsp:spPr>
        <a:xfrm>
          <a:off x="8645709" y="2049779"/>
          <a:ext cx="1869890" cy="737269"/>
        </a:xfrm>
        <a:prstGeom prst="roundRect">
          <a:avLst>
            <a:gd name="adj" fmla="val 10000"/>
          </a:avLst>
        </a:prstGeom>
        <a:solidFill>
          <a:schemeClr val="accent6">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err="1">
              <a:solidFill>
                <a:schemeClr val="tx1"/>
              </a:solidFill>
              <a:latin typeface="Arial" pitchFamily="34" charset="0"/>
              <a:cs typeface="Arial" pitchFamily="34" charset="0"/>
            </a:rPr>
            <a:t>Question_vod</a:t>
          </a:r>
          <a:endParaRPr lang="en-US" sz="1400" b="1" kern="1200" dirty="0">
            <a:solidFill>
              <a:schemeClr val="tx1"/>
            </a:solidFill>
            <a:latin typeface="Arial" pitchFamily="34" charset="0"/>
            <a:cs typeface="Arial" pitchFamily="34" charset="0"/>
          </a:endParaRPr>
        </a:p>
      </dsp:txBody>
      <dsp:txXfrm>
        <a:off x="8667303" y="2071373"/>
        <a:ext cx="1826702" cy="6940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2454"/>
          <a:ext cx="9829800"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i="0" kern="1200" dirty="0">
              <a:solidFill>
                <a:schemeClr val="bg1"/>
              </a:solidFill>
              <a:latin typeface="Arial" panose="020B0604020202020204" pitchFamily="34" charset="0"/>
              <a:cs typeface="Arial" panose="020B0604020202020204" pitchFamily="34" charset="0"/>
            </a:rPr>
            <a:t>1. Which is true in terms of one-time survey?</a:t>
          </a:r>
        </a:p>
        <a:p>
          <a:pPr marL="0" lvl="0" indent="0" algn="l" defTabSz="800100">
            <a:lnSpc>
              <a:spcPct val="90000"/>
            </a:lnSpc>
            <a:spcBef>
              <a:spcPct val="0"/>
            </a:spcBef>
            <a:spcAft>
              <a:spcPct val="35000"/>
            </a:spcAft>
            <a:buNone/>
          </a:pPr>
          <a:r>
            <a:rPr lang="en-US" sz="1800" i="0" kern="1200" dirty="0">
              <a:solidFill>
                <a:schemeClr val="bg1"/>
              </a:solidFill>
              <a:latin typeface="Arial" panose="020B0604020202020204" pitchFamily="34" charset="0"/>
              <a:cs typeface="Arial" panose="020B0604020202020204" pitchFamily="34" charset="0"/>
            </a:rPr>
            <a:t>Statement 1: One-time Survey can be created once on one account by one user</a:t>
          </a:r>
        </a:p>
        <a:p>
          <a:pPr marL="0" lvl="0" indent="0" algn="l" defTabSz="800100">
            <a:lnSpc>
              <a:spcPct val="90000"/>
            </a:lnSpc>
            <a:spcBef>
              <a:spcPct val="0"/>
            </a:spcBef>
            <a:spcAft>
              <a:spcPct val="35000"/>
            </a:spcAft>
            <a:buNone/>
          </a:pPr>
          <a:r>
            <a:rPr lang="en-US" sz="1800" i="0" kern="1200" dirty="0">
              <a:solidFill>
                <a:schemeClr val="bg1"/>
              </a:solidFill>
              <a:latin typeface="Arial" panose="020B0604020202020204" pitchFamily="34" charset="0"/>
              <a:cs typeface="Arial" panose="020B0604020202020204" pitchFamily="34" charset="0"/>
            </a:rPr>
            <a:t>Statement 2: One-time Survey can be created once on one account by multiple user</a:t>
          </a:r>
          <a:endParaRPr lang="en-US" sz="1800" kern="1200" dirty="0">
            <a:solidFill>
              <a:schemeClr val="bg1"/>
            </a:solidFill>
            <a:latin typeface="Arial" panose="020B0604020202020204" pitchFamily="34" charset="0"/>
            <a:cs typeface="Arial" panose="020B0604020202020204" pitchFamily="34" charset="0"/>
          </a:endParaRPr>
        </a:p>
      </dsp:txBody>
      <dsp:txXfrm>
        <a:off x="64318" y="256772"/>
        <a:ext cx="9701164" cy="1188915"/>
      </dsp:txXfrm>
    </dsp:sp>
    <dsp:sp modelId="{0EBE7C70-51AD-4402-A9D8-36889ADBC56A}">
      <dsp:nvSpPr>
        <dsp:cNvPr id="0" name=""/>
        <dsp:cNvSpPr/>
      </dsp:nvSpPr>
      <dsp:spPr>
        <a:xfrm>
          <a:off x="0" y="1786272"/>
          <a:ext cx="98298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Statement 1</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Statement 2</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Statement 1 and 2</a:t>
          </a:r>
        </a:p>
      </dsp:txBody>
      <dsp:txXfrm>
        <a:off x="0" y="1786272"/>
        <a:ext cx="9829800" cy="10764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98298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Statement 1</a:t>
          </a:r>
          <a:endParaRPr lang="en-US" sz="1800" b="1" kern="1200" dirty="0">
            <a:latin typeface="Arial" panose="020B0604020202020204" pitchFamily="34" charset="0"/>
            <a:cs typeface="Arial" panose="020B0604020202020204" pitchFamily="34" charset="0"/>
          </a:endParaRPr>
        </a:p>
      </dsp:txBody>
      <dsp:txXfrm>
        <a:off x="36447" y="36447"/>
        <a:ext cx="9756906" cy="67373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2454"/>
          <a:ext cx="9829800"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a:t>
          </a:r>
          <a:r>
            <a:rPr lang="en-US" sz="1800" b="0" i="0" kern="1200" dirty="0">
              <a:latin typeface="Arial" panose="020B0604020202020204" pitchFamily="34" charset="0"/>
              <a:cs typeface="Arial" panose="020B0604020202020204" pitchFamily="34" charset="0"/>
            </a:rPr>
            <a:t>Users creating and assigning Surveys need to be assigned to a territory in order to use the Territory Assignment Rules.</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4318" y="256772"/>
        <a:ext cx="9701164" cy="1188915"/>
      </dsp:txXfrm>
    </dsp:sp>
    <dsp:sp modelId="{0EBE7C70-51AD-4402-A9D8-36889ADBC56A}">
      <dsp:nvSpPr>
        <dsp:cNvPr id="0" name=""/>
        <dsp:cNvSpPr/>
      </dsp:nvSpPr>
      <dsp:spPr>
        <a:xfrm>
          <a:off x="0" y="1786272"/>
          <a:ext cx="98298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kern="1200" dirty="0">
              <a:solidFill>
                <a:schemeClr val="tx1"/>
              </a:solidFill>
              <a:latin typeface="Arial" panose="020B0604020202020204" pitchFamily="34" charset="0"/>
              <a:cs typeface="Arial" panose="020B0604020202020204" pitchFamily="34" charset="0"/>
            </a:rPr>
            <a:t>True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False</a:t>
          </a:r>
        </a:p>
      </dsp:txBody>
      <dsp:txXfrm>
        <a:off x="0" y="1786272"/>
        <a:ext cx="9829800" cy="10764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98298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9756906" cy="67373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94505"/>
          <a:ext cx="9829800" cy="7480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 What are required fields present in VEEVA while creating a Survey?</a:t>
          </a:r>
        </a:p>
      </dsp:txBody>
      <dsp:txXfrm>
        <a:off x="36514" y="131019"/>
        <a:ext cx="9756772" cy="674975"/>
      </dsp:txXfrm>
    </dsp:sp>
    <dsp:sp modelId="{0EBE7C70-51AD-4402-A9D8-36889ADBC56A}">
      <dsp:nvSpPr>
        <dsp:cNvPr id="0" name=""/>
        <dsp:cNvSpPr/>
      </dsp:nvSpPr>
      <dsp:spPr>
        <a:xfrm>
          <a:off x="0" y="1008905"/>
          <a:ext cx="9829800"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Survey Name</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Allow user to select target</a:t>
          </a: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Start Date and End Date</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Assignment Type</a:t>
          </a:r>
        </a:p>
      </dsp:txBody>
      <dsp:txXfrm>
        <a:off x="0" y="1008905"/>
        <a:ext cx="9829800" cy="117731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98298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Survey Name, Assignment Type, Start Date and End Date</a:t>
          </a:r>
          <a:endParaRPr lang="en-US" sz="1800" b="1" kern="1200" dirty="0">
            <a:latin typeface="Arial" panose="020B0604020202020204" pitchFamily="34" charset="0"/>
            <a:cs typeface="Arial" panose="020B0604020202020204" pitchFamily="34" charset="0"/>
          </a:endParaRPr>
        </a:p>
      </dsp:txBody>
      <dsp:txXfrm>
        <a:off x="36447" y="36447"/>
        <a:ext cx="9756906" cy="67373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94505"/>
          <a:ext cx="9829800" cy="7480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Which one from following cannot be a type of question while creating a Survey?</a:t>
          </a:r>
        </a:p>
      </dsp:txBody>
      <dsp:txXfrm>
        <a:off x="36514" y="131019"/>
        <a:ext cx="9756772" cy="674975"/>
      </dsp:txXfrm>
    </dsp:sp>
    <dsp:sp modelId="{0EBE7C70-51AD-4402-A9D8-36889ADBC56A}">
      <dsp:nvSpPr>
        <dsp:cNvPr id="0" name=""/>
        <dsp:cNvSpPr/>
      </dsp:nvSpPr>
      <dsp:spPr>
        <a:xfrm>
          <a:off x="0" y="1008905"/>
          <a:ext cx="9829800"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Picklist</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Text</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solidFill>
                <a:schemeClr val="tx1"/>
              </a:solidFill>
              <a:latin typeface="Arial" panose="020B0604020202020204" pitchFamily="34" charset="0"/>
              <a:cs typeface="Arial" panose="020B0604020202020204" pitchFamily="34" charset="0"/>
            </a:rPr>
            <a:t>Percentage</a:t>
          </a:r>
          <a:endParaRPr lang="en-US" sz="1800" kern="1200" dirty="0">
            <a:solidFill>
              <a:schemeClr val="tx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tx1"/>
              </a:solidFill>
              <a:latin typeface="Arial" panose="020B0604020202020204" pitchFamily="34" charset="0"/>
              <a:cs typeface="Arial" panose="020B0604020202020204" pitchFamily="34" charset="0"/>
            </a:rPr>
            <a:t>Radio</a:t>
          </a:r>
        </a:p>
      </dsp:txBody>
      <dsp:txXfrm>
        <a:off x="0" y="1008905"/>
        <a:ext cx="9829800" cy="117731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98298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Percentage</a:t>
          </a:r>
          <a:endParaRPr lang="en-US" sz="1800" b="1" kern="1200" dirty="0">
            <a:latin typeface="Arial" panose="020B0604020202020204" pitchFamily="34" charset="0"/>
            <a:cs typeface="Arial" panose="020B0604020202020204" pitchFamily="34" charset="0"/>
          </a:endParaRPr>
        </a:p>
      </dsp:txBody>
      <dsp:txXfrm>
        <a:off x="36447" y="36447"/>
        <a:ext cx="9756906" cy="67373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9829800" cy="108078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5. Which permission is required to see clone button if Survey Status = Published or Completed?</a:t>
          </a:r>
        </a:p>
      </dsp:txBody>
      <dsp:txXfrm>
        <a:off x="52760" y="52760"/>
        <a:ext cx="9724280" cy="975266"/>
      </dsp:txXfrm>
    </dsp:sp>
    <dsp:sp modelId="{0EBE7C70-51AD-4402-A9D8-36889ADBC56A}">
      <dsp:nvSpPr>
        <dsp:cNvPr id="0" name=""/>
        <dsp:cNvSpPr/>
      </dsp:nvSpPr>
      <dsp:spPr>
        <a:xfrm>
          <a:off x="0" y="1175296"/>
          <a:ext cx="9829800"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09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latin typeface="Arial" panose="020B0604020202020204" pitchFamily="34" charset="0"/>
              <a:cs typeface="Arial" panose="020B0604020202020204" pitchFamily="34" charset="0"/>
            </a:rPr>
            <a:t>Clone button displays if the user has create permission on Survey_vod</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latin typeface="Arial" panose="020B0604020202020204" pitchFamily="34" charset="0"/>
              <a:cs typeface="Arial" panose="020B0604020202020204" pitchFamily="34" charset="0"/>
            </a:rPr>
            <a:t>Clone button displays if the user has read permission on Survey_vod</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a:latin typeface="Arial" panose="020B0604020202020204" pitchFamily="34" charset="0"/>
              <a:cs typeface="Arial" panose="020B0604020202020204" pitchFamily="34" charset="0"/>
            </a:rPr>
            <a:t>Clone button displays if the user has edit permission on Survey_vod</a:t>
          </a: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latin typeface="Arial" panose="020B0604020202020204" pitchFamily="34" charset="0"/>
              <a:cs typeface="Arial" panose="020B0604020202020204" pitchFamily="34" charset="0"/>
            </a:rPr>
            <a:t>All of the above</a:t>
          </a:r>
        </a:p>
      </dsp:txBody>
      <dsp:txXfrm>
        <a:off x="0" y="1175296"/>
        <a:ext cx="9829800" cy="117731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9829800"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a:solidFill>
                <a:schemeClr val="bg1"/>
              </a:solidFill>
              <a:latin typeface="Arial" panose="020B0604020202020204" pitchFamily="34" charset="0"/>
              <a:cs typeface="Arial" panose="020B0604020202020204" pitchFamily="34" charset="0"/>
            </a:rPr>
            <a:t>Clone button displays if the user has create permission on </a:t>
          </a:r>
          <a:r>
            <a:rPr lang="en-US" sz="1800" kern="1200" dirty="0" err="1">
              <a:solidFill>
                <a:schemeClr val="bg1"/>
              </a:solidFill>
              <a:latin typeface="Arial" panose="020B0604020202020204" pitchFamily="34" charset="0"/>
              <a:cs typeface="Arial" panose="020B0604020202020204" pitchFamily="34" charset="0"/>
            </a:rPr>
            <a:t>Survey_vod</a:t>
          </a:r>
          <a:endParaRPr lang="en-US" sz="1800" b="1" kern="1200" dirty="0">
            <a:latin typeface="Arial" panose="020B0604020202020204" pitchFamily="34" charset="0"/>
            <a:cs typeface="Arial" panose="020B0604020202020204" pitchFamily="34" charset="0"/>
          </a:endParaRPr>
        </a:p>
      </dsp:txBody>
      <dsp:txXfrm>
        <a:off x="36447" y="36447"/>
        <a:ext cx="9756906"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8/14/2023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8B6E77-EC63-4CD7-8F8A-914122582C5F}" type="slidenum">
              <a:rPr lang="en-US" smtClean="0"/>
              <a:pPr/>
              <a:t>21</a:t>
            </a:fld>
            <a:endParaRPr lang="en-US"/>
          </a:p>
        </p:txBody>
      </p:sp>
    </p:spTree>
    <p:extLst>
      <p:ext uri="{BB962C8B-B14F-4D97-AF65-F5344CB8AC3E}">
        <p14:creationId xmlns:p14="http://schemas.microsoft.com/office/powerpoint/2010/main" val="3441435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2.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6" y="4648201"/>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0" y="6629401"/>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9" name="Rectangle 8"/>
          <p:cNvSpPr/>
          <p:nvPr userDrawn="1"/>
        </p:nvSpPr>
        <p:spPr>
          <a:xfrm>
            <a:off x="5283200"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2352145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799964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Cognizant 2015</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316643416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3880099903"/>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14137276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Cognizant 2015</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32709647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4077157441"/>
      </p:ext>
    </p:extLst>
  </p:cSld>
  <p:clrMapOvr>
    <a:overrideClrMapping bg1="dk1" tx1="lt1" bg2="dk2" tx2="lt2" accent1="accent1" accent2="accent2" accent3="accent3" accent4="accent4" accent5="accent5" accent6="accent6" hlink="hlink" folHlink="folHlink"/>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298049084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387386881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567110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3440248893"/>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01021931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pPr algn="r"/>
            <a:fld id="{E7AF38FF-B38D-4060-8B8D-2D16AAFBAAC1}" type="slidenum">
              <a:rPr lang="en-US" smtClean="0"/>
              <a:pPr algn="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798885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pPr algn="r"/>
            <a:fld id="{E7AF38FF-B38D-4060-8B8D-2D16AAFBAAC1}" type="slidenum">
              <a:rPr lang="en-US" smtClean="0"/>
              <a:pPr algn="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1836220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29113226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672668051"/>
      </p:ext>
    </p:extLst>
  </p:cSld>
  <p:clrMapOvr>
    <a:overrideClrMapping bg1="lt1" tx1="dk1" bg2="lt2" tx2="dk2" accent1="accent1" accent2="accent2" accent3="accent3" accent4="accent4" accent5="accent5" accent6="accent6" hlink="hlink" folHlink="folHlink"/>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038877997"/>
      </p:ext>
    </p:extLst>
  </p:cSld>
  <p:clrMapOvr>
    <a:overrideClrMapping bg1="lt1" tx1="dk1" bg2="lt2" tx2="dk2" accent1="accent1" accent2="accent2" accent3="accent3" accent4="accent4" accent5="accent5" accent6="accent6" hlink="hlink" folHlink="folHlink"/>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556571363"/>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98130243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84956472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3248977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246731488"/>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67736107"/>
      </p:ext>
    </p:extLst>
  </p:cSld>
  <p:clrMapOvr>
    <a:overrideClrMapping bg1="dk1" tx1="lt1" bg2="dk2" tx2="lt2" accent1="accent1" accent2="accent2" accent3="accent3" accent4="accent4" accent5="accent5" accent6="accent6" hlink="hlink" folHlink="folHlink"/>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555653122"/>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105034878"/>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859022215"/>
      </p:ext>
    </p:extLst>
  </p:cSld>
  <p:clrMapOvr>
    <a:masterClrMapping/>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Cognizant 2015</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pPr algn="r"/>
            <a:fld id="{E7AF38FF-B38D-4060-8B8D-2D16AAFBAAC1}" type="slidenum">
              <a:rPr lang="en-US" smtClean="0"/>
              <a:pPr algn="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92378265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49236462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1262309"/>
      </p:ext>
    </p:extLst>
  </p:cSld>
  <p:clrMapOvr>
    <a:overrideClrMapping bg1="lt1" tx1="dk1" bg2="lt2" tx2="dk2" accent1="accent1" accent2="accent2" accent3="accent3" accent4="accent4" accent5="accent5" accent6="accent6" hlink="hlink" folHlink="folHlink"/>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20899572"/>
      </p:ext>
    </p:extLst>
  </p:cSld>
  <p:clrMapOvr>
    <a:overrideClrMapping bg1="dk1" tx1="lt1" bg2="dk2" tx2="lt2" accent1="accent1" accent2="accent2" accent3="accent3" accent4="accent4" accent5="accent5" accent6="accent6" hlink="hlink" folHlink="folHlink"/>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Cognizant 2015</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pPr algn="r"/>
            <a:fld id="{E7AF38FF-B38D-4060-8B8D-2D16AAFBAAC1}" type="slidenum">
              <a:rPr lang="en-US" smtClean="0"/>
              <a:pPr algn="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09381469"/>
      </p:ext>
    </p:extLst>
  </p:cSld>
  <p:clrMapOvr>
    <a:overrideClrMapping bg1="lt1" tx1="dk1" bg2="lt2" tx2="dk2" accent1="accent1" accent2="accent2" accent3="accent3" accent4="accent4" accent5="accent5" accent6="accent6" hlink="hlink" folHlink="folHlink"/>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Cognizant 2015</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3900130443"/>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Cognizant 2015</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pPr algn="r"/>
            <a:fld id="{E7AF38FF-B38D-4060-8B8D-2D16AAFBAAC1}" type="slidenum">
              <a:rPr lang="en-US" smtClean="0"/>
              <a:pPr algn="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575181880"/>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35053077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About_the_Auth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p:cNvSpPr/>
          <p:nvPr userDrawn="1"/>
        </p:nvSpPr>
        <p:spPr>
          <a:xfrm>
            <a:off x="3048000" y="0"/>
            <a:ext cx="8128000" cy="571500"/>
          </a:xfrm>
          <a:prstGeom prst="rect">
            <a:avLst/>
          </a:prstGeom>
        </p:spPr>
        <p:txBody>
          <a:bodyPr vert="horz" lIns="91440" tIns="45720" rIns="91440" bIns="45720" rtlCol="0" anchor="ctr">
            <a:noAutofit/>
          </a:bodyPr>
          <a:lstStyle/>
          <a:p>
            <a:pPr lvl="0">
              <a:spcBef>
                <a:spcPct val="0"/>
              </a:spcBef>
              <a:buNone/>
            </a:pPr>
            <a:r>
              <a:rPr lang="en-US" sz="3200" b="0" dirty="0">
                <a:solidFill>
                  <a:schemeClr val="bg1"/>
                </a:solidFill>
                <a:latin typeface="Arial Rounded MT Bold" pitchFamily="34" charset="0"/>
              </a:rPr>
              <a:t>About the Author</a:t>
            </a:r>
          </a:p>
        </p:txBody>
      </p:sp>
      <p:graphicFrame>
        <p:nvGraphicFramePr>
          <p:cNvPr id="12" name="Group 81"/>
          <p:cNvGraphicFramePr>
            <a:graphicFrameLocks noGrp="1"/>
          </p:cNvGraphicFramePr>
          <p:nvPr userDrawn="1">
            <p:extLst>
              <p:ext uri="{D42A27DB-BD31-4B8C-83A1-F6EECF244321}">
                <p14:modId xmlns:p14="http://schemas.microsoft.com/office/powerpoint/2010/main" val="1548546278"/>
              </p:ext>
            </p:extLst>
          </p:nvPr>
        </p:nvGraphicFramePr>
        <p:xfrm>
          <a:off x="711200" y="2286000"/>
          <a:ext cx="10871200" cy="1828800"/>
        </p:xfrm>
        <a:graphic>
          <a:graphicData uri="http://schemas.openxmlformats.org/drawingml/2006/table">
            <a:tbl>
              <a:tblPr/>
              <a:tblGrid>
                <a:gridCol w="26416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Created By:</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Credential Information:</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600" b="0" i="0" u="none" strike="noStrike" cap="none" normalizeH="0" baseline="0" dirty="0">
                          <a:ln>
                            <a:noFill/>
                          </a:ln>
                          <a:solidFill>
                            <a:schemeClr val="tx1"/>
                          </a:solidFill>
                          <a:effectLst/>
                          <a:latin typeface="+mn-lt"/>
                        </a:rPr>
                        <a:t> </a:t>
                      </a: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kumimoji="0" lang="en-US" sz="1400" b="1" i="0" u="none" strike="noStrike" cap="none" normalizeH="0" baseline="0" dirty="0">
                          <a:ln>
                            <a:noFill/>
                          </a:ln>
                          <a:solidFill>
                            <a:schemeClr val="bg1"/>
                          </a:solidFill>
                          <a:effectLst/>
                          <a:latin typeface="Arial Unicode MS" pitchFamily="34" charset="-128"/>
                          <a:ea typeface="Arial Unicode MS" pitchFamily="34" charset="-128"/>
                          <a:cs typeface="Arial Unicode MS" pitchFamily="34" charset="-128"/>
                        </a:rPr>
                        <a:t>Version and Date:</a:t>
                      </a:r>
                    </a:p>
                  </a:txBody>
                  <a:tcPr marL="121920" marR="121920" anchor="ctr"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solidFill>
                      <a:schemeClr val="accent3">
                        <a:lumMod val="5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L="121920" marR="121920" horzOverflow="overflow">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 name="Rectangle 13"/>
          <p:cNvSpPr/>
          <p:nvPr userDrawn="1"/>
        </p:nvSpPr>
        <p:spPr>
          <a:xfrm>
            <a:off x="2901056" y="4648201"/>
            <a:ext cx="6389891" cy="584775"/>
          </a:xfrm>
          <a:prstGeom prst="rect">
            <a:avLst/>
          </a:prstGeom>
        </p:spPr>
        <p:txBody>
          <a:bodyPr wrap="none">
            <a:spAutoFit/>
          </a:bodyPr>
          <a:lstStyle/>
          <a:p>
            <a:pPr algn="ctr">
              <a:defRPr/>
            </a:pPr>
            <a:r>
              <a:rPr lang="en-US" sz="3200" b="1" kern="10" dirty="0">
                <a:ln w="3175">
                  <a:solidFill>
                    <a:srgbClr val="92D050"/>
                  </a:solidFill>
                  <a:round/>
                  <a:headEnd/>
                  <a:tailEnd/>
                </a:ln>
                <a:solidFill>
                  <a:schemeClr val="accent3">
                    <a:lumMod val="50000"/>
                  </a:schemeClr>
                </a:solidFill>
                <a:effectLst>
                  <a:glow rad="63500">
                    <a:schemeClr val="accent3">
                      <a:lumMod val="50000"/>
                      <a:alpha val="40000"/>
                    </a:schemeClr>
                  </a:glow>
                  <a:outerShdw blurRad="50800" dist="38100" dir="2700000" algn="tl" rotWithShape="0">
                    <a:prstClr val="black">
                      <a:alpha val="40000"/>
                    </a:prstClr>
                  </a:outerShdw>
                </a:effectLst>
                <a:latin typeface="Arial Narrow" pitchFamily="34" charset="0"/>
              </a:rPr>
              <a:t>Cognizant Certified Official Curriculum</a:t>
            </a:r>
          </a:p>
        </p:txBody>
      </p:sp>
      <p:sp>
        <p:nvSpPr>
          <p:cNvPr id="16" name="Slide Number Placeholder 5"/>
          <p:cNvSpPr txBox="1">
            <a:spLocks/>
          </p:cNvSpPr>
          <p:nvPr userDrawn="1"/>
        </p:nvSpPr>
        <p:spPr>
          <a:xfrm>
            <a:off x="11480800" y="6629401"/>
            <a:ext cx="711195" cy="228597"/>
          </a:xfrm>
          <a:prstGeom prst="rect">
            <a:avLst/>
          </a:prstGeom>
        </p:spPr>
        <p:txBody>
          <a:bodyPr vert="horz" lIns="91440" tIns="45720" rIns="91440" bIns="45720" rtlCol="0" anchor="ctr"/>
          <a:lstStyle>
            <a:defPPr>
              <a:defRPr lang="en-US"/>
            </a:defPPr>
            <a:lvl1pPr marL="0" algn="r" defTabSz="914400" rtl="0" eaLnBrk="1" latinLnBrk="0" hangingPunct="1">
              <a:defRPr lang="en-US" sz="1200" kern="120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z="1200" smtClean="0"/>
              <a:pPr/>
              <a:t>‹#›</a:t>
            </a:fld>
            <a:endParaRPr lang="en-US" sz="1200"/>
          </a:p>
        </p:txBody>
      </p:sp>
      <p:sp>
        <p:nvSpPr>
          <p:cNvPr id="17"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29152211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5195656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7363009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9" name="Rectangle 8"/>
          <p:cNvSpPr/>
          <p:nvPr userDrawn="1"/>
        </p:nvSpPr>
        <p:spPr>
          <a:xfrm>
            <a:off x="5283200"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185729267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255520"/>
            <a:ext cx="6705600" cy="1403461"/>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40934579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Blue Cover Slide, Graphic">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F1FCDD-9A69-4405-B89F-CFDAF1874AA8}"/>
              </a:ext>
            </a:extLst>
          </p:cNvPr>
          <p:cNvPicPr>
            <a:picLocks noChangeAspect="1"/>
          </p:cNvPicPr>
          <p:nvPr userDrawn="1"/>
        </p:nvPicPr>
        <p:blipFill>
          <a:blip r:embed="rId2"/>
          <a:stretch>
            <a:fillRect/>
          </a:stretch>
        </p:blipFill>
        <p:spPr>
          <a:xfrm>
            <a:off x="0" y="0"/>
            <a:ext cx="12192000" cy="686816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16078602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Blue Cover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white">
          <a:xfrm>
            <a:off x="609600" y="2254916"/>
            <a:ext cx="6705600" cy="1403461"/>
          </a:xfrm>
        </p:spPr>
        <p:txBody>
          <a:bodyPr anchor="b">
            <a:spAutoFit/>
          </a:bodyPr>
          <a:lstStyle>
            <a:lvl1pPr algn="l">
              <a:defRPr sz="5067">
                <a:solidFill>
                  <a:schemeClr val="bg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white">
          <a:xfrm>
            <a:off x="609600" y="4157473"/>
            <a:ext cx="6705600" cy="718145"/>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bg1"/>
                </a:solidFill>
              </a:defRPr>
            </a:lvl1pPr>
            <a:lvl2pPr marL="0" indent="0" algn="l">
              <a:buClrTx/>
              <a:buFont typeface="Arial" panose="020B0604020202020204" pitchFamily="34" charset="0"/>
              <a:buNone/>
              <a:tabLst/>
              <a:defRPr sz="1600">
                <a:solidFill>
                  <a:schemeClr val="bg1"/>
                </a:solidFill>
              </a:defRPr>
            </a:lvl2pPr>
            <a:lvl3pPr marL="304792" indent="-304792" algn="l">
              <a:spcBef>
                <a:spcPts val="800"/>
              </a:spcBef>
              <a:buClrTx/>
              <a:buSzPct val="125000"/>
              <a:buFont typeface="Arial" panose="020B0604020202020204" pitchFamily="34" charset="0"/>
              <a:buChar char="•"/>
              <a:defRPr sz="1600">
                <a:solidFill>
                  <a:schemeClr val="bg1"/>
                </a:solidFill>
              </a:defRPr>
            </a:lvl3pPr>
            <a:lvl4pPr marL="304792" indent="-304792" algn="l">
              <a:spcBef>
                <a:spcPts val="800"/>
              </a:spcBef>
              <a:buClrTx/>
              <a:buSzPct val="125000"/>
              <a:buFont typeface="Arial" panose="020B0604020202020204" pitchFamily="34" charset="0"/>
              <a:buChar char="•"/>
              <a:defRPr sz="1600">
                <a:solidFill>
                  <a:schemeClr val="bg1"/>
                </a:solidFill>
              </a:defRPr>
            </a:lvl4pPr>
            <a:lvl5pPr marL="304792" indent="-304792" algn="l">
              <a:spcBef>
                <a:spcPts val="800"/>
              </a:spcBef>
              <a:buClrTx/>
              <a:buSzPct val="125000"/>
              <a:buFont typeface="Arial" panose="020B0604020202020204" pitchFamily="34" charset="0"/>
              <a:buChar char="•"/>
              <a:defRPr sz="1600">
                <a:solidFill>
                  <a:schemeClr val="bg1"/>
                </a:solidFill>
              </a:defRPr>
            </a:lvl5pPr>
            <a:lvl6pPr marL="304792" indent="-304792" algn="l">
              <a:spcBef>
                <a:spcPts val="800"/>
              </a:spcBef>
              <a:buClrTx/>
              <a:buSzPct val="125000"/>
              <a:buFont typeface="Arial" panose="020B0604020202020204" pitchFamily="34" charset="0"/>
              <a:buChar char="•"/>
              <a:defRPr sz="1600">
                <a:solidFill>
                  <a:schemeClr val="bg1"/>
                </a:solidFill>
              </a:defRPr>
            </a:lvl6pPr>
            <a:lvl7pPr marL="304792" indent="-304792" algn="l">
              <a:spcBef>
                <a:spcPts val="800"/>
              </a:spcBef>
              <a:buClrTx/>
              <a:buSzPct val="125000"/>
              <a:buFont typeface="Arial" panose="020B0604020202020204" pitchFamily="34" charset="0"/>
              <a:buChar char="•"/>
              <a:defRPr sz="1600">
                <a:solidFill>
                  <a:schemeClr val="bg1"/>
                </a:solidFill>
              </a:defRPr>
            </a:lvl7pPr>
            <a:lvl8pPr marL="304792" indent="-304792" algn="l">
              <a:spcBef>
                <a:spcPts val="800"/>
              </a:spcBef>
              <a:buClrTx/>
              <a:buSzPct val="125000"/>
              <a:buFont typeface="Arial" panose="020B0604020202020204" pitchFamily="34" charset="0"/>
              <a:buChar char="•"/>
              <a:defRPr sz="1600">
                <a:solidFill>
                  <a:schemeClr val="bg1"/>
                </a:solidFill>
              </a:defRPr>
            </a:lvl8pPr>
            <a:lvl9pPr marL="304792" indent="-304792" algn="l">
              <a:spcBef>
                <a:spcPts val="800"/>
              </a:spcBef>
              <a:buClrTx/>
              <a:buSzPct val="125000"/>
              <a:buFont typeface="Arial" panose="020B0604020202020204" pitchFamily="34" charset="0"/>
              <a:buChar char="•"/>
              <a:defRPr sz="1600">
                <a:solidFill>
                  <a:schemeClr val="bg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6705600"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13" name="Straight Connector 12">
            <a:extLst>
              <a:ext uri="{FF2B5EF4-FFF2-40B4-BE49-F238E27FC236}">
                <a16:creationId xmlns:a16="http://schemas.microsoft.com/office/drawing/2014/main" id="{F769F7CB-0D67-49E0-9197-CA57AE8A17CA}"/>
              </a:ext>
            </a:extLst>
          </p:cNvPr>
          <p:cNvCxnSpPr>
            <a:cxnSpLocks/>
          </p:cNvCxnSpPr>
          <p:nvPr userDrawn="1"/>
        </p:nvCxnSpPr>
        <p:spPr bwMode="white">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512065"/>
            <a:ext cx="5687659" cy="668191"/>
          </a:xfrm>
          <a:prstGeom prst="rect">
            <a:avLst/>
          </a:prstGeom>
        </p:spPr>
      </p:pic>
    </p:spTree>
    <p:extLst>
      <p:ext uri="{BB962C8B-B14F-4D97-AF65-F5344CB8AC3E}">
        <p14:creationId xmlns:p14="http://schemas.microsoft.com/office/powerpoint/2010/main" val="31600123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icture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B2BD88AD-BF9F-4A95-ACE0-0665F32F8DFE}"/>
              </a:ext>
            </a:extLst>
          </p:cNvPr>
          <p:cNvSpPr>
            <a:spLocks noGrp="1"/>
          </p:cNvSpPr>
          <p:nvPr>
            <p:ph idx="1" hasCustomPrompt="1"/>
          </p:nvPr>
        </p:nvSpPr>
        <p:spPr>
          <a:xfrm>
            <a:off x="4828032" y="1682496"/>
            <a:ext cx="6855968"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marL="609585" lvl="1" indent="-609585">
              <a:buNone/>
            </a:pPr>
            <a:endParaRPr kumimoji="0" lang="en-US" sz="3733" b="0" i="0" u="none" strike="noStrike" kern="1200" cap="none" spc="0" normalizeH="0" baseline="0" noProof="0">
              <a:ln>
                <a:noFill/>
              </a:ln>
              <a:solidFill>
                <a:srgbClr val="0033B4"/>
              </a:solidFill>
              <a:effectLst/>
              <a:uLnTx/>
              <a:uFillTx/>
              <a:latin typeface="+mn-lt"/>
              <a:ea typeface="+mn-ea"/>
              <a:cs typeface="+mn-cs"/>
            </a:endParaRPr>
          </a:p>
        </p:txBody>
      </p:sp>
      <p:sp>
        <p:nvSpPr>
          <p:cNvPr id="9" name="Picture Placeholder 6">
            <a:extLst>
              <a:ext uri="{FF2B5EF4-FFF2-40B4-BE49-F238E27FC236}">
                <a16:creationId xmlns:a16="http://schemas.microsoft.com/office/drawing/2014/main" id="{A7A5CEAD-8DF7-4847-A3C5-A3EBD2E6DC60}"/>
              </a:ext>
            </a:extLst>
          </p:cNvPr>
          <p:cNvSpPr>
            <a:spLocks noGrp="1"/>
          </p:cNvSpPr>
          <p:nvPr>
            <p:ph type="pic" sz="quarter" idx="16" hasCustomPrompt="1"/>
          </p:nvPr>
        </p:nvSpPr>
        <p:spPr>
          <a:xfrm>
            <a:off x="508000" y="1682495"/>
            <a:ext cx="3676651" cy="4425696"/>
          </a:xfrm>
          <a:noFill/>
        </p:spPr>
        <p:txBody>
          <a:bodyPr/>
          <a:lstStyle>
            <a:lvl1pPr marL="0" marR="0" indent="0" algn="l" defTabSz="609585" rtl="0" eaLnBrk="1" fontAlgn="auto" latinLnBrk="0" hangingPunct="1">
              <a:lnSpc>
                <a:spcPct val="90000"/>
              </a:lnSpc>
              <a:spcBef>
                <a:spcPts val="800"/>
              </a:spcBef>
              <a:spcAft>
                <a:spcPts val="0"/>
              </a:spcAft>
              <a:buClrTx/>
              <a:buSzTx/>
              <a:buFont typeface="Arial"/>
              <a:buNone/>
              <a:tabLst/>
              <a:defRPr>
                <a:solidFill>
                  <a:schemeClr val="bg1"/>
                </a:solidFill>
              </a:defRPr>
            </a:lvl1pPr>
          </a:lstStyle>
          <a:p>
            <a:pPr marL="0" marR="0" lvl="0" indent="0" algn="l" defTabSz="609585" rtl="0" eaLnBrk="1" fontAlgn="auto" latinLnBrk="0" hangingPunct="1">
              <a:lnSpc>
                <a:spcPct val="90000"/>
              </a:lnSpc>
              <a:spcBef>
                <a:spcPts val="800"/>
              </a:spcBef>
              <a:spcAft>
                <a:spcPts val="0"/>
              </a:spcAft>
              <a:buClrTx/>
              <a:buSzTx/>
              <a:buFont typeface="Arial"/>
              <a:buNone/>
              <a:tabLst/>
              <a:defRPr/>
            </a:pPr>
            <a:r>
              <a:rPr lang="en-US"/>
              <a:t>Drag picture to placeholder or click icon to add</a:t>
            </a:r>
          </a:p>
          <a:p>
            <a:endParaRPr lang="en-US"/>
          </a:p>
        </p:txBody>
      </p:sp>
      <p:sp>
        <p:nvSpPr>
          <p:cNvPr id="3" name="Date Placeholder 2">
            <a:extLst>
              <a:ext uri="{FF2B5EF4-FFF2-40B4-BE49-F238E27FC236}">
                <a16:creationId xmlns:a16="http://schemas.microsoft.com/office/drawing/2014/main" id="{F6CB4A54-5341-4A6F-9733-3D09E3B0E7F5}"/>
              </a:ext>
            </a:extLst>
          </p:cNvPr>
          <p:cNvSpPr>
            <a:spLocks noGrp="1"/>
          </p:cNvSpPr>
          <p:nvPr>
            <p:ph type="dt" sz="half" idx="17"/>
          </p:nvPr>
        </p:nvSpPr>
        <p:spPr/>
        <p:txBody>
          <a:bodyPr/>
          <a:lstStyle>
            <a:lvl1pPr>
              <a:defRPr>
                <a:solidFill>
                  <a:schemeClr val="bg1"/>
                </a:solidFill>
              </a:defRPr>
            </a:lvl1pPr>
          </a:lstStyle>
          <a:p>
            <a:fld id="{669E508C-8E0B-469F-A2D9-AC62101F5C05}" type="datetime1">
              <a:rPr lang="en-US" smtClean="0"/>
              <a:t>8/14/2023</a:t>
            </a:fld>
            <a:endParaRPr lang="en-US"/>
          </a:p>
        </p:txBody>
      </p:sp>
      <p:sp>
        <p:nvSpPr>
          <p:cNvPr id="7" name="Footer Placeholder 6">
            <a:extLst>
              <a:ext uri="{FF2B5EF4-FFF2-40B4-BE49-F238E27FC236}">
                <a16:creationId xmlns:a16="http://schemas.microsoft.com/office/drawing/2014/main" id="{A9F96F16-06EB-41EA-A547-8A5407FBCF45}"/>
              </a:ext>
            </a:extLst>
          </p:cNvPr>
          <p:cNvSpPr>
            <a:spLocks noGrp="1"/>
          </p:cNvSpPr>
          <p:nvPr>
            <p:ph type="ftr" sz="quarter" idx="18"/>
          </p:nvPr>
        </p:nvSpPr>
        <p:spPr/>
        <p:txBody>
          <a:bodyPr/>
          <a:lstStyle>
            <a:lvl1pPr>
              <a:defRPr>
                <a:solidFill>
                  <a:schemeClr val="bg1"/>
                </a:solidFill>
              </a:defRPr>
            </a:lvl1pPr>
          </a:lstStyle>
          <a:p>
            <a:r>
              <a:rPr lang="en-US"/>
              <a:t>© 2019 Cognizant</a:t>
            </a:r>
          </a:p>
        </p:txBody>
      </p:sp>
      <p:sp>
        <p:nvSpPr>
          <p:cNvPr id="10" name="Slide Number Placeholder 9">
            <a:extLst>
              <a:ext uri="{FF2B5EF4-FFF2-40B4-BE49-F238E27FC236}">
                <a16:creationId xmlns:a16="http://schemas.microsoft.com/office/drawing/2014/main" id="{6CDF8484-6FCC-46A8-B1A4-B877ED71BD26}"/>
              </a:ext>
            </a:extLst>
          </p:cNvPr>
          <p:cNvSpPr>
            <a:spLocks noGrp="1"/>
          </p:cNvSpPr>
          <p:nvPr>
            <p:ph type="sldNum" sz="quarter" idx="19"/>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6F8FABAD-01EF-483E-B2EF-403B57169C4D}"/>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15335015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8" name="Content Placeholder 2">
            <a:extLst>
              <a:ext uri="{FF2B5EF4-FFF2-40B4-BE49-F238E27FC236}">
                <a16:creationId xmlns:a16="http://schemas.microsoft.com/office/drawing/2014/main" id="{0E686D16-B817-4FD7-91EF-E75DCEECBDBE}"/>
              </a:ext>
            </a:extLst>
          </p:cNvPr>
          <p:cNvSpPr>
            <a:spLocks noGrp="1"/>
          </p:cNvSpPr>
          <p:nvPr>
            <p:ph idx="1" hasCustomPrompt="1"/>
          </p:nvPr>
        </p:nvSpPr>
        <p:spPr>
          <a:xfrm>
            <a:off x="503936" y="1682496"/>
            <a:ext cx="11180064" cy="4425696"/>
          </a:xfrm>
          <a:prstGeom prst="rect">
            <a:avLst/>
          </a:prstGeom>
        </p:spPr>
        <p:txBody>
          <a:bodyPr vert="horz" lIns="0" tIns="0" rIns="0" bIns="0" rtlCol="0">
            <a:normAutofit/>
          </a:bodyPr>
          <a:lstStyle>
            <a:lvl1pPr marL="377943" indent="-377943">
              <a:buFont typeface="+mj-lt"/>
              <a:buAutoNum type="arabicPeriod"/>
              <a:defRPr>
                <a:solidFill>
                  <a:schemeClr val="bg1"/>
                </a:solidFill>
              </a:defRPr>
            </a:lvl1pPr>
            <a:lvl2pPr marL="0" indent="0">
              <a:buNone/>
              <a:defRPr lang="en-US" sz="1867" baseline="0" noProof="0" dirty="0">
                <a:solidFill>
                  <a:schemeClr val="bg1"/>
                </a:solidFill>
              </a:defRPr>
            </a:lvl2pPr>
            <a:lvl3pPr marL="0" indent="0">
              <a:spcBef>
                <a:spcPts val="800"/>
              </a:spcBef>
              <a:buNone/>
              <a:defRPr sz="1867">
                <a:solidFill>
                  <a:schemeClr val="bg1"/>
                </a:solidFill>
              </a:defRPr>
            </a:lvl3pPr>
            <a:lvl4pPr marL="0" indent="0">
              <a:spcBef>
                <a:spcPts val="800"/>
              </a:spcBef>
              <a:buNone/>
              <a:defRPr sz="1867">
                <a:solidFill>
                  <a:schemeClr val="bg1"/>
                </a:solidFill>
              </a:defRPr>
            </a:lvl4pPr>
            <a:lvl5pPr marL="0" indent="0">
              <a:spcBef>
                <a:spcPts val="800"/>
              </a:spcBef>
              <a:buNone/>
              <a:defRPr sz="1867">
                <a:solidFill>
                  <a:schemeClr val="bg1"/>
                </a:solidFill>
              </a:defRPr>
            </a:lvl5pPr>
            <a:lvl6pPr marL="0" indent="0">
              <a:lnSpc>
                <a:spcPct val="100000"/>
              </a:lnSpc>
              <a:spcBef>
                <a:spcPts val="800"/>
              </a:spcBef>
              <a:buNone/>
              <a:defRPr sz="1867">
                <a:solidFill>
                  <a:schemeClr val="bg1"/>
                </a:solidFill>
              </a:defRPr>
            </a:lvl6pPr>
            <a:lvl7pPr marL="0" indent="0">
              <a:spcBef>
                <a:spcPts val="800"/>
              </a:spcBef>
              <a:buNone/>
              <a:defRPr sz="1867">
                <a:solidFill>
                  <a:schemeClr val="bg1"/>
                </a:solidFill>
              </a:defRPr>
            </a:lvl7pPr>
            <a:lvl8pPr marL="0" indent="0">
              <a:lnSpc>
                <a:spcPct val="100000"/>
              </a:lnSpc>
              <a:spcBef>
                <a:spcPts val="800"/>
              </a:spcBef>
              <a:buNone/>
              <a:defRPr sz="1867">
                <a:solidFill>
                  <a:schemeClr val="bg1"/>
                </a:solidFill>
              </a:defRPr>
            </a:lvl8pPr>
            <a:lvl9pPr marL="0" indent="0">
              <a:lnSpc>
                <a:spcPct val="100000"/>
              </a:lnSpc>
              <a:spcBef>
                <a:spcPts val="800"/>
              </a:spcBef>
              <a:buNone/>
              <a:defRPr sz="1867">
                <a:solidFill>
                  <a:schemeClr val="bg1"/>
                </a:solidFill>
              </a:defRPr>
            </a:lvl9pPr>
          </a:lstStyle>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a:p>
            <a:pPr lvl="1"/>
            <a:endParaRPr lang="en-US"/>
          </a:p>
          <a:p>
            <a:pPr lvl="0"/>
            <a:r>
              <a:rPr lang="en-US"/>
              <a:t>Numbered text</a:t>
            </a:r>
          </a:p>
          <a:p>
            <a:pPr lvl="1"/>
            <a:r>
              <a:rPr lang="en-US"/>
              <a:t>Supporting text</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20189Cognizant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Tree>
    <p:extLst>
      <p:ext uri="{BB962C8B-B14F-4D97-AF65-F5344CB8AC3E}">
        <p14:creationId xmlns:p14="http://schemas.microsoft.com/office/powerpoint/2010/main" val="336674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Agenda &amp; Numbered Tex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6936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Agenda &amp; Numbered Text">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3553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Agenda &amp; Numbered Text">
    <p:bg>
      <p:bgPr>
        <a:solidFill>
          <a:srgbClr val="F4633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21501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Agenda &amp; Numbered Text">
    <p:bg>
      <p:bgPr>
        <a:solidFill>
          <a:srgbClr val="FF8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02625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Agenda &amp; Numbered Text">
    <p:bg>
      <p:bgPr>
        <a:solidFill>
          <a:srgbClr val="3C105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7540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Agenda &amp; Numbered Text">
    <p:bg>
      <p:bgPr>
        <a:solidFill>
          <a:schemeClr val="tx2">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50FADBE-3030-4F6C-88B1-C1A6FD63B6E9}"/>
              </a:ext>
            </a:extLst>
          </p:cNvPr>
          <p:cNvSpPr>
            <a:spLocks noGrp="1"/>
          </p:cNvSpPr>
          <p:nvPr>
            <p:ph type="dt" sz="half" idx="10"/>
          </p:nvPr>
        </p:nvSpPr>
        <p:spPr/>
        <p:txBody>
          <a:bodyPr/>
          <a:lstStyle>
            <a:lvl1pPr>
              <a:defRPr>
                <a:solidFill>
                  <a:schemeClr val="bg1"/>
                </a:solidFill>
              </a:defRPr>
            </a:lvl1pPr>
          </a:lstStyle>
          <a:p>
            <a:fld id="{86A04BE0-EF35-4D6F-B801-4137CADB0D75}" type="datetime1">
              <a:rPr lang="en-US" smtClean="0"/>
              <a:t>8/14/2023</a:t>
            </a:fld>
            <a:endParaRPr lang="en-US"/>
          </a:p>
        </p:txBody>
      </p:sp>
      <p:sp>
        <p:nvSpPr>
          <p:cNvPr id="6" name="Footer Placeholder 5">
            <a:extLst>
              <a:ext uri="{FF2B5EF4-FFF2-40B4-BE49-F238E27FC236}">
                <a16:creationId xmlns:a16="http://schemas.microsoft.com/office/drawing/2014/main" id="{A0282AB7-CA5B-4BB2-9297-72F42A2F2BAB}"/>
              </a:ext>
            </a:extLst>
          </p:cNvPr>
          <p:cNvSpPr>
            <a:spLocks noGrp="1"/>
          </p:cNvSpPr>
          <p:nvPr>
            <p:ph type="ftr" sz="quarter" idx="11"/>
          </p:nvPr>
        </p:nvSpPr>
        <p:spPr/>
        <p:txBody>
          <a:bodyPr/>
          <a:lstStyle>
            <a:lvl1pPr>
              <a:defRPr>
                <a:solidFill>
                  <a:schemeClr val="bg1"/>
                </a:solidFill>
              </a:defRPr>
            </a:lvl1pPr>
          </a:lstStyle>
          <a:p>
            <a:r>
              <a:rPr lang="en-US"/>
              <a:t>© 2019 Cognizant</a:t>
            </a:r>
          </a:p>
        </p:txBody>
      </p:sp>
      <p:sp>
        <p:nvSpPr>
          <p:cNvPr id="7" name="Slide Number Placeholder 6">
            <a:extLst>
              <a:ext uri="{FF2B5EF4-FFF2-40B4-BE49-F238E27FC236}">
                <a16:creationId xmlns:a16="http://schemas.microsoft.com/office/drawing/2014/main" id="{69F0976E-13F2-445E-A5C4-28915A054515}"/>
              </a:ext>
            </a:extLst>
          </p:cNvPr>
          <p:cNvSpPr>
            <a:spLocks noGrp="1"/>
          </p:cNvSpPr>
          <p:nvPr>
            <p:ph type="sldNum" sz="quarter" idx="12"/>
          </p:nvPr>
        </p:nvSpPr>
        <p:spPr/>
        <p:txBody>
          <a:bodyPr/>
          <a:lstStyle>
            <a:lvl1pPr>
              <a:defRPr>
                <a:solidFill>
                  <a:schemeClr val="bg1"/>
                </a:solidFill>
              </a:defRPr>
            </a:lvl1p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2211AD09-EFF5-4259-BC1F-AFBAA6EE5437}"/>
              </a:ext>
            </a:extLst>
          </p:cNvPr>
          <p:cNvCxnSpPr>
            <a:cxnSpLocks/>
          </p:cNvCxnSpPr>
          <p:nvPr userDrawn="1"/>
        </p:nvCxnSpPr>
        <p:spPr>
          <a:xfrm>
            <a:off x="513261" y="6254496"/>
            <a:ext cx="1117886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6484" y="6335801"/>
            <a:ext cx="2698949" cy="317073"/>
          </a:xfrm>
          <a:prstGeom prst="rect">
            <a:avLst/>
          </a:prstGeom>
        </p:spPr>
      </p:pic>
      <p:sp>
        <p:nvSpPr>
          <p:cNvPr id="9"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27675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8/14/2023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9679374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Header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7"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7C4CB0-E1A6-4DBC-8C27-B432BF957BCC}"/>
              </a:ext>
            </a:extLst>
          </p:cNvPr>
          <p:cNvSpPr>
            <a:spLocks noGrp="1"/>
          </p:cNvSpPr>
          <p:nvPr>
            <p:ph type="dt" sz="half" idx="10"/>
          </p:nvPr>
        </p:nvSpPr>
        <p:spPr/>
        <p:txBody>
          <a:bodyPr/>
          <a:lstStyle/>
          <a:p>
            <a:fld id="{87947146-9954-4458-9279-AA08A3B071CD}" type="datetime1">
              <a:rPr lang="en-US" smtClean="0"/>
              <a:t>8/14/2023</a:t>
            </a:fld>
            <a:endParaRPr lang="en-US"/>
          </a:p>
        </p:txBody>
      </p:sp>
      <p:sp>
        <p:nvSpPr>
          <p:cNvPr id="6" name="Footer Placeholder 5">
            <a:extLst>
              <a:ext uri="{FF2B5EF4-FFF2-40B4-BE49-F238E27FC236}">
                <a16:creationId xmlns:a16="http://schemas.microsoft.com/office/drawing/2014/main" id="{599FAE45-F8BC-40F3-9164-D36C18C3F03A}"/>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B3BC111-2740-46AF-A4EE-25875C41C2B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3D1A41C7-0BA2-435B-A8CC-4AA343893F35}"/>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9882277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Header &amp; 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7A35C2-C0F4-49D9-B722-67323A6F7FD1}"/>
              </a:ext>
            </a:extLst>
          </p:cNvPr>
          <p:cNvSpPr>
            <a:spLocks noGrp="1"/>
          </p:cNvSpPr>
          <p:nvPr>
            <p:ph type="dt" sz="half" idx="14"/>
          </p:nvPr>
        </p:nvSpPr>
        <p:spPr/>
        <p:txBody>
          <a:bodyPr/>
          <a:lstStyle/>
          <a:p>
            <a:fld id="{29509183-A3A4-4971-BEBF-1DCDFEAEA734}" type="datetime1">
              <a:rPr lang="en-US" smtClean="0"/>
              <a:t>8/14/2023</a:t>
            </a:fld>
            <a:endParaRPr lang="en-US"/>
          </a:p>
        </p:txBody>
      </p:sp>
      <p:sp>
        <p:nvSpPr>
          <p:cNvPr id="6" name="Footer Placeholder 5">
            <a:extLst>
              <a:ext uri="{FF2B5EF4-FFF2-40B4-BE49-F238E27FC236}">
                <a16:creationId xmlns:a16="http://schemas.microsoft.com/office/drawing/2014/main" id="{F38FFCDF-15C2-443A-9747-477B83B8CFC9}"/>
              </a:ext>
            </a:extLst>
          </p:cNvPr>
          <p:cNvSpPr>
            <a:spLocks noGrp="1"/>
          </p:cNvSpPr>
          <p:nvPr>
            <p:ph type="ftr" sz="quarter" idx="15"/>
          </p:nvPr>
        </p:nvSpPr>
        <p:spPr/>
        <p:txBody>
          <a:bodyPr/>
          <a:lstStyle/>
          <a:p>
            <a:r>
              <a:rPr lang="en-US"/>
              <a:t>© 2019 Cognizant</a:t>
            </a:r>
          </a:p>
        </p:txBody>
      </p:sp>
      <p:sp>
        <p:nvSpPr>
          <p:cNvPr id="7" name="Slide Number Placeholder 6">
            <a:extLst>
              <a:ext uri="{FF2B5EF4-FFF2-40B4-BE49-F238E27FC236}">
                <a16:creationId xmlns:a16="http://schemas.microsoft.com/office/drawing/2014/main" id="{C4063F49-35A6-44FE-8D1B-AF1E3728CAC2}"/>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4C6EBED9-9EFE-447A-BEE0-FCC12D286A7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813704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amp; 2-column (1/3,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4309872"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31406E-2CA1-499E-A808-27B124490AF3}"/>
              </a:ext>
            </a:extLst>
          </p:cNvPr>
          <p:cNvSpPr>
            <a:spLocks noGrp="1"/>
          </p:cNvSpPr>
          <p:nvPr>
            <p:ph type="dt" sz="half" idx="10"/>
          </p:nvPr>
        </p:nvSpPr>
        <p:spPr/>
        <p:txBody>
          <a:bodyPr/>
          <a:lstStyle/>
          <a:p>
            <a:fld id="{7C6C5538-3BC1-4274-BECE-326EC075782F}" type="datetime1">
              <a:rPr lang="en-US" smtClean="0"/>
              <a:t>8/14/2023</a:t>
            </a:fld>
            <a:endParaRPr lang="en-US"/>
          </a:p>
        </p:txBody>
      </p:sp>
      <p:sp>
        <p:nvSpPr>
          <p:cNvPr id="6" name="Footer Placeholder 5">
            <a:extLst>
              <a:ext uri="{FF2B5EF4-FFF2-40B4-BE49-F238E27FC236}">
                <a16:creationId xmlns:a16="http://schemas.microsoft.com/office/drawing/2014/main" id="{E8B5E847-C84C-457F-B901-2EEB12AD94F8}"/>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F1C10D1C-F2EA-46B6-B35A-881C8F5C67FE}"/>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149C702-A52C-4836-AD09-FFA898A62A9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4931769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amp; 2-column (2/3,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7382256"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8107680" y="1682496"/>
            <a:ext cx="3584448"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C60974-838A-40CC-8A5B-B6116CA4DBF8}"/>
              </a:ext>
            </a:extLst>
          </p:cNvPr>
          <p:cNvSpPr>
            <a:spLocks noGrp="1"/>
          </p:cNvSpPr>
          <p:nvPr>
            <p:ph type="dt" sz="half" idx="10"/>
          </p:nvPr>
        </p:nvSpPr>
        <p:spPr/>
        <p:txBody>
          <a:bodyPr/>
          <a:lstStyle/>
          <a:p>
            <a:fld id="{7921B6AA-52B4-494A-A3CC-9F631DBC049D}" type="datetime1">
              <a:rPr lang="en-US" smtClean="0"/>
              <a:t>8/14/2023</a:t>
            </a:fld>
            <a:endParaRPr lang="en-US"/>
          </a:p>
        </p:txBody>
      </p:sp>
      <p:sp>
        <p:nvSpPr>
          <p:cNvPr id="6" name="Footer Placeholder 5">
            <a:extLst>
              <a:ext uri="{FF2B5EF4-FFF2-40B4-BE49-F238E27FC236}">
                <a16:creationId xmlns:a16="http://schemas.microsoft.com/office/drawing/2014/main" id="{05E2370C-3F6B-42C0-8834-DB3406097193}"/>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8AC5B230-74A0-418F-BBA9-0B141D8CA374}"/>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02C70E20-6501-4F77-9CBC-3806310ED989}"/>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514167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Subtitle &amp; 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E69CF19-0589-4E7F-87F9-FC7CAC6AC6D8}"/>
              </a:ext>
            </a:extLst>
          </p:cNvPr>
          <p:cNvSpPr>
            <a:spLocks noGrp="1"/>
          </p:cNvSpPr>
          <p:nvPr>
            <p:ph sz="half" idx="19"/>
          </p:nvPr>
        </p:nvSpPr>
        <p:spPr>
          <a:xfrm>
            <a:off x="6206067"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2A1A39-C278-49C1-98BD-03DFB86ACBBA}"/>
              </a:ext>
            </a:extLst>
          </p:cNvPr>
          <p:cNvSpPr>
            <a:spLocks noGrp="1"/>
          </p:cNvSpPr>
          <p:nvPr>
            <p:ph type="dt" sz="half" idx="20"/>
          </p:nvPr>
        </p:nvSpPr>
        <p:spPr/>
        <p:txBody>
          <a:bodyPr/>
          <a:lstStyle/>
          <a:p>
            <a:fld id="{CA4F26AE-5454-4F9D-AAE5-D3D002DD7C9F}" type="datetime1">
              <a:rPr lang="en-US" smtClean="0"/>
              <a:t>8/14/2023</a:t>
            </a:fld>
            <a:endParaRPr lang="en-US"/>
          </a:p>
        </p:txBody>
      </p:sp>
      <p:sp>
        <p:nvSpPr>
          <p:cNvPr id="6" name="Footer Placeholder 5">
            <a:extLst>
              <a:ext uri="{FF2B5EF4-FFF2-40B4-BE49-F238E27FC236}">
                <a16:creationId xmlns:a16="http://schemas.microsoft.com/office/drawing/2014/main" id="{E0A52B1C-E724-479F-B20E-0E459E80FD0B}"/>
              </a:ext>
            </a:extLst>
          </p:cNvPr>
          <p:cNvSpPr>
            <a:spLocks noGrp="1"/>
          </p:cNvSpPr>
          <p:nvPr>
            <p:ph type="ftr" sz="quarter" idx="21"/>
          </p:nvPr>
        </p:nvSpPr>
        <p:spPr/>
        <p:txBody>
          <a:bodyPr/>
          <a:lstStyle/>
          <a:p>
            <a:r>
              <a:rPr lang="en-US"/>
              <a:t>© 2019 Cognizant</a:t>
            </a:r>
          </a:p>
        </p:txBody>
      </p:sp>
      <p:sp>
        <p:nvSpPr>
          <p:cNvPr id="7" name="Slide Number Placeholder 6">
            <a:extLst>
              <a:ext uri="{FF2B5EF4-FFF2-40B4-BE49-F238E27FC236}">
                <a16:creationId xmlns:a16="http://schemas.microsoft.com/office/drawing/2014/main" id="{8E78CA9C-FCAF-4B99-B5F6-60AF3219B3BA}"/>
              </a:ext>
            </a:extLst>
          </p:cNvPr>
          <p:cNvSpPr>
            <a:spLocks noGrp="1"/>
          </p:cNvSpPr>
          <p:nvPr>
            <p:ph type="sldNum" sz="quarter" idx="2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7DCFE254-800B-4596-8FBC-3984CE5AE78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9854138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Subtitle,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6">
            <a:extLst>
              <a:ext uri="{FF2B5EF4-FFF2-40B4-BE49-F238E27FC236}">
                <a16:creationId xmlns:a16="http://schemas.microsoft.com/office/drawing/2014/main" id="{5B5CE85F-2A75-4693-93B8-CBF7927F72BE}"/>
              </a:ext>
            </a:extLst>
          </p:cNvPr>
          <p:cNvSpPr>
            <a:spLocks noGrp="1"/>
          </p:cNvSpPr>
          <p:nvPr>
            <p:ph type="pic" sz="quarter" idx="24" hasCustomPrompt="1"/>
          </p:nvPr>
        </p:nvSpPr>
        <p:spPr>
          <a:xfrm>
            <a:off x="6205725"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CD833434-287A-47FC-8826-927D06662D67}"/>
              </a:ext>
            </a:extLst>
          </p:cNvPr>
          <p:cNvSpPr>
            <a:spLocks noGrp="1"/>
          </p:cNvSpPr>
          <p:nvPr>
            <p:ph type="dt" sz="half" idx="25"/>
          </p:nvPr>
        </p:nvSpPr>
        <p:spPr/>
        <p:txBody>
          <a:bodyPr/>
          <a:lstStyle/>
          <a:p>
            <a:fld id="{98D386E0-6517-4865-845C-C9D03EFE0238}" type="datetime1">
              <a:rPr lang="en-US" smtClean="0"/>
              <a:t>8/14/2023</a:t>
            </a:fld>
            <a:endParaRPr lang="en-US"/>
          </a:p>
        </p:txBody>
      </p:sp>
      <p:sp>
        <p:nvSpPr>
          <p:cNvPr id="6" name="Footer Placeholder 5">
            <a:extLst>
              <a:ext uri="{FF2B5EF4-FFF2-40B4-BE49-F238E27FC236}">
                <a16:creationId xmlns:a16="http://schemas.microsoft.com/office/drawing/2014/main" id="{B2131ED2-2FB0-4787-9839-9D3116D30B63}"/>
              </a:ext>
            </a:extLst>
          </p:cNvPr>
          <p:cNvSpPr>
            <a:spLocks noGrp="1"/>
          </p:cNvSpPr>
          <p:nvPr>
            <p:ph type="ftr" sz="quarter" idx="26"/>
          </p:nvPr>
        </p:nvSpPr>
        <p:spPr/>
        <p:txBody>
          <a:bodyPr/>
          <a:lstStyle/>
          <a:p>
            <a:r>
              <a:rPr lang="en-US"/>
              <a:t>© 2019 Cognizant</a:t>
            </a:r>
          </a:p>
        </p:txBody>
      </p:sp>
      <p:sp>
        <p:nvSpPr>
          <p:cNvPr id="7" name="Slide Number Placeholder 6">
            <a:extLst>
              <a:ext uri="{FF2B5EF4-FFF2-40B4-BE49-F238E27FC236}">
                <a16:creationId xmlns:a16="http://schemas.microsoft.com/office/drawing/2014/main" id="{7CBA36B9-835B-4A55-994F-E64CDB646565}"/>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9D11681F-8020-4D84-9273-264D5F39BDA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582365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Subtitle, Image &amp;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3" y="1682496"/>
            <a:ext cx="11180063" cy="1060704"/>
          </a:xfrm>
        </p:spPr>
        <p:txBody>
          <a:bodyPr/>
          <a:lstStyle>
            <a:lvl1pPr>
              <a:defRPr b="1">
                <a:solidFill>
                  <a:schemeClr val="tx1"/>
                </a:solidFill>
              </a:defRPr>
            </a:lvl1pPr>
            <a:lvl2pPr>
              <a:defRPr>
                <a:solidFill>
                  <a:schemeClr val="tx2"/>
                </a:solidFill>
              </a:defRPr>
            </a:lvl2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5" y="2987040"/>
            <a:ext cx="5486400" cy="3121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B1325C43-3F77-4CF9-8E6F-F5DB1CDCD7DB}"/>
              </a:ext>
            </a:extLst>
          </p:cNvPr>
          <p:cNvSpPr>
            <a:spLocks noGrp="1"/>
          </p:cNvSpPr>
          <p:nvPr>
            <p:ph type="pic" sz="quarter" idx="24" hasCustomPrompt="1"/>
          </p:nvPr>
        </p:nvSpPr>
        <p:spPr>
          <a:xfrm>
            <a:off x="512063" y="2987040"/>
            <a:ext cx="5486400" cy="3121152"/>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5" name="Date Placeholder 4">
            <a:extLst>
              <a:ext uri="{FF2B5EF4-FFF2-40B4-BE49-F238E27FC236}">
                <a16:creationId xmlns:a16="http://schemas.microsoft.com/office/drawing/2014/main" id="{1133C2E1-148D-4C6B-A6B6-6408779530FF}"/>
              </a:ext>
            </a:extLst>
          </p:cNvPr>
          <p:cNvSpPr>
            <a:spLocks noGrp="1"/>
          </p:cNvSpPr>
          <p:nvPr>
            <p:ph type="dt" sz="half" idx="25"/>
          </p:nvPr>
        </p:nvSpPr>
        <p:spPr/>
        <p:txBody>
          <a:bodyPr/>
          <a:lstStyle/>
          <a:p>
            <a:fld id="{3BCD788F-B9E9-4F14-B100-50586E972F9F}" type="datetime1">
              <a:rPr lang="en-US" smtClean="0"/>
              <a:t>8/14/2023</a:t>
            </a:fld>
            <a:endParaRPr lang="en-US"/>
          </a:p>
        </p:txBody>
      </p:sp>
      <p:sp>
        <p:nvSpPr>
          <p:cNvPr id="6" name="Footer Placeholder 5">
            <a:extLst>
              <a:ext uri="{FF2B5EF4-FFF2-40B4-BE49-F238E27FC236}">
                <a16:creationId xmlns:a16="http://schemas.microsoft.com/office/drawing/2014/main" id="{81F894B6-9AEC-449F-97A3-25262205013C}"/>
              </a:ext>
            </a:extLst>
          </p:cNvPr>
          <p:cNvSpPr>
            <a:spLocks noGrp="1"/>
          </p:cNvSpPr>
          <p:nvPr>
            <p:ph type="ftr" sz="quarter" idx="26"/>
          </p:nvPr>
        </p:nvSpPr>
        <p:spPr/>
        <p:txBody>
          <a:bodyPr/>
          <a:lstStyle/>
          <a:p>
            <a:r>
              <a:rPr lang="en-US"/>
              <a:t>© 2019 Cognizant</a:t>
            </a:r>
          </a:p>
        </p:txBody>
      </p:sp>
      <p:sp>
        <p:nvSpPr>
          <p:cNvPr id="8" name="Slide Number Placeholder 7">
            <a:extLst>
              <a:ext uri="{FF2B5EF4-FFF2-40B4-BE49-F238E27FC236}">
                <a16:creationId xmlns:a16="http://schemas.microsoft.com/office/drawing/2014/main" id="{76B10EAF-6394-4900-AC77-D434D0DE4BED}"/>
              </a:ext>
            </a:extLst>
          </p:cNvPr>
          <p:cNvSpPr>
            <a:spLocks noGrp="1"/>
          </p:cNvSpPr>
          <p:nvPr>
            <p:ph type="sldNum" sz="quarter" idx="27"/>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DC731D1-00A8-4565-A437-8595C7E6650E}"/>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5956813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amp; 6-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4098770"/>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17AA6AF-2E25-4B76-8264-0127F05158B5}"/>
              </a:ext>
            </a:extLst>
          </p:cNvPr>
          <p:cNvSpPr>
            <a:spLocks noGrp="1"/>
          </p:cNvSpPr>
          <p:nvPr>
            <p:ph sz="half" idx="13"/>
          </p:nvPr>
        </p:nvSpPr>
        <p:spPr>
          <a:xfrm>
            <a:off x="4315968" y="1676679"/>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0F3A29B0-716A-4C35-A013-3FAC88D7A800}"/>
              </a:ext>
            </a:extLst>
          </p:cNvPr>
          <p:cNvSpPr>
            <a:spLocks noGrp="1"/>
          </p:cNvSpPr>
          <p:nvPr>
            <p:ph sz="half" idx="14"/>
          </p:nvPr>
        </p:nvSpPr>
        <p:spPr>
          <a:xfrm>
            <a:off x="4315968" y="4096512"/>
            <a:ext cx="3584448" cy="20116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4F57E95-9B34-49D0-B2D5-56ED760D9CA1}"/>
              </a:ext>
            </a:extLst>
          </p:cNvPr>
          <p:cNvSpPr>
            <a:spLocks noGrp="1"/>
          </p:cNvSpPr>
          <p:nvPr>
            <p:ph sz="half" idx="15"/>
          </p:nvPr>
        </p:nvSpPr>
        <p:spPr>
          <a:xfrm>
            <a:off x="8107680" y="1682496"/>
            <a:ext cx="3584448" cy="21579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EEF22231-FA42-42CF-AB2B-892F463A8110}"/>
              </a:ext>
            </a:extLst>
          </p:cNvPr>
          <p:cNvSpPr>
            <a:spLocks noGrp="1"/>
          </p:cNvSpPr>
          <p:nvPr>
            <p:ph sz="half" idx="16"/>
          </p:nvPr>
        </p:nvSpPr>
        <p:spPr>
          <a:xfrm>
            <a:off x="8107680" y="4096512"/>
            <a:ext cx="3584448" cy="2011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66D76-6B79-48C4-8251-348E1555D510}"/>
              </a:ext>
            </a:extLst>
          </p:cNvPr>
          <p:cNvSpPr>
            <a:spLocks noGrp="1"/>
          </p:cNvSpPr>
          <p:nvPr>
            <p:ph type="dt" sz="half" idx="17"/>
          </p:nvPr>
        </p:nvSpPr>
        <p:spPr/>
        <p:txBody>
          <a:bodyPr/>
          <a:lstStyle/>
          <a:p>
            <a:fld id="{101856AD-287E-4B42-827F-672E72E0C412}" type="datetime1">
              <a:rPr lang="en-US" smtClean="0"/>
              <a:t>8/14/2023</a:t>
            </a:fld>
            <a:endParaRPr lang="en-US"/>
          </a:p>
        </p:txBody>
      </p:sp>
      <p:sp>
        <p:nvSpPr>
          <p:cNvPr id="6" name="Footer Placeholder 5">
            <a:extLst>
              <a:ext uri="{FF2B5EF4-FFF2-40B4-BE49-F238E27FC236}">
                <a16:creationId xmlns:a16="http://schemas.microsoft.com/office/drawing/2014/main" id="{82B02B7B-0702-48E3-8554-1CD7C994F255}"/>
              </a:ext>
            </a:extLst>
          </p:cNvPr>
          <p:cNvSpPr>
            <a:spLocks noGrp="1"/>
          </p:cNvSpPr>
          <p:nvPr>
            <p:ph type="ftr" sz="quarter" idx="18"/>
          </p:nvPr>
        </p:nvSpPr>
        <p:spPr/>
        <p:txBody>
          <a:bodyPr/>
          <a:lstStyle/>
          <a:p>
            <a:r>
              <a:rPr lang="en-US"/>
              <a:t>© 2019 Cognizant</a:t>
            </a:r>
          </a:p>
        </p:txBody>
      </p:sp>
      <p:sp>
        <p:nvSpPr>
          <p:cNvPr id="7" name="Slide Number Placeholder 6">
            <a:extLst>
              <a:ext uri="{FF2B5EF4-FFF2-40B4-BE49-F238E27FC236}">
                <a16:creationId xmlns:a16="http://schemas.microsoft.com/office/drawing/2014/main" id="{F7C8D6D6-7FF6-449D-9219-4E96EBA4FD12}"/>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4" name="Straight Connector 13">
            <a:extLst>
              <a:ext uri="{FF2B5EF4-FFF2-40B4-BE49-F238E27FC236}">
                <a16:creationId xmlns:a16="http://schemas.microsoft.com/office/drawing/2014/main" id="{39F1CC7F-1769-4309-B028-FCCD6DB279B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0182900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8E7D7697-AE57-43B3-A9C4-B97982A7969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09834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Numbered 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2932BF87-93DB-41AC-97FE-D5B0EDE196CB}"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14">
            <a:extLst>
              <a:ext uri="{FF2B5EF4-FFF2-40B4-BE49-F238E27FC236}">
                <a16:creationId xmlns:a16="http://schemas.microsoft.com/office/drawing/2014/main" id="{0A897C52-38E8-4C02-B11A-8278FD59AD07}"/>
              </a:ext>
            </a:extLst>
          </p:cNvPr>
          <p:cNvSpPr>
            <a:spLocks noGrp="1"/>
          </p:cNvSpPr>
          <p:nvPr>
            <p:ph type="pic" sz="quarter" idx="17" hasCustomPrompt="1"/>
          </p:nvPr>
        </p:nvSpPr>
        <p:spPr>
          <a:xfrm>
            <a:off x="6205728" y="1682495"/>
            <a:ext cx="5986272"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5688061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Numbered Text &amp; Me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512064"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Font typeface="Courier New" panose="02070309020205020404" pitchFamily="49" charset="0"/>
              <a:buChar char="o"/>
              <a:defRPr sz="1867"/>
            </a:lvl7pPr>
            <a:lvl8pPr marL="914377" indent="-304792">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A297B0-47B5-4593-9A82-FCAC41DF5B14}"/>
              </a:ext>
            </a:extLst>
          </p:cNvPr>
          <p:cNvSpPr>
            <a:spLocks noGrp="1"/>
          </p:cNvSpPr>
          <p:nvPr>
            <p:ph type="dt" sz="half" idx="10"/>
          </p:nvPr>
        </p:nvSpPr>
        <p:spPr/>
        <p:txBody>
          <a:bodyPr/>
          <a:lstStyle/>
          <a:p>
            <a:fld id="{A973AD6C-D0A4-4637-9498-78703FB83037}" type="datetime1">
              <a:rPr lang="en-US" smtClean="0"/>
              <a:t>8/14/2023</a:t>
            </a:fld>
            <a:endParaRPr lang="en-US"/>
          </a:p>
        </p:txBody>
      </p:sp>
      <p:sp>
        <p:nvSpPr>
          <p:cNvPr id="6" name="Footer Placeholder 5">
            <a:extLst>
              <a:ext uri="{FF2B5EF4-FFF2-40B4-BE49-F238E27FC236}">
                <a16:creationId xmlns:a16="http://schemas.microsoft.com/office/drawing/2014/main" id="{1A48BB35-9F9D-4CE6-9B58-113B094F6B5B}"/>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53606C9F-D7ED-4FD8-B0F6-C62354279FAA}"/>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4B115615-761F-445E-87C9-9E35C790E640}"/>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C20B5319-2B45-4252-BEAB-FDF0E14B7070}"/>
              </a:ext>
            </a:extLst>
          </p:cNvPr>
          <p:cNvSpPr>
            <a:spLocks noGrp="1"/>
          </p:cNvSpPr>
          <p:nvPr>
            <p:ph type="media" sz="quarter" idx="14" hasCustomPrompt="1"/>
          </p:nvPr>
        </p:nvSpPr>
        <p:spPr>
          <a:xfrm>
            <a:off x="6205728" y="1682496"/>
            <a:ext cx="5986272" cy="4425696"/>
          </a:xfrm>
        </p:spPr>
        <p:txBody>
          <a:bodyPr anchor="ctr"/>
          <a:lstStyle>
            <a:lvl1pPr algn="ctr">
              <a:defRPr/>
            </a:lvl1pPr>
          </a:lstStyle>
          <a:p>
            <a:r>
              <a:rPr lang="en-US"/>
              <a:t>Insert Media here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8698335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eader &amp; 2-Column (Numbered text 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512064" y="1682496"/>
            <a:ext cx="548640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B76FEAAF-6EEB-4F52-AFCF-EAA3159D879B}"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9895186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 Header, Picture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53B3E752-6178-4BDC-A142-2B2569EDD04D}"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Picture Placeholder 7">
            <a:extLst>
              <a:ext uri="{FF2B5EF4-FFF2-40B4-BE49-F238E27FC236}">
                <a16:creationId xmlns:a16="http://schemas.microsoft.com/office/drawing/2014/main" id="{B791A77E-A9F3-439D-B41C-153F4D9DA613}"/>
              </a:ext>
            </a:extLst>
          </p:cNvPr>
          <p:cNvSpPr>
            <a:spLocks noGrp="1"/>
          </p:cNvSpPr>
          <p:nvPr>
            <p:ph type="pic" sz="quarter" idx="17"/>
          </p:nvPr>
        </p:nvSpPr>
        <p:spPr>
          <a:xfrm>
            <a:off x="1" y="1682496"/>
            <a:ext cx="5998464" cy="4425696"/>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59195376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 Header, Media &amp; Number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91A-A46E-4B41-88C6-F4AF075C932A}"/>
              </a:ext>
            </a:extLst>
          </p:cNvPr>
          <p:cNvSpPr>
            <a:spLocks noGrp="1"/>
          </p:cNvSpPr>
          <p:nvPr>
            <p:ph type="title"/>
          </p:nvPr>
        </p:nvSpPr>
        <p:spPr>
          <a:xfrm>
            <a:off x="512064" y="365760"/>
            <a:ext cx="11180064" cy="106070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D40D7502-C6C7-49CE-8A81-C3BD1B453749}"/>
              </a:ext>
            </a:extLst>
          </p:cNvPr>
          <p:cNvSpPr>
            <a:spLocks noGrp="1"/>
          </p:cNvSpPr>
          <p:nvPr>
            <p:ph sz="half" idx="1"/>
          </p:nvPr>
        </p:nvSpPr>
        <p:spPr>
          <a:xfrm>
            <a:off x="6209792" y="1682496"/>
            <a:ext cx="5482336" cy="4425696"/>
          </a:xfrm>
        </p:spPr>
        <p:txBody>
          <a:bodyPr/>
          <a:lstStyle>
            <a:lvl1pPr marL="304792" indent="-304792">
              <a:buFont typeface="+mj-lt"/>
              <a:buAutoNum type="arabicPeriod"/>
              <a:defRPr/>
            </a:lvl1pPr>
            <a:lvl2pPr marL="0" indent="0">
              <a:buNone/>
              <a:defRPr sz="1867">
                <a:solidFill>
                  <a:schemeClr val="tx2"/>
                </a:solidFill>
              </a:defRPr>
            </a:lvl2pPr>
            <a:lvl3pPr marL="304792" indent="-304792">
              <a:buClrTx/>
              <a:buSzPct val="125000"/>
              <a:buFont typeface="Arial" panose="020B0604020202020204" pitchFamily="34" charset="0"/>
              <a:buChar char="•"/>
              <a:defRPr sz="1867"/>
            </a:lvl3pPr>
            <a:lvl4pPr marL="609585" indent="-304792">
              <a:buClrTx/>
              <a:buSzPct val="90000"/>
              <a:buFont typeface="Arial" panose="020B0604020202020204" pitchFamily="34" charset="0"/>
              <a:buChar char="–"/>
              <a:defRPr sz="1867"/>
            </a:lvl4pPr>
            <a:lvl5pPr marL="914377" indent="-304792">
              <a:buClrTx/>
              <a:buSzPct val="90000"/>
              <a:buFont typeface="Courier New" panose="02070309020205020404" pitchFamily="49" charset="0"/>
              <a:buChar char="o"/>
              <a:defRPr sz="1867"/>
            </a:lvl5pPr>
            <a:lvl6pPr marL="914377" indent="-304792">
              <a:buClrTx/>
              <a:buSzPct val="90000"/>
              <a:buFont typeface="Courier New" panose="02070309020205020404" pitchFamily="49" charset="0"/>
              <a:buChar char="o"/>
              <a:defRPr sz="1867"/>
            </a:lvl6pPr>
            <a:lvl7pPr marL="914377" indent="-304792">
              <a:buClrTx/>
              <a:buFont typeface="Courier New" panose="02070309020205020404" pitchFamily="49" charset="0"/>
              <a:buChar char="o"/>
              <a:defRPr sz="1867"/>
            </a:lvl7pPr>
            <a:lvl8pPr marL="914377" indent="-304792">
              <a:buClrTx/>
              <a:buFont typeface="Courier New" panose="02070309020205020404" pitchFamily="49" charset="0"/>
              <a:buChar char="o"/>
              <a:defRPr sz="1867"/>
            </a:lvl8pPr>
            <a:lvl9pPr marL="914377" indent="-304792">
              <a:buClrTx/>
              <a:buFont typeface="Courier New" panose="02070309020205020404" pitchFamily="49" charset="0"/>
              <a:buChar char="o"/>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6B50EE-F85F-414C-BE60-AD14E1007491}"/>
              </a:ext>
            </a:extLst>
          </p:cNvPr>
          <p:cNvSpPr>
            <a:spLocks noGrp="1"/>
          </p:cNvSpPr>
          <p:nvPr>
            <p:ph type="dt" sz="half" idx="10"/>
          </p:nvPr>
        </p:nvSpPr>
        <p:spPr/>
        <p:txBody>
          <a:bodyPr/>
          <a:lstStyle/>
          <a:p>
            <a:fld id="{483964B7-435C-4AA1-A62E-A1663B697282}" type="datetime1">
              <a:rPr lang="en-US" smtClean="0"/>
              <a:t>8/14/2023</a:t>
            </a:fld>
            <a:endParaRPr lang="en-US"/>
          </a:p>
        </p:txBody>
      </p:sp>
      <p:sp>
        <p:nvSpPr>
          <p:cNvPr id="6" name="Footer Placeholder 5">
            <a:extLst>
              <a:ext uri="{FF2B5EF4-FFF2-40B4-BE49-F238E27FC236}">
                <a16:creationId xmlns:a16="http://schemas.microsoft.com/office/drawing/2014/main" id="{CA680250-28FD-4174-9EB0-1AD32A5E32B9}"/>
              </a:ext>
            </a:extLst>
          </p:cNvPr>
          <p:cNvSpPr>
            <a:spLocks noGrp="1"/>
          </p:cNvSpPr>
          <p:nvPr>
            <p:ph type="ftr" sz="quarter" idx="11"/>
          </p:nvPr>
        </p:nvSpPr>
        <p:spPr/>
        <p:txBody>
          <a:bodyPr/>
          <a:lstStyle/>
          <a:p>
            <a:r>
              <a:rPr lang="en-US"/>
              <a:t>© 2019 Cognizant</a:t>
            </a:r>
          </a:p>
        </p:txBody>
      </p:sp>
      <p:sp>
        <p:nvSpPr>
          <p:cNvPr id="7" name="Slide Number Placeholder 6">
            <a:extLst>
              <a:ext uri="{FF2B5EF4-FFF2-40B4-BE49-F238E27FC236}">
                <a16:creationId xmlns:a16="http://schemas.microsoft.com/office/drawing/2014/main" id="{ABBD98C7-B739-4171-A506-25C2647C38A7}"/>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AE871DB6-0162-4A88-A1DE-BA2AD504F4FC}"/>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Media Placeholder 7">
            <a:extLst>
              <a:ext uri="{FF2B5EF4-FFF2-40B4-BE49-F238E27FC236}">
                <a16:creationId xmlns:a16="http://schemas.microsoft.com/office/drawing/2014/main" id="{7A841180-8D0B-4829-9826-A334842E6739}"/>
              </a:ext>
            </a:extLst>
          </p:cNvPr>
          <p:cNvSpPr>
            <a:spLocks noGrp="1"/>
          </p:cNvSpPr>
          <p:nvPr>
            <p:ph type="media" sz="quarter" idx="14" hasCustomPrompt="1"/>
          </p:nvPr>
        </p:nvSpPr>
        <p:spPr>
          <a:xfrm>
            <a:off x="0" y="1682496"/>
            <a:ext cx="5998464" cy="4425696"/>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320071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Advance Divider / Quo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81C643-B400-4457-BA76-DC5CEB304A5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31769" cy="6858000"/>
          </a:xfrm>
          <a:prstGeom prst="rect">
            <a:avLst/>
          </a:prstGeom>
        </p:spPr>
      </p:pic>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1987296"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defRPr>
            </a:lvl6pPr>
            <a:lvl7pPr marL="0" indent="0">
              <a:buClrTx/>
              <a:buNone/>
              <a:defRPr sz="1600" i="1">
                <a:solidFill>
                  <a:schemeClr val="tx1"/>
                </a:solidFill>
              </a:defRPr>
            </a:lvl7pPr>
            <a:lvl8pPr marL="0" indent="0">
              <a:buClrTx/>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a:xfrm>
            <a:off x="7315200" y="6400800"/>
            <a:ext cx="1219200" cy="207264"/>
          </a:xfrm>
        </p:spPr>
        <p:txBody>
          <a:bodyPr/>
          <a:lstStyle>
            <a:lvl1pPr>
              <a:defRPr>
                <a:solidFill>
                  <a:schemeClr val="tx1"/>
                </a:solidFill>
              </a:defRPr>
            </a:lvl1pPr>
          </a:lstStyle>
          <a:p>
            <a:fld id="{F6F2A938-361F-4F67-8BCD-4248013A871E}"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1987295"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bwMode="white">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1987295"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3037587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hite Divider / Quote">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tx1"/>
                </a:solidFill>
              </a:defRPr>
            </a:lvl1pPr>
            <a:lvl2pPr marL="309026" indent="-309026">
              <a:buNone/>
              <a:defRPr sz="5867">
                <a:solidFill>
                  <a:schemeClr val="tx1"/>
                </a:solidFill>
              </a:defRPr>
            </a:lvl2pPr>
            <a:lvl3pPr marL="304792" indent="-304792">
              <a:buClrTx/>
              <a:buSzPct val="125000"/>
              <a:buFont typeface="Arial" panose="020B0604020202020204" pitchFamily="34" charset="0"/>
              <a:buChar char="•"/>
              <a:defRPr>
                <a:solidFill>
                  <a:schemeClr val="tx1"/>
                </a:solidFill>
              </a:defRPr>
            </a:lvl3pPr>
            <a:lvl4pPr marL="0" indent="0">
              <a:buClrTx/>
              <a:buFont typeface="Arial" panose="020B0604020202020204" pitchFamily="34" charset="0"/>
              <a:buNone/>
              <a:defRPr sz="1600" i="1">
                <a:solidFill>
                  <a:schemeClr val="tx1"/>
                </a:solidFill>
              </a:defRPr>
            </a:lvl4pPr>
            <a:lvl5pPr marL="0" indent="0">
              <a:buClrTx/>
              <a:buFont typeface="Arial" panose="020B0604020202020204" pitchFamily="34" charset="0"/>
              <a:buNone/>
              <a:defRPr sz="1600" i="1">
                <a:solidFill>
                  <a:schemeClr val="tx1"/>
                </a:solidFill>
              </a:defRPr>
            </a:lvl5pPr>
            <a:lvl6pPr marL="0" indent="0">
              <a:buClrTx/>
              <a:buFont typeface="Arial" panose="020B0604020202020204" pitchFamily="34" charset="0"/>
              <a:buNone/>
              <a:defRPr sz="1600" i="1">
                <a:solidFill>
                  <a:schemeClr val="tx1"/>
                </a:solidFill>
                <a:latin typeface="+mn-lt"/>
              </a:defRPr>
            </a:lvl6pPr>
            <a:lvl7pPr marL="0" indent="0">
              <a:buClrTx/>
              <a:buFont typeface="Arial" panose="020B0604020202020204" pitchFamily="34" charset="0"/>
              <a:buNone/>
              <a:defRPr sz="1600" i="1">
                <a:solidFill>
                  <a:schemeClr val="tx1"/>
                </a:solidFill>
              </a:defRPr>
            </a:lvl7pPr>
            <a:lvl8pPr marL="0" indent="0">
              <a:buClrTx/>
              <a:buFont typeface="Arial" panose="020B0604020202020204" pitchFamily="34" charset="0"/>
              <a:buNone/>
              <a:defRPr sz="1600" i="1">
                <a:solidFill>
                  <a:schemeClr val="tx1"/>
                </a:solidFill>
              </a:defRPr>
            </a:lvl8pPr>
            <a:lvl9pPr marL="0" indent="0">
              <a:buClrTx/>
              <a:buFont typeface="Arial" panose="020B0604020202020204" pitchFamily="34" charset="0"/>
              <a:buNone/>
              <a:defRPr sz="1600" i="1">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tx1"/>
                </a:solidFill>
              </a:defRPr>
            </a:lvl1pPr>
          </a:lstStyle>
          <a:p>
            <a:fld id="{672216AA-C246-4BF8-9778-027A671AE05C}"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tx1"/>
                </a:solidFill>
              </a:defRPr>
            </a:lvl1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tx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42852858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lue Divider / Quote">
    <p:bg>
      <p:bgPr>
        <a:solidFill>
          <a:schemeClr val="tx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B47FCECF-73EE-4938-97F6-6222F9DD4575}"/>
              </a:ext>
            </a:extLst>
          </p:cNvPr>
          <p:cNvSpPr>
            <a:spLocks noGrp="1"/>
          </p:cNvSpPr>
          <p:nvPr>
            <p:ph type="body" sz="quarter" idx="13"/>
          </p:nvPr>
        </p:nvSpPr>
        <p:spPr>
          <a:xfrm>
            <a:off x="743712" y="1633728"/>
            <a:ext cx="8961120" cy="2292096"/>
          </a:xfrm>
        </p:spPr>
        <p:txBody>
          <a:bodyPr anchor="t" anchorCtr="0">
            <a:noAutofit/>
          </a:bodyPr>
          <a:lstStyle>
            <a:lvl1pPr>
              <a:defRPr sz="5867">
                <a:solidFill>
                  <a:schemeClr val="bg1"/>
                </a:solidFill>
              </a:defRPr>
            </a:lvl1pPr>
            <a:lvl2pPr marL="309026" indent="-309026">
              <a:buNone/>
              <a:defRPr sz="5867">
                <a:solidFill>
                  <a:schemeClr val="bg1"/>
                </a:solidFill>
              </a:defRPr>
            </a:lvl2pPr>
            <a:lvl3pPr marL="304792" indent="-304792">
              <a:buClrTx/>
              <a:buSzPct val="125000"/>
              <a:buFont typeface="Arial" panose="020B0604020202020204" pitchFamily="34" charset="0"/>
              <a:buChar char="•"/>
              <a:defRPr>
                <a:solidFill>
                  <a:schemeClr val="bg1"/>
                </a:solidFill>
              </a:defRPr>
            </a:lvl3pPr>
            <a:lvl4pPr marL="0" indent="0">
              <a:buClrTx/>
              <a:buFont typeface="Arial" panose="020B0604020202020204" pitchFamily="34" charset="0"/>
              <a:buNone/>
              <a:defRPr sz="1600" i="1">
                <a:solidFill>
                  <a:schemeClr val="bg1"/>
                </a:solidFill>
                <a:latin typeface="+mn-lt"/>
              </a:defRPr>
            </a:lvl4pPr>
            <a:lvl5pPr marL="0" indent="0">
              <a:buClrTx/>
              <a:buFont typeface="Arial" panose="020B0604020202020204" pitchFamily="34" charset="0"/>
              <a:buNone/>
              <a:defRPr sz="1600" i="1">
                <a:solidFill>
                  <a:schemeClr val="bg1"/>
                </a:solidFill>
                <a:latin typeface="+mn-lt"/>
              </a:defRPr>
            </a:lvl5pPr>
            <a:lvl6pPr marL="0" indent="0">
              <a:buClrTx/>
              <a:buFont typeface="Arial" panose="020B0604020202020204" pitchFamily="34" charset="0"/>
              <a:buNone/>
              <a:defRPr sz="1600" i="1">
                <a:solidFill>
                  <a:schemeClr val="bg1"/>
                </a:solidFill>
                <a:latin typeface="+mn-lt"/>
              </a:defRPr>
            </a:lvl6pPr>
            <a:lvl7pPr marL="0" indent="0">
              <a:buClrTx/>
              <a:buFont typeface="Arial" panose="020B0604020202020204" pitchFamily="34" charset="0"/>
              <a:buNone/>
              <a:defRPr sz="1600" i="1">
                <a:solidFill>
                  <a:schemeClr val="bg1"/>
                </a:solidFill>
                <a:latin typeface="+mn-lt"/>
              </a:defRPr>
            </a:lvl7pPr>
            <a:lvl8pPr marL="0" indent="0">
              <a:buClrTx/>
              <a:buFont typeface="Arial" panose="020B0604020202020204" pitchFamily="34" charset="0"/>
              <a:buNone/>
              <a:defRPr sz="1600" i="1">
                <a:solidFill>
                  <a:schemeClr val="bg1"/>
                </a:solidFill>
                <a:latin typeface="+mn-lt"/>
              </a:defRPr>
            </a:lvl8pPr>
            <a:lvl9pPr marL="0" indent="0">
              <a:buClrTx/>
              <a:buFont typeface="Arial" panose="020B0604020202020204" pitchFamily="34" charset="0"/>
              <a:buNone/>
              <a:defRPr sz="1600" i="1">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ECB6D0-2A5A-4D58-8FE1-4A2994CDFC55}"/>
              </a:ext>
            </a:extLst>
          </p:cNvPr>
          <p:cNvSpPr>
            <a:spLocks noGrp="1"/>
          </p:cNvSpPr>
          <p:nvPr>
            <p:ph type="dt" sz="half" idx="14"/>
          </p:nvPr>
        </p:nvSpPr>
        <p:spPr/>
        <p:txBody>
          <a:bodyPr/>
          <a:lstStyle>
            <a:lvl1pPr>
              <a:defRPr>
                <a:solidFill>
                  <a:schemeClr val="bg1"/>
                </a:solidFill>
              </a:defRPr>
            </a:lvl1pPr>
          </a:lstStyle>
          <a:p>
            <a:fld id="{12951C51-9575-4E82-9944-2A080A1D1416}" type="datetime1">
              <a:rPr lang="en-US" smtClean="0"/>
              <a:t>8/14/2023</a:t>
            </a:fld>
            <a:endParaRPr lang="en-US"/>
          </a:p>
        </p:txBody>
      </p:sp>
      <p:sp>
        <p:nvSpPr>
          <p:cNvPr id="3" name="Footer Placeholder 2">
            <a:extLst>
              <a:ext uri="{FF2B5EF4-FFF2-40B4-BE49-F238E27FC236}">
                <a16:creationId xmlns:a16="http://schemas.microsoft.com/office/drawing/2014/main" id="{3315279A-CBE5-442B-9406-3D6FDD83D721}"/>
              </a:ext>
            </a:extLst>
          </p:cNvPr>
          <p:cNvSpPr>
            <a:spLocks noGrp="1"/>
          </p:cNvSpPr>
          <p:nvPr>
            <p:ph type="ftr" sz="quarter" idx="15"/>
          </p:nvPr>
        </p:nvSpPr>
        <p:spPr>
          <a:xfrm>
            <a:off x="743712" y="6400800"/>
            <a:ext cx="6096000" cy="2072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r>
              <a:rPr lang="en-US"/>
              <a:t>© 2019 Cognizant</a:t>
            </a:r>
          </a:p>
        </p:txBody>
      </p:sp>
      <p:sp>
        <p:nvSpPr>
          <p:cNvPr id="4" name="Slide Number Placeholder 3">
            <a:extLst>
              <a:ext uri="{FF2B5EF4-FFF2-40B4-BE49-F238E27FC236}">
                <a16:creationId xmlns:a16="http://schemas.microsoft.com/office/drawing/2014/main" id="{9D1F1E75-A9F9-49B6-874A-F457E114ACD3}"/>
              </a:ext>
            </a:extLst>
          </p:cNvPr>
          <p:cNvSpPr>
            <a:spLocks noGrp="1"/>
          </p:cNvSpPr>
          <p:nvPr>
            <p:ph type="sldNum" sz="quarter" idx="16"/>
          </p:nvPr>
        </p:nvSpPr>
        <p:spPr>
          <a:xfrm>
            <a:off x="414528" y="6400800"/>
            <a:ext cx="304800" cy="207264"/>
          </a:xfrm>
        </p:spPr>
        <p:txBody>
          <a:bodyPr/>
          <a:lstStyle>
            <a:lvl1pPr>
              <a:defRPr>
                <a:solidFill>
                  <a:schemeClr val="bg1"/>
                </a:solidFill>
              </a:defRPr>
            </a:lvl1p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F437EAAD-C2F6-40CC-8C2D-A4C3970B3E6F}"/>
              </a:ext>
            </a:extLst>
          </p:cNvPr>
          <p:cNvCxnSpPr>
            <a:cxnSpLocks/>
          </p:cNvCxnSpPr>
          <p:nvPr userDrawn="1"/>
        </p:nvCxnSpPr>
        <p:spPr>
          <a:xfrm>
            <a:off x="743712" y="1463040"/>
            <a:ext cx="89611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990A6E3-DE2F-40B3-955E-42C3550BD2DE}"/>
              </a:ext>
            </a:extLst>
          </p:cNvPr>
          <p:cNvPicPr>
            <a:picLocks noChangeAspect="1"/>
          </p:cNvPicPr>
          <p:nvPr userDrawn="1"/>
        </p:nvPicPr>
        <p:blipFill>
          <a:blip r:embed="rId2"/>
          <a:stretch>
            <a:fillRect/>
          </a:stretch>
        </p:blipFill>
        <p:spPr bwMode="black">
          <a:xfrm>
            <a:off x="9981217" y="6373368"/>
            <a:ext cx="1704217" cy="365760"/>
          </a:xfrm>
          <a:prstGeom prst="rect">
            <a:avLst/>
          </a:prstGeom>
        </p:spPr>
      </p:pic>
    </p:spTree>
    <p:extLst>
      <p:ext uri="{BB962C8B-B14F-4D97-AF65-F5344CB8AC3E}">
        <p14:creationId xmlns:p14="http://schemas.microsoft.com/office/powerpoint/2010/main" val="16066793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48B4-F4ED-4DA0-AE35-136D1133A4FD}"/>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D65DC66A-BAB7-4355-9ED4-0CA743C61960}"/>
              </a:ext>
            </a:extLst>
          </p:cNvPr>
          <p:cNvSpPr>
            <a:spLocks noGrp="1"/>
          </p:cNvSpPr>
          <p:nvPr>
            <p:ph type="dt" sz="half" idx="10"/>
          </p:nvPr>
        </p:nvSpPr>
        <p:spPr/>
        <p:txBody>
          <a:bodyPr/>
          <a:lstStyle/>
          <a:p>
            <a:fld id="{A6BE7440-A164-4BE7-A683-1DC89B30E100}" type="datetime1">
              <a:rPr lang="en-US" smtClean="0"/>
              <a:t>8/14/2023</a:t>
            </a:fld>
            <a:endParaRPr lang="en-US"/>
          </a:p>
        </p:txBody>
      </p:sp>
      <p:sp>
        <p:nvSpPr>
          <p:cNvPr id="7" name="Footer Placeholder 6">
            <a:extLst>
              <a:ext uri="{FF2B5EF4-FFF2-40B4-BE49-F238E27FC236}">
                <a16:creationId xmlns:a16="http://schemas.microsoft.com/office/drawing/2014/main" id="{A7E53A72-E1D6-4692-98EC-6243614B7573}"/>
              </a:ext>
            </a:extLst>
          </p:cNvPr>
          <p:cNvSpPr>
            <a:spLocks noGrp="1"/>
          </p:cNvSpPr>
          <p:nvPr>
            <p:ph type="ftr" sz="quarter" idx="11"/>
          </p:nvPr>
        </p:nvSpPr>
        <p:spPr/>
        <p:txBody>
          <a:bodyPr/>
          <a:lstStyle/>
          <a:p>
            <a:r>
              <a:rPr lang="en-US"/>
              <a:t>© 2019 Cognizant</a:t>
            </a:r>
          </a:p>
        </p:txBody>
      </p:sp>
      <p:sp>
        <p:nvSpPr>
          <p:cNvPr id="8" name="Slide Number Placeholder 7">
            <a:extLst>
              <a:ext uri="{FF2B5EF4-FFF2-40B4-BE49-F238E27FC236}">
                <a16:creationId xmlns:a16="http://schemas.microsoft.com/office/drawing/2014/main" id="{6049D8E0-67E3-4D7E-847C-95CFA1F84B8F}"/>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1A92D58F-27A5-440B-BDDC-757CC6F1E323}"/>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2404935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Header &amp; Image">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8" name="Title 1">
            <a:extLst>
              <a:ext uri="{FF2B5EF4-FFF2-40B4-BE49-F238E27FC236}">
                <a16:creationId xmlns:a16="http://schemas.microsoft.com/office/drawing/2014/main" id="{C5A1AF48-9BFD-46FF-86A7-B55749512673}"/>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2" name="Date Placeholder 1">
            <a:extLst>
              <a:ext uri="{FF2B5EF4-FFF2-40B4-BE49-F238E27FC236}">
                <a16:creationId xmlns:a16="http://schemas.microsoft.com/office/drawing/2014/main" id="{640A9DCA-C8FA-4C09-B99A-DC34A0B4293F}"/>
              </a:ext>
            </a:extLst>
          </p:cNvPr>
          <p:cNvSpPr>
            <a:spLocks noGrp="1"/>
          </p:cNvSpPr>
          <p:nvPr>
            <p:ph type="dt" sz="half" idx="14"/>
          </p:nvPr>
        </p:nvSpPr>
        <p:spPr/>
        <p:txBody>
          <a:bodyPr/>
          <a:lstStyle/>
          <a:p>
            <a:fld id="{D8644D50-66B5-4F98-BB65-0462948F36D0}" type="datetime1">
              <a:rPr lang="en-US" smtClean="0"/>
              <a:t>8/14/2023</a:t>
            </a:fld>
            <a:endParaRPr lang="en-US"/>
          </a:p>
        </p:txBody>
      </p:sp>
      <p:sp>
        <p:nvSpPr>
          <p:cNvPr id="3" name="Footer Placeholder 2">
            <a:extLst>
              <a:ext uri="{FF2B5EF4-FFF2-40B4-BE49-F238E27FC236}">
                <a16:creationId xmlns:a16="http://schemas.microsoft.com/office/drawing/2014/main" id="{5AE9C752-D058-463B-9E84-F0D0FB1AA230}"/>
              </a:ext>
            </a:extLst>
          </p:cNvPr>
          <p:cNvSpPr>
            <a:spLocks noGrp="1"/>
          </p:cNvSpPr>
          <p:nvPr>
            <p:ph type="ftr" sz="quarter" idx="15"/>
          </p:nvPr>
        </p:nvSpPr>
        <p:spPr/>
        <p:txBody>
          <a:bodyPr/>
          <a:lstStyle/>
          <a:p>
            <a:r>
              <a:rPr lang="en-US"/>
              <a:t>© 2019 Cognizant</a:t>
            </a:r>
          </a:p>
        </p:txBody>
      </p:sp>
      <p:sp>
        <p:nvSpPr>
          <p:cNvPr id="5" name="Slide Number Placeholder 4">
            <a:extLst>
              <a:ext uri="{FF2B5EF4-FFF2-40B4-BE49-F238E27FC236}">
                <a16:creationId xmlns:a16="http://schemas.microsoft.com/office/drawing/2014/main" id="{4ED1AAD6-6BF9-44BD-8B5E-441D9E17EC63}"/>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3" name="Straight Connector 12">
            <a:extLst>
              <a:ext uri="{FF2B5EF4-FFF2-40B4-BE49-F238E27FC236}">
                <a16:creationId xmlns:a16="http://schemas.microsoft.com/office/drawing/2014/main" id="{D3E2704D-D973-44F5-AFE3-5458B42961F6}"/>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60469816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10" name="Picture Placeholder 7"/>
          <p:cNvSpPr>
            <a:spLocks noGrp="1"/>
          </p:cNvSpPr>
          <p:nvPr>
            <p:ph type="pic" sz="quarter" idx="13" hasCustomPrompt="1"/>
          </p:nvPr>
        </p:nvSpPr>
        <p:spPr>
          <a:xfrm>
            <a:off x="0" y="0"/>
            <a:ext cx="12192000" cy="6096000"/>
          </a:xfrm>
          <a:prstGeom prst="rect">
            <a:avLst/>
          </a:prstGeom>
        </p:spPr>
        <p:txBody>
          <a:bodyPr anchor="ctr">
            <a:normAutofit/>
          </a:bodyP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solidFill>
                  <a:schemeClr val="tx2"/>
                </a:solidFill>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879723C8-B7B3-4950-BDEC-A8C820F2E9F0}"/>
              </a:ext>
            </a:extLst>
          </p:cNvPr>
          <p:cNvSpPr>
            <a:spLocks noGrp="1"/>
          </p:cNvSpPr>
          <p:nvPr>
            <p:ph type="dt" sz="half" idx="14"/>
          </p:nvPr>
        </p:nvSpPr>
        <p:spPr/>
        <p:txBody>
          <a:bodyPr/>
          <a:lstStyle/>
          <a:p>
            <a:fld id="{F592C196-58BA-4F0F-83A6-F3DD888CADD0}" type="datetime1">
              <a:rPr lang="en-US" smtClean="0"/>
              <a:t>8/14/2023</a:t>
            </a:fld>
            <a:endParaRPr lang="en-US"/>
          </a:p>
        </p:txBody>
      </p:sp>
      <p:sp>
        <p:nvSpPr>
          <p:cNvPr id="3" name="Footer Placeholder 2">
            <a:extLst>
              <a:ext uri="{FF2B5EF4-FFF2-40B4-BE49-F238E27FC236}">
                <a16:creationId xmlns:a16="http://schemas.microsoft.com/office/drawing/2014/main" id="{EC67F4B0-9013-4E9E-9C02-E80308C894B4}"/>
              </a:ext>
            </a:extLst>
          </p:cNvPr>
          <p:cNvSpPr>
            <a:spLocks noGrp="1"/>
          </p:cNvSpPr>
          <p:nvPr>
            <p:ph type="ftr" sz="quarter" idx="15"/>
          </p:nvPr>
        </p:nvSpPr>
        <p:spPr/>
        <p:txBody>
          <a:bodyPr/>
          <a:lstStyle/>
          <a:p>
            <a:r>
              <a:rPr lang="en-US"/>
              <a:t>© 2019 Cognizant</a:t>
            </a:r>
          </a:p>
        </p:txBody>
      </p:sp>
      <p:sp>
        <p:nvSpPr>
          <p:cNvPr id="4" name="Slide Number Placeholder 3">
            <a:extLst>
              <a:ext uri="{FF2B5EF4-FFF2-40B4-BE49-F238E27FC236}">
                <a16:creationId xmlns:a16="http://schemas.microsoft.com/office/drawing/2014/main" id="{78CF68D0-3D52-4AAE-BAD5-E685A44EC437}"/>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AAC0B7B8-5D2E-4DC2-8ED6-129DC4E412E4}"/>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5517822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7" name="Picture Placeholder 7"/>
          <p:cNvSpPr>
            <a:spLocks noGrp="1"/>
          </p:cNvSpPr>
          <p:nvPr>
            <p:ph type="pic" sz="quarter" idx="13"/>
          </p:nvPr>
        </p:nvSpPr>
        <p:spPr>
          <a:xfrm>
            <a:off x="1" y="4267200"/>
            <a:ext cx="12191999" cy="1828800"/>
          </a:xfrm>
          <a:prstGeom prst="rect">
            <a:avLst/>
          </a:prstGeom>
        </p:spPr>
        <p:txBody>
          <a:bodyPr anchor="ctr">
            <a:normAutofit/>
          </a:bodyPr>
          <a:lstStyle>
            <a:lvl1pPr marL="0" indent="0" algn="ctr">
              <a:buNone/>
              <a:defRPr>
                <a:solidFill>
                  <a:schemeClr val="tx2"/>
                </a:solidFill>
              </a:defRPr>
            </a:lvl1pPr>
          </a:lstStyle>
          <a:p>
            <a:r>
              <a:rPr lang="en-US"/>
              <a:t>Click icon to add picture</a:t>
            </a:r>
          </a:p>
        </p:txBody>
      </p:sp>
      <p:sp>
        <p:nvSpPr>
          <p:cNvPr id="10" name="Content Placeholder 8">
            <a:extLst>
              <a:ext uri="{FF2B5EF4-FFF2-40B4-BE49-F238E27FC236}">
                <a16:creationId xmlns:a16="http://schemas.microsoft.com/office/drawing/2014/main" id="{A6472576-AA86-442F-942A-4D33C4E2B313}"/>
              </a:ext>
            </a:extLst>
          </p:cNvPr>
          <p:cNvSpPr>
            <a:spLocks noGrp="1"/>
          </p:cNvSpPr>
          <p:nvPr>
            <p:ph sz="quarter" idx="16"/>
          </p:nvPr>
        </p:nvSpPr>
        <p:spPr>
          <a:xfrm>
            <a:off x="512064" y="365760"/>
            <a:ext cx="11180064"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7D071916-F690-4209-B46C-EC1B2FCDBE7A}"/>
              </a:ext>
            </a:extLst>
          </p:cNvPr>
          <p:cNvSpPr>
            <a:spLocks noGrp="1"/>
          </p:cNvSpPr>
          <p:nvPr>
            <p:ph type="dt" sz="half" idx="17"/>
          </p:nvPr>
        </p:nvSpPr>
        <p:spPr/>
        <p:txBody>
          <a:bodyPr/>
          <a:lstStyle/>
          <a:p>
            <a:fld id="{04306A5D-4C19-4CEA-B7B4-5CF5FBCE4B8F}" type="datetime1">
              <a:rPr lang="en-US" smtClean="0"/>
              <a:t>8/14/2023</a:t>
            </a:fld>
            <a:endParaRPr lang="en-US"/>
          </a:p>
        </p:txBody>
      </p:sp>
      <p:sp>
        <p:nvSpPr>
          <p:cNvPr id="3" name="Footer Placeholder 2">
            <a:extLst>
              <a:ext uri="{FF2B5EF4-FFF2-40B4-BE49-F238E27FC236}">
                <a16:creationId xmlns:a16="http://schemas.microsoft.com/office/drawing/2014/main" id="{5E82348C-75B0-4FAD-B938-374E4C3CF7C4}"/>
              </a:ext>
            </a:extLst>
          </p:cNvPr>
          <p:cNvSpPr>
            <a:spLocks noGrp="1"/>
          </p:cNvSpPr>
          <p:nvPr>
            <p:ph type="ftr" sz="quarter" idx="18"/>
          </p:nvPr>
        </p:nvSpPr>
        <p:spPr/>
        <p:txBody>
          <a:bodyPr/>
          <a:lstStyle/>
          <a:p>
            <a:r>
              <a:rPr lang="en-US"/>
              <a:t>© 2019 Cognizant</a:t>
            </a:r>
          </a:p>
        </p:txBody>
      </p:sp>
      <p:sp>
        <p:nvSpPr>
          <p:cNvPr id="4" name="Slide Number Placeholder 3">
            <a:extLst>
              <a:ext uri="{FF2B5EF4-FFF2-40B4-BE49-F238E27FC236}">
                <a16:creationId xmlns:a16="http://schemas.microsoft.com/office/drawing/2014/main" id="{A7C8C4C5-03BD-4CB4-9145-5AD4CD061F5B}"/>
              </a:ext>
            </a:extLst>
          </p:cNvPr>
          <p:cNvSpPr>
            <a:spLocks noGrp="1"/>
          </p:cNvSpPr>
          <p:nvPr>
            <p:ph type="sldNum" sz="quarter" idx="19"/>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C0861592-E564-44B4-A852-0D4E56011C1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0537095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edia Only">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0"/>
            <a:ext cx="12192000" cy="6096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2" name="Date Placeholder 1">
            <a:extLst>
              <a:ext uri="{FF2B5EF4-FFF2-40B4-BE49-F238E27FC236}">
                <a16:creationId xmlns:a16="http://schemas.microsoft.com/office/drawing/2014/main" id="{FAD9B5BD-B7AB-4911-895E-9E202985C17D}"/>
              </a:ext>
            </a:extLst>
          </p:cNvPr>
          <p:cNvSpPr>
            <a:spLocks noGrp="1"/>
          </p:cNvSpPr>
          <p:nvPr>
            <p:ph type="dt" sz="half" idx="14"/>
          </p:nvPr>
        </p:nvSpPr>
        <p:spPr/>
        <p:txBody>
          <a:bodyPr/>
          <a:lstStyle/>
          <a:p>
            <a:fld id="{3DB0EFEF-BBC8-473D-9AE1-F3955CF8ED7D}" type="datetime1">
              <a:rPr lang="en-US" smtClean="0"/>
              <a:t>8/14/2023</a:t>
            </a:fld>
            <a:endParaRPr lang="en-US"/>
          </a:p>
        </p:txBody>
      </p:sp>
      <p:sp>
        <p:nvSpPr>
          <p:cNvPr id="3" name="Footer Placeholder 2">
            <a:extLst>
              <a:ext uri="{FF2B5EF4-FFF2-40B4-BE49-F238E27FC236}">
                <a16:creationId xmlns:a16="http://schemas.microsoft.com/office/drawing/2014/main" id="{62C5353D-C3F0-4610-AC96-51E1C3E24530}"/>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75981F65-3889-43EC-925C-AE198E6C390E}"/>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EBA89284-C4DA-40FB-8673-D09F327E1187}"/>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25221111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Header &amp; Media">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0" y="1524000"/>
            <a:ext cx="12192000" cy="4572000"/>
          </a:xfrm>
          <a:prstGeom prst="rect">
            <a:avLst/>
          </a:prstGeom>
        </p:spPr>
        <p:txBody>
          <a:bodyPr vert="horz" anchor="ctr"/>
          <a:lstStyle>
            <a:lvl1pPr marL="0" indent="0" algn="ctr">
              <a:buNone/>
              <a:defRPr>
                <a:solidFill>
                  <a:schemeClr val="tx2"/>
                </a:solidFill>
              </a:defRPr>
            </a:lvl1pPr>
          </a:lstStyle>
          <a:p>
            <a:r>
              <a:rPr lang="en-US"/>
              <a:t>Insert media here</a:t>
            </a:r>
          </a:p>
        </p:txBody>
      </p:sp>
      <p:sp>
        <p:nvSpPr>
          <p:cNvPr id="10" name="Title 1">
            <a:extLst>
              <a:ext uri="{FF2B5EF4-FFF2-40B4-BE49-F238E27FC236}">
                <a16:creationId xmlns:a16="http://schemas.microsoft.com/office/drawing/2014/main" id="{F7701FDA-857B-4B97-A1E3-A1B888D9CB7E}"/>
              </a:ext>
            </a:extLst>
          </p:cNvPr>
          <p:cNvSpPr>
            <a:spLocks noGrp="1"/>
          </p:cNvSpPr>
          <p:nvPr>
            <p:ph type="title"/>
          </p:nvPr>
        </p:nvSpPr>
        <p:spPr>
          <a:xfrm>
            <a:off x="512065" y="365760"/>
            <a:ext cx="11176583" cy="1060704"/>
          </a:xfrm>
        </p:spPr>
        <p:txBody>
          <a:bodyPr/>
          <a:lstStyle/>
          <a:p>
            <a:r>
              <a:rPr lang="en-US"/>
              <a:t>Click to edit Master title style</a:t>
            </a:r>
          </a:p>
        </p:txBody>
      </p:sp>
      <p:sp>
        <p:nvSpPr>
          <p:cNvPr id="3" name="Date Placeholder 2">
            <a:extLst>
              <a:ext uri="{FF2B5EF4-FFF2-40B4-BE49-F238E27FC236}">
                <a16:creationId xmlns:a16="http://schemas.microsoft.com/office/drawing/2014/main" id="{E76CC38F-9F2A-422F-979B-8828A725FA85}"/>
              </a:ext>
            </a:extLst>
          </p:cNvPr>
          <p:cNvSpPr>
            <a:spLocks noGrp="1"/>
          </p:cNvSpPr>
          <p:nvPr>
            <p:ph type="dt" sz="half" idx="14"/>
          </p:nvPr>
        </p:nvSpPr>
        <p:spPr/>
        <p:txBody>
          <a:bodyPr/>
          <a:lstStyle/>
          <a:p>
            <a:fld id="{053C89F2-7833-484F-A65C-662F6D68DDD3}" type="datetime1">
              <a:rPr lang="en-US" smtClean="0"/>
              <a:t>8/14/2023</a:t>
            </a:fld>
            <a:endParaRPr lang="en-US"/>
          </a:p>
        </p:txBody>
      </p:sp>
      <p:sp>
        <p:nvSpPr>
          <p:cNvPr id="5" name="Footer Placeholder 4">
            <a:extLst>
              <a:ext uri="{FF2B5EF4-FFF2-40B4-BE49-F238E27FC236}">
                <a16:creationId xmlns:a16="http://schemas.microsoft.com/office/drawing/2014/main" id="{46887D2D-86BD-4F81-ABB2-617104A445E8}"/>
              </a:ext>
            </a:extLst>
          </p:cNvPr>
          <p:cNvSpPr>
            <a:spLocks noGrp="1"/>
          </p:cNvSpPr>
          <p:nvPr>
            <p:ph type="ftr" sz="quarter" idx="15"/>
          </p:nvPr>
        </p:nvSpPr>
        <p:spPr/>
        <p:txBody>
          <a:bodyPr/>
          <a:lstStyle/>
          <a:p>
            <a:r>
              <a:rPr lang="en-US"/>
              <a:t>© 2019 Cognizant</a:t>
            </a:r>
          </a:p>
        </p:txBody>
      </p:sp>
      <p:sp>
        <p:nvSpPr>
          <p:cNvPr id="6" name="Slide Number Placeholder 5">
            <a:extLst>
              <a:ext uri="{FF2B5EF4-FFF2-40B4-BE49-F238E27FC236}">
                <a16:creationId xmlns:a16="http://schemas.microsoft.com/office/drawing/2014/main" id="{24DDFD90-6BB1-437F-9F87-F0EE11D6B0F0}"/>
              </a:ext>
            </a:extLst>
          </p:cNvPr>
          <p:cNvSpPr>
            <a:spLocks noGrp="1"/>
          </p:cNvSpPr>
          <p:nvPr>
            <p:ph type="sldNum" sz="quarter" idx="16"/>
          </p:nvPr>
        </p:nvSpPr>
        <p:spPr/>
        <p:txBody>
          <a:bodyPr/>
          <a:lstStyle/>
          <a:p>
            <a:fld id="{2EFEF571-C9B4-4D92-A7F7-315B894862A8}" type="slidenum">
              <a:rPr lang="en-US" smtClean="0"/>
              <a:pPr/>
              <a:t>‹#›</a:t>
            </a:fld>
            <a:endParaRPr lang="en-US"/>
          </a:p>
        </p:txBody>
      </p:sp>
      <p:cxnSp>
        <p:nvCxnSpPr>
          <p:cNvPr id="9" name="Straight Connector 8">
            <a:extLst>
              <a:ext uri="{FF2B5EF4-FFF2-40B4-BE49-F238E27FC236}">
                <a16:creationId xmlns:a16="http://schemas.microsoft.com/office/drawing/2014/main" id="{26E7E8EB-BBE8-401F-8C15-7A754DD1C2CB}"/>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4128635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edia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2"/>
            <a:ext cx="5486400" cy="5730239"/>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Media Placeholder 15">
            <a:extLst>
              <a:ext uri="{FF2B5EF4-FFF2-40B4-BE49-F238E27FC236}">
                <a16:creationId xmlns:a16="http://schemas.microsoft.com/office/drawing/2014/main" id="{CEB5CA12-0E7C-45C9-92C9-E64DA0065752}"/>
              </a:ext>
            </a:extLst>
          </p:cNvPr>
          <p:cNvSpPr>
            <a:spLocks noGrp="1"/>
          </p:cNvSpPr>
          <p:nvPr>
            <p:ph type="media" sz="quarter" idx="17" hasCustomPrompt="1"/>
          </p:nvPr>
        </p:nvSpPr>
        <p:spPr>
          <a:xfrm>
            <a:off x="0" y="0"/>
            <a:ext cx="5998464"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Insert media here</a:t>
            </a:r>
          </a:p>
        </p:txBody>
      </p:sp>
      <p:sp>
        <p:nvSpPr>
          <p:cNvPr id="2" name="Date Placeholder 1">
            <a:extLst>
              <a:ext uri="{FF2B5EF4-FFF2-40B4-BE49-F238E27FC236}">
                <a16:creationId xmlns:a16="http://schemas.microsoft.com/office/drawing/2014/main" id="{D9F91859-85A6-4652-BB50-DE18F40DAE17}"/>
              </a:ext>
            </a:extLst>
          </p:cNvPr>
          <p:cNvSpPr>
            <a:spLocks noGrp="1"/>
          </p:cNvSpPr>
          <p:nvPr>
            <p:ph type="dt" sz="half" idx="18"/>
          </p:nvPr>
        </p:nvSpPr>
        <p:spPr/>
        <p:txBody>
          <a:bodyPr/>
          <a:lstStyle/>
          <a:p>
            <a:fld id="{92891E91-9488-4616-A4E9-562C551F1C22}" type="datetime1">
              <a:rPr lang="en-US" smtClean="0"/>
              <a:t>8/14/2023</a:t>
            </a:fld>
            <a:endParaRPr lang="en-US"/>
          </a:p>
        </p:txBody>
      </p:sp>
      <p:sp>
        <p:nvSpPr>
          <p:cNvPr id="3" name="Footer Placeholder 2">
            <a:extLst>
              <a:ext uri="{FF2B5EF4-FFF2-40B4-BE49-F238E27FC236}">
                <a16:creationId xmlns:a16="http://schemas.microsoft.com/office/drawing/2014/main" id="{699760E2-6197-4679-A293-2A1317EFAB4B}"/>
              </a:ext>
            </a:extLst>
          </p:cNvPr>
          <p:cNvSpPr>
            <a:spLocks noGrp="1"/>
          </p:cNvSpPr>
          <p:nvPr>
            <p:ph type="ftr" sz="quarter" idx="19"/>
          </p:nvPr>
        </p:nvSpPr>
        <p:spPr/>
        <p:txBody>
          <a:bodyPr/>
          <a:lstStyle/>
          <a:p>
            <a:r>
              <a:rPr lang="en-US"/>
              <a:t>© 2019 Cognizant</a:t>
            </a:r>
          </a:p>
        </p:txBody>
      </p:sp>
      <p:sp>
        <p:nvSpPr>
          <p:cNvPr id="5" name="Slide Number Placeholder 4">
            <a:extLst>
              <a:ext uri="{FF2B5EF4-FFF2-40B4-BE49-F238E27FC236}">
                <a16:creationId xmlns:a16="http://schemas.microsoft.com/office/drawing/2014/main" id="{DEF677D8-5DFC-45CA-854E-7E2FDF7D4794}"/>
              </a:ext>
            </a:extLst>
          </p:cNvPr>
          <p:cNvSpPr>
            <a:spLocks noGrp="1"/>
          </p:cNvSpPr>
          <p:nvPr>
            <p:ph type="sldNum" sz="quarter" idx="20"/>
          </p:nvPr>
        </p:nvSpPr>
        <p:spPr/>
        <p:txBody>
          <a:bodyPr/>
          <a:lstStyle/>
          <a:p>
            <a:fld id="{2EFEF571-C9B4-4D92-A7F7-315B894862A8}" type="slidenum">
              <a:rPr lang="en-US" smtClean="0"/>
              <a:pPr/>
              <a:t>‹#›</a:t>
            </a:fld>
            <a:endParaRPr lang="en-US"/>
          </a:p>
        </p:txBody>
      </p:sp>
      <p:cxnSp>
        <p:nvCxnSpPr>
          <p:cNvPr id="11" name="Straight Connector 10">
            <a:extLst>
              <a:ext uri="{FF2B5EF4-FFF2-40B4-BE49-F238E27FC236}">
                <a16:creationId xmlns:a16="http://schemas.microsoft.com/office/drawing/2014/main" id="{FB6A4D1D-419D-453A-9A35-9EF2960602A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2493798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 &amp; Tex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BA163B-9823-4AA6-93E0-8B7386BC3109}"/>
              </a:ext>
            </a:extLst>
          </p:cNvPr>
          <p:cNvSpPr>
            <a:spLocks noGrp="1"/>
          </p:cNvSpPr>
          <p:nvPr>
            <p:ph sz="half" idx="2"/>
          </p:nvPr>
        </p:nvSpPr>
        <p:spPr>
          <a:xfrm>
            <a:off x="6205728" y="365760"/>
            <a:ext cx="5486400" cy="5730237"/>
          </a:xfrm>
        </p:spPr>
        <p:txBody>
          <a:bodyPr/>
          <a:lstStyle>
            <a:lvl1pPr>
              <a:defRPr>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A8E3F330-9F76-4B2D-936C-BA1660611058}"/>
              </a:ext>
            </a:extLst>
          </p:cNvPr>
          <p:cNvSpPr>
            <a:spLocks noGrp="1"/>
          </p:cNvSpPr>
          <p:nvPr>
            <p:ph type="pic" sz="quarter" idx="14" hasCustomPrompt="1"/>
          </p:nvPr>
        </p:nvSpPr>
        <p:spPr>
          <a:xfrm>
            <a:off x="1" y="0"/>
            <a:ext cx="5998633" cy="6096000"/>
          </a:xfrm>
        </p:spPr>
        <p:txBody>
          <a:bodyPr anchor="ctr"/>
          <a:lstStyle>
            <a:lvl1pPr marL="0" marR="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lvl1pPr>
          </a:lstStyle>
          <a:p>
            <a:pPr marL="0" marR="0" lvl="0" indent="0" algn="ctr" defTabSz="1219170" rtl="0" eaLnBrk="1" fontAlgn="auto" latinLnBrk="0" hangingPunct="1">
              <a:lnSpc>
                <a:spcPct val="100000"/>
              </a:lnSpc>
              <a:spcBef>
                <a:spcPts val="800"/>
              </a:spcBef>
              <a:spcAft>
                <a:spcPts val="0"/>
              </a:spcAft>
              <a:buClrTx/>
              <a:buSzTx/>
              <a:buFont typeface="Arial" panose="020B0604020202020204" pitchFamily="34" charset="0"/>
              <a:buNone/>
              <a:tabLst/>
              <a:defRPr/>
            </a:pPr>
            <a:r>
              <a:rPr lang="en-US"/>
              <a:t>Drag picture to placeholder or click icon to add</a:t>
            </a:r>
          </a:p>
        </p:txBody>
      </p:sp>
      <p:sp>
        <p:nvSpPr>
          <p:cNvPr id="2" name="Date Placeholder 1">
            <a:extLst>
              <a:ext uri="{FF2B5EF4-FFF2-40B4-BE49-F238E27FC236}">
                <a16:creationId xmlns:a16="http://schemas.microsoft.com/office/drawing/2014/main" id="{FCC1D49F-49AB-492E-AADA-3FDC394DFDFE}"/>
              </a:ext>
            </a:extLst>
          </p:cNvPr>
          <p:cNvSpPr>
            <a:spLocks noGrp="1"/>
          </p:cNvSpPr>
          <p:nvPr>
            <p:ph type="dt" sz="half" idx="15"/>
          </p:nvPr>
        </p:nvSpPr>
        <p:spPr/>
        <p:txBody>
          <a:bodyPr/>
          <a:lstStyle/>
          <a:p>
            <a:fld id="{A3F262AA-DEDE-48CB-AC20-EF8642D85293}" type="datetime1">
              <a:rPr lang="en-US" smtClean="0"/>
              <a:t>8/14/2023</a:t>
            </a:fld>
            <a:endParaRPr lang="en-US"/>
          </a:p>
        </p:txBody>
      </p:sp>
      <p:sp>
        <p:nvSpPr>
          <p:cNvPr id="5" name="Footer Placeholder 4">
            <a:extLst>
              <a:ext uri="{FF2B5EF4-FFF2-40B4-BE49-F238E27FC236}">
                <a16:creationId xmlns:a16="http://schemas.microsoft.com/office/drawing/2014/main" id="{9787AAB2-79C4-4D8A-B367-D69C5CB97715}"/>
              </a:ext>
            </a:extLst>
          </p:cNvPr>
          <p:cNvSpPr>
            <a:spLocks noGrp="1"/>
          </p:cNvSpPr>
          <p:nvPr>
            <p:ph type="ftr" sz="quarter" idx="16"/>
          </p:nvPr>
        </p:nvSpPr>
        <p:spPr/>
        <p:txBody>
          <a:bodyPr/>
          <a:lstStyle/>
          <a:p>
            <a:r>
              <a:rPr lang="en-US"/>
              <a:t>© 2019 Cognizant</a:t>
            </a:r>
          </a:p>
        </p:txBody>
      </p:sp>
      <p:sp>
        <p:nvSpPr>
          <p:cNvPr id="6" name="Slide Number Placeholder 5">
            <a:extLst>
              <a:ext uri="{FF2B5EF4-FFF2-40B4-BE49-F238E27FC236}">
                <a16:creationId xmlns:a16="http://schemas.microsoft.com/office/drawing/2014/main" id="{B80EC04C-1500-45F6-8042-1CE988757A42}"/>
              </a:ext>
            </a:extLst>
          </p:cNvPr>
          <p:cNvSpPr>
            <a:spLocks noGrp="1"/>
          </p:cNvSpPr>
          <p:nvPr>
            <p:ph type="sldNum" sz="quarter" idx="17"/>
          </p:nvPr>
        </p:nvSpPr>
        <p:spPr/>
        <p:txBody>
          <a:bodyPr/>
          <a:lstStyle/>
          <a:p>
            <a:fld id="{2EFEF571-C9B4-4D92-A7F7-315B894862A8}" type="slidenum">
              <a:rPr lang="en-US" smtClean="0"/>
              <a:pPr/>
              <a:t>‹#›</a:t>
            </a:fld>
            <a:endParaRPr lang="en-US"/>
          </a:p>
        </p:txBody>
      </p:sp>
      <p:cxnSp>
        <p:nvCxnSpPr>
          <p:cNvPr id="10" name="Straight Connector 9">
            <a:extLst>
              <a:ext uri="{FF2B5EF4-FFF2-40B4-BE49-F238E27FC236}">
                <a16:creationId xmlns:a16="http://schemas.microsoft.com/office/drawing/2014/main" id="{092DAA9B-CFA7-4AA1-B116-CD98263A7298}"/>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5782297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D512A5-02AD-4CE7-95D7-2098ED248CD3}"/>
              </a:ext>
            </a:extLst>
          </p:cNvPr>
          <p:cNvPicPr>
            <a:picLocks noChangeAspect="1"/>
          </p:cNvPicPr>
          <p:nvPr userDrawn="1"/>
        </p:nvPicPr>
        <p:blipFill>
          <a:blip r:embed="rId2"/>
          <a:stretch>
            <a:fillRect/>
          </a:stretch>
        </p:blipFill>
        <p:spPr>
          <a:xfrm>
            <a:off x="1" y="7968"/>
            <a:ext cx="12177836" cy="6850033"/>
          </a:xfrm>
          <a:prstGeom prst="rect">
            <a:avLst/>
          </a:prstGeom>
        </p:spPr>
      </p:pic>
      <p:sp>
        <p:nvSpPr>
          <p:cNvPr id="2" name="Title 1"/>
          <p:cNvSpPr>
            <a:spLocks noGrp="1"/>
          </p:cNvSpPr>
          <p:nvPr>
            <p:ph type="title" hasCustomPrompt="1"/>
          </p:nvPr>
        </p:nvSpPr>
        <p:spPr>
          <a:xfrm>
            <a:off x="816864" y="2438400"/>
            <a:ext cx="10363200" cy="438912"/>
          </a:xfrm>
        </p:spPr>
        <p:txBody>
          <a:bodyPr anchor="b" anchorCtr="0">
            <a:noAutofit/>
          </a:bodyPr>
          <a:lstStyle>
            <a:lvl1pPr>
              <a:defRPr sz="4267">
                <a:solidFill>
                  <a:schemeClr val="tx1"/>
                </a:solidFill>
              </a:defRPr>
            </a:lvl1pPr>
          </a:lstStyle>
          <a:p>
            <a:r>
              <a:rPr lang="en-US"/>
              <a:t>Thank you</a:t>
            </a:r>
          </a:p>
        </p:txBody>
      </p:sp>
      <p:sp>
        <p:nvSpPr>
          <p:cNvPr id="8" name="Text Placeholder 7"/>
          <p:cNvSpPr>
            <a:spLocks noGrp="1"/>
          </p:cNvSpPr>
          <p:nvPr>
            <p:ph type="body" sz="quarter" idx="10" hasCustomPrompt="1"/>
          </p:nvPr>
        </p:nvSpPr>
        <p:spPr>
          <a:xfrm>
            <a:off x="816864" y="3255264"/>
            <a:ext cx="10363200" cy="841248"/>
          </a:xfrm>
          <a:prstGeom prst="rect">
            <a:avLst/>
          </a:prstGeom>
        </p:spPr>
        <p:txBody>
          <a:bodyPr vert="horz">
            <a:normAutofit/>
          </a:bodyPr>
          <a:lstStyle>
            <a:lvl1pPr marL="0" indent="0">
              <a:buNone/>
              <a:defRPr sz="2667">
                <a:solidFill>
                  <a:schemeClr val="tx1"/>
                </a:solidFill>
              </a:defRPr>
            </a:lvl1pPr>
            <a:lvl2pPr marL="0" indent="0">
              <a:buNone/>
              <a:defRPr sz="2667">
                <a:solidFill>
                  <a:schemeClr val="tx1"/>
                </a:solidFill>
              </a:defRPr>
            </a:lvl2pPr>
            <a:lvl3pPr marL="0" indent="0">
              <a:buNone/>
              <a:defRPr sz="2667">
                <a:solidFill>
                  <a:schemeClr val="tx1"/>
                </a:solidFill>
              </a:defRPr>
            </a:lvl3pPr>
            <a:lvl4pPr marL="0" indent="0">
              <a:buNone/>
              <a:defRPr sz="2667">
                <a:solidFill>
                  <a:schemeClr val="tx1"/>
                </a:solidFill>
              </a:defRPr>
            </a:lvl4pPr>
            <a:lvl5pPr marL="0" indent="0">
              <a:buNone/>
              <a:defRPr sz="2667">
                <a:solidFill>
                  <a:schemeClr val="tx1"/>
                </a:solidFill>
              </a:defRPr>
            </a:lvl5pPr>
            <a:lvl6pPr marL="0" indent="0">
              <a:buNone/>
              <a:defRPr sz="2667">
                <a:solidFill>
                  <a:schemeClr val="tx1"/>
                </a:solidFill>
              </a:defRPr>
            </a:lvl6pPr>
            <a:lvl7pPr marL="0" indent="0">
              <a:buNone/>
              <a:defRPr sz="2667">
                <a:solidFill>
                  <a:schemeClr val="tx1"/>
                </a:solidFill>
              </a:defRPr>
            </a:lvl7pPr>
            <a:lvl8pPr marL="0" indent="0">
              <a:buNone/>
              <a:defRPr sz="2667">
                <a:solidFill>
                  <a:schemeClr val="tx1"/>
                </a:solidFill>
              </a:defRPr>
            </a:lvl8pPr>
            <a:lvl9pPr marL="0" indent="0">
              <a:buNone/>
              <a:defRPr sz="2667">
                <a:solidFill>
                  <a:schemeClr val="tx1"/>
                </a:solidFill>
              </a:defRPr>
            </a:lvl9pPr>
          </a:lstStyle>
          <a:p>
            <a:pPr lvl="0"/>
            <a:r>
              <a:rPr lang="en-US"/>
              <a:t>Name</a:t>
            </a:r>
            <a:br>
              <a:rPr lang="en-US"/>
            </a:br>
            <a:r>
              <a:rPr lang="en-US"/>
              <a:t>Email (optional)</a:t>
            </a:r>
          </a:p>
        </p:txBody>
      </p:sp>
      <p:sp>
        <p:nvSpPr>
          <p:cNvPr id="6" name="TextBox 5"/>
          <p:cNvSpPr txBox="1"/>
          <p:nvPr userDrawn="1"/>
        </p:nvSpPr>
        <p:spPr>
          <a:xfrm>
            <a:off x="4784203" y="-1296363"/>
            <a:ext cx="184731" cy="461665"/>
          </a:xfrm>
          <a:prstGeom prst="rect">
            <a:avLst/>
          </a:prstGeom>
          <a:noFill/>
        </p:spPr>
        <p:txBody>
          <a:bodyPr wrap="none" rtlCol="0">
            <a:spAutoFit/>
          </a:bodyPr>
          <a:lstStyle/>
          <a:p>
            <a:endParaRPr lang="en-US" sz="2400" err="1">
              <a:solidFill>
                <a:schemeClr val="tx2"/>
              </a:solidFill>
            </a:endParaRPr>
          </a:p>
        </p:txBody>
      </p:sp>
      <p:cxnSp>
        <p:nvCxnSpPr>
          <p:cNvPr id="11" name="Straight Connector 10">
            <a:extLst>
              <a:ext uri="{FF2B5EF4-FFF2-40B4-BE49-F238E27FC236}">
                <a16:creationId xmlns:a16="http://schemas.microsoft.com/office/drawing/2014/main" id="{8FFA5237-4D06-4CB8-B81D-E6E000044E96}"/>
              </a:ext>
            </a:extLst>
          </p:cNvPr>
          <p:cNvCxnSpPr>
            <a:cxnSpLocks/>
          </p:cNvCxnSpPr>
          <p:nvPr userDrawn="1"/>
        </p:nvCxnSpPr>
        <p:spPr>
          <a:xfrm>
            <a:off x="814851" y="3066288"/>
            <a:ext cx="2478245" cy="0"/>
          </a:xfrm>
          <a:prstGeom prst="line">
            <a:avLst/>
          </a:prstGeom>
          <a:ln>
            <a:solidFill>
              <a:srgbClr val="00A45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31693" y="512065"/>
            <a:ext cx="5742444" cy="674625"/>
          </a:xfrm>
          <a:prstGeom prst="rect">
            <a:avLst/>
          </a:prstGeom>
        </p:spPr>
      </p:pic>
    </p:spTree>
    <p:extLst>
      <p:ext uri="{BB962C8B-B14F-4D97-AF65-F5344CB8AC3E}">
        <p14:creationId xmlns:p14="http://schemas.microsoft.com/office/powerpoint/2010/main" val="3336280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image" Target="../media/image1.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theme" Target="../theme/theme3.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8" Type="http://schemas.openxmlformats.org/officeDocument/2006/relationships/slideLayout" Target="../slideLayouts/slideLayout55.xml"/><Relationship Id="rId3"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90" r:id="rId8"/>
    <p:sldLayoutId id="2147483692" r:id="rId9"/>
    <p:sldLayoutId id="2147483694" r:id="rId10"/>
    <p:sldLayoutId id="2147483695" r:id="rId11"/>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Cognizant 2015</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pPr algn="r"/>
            <a:fld id="{E7AF38FF-B38D-4060-8B8D-2D16AAFBAAC1}" type="slidenum">
              <a:rPr lang="en-US" smtClean="0"/>
              <a:pPr algn="r"/>
              <a:t>‹#›</a:t>
            </a:fld>
            <a:endParaRPr lang="en-US"/>
          </a:p>
        </p:txBody>
      </p:sp>
      <p:pic>
        <p:nvPicPr>
          <p:cNvPr id="4" name="Picture 3">
            <a:extLst>
              <a:ext uri="{FF2B5EF4-FFF2-40B4-BE49-F238E27FC236}">
                <a16:creationId xmlns:a16="http://schemas.microsoft.com/office/drawing/2014/main" id="{3372B5F4-BE3C-A42E-60E2-183CEADAA4A2}"/>
              </a:ext>
            </a:extLst>
          </p:cNvPr>
          <p:cNvPicPr>
            <a:picLocks noChangeAspect="1"/>
          </p:cNvPicPr>
          <p:nvPr userDrawn="1"/>
        </p:nvPicPr>
        <p:blipFill>
          <a:blip r:embed="rId38">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Tree>
    <p:extLst>
      <p:ext uri="{BB962C8B-B14F-4D97-AF65-F5344CB8AC3E}">
        <p14:creationId xmlns:p14="http://schemas.microsoft.com/office/powerpoint/2010/main" val="363387246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80064" cy="1060704"/>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682496"/>
            <a:ext cx="11180064" cy="442569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17B5ED4-B674-4C32-9514-6C6A986BC37F}"/>
              </a:ext>
            </a:extLst>
          </p:cNvPr>
          <p:cNvSpPr>
            <a:spLocks noGrp="1"/>
          </p:cNvSpPr>
          <p:nvPr>
            <p:ph type="dt" sz="half" idx="2"/>
          </p:nvPr>
        </p:nvSpPr>
        <p:spPr>
          <a:xfrm>
            <a:off x="7315200" y="6400800"/>
            <a:ext cx="1219200" cy="207264"/>
          </a:xfrm>
          <a:prstGeom prst="rect">
            <a:avLst/>
          </a:prstGeom>
        </p:spPr>
        <p:txBody>
          <a:bodyPr vert="horz" lIns="0" tIns="0" rIns="0" bIns="0" rtlCol="0" anchor="ctr"/>
          <a:lstStyle>
            <a:lvl1pPr algn="r">
              <a:defRPr sz="1000">
                <a:solidFill>
                  <a:schemeClr val="tx1"/>
                </a:solidFill>
              </a:defRPr>
            </a:lvl1pPr>
          </a:lstStyle>
          <a:p>
            <a:fld id="{72C7141F-1075-416F-B85B-2A67B4DBA6BF}" type="datetime1">
              <a:rPr lang="en-US" smtClean="0"/>
              <a:t>8/14/2023</a:t>
            </a:fld>
            <a:endParaRPr lang="en-US"/>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53440" y="6400800"/>
            <a:ext cx="6096000" cy="207264"/>
          </a:xfrm>
          <a:prstGeom prst="rect">
            <a:avLst/>
          </a:prstGeom>
        </p:spPr>
        <p:txBody>
          <a:bodyPr vert="horz" lIns="0" tIns="0" rIns="0" bIns="0" rtlCol="0" anchor="ctr"/>
          <a:lstStyle>
            <a:lvl1pPr algn="l">
              <a:defRPr sz="1000">
                <a:solidFill>
                  <a:schemeClr val="tx1"/>
                </a:solidFill>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 2019 Cognizant</a:t>
            </a:r>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2064" y="6400800"/>
            <a:ext cx="304800" cy="207264"/>
          </a:xfrm>
          <a:prstGeom prst="rect">
            <a:avLst/>
          </a:prstGeom>
        </p:spPr>
        <p:txBody>
          <a:bodyPr vert="horz" lIns="0" tIns="0" rIns="0" bIns="0" rtlCol="0" anchor="ctr"/>
          <a:lstStyle>
            <a:lvl1pPr algn="l">
              <a:defRPr sz="1200" b="1">
                <a:solidFill>
                  <a:schemeClr val="accent6"/>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614407335"/>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Lst>
  <p:hf hdr="0" dt="0"/>
  <p:txStyles>
    <p:titleStyle>
      <a:lvl1pPr algn="l" defTabSz="121917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25.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25.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25.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25.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18.xml"/><Relationship Id="rId3" Type="http://schemas.openxmlformats.org/officeDocument/2006/relationships/diagramLayout" Target="../diagrams/layout17.xml"/><Relationship Id="rId7" Type="http://schemas.openxmlformats.org/officeDocument/2006/relationships/diagramData" Target="../diagrams/data18.xml"/><Relationship Id="rId2" Type="http://schemas.openxmlformats.org/officeDocument/2006/relationships/diagramData" Target="../diagrams/data17.xml"/><Relationship Id="rId1" Type="http://schemas.openxmlformats.org/officeDocument/2006/relationships/slideLayout" Target="../slideLayouts/slideLayout25.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s>
</file>

<file path=ppt/slides/_rels/slide3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723" y="5486400"/>
            <a:ext cx="8153400" cy="7620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38125" lvl="1"/>
            <a:endParaRPr lang="en-US" sz="2400" b="1" dirty="0">
              <a:solidFill>
                <a:srgbClr val="00718F"/>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ABBFAB3F-8FD8-7471-8378-0B2315B430CB}"/>
              </a:ext>
            </a:extLst>
          </p:cNvPr>
          <p:cNvSpPr>
            <a:spLocks noGrp="1"/>
          </p:cNvSpPr>
          <p:nvPr>
            <p:ph type="ctrTitle"/>
          </p:nvPr>
        </p:nvSpPr>
        <p:spPr>
          <a:xfrm>
            <a:off x="1020624" y="2598969"/>
            <a:ext cx="4013200" cy="1828469"/>
          </a:xfrm>
        </p:spPr>
        <p:txBody>
          <a:bodyPr/>
          <a:lstStyle/>
          <a:p>
            <a:r>
              <a:rPr lang="en-US" sz="3600" b="1" dirty="0">
                <a:latin typeface="Arial" panose="020B0604020202020204" pitchFamily="34" charset="0"/>
                <a:cs typeface="Arial" panose="020B0604020202020204" pitchFamily="34" charset="0"/>
              </a:rPr>
              <a:t>Overview of Survey Management</a:t>
            </a:r>
            <a:br>
              <a:rPr lang="en-US" sz="3600" b="1" dirty="0">
                <a:latin typeface="Arial" panose="020B0604020202020204" pitchFamily="34" charset="0"/>
                <a:cs typeface="Arial" panose="020B0604020202020204" pitchFamily="34" charset="0"/>
              </a:rPr>
            </a:br>
            <a:endParaRPr lang="en-IN" dirty="0"/>
          </a:p>
        </p:txBody>
      </p:sp>
      <p:sp>
        <p:nvSpPr>
          <p:cNvPr id="4" name="Subtitle 3">
            <a:extLst>
              <a:ext uri="{FF2B5EF4-FFF2-40B4-BE49-F238E27FC236}">
                <a16:creationId xmlns:a16="http://schemas.microsoft.com/office/drawing/2014/main" id="{1C3536E6-46C7-FB7E-4C08-E314BD4554A2}"/>
              </a:ext>
            </a:extLst>
          </p:cNvPr>
          <p:cNvSpPr>
            <a:spLocks noGrp="1"/>
          </p:cNvSpPr>
          <p:nvPr>
            <p:ph type="subTitle" idx="1"/>
          </p:nvPr>
        </p:nvSpPr>
        <p:spPr/>
        <p:txBody>
          <a:bodyPr/>
          <a:lstStyle/>
          <a:p>
            <a:endParaRPr lang="en-IN"/>
          </a:p>
        </p:txBody>
      </p:sp>
      <p:sp>
        <p:nvSpPr>
          <p:cNvPr id="5" name="Text Placeholder 4">
            <a:extLst>
              <a:ext uri="{FF2B5EF4-FFF2-40B4-BE49-F238E27FC236}">
                <a16:creationId xmlns:a16="http://schemas.microsoft.com/office/drawing/2014/main" id="{7CDCCCC5-58EA-8E30-AA0A-C9E62E672B50}"/>
              </a:ext>
            </a:extLst>
          </p:cNvPr>
          <p:cNvSpPr>
            <a:spLocks noGrp="1"/>
          </p:cNvSpPr>
          <p:nvPr>
            <p:ph type="body" idx="12"/>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4203820349"/>
              </p:ext>
            </p:extLst>
          </p:nvPr>
        </p:nvGraphicFramePr>
        <p:xfrm>
          <a:off x="214603" y="1872579"/>
          <a:ext cx="9489233" cy="1649847"/>
        </p:xfrm>
        <a:graphic>
          <a:graphicData uri="http://schemas.openxmlformats.org/drawingml/2006/table">
            <a:tbl>
              <a:tblPr firstRow="1" bandRow="1">
                <a:tableStyleId>{5C22544A-7EE6-4342-B048-85BDC9FD1C3A}</a:tableStyleId>
              </a:tblPr>
              <a:tblGrid>
                <a:gridCol w="2955023">
                  <a:extLst>
                    <a:ext uri="{9D8B030D-6E8A-4147-A177-3AD203B41FA5}">
                      <a16:colId xmlns:a16="http://schemas.microsoft.com/office/drawing/2014/main" val="4154468561"/>
                    </a:ext>
                  </a:extLst>
                </a:gridCol>
                <a:gridCol w="65342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panose="020B0604020202020204" pitchFamily="34" charset="0"/>
                          <a:ea typeface="Arial Unicode MS" pitchFamily="34" charset="-128"/>
                          <a:cs typeface="Arial" panose="020B0604020202020204" pitchFamily="34" charset="0"/>
                        </a:rPr>
                        <a:t>Ankita Kumari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panose="020B0604020202020204" pitchFamily="34" charset="0"/>
                          <a:ea typeface="Arial Unicode MS" pitchFamily="34" charset="-128"/>
                          <a:cs typeface="Arial" panose="020B0604020202020204" pitchFamily="34" charset="0"/>
                        </a:rPr>
                        <a:t>Associate – CRM, EAS Salesforce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Arial" panose="020B0604020202020204" pitchFamily="34" charset="0"/>
                          <a:ea typeface="+mn-ea"/>
                          <a:cs typeface="Arial" panose="020B0604020202020204" pitchFamily="34" charset="0"/>
                        </a:rPr>
                        <a:t>V1, 22-Jan-2018</a:t>
                      </a:r>
                      <a:r>
                        <a:rPr kumimoji="0" lang="en-US" sz="1800" b="0" i="0" u="none" strike="noStrike" kern="1200" cap="none" normalizeH="0" baseline="0" dirty="0">
                          <a:ln>
                            <a:noFill/>
                          </a:ln>
                          <a:solidFill>
                            <a:schemeClr val="tx1"/>
                          </a:solidFill>
                          <a:effectLst/>
                          <a:latin typeface="+mn-lt"/>
                          <a:ea typeface="+mn-ea"/>
                          <a:cs typeface="+mn-cs"/>
                        </a:rPr>
                        <a:t>, V2.0: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Ritesh Kumar Prasad &amp; </a:t>
                      </a:r>
                      <a:r>
                        <a:rPr kumimoji="0" lang="en-US" sz="1800" b="0" i="0" u="none" strike="noStrike" kern="1200" cap="none" normalizeH="0" baseline="0" dirty="0" err="1">
                          <a:ln>
                            <a:noFill/>
                          </a:ln>
                          <a:solidFill>
                            <a:schemeClr val="tx1"/>
                          </a:solidFill>
                          <a:effectLst/>
                          <a:latin typeface="+mn-lt"/>
                          <a:ea typeface="+mn-ea"/>
                          <a:cs typeface="+mn-cs"/>
                        </a:rPr>
                        <a:t>Srijena,N</a:t>
                      </a:r>
                      <a:endParaRPr kumimoji="0" lang="en-US" sz="1800" b="0" i="0" u="none" strike="noStrike" kern="1200" cap="none" normalizeH="0" baseline="0" dirty="0">
                        <a:ln>
                          <a:noFill/>
                        </a:ln>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063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3</a:t>
            </a:fld>
            <a:endParaRPr lang="en-US" dirty="0"/>
          </a:p>
        </p:txBody>
      </p:sp>
      <p:sp>
        <p:nvSpPr>
          <p:cNvPr id="3" name="Title 2"/>
          <p:cNvSpPr>
            <a:spLocks noGrp="1"/>
          </p:cNvSpPr>
          <p:nvPr>
            <p:ph type="title" idx="4294967295"/>
          </p:nvPr>
        </p:nvSpPr>
        <p:spPr>
          <a:xfrm>
            <a:off x="692150" y="561155"/>
            <a:ext cx="10807700" cy="369887"/>
          </a:xfrm>
        </p:spPr>
        <p:txBody>
          <a:bodyPr vert="horz" lIns="91440" tIns="45720" rIns="91440" bIns="45720" rtlCol="0" anchor="ctr">
            <a:noAutofit/>
          </a:bodyPr>
          <a:lstStyle/>
          <a:p>
            <a:r>
              <a:rPr lang="en-US" sz="1700" dirty="0"/>
              <a:t>Objectives</a:t>
            </a:r>
          </a:p>
        </p:txBody>
      </p:sp>
      <p:sp>
        <p:nvSpPr>
          <p:cNvPr id="2" name="Content Placeholder 1"/>
          <p:cNvSpPr>
            <a:spLocks noGrp="1"/>
          </p:cNvSpPr>
          <p:nvPr>
            <p:ph idx="4294967295"/>
          </p:nvPr>
        </p:nvSpPr>
        <p:spPr>
          <a:xfrm>
            <a:off x="809298" y="1616140"/>
            <a:ext cx="6201102" cy="2193860"/>
          </a:xfrm>
        </p:spPr>
        <p:txBody>
          <a:bodyPr/>
          <a:lstStyle/>
          <a:p>
            <a:r>
              <a:rPr dirty="0">
                <a:solidFill>
                  <a:schemeClr val="tx1"/>
                </a:solidFill>
              </a:rPr>
              <a:t>After completing this chapter, you will learn to:</a:t>
            </a:r>
          </a:p>
          <a:p>
            <a:pPr lvl="1"/>
            <a:endParaRPr dirty="0">
              <a:solidFill>
                <a:schemeClr val="tx1"/>
              </a:solidFill>
            </a:endParaRPr>
          </a:p>
          <a:p>
            <a:pPr lvl="1"/>
            <a:r>
              <a:rPr dirty="0">
                <a:solidFill>
                  <a:schemeClr val="tx1"/>
                </a:solidFill>
              </a:rPr>
              <a:t>Describe and Create survey life cycle</a:t>
            </a:r>
          </a:p>
          <a:p>
            <a:pPr lvl="1"/>
            <a:r>
              <a:rPr lang="en-US" dirty="0">
                <a:solidFill>
                  <a:schemeClr val="tx1"/>
                </a:solidFill>
              </a:rPr>
              <a:t>Describe Survey Management Page</a:t>
            </a:r>
            <a:endParaRPr dirty="0">
              <a:solidFill>
                <a:schemeClr val="tx1"/>
              </a:solidFill>
            </a:endParaRPr>
          </a:p>
          <a:p>
            <a:pPr lvl="1"/>
            <a:r>
              <a:rPr dirty="0">
                <a:solidFill>
                  <a:schemeClr val="tx1"/>
                </a:solidFill>
              </a:rPr>
              <a:t>Describe Data Model</a:t>
            </a:r>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791200" y="931042"/>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4</a:t>
            </a:fld>
            <a:endParaRPr lang="en-US" dirty="0"/>
          </a:p>
        </p:txBody>
      </p:sp>
      <p:sp>
        <p:nvSpPr>
          <p:cNvPr id="2" name="Title 1"/>
          <p:cNvSpPr>
            <a:spLocks noGrp="1"/>
          </p:cNvSpPr>
          <p:nvPr>
            <p:ph type="title" idx="4294967295"/>
          </p:nvPr>
        </p:nvSpPr>
        <p:spPr>
          <a:xfrm>
            <a:off x="809298" y="666274"/>
            <a:ext cx="10807700" cy="369887"/>
          </a:xfrm>
        </p:spPr>
        <p:txBody>
          <a:bodyPr vert="horz" lIns="91440" tIns="45720" rIns="91440" bIns="45720" rtlCol="0" anchor="ctr">
            <a:noAutofit/>
          </a:bodyPr>
          <a:lstStyle/>
          <a:p>
            <a:r>
              <a:rPr lang="en-US" sz="1700" dirty="0"/>
              <a:t>Recap ... </a:t>
            </a:r>
          </a:p>
        </p:txBody>
      </p:sp>
      <p:sp>
        <p:nvSpPr>
          <p:cNvPr id="3" name="Content Placeholder 2"/>
          <p:cNvSpPr>
            <a:spLocks noGrp="1"/>
          </p:cNvSpPr>
          <p:nvPr>
            <p:ph idx="4294967295"/>
          </p:nvPr>
        </p:nvSpPr>
        <p:spPr>
          <a:xfrm>
            <a:off x="809298" y="1752600"/>
            <a:ext cx="9525000" cy="3078162"/>
          </a:xfrm>
        </p:spPr>
        <p:txBody>
          <a:bodyPr/>
          <a:lstStyle/>
          <a:p>
            <a:pPr marL="0" indent="0">
              <a:buNone/>
            </a:pPr>
            <a:r>
              <a:rPr lang="en-US" dirty="0">
                <a:solidFill>
                  <a:schemeClr val="tx1"/>
                </a:solidFill>
              </a:rPr>
              <a:t>In the previous Module - </a:t>
            </a:r>
            <a:r>
              <a:rPr lang="en-US" i="1" dirty="0">
                <a:solidFill>
                  <a:schemeClr val="tx1"/>
                </a:solidFill>
              </a:rPr>
              <a:t>Coaching Report</a:t>
            </a:r>
            <a:r>
              <a:rPr lang="en-US" dirty="0">
                <a:solidFill>
                  <a:schemeClr val="tx1"/>
                </a:solidFill>
              </a:rPr>
              <a:t>, you learnt to:</a:t>
            </a:r>
          </a:p>
          <a:p>
            <a:pPr marL="0" indent="0">
              <a:buNone/>
            </a:pPr>
            <a:endParaRPr lang="en-US" dirty="0">
              <a:solidFill>
                <a:schemeClr val="tx1"/>
              </a:solidFill>
            </a:endParaRPr>
          </a:p>
          <a:p>
            <a:pPr lvl="1"/>
            <a:r>
              <a:rPr lang="en-US" dirty="0">
                <a:solidFill>
                  <a:schemeClr val="tx1"/>
                </a:solidFill>
              </a:rPr>
              <a:t>Configure &amp; Share a Coaching Report</a:t>
            </a:r>
          </a:p>
          <a:p>
            <a:pPr lvl="1"/>
            <a:r>
              <a:rPr lang="en-US" dirty="0">
                <a:solidFill>
                  <a:schemeClr val="tx1"/>
                </a:solidFill>
              </a:rPr>
              <a:t>Describe User access for Reports</a:t>
            </a:r>
          </a:p>
          <a:p>
            <a:pPr lvl="1"/>
            <a:r>
              <a:rPr lang="en-US" dirty="0">
                <a:solidFill>
                  <a:schemeClr val="tx1"/>
                </a:solidFill>
              </a:rPr>
              <a:t>Create Coaching report</a:t>
            </a:r>
          </a:p>
          <a:p>
            <a:pPr lvl="1"/>
            <a:endParaRPr lang="en-US" dirty="0">
              <a:solidFill>
                <a:schemeClr val="tx1"/>
              </a:solidFill>
            </a:endParaRPr>
          </a:p>
          <a:p>
            <a:endParaRPr lang="en-US" sz="1800" dirty="0">
              <a:solidFill>
                <a:schemeClr val="tx1"/>
              </a:solidFill>
            </a:endParaRPr>
          </a:p>
          <a:p>
            <a:pPr marL="0" indent="0">
              <a:buNone/>
            </a:pPr>
            <a:r>
              <a:rPr lang="en-US" dirty="0">
                <a:solidFill>
                  <a:schemeClr val="tx1"/>
                </a:solidFill>
              </a:rPr>
              <a:t>And now ... </a:t>
            </a:r>
          </a:p>
          <a:p>
            <a:pPr marL="0" indent="0">
              <a:buNone/>
            </a:pPr>
            <a:endParaRPr lang="en-US" dirty="0">
              <a:solidFill>
                <a:schemeClr val="tx1"/>
              </a:solidFill>
            </a:endParaRPr>
          </a:p>
        </p:txBody>
      </p:sp>
    </p:spTree>
    <p:extLst>
      <p:ext uri="{BB962C8B-B14F-4D97-AF65-F5344CB8AC3E}">
        <p14:creationId xmlns:p14="http://schemas.microsoft.com/office/powerpoint/2010/main" val="271348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647827" y="544513"/>
            <a:ext cx="10807700" cy="369887"/>
          </a:xfrm>
        </p:spPr>
        <p:txBody>
          <a:bodyPr/>
          <a:lstStyle/>
          <a:p>
            <a:r>
              <a:rPr lang="en-US" sz="1700" dirty="0"/>
              <a:t>Overview</a:t>
            </a:r>
          </a:p>
        </p:txBody>
      </p:sp>
      <p:sp>
        <p:nvSpPr>
          <p:cNvPr id="2" name="Content Placeholder 1"/>
          <p:cNvSpPr>
            <a:spLocks noGrp="1"/>
          </p:cNvSpPr>
          <p:nvPr>
            <p:ph idx="4294967295"/>
          </p:nvPr>
        </p:nvSpPr>
        <p:spPr>
          <a:xfrm>
            <a:off x="599258" y="914400"/>
            <a:ext cx="7488238" cy="4946650"/>
          </a:xfrm>
        </p:spPr>
        <p:txBody>
          <a:bodyPr/>
          <a:lstStyle/>
          <a:p>
            <a:r>
              <a:rPr lang="en-US" sz="1800" dirty="0">
                <a:solidFill>
                  <a:schemeClr val="tx1"/>
                </a:solidFill>
              </a:rPr>
              <a:t>The Survey module is designed specifically for business users to be able to create a Survey, add questions, define weights and segments, define target lists, and publish the Survey to end users online and offline, all without assistance from the IT department</a:t>
            </a:r>
          </a:p>
          <a:p>
            <a:endParaRPr lang="en-US" sz="1800" dirty="0">
              <a:solidFill>
                <a:schemeClr val="tx1"/>
              </a:solidFill>
            </a:endParaRPr>
          </a:p>
          <a:p>
            <a:r>
              <a:rPr lang="en-US" sz="1800" dirty="0">
                <a:solidFill>
                  <a:schemeClr val="tx1"/>
                </a:solidFill>
              </a:rPr>
              <a:t>There is a lookup relationship to associate the Survey Question record and the corresponding record in the Question Bank</a:t>
            </a:r>
          </a:p>
          <a:p>
            <a:endParaRPr lang="en-US" sz="1800" dirty="0">
              <a:solidFill>
                <a:schemeClr val="tx1"/>
              </a:solidFill>
            </a:endParaRPr>
          </a:p>
          <a:p>
            <a:r>
              <a:rPr lang="en-US" sz="1800" dirty="0">
                <a:solidFill>
                  <a:schemeClr val="tx1"/>
                </a:solidFill>
              </a:rPr>
              <a:t>Changes made on one copy of the question do not affect copies residing elsewhere</a:t>
            </a:r>
          </a:p>
          <a:p>
            <a:endParaRPr lang="en-US" sz="1800" dirty="0">
              <a:solidFill>
                <a:schemeClr val="tx1"/>
              </a:solidFill>
            </a:endParaRPr>
          </a:p>
          <a:p>
            <a:r>
              <a:rPr lang="en-US" sz="1800" dirty="0">
                <a:solidFill>
                  <a:schemeClr val="tx1"/>
                </a:solidFill>
              </a:rPr>
              <a:t>The Survey Management page includes a UI for targeting accounts for a particular Survey. From this UI, a Target list is built for a Survey before it is available to users </a:t>
            </a:r>
          </a:p>
          <a:p>
            <a:endParaRPr lang="en-US" sz="1800" dirty="0">
              <a:solidFill>
                <a:schemeClr val="tx1"/>
              </a:solidFill>
            </a:endParaRPr>
          </a:p>
          <a:p>
            <a:r>
              <a:rPr lang="en-US" sz="1800" dirty="0">
                <a:solidFill>
                  <a:schemeClr val="tx1"/>
                </a:solidFill>
              </a:rPr>
              <a:t>New Targets can also be added after a Survey is published</a:t>
            </a:r>
          </a:p>
        </p:txBody>
      </p:sp>
      <p:sp>
        <p:nvSpPr>
          <p:cNvPr id="8" name="Rectangle 7"/>
          <p:cNvSpPr/>
          <p:nvPr/>
        </p:nvSpPr>
        <p:spPr>
          <a:xfrm>
            <a:off x="8172461" y="1168401"/>
            <a:ext cx="3257539" cy="4775199"/>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descr="D:\Images\Images\Overview\shutterstock_726892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6537" y="1223961"/>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457201" y="488488"/>
            <a:ext cx="10807700" cy="369887"/>
          </a:xfrm>
        </p:spPr>
        <p:txBody>
          <a:bodyPr vert="horz" lIns="91440" tIns="45720" rIns="91440" bIns="45720" rtlCol="0" anchor="ctr">
            <a:noAutofit/>
          </a:bodyPr>
          <a:lstStyle/>
          <a:p>
            <a:r>
              <a:rPr lang="en-US" sz="1700" dirty="0"/>
              <a:t>Do You Know</a:t>
            </a:r>
          </a:p>
        </p:txBody>
      </p:sp>
      <p:sp>
        <p:nvSpPr>
          <p:cNvPr id="2" name="Content Placeholder 1"/>
          <p:cNvSpPr>
            <a:spLocks noGrp="1"/>
          </p:cNvSpPr>
          <p:nvPr>
            <p:ph idx="4294967295"/>
          </p:nvPr>
        </p:nvSpPr>
        <p:spPr>
          <a:xfrm>
            <a:off x="489858" y="673431"/>
            <a:ext cx="7619999" cy="4052887"/>
          </a:xfrm>
        </p:spPr>
        <p:txBody>
          <a:bodyPr/>
          <a:lstStyle/>
          <a:p>
            <a:endParaRPr lang="en-US" sz="1800" dirty="0">
              <a:solidFill>
                <a:schemeClr val="tx1"/>
              </a:solidFill>
            </a:endParaRPr>
          </a:p>
          <a:p>
            <a:r>
              <a:rPr lang="en-US" sz="1800" dirty="0">
                <a:solidFill>
                  <a:schemeClr val="tx1"/>
                </a:solidFill>
              </a:rPr>
              <a:t>We can place marker fields on the page layout and include those details in your application like </a:t>
            </a:r>
            <a:r>
              <a:rPr lang="en-US" sz="1800" dirty="0" err="1">
                <a:solidFill>
                  <a:schemeClr val="tx1"/>
                </a:solidFill>
              </a:rPr>
              <a:t>zvod_Questions_vod</a:t>
            </a:r>
            <a:r>
              <a:rPr lang="en-US" sz="1800" dirty="0">
                <a:solidFill>
                  <a:schemeClr val="tx1"/>
                </a:solidFill>
              </a:rPr>
              <a:t>, </a:t>
            </a:r>
            <a:r>
              <a:rPr lang="en-US" sz="1800" dirty="0" err="1">
                <a:solidFill>
                  <a:schemeClr val="tx1"/>
                </a:solidFill>
              </a:rPr>
              <a:t>zvod_Segments</a:t>
            </a:r>
            <a:r>
              <a:rPr lang="en-US" sz="1800" dirty="0">
                <a:solidFill>
                  <a:schemeClr val="tx1"/>
                </a:solidFill>
              </a:rPr>
              <a:t> etc. and t</a:t>
            </a:r>
            <a:r>
              <a:rPr sz="1800" dirty="0">
                <a:solidFill>
                  <a:schemeClr val="tx1"/>
                </a:solidFill>
              </a:rPr>
              <a:t>he marker field never stores data</a:t>
            </a:r>
          </a:p>
          <a:p>
            <a:endParaRPr sz="1800" dirty="0">
              <a:solidFill>
                <a:schemeClr val="tx1"/>
              </a:solidFill>
            </a:endParaRPr>
          </a:p>
          <a:p>
            <a:r>
              <a:rPr lang="en-US" sz="1800" dirty="0">
                <a:solidFill>
                  <a:schemeClr val="tx1"/>
                </a:solidFill>
              </a:rPr>
              <a:t> Adding survey questions limit is 25 from frontend. However, there is no limit of survey question loaded from data loader</a:t>
            </a:r>
          </a:p>
          <a:p>
            <a:endParaRPr lang="en-US" sz="1800" dirty="0">
              <a:solidFill>
                <a:schemeClr val="tx1"/>
              </a:solidFill>
            </a:endParaRPr>
          </a:p>
          <a:p>
            <a:r>
              <a:rPr lang="en-US" sz="1800" dirty="0">
                <a:solidFill>
                  <a:schemeClr val="tx1"/>
                </a:solidFill>
              </a:rPr>
              <a:t>Only 10 picklist values are allowed from front end. However, there is no limit of picklist value loaded from data loader</a:t>
            </a:r>
          </a:p>
          <a:p>
            <a:endParaRPr lang="en-US" sz="1800" dirty="0">
              <a:solidFill>
                <a:schemeClr val="tx1"/>
              </a:solidFill>
            </a:endParaRPr>
          </a:p>
          <a:p>
            <a:r>
              <a:rPr lang="en-US" sz="1800" dirty="0">
                <a:solidFill>
                  <a:schemeClr val="tx1"/>
                </a:solidFill>
              </a:rPr>
              <a:t>We can configure outstanding survey on call record by providing FLS on </a:t>
            </a:r>
          </a:p>
          <a:p>
            <a:pPr marL="0" indent="0">
              <a:buNone/>
            </a:pPr>
            <a:r>
              <a:rPr lang="en-US" sz="1800" dirty="0" err="1">
                <a:solidFill>
                  <a:schemeClr val="tx1"/>
                </a:solidFill>
              </a:rPr>
              <a:t>zvod_Survey_Target_vod</a:t>
            </a:r>
            <a:r>
              <a:rPr lang="en-US" sz="1800" dirty="0">
                <a:solidFill>
                  <a:schemeClr val="tx1"/>
                </a:solidFill>
              </a:rPr>
              <a:t> marker field and putting this field in the new section </a:t>
            </a:r>
          </a:p>
          <a:p>
            <a:pPr marL="0" indent="0">
              <a:buNone/>
            </a:pPr>
            <a:r>
              <a:rPr lang="en-US" sz="1800" dirty="0">
                <a:solidFill>
                  <a:schemeClr val="tx1"/>
                </a:solidFill>
              </a:rPr>
              <a:t>on call layout</a:t>
            </a:r>
          </a:p>
        </p:txBody>
      </p:sp>
      <p:sp>
        <p:nvSpPr>
          <p:cNvPr id="6" name="Rectangle 5"/>
          <p:cNvSpPr/>
          <p:nvPr/>
        </p:nvSpPr>
        <p:spPr>
          <a:xfrm>
            <a:off x="8529944" y="1763256"/>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599518" y="1828800"/>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8" name="Title 7">
            <a:extLst>
              <a:ext uri="{FF2B5EF4-FFF2-40B4-BE49-F238E27FC236}">
                <a16:creationId xmlns:a16="http://schemas.microsoft.com/office/drawing/2014/main" id="{AEA5CE3C-DD9C-59D2-3D5D-EAD3F943EE02}"/>
              </a:ext>
            </a:extLst>
          </p:cNvPr>
          <p:cNvSpPr>
            <a:spLocks noGrp="1"/>
          </p:cNvSpPr>
          <p:nvPr>
            <p:ph type="ctrTitle"/>
          </p:nvPr>
        </p:nvSpPr>
        <p:spPr>
          <a:xfrm>
            <a:off x="1042416" y="2105095"/>
            <a:ext cx="4215384" cy="2082857"/>
          </a:xfrm>
        </p:spPr>
        <p:txBody>
          <a:bodyPr/>
          <a:lstStyle/>
          <a:p>
            <a:r>
              <a:rPr lang="en-US" sz="3600" b="1" dirty="0">
                <a:solidFill>
                  <a:schemeClr val="tx1"/>
                </a:solidFill>
                <a:latin typeface="Arial" panose="020B0604020202020204" pitchFamily="34" charset="0"/>
                <a:cs typeface="Arial" panose="020B0604020202020204" pitchFamily="34" charset="0"/>
              </a:rPr>
              <a:t>Introduction to Surveys</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9" name="Subtitle 8">
            <a:extLst>
              <a:ext uri="{FF2B5EF4-FFF2-40B4-BE49-F238E27FC236}">
                <a16:creationId xmlns:a16="http://schemas.microsoft.com/office/drawing/2014/main" id="{7DCF5C71-448C-E5DC-B6F0-7699DAE3F35C}"/>
              </a:ext>
            </a:extLst>
          </p:cNvPr>
          <p:cNvSpPr>
            <a:spLocks noGrp="1"/>
          </p:cNvSpPr>
          <p:nvPr>
            <p:ph type="subTitle" idx="1"/>
          </p:nvPr>
        </p:nvSpPr>
        <p:spPr/>
        <p:txBody>
          <a:bodyPr/>
          <a:lstStyle/>
          <a:p>
            <a:endParaRPr lang="en-IN"/>
          </a:p>
        </p:txBody>
      </p:sp>
      <p:sp>
        <p:nvSpPr>
          <p:cNvPr id="10" name="Text Placeholder 9">
            <a:extLst>
              <a:ext uri="{FF2B5EF4-FFF2-40B4-BE49-F238E27FC236}">
                <a16:creationId xmlns:a16="http://schemas.microsoft.com/office/drawing/2014/main" id="{6B59E6BE-0A17-A2DB-290A-F52CAA80ADB3}"/>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7</a:t>
            </a:fld>
            <a:endParaRPr lang="en-US"/>
          </a:p>
        </p:txBody>
      </p:sp>
      <p:sp>
        <p:nvSpPr>
          <p:cNvPr id="6" name="Rectangle 5"/>
          <p:cNvSpPr/>
          <p:nvPr/>
        </p:nvSpPr>
        <p:spPr>
          <a:xfrm>
            <a:off x="533401" y="5341258"/>
            <a:ext cx="8001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310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8</a:t>
            </a:fld>
            <a:endParaRPr lang="en-US"/>
          </a:p>
        </p:txBody>
      </p:sp>
      <p:sp>
        <p:nvSpPr>
          <p:cNvPr id="2" name="Title 1"/>
          <p:cNvSpPr>
            <a:spLocks noGrp="1"/>
          </p:cNvSpPr>
          <p:nvPr>
            <p:ph type="title" idx="4294967295"/>
          </p:nvPr>
        </p:nvSpPr>
        <p:spPr>
          <a:xfrm>
            <a:off x="457201" y="609600"/>
            <a:ext cx="10807700" cy="369887"/>
          </a:xfrm>
        </p:spPr>
        <p:txBody>
          <a:bodyPr vert="horz" lIns="91440" tIns="45720" rIns="91440" bIns="45720" rtlCol="0" anchor="ctr">
            <a:noAutofit/>
          </a:bodyPr>
          <a:lstStyle/>
          <a:p>
            <a:r>
              <a:rPr lang="en-US" sz="1700" dirty="0"/>
              <a:t>Surveys Overview ... 1</a:t>
            </a:r>
          </a:p>
        </p:txBody>
      </p:sp>
      <p:sp>
        <p:nvSpPr>
          <p:cNvPr id="3" name="Content Placeholder 2"/>
          <p:cNvSpPr>
            <a:spLocks noGrp="1"/>
          </p:cNvSpPr>
          <p:nvPr>
            <p:ph idx="4294967295"/>
          </p:nvPr>
        </p:nvSpPr>
        <p:spPr>
          <a:xfrm>
            <a:off x="533400" y="1447800"/>
            <a:ext cx="8305800" cy="3124200"/>
          </a:xfrm>
        </p:spPr>
        <p:txBody>
          <a:bodyPr/>
          <a:lstStyle/>
          <a:p>
            <a:r>
              <a:rPr sz="1800" dirty="0">
                <a:solidFill>
                  <a:schemeClr val="tx1"/>
                </a:solidFill>
              </a:rPr>
              <a:t>Surveys are groups of questions that users/reps answer about their accounts</a:t>
            </a:r>
          </a:p>
          <a:p>
            <a:pPr marL="0" indent="0">
              <a:buNone/>
            </a:pPr>
            <a:endParaRPr sz="1800" dirty="0">
              <a:solidFill>
                <a:schemeClr val="tx1"/>
              </a:solidFill>
            </a:endParaRPr>
          </a:p>
          <a:p>
            <a:r>
              <a:rPr sz="1800" dirty="0">
                <a:solidFill>
                  <a:schemeClr val="tx1"/>
                </a:solidFill>
              </a:rPr>
              <a:t>Surveys are created to help users/rep better understand their accounts by building a profile of the account</a:t>
            </a:r>
          </a:p>
          <a:p>
            <a:pPr marL="0" indent="0">
              <a:buNone/>
            </a:pPr>
            <a:endParaRPr sz="1800" dirty="0">
              <a:solidFill>
                <a:schemeClr val="tx1"/>
              </a:solidFill>
            </a:endParaRPr>
          </a:p>
          <a:p>
            <a:r>
              <a:rPr sz="1800" dirty="0">
                <a:solidFill>
                  <a:schemeClr val="tx1"/>
                </a:solidFill>
              </a:rPr>
              <a:t>It also helps to gather information for market research to help brand messaging and to allocate sales resources</a:t>
            </a:r>
          </a:p>
        </p:txBody>
      </p:sp>
    </p:spTree>
    <p:extLst>
      <p:ext uri="{BB962C8B-B14F-4D97-AF65-F5344CB8AC3E}">
        <p14:creationId xmlns:p14="http://schemas.microsoft.com/office/powerpoint/2010/main" val="380955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9</a:t>
            </a:fld>
            <a:endParaRPr lang="en-US"/>
          </a:p>
        </p:txBody>
      </p:sp>
      <p:sp>
        <p:nvSpPr>
          <p:cNvPr id="2" name="Title 1"/>
          <p:cNvSpPr>
            <a:spLocks noGrp="1"/>
          </p:cNvSpPr>
          <p:nvPr>
            <p:ph type="title" idx="4294967295"/>
          </p:nvPr>
        </p:nvSpPr>
        <p:spPr>
          <a:xfrm>
            <a:off x="600592" y="544513"/>
            <a:ext cx="10807700" cy="369887"/>
          </a:xfrm>
        </p:spPr>
        <p:txBody>
          <a:bodyPr vert="horz" lIns="91440" tIns="45720" rIns="91440" bIns="45720" rtlCol="0" anchor="ctr">
            <a:noAutofit/>
          </a:bodyPr>
          <a:lstStyle/>
          <a:p>
            <a:r>
              <a:rPr sz="1700" dirty="0"/>
              <a:t>Surveys Overview ... 2</a:t>
            </a:r>
            <a:endParaRPr lang="en-US" sz="1700" dirty="0"/>
          </a:p>
        </p:txBody>
      </p:sp>
      <p:sp>
        <p:nvSpPr>
          <p:cNvPr id="6" name="Content Placeholder 4"/>
          <p:cNvSpPr>
            <a:spLocks noGrp="1"/>
          </p:cNvSpPr>
          <p:nvPr>
            <p:ph idx="4294967295"/>
          </p:nvPr>
        </p:nvSpPr>
        <p:spPr>
          <a:xfrm>
            <a:off x="776641" y="1153886"/>
            <a:ext cx="8891751" cy="2057400"/>
          </a:xfrm>
          <a:prstGeom prst="rect">
            <a:avLst/>
          </a:prstGeom>
        </p:spPr>
        <p:txBody>
          <a:bodyPr/>
          <a:lstStyle/>
          <a:p>
            <a:r>
              <a:rPr lang="en-US" dirty="0">
                <a:solidFill>
                  <a:schemeClr val="tx1"/>
                </a:solidFill>
              </a:rPr>
              <a:t>A Survey may be a</a:t>
            </a:r>
            <a:endParaRPr lang="en-US" b="1" dirty="0">
              <a:solidFill>
                <a:schemeClr val="tx1"/>
              </a:solidFill>
            </a:endParaRPr>
          </a:p>
          <a:p>
            <a:pPr lvl="1"/>
            <a:endParaRPr lang="en-US" sz="1600" b="1" dirty="0">
              <a:solidFill>
                <a:schemeClr val="tx1"/>
              </a:solidFill>
            </a:endParaRPr>
          </a:p>
          <a:p>
            <a:pPr lvl="1"/>
            <a:r>
              <a:rPr lang="en-US" b="1" dirty="0">
                <a:solidFill>
                  <a:schemeClr val="tx1"/>
                </a:solidFill>
              </a:rPr>
              <a:t>One Time Survey</a:t>
            </a:r>
          </a:p>
          <a:p>
            <a:pPr lvl="2"/>
            <a:r>
              <a:rPr lang="en-US" sz="1800" dirty="0">
                <a:solidFill>
                  <a:schemeClr val="tx1"/>
                </a:solidFill>
              </a:rPr>
              <a:t>Survey can be submitted by a user once on single account</a:t>
            </a:r>
          </a:p>
          <a:p>
            <a:pPr lvl="1"/>
            <a:r>
              <a:rPr lang="en-US" sz="1800" b="1" dirty="0">
                <a:solidFill>
                  <a:schemeClr val="tx1"/>
                </a:solidFill>
              </a:rPr>
              <a:t>Recurring Survey</a:t>
            </a:r>
          </a:p>
          <a:p>
            <a:pPr lvl="2"/>
            <a:r>
              <a:rPr lang="en-US" sz="1800" dirty="0">
                <a:solidFill>
                  <a:schemeClr val="tx1"/>
                </a:solidFill>
              </a:rPr>
              <a:t>Users can capture new responses from an account, using the previous responses as a base</a:t>
            </a:r>
          </a:p>
        </p:txBody>
      </p:sp>
      <p:graphicFrame>
        <p:nvGraphicFramePr>
          <p:cNvPr id="7" name="Diagram 6"/>
          <p:cNvGraphicFramePr/>
          <p:nvPr>
            <p:extLst>
              <p:ext uri="{D42A27DB-BD31-4B8C-83A1-F6EECF244321}">
                <p14:modId xmlns:p14="http://schemas.microsoft.com/office/powerpoint/2010/main" val="576573591"/>
              </p:ext>
            </p:extLst>
          </p:nvPr>
        </p:nvGraphicFramePr>
        <p:xfrm>
          <a:off x="2819400" y="3407813"/>
          <a:ext cx="5181599" cy="29274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4BD7D8E7-EBDA-79DF-557A-8AFC7042316C}"/>
              </a:ext>
            </a:extLst>
          </p:cNvPr>
          <p:cNvSpPr>
            <a:spLocks noGrp="1"/>
          </p:cNvSpPr>
          <p:nvPr>
            <p:ph type="ctrTitle"/>
          </p:nvPr>
        </p:nvSpPr>
        <p:spPr>
          <a:xfrm>
            <a:off x="1042416" y="2105095"/>
            <a:ext cx="4215384" cy="1828469"/>
          </a:xfrm>
        </p:spPr>
        <p:txBody>
          <a:bodyPr/>
          <a:lstStyle/>
          <a:p>
            <a:r>
              <a:rPr lang="en-US" sz="3600" b="1" dirty="0">
                <a:solidFill>
                  <a:schemeClr val="tx1"/>
                </a:solidFill>
                <a:latin typeface="Arial" panose="020B0604020202020204" pitchFamily="34" charset="0"/>
                <a:cs typeface="Arial" panose="020B0604020202020204" pitchFamily="34" charset="0"/>
              </a:rPr>
              <a:t>VEEVA Survey Life Cycle</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526B003B-CDC1-F887-B269-B7D23DDB7815}"/>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8FF59B7C-0AF4-BBBA-7654-A8402F3B4275}"/>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10</a:t>
            </a:fld>
            <a:endParaRPr lang="en-US"/>
          </a:p>
        </p:txBody>
      </p:sp>
      <p:sp>
        <p:nvSpPr>
          <p:cNvPr id="6" name="Rectangle 5"/>
          <p:cNvSpPr/>
          <p:nvPr/>
        </p:nvSpPr>
        <p:spPr>
          <a:xfrm>
            <a:off x="533401" y="5341258"/>
            <a:ext cx="8001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389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633249" y="500856"/>
            <a:ext cx="10807700" cy="369887"/>
          </a:xfrm>
        </p:spPr>
        <p:txBody>
          <a:bodyPr/>
          <a:lstStyle/>
          <a:p>
            <a:r>
              <a:rPr lang="en-US" sz="1700" dirty="0"/>
              <a:t>VEEVA</a:t>
            </a:r>
            <a:r>
              <a:rPr sz="1700" dirty="0"/>
              <a:t> Survey Life Cycle ... 1</a:t>
            </a:r>
            <a:endParaRPr lang="en-US" sz="1700" dirty="0"/>
          </a:p>
        </p:txBody>
      </p:sp>
      <p:graphicFrame>
        <p:nvGraphicFramePr>
          <p:cNvPr id="10" name="Content Placeholder 8"/>
          <p:cNvGraphicFramePr>
            <a:graphicFrameLocks noGrp="1"/>
          </p:cNvGraphicFramePr>
          <p:nvPr>
            <p:ph idx="4294967295"/>
            <p:extLst>
              <p:ext uri="{D42A27DB-BD31-4B8C-83A1-F6EECF244321}">
                <p14:modId xmlns:p14="http://schemas.microsoft.com/office/powerpoint/2010/main" val="1025376408"/>
              </p:ext>
            </p:extLst>
          </p:nvPr>
        </p:nvGraphicFramePr>
        <p:xfrm>
          <a:off x="633249" y="870743"/>
          <a:ext cx="9144000" cy="129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p:cNvSpPr/>
          <p:nvPr/>
        </p:nvSpPr>
        <p:spPr>
          <a:xfrm>
            <a:off x="633249" y="2286000"/>
            <a:ext cx="7901151" cy="3416320"/>
          </a:xfrm>
          <a:prstGeom prst="rect">
            <a:avLst/>
          </a:prstGeom>
        </p:spPr>
        <p:txBody>
          <a:bodyPr wrap="square">
            <a:spAutoFit/>
          </a:bodyPr>
          <a:lstStyle/>
          <a:p>
            <a:r>
              <a:rPr lang="en-US" b="1" dirty="0">
                <a:latin typeface="Arial" panose="020B0604020202020204" pitchFamily="34" charset="0"/>
                <a:ea typeface="Arial Unicode MS" pitchFamily="34" charset="-128"/>
                <a:cs typeface="Arial" pitchFamily="34" charset="0"/>
              </a:rPr>
              <a:t>Creating a Survey</a:t>
            </a:r>
          </a:p>
          <a:p>
            <a:pPr marL="285750" lvl="0" indent="-285750">
              <a:buFont typeface="Arial" panose="020B0604020202020204" pitchFamily="34" charset="0"/>
              <a:buChar char="•"/>
            </a:pPr>
            <a:endParaRPr lang="en-US" dirty="0">
              <a:latin typeface="Arial" pitchFamily="34" charset="0"/>
              <a:ea typeface="Arial Unicode MS" pitchFamily="34" charset="-128"/>
              <a:cs typeface="Arial" pitchFamily="34" charset="0"/>
            </a:endParaRPr>
          </a:p>
          <a:p>
            <a:pPr marL="285750" lvl="0" indent="-285750">
              <a:buFont typeface="Arial" panose="020B0604020202020204" pitchFamily="34" charset="0"/>
              <a:buChar char="•"/>
            </a:pPr>
            <a:r>
              <a:rPr lang="en-US" dirty="0">
                <a:latin typeface="Arial" panose="020B0604020202020204" pitchFamily="34" charset="0"/>
                <a:cs typeface="Arial" panose="020B0604020202020204" pitchFamily="34" charset="0"/>
              </a:rPr>
              <a:t>Surveys are created via the Survey tab online</a:t>
            </a:r>
          </a:p>
          <a:p>
            <a:pPr marL="285750" lvl="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dirty="0">
                <a:latin typeface="Arial" panose="020B0604020202020204" pitchFamily="34" charset="0"/>
                <a:cs typeface="Arial" panose="020B0604020202020204" pitchFamily="34" charset="0"/>
              </a:rPr>
              <a:t>When a user creates a Survey, basic parameters are defined</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Select if Survey is one-time or recurring</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Survey Name, Start Date, and End date are all required</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Select the channels for Survey deployment</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Define Assignment Rules – how the survey is assigned to end users</a:t>
            </a:r>
          </a:p>
          <a:p>
            <a:pPr marL="1200150" lvl="2" indent="-285750">
              <a:buFont typeface="Arial" panose="020B0604020202020204" pitchFamily="34" charset="0"/>
              <a:buChar char="•"/>
            </a:pPr>
            <a:r>
              <a:rPr lang="en-US" dirty="0">
                <a:latin typeface="Arial" panose="020B0604020202020204" pitchFamily="34" charset="0"/>
                <a:cs typeface="Arial" panose="020B0604020202020204" pitchFamily="34" charset="0"/>
              </a:rPr>
              <a:t>Territory only – System assigns a user based on territory</a:t>
            </a:r>
          </a:p>
          <a:p>
            <a:pPr marL="1200150" lvl="2" indent="-285750">
              <a:buFont typeface="Arial" panose="020B0604020202020204" pitchFamily="34" charset="0"/>
              <a:buChar char="•"/>
            </a:pPr>
            <a:r>
              <a:rPr lang="en-US" dirty="0">
                <a:latin typeface="Arial" panose="020B0604020202020204" pitchFamily="34" charset="0"/>
                <a:cs typeface="Arial" panose="020B0604020202020204" pitchFamily="34" charset="0"/>
              </a:rPr>
              <a:t>Product &amp; Territory – System assigns a user based on territory and product</a:t>
            </a:r>
            <a:endParaRPr lang="en-US" dirty="0">
              <a:latin typeface="Arial" pitchFamily="34" charset="0"/>
              <a:ea typeface="Arial Unicode MS" pitchFamily="34" charset="-128"/>
              <a:cs typeface="Arial" pitchFamily="34" charset="0"/>
            </a:endParaRPr>
          </a:p>
        </p:txBody>
      </p:sp>
    </p:spTree>
    <p:extLst>
      <p:ext uri="{BB962C8B-B14F-4D97-AF65-F5344CB8AC3E}">
        <p14:creationId xmlns:p14="http://schemas.microsoft.com/office/powerpoint/2010/main" val="373734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12</a:t>
            </a:fld>
            <a:endParaRPr lang="en-US"/>
          </a:p>
        </p:txBody>
      </p:sp>
      <p:sp>
        <p:nvSpPr>
          <p:cNvPr id="8" name="Title 2"/>
          <p:cNvSpPr>
            <a:spLocks noGrp="1"/>
          </p:cNvSpPr>
          <p:nvPr>
            <p:ph type="title" idx="4294967295"/>
          </p:nvPr>
        </p:nvSpPr>
        <p:spPr>
          <a:xfrm>
            <a:off x="655020" y="427355"/>
            <a:ext cx="9190037" cy="479425"/>
          </a:xfrm>
        </p:spPr>
        <p:txBody>
          <a:bodyPr/>
          <a:lstStyle/>
          <a:p>
            <a:r>
              <a:rPr lang="en-US" sz="1700" dirty="0"/>
              <a:t>VEEVA Survey Life Cycle ... 2</a:t>
            </a:r>
          </a:p>
        </p:txBody>
      </p:sp>
      <p:pic>
        <p:nvPicPr>
          <p:cNvPr id="1026" name="Picture 2"/>
          <p:cNvPicPr>
            <a:picLocks noChangeAspect="1" noChangeArrowheads="1"/>
          </p:cNvPicPr>
          <p:nvPr/>
        </p:nvPicPr>
        <p:blipFill>
          <a:blip r:embed="rId2"/>
          <a:srcRect/>
          <a:stretch>
            <a:fillRect/>
          </a:stretch>
        </p:blipFill>
        <p:spPr bwMode="auto">
          <a:xfrm>
            <a:off x="1440037" y="1657350"/>
            <a:ext cx="7620001" cy="4286250"/>
          </a:xfrm>
          <a:prstGeom prst="rect">
            <a:avLst/>
          </a:prstGeom>
          <a:noFill/>
          <a:ln w="9525">
            <a:noFill/>
            <a:miter lim="800000"/>
            <a:headEnd/>
            <a:tailEnd/>
          </a:ln>
          <a:effectLst/>
        </p:spPr>
      </p:pic>
      <p:sp>
        <p:nvSpPr>
          <p:cNvPr id="7" name="TextBox 6"/>
          <p:cNvSpPr txBox="1"/>
          <p:nvPr/>
        </p:nvSpPr>
        <p:spPr>
          <a:xfrm>
            <a:off x="841955" y="967978"/>
            <a:ext cx="5765602" cy="369332"/>
          </a:xfrm>
          <a:prstGeom prst="rect">
            <a:avLst/>
          </a:prstGeom>
          <a:noFill/>
        </p:spPr>
        <p:txBody>
          <a:bodyPr wrap="square" rtlCol="0">
            <a:spAutoFit/>
          </a:bodyPr>
          <a:lstStyle/>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Creation of a New Survey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graphicFrame>
        <p:nvGraphicFramePr>
          <p:cNvPr id="9" name="Diagram 8"/>
          <p:cNvGraphicFramePr/>
          <p:nvPr>
            <p:extLst>
              <p:ext uri="{D42A27DB-BD31-4B8C-83A1-F6EECF244321}">
                <p14:modId xmlns:p14="http://schemas.microsoft.com/office/powerpoint/2010/main" val="2623111339"/>
              </p:ext>
            </p:extLst>
          </p:nvPr>
        </p:nvGraphicFramePr>
        <p:xfrm>
          <a:off x="633249" y="603068"/>
          <a:ext cx="10363200"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2"/>
          <p:cNvSpPr txBox="1">
            <a:spLocks/>
          </p:cNvSpPr>
          <p:nvPr/>
        </p:nvSpPr>
        <p:spPr>
          <a:xfrm>
            <a:off x="3079850" y="2275"/>
            <a:ext cx="9143995" cy="478971"/>
          </a:xfrm>
          <a:prstGeom prst="rect">
            <a:avLst/>
          </a:prstGeom>
        </p:spPr>
        <p:txBody>
          <a:bodyPr vert="horz" lIns="91440" tIns="45720" rIns="91440" bIns="45720" rtlCol="0" anchor="ctr">
            <a:noAutofit/>
          </a:bodyPr>
          <a:lst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a:lstStyle>
          <a:p>
            <a:r>
              <a:rPr lang="en-US" sz="1700" dirty="0"/>
              <a:t>VEEVA Survey Life Cycle ... 3</a:t>
            </a:r>
          </a:p>
        </p:txBody>
      </p:sp>
    </p:spTree>
    <p:extLst>
      <p:ext uri="{BB962C8B-B14F-4D97-AF65-F5344CB8AC3E}">
        <p14:creationId xmlns:p14="http://schemas.microsoft.com/office/powerpoint/2010/main" val="905350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14</a:t>
            </a:fld>
            <a:endParaRPr lang="en-US"/>
          </a:p>
        </p:txBody>
      </p:sp>
      <p:sp>
        <p:nvSpPr>
          <p:cNvPr id="2" name="Title 1"/>
          <p:cNvSpPr>
            <a:spLocks noGrp="1"/>
          </p:cNvSpPr>
          <p:nvPr>
            <p:ph type="title" idx="4294967295"/>
          </p:nvPr>
        </p:nvSpPr>
        <p:spPr>
          <a:xfrm>
            <a:off x="304800" y="315913"/>
            <a:ext cx="10807700" cy="369887"/>
          </a:xfrm>
        </p:spPr>
        <p:txBody>
          <a:bodyPr vert="horz" lIns="91440" tIns="45720" rIns="91440" bIns="45720" rtlCol="0" anchor="ctr">
            <a:noAutofit/>
          </a:bodyPr>
          <a:lstStyle/>
          <a:p>
            <a:r>
              <a:rPr lang="en-US" sz="1700" dirty="0"/>
              <a:t>VEEVA Survey Life Cycle ... 4</a:t>
            </a:r>
          </a:p>
        </p:txBody>
      </p:sp>
      <p:pic>
        <p:nvPicPr>
          <p:cNvPr id="2050" name="Picture 2"/>
          <p:cNvPicPr>
            <a:picLocks noChangeAspect="1" noChangeArrowheads="1"/>
          </p:cNvPicPr>
          <p:nvPr/>
        </p:nvPicPr>
        <p:blipFill>
          <a:blip r:embed="rId2"/>
          <a:srcRect/>
          <a:stretch>
            <a:fillRect/>
          </a:stretch>
        </p:blipFill>
        <p:spPr bwMode="auto">
          <a:xfrm>
            <a:off x="1752601" y="838200"/>
            <a:ext cx="5705475" cy="2438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5181600" y="3276600"/>
            <a:ext cx="5029200" cy="2514600"/>
          </a:xfrm>
          <a:prstGeom prst="rect">
            <a:avLst/>
          </a:prstGeom>
          <a:noFill/>
          <a:ln w="9525">
            <a:noFill/>
            <a:miter lim="800000"/>
            <a:headEnd/>
            <a:tailEnd/>
          </a:ln>
          <a:effectLst/>
        </p:spPr>
      </p:pic>
      <p:sp>
        <p:nvSpPr>
          <p:cNvPr id="10" name="Rectangle 9"/>
          <p:cNvSpPr/>
          <p:nvPr/>
        </p:nvSpPr>
        <p:spPr>
          <a:xfrm>
            <a:off x="1828801" y="3505200"/>
            <a:ext cx="3005951" cy="369332"/>
          </a:xfrm>
          <a:prstGeom prst="rect">
            <a:avLst/>
          </a:prstGeom>
        </p:spPr>
        <p:txBody>
          <a:bodyPr wrap="none">
            <a:spAutoFit/>
          </a:bodyPr>
          <a:lstStyle/>
          <a:p>
            <a:r>
              <a:rPr lang="en-US" b="1" dirty="0">
                <a:latin typeface="Arial" pitchFamily="34" charset="0"/>
                <a:cs typeface="Arial" pitchFamily="34" charset="0"/>
              </a:rPr>
              <a:t>Adding Survey Questions</a:t>
            </a:r>
          </a:p>
        </p:txBody>
      </p:sp>
      <p:sp>
        <p:nvSpPr>
          <p:cNvPr id="11" name="TextBox 10"/>
          <p:cNvSpPr txBox="1"/>
          <p:nvPr/>
        </p:nvSpPr>
        <p:spPr>
          <a:xfrm>
            <a:off x="6553200" y="5943600"/>
            <a:ext cx="2693879" cy="369332"/>
          </a:xfrm>
          <a:prstGeom prst="rect">
            <a:avLst/>
          </a:prstGeom>
          <a:noFill/>
        </p:spPr>
        <p:txBody>
          <a:bodyPr wrap="none" rtlCol="0">
            <a:spAutoFit/>
          </a:bodyPr>
          <a:lstStyle/>
          <a:p>
            <a:r>
              <a:rPr lang="en-US" b="1" dirty="0">
                <a:latin typeface="Arial" pitchFamily="34" charset="0"/>
                <a:cs typeface="Arial" pitchFamily="34" charset="0"/>
              </a:rPr>
              <a:t>Adding Survey Targets</a:t>
            </a:r>
          </a:p>
        </p:txBody>
      </p:sp>
    </p:spTree>
    <p:extLst>
      <p:ext uri="{BB962C8B-B14F-4D97-AF65-F5344CB8AC3E}">
        <p14:creationId xmlns:p14="http://schemas.microsoft.com/office/powerpoint/2010/main" val="1849835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15</a:t>
            </a:fld>
            <a:endParaRPr lang="en-US"/>
          </a:p>
        </p:txBody>
      </p:sp>
      <p:sp>
        <p:nvSpPr>
          <p:cNvPr id="2" name="Title 1"/>
          <p:cNvSpPr>
            <a:spLocks noGrp="1"/>
          </p:cNvSpPr>
          <p:nvPr>
            <p:ph type="title" idx="4294967295"/>
          </p:nvPr>
        </p:nvSpPr>
        <p:spPr>
          <a:xfrm>
            <a:off x="692150" y="609600"/>
            <a:ext cx="10807700" cy="369887"/>
          </a:xfrm>
        </p:spPr>
        <p:txBody>
          <a:bodyPr vert="horz" lIns="91440" tIns="45720" rIns="91440" bIns="45720" rtlCol="0" anchor="ctr">
            <a:noAutofit/>
          </a:bodyPr>
          <a:lstStyle/>
          <a:p>
            <a:r>
              <a:rPr lang="en-US" sz="1700" dirty="0"/>
              <a:t>VEEVA Survey Life Cycle ... 5</a:t>
            </a:r>
          </a:p>
        </p:txBody>
      </p:sp>
      <p:sp>
        <p:nvSpPr>
          <p:cNvPr id="7" name="TextBox 6"/>
          <p:cNvSpPr txBox="1"/>
          <p:nvPr/>
        </p:nvSpPr>
        <p:spPr>
          <a:xfrm>
            <a:off x="809298" y="1447800"/>
            <a:ext cx="8791902" cy="4339650"/>
          </a:xfrm>
          <a:prstGeom prst="rect">
            <a:avLst/>
          </a:prstGeom>
          <a:noFill/>
        </p:spPr>
        <p:txBody>
          <a:bodyPr wrap="square" rtlCol="0">
            <a:spAutoFit/>
          </a:bodyPr>
          <a:lstStyle/>
          <a:p>
            <a:r>
              <a:rPr lang="en-US" sz="2000" b="1" dirty="0">
                <a:latin typeface="Arial" pitchFamily="34" charset="0"/>
                <a:cs typeface="Arial" pitchFamily="34" charset="0"/>
              </a:rPr>
              <a:t>Publishing a</a:t>
            </a:r>
            <a:r>
              <a:rPr lang="en-US" sz="2000" dirty="0">
                <a:latin typeface="Arial" pitchFamily="34" charset="0"/>
                <a:cs typeface="Arial" pitchFamily="34" charset="0"/>
              </a:rPr>
              <a:t> </a:t>
            </a:r>
            <a:r>
              <a:rPr lang="en-US" sz="2000" b="1" dirty="0">
                <a:latin typeface="Arial" pitchFamily="34" charset="0"/>
                <a:cs typeface="Arial" pitchFamily="34" charset="0"/>
              </a:rPr>
              <a:t>Survey</a:t>
            </a:r>
          </a:p>
          <a:p>
            <a:endParaRPr lang="en-US" b="1"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Publishing is the process of pushing a Survey out to the field to be completed by end users</a:t>
            </a:r>
          </a:p>
          <a:p>
            <a:pPr marL="285750" indent="-285750">
              <a:buFont typeface="Arial" pitchFamily="34" charset="0"/>
              <a:buChar char="•"/>
            </a:pPr>
            <a:endParaRPr lang="en-US"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Publishing locks the Survey so edits to Survey properties and questions is no longer possible</a:t>
            </a:r>
          </a:p>
          <a:p>
            <a:pPr marL="285750" indent="-285750">
              <a:buFont typeface="Arial" pitchFamily="34" charset="0"/>
              <a:buChar char="•"/>
            </a:pPr>
            <a:endParaRPr lang="en-US"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During publish, Survey Target records are assigned to users based on Assignment Rules</a:t>
            </a:r>
          </a:p>
          <a:p>
            <a:pPr marL="285750" indent="-285750"/>
            <a:endParaRPr lang="en-US" sz="2000" dirty="0">
              <a:latin typeface="Arial" pitchFamily="34" charset="0"/>
              <a:cs typeface="Arial" pitchFamily="34" charset="0"/>
            </a:endParaRPr>
          </a:p>
          <a:p>
            <a:r>
              <a:rPr lang="en-US" sz="2000" b="1" dirty="0">
                <a:latin typeface="Arial" pitchFamily="34" charset="0"/>
                <a:cs typeface="Arial" pitchFamily="34" charset="0"/>
              </a:rPr>
              <a:t>End User Survey Execution</a:t>
            </a:r>
          </a:p>
          <a:p>
            <a:pPr marL="285750" indent="-285750">
              <a:buFont typeface="Arial" pitchFamily="34" charset="0"/>
              <a:buChar char="•"/>
            </a:pPr>
            <a:endParaRPr lang="en-US"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End users execute a survey for an account, they are completing and submitting a Survey Target record</a:t>
            </a:r>
          </a:p>
        </p:txBody>
      </p:sp>
    </p:spTree>
    <p:extLst>
      <p:ext uri="{BB962C8B-B14F-4D97-AF65-F5344CB8AC3E}">
        <p14:creationId xmlns:p14="http://schemas.microsoft.com/office/powerpoint/2010/main" val="734009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16</a:t>
            </a:fld>
            <a:endParaRPr lang="en-US"/>
          </a:p>
        </p:txBody>
      </p:sp>
      <p:sp>
        <p:nvSpPr>
          <p:cNvPr id="2" name="Title 1"/>
          <p:cNvSpPr>
            <a:spLocks noGrp="1"/>
          </p:cNvSpPr>
          <p:nvPr>
            <p:ph type="title" idx="4294967295"/>
          </p:nvPr>
        </p:nvSpPr>
        <p:spPr>
          <a:xfrm>
            <a:off x="633249" y="609600"/>
            <a:ext cx="10807700" cy="369887"/>
          </a:xfrm>
        </p:spPr>
        <p:txBody>
          <a:bodyPr vert="horz" lIns="91440" tIns="45720" rIns="91440" bIns="45720" rtlCol="0" anchor="ctr">
            <a:noAutofit/>
          </a:bodyPr>
          <a:lstStyle/>
          <a:p>
            <a:r>
              <a:rPr lang="en-US" sz="1700" dirty="0"/>
              <a:t>VEEVA </a:t>
            </a:r>
            <a:r>
              <a:rPr sz="1700" dirty="0"/>
              <a:t>Survey Life Cycle ... 6</a:t>
            </a:r>
            <a:endParaRPr lang="en-US" sz="1700" dirty="0"/>
          </a:p>
        </p:txBody>
      </p:sp>
      <p:sp>
        <p:nvSpPr>
          <p:cNvPr id="7" name="TextBox 6"/>
          <p:cNvSpPr txBox="1"/>
          <p:nvPr/>
        </p:nvSpPr>
        <p:spPr>
          <a:xfrm>
            <a:off x="633249" y="1295400"/>
            <a:ext cx="9064012" cy="3785652"/>
          </a:xfrm>
          <a:prstGeom prst="rect">
            <a:avLst/>
          </a:prstGeom>
          <a:noFill/>
        </p:spPr>
        <p:txBody>
          <a:bodyPr wrap="square" rtlCol="0">
            <a:spAutoFit/>
          </a:bodyPr>
          <a:lstStyle/>
          <a:p>
            <a:r>
              <a:rPr lang="en-US" sz="2000" b="1" dirty="0">
                <a:latin typeface="Arial" pitchFamily="34" charset="0"/>
                <a:cs typeface="Arial" pitchFamily="34" charset="0"/>
              </a:rPr>
              <a:t>Monitoring Survey Results</a:t>
            </a:r>
          </a:p>
          <a:p>
            <a:pPr marL="285750" indent="-285750">
              <a:buFont typeface="Arial" pitchFamily="34" charset="0"/>
              <a:buChar char="•"/>
            </a:pPr>
            <a:endParaRPr lang="en-US"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After survey submission Pick-list, radio, and multi-select questions display tables showing the percentage of responses for each answer choice</a:t>
            </a:r>
          </a:p>
          <a:p>
            <a:pPr marL="285750" indent="-285750">
              <a:buFont typeface="Arial" pitchFamily="34" charset="0"/>
              <a:buChar char="•"/>
            </a:pPr>
            <a:endParaRPr lang="en-US" dirty="0">
              <a:latin typeface="Arial" pitchFamily="34" charset="0"/>
              <a:cs typeface="Arial" pitchFamily="34" charset="0"/>
            </a:endParaRPr>
          </a:p>
          <a:p>
            <a:pPr marL="285750" indent="-285750">
              <a:buFont typeface="Arial" pitchFamily="34" charset="0"/>
              <a:buChar char="•"/>
            </a:pPr>
            <a:r>
              <a:rPr lang="en-US" dirty="0">
                <a:latin typeface="Arial" pitchFamily="34" charset="0"/>
                <a:cs typeface="Arial" pitchFamily="34" charset="0"/>
              </a:rPr>
              <a:t>Other question types display a count of the number of responses collected</a:t>
            </a:r>
          </a:p>
          <a:p>
            <a:endParaRPr lang="en-US" sz="2000" b="1" dirty="0">
              <a:latin typeface="Arial" pitchFamily="34" charset="0"/>
              <a:cs typeface="Arial" pitchFamily="34" charset="0"/>
            </a:endParaRPr>
          </a:p>
          <a:p>
            <a:r>
              <a:rPr lang="en-US" sz="2000" b="1" dirty="0">
                <a:latin typeface="Arial" pitchFamily="34" charset="0"/>
                <a:cs typeface="Arial" pitchFamily="34" charset="0"/>
              </a:rPr>
              <a:t>Retiring a Survey</a:t>
            </a:r>
          </a:p>
          <a:p>
            <a:r>
              <a:rPr lang="en-US" dirty="0">
                <a:latin typeface="Arial" pitchFamily="34" charset="0"/>
                <a:cs typeface="Arial" pitchFamily="34" charset="0"/>
              </a:rPr>
              <a:t>  </a:t>
            </a:r>
          </a:p>
          <a:p>
            <a:pPr marL="285750" indent="-285750">
              <a:buFont typeface="Arial" panose="020B0604020202020204" pitchFamily="34" charset="0"/>
              <a:buChar char="•"/>
            </a:pPr>
            <a:r>
              <a:rPr lang="en-US" dirty="0">
                <a:latin typeface="Arial" pitchFamily="34" charset="0"/>
                <a:cs typeface="Arial" pitchFamily="34" charset="0"/>
              </a:rPr>
              <a:t>Once a Survey has passed its end date, an expired flag is set on the Survey record</a:t>
            </a:r>
          </a:p>
          <a:p>
            <a:pPr marL="285750"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Survey Target records cannot be answered by end users after the end date has passed</a:t>
            </a:r>
          </a:p>
        </p:txBody>
      </p:sp>
    </p:spTree>
    <p:extLst>
      <p:ext uri="{BB962C8B-B14F-4D97-AF65-F5344CB8AC3E}">
        <p14:creationId xmlns:p14="http://schemas.microsoft.com/office/powerpoint/2010/main" val="3559431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99D8CE83-F366-5534-4748-2DF0F09E11C1}"/>
              </a:ext>
            </a:extLst>
          </p:cNvPr>
          <p:cNvSpPr>
            <a:spLocks noGrp="1"/>
          </p:cNvSpPr>
          <p:nvPr>
            <p:ph type="ctrTitle"/>
          </p:nvPr>
        </p:nvSpPr>
        <p:spPr>
          <a:xfrm>
            <a:off x="1042416" y="2105095"/>
            <a:ext cx="4215384" cy="1828469"/>
          </a:xfrm>
        </p:spPr>
        <p:txBody>
          <a:bodyPr/>
          <a:lstStyle/>
          <a:p>
            <a:r>
              <a:rPr lang="en-US" sz="3600" b="1" dirty="0">
                <a:solidFill>
                  <a:schemeClr val="tx1"/>
                </a:solidFill>
                <a:latin typeface="Arial" panose="020B0604020202020204" pitchFamily="34" charset="0"/>
                <a:cs typeface="Arial" panose="020B0604020202020204" pitchFamily="34" charset="0"/>
              </a:rPr>
              <a:t>Survey Management</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57563D48-7475-25DF-C805-ADD52A4FED50}"/>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51075A2B-4900-7805-0EF3-6D0F19B80F04}"/>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17</a:t>
            </a:fld>
            <a:endParaRPr lang="en-US"/>
          </a:p>
        </p:txBody>
      </p:sp>
      <p:sp>
        <p:nvSpPr>
          <p:cNvPr id="6" name="Rectangle 5"/>
          <p:cNvSpPr/>
          <p:nvPr/>
        </p:nvSpPr>
        <p:spPr>
          <a:xfrm>
            <a:off x="533401" y="5341258"/>
            <a:ext cx="8001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8012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18</a:t>
            </a:fld>
            <a:endParaRPr lang="en-US"/>
          </a:p>
        </p:txBody>
      </p:sp>
      <p:sp>
        <p:nvSpPr>
          <p:cNvPr id="2" name="Title 1"/>
          <p:cNvSpPr>
            <a:spLocks noGrp="1"/>
          </p:cNvSpPr>
          <p:nvPr>
            <p:ph type="title" idx="4294967295"/>
          </p:nvPr>
        </p:nvSpPr>
        <p:spPr>
          <a:xfrm>
            <a:off x="700617" y="557989"/>
            <a:ext cx="10807700" cy="369887"/>
          </a:xfrm>
        </p:spPr>
        <p:txBody>
          <a:bodyPr vert="horz" lIns="91440" tIns="45720" rIns="91440" bIns="45720" rtlCol="0" anchor="ctr">
            <a:noAutofit/>
          </a:bodyPr>
          <a:lstStyle/>
          <a:p>
            <a:r>
              <a:rPr sz="1700" dirty="0"/>
              <a:t>Survey Management ... 1</a:t>
            </a:r>
            <a:endParaRPr lang="en-US" sz="1700" dirty="0"/>
          </a:p>
        </p:txBody>
      </p:sp>
      <p:graphicFrame>
        <p:nvGraphicFramePr>
          <p:cNvPr id="7" name="Diagram 6"/>
          <p:cNvGraphicFramePr/>
          <p:nvPr>
            <p:extLst>
              <p:ext uri="{D42A27DB-BD31-4B8C-83A1-F6EECF244321}">
                <p14:modId xmlns:p14="http://schemas.microsoft.com/office/powerpoint/2010/main" val="1880544073"/>
              </p:ext>
            </p:extLst>
          </p:nvPr>
        </p:nvGraphicFramePr>
        <p:xfrm>
          <a:off x="1371600" y="1157111"/>
          <a:ext cx="8551333" cy="57008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776641" y="1157111"/>
            <a:ext cx="874835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cs typeface="Arial" pitchFamily="34" charset="0"/>
              </a:rPr>
              <a:t>The Survey Management Page is the place which helps editing the contents of an individual Survey, as well as viewing results after a Survey is published</a:t>
            </a:r>
          </a:p>
        </p:txBody>
      </p:sp>
    </p:spTree>
    <p:extLst>
      <p:ext uri="{BB962C8B-B14F-4D97-AF65-F5344CB8AC3E}">
        <p14:creationId xmlns:p14="http://schemas.microsoft.com/office/powerpoint/2010/main" val="1101374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19</a:t>
            </a:fld>
            <a:endParaRPr lang="en-US"/>
          </a:p>
        </p:txBody>
      </p:sp>
      <p:sp>
        <p:nvSpPr>
          <p:cNvPr id="2" name="Title 1"/>
          <p:cNvSpPr>
            <a:spLocks noGrp="1"/>
          </p:cNvSpPr>
          <p:nvPr>
            <p:ph type="title" idx="4294967295"/>
          </p:nvPr>
        </p:nvSpPr>
        <p:spPr>
          <a:xfrm>
            <a:off x="457201" y="304800"/>
            <a:ext cx="10807700" cy="369887"/>
          </a:xfrm>
        </p:spPr>
        <p:txBody>
          <a:bodyPr vert="horz" lIns="91440" tIns="45720" rIns="91440" bIns="45720" rtlCol="0" anchor="ctr">
            <a:noAutofit/>
          </a:bodyPr>
          <a:lstStyle/>
          <a:p>
            <a:r>
              <a:rPr lang="en-US" sz="1700" dirty="0"/>
              <a:t>Survey Management ... 2</a:t>
            </a:r>
          </a:p>
        </p:txBody>
      </p:sp>
      <p:sp>
        <p:nvSpPr>
          <p:cNvPr id="6" name="TextBox 5"/>
          <p:cNvSpPr txBox="1"/>
          <p:nvPr/>
        </p:nvSpPr>
        <p:spPr>
          <a:xfrm>
            <a:off x="457201" y="884872"/>
            <a:ext cx="8762999"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itchFamily="34" charset="0"/>
                <a:cs typeface="Arial" pitchFamily="34" charset="0"/>
              </a:rPr>
              <a:t>The Question, Segments, and Targets sections are rendered on the page layout based on the presence of </a:t>
            </a:r>
            <a:r>
              <a:rPr lang="en-US" b="1" dirty="0" err="1">
                <a:latin typeface="Arial" pitchFamily="34" charset="0"/>
                <a:cs typeface="Arial" pitchFamily="34" charset="0"/>
              </a:rPr>
              <a:t>zvod</a:t>
            </a:r>
            <a:r>
              <a:rPr lang="en-US" dirty="0">
                <a:latin typeface="Arial" pitchFamily="34" charset="0"/>
                <a:cs typeface="Arial" pitchFamily="34" charset="0"/>
              </a:rPr>
              <a:t> marker fields</a:t>
            </a:r>
          </a:p>
          <a:p>
            <a:pPr marL="285750"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These individual fields can be added or removed from the page to determine which sections are available to the user</a:t>
            </a:r>
            <a:endParaRPr lang="en-US" sz="1600" dirty="0"/>
          </a:p>
        </p:txBody>
      </p:sp>
      <p:graphicFrame>
        <p:nvGraphicFramePr>
          <p:cNvPr id="7" name="Diagram 6"/>
          <p:cNvGraphicFramePr/>
          <p:nvPr>
            <p:extLst>
              <p:ext uri="{D42A27DB-BD31-4B8C-83A1-F6EECF244321}">
                <p14:modId xmlns:p14="http://schemas.microsoft.com/office/powerpoint/2010/main" val="1915708502"/>
              </p:ext>
            </p:extLst>
          </p:nvPr>
        </p:nvGraphicFramePr>
        <p:xfrm>
          <a:off x="1082204" y="2231571"/>
          <a:ext cx="8382001"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20</a:t>
            </a:fld>
            <a:endParaRPr lang="en-US"/>
          </a:p>
        </p:txBody>
      </p:sp>
      <p:sp>
        <p:nvSpPr>
          <p:cNvPr id="2" name="Title 1"/>
          <p:cNvSpPr>
            <a:spLocks noGrp="1"/>
          </p:cNvSpPr>
          <p:nvPr>
            <p:ph type="title" idx="4294967295"/>
          </p:nvPr>
        </p:nvSpPr>
        <p:spPr>
          <a:xfrm>
            <a:off x="457201" y="327207"/>
            <a:ext cx="10807700" cy="369887"/>
          </a:xfrm>
        </p:spPr>
        <p:txBody>
          <a:bodyPr vert="horz" lIns="91440" tIns="45720" rIns="91440" bIns="45720" rtlCol="0" anchor="ctr">
            <a:noAutofit/>
          </a:bodyPr>
          <a:lstStyle/>
          <a:p>
            <a:r>
              <a:rPr lang="en-US" sz="1700" dirty="0"/>
              <a:t>Survey Management ... 3</a:t>
            </a:r>
          </a:p>
        </p:txBody>
      </p:sp>
      <p:graphicFrame>
        <p:nvGraphicFramePr>
          <p:cNvPr id="8" name="Diagram 7"/>
          <p:cNvGraphicFramePr/>
          <p:nvPr>
            <p:extLst>
              <p:ext uri="{D42A27DB-BD31-4B8C-83A1-F6EECF244321}">
                <p14:modId xmlns:p14="http://schemas.microsoft.com/office/powerpoint/2010/main" val="1016908552"/>
              </p:ext>
            </p:extLst>
          </p:nvPr>
        </p:nvGraphicFramePr>
        <p:xfrm>
          <a:off x="228600" y="697094"/>
          <a:ext cx="9448799" cy="5700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5682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2" name="Slide Number Placeholder 1"/>
          <p:cNvSpPr>
            <a:spLocks noGrp="1"/>
          </p:cNvSpPr>
          <p:nvPr>
            <p:ph type="sldNum" sz="quarter" idx="12"/>
          </p:nvPr>
        </p:nvSpPr>
        <p:spPr/>
        <p:txBody>
          <a:bodyPr/>
          <a:lstStyle/>
          <a:p>
            <a:fld id="{E7AF38FF-B38D-4060-8B8D-2D16AAFBAAC1}" type="slidenum">
              <a:rPr lang="en-US" smtClean="0"/>
              <a:pPr/>
              <a:t>21</a:t>
            </a:fld>
            <a:endParaRPr lang="en-US"/>
          </a:p>
        </p:txBody>
      </p:sp>
      <p:sp>
        <p:nvSpPr>
          <p:cNvPr id="3" name="Title 2"/>
          <p:cNvSpPr>
            <a:spLocks noGrp="1"/>
          </p:cNvSpPr>
          <p:nvPr>
            <p:ph type="title" idx="4294967295"/>
          </p:nvPr>
        </p:nvSpPr>
        <p:spPr>
          <a:xfrm>
            <a:off x="489858" y="381000"/>
            <a:ext cx="10807700" cy="369887"/>
          </a:xfrm>
        </p:spPr>
        <p:txBody>
          <a:bodyPr vert="horz" lIns="91440" tIns="45720" rIns="91440" bIns="45720" rtlCol="0" anchor="ctr">
            <a:noAutofit/>
          </a:bodyPr>
          <a:lstStyle/>
          <a:p>
            <a:r>
              <a:rPr lang="en-US" sz="1700" dirty="0"/>
              <a:t>Survey Management ... 4</a:t>
            </a:r>
          </a:p>
        </p:txBody>
      </p:sp>
      <p:graphicFrame>
        <p:nvGraphicFramePr>
          <p:cNvPr id="7" name="Diagram 6"/>
          <p:cNvGraphicFramePr/>
          <p:nvPr>
            <p:extLst>
              <p:ext uri="{D42A27DB-BD31-4B8C-83A1-F6EECF244321}">
                <p14:modId xmlns:p14="http://schemas.microsoft.com/office/powerpoint/2010/main" val="4021285855"/>
              </p:ext>
            </p:extLst>
          </p:nvPr>
        </p:nvGraphicFramePr>
        <p:xfrm>
          <a:off x="1295400" y="786997"/>
          <a:ext cx="7010399" cy="5700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025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22</a:t>
            </a:fld>
            <a:endParaRPr lang="en-US"/>
          </a:p>
        </p:txBody>
      </p:sp>
      <p:sp>
        <p:nvSpPr>
          <p:cNvPr id="2" name="Title 1"/>
          <p:cNvSpPr>
            <a:spLocks noGrp="1"/>
          </p:cNvSpPr>
          <p:nvPr>
            <p:ph type="title" idx="4294967295"/>
          </p:nvPr>
        </p:nvSpPr>
        <p:spPr>
          <a:xfrm>
            <a:off x="566057" y="413395"/>
            <a:ext cx="10807700" cy="369887"/>
          </a:xfrm>
        </p:spPr>
        <p:txBody>
          <a:bodyPr vert="horz" lIns="91440" tIns="45720" rIns="91440" bIns="45720" rtlCol="0" anchor="ctr">
            <a:noAutofit/>
          </a:bodyPr>
          <a:lstStyle/>
          <a:p>
            <a:r>
              <a:rPr lang="en-US" sz="1700" dirty="0"/>
              <a:t>Survey Management ... 5</a:t>
            </a:r>
          </a:p>
        </p:txBody>
      </p:sp>
      <p:sp>
        <p:nvSpPr>
          <p:cNvPr id="6" name="Rectangle 5"/>
          <p:cNvSpPr/>
          <p:nvPr/>
        </p:nvSpPr>
        <p:spPr>
          <a:xfrm>
            <a:off x="633249" y="1066800"/>
            <a:ext cx="8586951" cy="4678204"/>
          </a:xfrm>
          <a:prstGeom prst="rect">
            <a:avLst/>
          </a:prstGeom>
        </p:spPr>
        <p:txBody>
          <a:bodyPr wrap="square">
            <a:spAutoFit/>
          </a:bodyPr>
          <a:lstStyle/>
          <a:p>
            <a:pPr marL="285750" indent="-285750"/>
            <a:r>
              <a:rPr lang="en-US" b="1" dirty="0">
                <a:latin typeface="Arial" panose="020B0604020202020204" pitchFamily="34" charset="0"/>
                <a:cs typeface="Arial" panose="020B0604020202020204" pitchFamily="34" charset="0"/>
              </a:rPr>
              <a:t>Displaying Survey Score</a:t>
            </a:r>
          </a:p>
          <a:p>
            <a:pPr marL="285750" indent="-285750"/>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itchFamily="34" charset="0"/>
                <a:cs typeface="Arial" pitchFamily="34" charset="0"/>
              </a:rPr>
              <a:t>Surveys can be used to evaluate pharmacies according to various criteria</a:t>
            </a:r>
          </a:p>
          <a:p>
            <a:pPr marL="285750"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for example, meeting certain product placement parameters in a pharmacy, to identify next steps for maximizing the selling potential of the product</a:t>
            </a:r>
          </a:p>
          <a:p>
            <a:endParaRPr lang="en-US" b="1" dirty="0">
              <a:latin typeface="Arial" pitchFamily="34" charset="0"/>
              <a:cs typeface="Arial" pitchFamily="34" charset="0"/>
            </a:endParaRPr>
          </a:p>
          <a:p>
            <a:r>
              <a:rPr lang="en-US" b="1" dirty="0">
                <a:latin typeface="Arial" pitchFamily="34" charset="0"/>
                <a:cs typeface="Arial" pitchFamily="34" charset="0"/>
              </a:rPr>
              <a:t>Configuration</a:t>
            </a:r>
          </a:p>
          <a:p>
            <a:pPr marL="285750"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Grant admin users FLS edit permission to the following fields:</a:t>
            </a:r>
          </a:p>
          <a:p>
            <a:pPr marL="742950" lvl="1" indent="-285750">
              <a:buFont typeface="Arial" panose="020B0604020202020204" pitchFamily="34" charset="0"/>
              <a:buChar char="-"/>
            </a:pPr>
            <a:r>
              <a:rPr lang="en-US" sz="1600" b="1" dirty="0" err="1">
                <a:latin typeface="Arial" pitchFamily="34" charset="0"/>
                <a:cs typeface="Arial" pitchFamily="34" charset="0"/>
              </a:rPr>
              <a:t>Score_Display_vod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Survey_vod</a:t>
            </a:r>
            <a:r>
              <a:rPr lang="en-US" sz="1600" dirty="0">
                <a:latin typeface="Arial" pitchFamily="34" charset="0"/>
                <a:cs typeface="Arial" pitchFamily="34" charset="0"/>
              </a:rPr>
              <a:t> object</a:t>
            </a:r>
          </a:p>
          <a:p>
            <a:pPr marL="742950" lvl="1" indent="-285750">
              <a:buFont typeface="Arial" panose="020B0604020202020204" pitchFamily="34" charset="0"/>
              <a:buChar char="-"/>
            </a:pPr>
            <a:r>
              <a:rPr lang="en-US" sz="1600" b="1" dirty="0" err="1">
                <a:latin typeface="Arial" pitchFamily="34" charset="0"/>
                <a:cs typeface="Arial" pitchFamily="34" charset="0"/>
              </a:rPr>
              <a:t>Max_Score_vod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Survey_Question_vod</a:t>
            </a:r>
            <a:r>
              <a:rPr lang="en-US" sz="1600" dirty="0">
                <a:latin typeface="Arial" pitchFamily="34" charset="0"/>
                <a:cs typeface="Arial" pitchFamily="34" charset="0"/>
              </a:rPr>
              <a:t> object</a:t>
            </a:r>
          </a:p>
          <a:p>
            <a:pPr marL="742950" lvl="1" indent="-285750">
              <a:buFont typeface="Arial" panose="020B0604020202020204" pitchFamily="34" charset="0"/>
              <a:buChar char="-"/>
            </a:pPr>
            <a:r>
              <a:rPr lang="en-US" sz="1600" b="1" dirty="0" err="1">
                <a:latin typeface="Arial" pitchFamily="34" charset="0"/>
                <a:cs typeface="Arial" pitchFamily="34" charset="0"/>
              </a:rPr>
              <a:t>Score_vod</a:t>
            </a:r>
            <a:r>
              <a:rPr lang="en-US" sz="1600" b="1" dirty="0">
                <a:latin typeface="Arial" pitchFamily="34" charset="0"/>
                <a:cs typeface="Arial" pitchFamily="34" charset="0"/>
              </a:rPr>
              <a:t> field</a:t>
            </a:r>
            <a:r>
              <a:rPr lang="en-US" sz="1600" dirty="0">
                <a:latin typeface="Arial" pitchFamily="34" charset="0"/>
                <a:cs typeface="Arial" pitchFamily="34" charset="0"/>
              </a:rPr>
              <a:t> on the </a:t>
            </a:r>
            <a:r>
              <a:rPr lang="en-US" sz="1600" dirty="0" err="1">
                <a:latin typeface="Arial" pitchFamily="34" charset="0"/>
                <a:cs typeface="Arial" pitchFamily="34" charset="0"/>
              </a:rPr>
              <a:t>Question_Response_vod</a:t>
            </a:r>
            <a:r>
              <a:rPr lang="en-US" sz="1600" dirty="0">
                <a:latin typeface="Arial" pitchFamily="34" charset="0"/>
                <a:cs typeface="Arial" pitchFamily="34" charset="0"/>
              </a:rPr>
              <a:t> object</a:t>
            </a:r>
          </a:p>
          <a:p>
            <a:pPr marL="742950" lvl="1" indent="-285750">
              <a:buFont typeface="Arial" panose="020B0604020202020204" pitchFamily="34" charset="0"/>
              <a:buChar char="-"/>
            </a:pPr>
            <a:r>
              <a:rPr lang="en-US" sz="1600" b="1" dirty="0" err="1">
                <a:latin typeface="Arial" pitchFamily="34" charset="0"/>
                <a:cs typeface="Arial" pitchFamily="34" charset="0"/>
              </a:rPr>
              <a:t>Max_Score_vod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Question_Response_vod</a:t>
            </a:r>
            <a:r>
              <a:rPr lang="en-US" sz="1600" dirty="0">
                <a:latin typeface="Arial" pitchFamily="34" charset="0"/>
                <a:cs typeface="Arial" pitchFamily="34" charset="0"/>
              </a:rPr>
              <a:t> object</a:t>
            </a:r>
          </a:p>
          <a:p>
            <a:pPr marL="285750"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Place the </a:t>
            </a:r>
            <a:r>
              <a:rPr lang="en-US" b="1" dirty="0" err="1">
                <a:latin typeface="Arial" pitchFamily="34" charset="0"/>
                <a:cs typeface="Arial" pitchFamily="34" charset="0"/>
              </a:rPr>
              <a:t>Score_Display_vod</a:t>
            </a:r>
            <a:r>
              <a:rPr lang="en-US" dirty="0">
                <a:latin typeface="Arial" pitchFamily="34" charset="0"/>
                <a:cs typeface="Arial" pitchFamily="34" charset="0"/>
              </a:rPr>
              <a:t> field on the appropriate </a:t>
            </a:r>
            <a:r>
              <a:rPr lang="en-US" dirty="0" err="1">
                <a:latin typeface="Arial" pitchFamily="34" charset="0"/>
                <a:cs typeface="Arial" pitchFamily="34" charset="0"/>
              </a:rPr>
              <a:t>Survey_vod</a:t>
            </a:r>
            <a:r>
              <a:rPr lang="en-US" dirty="0">
                <a:latin typeface="Arial" pitchFamily="34" charset="0"/>
                <a:cs typeface="Arial" pitchFamily="34" charset="0"/>
              </a:rPr>
              <a:t> page layouts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23</a:t>
            </a:fld>
            <a:endParaRPr lang="en-US"/>
          </a:p>
        </p:txBody>
      </p:sp>
      <p:sp>
        <p:nvSpPr>
          <p:cNvPr id="2" name="Title 1"/>
          <p:cNvSpPr>
            <a:spLocks noGrp="1"/>
          </p:cNvSpPr>
          <p:nvPr>
            <p:ph type="title" idx="4294967295"/>
          </p:nvPr>
        </p:nvSpPr>
        <p:spPr>
          <a:xfrm>
            <a:off x="809298" y="609600"/>
            <a:ext cx="10807700" cy="369887"/>
          </a:xfrm>
        </p:spPr>
        <p:txBody>
          <a:bodyPr vert="horz" lIns="91440" tIns="45720" rIns="91440" bIns="45720" rtlCol="0" anchor="ctr">
            <a:noAutofit/>
          </a:bodyPr>
          <a:lstStyle/>
          <a:p>
            <a:r>
              <a:rPr lang="en-US" sz="1700" dirty="0"/>
              <a:t>Survey Management ... 6</a:t>
            </a:r>
          </a:p>
        </p:txBody>
      </p:sp>
      <p:sp>
        <p:nvSpPr>
          <p:cNvPr id="6" name="Rectangle 5"/>
          <p:cNvSpPr/>
          <p:nvPr/>
        </p:nvSpPr>
        <p:spPr>
          <a:xfrm>
            <a:off x="798412" y="1295400"/>
            <a:ext cx="7381724" cy="3816429"/>
          </a:xfrm>
          <a:prstGeom prst="rect">
            <a:avLst/>
          </a:prstGeom>
        </p:spPr>
        <p:txBody>
          <a:bodyPr wrap="square">
            <a:spAutoFit/>
          </a:bodyPr>
          <a:lstStyle/>
          <a:p>
            <a:endParaRPr lang="en-US" dirty="0">
              <a:latin typeface="Arial" pitchFamily="34" charset="0"/>
              <a:cs typeface="Arial" pitchFamily="34" charset="0"/>
            </a:endParaRPr>
          </a:p>
          <a:p>
            <a:r>
              <a:rPr lang="en-US" b="1" dirty="0">
                <a:latin typeface="Arial" pitchFamily="34" charset="0"/>
                <a:cs typeface="Arial" pitchFamily="34" charset="0"/>
              </a:rPr>
              <a:t>To enable end users to view the survey score:</a:t>
            </a:r>
          </a:p>
          <a:p>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Grant FLS read permission to the following fields:</a:t>
            </a:r>
          </a:p>
          <a:p>
            <a:pPr marL="285750" indent="-285750">
              <a:buFont typeface="Arial" panose="020B0604020202020204" pitchFamily="34" charset="0"/>
              <a:buChar char="•"/>
            </a:pPr>
            <a:endParaRPr lang="en-US" dirty="0">
              <a:latin typeface="Arial" pitchFamily="34" charset="0"/>
              <a:cs typeface="Arial" pitchFamily="34" charset="0"/>
            </a:endParaRPr>
          </a:p>
          <a:p>
            <a:pPr marL="742950" lvl="1" indent="-285750">
              <a:buFont typeface="Arial" panose="020B0604020202020204" pitchFamily="34" charset="0"/>
              <a:buChar char="•"/>
            </a:pPr>
            <a:r>
              <a:rPr lang="en-US" sz="1600" b="1" dirty="0" err="1">
                <a:latin typeface="Arial" pitchFamily="34" charset="0"/>
                <a:cs typeface="Arial" pitchFamily="34" charset="0"/>
              </a:rPr>
              <a:t>Score_Display_vod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Survey_vod</a:t>
            </a:r>
            <a:r>
              <a:rPr lang="en-US" sz="1600" dirty="0">
                <a:latin typeface="Arial" pitchFamily="34" charset="0"/>
                <a:cs typeface="Arial" pitchFamily="34" charset="0"/>
              </a:rPr>
              <a:t> object</a:t>
            </a:r>
          </a:p>
          <a:p>
            <a:pPr marL="742950" lvl="1" indent="-285750">
              <a:buFont typeface="Arial" panose="020B0604020202020204" pitchFamily="34" charset="0"/>
              <a:buChar char="•"/>
            </a:pPr>
            <a:endParaRPr lang="en-US" sz="1600" dirty="0">
              <a:latin typeface="Arial" pitchFamily="34" charset="0"/>
              <a:cs typeface="Arial" pitchFamily="34" charset="0"/>
            </a:endParaRPr>
          </a:p>
          <a:p>
            <a:pPr marL="742950" lvl="1" indent="-285750">
              <a:buFont typeface="Arial" panose="020B0604020202020204" pitchFamily="34" charset="0"/>
              <a:buChar char="•"/>
            </a:pPr>
            <a:r>
              <a:rPr lang="en-US" sz="1600" b="1" dirty="0" err="1">
                <a:latin typeface="Arial" pitchFamily="34" charset="0"/>
                <a:cs typeface="Arial" pitchFamily="34" charset="0"/>
              </a:rPr>
              <a:t>Max_Score_vod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Survey_Question_vod</a:t>
            </a:r>
            <a:r>
              <a:rPr lang="en-US" sz="1600" dirty="0">
                <a:latin typeface="Arial" pitchFamily="34" charset="0"/>
                <a:cs typeface="Arial" pitchFamily="34" charset="0"/>
              </a:rPr>
              <a:t> object</a:t>
            </a:r>
          </a:p>
          <a:p>
            <a:pPr marL="742950" lvl="1" indent="-285750">
              <a:buFont typeface="Arial" panose="020B0604020202020204" pitchFamily="34" charset="0"/>
              <a:buChar char="•"/>
            </a:pPr>
            <a:endParaRPr lang="en-US" dirty="0">
              <a:latin typeface="Arial" pitchFamily="34" charset="0"/>
              <a:cs typeface="Arial" pitchFamily="34" charset="0"/>
            </a:endParaRPr>
          </a:p>
          <a:p>
            <a:pPr marL="285750" indent="-285750">
              <a:buFont typeface="Arial" panose="020B0604020202020204" pitchFamily="34" charset="0"/>
              <a:buChar char="•"/>
            </a:pPr>
            <a:r>
              <a:rPr lang="en-US" dirty="0">
                <a:latin typeface="Arial" pitchFamily="34" charset="0"/>
                <a:cs typeface="Arial" pitchFamily="34" charset="0"/>
              </a:rPr>
              <a:t>Grant FLS edit permission to the following fields:</a:t>
            </a:r>
          </a:p>
          <a:p>
            <a:pPr marL="742950" lvl="1" indent="-285750">
              <a:buFont typeface="Arial" panose="020B0604020202020204" pitchFamily="34" charset="0"/>
              <a:buChar char="•"/>
            </a:pPr>
            <a:endParaRPr lang="en-US" b="1" dirty="0">
              <a:latin typeface="Arial" pitchFamily="34" charset="0"/>
              <a:cs typeface="Arial" pitchFamily="34" charset="0"/>
            </a:endParaRPr>
          </a:p>
          <a:p>
            <a:pPr marL="742950" lvl="1" indent="-285750">
              <a:buFont typeface="Arial" panose="020B0604020202020204" pitchFamily="34" charset="0"/>
              <a:buChar char="•"/>
            </a:pPr>
            <a:r>
              <a:rPr lang="en-US" sz="1600" b="1" dirty="0" err="1">
                <a:latin typeface="Arial" pitchFamily="34" charset="0"/>
                <a:cs typeface="Arial" pitchFamily="34" charset="0"/>
              </a:rPr>
              <a:t>Score_vod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Question_Response_vod</a:t>
            </a:r>
            <a:r>
              <a:rPr lang="en-US" sz="1600" dirty="0">
                <a:latin typeface="Arial" pitchFamily="34" charset="0"/>
                <a:cs typeface="Arial" pitchFamily="34" charset="0"/>
              </a:rPr>
              <a:t> object</a:t>
            </a:r>
          </a:p>
          <a:p>
            <a:pPr marL="742950" lvl="1" indent="-285750">
              <a:buFont typeface="Arial" panose="020B0604020202020204" pitchFamily="34" charset="0"/>
              <a:buChar char="•"/>
            </a:pPr>
            <a:endParaRPr lang="en-US" sz="1600" b="1" dirty="0">
              <a:latin typeface="Arial" pitchFamily="34" charset="0"/>
              <a:cs typeface="Arial" pitchFamily="34" charset="0"/>
            </a:endParaRPr>
          </a:p>
          <a:p>
            <a:pPr marL="742950" lvl="1" indent="-285750">
              <a:buFont typeface="Arial" panose="020B0604020202020204" pitchFamily="34" charset="0"/>
              <a:buChar char="•"/>
            </a:pPr>
            <a:r>
              <a:rPr lang="en-US" sz="1600" b="1" dirty="0" err="1">
                <a:latin typeface="Arial" pitchFamily="34" charset="0"/>
                <a:cs typeface="Arial" pitchFamily="34" charset="0"/>
              </a:rPr>
              <a:t>Max_Score_vod</a:t>
            </a:r>
            <a:r>
              <a:rPr lang="en-US" sz="1600" dirty="0">
                <a:latin typeface="Arial" pitchFamily="34" charset="0"/>
                <a:cs typeface="Arial" pitchFamily="34" charset="0"/>
              </a:rPr>
              <a:t> field on the </a:t>
            </a:r>
            <a:r>
              <a:rPr lang="en-US" sz="1600" dirty="0" err="1">
                <a:latin typeface="Arial" pitchFamily="34" charset="0"/>
                <a:cs typeface="Arial" pitchFamily="34" charset="0"/>
              </a:rPr>
              <a:t>Question_Response_vod</a:t>
            </a:r>
            <a:r>
              <a:rPr lang="en-US" sz="1600" dirty="0">
                <a:latin typeface="Arial" pitchFamily="34" charset="0"/>
                <a:cs typeface="Arial" pitchFamily="34" charset="0"/>
              </a:rPr>
              <a:t> object</a:t>
            </a:r>
          </a:p>
        </p:txBody>
      </p:sp>
    </p:spTree>
    <p:extLst>
      <p:ext uri="{BB962C8B-B14F-4D97-AF65-F5344CB8AC3E}">
        <p14:creationId xmlns:p14="http://schemas.microsoft.com/office/powerpoint/2010/main" val="2318392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2" name="Title 1">
            <a:extLst>
              <a:ext uri="{FF2B5EF4-FFF2-40B4-BE49-F238E27FC236}">
                <a16:creationId xmlns:a16="http://schemas.microsoft.com/office/drawing/2014/main" id="{79489E61-D95E-F16A-2E64-093E7CE9AE47}"/>
              </a:ext>
            </a:extLst>
          </p:cNvPr>
          <p:cNvSpPr>
            <a:spLocks noGrp="1"/>
          </p:cNvSpPr>
          <p:nvPr>
            <p:ph type="ctrTitle"/>
          </p:nvPr>
        </p:nvSpPr>
        <p:spPr/>
        <p:txBody>
          <a:bodyPr/>
          <a:lstStyle/>
          <a:p>
            <a:r>
              <a:rPr lang="en-US" sz="3600" b="1" dirty="0">
                <a:solidFill>
                  <a:schemeClr val="tx1"/>
                </a:solidFill>
                <a:latin typeface="Arial" panose="020B0604020202020204" pitchFamily="34" charset="0"/>
                <a:cs typeface="Arial" panose="020B0604020202020204" pitchFamily="34" charset="0"/>
              </a:rPr>
              <a:t>Survey Data model</a:t>
            </a:r>
            <a:br>
              <a:rPr lang="en-US" sz="3600" b="1" dirty="0">
                <a:solidFill>
                  <a:schemeClr val="tx1"/>
                </a:solidFill>
                <a:latin typeface="Arial" panose="020B0604020202020204" pitchFamily="34" charset="0"/>
                <a:cs typeface="Arial" panose="020B0604020202020204" pitchFamily="34" charset="0"/>
              </a:rPr>
            </a:br>
            <a:endParaRPr lang="en-IN" dirty="0"/>
          </a:p>
        </p:txBody>
      </p:sp>
      <p:sp>
        <p:nvSpPr>
          <p:cNvPr id="3" name="Subtitle 2">
            <a:extLst>
              <a:ext uri="{FF2B5EF4-FFF2-40B4-BE49-F238E27FC236}">
                <a16:creationId xmlns:a16="http://schemas.microsoft.com/office/drawing/2014/main" id="{D4E3CC5D-8F81-21CA-1459-5CB381A9F1FE}"/>
              </a:ext>
            </a:extLst>
          </p:cNvPr>
          <p:cNvSpPr>
            <a:spLocks noGrp="1"/>
          </p:cNvSpPr>
          <p:nvPr>
            <p:ph type="subTitle" idx="1"/>
          </p:nvPr>
        </p:nvSpPr>
        <p:spPr/>
        <p:txBody>
          <a:bodyPr/>
          <a:lstStyle/>
          <a:p>
            <a:endParaRPr lang="en-IN"/>
          </a:p>
        </p:txBody>
      </p:sp>
      <p:sp>
        <p:nvSpPr>
          <p:cNvPr id="7" name="Text Placeholder 6">
            <a:extLst>
              <a:ext uri="{FF2B5EF4-FFF2-40B4-BE49-F238E27FC236}">
                <a16:creationId xmlns:a16="http://schemas.microsoft.com/office/drawing/2014/main" id="{0144CF17-49AB-CF3C-8313-727B0AAAAFC0}"/>
              </a:ext>
            </a:extLst>
          </p:cNvPr>
          <p:cNvSpPr>
            <a:spLocks noGrp="1"/>
          </p:cNvSpPr>
          <p:nvPr>
            <p:ph type="body" idx="12"/>
          </p:nvPr>
        </p:nvSpPr>
        <p:spPr/>
        <p:txBody>
          <a:bodyPr/>
          <a:lstStyle/>
          <a:p>
            <a:endParaRPr lang="en-IN"/>
          </a:p>
        </p:txBody>
      </p:sp>
      <p:sp>
        <p:nvSpPr>
          <p:cNvPr id="5" name="Slide Number Placeholder 4"/>
          <p:cNvSpPr>
            <a:spLocks noGrp="1"/>
          </p:cNvSpPr>
          <p:nvPr>
            <p:ph type="sldNum" sz="quarter" idx="4294967295"/>
          </p:nvPr>
        </p:nvSpPr>
        <p:spPr>
          <a:xfrm>
            <a:off x="0" y="6264275"/>
            <a:ext cx="352425" cy="365125"/>
          </a:xfrm>
        </p:spPr>
        <p:txBody>
          <a:bodyPr/>
          <a:lstStyle/>
          <a:p>
            <a:fld id="{E7AF38FF-B38D-4060-8B8D-2D16AAFBAAC1}" type="slidenum">
              <a:rPr lang="en-US" smtClean="0"/>
              <a:pPr/>
              <a:t>24</a:t>
            </a:fld>
            <a:endParaRPr lang="en-US"/>
          </a:p>
        </p:txBody>
      </p:sp>
      <p:sp>
        <p:nvSpPr>
          <p:cNvPr id="6" name="Rectangle 5"/>
          <p:cNvSpPr/>
          <p:nvPr/>
        </p:nvSpPr>
        <p:spPr>
          <a:xfrm>
            <a:off x="533401" y="5341258"/>
            <a:ext cx="8001000" cy="7547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081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25</a:t>
            </a:fld>
            <a:endParaRPr lang="en-US"/>
          </a:p>
        </p:txBody>
      </p:sp>
      <p:sp>
        <p:nvSpPr>
          <p:cNvPr id="2" name="Title 1"/>
          <p:cNvSpPr>
            <a:spLocks noGrp="1"/>
          </p:cNvSpPr>
          <p:nvPr>
            <p:ph type="title" idx="4294967295"/>
          </p:nvPr>
        </p:nvSpPr>
        <p:spPr>
          <a:xfrm>
            <a:off x="914400" y="516016"/>
            <a:ext cx="7620000" cy="598488"/>
          </a:xfrm>
        </p:spPr>
        <p:txBody>
          <a:bodyPr vert="horz" lIns="91440" tIns="45720" rIns="91440" bIns="45720" rtlCol="0" anchor="ctr">
            <a:noAutofit/>
          </a:bodyPr>
          <a:lstStyle/>
          <a:p>
            <a:br>
              <a:rPr sz="1700" dirty="0"/>
            </a:br>
            <a:r>
              <a:rPr sz="1700" dirty="0"/>
              <a:t>Survey Data Model</a:t>
            </a:r>
            <a:br>
              <a:rPr sz="1700" dirty="0"/>
            </a:br>
            <a:endParaRPr lang="en-US" sz="1700" dirty="0"/>
          </a:p>
        </p:txBody>
      </p:sp>
      <p:graphicFrame>
        <p:nvGraphicFramePr>
          <p:cNvPr id="6" name="Diagram 5"/>
          <p:cNvGraphicFramePr/>
          <p:nvPr>
            <p:extLst>
              <p:ext uri="{D42A27DB-BD31-4B8C-83A1-F6EECF244321}">
                <p14:modId xmlns:p14="http://schemas.microsoft.com/office/powerpoint/2010/main" val="4160091184"/>
              </p:ext>
            </p:extLst>
          </p:nvPr>
        </p:nvGraphicFramePr>
        <p:xfrm>
          <a:off x="457201" y="1600200"/>
          <a:ext cx="1051560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1828800" y="1293812"/>
            <a:ext cx="5346335" cy="369332"/>
          </a:xfrm>
          <a:prstGeom prst="rect">
            <a:avLst/>
          </a:prstGeom>
        </p:spPr>
        <p:txBody>
          <a:bodyPr wrap="non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The Surveys module consists of five objects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26</a:t>
            </a:fld>
            <a:endParaRPr lang="en-US" dirty="0"/>
          </a:p>
        </p:txBody>
      </p:sp>
      <p:sp>
        <p:nvSpPr>
          <p:cNvPr id="2" name="Title 1"/>
          <p:cNvSpPr>
            <a:spLocks noGrp="1"/>
          </p:cNvSpPr>
          <p:nvPr>
            <p:ph type="title" idx="4294967295"/>
          </p:nvPr>
        </p:nvSpPr>
        <p:spPr>
          <a:xfrm>
            <a:off x="438932" y="371963"/>
            <a:ext cx="10807700" cy="369887"/>
          </a:xfrm>
        </p:spPr>
        <p:txBody>
          <a:bodyPr vert="horz" lIns="91440" tIns="45720" rIns="91440" bIns="45720" rtlCol="0" anchor="ctr">
            <a:noAutofit/>
          </a:bodyPr>
          <a:lstStyle/>
          <a:p>
            <a:r>
              <a:rPr sz="1700" dirty="0"/>
              <a:t>Survey Data Model Flow Chart</a:t>
            </a:r>
            <a:endParaRPr lang="en-US" sz="1700" dirty="0"/>
          </a:p>
        </p:txBody>
      </p:sp>
      <p:sp>
        <p:nvSpPr>
          <p:cNvPr id="6" name="Rectangle 5"/>
          <p:cNvSpPr/>
          <p:nvPr/>
        </p:nvSpPr>
        <p:spPr>
          <a:xfrm>
            <a:off x="2286000" y="4114801"/>
            <a:ext cx="1905000" cy="143490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chemeClr val="tx1"/>
                </a:solidFill>
                <a:latin typeface="Arial" pitchFamily="34" charset="0"/>
                <a:cs typeface="Arial" pitchFamily="34" charset="0"/>
              </a:rPr>
              <a:t>Survey</a:t>
            </a:r>
          </a:p>
          <a:p>
            <a:pPr algn="ctr"/>
            <a:r>
              <a:rPr lang="en-US" sz="1600" dirty="0">
                <a:solidFill>
                  <a:schemeClr val="tx1"/>
                </a:solidFill>
                <a:latin typeface="Arial" pitchFamily="34" charset="0"/>
                <a:cs typeface="Arial" pitchFamily="34" charset="0"/>
              </a:rPr>
              <a:t>Header Information</a:t>
            </a:r>
          </a:p>
        </p:txBody>
      </p:sp>
      <p:sp>
        <p:nvSpPr>
          <p:cNvPr id="7" name="Rectangle 6"/>
          <p:cNvSpPr/>
          <p:nvPr/>
        </p:nvSpPr>
        <p:spPr>
          <a:xfrm>
            <a:off x="5105400" y="4114800"/>
            <a:ext cx="2057400" cy="13716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chemeClr val="tx1"/>
                </a:solidFill>
                <a:latin typeface="Arial" pitchFamily="34" charset="0"/>
                <a:cs typeface="Arial" pitchFamily="34" charset="0"/>
              </a:rPr>
              <a:t>Survey Questions</a:t>
            </a:r>
          </a:p>
          <a:p>
            <a:pPr algn="ctr"/>
            <a:r>
              <a:rPr lang="en-US" sz="1600" dirty="0">
                <a:solidFill>
                  <a:schemeClr val="tx1"/>
                </a:solidFill>
                <a:latin typeface="Arial" pitchFamily="34" charset="0"/>
                <a:cs typeface="Arial" pitchFamily="34" charset="0"/>
              </a:rPr>
              <a:t>Questions on a survey</a:t>
            </a:r>
          </a:p>
        </p:txBody>
      </p:sp>
      <p:sp>
        <p:nvSpPr>
          <p:cNvPr id="8" name="Rectangle 7"/>
          <p:cNvSpPr/>
          <p:nvPr/>
        </p:nvSpPr>
        <p:spPr>
          <a:xfrm>
            <a:off x="7924800" y="4114800"/>
            <a:ext cx="2286000" cy="129540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chemeClr val="tx1"/>
                </a:solidFill>
                <a:latin typeface="Arial" pitchFamily="34" charset="0"/>
                <a:cs typeface="Arial" pitchFamily="34" charset="0"/>
              </a:rPr>
              <a:t>Questions Response</a:t>
            </a:r>
          </a:p>
          <a:p>
            <a:pPr algn="ctr"/>
            <a:r>
              <a:rPr lang="en-US" sz="1600" dirty="0">
                <a:solidFill>
                  <a:schemeClr val="tx1"/>
                </a:solidFill>
                <a:latin typeface="Arial" pitchFamily="34" charset="0"/>
                <a:cs typeface="Arial" pitchFamily="34" charset="0"/>
              </a:rPr>
              <a:t>Stores Response Data</a:t>
            </a:r>
          </a:p>
        </p:txBody>
      </p:sp>
      <p:sp>
        <p:nvSpPr>
          <p:cNvPr id="9" name="Rectangle 8"/>
          <p:cNvSpPr/>
          <p:nvPr/>
        </p:nvSpPr>
        <p:spPr>
          <a:xfrm>
            <a:off x="7848601" y="1143001"/>
            <a:ext cx="2209801" cy="143490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chemeClr val="tx1"/>
                </a:solidFill>
                <a:latin typeface="Arial" pitchFamily="34" charset="0"/>
                <a:cs typeface="Arial" pitchFamily="34" charset="0"/>
              </a:rPr>
              <a:t>Survey Target</a:t>
            </a:r>
          </a:p>
          <a:p>
            <a:pPr algn="ctr"/>
            <a:r>
              <a:rPr lang="en-US" sz="1600" dirty="0">
                <a:solidFill>
                  <a:schemeClr val="tx1"/>
                </a:solidFill>
                <a:latin typeface="Arial" pitchFamily="34" charset="0"/>
                <a:cs typeface="Arial" pitchFamily="34" charset="0"/>
              </a:rPr>
              <a:t>Survey, Account and Assigned Users</a:t>
            </a:r>
          </a:p>
        </p:txBody>
      </p:sp>
      <p:sp>
        <p:nvSpPr>
          <p:cNvPr id="10" name="Rectangle 9"/>
          <p:cNvSpPr/>
          <p:nvPr/>
        </p:nvSpPr>
        <p:spPr>
          <a:xfrm>
            <a:off x="4495800" y="1143001"/>
            <a:ext cx="2232074" cy="151110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solidFill>
                  <a:schemeClr val="tx1"/>
                </a:solidFill>
                <a:latin typeface="Arial" pitchFamily="34" charset="0"/>
                <a:cs typeface="Arial" pitchFamily="34" charset="0"/>
              </a:rPr>
              <a:t>Survey</a:t>
            </a:r>
          </a:p>
          <a:p>
            <a:pPr algn="ctr"/>
            <a:r>
              <a:rPr lang="en-US" sz="1600" dirty="0">
                <a:solidFill>
                  <a:schemeClr val="tx1"/>
                </a:solidFill>
                <a:latin typeface="Arial" pitchFamily="34" charset="0"/>
                <a:cs typeface="Arial" pitchFamily="34" charset="0"/>
              </a:rPr>
              <a:t>Header Information</a:t>
            </a:r>
          </a:p>
        </p:txBody>
      </p:sp>
      <p:cxnSp>
        <p:nvCxnSpPr>
          <p:cNvPr id="11" name="Straight Connector 10"/>
          <p:cNvCxnSpPr/>
          <p:nvPr/>
        </p:nvCxnSpPr>
        <p:spPr>
          <a:xfrm flipV="1">
            <a:off x="6705600" y="1828800"/>
            <a:ext cx="914400" cy="1407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Flowchart: Connector 12"/>
          <p:cNvSpPr/>
          <p:nvPr/>
        </p:nvSpPr>
        <p:spPr>
          <a:xfrm>
            <a:off x="7620000" y="1752601"/>
            <a:ext cx="267286" cy="168813"/>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15" idx="0"/>
          </p:cNvCxnSpPr>
          <p:nvPr/>
        </p:nvCxnSpPr>
        <p:spPr>
          <a:xfrm rot="16200000" flipV="1">
            <a:off x="8321834" y="3185954"/>
            <a:ext cx="1218406" cy="2968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Flowchart: Decision 14"/>
          <p:cNvSpPr/>
          <p:nvPr/>
        </p:nvSpPr>
        <p:spPr>
          <a:xfrm>
            <a:off x="8763000" y="3810000"/>
            <a:ext cx="365760" cy="277836"/>
          </a:xfrm>
          <a:prstGeom prst="flowChartDecis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7" idx="3"/>
          </p:cNvCxnSpPr>
          <p:nvPr/>
        </p:nvCxnSpPr>
        <p:spPr>
          <a:xfrm>
            <a:off x="7162800" y="4800600"/>
            <a:ext cx="609600" cy="15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2" name="Flowchart: Connector 21"/>
          <p:cNvSpPr/>
          <p:nvPr/>
        </p:nvSpPr>
        <p:spPr>
          <a:xfrm>
            <a:off x="7696200" y="4724401"/>
            <a:ext cx="267286" cy="168813"/>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flipV="1">
            <a:off x="4191000" y="4876800"/>
            <a:ext cx="609600" cy="1407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26" name="Flowchart: Connector 25"/>
          <p:cNvSpPr/>
          <p:nvPr/>
        </p:nvSpPr>
        <p:spPr>
          <a:xfrm>
            <a:off x="4800600" y="4800601"/>
            <a:ext cx="304800" cy="152399"/>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a:stCxn id="29" idx="2"/>
          </p:cNvCxnSpPr>
          <p:nvPr/>
        </p:nvCxnSpPr>
        <p:spPr>
          <a:xfrm rot="5400000" flipH="1" flipV="1">
            <a:off x="5359791" y="3226191"/>
            <a:ext cx="990600" cy="24618"/>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9" name="Flowchart: Decision 28"/>
          <p:cNvSpPr/>
          <p:nvPr/>
        </p:nvSpPr>
        <p:spPr>
          <a:xfrm flipV="1">
            <a:off x="5638801" y="3733800"/>
            <a:ext cx="407963" cy="365760"/>
          </a:xfrm>
          <a:prstGeom prst="flowChartDecis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2209800" y="1308296"/>
            <a:ext cx="534572"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5" name="Flowchart: Decision 34"/>
          <p:cNvSpPr/>
          <p:nvPr/>
        </p:nvSpPr>
        <p:spPr>
          <a:xfrm>
            <a:off x="1828800" y="1209823"/>
            <a:ext cx="365760" cy="196947"/>
          </a:xfrm>
          <a:prstGeom prst="flowChartDecis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p:nvPr/>
        </p:nvCxnSpPr>
        <p:spPr>
          <a:xfrm flipV="1">
            <a:off x="2209800" y="1695163"/>
            <a:ext cx="618978"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7" name="Flowchart: Connector 36"/>
          <p:cNvSpPr/>
          <p:nvPr/>
        </p:nvSpPr>
        <p:spPr>
          <a:xfrm>
            <a:off x="1905000" y="1561521"/>
            <a:ext cx="281354" cy="267285"/>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2819400" y="1143000"/>
            <a:ext cx="1495922" cy="338554"/>
          </a:xfrm>
          <a:prstGeom prst="rect">
            <a:avLst/>
          </a:prstGeom>
          <a:noFill/>
        </p:spPr>
        <p:txBody>
          <a:bodyPr wrap="none" rtlCol="0">
            <a:spAutoFit/>
          </a:bodyPr>
          <a:lstStyle/>
          <a:p>
            <a:r>
              <a:rPr lang="en-US" sz="1600" dirty="0">
                <a:latin typeface="Arial" pitchFamily="34" charset="0"/>
                <a:cs typeface="Arial" pitchFamily="34" charset="0"/>
              </a:rPr>
              <a:t>Master Details</a:t>
            </a:r>
          </a:p>
        </p:txBody>
      </p:sp>
      <p:sp>
        <p:nvSpPr>
          <p:cNvPr id="39" name="TextBox 38"/>
          <p:cNvSpPr txBox="1"/>
          <p:nvPr/>
        </p:nvSpPr>
        <p:spPr>
          <a:xfrm>
            <a:off x="3048000" y="1600200"/>
            <a:ext cx="1167618" cy="338554"/>
          </a:xfrm>
          <a:prstGeom prst="rect">
            <a:avLst/>
          </a:prstGeom>
          <a:noFill/>
        </p:spPr>
        <p:txBody>
          <a:bodyPr wrap="square" rtlCol="0">
            <a:spAutoFit/>
          </a:bodyPr>
          <a:lstStyle/>
          <a:p>
            <a:r>
              <a:rPr lang="en-US" sz="1600" dirty="0">
                <a:latin typeface="Arial" pitchFamily="34" charset="0"/>
                <a:cs typeface="Arial" pitchFamily="34" charset="0"/>
              </a:rPr>
              <a:t>Look Up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0" y="455613"/>
            <a:ext cx="6927850" cy="668337"/>
          </a:xfrm>
        </p:spPr>
        <p:txBody>
          <a:bodyPr vert="horz" lIns="91440" tIns="45720" rIns="91440" bIns="45720" rtlCol="0" anchor="ctr">
            <a:noAutofit/>
          </a:bodyPr>
          <a:lstStyle/>
          <a:p>
            <a:r>
              <a:rPr lang="en-US" sz="1700" dirty="0"/>
              <a:t>Check Your Understanding ... 1</a:t>
            </a:r>
          </a:p>
        </p:txBody>
      </p:sp>
      <p:graphicFrame>
        <p:nvGraphicFramePr>
          <p:cNvPr id="23" name="Diagram 22"/>
          <p:cNvGraphicFramePr/>
          <p:nvPr>
            <p:extLst>
              <p:ext uri="{D42A27DB-BD31-4B8C-83A1-F6EECF244321}">
                <p14:modId xmlns:p14="http://schemas.microsoft.com/office/powerpoint/2010/main" val="1861342854"/>
              </p:ext>
            </p:extLst>
          </p:nvPr>
        </p:nvGraphicFramePr>
        <p:xfrm>
          <a:off x="1143000" y="1124700"/>
          <a:ext cx="98298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3126694366"/>
              </p:ext>
            </p:extLst>
          </p:nvPr>
        </p:nvGraphicFramePr>
        <p:xfrm>
          <a:off x="1143000" y="4038600"/>
          <a:ext cx="98298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26926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0" y="311150"/>
            <a:ext cx="6927850" cy="668338"/>
          </a:xfrm>
        </p:spPr>
        <p:txBody>
          <a:bodyPr vert="horz" lIns="91440" tIns="45720" rIns="91440" bIns="45720" rtlCol="0" anchor="ctr">
            <a:noAutofit/>
          </a:bodyPr>
          <a:lstStyle/>
          <a:p>
            <a:r>
              <a:rPr lang="en-US" sz="1700" dirty="0"/>
              <a:t>Check Your Understanding ... 2</a:t>
            </a:r>
          </a:p>
        </p:txBody>
      </p:sp>
      <p:graphicFrame>
        <p:nvGraphicFramePr>
          <p:cNvPr id="23" name="Diagram 22"/>
          <p:cNvGraphicFramePr/>
          <p:nvPr>
            <p:extLst>
              <p:ext uri="{D42A27DB-BD31-4B8C-83A1-F6EECF244321}">
                <p14:modId xmlns:p14="http://schemas.microsoft.com/office/powerpoint/2010/main" val="3344344029"/>
              </p:ext>
            </p:extLst>
          </p:nvPr>
        </p:nvGraphicFramePr>
        <p:xfrm>
          <a:off x="1143000" y="1124700"/>
          <a:ext cx="98298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2014760736"/>
              </p:ext>
            </p:extLst>
          </p:nvPr>
        </p:nvGraphicFramePr>
        <p:xfrm>
          <a:off x="1143000" y="3733800"/>
          <a:ext cx="98298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0746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0" y="379413"/>
            <a:ext cx="6927850" cy="668337"/>
          </a:xfrm>
        </p:spPr>
        <p:txBody>
          <a:bodyPr vert="horz" lIns="91440" tIns="45720" rIns="91440" bIns="45720" rtlCol="0" anchor="ctr">
            <a:noAutofit/>
          </a:bodyPr>
          <a:lstStyle/>
          <a:p>
            <a:r>
              <a:rPr lang="en-US" sz="1700" dirty="0"/>
              <a:t>Check Your Understanding ... 3</a:t>
            </a:r>
          </a:p>
        </p:txBody>
      </p:sp>
      <p:graphicFrame>
        <p:nvGraphicFramePr>
          <p:cNvPr id="23" name="Diagram 22"/>
          <p:cNvGraphicFramePr/>
          <p:nvPr>
            <p:extLst>
              <p:ext uri="{D42A27DB-BD31-4B8C-83A1-F6EECF244321}">
                <p14:modId xmlns:p14="http://schemas.microsoft.com/office/powerpoint/2010/main" val="3299830260"/>
              </p:ext>
            </p:extLst>
          </p:nvPr>
        </p:nvGraphicFramePr>
        <p:xfrm>
          <a:off x="1143000" y="1124700"/>
          <a:ext cx="98298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2534041810"/>
              </p:ext>
            </p:extLst>
          </p:nvPr>
        </p:nvGraphicFramePr>
        <p:xfrm>
          <a:off x="1143000" y="3505200"/>
          <a:ext cx="98298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1678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1143000" y="456363"/>
            <a:ext cx="6927850" cy="668337"/>
          </a:xfrm>
        </p:spPr>
        <p:txBody>
          <a:bodyPr vert="horz" lIns="91440" tIns="45720" rIns="91440" bIns="45720" rtlCol="0" anchor="ctr">
            <a:noAutofit/>
          </a:bodyPr>
          <a:lstStyle/>
          <a:p>
            <a:r>
              <a:rPr lang="en-US" sz="1700" dirty="0"/>
              <a:t>Check Your Understanding ... 4</a:t>
            </a:r>
          </a:p>
        </p:txBody>
      </p:sp>
      <p:graphicFrame>
        <p:nvGraphicFramePr>
          <p:cNvPr id="23" name="Diagram 22"/>
          <p:cNvGraphicFramePr/>
          <p:nvPr>
            <p:extLst>
              <p:ext uri="{D42A27DB-BD31-4B8C-83A1-F6EECF244321}">
                <p14:modId xmlns:p14="http://schemas.microsoft.com/office/powerpoint/2010/main" val="1131349643"/>
              </p:ext>
            </p:extLst>
          </p:nvPr>
        </p:nvGraphicFramePr>
        <p:xfrm>
          <a:off x="1143000" y="1124700"/>
          <a:ext cx="98298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4046174260"/>
              </p:ext>
            </p:extLst>
          </p:nvPr>
        </p:nvGraphicFramePr>
        <p:xfrm>
          <a:off x="1143000" y="3505200"/>
          <a:ext cx="98298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255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a:prstGeom prst="rect">
            <a:avLst/>
          </a:prstGeom>
        </p:spPr>
        <p:txBody>
          <a:bodyPr/>
          <a:lstStyle/>
          <a:p>
            <a:r>
              <a:rPr lang="en-US" sz="1200" dirty="0">
                <a:solidFill>
                  <a:schemeClr val="bg1"/>
                </a:solidFill>
              </a:rPr>
              <a:t>23</a:t>
            </a:r>
          </a:p>
        </p:txBody>
      </p:sp>
      <p:sp>
        <p:nvSpPr>
          <p:cNvPr id="2" name="Title 1"/>
          <p:cNvSpPr>
            <a:spLocks noGrp="1"/>
          </p:cNvSpPr>
          <p:nvPr>
            <p:ph type="title" idx="4294967295"/>
          </p:nvPr>
        </p:nvSpPr>
        <p:spPr>
          <a:xfrm>
            <a:off x="1143000" y="325735"/>
            <a:ext cx="6927850" cy="668338"/>
          </a:xfrm>
        </p:spPr>
        <p:txBody>
          <a:bodyPr vert="horz" lIns="91440" tIns="45720" rIns="91440" bIns="45720" rtlCol="0" anchor="ctr">
            <a:noAutofit/>
          </a:bodyPr>
          <a:lstStyle/>
          <a:p>
            <a:r>
              <a:rPr lang="en-US" sz="1700" dirty="0"/>
              <a:t>Check Your Understanding ... 5</a:t>
            </a:r>
          </a:p>
        </p:txBody>
      </p:sp>
      <p:graphicFrame>
        <p:nvGraphicFramePr>
          <p:cNvPr id="23" name="Diagram 22"/>
          <p:cNvGraphicFramePr/>
          <p:nvPr>
            <p:extLst>
              <p:ext uri="{D42A27DB-BD31-4B8C-83A1-F6EECF244321}">
                <p14:modId xmlns:p14="http://schemas.microsoft.com/office/powerpoint/2010/main" val="2546907044"/>
              </p:ext>
            </p:extLst>
          </p:nvPr>
        </p:nvGraphicFramePr>
        <p:xfrm>
          <a:off x="1143000" y="1124700"/>
          <a:ext cx="9829800" cy="3066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txBox="1">
            <a:spLocks/>
          </p:cNvSpPr>
          <p:nvPr/>
        </p:nvSpPr>
        <p:spPr>
          <a:xfrm>
            <a:off x="9676" y="6553200"/>
            <a:ext cx="1828800" cy="22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 Cognizant 2015</a:t>
            </a:r>
            <a:endParaRPr lang="en-US" dirty="0"/>
          </a:p>
        </p:txBody>
      </p:sp>
      <p:graphicFrame>
        <p:nvGraphicFramePr>
          <p:cNvPr id="7" name="Diagram 6"/>
          <p:cNvGraphicFramePr/>
          <p:nvPr>
            <p:extLst>
              <p:ext uri="{D42A27DB-BD31-4B8C-83A1-F6EECF244321}">
                <p14:modId xmlns:p14="http://schemas.microsoft.com/office/powerpoint/2010/main" val="704532402"/>
              </p:ext>
            </p:extLst>
          </p:nvPr>
        </p:nvGraphicFramePr>
        <p:xfrm>
          <a:off x="1143000" y="3505200"/>
          <a:ext cx="9829800" cy="76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6814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r>
              <a:rPr lang="en-US" dirty="0"/>
              <a:t>32</a:t>
            </a:r>
          </a:p>
        </p:txBody>
      </p:sp>
      <p:sp>
        <p:nvSpPr>
          <p:cNvPr id="3" name="Title 2"/>
          <p:cNvSpPr>
            <a:spLocks noGrp="1"/>
          </p:cNvSpPr>
          <p:nvPr>
            <p:ph type="title" idx="4294967295"/>
          </p:nvPr>
        </p:nvSpPr>
        <p:spPr>
          <a:xfrm>
            <a:off x="914400" y="649954"/>
            <a:ext cx="10807700" cy="369887"/>
          </a:xfrm>
        </p:spPr>
        <p:txBody>
          <a:bodyPr vert="horz" lIns="91440" tIns="45720" rIns="91440" bIns="45720" rtlCol="0" anchor="ctr">
            <a:noAutofit/>
          </a:bodyPr>
          <a:lstStyle/>
          <a:p>
            <a:r>
              <a:rPr lang="en-US" sz="1700" dirty="0"/>
              <a:t>Summary</a:t>
            </a:r>
          </a:p>
        </p:txBody>
      </p:sp>
      <p:sp>
        <p:nvSpPr>
          <p:cNvPr id="2" name="Content Placeholder 1"/>
          <p:cNvSpPr>
            <a:spLocks noGrp="1"/>
          </p:cNvSpPr>
          <p:nvPr>
            <p:ph idx="4294967295"/>
          </p:nvPr>
        </p:nvSpPr>
        <p:spPr>
          <a:xfrm>
            <a:off x="1042417" y="1444277"/>
            <a:ext cx="8229600" cy="1752600"/>
          </a:xfrm>
        </p:spPr>
        <p:txBody>
          <a:bodyPr/>
          <a:lstStyle/>
          <a:p>
            <a:pPr lvl="1">
              <a:buFont typeface="Arial" panose="020B0604020202020204" pitchFamily="34" charset="0"/>
              <a:buChar char="•"/>
            </a:pPr>
            <a:r>
              <a:rPr lang="en-US" altLang="ja-JP" sz="2000" dirty="0">
                <a:solidFill>
                  <a:schemeClr val="tx1"/>
                </a:solidFill>
              </a:rPr>
              <a:t>In this module, you have learnt to:</a:t>
            </a:r>
          </a:p>
          <a:p>
            <a:pPr lvl="1">
              <a:buFont typeface="Arial" panose="020B0604020202020204" pitchFamily="34" charset="0"/>
              <a:buChar char="•"/>
            </a:pPr>
            <a:endParaRPr lang="en-US" altLang="ja-JP" sz="2000" dirty="0">
              <a:solidFill>
                <a:schemeClr val="tx1"/>
              </a:solidFill>
            </a:endParaRPr>
          </a:p>
          <a:p>
            <a:pPr lvl="2">
              <a:buFont typeface="Arial" panose="020B0604020202020204" pitchFamily="34" charset="0"/>
              <a:buChar char="-"/>
            </a:pPr>
            <a:r>
              <a:rPr lang="en-US" sz="1800" dirty="0">
                <a:solidFill>
                  <a:schemeClr val="tx1"/>
                </a:solidFill>
              </a:rPr>
              <a:t>Describe and Create survey life cycle</a:t>
            </a:r>
          </a:p>
          <a:p>
            <a:pPr lvl="2">
              <a:buFont typeface="Arial" panose="020B0604020202020204" pitchFamily="34" charset="0"/>
              <a:buChar char="-"/>
            </a:pPr>
            <a:r>
              <a:rPr lang="en-US" sz="1800" dirty="0">
                <a:solidFill>
                  <a:schemeClr val="tx1"/>
                </a:solidFill>
              </a:rPr>
              <a:t>Describe Survey Management Page</a:t>
            </a:r>
          </a:p>
          <a:p>
            <a:pPr lvl="2">
              <a:buFont typeface="Arial" panose="020B0604020202020204" pitchFamily="34" charset="0"/>
              <a:buChar char="-"/>
            </a:pPr>
            <a:r>
              <a:rPr lang="en-US" sz="1800" dirty="0">
                <a:solidFill>
                  <a:schemeClr val="tx1"/>
                </a:solidFill>
              </a:rPr>
              <a:t>Describe Data Model</a:t>
            </a:r>
          </a:p>
        </p:txBody>
      </p:sp>
      <p:sp>
        <p:nvSpPr>
          <p:cNvPr id="6" name="Rectangle 5"/>
          <p:cNvSpPr/>
          <p:nvPr/>
        </p:nvSpPr>
        <p:spPr>
          <a:xfrm>
            <a:off x="7308350" y="1962469"/>
            <a:ext cx="3602254" cy="246881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descr="D:\Images\Images\Objective\shutterstock_12820219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1400" y="2051268"/>
            <a:ext cx="3436154" cy="2291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Cognizant 2015</a:t>
            </a:r>
            <a:endParaRPr lang="en-US" dirty="0"/>
          </a:p>
        </p:txBody>
      </p:sp>
      <p:sp>
        <p:nvSpPr>
          <p:cNvPr id="4" name="Slide Number Placeholder 3"/>
          <p:cNvSpPr>
            <a:spLocks noGrp="1"/>
          </p:cNvSpPr>
          <p:nvPr>
            <p:ph type="sldNum" sz="quarter" idx="12"/>
          </p:nvPr>
        </p:nvSpPr>
        <p:spPr/>
        <p:txBody>
          <a:bodyPr/>
          <a:lstStyle/>
          <a:p>
            <a:r>
              <a:rPr lang="en-US" dirty="0"/>
              <a:t>33</a:t>
            </a:r>
          </a:p>
        </p:txBody>
      </p:sp>
      <p:sp>
        <p:nvSpPr>
          <p:cNvPr id="3" name="Title 2"/>
          <p:cNvSpPr>
            <a:spLocks noGrp="1"/>
          </p:cNvSpPr>
          <p:nvPr>
            <p:ph type="title" idx="4294967295"/>
          </p:nvPr>
        </p:nvSpPr>
        <p:spPr>
          <a:xfrm>
            <a:off x="1100601" y="533292"/>
            <a:ext cx="10807700" cy="369887"/>
          </a:xfrm>
        </p:spPr>
        <p:txBody>
          <a:bodyPr vert="horz" lIns="91440" tIns="45720" rIns="91440" bIns="45720" rtlCol="0" anchor="ctr">
            <a:noAutofit/>
          </a:bodyPr>
          <a:lstStyle/>
          <a:p>
            <a:r>
              <a:rPr lang="en-US" sz="1700" dirty="0"/>
              <a:t>Source</a:t>
            </a:r>
          </a:p>
        </p:txBody>
      </p:sp>
      <p:sp>
        <p:nvSpPr>
          <p:cNvPr id="2" name="Content Placeholder 1"/>
          <p:cNvSpPr>
            <a:spLocks noGrp="1"/>
          </p:cNvSpPr>
          <p:nvPr>
            <p:ph idx="4294967295"/>
          </p:nvPr>
        </p:nvSpPr>
        <p:spPr>
          <a:xfrm>
            <a:off x="1219200" y="1113971"/>
            <a:ext cx="6488113" cy="609600"/>
          </a:xfrm>
        </p:spPr>
        <p:txBody>
          <a:bodyPr/>
          <a:lstStyle/>
          <a:p>
            <a:pPr>
              <a:defRPr/>
            </a:pPr>
            <a:r>
              <a:rPr lang="en-US" dirty="0">
                <a:hlinkClick r:id="rId2"/>
              </a:rPr>
              <a:t>https://crmhelp.VEEVA.com/doc/Content/Home.htm</a:t>
            </a:r>
            <a:endParaRPr lang="en-US" dirty="0"/>
          </a:p>
          <a:p>
            <a:pPr>
              <a:defRPr/>
            </a:pPr>
            <a:endParaRPr lang="en-US" dirty="0"/>
          </a:p>
        </p:txBody>
      </p:sp>
      <p:sp>
        <p:nvSpPr>
          <p:cNvPr id="7" name="Text Box 4"/>
          <p:cNvSpPr txBox="1">
            <a:spLocks noChangeArrowheads="1"/>
          </p:cNvSpPr>
          <p:nvPr/>
        </p:nvSpPr>
        <p:spPr bwMode="auto">
          <a:xfrm>
            <a:off x="1100601" y="451751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276600" y="1386114"/>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 Cognizant 2015</a:t>
            </a:r>
            <a:endParaRPr lang="en-US" dirty="0"/>
          </a:p>
        </p:txBody>
      </p:sp>
      <p:sp>
        <p:nvSpPr>
          <p:cNvPr id="5" name="Slide Number Placeholder 4"/>
          <p:cNvSpPr>
            <a:spLocks noGrp="1"/>
          </p:cNvSpPr>
          <p:nvPr>
            <p:ph type="sldNum" sz="quarter" idx="12"/>
          </p:nvPr>
        </p:nvSpPr>
        <p:spPr/>
        <p:txBody>
          <a:bodyPr/>
          <a:lstStyle/>
          <a:p>
            <a:fld id="{E7AF38FF-B38D-4060-8B8D-2D16AAFBAAC1}" type="slidenum">
              <a:rPr lang="en-US" smtClean="0"/>
              <a:pPr/>
              <a:t>34</a:t>
            </a:fld>
            <a:endParaRPr lang="en-US" dirty="0"/>
          </a:p>
        </p:txBody>
      </p:sp>
      <p:sp>
        <p:nvSpPr>
          <p:cNvPr id="6" name="Title 2"/>
          <p:cNvSpPr>
            <a:spLocks noGrp="1"/>
          </p:cNvSpPr>
          <p:nvPr>
            <p:ph type="title" idx="4294967295"/>
          </p:nvPr>
        </p:nvSpPr>
        <p:spPr>
          <a:xfrm>
            <a:off x="914400" y="609600"/>
            <a:ext cx="10807700" cy="369887"/>
          </a:xfrm>
        </p:spPr>
        <p:txBody>
          <a:bodyPr vert="horz" lIns="91440" tIns="45720" rIns="91440" bIns="45720" rtlCol="0" anchor="ctr">
            <a:noAutofit/>
          </a:bodyPr>
          <a:lstStyle/>
          <a:p>
            <a:r>
              <a:rPr lang="en-US" sz="1700" dirty="0"/>
              <a:t>Coming Next ... </a:t>
            </a:r>
          </a:p>
        </p:txBody>
      </p:sp>
      <p:sp>
        <p:nvSpPr>
          <p:cNvPr id="3" name="Content Placeholder 2"/>
          <p:cNvSpPr>
            <a:spLocks noGrp="1"/>
          </p:cNvSpPr>
          <p:nvPr>
            <p:ph idx="4294967295"/>
          </p:nvPr>
        </p:nvSpPr>
        <p:spPr>
          <a:xfrm>
            <a:off x="1042417" y="1295400"/>
            <a:ext cx="9525000" cy="2895600"/>
          </a:xfrm>
        </p:spPr>
        <p:txBody>
          <a:bodyPr/>
          <a:lstStyle/>
          <a:p>
            <a:pPr marL="0" indent="0">
              <a:buNone/>
            </a:pPr>
            <a:r>
              <a:rPr lang="en-US" dirty="0">
                <a:solidFill>
                  <a:schemeClr val="tx1"/>
                </a:solidFill>
              </a:rPr>
              <a:t>In the upcoming module - </a:t>
            </a:r>
            <a:r>
              <a:rPr lang="en-US" i="1" dirty="0">
                <a:solidFill>
                  <a:schemeClr val="tx1"/>
                </a:solidFill>
              </a:rPr>
              <a:t>Medical Inquiry, </a:t>
            </a:r>
            <a:r>
              <a:rPr lang="en-US" dirty="0">
                <a:solidFill>
                  <a:schemeClr val="tx1"/>
                </a:solidFill>
              </a:rPr>
              <a:t>you will learn to: </a:t>
            </a:r>
          </a:p>
          <a:p>
            <a:pPr marL="0" indent="0">
              <a:buNone/>
            </a:pPr>
            <a:endParaRPr lang="en-US" dirty="0">
              <a:solidFill>
                <a:schemeClr val="tx1"/>
              </a:solidFill>
            </a:endParaRPr>
          </a:p>
          <a:p>
            <a:pPr lvl="1"/>
            <a:r>
              <a:rPr lang="en-US" dirty="0">
                <a:solidFill>
                  <a:schemeClr val="tx1"/>
                </a:solidFill>
              </a:rPr>
              <a:t>Describe Medical Inquiries life cycle</a:t>
            </a:r>
          </a:p>
          <a:p>
            <a:pPr lvl="1"/>
            <a:r>
              <a:rPr lang="en-US" dirty="0">
                <a:solidFill>
                  <a:schemeClr val="tx1"/>
                </a:solidFill>
              </a:rPr>
              <a:t>Define the components of Medical Inquiry</a:t>
            </a:r>
          </a:p>
          <a:p>
            <a:pPr lvl="1"/>
            <a:r>
              <a:rPr lang="en-US" dirty="0">
                <a:solidFill>
                  <a:schemeClr val="tx1"/>
                </a:solidFill>
              </a:rPr>
              <a:t>Configure various components of Medical Inquiry module</a:t>
            </a:r>
          </a:p>
          <a:p>
            <a:pPr lvl="1"/>
            <a:r>
              <a:rPr lang="en-US" dirty="0">
                <a:solidFill>
                  <a:schemeClr val="tx1"/>
                </a:solidFill>
              </a:rPr>
              <a:t>Configure Medical Inquiry module for multiple Product inquiries</a:t>
            </a:r>
          </a:p>
        </p:txBody>
      </p:sp>
    </p:spTree>
    <p:extLst>
      <p:ext uri="{BB962C8B-B14F-4D97-AF65-F5344CB8AC3E}">
        <p14:creationId xmlns:p14="http://schemas.microsoft.com/office/powerpoint/2010/main" val="1177066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4804651"/>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sz="2800" b="1" dirty="0">
                <a:solidFill>
                  <a:srgbClr val="00718F"/>
                </a:solidFill>
                <a:latin typeface="Arial" panose="020B0604020202020204" pitchFamily="34" charset="0"/>
                <a:cs typeface="Arial" panose="020B0604020202020204" pitchFamily="34" charset="0"/>
              </a:rPr>
              <a:t>Overview of Survey</a:t>
            </a:r>
          </a:p>
        </p:txBody>
      </p:sp>
      <p:sp>
        <p:nvSpPr>
          <p:cNvPr id="10" name="Title 9">
            <a:extLst>
              <a:ext uri="{FF2B5EF4-FFF2-40B4-BE49-F238E27FC236}">
                <a16:creationId xmlns:a16="http://schemas.microsoft.com/office/drawing/2014/main" id="{A4233556-1D28-B4B6-A2C4-04C27FD5488F}"/>
              </a:ext>
            </a:extLst>
          </p:cNvPr>
          <p:cNvSpPr>
            <a:spLocks noGrp="1"/>
          </p:cNvSpPr>
          <p:nvPr>
            <p:ph type="ctrTitle"/>
          </p:nvPr>
        </p:nvSpPr>
        <p:spPr/>
        <p:txBody>
          <a:bodyPr/>
          <a:lstStyle/>
          <a:p>
            <a:r>
              <a:rPr lang="en-US" dirty="0"/>
              <a:t>Thank You !</a:t>
            </a:r>
            <a:endParaRPr lang="en-IN" dirty="0"/>
          </a:p>
        </p:txBody>
      </p:sp>
      <p:sp>
        <p:nvSpPr>
          <p:cNvPr id="11" name="Subtitle 10">
            <a:extLst>
              <a:ext uri="{FF2B5EF4-FFF2-40B4-BE49-F238E27FC236}">
                <a16:creationId xmlns:a16="http://schemas.microsoft.com/office/drawing/2014/main" id="{AC4B3B5C-5D02-A82B-FE3C-F970E9538360}"/>
              </a:ext>
            </a:extLst>
          </p:cNvPr>
          <p:cNvSpPr>
            <a:spLocks noGrp="1"/>
          </p:cNvSpPr>
          <p:nvPr>
            <p:ph type="subTitle" idx="1"/>
          </p:nvPr>
        </p:nvSpPr>
        <p:spPr/>
        <p:txBody>
          <a:bodyPr/>
          <a:lstStyle/>
          <a:p>
            <a:endParaRPr lang="en-IN"/>
          </a:p>
        </p:txBody>
      </p:sp>
      <p:sp>
        <p:nvSpPr>
          <p:cNvPr id="12" name="Text Placeholder 11">
            <a:extLst>
              <a:ext uri="{FF2B5EF4-FFF2-40B4-BE49-F238E27FC236}">
                <a16:creationId xmlns:a16="http://schemas.microsoft.com/office/drawing/2014/main" id="{6CCA29A8-A08D-7ABB-82ED-F8BE542692A6}"/>
              </a:ext>
            </a:extLst>
          </p:cNvPr>
          <p:cNvSpPr>
            <a:spLocks noGrp="1"/>
          </p:cNvSpPr>
          <p:nvPr>
            <p:ph type="body" idx="12"/>
          </p:nvPr>
        </p:nvSpPr>
        <p:spPr/>
        <p:txBody>
          <a:bodyPr/>
          <a:lstStyle/>
          <a:p>
            <a:endParaRPr lang="en-IN"/>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Cognizant">
  <a:themeElements>
    <a:clrScheme name="Cognizant 180722">
      <a:dk1>
        <a:srgbClr val="0033A0"/>
      </a:dk1>
      <a:lt1>
        <a:srgbClr val="FFFFFF"/>
      </a:lt1>
      <a:dk2>
        <a:srgbClr val="000000"/>
      </a:dk2>
      <a:lt2>
        <a:srgbClr val="FFFFFF"/>
      </a:lt2>
      <a:accent1>
        <a:srgbClr val="0033B4"/>
      </a:accent1>
      <a:accent2>
        <a:srgbClr val="00195A"/>
      </a:accent2>
      <a:accent3>
        <a:srgbClr val="3871FF"/>
      </a:accent3>
      <a:accent4>
        <a:srgbClr val="7BA0FF"/>
      </a:accent4>
      <a:accent5>
        <a:srgbClr val="BDCFFF"/>
      </a:accent5>
      <a:accent6>
        <a:srgbClr val="00B140"/>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_PPT_16x9_v04-06" id="{07F9BE1E-0522-42D8-9333-DC19B728C440}" vid="{5949420C-BBAE-4883-A571-88D4306A1FA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5" ma:contentTypeDescription="Create a new document." ma:contentTypeScope="" ma:versionID="9c80a020bbbb5ae2cda835c8e565440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f43573f6e26bc639b067c472853df6b7"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8FCE96-C8A4-4E92-8467-18B7198B1C7C}">
  <ds:schemaRefs>
    <ds:schemaRef ds:uri="9c63dabf-f1f0-4cd1-a9e9-0b56e4c00d13"/>
    <ds:schemaRef ds:uri="http://www.w3.org/XML/1998/namespace"/>
    <ds:schemaRef ds:uri="http://purl.org/dc/dcmitype/"/>
    <ds:schemaRef ds:uri="http://purl.org/dc/terms/"/>
    <ds:schemaRef ds:uri="http://schemas.microsoft.com/office/infopath/2007/PartnerControls"/>
    <ds:schemaRef ds:uri="http://schemas.microsoft.com/office/2006/documentManagement/types"/>
    <ds:schemaRef ds:uri="http://purl.org/dc/elements/1.1/"/>
    <ds:schemaRef ds:uri="407cd63a-4332-48c6-8aa1-dc87009c7ec5"/>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D26C8B9-7F1D-40D0-AF15-1290ABC40D08}"/>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Theme_3</Template>
  <TotalTime>2921</TotalTime>
  <Words>2138</Words>
  <Application>Microsoft Office PowerPoint</Application>
  <PresentationFormat>Widescreen</PresentationFormat>
  <Paragraphs>333</Paragraphs>
  <Slides>35</Slides>
  <Notes>1</Notes>
  <HiddenSlides>0</HiddenSlides>
  <MMClips>0</MMClips>
  <ScaleCrop>false</ScaleCrop>
  <HeadingPairs>
    <vt:vector size="4" baseType="variant">
      <vt:variant>
        <vt:lpstr>Theme</vt:lpstr>
      </vt:variant>
      <vt:variant>
        <vt:i4>3</vt:i4>
      </vt:variant>
      <vt:variant>
        <vt:lpstr>Slide Titles</vt:lpstr>
      </vt:variant>
      <vt:variant>
        <vt:i4>35</vt:i4>
      </vt:variant>
    </vt:vector>
  </HeadingPairs>
  <TitlesOfParts>
    <vt:vector size="38" baseType="lpstr">
      <vt:lpstr>Custom Design</vt:lpstr>
      <vt:lpstr>Theme2</vt:lpstr>
      <vt:lpstr>Cognizant</vt:lpstr>
      <vt:lpstr>Overview of Survey Management </vt:lpstr>
      <vt:lpstr>About the Author</vt:lpstr>
      <vt:lpstr>Objectives</vt:lpstr>
      <vt:lpstr>Recap ... </vt:lpstr>
      <vt:lpstr>Overview</vt:lpstr>
      <vt:lpstr>Do You Know</vt:lpstr>
      <vt:lpstr>Introduction to Surveys </vt:lpstr>
      <vt:lpstr>Surveys Overview ... 1</vt:lpstr>
      <vt:lpstr>Surveys Overview ... 2</vt:lpstr>
      <vt:lpstr>VEEVA Survey Life Cycle </vt:lpstr>
      <vt:lpstr>VEEVA Survey Life Cycle ... 1</vt:lpstr>
      <vt:lpstr>VEEVA Survey Life Cycle ... 2</vt:lpstr>
      <vt:lpstr>PowerPoint Presentation</vt:lpstr>
      <vt:lpstr>VEEVA Survey Life Cycle ... 4</vt:lpstr>
      <vt:lpstr>VEEVA Survey Life Cycle ... 5</vt:lpstr>
      <vt:lpstr>VEEVA Survey Life Cycle ... 6</vt:lpstr>
      <vt:lpstr>Survey Management </vt:lpstr>
      <vt:lpstr>Survey Management ... 1</vt:lpstr>
      <vt:lpstr>Survey Management ... 2</vt:lpstr>
      <vt:lpstr>Survey Management ... 3</vt:lpstr>
      <vt:lpstr>Survey Management ... 4</vt:lpstr>
      <vt:lpstr>Survey Management ... 5</vt:lpstr>
      <vt:lpstr>Survey Management ... 6</vt:lpstr>
      <vt:lpstr>Survey Data model </vt:lpstr>
      <vt:lpstr> Survey Data Model </vt:lpstr>
      <vt:lpstr>Survey Data Model Flow Chart</vt:lpstr>
      <vt:lpstr>Check Your Understanding ... 1</vt:lpstr>
      <vt:lpstr>Check Your Understanding ... 2</vt:lpstr>
      <vt:lpstr>Check Your Understanding ... 3</vt:lpstr>
      <vt:lpstr>Check Your Understanding ... 4</vt:lpstr>
      <vt:lpstr>Check Your Understanding ... 5</vt:lpstr>
      <vt:lpstr>Summary</vt:lpstr>
      <vt:lpstr>Source</vt:lpstr>
      <vt:lpstr>Coming Next ... </vt:lpstr>
      <vt:lpstr>Thank You !</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Prasad, Ritesh Kumar (Cognizant)</cp:lastModifiedBy>
  <cp:revision>290</cp:revision>
  <dcterms:created xsi:type="dcterms:W3CDTF">2011-06-15T11:24:59Z</dcterms:created>
  <dcterms:modified xsi:type="dcterms:W3CDTF">2023-08-14T07:26:15Z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y fmtid="{D5CDD505-2E9C-101B-9397-08002B2CF9AE}" pid="4" name="_NewReviewCycle">
    <vt:lpwstr/>
  </property>
</Properties>
</file>