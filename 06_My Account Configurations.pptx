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4.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95" r:id="rId5"/>
    <p:sldMasterId id="2147483725" r:id="rId6"/>
    <p:sldMasterId id="2147483755" r:id="rId7"/>
    <p:sldMasterId id="2147483788" r:id="rId8"/>
  </p:sldMasterIdLst>
  <p:notesMasterIdLst>
    <p:notesMasterId r:id="rId59"/>
  </p:notesMasterIdLst>
  <p:sldIdLst>
    <p:sldId id="256" r:id="rId9"/>
    <p:sldId id="759" r:id="rId10"/>
    <p:sldId id="259" r:id="rId11"/>
    <p:sldId id="729" r:id="rId12"/>
    <p:sldId id="730" r:id="rId13"/>
    <p:sldId id="731" r:id="rId14"/>
    <p:sldId id="721" r:id="rId15"/>
    <p:sldId id="732" r:id="rId16"/>
    <p:sldId id="733" r:id="rId17"/>
    <p:sldId id="734" r:id="rId18"/>
    <p:sldId id="735" r:id="rId19"/>
    <p:sldId id="722" r:id="rId20"/>
    <p:sldId id="736" r:id="rId21"/>
    <p:sldId id="737" r:id="rId22"/>
    <p:sldId id="738" r:id="rId23"/>
    <p:sldId id="723" r:id="rId24"/>
    <p:sldId id="739" r:id="rId25"/>
    <p:sldId id="741" r:id="rId26"/>
    <p:sldId id="740" r:id="rId27"/>
    <p:sldId id="724" r:id="rId28"/>
    <p:sldId id="742" r:id="rId29"/>
    <p:sldId id="743" r:id="rId30"/>
    <p:sldId id="744" r:id="rId31"/>
    <p:sldId id="725" r:id="rId32"/>
    <p:sldId id="745" r:id="rId33"/>
    <p:sldId id="726" r:id="rId34"/>
    <p:sldId id="746" r:id="rId35"/>
    <p:sldId id="747" r:id="rId36"/>
    <p:sldId id="748" r:id="rId37"/>
    <p:sldId id="727" r:id="rId38"/>
    <p:sldId id="749" r:id="rId39"/>
    <p:sldId id="750" r:id="rId40"/>
    <p:sldId id="728" r:id="rId41"/>
    <p:sldId id="751" r:id="rId42"/>
    <p:sldId id="752" r:id="rId43"/>
    <p:sldId id="753" r:id="rId44"/>
    <p:sldId id="754" r:id="rId45"/>
    <p:sldId id="755" r:id="rId46"/>
    <p:sldId id="756" r:id="rId47"/>
    <p:sldId id="757" r:id="rId48"/>
    <p:sldId id="758" r:id="rId49"/>
    <p:sldId id="716" r:id="rId50"/>
    <p:sldId id="717" r:id="rId51"/>
    <p:sldId id="718" r:id="rId52"/>
    <p:sldId id="719" r:id="rId53"/>
    <p:sldId id="720" r:id="rId54"/>
    <p:sldId id="265" r:id="rId55"/>
    <p:sldId id="287" r:id="rId56"/>
    <p:sldId id="288" r:id="rId57"/>
    <p:sldId id="26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91" autoAdjust="0"/>
  </p:normalViewPr>
  <p:slideViewPr>
    <p:cSldViewPr>
      <p:cViewPr varScale="1">
        <p:scale>
          <a:sx n="81" d="100"/>
          <a:sy n="81" d="100"/>
        </p:scale>
        <p:origin x="84" y="9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notesMaster" Target="notesMasters/notesMaster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swas, Souvik (Cognizant)" userId="bc0f958c-b2bb-43fd-a0f4-66d25c03bf18" providerId="ADAL" clId="{38DD700A-AEB9-49CD-87EA-F996A49A2CB3}"/>
    <pc:docChg chg="undo custSel addSld delSld modSld">
      <pc:chgData name="Biswas, Souvik (Cognizant)" userId="bc0f958c-b2bb-43fd-a0f4-66d25c03bf18" providerId="ADAL" clId="{38DD700A-AEB9-49CD-87EA-F996A49A2CB3}" dt="2023-08-08T05:23:14.282" v="10" actId="47"/>
      <pc:docMkLst>
        <pc:docMk/>
      </pc:docMkLst>
      <pc:sldChg chg="del">
        <pc:chgData name="Biswas, Souvik (Cognizant)" userId="bc0f958c-b2bb-43fd-a0f4-66d25c03bf18" providerId="ADAL" clId="{38DD700A-AEB9-49CD-87EA-F996A49A2CB3}" dt="2023-08-08T05:23:14.282" v="10" actId="47"/>
        <pc:sldMkLst>
          <pc:docMk/>
          <pc:sldMk cId="2309930151" sldId="289"/>
        </pc:sldMkLst>
      </pc:sldChg>
      <pc:sldChg chg="addSp delSp modSp add mod">
        <pc:chgData name="Biswas, Souvik (Cognizant)" userId="bc0f958c-b2bb-43fd-a0f4-66d25c03bf18" providerId="ADAL" clId="{38DD700A-AEB9-49CD-87EA-F996A49A2CB3}" dt="2023-08-08T05:23:10.261" v="9" actId="20577"/>
        <pc:sldMkLst>
          <pc:docMk/>
          <pc:sldMk cId="20639001" sldId="759"/>
        </pc:sldMkLst>
      </pc:sldChg>
    </pc:docChg>
  </pc:docChgLst>
  <pc:docChgLst>
    <pc:chgData name="Mukherjee, Chuyachandan (Cognizant)" userId="944d2069-1912-4e40-a89b-00bc2ffaed4f" providerId="ADAL" clId="{3026A75E-BC6D-4EC1-9BAE-1768E5571AF5}"/>
    <pc:docChg chg="modSld">
      <pc:chgData name="Mukherjee, Chuyachandan (Cognizant)" userId="944d2069-1912-4e40-a89b-00bc2ffaed4f" providerId="ADAL" clId="{3026A75E-BC6D-4EC1-9BAE-1768E5571AF5}" dt="2023-08-11T07:07:32.183" v="10" actId="108"/>
      <pc:docMkLst>
        <pc:docMk/>
      </pc:docMkLst>
      <pc:sldChg chg="addSp modSp mod">
        <pc:chgData name="Mukherjee, Chuyachandan (Cognizant)" userId="944d2069-1912-4e40-a89b-00bc2ffaed4f" providerId="ADAL" clId="{3026A75E-BC6D-4EC1-9BAE-1768E5571AF5}" dt="2023-08-11T07:07:32.183" v="10" actId="108"/>
        <pc:sldMkLst>
          <pc:docMk/>
          <pc:sldMk cId="20639001" sldId="759"/>
        </pc:sldMkLst>
      </pc:sldChg>
    </pc:docChg>
  </pc:docChgLst>
  <pc:docChgLst>
    <pc:chgData name="Biswas, Souvik (Cognizant)" userId="bc0f958c-b2bb-43fd-a0f4-66d25c03bf18" providerId="ADAL" clId="{A011FBD5-8D2B-40AB-9560-28DD8B196FA1}"/>
    <pc:docChg chg="undo custSel addSld delSld modSld sldOrd">
      <pc:chgData name="Biswas, Souvik (Cognizant)" userId="bc0f958c-b2bb-43fd-a0f4-66d25c03bf18" providerId="ADAL" clId="{A011FBD5-8D2B-40AB-9560-28DD8B196FA1}" dt="2023-07-15T17:35:02.979" v="630" actId="47"/>
      <pc:docMkLst>
        <pc:docMk/>
      </pc:docMkLst>
      <pc:sldChg chg="modSp add mod">
        <pc:chgData name="Biswas, Souvik (Cognizant)" userId="bc0f958c-b2bb-43fd-a0f4-66d25c03bf18" providerId="ADAL" clId="{A011FBD5-8D2B-40AB-9560-28DD8B196FA1}" dt="2023-07-07T07:51:00.997" v="4" actId="20577"/>
        <pc:sldMkLst>
          <pc:docMk/>
          <pc:sldMk cId="2682367817" sldId="256"/>
        </pc:sldMkLst>
      </pc:sldChg>
      <pc:sldChg chg="del">
        <pc:chgData name="Biswas, Souvik (Cognizant)" userId="bc0f958c-b2bb-43fd-a0f4-66d25c03bf18" providerId="ADAL" clId="{A011FBD5-8D2B-40AB-9560-28DD8B196FA1}" dt="2023-07-07T07:51:09.438" v="5" actId="47"/>
        <pc:sldMkLst>
          <pc:docMk/>
          <pc:sldMk cId="0" sldId="257"/>
        </pc:sldMkLst>
      </pc:sldChg>
      <pc:sldChg chg="del">
        <pc:chgData name="Biswas, Souvik (Cognizant)" userId="bc0f958c-b2bb-43fd-a0f4-66d25c03bf18" providerId="ADAL" clId="{A011FBD5-8D2B-40AB-9560-28DD8B196FA1}" dt="2023-07-07T08:31:48.378" v="152" actId="47"/>
        <pc:sldMkLst>
          <pc:docMk/>
          <pc:sldMk cId="0" sldId="258"/>
        </pc:sldMkLst>
      </pc:sldChg>
      <pc:sldChg chg="modSp add mod">
        <pc:chgData name="Biswas, Souvik (Cognizant)" userId="bc0f958c-b2bb-43fd-a0f4-66d25c03bf18" providerId="ADAL" clId="{A011FBD5-8D2B-40AB-9560-28DD8B196FA1}" dt="2023-07-07T08:18:06.201" v="121" actId="20577"/>
        <pc:sldMkLst>
          <pc:docMk/>
          <pc:sldMk cId="1879160448" sldId="259"/>
        </pc:sldMkLst>
      </pc:sldChg>
      <pc:sldChg chg="del">
        <pc:chgData name="Biswas, Souvik (Cognizant)" userId="bc0f958c-b2bb-43fd-a0f4-66d25c03bf18" providerId="ADAL" clId="{A011FBD5-8D2B-40AB-9560-28DD8B196FA1}" dt="2023-07-07T08:15:02.476" v="118" actId="47"/>
        <pc:sldMkLst>
          <pc:docMk/>
          <pc:sldMk cId="0" sldId="261"/>
        </pc:sldMkLst>
      </pc:sldChg>
      <pc:sldChg chg="add del">
        <pc:chgData name="Biswas, Souvik (Cognizant)" userId="bc0f958c-b2bb-43fd-a0f4-66d25c03bf18" providerId="ADAL" clId="{A011FBD5-8D2B-40AB-9560-28DD8B196FA1}" dt="2023-07-07T08:27:20.484" v="141" actId="47"/>
        <pc:sldMkLst>
          <pc:docMk/>
          <pc:sldMk cId="0" sldId="263"/>
        </pc:sldMkLst>
      </pc:sldChg>
      <pc:sldChg chg="modSp del mod">
        <pc:chgData name="Biswas, Souvik (Cognizant)" userId="bc0f958c-b2bb-43fd-a0f4-66d25c03bf18" providerId="ADAL" clId="{A011FBD5-8D2B-40AB-9560-28DD8B196FA1}" dt="2023-07-07T08:34:09.689" v="169" actId="47"/>
        <pc:sldMkLst>
          <pc:docMk/>
          <pc:sldMk cId="0" sldId="264"/>
        </pc:sldMkLst>
      </pc:sldChg>
      <pc:sldChg chg="modSp add mod">
        <pc:chgData name="Biswas, Souvik (Cognizant)" userId="bc0f958c-b2bb-43fd-a0f4-66d25c03bf18" providerId="ADAL" clId="{A011FBD5-8D2B-40AB-9560-28DD8B196FA1}" dt="2023-07-07T07:52:21.395" v="10" actId="1076"/>
        <pc:sldMkLst>
          <pc:docMk/>
          <pc:sldMk cId="3090349151" sldId="265"/>
        </pc:sldMkLst>
      </pc:sldChg>
      <pc:sldChg chg="modSp add mod">
        <pc:chgData name="Biswas, Souvik (Cognizant)" userId="bc0f958c-b2bb-43fd-a0f4-66d25c03bf18" providerId="ADAL" clId="{A011FBD5-8D2B-40AB-9560-28DD8B196FA1}" dt="2023-07-07T07:54:16.832" v="13" actId="5793"/>
        <pc:sldMkLst>
          <pc:docMk/>
          <pc:sldMk cId="3158841849" sldId="268"/>
        </pc:sldMkLst>
      </pc:sldChg>
      <pc:sldChg chg="del">
        <pc:chgData name="Biswas, Souvik (Cognizant)" userId="bc0f958c-b2bb-43fd-a0f4-66d25c03bf18" providerId="ADAL" clId="{A011FBD5-8D2B-40AB-9560-28DD8B196FA1}" dt="2023-07-07T07:54:37.036" v="14" actId="47"/>
        <pc:sldMkLst>
          <pc:docMk/>
          <pc:sldMk cId="0" sldId="277"/>
        </pc:sldMkLst>
      </pc:sldChg>
      <pc:sldChg chg="del">
        <pc:chgData name="Biswas, Souvik (Cognizant)" userId="bc0f958c-b2bb-43fd-a0f4-66d25c03bf18" providerId="ADAL" clId="{A011FBD5-8D2B-40AB-9560-28DD8B196FA1}" dt="2023-07-07T07:54:37.036" v="14" actId="47"/>
        <pc:sldMkLst>
          <pc:docMk/>
          <pc:sldMk cId="0" sldId="278"/>
        </pc:sldMkLst>
      </pc:sldChg>
      <pc:sldChg chg="del">
        <pc:chgData name="Biswas, Souvik (Cognizant)" userId="bc0f958c-b2bb-43fd-a0f4-66d25c03bf18" providerId="ADAL" clId="{A011FBD5-8D2B-40AB-9560-28DD8B196FA1}" dt="2023-07-07T07:54:37.036" v="14" actId="47"/>
        <pc:sldMkLst>
          <pc:docMk/>
          <pc:sldMk cId="0" sldId="279"/>
        </pc:sldMkLst>
      </pc:sldChg>
      <pc:sldChg chg="del">
        <pc:chgData name="Biswas, Souvik (Cognizant)" userId="bc0f958c-b2bb-43fd-a0f4-66d25c03bf18" providerId="ADAL" clId="{A011FBD5-8D2B-40AB-9560-28DD8B196FA1}" dt="2023-07-07T09:57:45.457" v="181" actId="47"/>
        <pc:sldMkLst>
          <pc:docMk/>
          <pc:sldMk cId="1284097490" sldId="283"/>
        </pc:sldMkLst>
      </pc:sldChg>
      <pc:sldChg chg="del">
        <pc:chgData name="Biswas, Souvik (Cognizant)" userId="bc0f958c-b2bb-43fd-a0f4-66d25c03bf18" providerId="ADAL" clId="{A011FBD5-8D2B-40AB-9560-28DD8B196FA1}" dt="2023-07-07T09:58:59.308" v="191" actId="47"/>
        <pc:sldMkLst>
          <pc:docMk/>
          <pc:sldMk cId="993820823" sldId="284"/>
        </pc:sldMkLst>
      </pc:sldChg>
      <pc:sldChg chg="add">
        <pc:chgData name="Biswas, Souvik (Cognizant)" userId="bc0f958c-b2bb-43fd-a0f4-66d25c03bf18" providerId="ADAL" clId="{A011FBD5-8D2B-40AB-9560-28DD8B196FA1}" dt="2023-07-07T07:51:41.146" v="6"/>
        <pc:sldMkLst>
          <pc:docMk/>
          <pc:sldMk cId="563797236" sldId="287"/>
        </pc:sldMkLst>
      </pc:sldChg>
      <pc:sldChg chg="modSp add mod">
        <pc:chgData name="Biswas, Souvik (Cognizant)" userId="bc0f958c-b2bb-43fd-a0f4-66d25c03bf18" providerId="ADAL" clId="{A011FBD5-8D2B-40AB-9560-28DD8B196FA1}" dt="2023-07-07T07:54:45.214" v="15" actId="12"/>
        <pc:sldMkLst>
          <pc:docMk/>
          <pc:sldMk cId="3511727540" sldId="288"/>
        </pc:sldMkLst>
      </pc:sldChg>
      <pc:sldChg chg="modSp add mod">
        <pc:chgData name="Biswas, Souvik (Cognizant)" userId="bc0f958c-b2bb-43fd-a0f4-66d25c03bf18" providerId="ADAL" clId="{A011FBD5-8D2B-40AB-9560-28DD8B196FA1}" dt="2023-07-07T08:14:59.773" v="117"/>
        <pc:sldMkLst>
          <pc:docMk/>
          <pc:sldMk cId="2309930151" sldId="289"/>
        </pc:sldMkLst>
      </pc:sldChg>
      <pc:sldChg chg="del">
        <pc:chgData name="Biswas, Souvik (Cognizant)" userId="bc0f958c-b2bb-43fd-a0f4-66d25c03bf18" providerId="ADAL" clId="{A011FBD5-8D2B-40AB-9560-28DD8B196FA1}" dt="2023-07-07T10:15:35.188" v="212" actId="47"/>
        <pc:sldMkLst>
          <pc:docMk/>
          <pc:sldMk cId="2793806106" sldId="303"/>
        </pc:sldMkLst>
      </pc:sldChg>
      <pc:sldChg chg="modSp del mod">
        <pc:chgData name="Biswas, Souvik (Cognizant)" userId="bc0f958c-b2bb-43fd-a0f4-66d25c03bf18" providerId="ADAL" clId="{A011FBD5-8D2B-40AB-9560-28DD8B196FA1}" dt="2023-07-07T10:23:18.180" v="233" actId="47"/>
        <pc:sldMkLst>
          <pc:docMk/>
          <pc:sldMk cId="4286620505" sldId="304"/>
        </pc:sldMkLst>
      </pc:sldChg>
      <pc:sldChg chg="del">
        <pc:chgData name="Biswas, Souvik (Cognizant)" userId="bc0f958c-b2bb-43fd-a0f4-66d25c03bf18" providerId="ADAL" clId="{A011FBD5-8D2B-40AB-9560-28DD8B196FA1}" dt="2023-07-07T10:29:54.516" v="249" actId="47"/>
        <pc:sldMkLst>
          <pc:docMk/>
          <pc:sldMk cId="1905327341" sldId="305"/>
        </pc:sldMkLst>
      </pc:sldChg>
      <pc:sldChg chg="del">
        <pc:chgData name="Biswas, Souvik (Cognizant)" userId="bc0f958c-b2bb-43fd-a0f4-66d25c03bf18" providerId="ADAL" clId="{A011FBD5-8D2B-40AB-9560-28DD8B196FA1}" dt="2023-07-07T11:14:32.216" v="272" actId="47"/>
        <pc:sldMkLst>
          <pc:docMk/>
          <pc:sldMk cId="3288616898" sldId="306"/>
        </pc:sldMkLst>
      </pc:sldChg>
      <pc:sldChg chg="del">
        <pc:chgData name="Biswas, Souvik (Cognizant)" userId="bc0f958c-b2bb-43fd-a0f4-66d25c03bf18" providerId="ADAL" clId="{A011FBD5-8D2B-40AB-9560-28DD8B196FA1}" dt="2023-07-15T15:42:50.356" v="293" actId="47"/>
        <pc:sldMkLst>
          <pc:docMk/>
          <pc:sldMk cId="2902969586" sldId="307"/>
        </pc:sldMkLst>
      </pc:sldChg>
      <pc:sldChg chg="del">
        <pc:chgData name="Biswas, Souvik (Cognizant)" userId="bc0f958c-b2bb-43fd-a0f4-66d25c03bf18" providerId="ADAL" clId="{A011FBD5-8D2B-40AB-9560-28DD8B196FA1}" dt="2023-07-15T15:53:15.616" v="316" actId="47"/>
        <pc:sldMkLst>
          <pc:docMk/>
          <pc:sldMk cId="1180875271" sldId="308"/>
        </pc:sldMkLst>
      </pc:sldChg>
      <pc:sldChg chg="del">
        <pc:chgData name="Biswas, Souvik (Cognizant)" userId="bc0f958c-b2bb-43fd-a0f4-66d25c03bf18" providerId="ADAL" clId="{A011FBD5-8D2B-40AB-9560-28DD8B196FA1}" dt="2023-07-15T15:54:29.602" v="328" actId="47"/>
        <pc:sldMkLst>
          <pc:docMk/>
          <pc:sldMk cId="1221144166" sldId="309"/>
        </pc:sldMkLst>
      </pc:sldChg>
      <pc:sldChg chg="del">
        <pc:chgData name="Biswas, Souvik (Cognizant)" userId="bc0f958c-b2bb-43fd-a0f4-66d25c03bf18" providerId="ADAL" clId="{A011FBD5-8D2B-40AB-9560-28DD8B196FA1}" dt="2023-07-15T16:05:48.795" v="342" actId="47"/>
        <pc:sldMkLst>
          <pc:docMk/>
          <pc:sldMk cId="1961012301" sldId="311"/>
        </pc:sldMkLst>
      </pc:sldChg>
      <pc:sldChg chg="del">
        <pc:chgData name="Biswas, Souvik (Cognizant)" userId="bc0f958c-b2bb-43fd-a0f4-66d25c03bf18" providerId="ADAL" clId="{A011FBD5-8D2B-40AB-9560-28DD8B196FA1}" dt="2023-07-15T16:16:12.239" v="363" actId="47"/>
        <pc:sldMkLst>
          <pc:docMk/>
          <pc:sldMk cId="720305880" sldId="312"/>
        </pc:sldMkLst>
      </pc:sldChg>
      <pc:sldChg chg="del">
        <pc:chgData name="Biswas, Souvik (Cognizant)" userId="bc0f958c-b2bb-43fd-a0f4-66d25c03bf18" providerId="ADAL" clId="{A011FBD5-8D2B-40AB-9560-28DD8B196FA1}" dt="2023-07-15T16:17:50.163" v="380" actId="47"/>
        <pc:sldMkLst>
          <pc:docMk/>
          <pc:sldMk cId="825228535" sldId="313"/>
        </pc:sldMkLst>
      </pc:sldChg>
      <pc:sldChg chg="del">
        <pc:chgData name="Biswas, Souvik (Cognizant)" userId="bc0f958c-b2bb-43fd-a0f4-66d25c03bf18" providerId="ADAL" clId="{A011FBD5-8D2B-40AB-9560-28DD8B196FA1}" dt="2023-07-15T16:30:35.574" v="399" actId="47"/>
        <pc:sldMkLst>
          <pc:docMk/>
          <pc:sldMk cId="2805814590" sldId="315"/>
        </pc:sldMkLst>
      </pc:sldChg>
      <pc:sldChg chg="del">
        <pc:chgData name="Biswas, Souvik (Cognizant)" userId="bc0f958c-b2bb-43fd-a0f4-66d25c03bf18" providerId="ADAL" clId="{A011FBD5-8D2B-40AB-9560-28DD8B196FA1}" dt="2023-07-15T16:34:39.439" v="422" actId="47"/>
        <pc:sldMkLst>
          <pc:docMk/>
          <pc:sldMk cId="1017003569" sldId="317"/>
        </pc:sldMkLst>
      </pc:sldChg>
      <pc:sldChg chg="del">
        <pc:chgData name="Biswas, Souvik (Cognizant)" userId="bc0f958c-b2bb-43fd-a0f4-66d25c03bf18" providerId="ADAL" clId="{A011FBD5-8D2B-40AB-9560-28DD8B196FA1}" dt="2023-07-15T16:45:50.274" v="448" actId="47"/>
        <pc:sldMkLst>
          <pc:docMk/>
          <pc:sldMk cId="1025401837" sldId="319"/>
        </pc:sldMkLst>
      </pc:sldChg>
      <pc:sldChg chg="del">
        <pc:chgData name="Biswas, Souvik (Cognizant)" userId="bc0f958c-b2bb-43fd-a0f4-66d25c03bf18" providerId="ADAL" clId="{A011FBD5-8D2B-40AB-9560-28DD8B196FA1}" dt="2023-07-15T16:50:26.390" v="457" actId="47"/>
        <pc:sldMkLst>
          <pc:docMk/>
          <pc:sldMk cId="502221022" sldId="320"/>
        </pc:sldMkLst>
      </pc:sldChg>
      <pc:sldChg chg="del">
        <pc:chgData name="Biswas, Souvik (Cognizant)" userId="bc0f958c-b2bb-43fd-a0f4-66d25c03bf18" providerId="ADAL" clId="{A011FBD5-8D2B-40AB-9560-28DD8B196FA1}" dt="2023-07-15T16:51:09.176" v="461" actId="47"/>
        <pc:sldMkLst>
          <pc:docMk/>
          <pc:sldMk cId="1360982028" sldId="321"/>
        </pc:sldMkLst>
      </pc:sldChg>
      <pc:sldChg chg="del">
        <pc:chgData name="Biswas, Souvik (Cognizant)" userId="bc0f958c-b2bb-43fd-a0f4-66d25c03bf18" providerId="ADAL" clId="{A011FBD5-8D2B-40AB-9560-28DD8B196FA1}" dt="2023-07-15T17:05:53.100" v="472" actId="47"/>
        <pc:sldMkLst>
          <pc:docMk/>
          <pc:sldMk cId="4233421285" sldId="323"/>
        </pc:sldMkLst>
      </pc:sldChg>
      <pc:sldChg chg="del">
        <pc:chgData name="Biswas, Souvik (Cognizant)" userId="bc0f958c-b2bb-43fd-a0f4-66d25c03bf18" providerId="ADAL" clId="{A011FBD5-8D2B-40AB-9560-28DD8B196FA1}" dt="2023-07-15T17:06:59.848" v="482" actId="47"/>
        <pc:sldMkLst>
          <pc:docMk/>
          <pc:sldMk cId="4278302238" sldId="324"/>
        </pc:sldMkLst>
      </pc:sldChg>
      <pc:sldChg chg="del">
        <pc:chgData name="Biswas, Souvik (Cognizant)" userId="bc0f958c-b2bb-43fd-a0f4-66d25c03bf18" providerId="ADAL" clId="{A011FBD5-8D2B-40AB-9560-28DD8B196FA1}" dt="2023-07-15T17:20:03.329" v="541" actId="47"/>
        <pc:sldMkLst>
          <pc:docMk/>
          <pc:sldMk cId="1780811519" sldId="326"/>
        </pc:sldMkLst>
      </pc:sldChg>
      <pc:sldChg chg="del">
        <pc:chgData name="Biswas, Souvik (Cognizant)" userId="bc0f958c-b2bb-43fd-a0f4-66d25c03bf18" providerId="ADAL" clId="{A011FBD5-8D2B-40AB-9560-28DD8B196FA1}" dt="2023-07-15T17:27:26.001" v="575" actId="47"/>
        <pc:sldMkLst>
          <pc:docMk/>
          <pc:sldMk cId="3137176619" sldId="327"/>
        </pc:sldMkLst>
      </pc:sldChg>
      <pc:sldChg chg="del">
        <pc:chgData name="Biswas, Souvik (Cognizant)" userId="bc0f958c-b2bb-43fd-a0f4-66d25c03bf18" providerId="ADAL" clId="{A011FBD5-8D2B-40AB-9560-28DD8B196FA1}" dt="2023-07-15T17:28:16.649" v="585" actId="47"/>
        <pc:sldMkLst>
          <pc:docMk/>
          <pc:sldMk cId="3147648863" sldId="328"/>
        </pc:sldMkLst>
      </pc:sldChg>
      <pc:sldChg chg="addSp modSp del">
        <pc:chgData name="Biswas, Souvik (Cognizant)" userId="bc0f958c-b2bb-43fd-a0f4-66d25c03bf18" providerId="ADAL" clId="{A011FBD5-8D2B-40AB-9560-28DD8B196FA1}" dt="2023-07-15T17:31:58.968" v="597" actId="47"/>
        <pc:sldMkLst>
          <pc:docMk/>
          <pc:sldMk cId="4174044091" sldId="329"/>
        </pc:sldMkLst>
      </pc:sldChg>
      <pc:sldChg chg="del">
        <pc:chgData name="Biswas, Souvik (Cognizant)" userId="bc0f958c-b2bb-43fd-a0f4-66d25c03bf18" providerId="ADAL" clId="{A011FBD5-8D2B-40AB-9560-28DD8B196FA1}" dt="2023-07-15T17:33:00.743" v="608" actId="47"/>
        <pc:sldMkLst>
          <pc:docMk/>
          <pc:sldMk cId="1762153127" sldId="330"/>
        </pc:sldMkLst>
      </pc:sldChg>
      <pc:sldChg chg="del">
        <pc:chgData name="Biswas, Souvik (Cognizant)" userId="bc0f958c-b2bb-43fd-a0f4-66d25c03bf18" providerId="ADAL" clId="{A011FBD5-8D2B-40AB-9560-28DD8B196FA1}" dt="2023-07-15T17:34:08.729" v="622" actId="47"/>
        <pc:sldMkLst>
          <pc:docMk/>
          <pc:sldMk cId="1118845532" sldId="331"/>
        </pc:sldMkLst>
      </pc:sldChg>
      <pc:sldChg chg="del">
        <pc:chgData name="Biswas, Souvik (Cognizant)" userId="bc0f958c-b2bb-43fd-a0f4-66d25c03bf18" providerId="ADAL" clId="{A011FBD5-8D2B-40AB-9560-28DD8B196FA1}" dt="2023-07-15T17:35:02.979" v="630" actId="47"/>
        <pc:sldMkLst>
          <pc:docMk/>
          <pc:sldMk cId="4132919702" sldId="332"/>
        </pc:sldMkLst>
      </pc:sldChg>
      <pc:sldChg chg="del">
        <pc:chgData name="Biswas, Souvik (Cognizant)" userId="bc0f958c-b2bb-43fd-a0f4-66d25c03bf18" providerId="ADAL" clId="{A011FBD5-8D2B-40AB-9560-28DD8B196FA1}" dt="2023-07-07T08:05:35.493" v="85" actId="47"/>
        <pc:sldMkLst>
          <pc:docMk/>
          <pc:sldMk cId="3237954911" sldId="334"/>
        </pc:sldMkLst>
      </pc:sldChg>
      <pc:sldChg chg="del">
        <pc:chgData name="Biswas, Souvik (Cognizant)" userId="bc0f958c-b2bb-43fd-a0f4-66d25c03bf18" providerId="ADAL" clId="{A011FBD5-8D2B-40AB-9560-28DD8B196FA1}" dt="2023-07-07T08:05:55.350" v="89" actId="47"/>
        <pc:sldMkLst>
          <pc:docMk/>
          <pc:sldMk cId="474782148" sldId="335"/>
        </pc:sldMkLst>
      </pc:sldChg>
      <pc:sldChg chg="del">
        <pc:chgData name="Biswas, Souvik (Cognizant)" userId="bc0f958c-b2bb-43fd-a0f4-66d25c03bf18" providerId="ADAL" clId="{A011FBD5-8D2B-40AB-9560-28DD8B196FA1}" dt="2023-07-07T08:07:05.147" v="97" actId="47"/>
        <pc:sldMkLst>
          <pc:docMk/>
          <pc:sldMk cId="496281460" sldId="336"/>
        </pc:sldMkLst>
      </pc:sldChg>
      <pc:sldChg chg="del">
        <pc:chgData name="Biswas, Souvik (Cognizant)" userId="bc0f958c-b2bb-43fd-a0f4-66d25c03bf18" providerId="ADAL" clId="{A011FBD5-8D2B-40AB-9560-28DD8B196FA1}" dt="2023-07-07T08:07:07.704" v="98" actId="47"/>
        <pc:sldMkLst>
          <pc:docMk/>
          <pc:sldMk cId="406243672" sldId="337"/>
        </pc:sldMkLst>
      </pc:sldChg>
      <pc:sldChg chg="del">
        <pc:chgData name="Biswas, Souvik (Cognizant)" userId="bc0f958c-b2bb-43fd-a0f4-66d25c03bf18" providerId="ADAL" clId="{A011FBD5-8D2B-40AB-9560-28DD8B196FA1}" dt="2023-07-07T08:07:30.653" v="103" actId="47"/>
        <pc:sldMkLst>
          <pc:docMk/>
          <pc:sldMk cId="1913582206" sldId="338"/>
        </pc:sldMkLst>
      </pc:sldChg>
      <pc:sldChg chg="del">
        <pc:chgData name="Biswas, Souvik (Cognizant)" userId="bc0f958c-b2bb-43fd-a0f4-66d25c03bf18" providerId="ADAL" clId="{A011FBD5-8D2B-40AB-9560-28DD8B196FA1}" dt="2023-07-07T08:08:09.439" v="108" actId="47"/>
        <pc:sldMkLst>
          <pc:docMk/>
          <pc:sldMk cId="1544180946" sldId="339"/>
        </pc:sldMkLst>
      </pc:sldChg>
      <pc:sldChg chg="del">
        <pc:chgData name="Biswas, Souvik (Cognizant)" userId="bc0f958c-b2bb-43fd-a0f4-66d25c03bf18" providerId="ADAL" clId="{A011FBD5-8D2B-40AB-9560-28DD8B196FA1}" dt="2023-07-15T17:22:44.030" v="554" actId="47"/>
        <pc:sldMkLst>
          <pc:docMk/>
          <pc:sldMk cId="3529384735" sldId="341"/>
        </pc:sldMkLst>
      </pc:sldChg>
      <pc:sldChg chg="del">
        <pc:chgData name="Biswas, Souvik (Cognizant)" userId="bc0f958c-b2bb-43fd-a0f4-66d25c03bf18" providerId="ADAL" clId="{A011FBD5-8D2B-40AB-9560-28DD8B196FA1}" dt="2023-07-07T08:22:27.864" v="122" actId="47"/>
        <pc:sldMkLst>
          <pc:docMk/>
          <pc:sldMk cId="4155706" sldId="343"/>
        </pc:sldMkLst>
      </pc:sldChg>
      <pc:sldChg chg="del">
        <pc:chgData name="Biswas, Souvik (Cognizant)" userId="bc0f958c-b2bb-43fd-a0f4-66d25c03bf18" providerId="ADAL" clId="{A011FBD5-8D2B-40AB-9560-28DD8B196FA1}" dt="2023-07-07T07:54:37.036" v="14" actId="47"/>
        <pc:sldMkLst>
          <pc:docMk/>
          <pc:sldMk cId="1338596898" sldId="344"/>
        </pc:sldMkLst>
      </pc:sldChg>
      <pc:sldChg chg="del">
        <pc:chgData name="Biswas, Souvik (Cognizant)" userId="bc0f958c-b2bb-43fd-a0f4-66d25c03bf18" providerId="ADAL" clId="{A011FBD5-8D2B-40AB-9560-28DD8B196FA1}" dt="2023-07-07T08:05:11.165" v="79" actId="47"/>
        <pc:sldMkLst>
          <pc:docMk/>
          <pc:sldMk cId="926484813" sldId="349"/>
        </pc:sldMkLst>
      </pc:sldChg>
      <pc:sldChg chg="del">
        <pc:chgData name="Biswas, Souvik (Cognizant)" userId="bc0f958c-b2bb-43fd-a0f4-66d25c03bf18" providerId="ADAL" clId="{A011FBD5-8D2B-40AB-9560-28DD8B196FA1}" dt="2023-07-07T08:03:32.645" v="72" actId="47"/>
        <pc:sldMkLst>
          <pc:docMk/>
          <pc:sldMk cId="2336057848" sldId="350"/>
        </pc:sldMkLst>
      </pc:sldChg>
      <pc:sldChg chg="del">
        <pc:chgData name="Biswas, Souvik (Cognizant)" userId="bc0f958c-b2bb-43fd-a0f4-66d25c03bf18" providerId="ADAL" clId="{A011FBD5-8D2B-40AB-9560-28DD8B196FA1}" dt="2023-07-07T11:13:16.247" v="260" actId="47"/>
        <pc:sldMkLst>
          <pc:docMk/>
          <pc:sldMk cId="3073428387" sldId="351"/>
        </pc:sldMkLst>
      </pc:sldChg>
      <pc:sldChg chg="del">
        <pc:chgData name="Biswas, Souvik (Cognizant)" userId="bc0f958c-b2bb-43fd-a0f4-66d25c03bf18" providerId="ADAL" clId="{A011FBD5-8D2B-40AB-9560-28DD8B196FA1}" dt="2023-07-07T07:58:50.793" v="37" actId="47"/>
        <pc:sldMkLst>
          <pc:docMk/>
          <pc:sldMk cId="2723818324" sldId="352"/>
        </pc:sldMkLst>
      </pc:sldChg>
      <pc:sldChg chg="modSp del mod">
        <pc:chgData name="Biswas, Souvik (Cognizant)" userId="bc0f958c-b2bb-43fd-a0f4-66d25c03bf18" providerId="ADAL" clId="{A011FBD5-8D2B-40AB-9560-28DD8B196FA1}" dt="2023-07-07T07:59:24.074" v="43" actId="47"/>
        <pc:sldMkLst>
          <pc:docMk/>
          <pc:sldMk cId="3098546077" sldId="353"/>
        </pc:sldMkLst>
      </pc:sldChg>
      <pc:sldChg chg="modSp del mod">
        <pc:chgData name="Biswas, Souvik (Cognizant)" userId="bc0f958c-b2bb-43fd-a0f4-66d25c03bf18" providerId="ADAL" clId="{A011FBD5-8D2B-40AB-9560-28DD8B196FA1}" dt="2023-07-07T08:00:19.671" v="48" actId="47"/>
        <pc:sldMkLst>
          <pc:docMk/>
          <pc:sldMk cId="2354668234" sldId="354"/>
        </pc:sldMkLst>
      </pc:sldChg>
      <pc:sldChg chg="del">
        <pc:chgData name="Biswas, Souvik (Cognizant)" userId="bc0f958c-b2bb-43fd-a0f4-66d25c03bf18" providerId="ADAL" clId="{A011FBD5-8D2B-40AB-9560-28DD8B196FA1}" dt="2023-07-07T08:01:24.648" v="54" actId="47"/>
        <pc:sldMkLst>
          <pc:docMk/>
          <pc:sldMk cId="3481542752" sldId="355"/>
        </pc:sldMkLst>
      </pc:sldChg>
      <pc:sldChg chg="modSp del mod">
        <pc:chgData name="Biswas, Souvik (Cognizant)" userId="bc0f958c-b2bb-43fd-a0f4-66d25c03bf18" providerId="ADAL" clId="{A011FBD5-8D2B-40AB-9560-28DD8B196FA1}" dt="2023-07-07T08:01:55.300" v="58" actId="47"/>
        <pc:sldMkLst>
          <pc:docMk/>
          <pc:sldMk cId="183272546" sldId="356"/>
        </pc:sldMkLst>
      </pc:sldChg>
      <pc:sldChg chg="add del">
        <pc:chgData name="Biswas, Souvik (Cognizant)" userId="bc0f958c-b2bb-43fd-a0f4-66d25c03bf18" providerId="ADAL" clId="{A011FBD5-8D2B-40AB-9560-28DD8B196FA1}" dt="2023-07-07T07:50:44.749" v="2" actId="47"/>
        <pc:sldMkLst>
          <pc:docMk/>
          <pc:sldMk cId="2964053106" sldId="357"/>
        </pc:sldMkLst>
      </pc:sldChg>
      <pc:sldChg chg="addSp delSp modSp add mod delAnim modAnim">
        <pc:chgData name="Biswas, Souvik (Cognizant)" userId="bc0f958c-b2bb-43fd-a0f4-66d25c03bf18" providerId="ADAL" clId="{A011FBD5-8D2B-40AB-9560-28DD8B196FA1}" dt="2023-07-07T07:58:46.556" v="36" actId="207"/>
        <pc:sldMkLst>
          <pc:docMk/>
          <pc:sldMk cId="117732452" sldId="716"/>
        </pc:sldMkLst>
      </pc:sldChg>
      <pc:sldChg chg="addSp delSp modSp add mod delAnim modAnim">
        <pc:chgData name="Biswas, Souvik (Cognizant)" userId="bc0f958c-b2bb-43fd-a0f4-66d25c03bf18" providerId="ADAL" clId="{A011FBD5-8D2B-40AB-9560-28DD8B196FA1}" dt="2023-07-07T07:59:19.614" v="42" actId="1076"/>
        <pc:sldMkLst>
          <pc:docMk/>
          <pc:sldMk cId="2068353758" sldId="717"/>
        </pc:sldMkLst>
      </pc:sldChg>
      <pc:sldChg chg="add del">
        <pc:chgData name="Biswas, Souvik (Cognizant)" userId="bc0f958c-b2bb-43fd-a0f4-66d25c03bf18" providerId="ADAL" clId="{A011FBD5-8D2B-40AB-9560-28DD8B196FA1}" dt="2023-07-07T07:57:12.928" v="19" actId="2890"/>
        <pc:sldMkLst>
          <pc:docMk/>
          <pc:sldMk cId="348078250" sldId="718"/>
        </pc:sldMkLst>
      </pc:sldChg>
      <pc:sldChg chg="addSp delSp modSp add mod delAnim modAnim">
        <pc:chgData name="Biswas, Souvik (Cognizant)" userId="bc0f958c-b2bb-43fd-a0f4-66d25c03bf18" providerId="ADAL" clId="{A011FBD5-8D2B-40AB-9560-28DD8B196FA1}" dt="2023-07-07T07:59:49.872" v="47" actId="1076"/>
        <pc:sldMkLst>
          <pc:docMk/>
          <pc:sldMk cId="3157163872" sldId="718"/>
        </pc:sldMkLst>
      </pc:sldChg>
      <pc:sldChg chg="add del">
        <pc:chgData name="Biswas, Souvik (Cognizant)" userId="bc0f958c-b2bb-43fd-a0f4-66d25c03bf18" providerId="ADAL" clId="{A011FBD5-8D2B-40AB-9560-28DD8B196FA1}" dt="2023-07-07T07:57:24.219" v="21" actId="47"/>
        <pc:sldMkLst>
          <pc:docMk/>
          <pc:sldMk cId="3714631668" sldId="718"/>
        </pc:sldMkLst>
      </pc:sldChg>
      <pc:sldChg chg="addSp delSp modSp add mod delAnim modAnim">
        <pc:chgData name="Biswas, Souvik (Cognizant)" userId="bc0f958c-b2bb-43fd-a0f4-66d25c03bf18" providerId="ADAL" clId="{A011FBD5-8D2B-40AB-9560-28DD8B196FA1}" dt="2023-07-07T08:01:21.962" v="53" actId="207"/>
        <pc:sldMkLst>
          <pc:docMk/>
          <pc:sldMk cId="4225110154" sldId="719"/>
        </pc:sldMkLst>
      </pc:sldChg>
      <pc:sldChg chg="addSp delSp modSp add mod delAnim modAnim">
        <pc:chgData name="Biswas, Souvik (Cognizant)" userId="bc0f958c-b2bb-43fd-a0f4-66d25c03bf18" providerId="ADAL" clId="{A011FBD5-8D2B-40AB-9560-28DD8B196FA1}" dt="2023-07-07T08:01:51.799" v="57" actId="1076"/>
        <pc:sldMkLst>
          <pc:docMk/>
          <pc:sldMk cId="3618173197" sldId="720"/>
        </pc:sldMkLst>
      </pc:sldChg>
      <pc:sldChg chg="modSp add mod">
        <pc:chgData name="Biswas, Souvik (Cognizant)" userId="bc0f958c-b2bb-43fd-a0f4-66d25c03bf18" providerId="ADAL" clId="{A011FBD5-8D2B-40AB-9560-28DD8B196FA1}" dt="2023-07-07T08:03:08.342" v="71" actId="403"/>
        <pc:sldMkLst>
          <pc:docMk/>
          <pc:sldMk cId="2299533314" sldId="721"/>
        </pc:sldMkLst>
      </pc:sldChg>
      <pc:sldChg chg="modSp add mod">
        <pc:chgData name="Biswas, Souvik (Cognizant)" userId="bc0f958c-b2bb-43fd-a0f4-66d25c03bf18" providerId="ADAL" clId="{A011FBD5-8D2B-40AB-9560-28DD8B196FA1}" dt="2023-07-07T08:04:09.560" v="78" actId="14100"/>
        <pc:sldMkLst>
          <pc:docMk/>
          <pc:sldMk cId="4209230136" sldId="722"/>
        </pc:sldMkLst>
      </pc:sldChg>
      <pc:sldChg chg="modSp add mod">
        <pc:chgData name="Biswas, Souvik (Cognizant)" userId="bc0f958c-b2bb-43fd-a0f4-66d25c03bf18" providerId="ADAL" clId="{A011FBD5-8D2B-40AB-9560-28DD8B196FA1}" dt="2023-07-07T08:05:30.311" v="84" actId="403"/>
        <pc:sldMkLst>
          <pc:docMk/>
          <pc:sldMk cId="2595831959" sldId="723"/>
        </pc:sldMkLst>
      </pc:sldChg>
      <pc:sldChg chg="modSp add mod">
        <pc:chgData name="Biswas, Souvik (Cognizant)" userId="bc0f958c-b2bb-43fd-a0f4-66d25c03bf18" providerId="ADAL" clId="{A011FBD5-8D2B-40AB-9560-28DD8B196FA1}" dt="2023-07-07T08:05:51.912" v="88" actId="255"/>
        <pc:sldMkLst>
          <pc:docMk/>
          <pc:sldMk cId="1320434708" sldId="724"/>
        </pc:sldMkLst>
      </pc:sldChg>
      <pc:sldChg chg="modSp add mod">
        <pc:chgData name="Biswas, Souvik (Cognizant)" userId="bc0f958c-b2bb-43fd-a0f4-66d25c03bf18" providerId="ADAL" clId="{A011FBD5-8D2B-40AB-9560-28DD8B196FA1}" dt="2023-07-07T08:06:37.842" v="93" actId="14100"/>
        <pc:sldMkLst>
          <pc:docMk/>
          <pc:sldMk cId="4286648313" sldId="725"/>
        </pc:sldMkLst>
      </pc:sldChg>
      <pc:sldChg chg="modSp add mod">
        <pc:chgData name="Biswas, Souvik (Cognizant)" userId="bc0f958c-b2bb-43fd-a0f4-66d25c03bf18" providerId="ADAL" clId="{A011FBD5-8D2B-40AB-9560-28DD8B196FA1}" dt="2023-07-07T08:06:54.124" v="96" actId="255"/>
        <pc:sldMkLst>
          <pc:docMk/>
          <pc:sldMk cId="3706453605" sldId="726"/>
        </pc:sldMkLst>
      </pc:sldChg>
      <pc:sldChg chg="modSp add mod">
        <pc:chgData name="Biswas, Souvik (Cognizant)" userId="bc0f958c-b2bb-43fd-a0f4-66d25c03bf18" providerId="ADAL" clId="{A011FBD5-8D2B-40AB-9560-28DD8B196FA1}" dt="2023-07-07T08:07:29.043" v="102" actId="14100"/>
        <pc:sldMkLst>
          <pc:docMk/>
          <pc:sldMk cId="280892330" sldId="727"/>
        </pc:sldMkLst>
      </pc:sldChg>
      <pc:sldChg chg="modSp add mod">
        <pc:chgData name="Biswas, Souvik (Cognizant)" userId="bc0f958c-b2bb-43fd-a0f4-66d25c03bf18" providerId="ADAL" clId="{A011FBD5-8D2B-40AB-9560-28DD8B196FA1}" dt="2023-07-07T08:08:04.489" v="107" actId="14100"/>
        <pc:sldMkLst>
          <pc:docMk/>
          <pc:sldMk cId="2043775444" sldId="728"/>
        </pc:sldMkLst>
      </pc:sldChg>
      <pc:sldChg chg="addSp modSp add mod">
        <pc:chgData name="Biswas, Souvik (Cognizant)" userId="bc0f958c-b2bb-43fd-a0f4-66d25c03bf18" providerId="ADAL" clId="{A011FBD5-8D2B-40AB-9560-28DD8B196FA1}" dt="2023-07-07T08:27:17.218" v="140"/>
        <pc:sldMkLst>
          <pc:docMk/>
          <pc:sldMk cId="2431140930" sldId="729"/>
        </pc:sldMkLst>
      </pc:sldChg>
      <pc:sldChg chg="add del">
        <pc:chgData name="Biswas, Souvik (Cognizant)" userId="bc0f958c-b2bb-43fd-a0f4-66d25c03bf18" providerId="ADAL" clId="{A011FBD5-8D2B-40AB-9560-28DD8B196FA1}" dt="2023-07-07T08:13:40.300" v="110" actId="47"/>
        <pc:sldMkLst>
          <pc:docMk/>
          <pc:sldMk cId="3437174249" sldId="729"/>
        </pc:sldMkLst>
      </pc:sldChg>
      <pc:sldChg chg="addSp delSp modSp add mod">
        <pc:chgData name="Biswas, Souvik (Cognizant)" userId="bc0f958c-b2bb-43fd-a0f4-66d25c03bf18" providerId="ADAL" clId="{A011FBD5-8D2B-40AB-9560-28DD8B196FA1}" dt="2023-07-07T08:29:25.738" v="151" actId="1076"/>
        <pc:sldMkLst>
          <pc:docMk/>
          <pc:sldMk cId="2487265716" sldId="730"/>
        </pc:sldMkLst>
      </pc:sldChg>
      <pc:sldChg chg="add del ord">
        <pc:chgData name="Biswas, Souvik (Cognizant)" userId="bc0f958c-b2bb-43fd-a0f4-66d25c03bf18" providerId="ADAL" clId="{A011FBD5-8D2B-40AB-9560-28DD8B196FA1}" dt="2023-07-07T08:27:01.406" v="138" actId="2890"/>
        <pc:sldMkLst>
          <pc:docMk/>
          <pc:sldMk cId="3193142608" sldId="730"/>
        </pc:sldMkLst>
      </pc:sldChg>
      <pc:sldChg chg="addSp delSp modSp add mod">
        <pc:chgData name="Biswas, Souvik (Cognizant)" userId="bc0f958c-b2bb-43fd-a0f4-66d25c03bf18" providerId="ADAL" clId="{A011FBD5-8D2B-40AB-9560-28DD8B196FA1}" dt="2023-07-07T08:34:00.114" v="168" actId="1076"/>
        <pc:sldMkLst>
          <pc:docMk/>
          <pc:sldMk cId="2928779783" sldId="731"/>
        </pc:sldMkLst>
      </pc:sldChg>
      <pc:sldChg chg="addSp delSp modSp add mod">
        <pc:chgData name="Biswas, Souvik (Cognizant)" userId="bc0f958c-b2bb-43fd-a0f4-66d25c03bf18" providerId="ADAL" clId="{A011FBD5-8D2B-40AB-9560-28DD8B196FA1}" dt="2023-07-07T09:57:31.200" v="180" actId="1076"/>
        <pc:sldMkLst>
          <pc:docMk/>
          <pc:sldMk cId="191858629" sldId="732"/>
        </pc:sldMkLst>
      </pc:sldChg>
      <pc:sldChg chg="addSp delSp modSp add mod ord">
        <pc:chgData name="Biswas, Souvik (Cognizant)" userId="bc0f958c-b2bb-43fd-a0f4-66d25c03bf18" providerId="ADAL" clId="{A011FBD5-8D2B-40AB-9560-28DD8B196FA1}" dt="2023-07-07T09:58:44.872" v="190" actId="1076"/>
        <pc:sldMkLst>
          <pc:docMk/>
          <pc:sldMk cId="926579532" sldId="733"/>
        </pc:sldMkLst>
      </pc:sldChg>
      <pc:sldChg chg="delSp modSp add mod">
        <pc:chgData name="Biswas, Souvik (Cognizant)" userId="bc0f958c-b2bb-43fd-a0f4-66d25c03bf18" providerId="ADAL" clId="{A011FBD5-8D2B-40AB-9560-28DD8B196FA1}" dt="2023-07-07T10:04:19.931" v="211" actId="14100"/>
        <pc:sldMkLst>
          <pc:docMk/>
          <pc:sldMk cId="1207859680" sldId="734"/>
        </pc:sldMkLst>
      </pc:sldChg>
      <pc:sldChg chg="addSp modSp add mod">
        <pc:chgData name="Biswas, Souvik (Cognizant)" userId="bc0f958c-b2bb-43fd-a0f4-66d25c03bf18" providerId="ADAL" clId="{A011FBD5-8D2B-40AB-9560-28DD8B196FA1}" dt="2023-07-07T10:22:43.809" v="232" actId="208"/>
        <pc:sldMkLst>
          <pc:docMk/>
          <pc:sldMk cId="3246294101" sldId="735"/>
        </pc:sldMkLst>
      </pc:sldChg>
      <pc:sldChg chg="addSp modSp add mod">
        <pc:chgData name="Biswas, Souvik (Cognizant)" userId="bc0f958c-b2bb-43fd-a0f4-66d25c03bf18" providerId="ADAL" clId="{A011FBD5-8D2B-40AB-9560-28DD8B196FA1}" dt="2023-07-07T10:29:32.701" v="248" actId="1076"/>
        <pc:sldMkLst>
          <pc:docMk/>
          <pc:sldMk cId="2653497813" sldId="736"/>
        </pc:sldMkLst>
      </pc:sldChg>
      <pc:sldChg chg="addSp modSp add mod">
        <pc:chgData name="Biswas, Souvik (Cognizant)" userId="bc0f958c-b2bb-43fd-a0f4-66d25c03bf18" providerId="ADAL" clId="{A011FBD5-8D2B-40AB-9560-28DD8B196FA1}" dt="2023-07-07T10:33:51.337" v="259" actId="208"/>
        <pc:sldMkLst>
          <pc:docMk/>
          <pc:sldMk cId="785659258" sldId="737"/>
        </pc:sldMkLst>
      </pc:sldChg>
      <pc:sldChg chg="delSp modSp add mod">
        <pc:chgData name="Biswas, Souvik (Cognizant)" userId="bc0f958c-b2bb-43fd-a0f4-66d25c03bf18" providerId="ADAL" clId="{A011FBD5-8D2B-40AB-9560-28DD8B196FA1}" dt="2023-07-07T11:14:24.792" v="271" actId="12"/>
        <pc:sldMkLst>
          <pc:docMk/>
          <pc:sldMk cId="1027758448" sldId="738"/>
        </pc:sldMkLst>
      </pc:sldChg>
      <pc:sldChg chg="addSp modSp add mod ord">
        <pc:chgData name="Biswas, Souvik (Cognizant)" userId="bc0f958c-b2bb-43fd-a0f4-66d25c03bf18" providerId="ADAL" clId="{A011FBD5-8D2B-40AB-9560-28DD8B196FA1}" dt="2023-07-15T15:40:27.110" v="292" actId="207"/>
        <pc:sldMkLst>
          <pc:docMk/>
          <pc:sldMk cId="1463818489" sldId="739"/>
        </pc:sldMkLst>
      </pc:sldChg>
      <pc:sldChg chg="addSp modSp add mod ord">
        <pc:chgData name="Biswas, Souvik (Cognizant)" userId="bc0f958c-b2bb-43fd-a0f4-66d25c03bf18" providerId="ADAL" clId="{A011FBD5-8D2B-40AB-9560-28DD8B196FA1}" dt="2023-07-15T15:54:24.086" v="327" actId="208"/>
        <pc:sldMkLst>
          <pc:docMk/>
          <pc:sldMk cId="1749972694" sldId="740"/>
        </pc:sldMkLst>
      </pc:sldChg>
      <pc:sldChg chg="addSp modSp add mod">
        <pc:chgData name="Biswas, Souvik (Cognizant)" userId="bc0f958c-b2bb-43fd-a0f4-66d25c03bf18" providerId="ADAL" clId="{A011FBD5-8D2B-40AB-9560-28DD8B196FA1}" dt="2023-07-15T15:52:53.555" v="315" actId="207"/>
        <pc:sldMkLst>
          <pc:docMk/>
          <pc:sldMk cId="360885843" sldId="741"/>
        </pc:sldMkLst>
      </pc:sldChg>
      <pc:sldChg chg="addSp modSp add mod ord">
        <pc:chgData name="Biswas, Souvik (Cognizant)" userId="bc0f958c-b2bb-43fd-a0f4-66d25c03bf18" providerId="ADAL" clId="{A011FBD5-8D2B-40AB-9560-28DD8B196FA1}" dt="2023-07-15T16:05:40.760" v="341" actId="1076"/>
        <pc:sldMkLst>
          <pc:docMk/>
          <pc:sldMk cId="1080976049" sldId="742"/>
        </pc:sldMkLst>
      </pc:sldChg>
      <pc:sldChg chg="addSp modSp add mod ord">
        <pc:chgData name="Biswas, Souvik (Cognizant)" userId="bc0f958c-b2bb-43fd-a0f4-66d25c03bf18" providerId="ADAL" clId="{A011FBD5-8D2B-40AB-9560-28DD8B196FA1}" dt="2023-07-15T16:16:02.177" v="362" actId="1076"/>
        <pc:sldMkLst>
          <pc:docMk/>
          <pc:sldMk cId="4086125584" sldId="743"/>
        </pc:sldMkLst>
      </pc:sldChg>
      <pc:sldChg chg="addSp delSp modSp add mod ord">
        <pc:chgData name="Biswas, Souvik (Cognizant)" userId="bc0f958c-b2bb-43fd-a0f4-66d25c03bf18" providerId="ADAL" clId="{A011FBD5-8D2B-40AB-9560-28DD8B196FA1}" dt="2023-07-15T16:29:51.969" v="391" actId="20577"/>
        <pc:sldMkLst>
          <pc:docMk/>
          <pc:sldMk cId="1235911037" sldId="744"/>
        </pc:sldMkLst>
      </pc:sldChg>
      <pc:sldChg chg="addSp modSp add mod ord">
        <pc:chgData name="Biswas, Souvik (Cognizant)" userId="bc0f958c-b2bb-43fd-a0f4-66d25c03bf18" providerId="ADAL" clId="{A011FBD5-8D2B-40AB-9560-28DD8B196FA1}" dt="2023-07-15T16:30:29.393" v="398" actId="208"/>
        <pc:sldMkLst>
          <pc:docMk/>
          <pc:sldMk cId="467205337" sldId="745"/>
        </pc:sldMkLst>
      </pc:sldChg>
      <pc:sldChg chg="addSp delSp modSp add mod ord">
        <pc:chgData name="Biswas, Souvik (Cognizant)" userId="bc0f958c-b2bb-43fd-a0f4-66d25c03bf18" providerId="ADAL" clId="{A011FBD5-8D2B-40AB-9560-28DD8B196FA1}" dt="2023-07-15T16:34:25.802" v="421" actId="208"/>
        <pc:sldMkLst>
          <pc:docMk/>
          <pc:sldMk cId="615021943" sldId="746"/>
        </pc:sldMkLst>
      </pc:sldChg>
      <pc:sldChg chg="addSp delSp modSp add mod">
        <pc:chgData name="Biswas, Souvik (Cognizant)" userId="bc0f958c-b2bb-43fd-a0f4-66d25c03bf18" providerId="ADAL" clId="{A011FBD5-8D2B-40AB-9560-28DD8B196FA1}" dt="2023-07-15T16:45:40.093" v="447" actId="207"/>
        <pc:sldMkLst>
          <pc:docMk/>
          <pc:sldMk cId="668995611" sldId="747"/>
        </pc:sldMkLst>
      </pc:sldChg>
      <pc:sldChg chg="addSp modSp add mod ord">
        <pc:chgData name="Biswas, Souvik (Cognizant)" userId="bc0f958c-b2bb-43fd-a0f4-66d25c03bf18" providerId="ADAL" clId="{A011FBD5-8D2B-40AB-9560-28DD8B196FA1}" dt="2023-07-15T16:50:16.304" v="456" actId="1076"/>
        <pc:sldMkLst>
          <pc:docMk/>
          <pc:sldMk cId="2915554210" sldId="748"/>
        </pc:sldMkLst>
      </pc:sldChg>
      <pc:sldChg chg="addSp modSp add mod ord">
        <pc:chgData name="Biswas, Souvik (Cognizant)" userId="bc0f958c-b2bb-43fd-a0f4-66d25c03bf18" providerId="ADAL" clId="{A011FBD5-8D2B-40AB-9560-28DD8B196FA1}" dt="2023-07-15T17:05:49.866" v="471" actId="208"/>
        <pc:sldMkLst>
          <pc:docMk/>
          <pc:sldMk cId="1215587683" sldId="749"/>
        </pc:sldMkLst>
      </pc:sldChg>
      <pc:sldChg chg="addSp delSp modSp add mod">
        <pc:chgData name="Biswas, Souvik (Cognizant)" userId="bc0f958c-b2bb-43fd-a0f4-66d25c03bf18" providerId="ADAL" clId="{A011FBD5-8D2B-40AB-9560-28DD8B196FA1}" dt="2023-07-15T17:06:52.088" v="481" actId="208"/>
        <pc:sldMkLst>
          <pc:docMk/>
          <pc:sldMk cId="2322035502" sldId="750"/>
        </pc:sldMkLst>
      </pc:sldChg>
      <pc:sldChg chg="add del">
        <pc:chgData name="Biswas, Souvik (Cognizant)" userId="bc0f958c-b2bb-43fd-a0f4-66d25c03bf18" providerId="ADAL" clId="{A011FBD5-8D2B-40AB-9560-28DD8B196FA1}" dt="2023-07-15T17:07:09.197" v="484" actId="2890"/>
        <pc:sldMkLst>
          <pc:docMk/>
          <pc:sldMk cId="626255730" sldId="751"/>
        </pc:sldMkLst>
      </pc:sldChg>
      <pc:sldChg chg="delSp modSp add mod">
        <pc:chgData name="Biswas, Souvik (Cognizant)" userId="bc0f958c-b2bb-43fd-a0f4-66d25c03bf18" providerId="ADAL" clId="{A011FBD5-8D2B-40AB-9560-28DD8B196FA1}" dt="2023-07-15T17:19:58.844" v="540" actId="255"/>
        <pc:sldMkLst>
          <pc:docMk/>
          <pc:sldMk cId="1649771132" sldId="751"/>
        </pc:sldMkLst>
      </pc:sldChg>
      <pc:sldChg chg="addSp delSp modSp add mod ord">
        <pc:chgData name="Biswas, Souvik (Cognizant)" userId="bc0f958c-b2bb-43fd-a0f4-66d25c03bf18" providerId="ADAL" clId="{A011FBD5-8D2B-40AB-9560-28DD8B196FA1}" dt="2023-07-15T17:22:38.267" v="553" actId="207"/>
        <pc:sldMkLst>
          <pc:docMk/>
          <pc:sldMk cId="1378170945" sldId="752"/>
        </pc:sldMkLst>
      </pc:sldChg>
      <pc:sldChg chg="addSp delSp modSp add mod ord">
        <pc:chgData name="Biswas, Souvik (Cognizant)" userId="bc0f958c-b2bb-43fd-a0f4-66d25c03bf18" providerId="ADAL" clId="{A011FBD5-8D2B-40AB-9560-28DD8B196FA1}" dt="2023-07-15T17:24:30.066" v="574" actId="2710"/>
        <pc:sldMkLst>
          <pc:docMk/>
          <pc:sldMk cId="2648451797" sldId="753"/>
        </pc:sldMkLst>
      </pc:sldChg>
      <pc:sldChg chg="addSp modSp add mod ord">
        <pc:chgData name="Biswas, Souvik (Cognizant)" userId="bc0f958c-b2bb-43fd-a0f4-66d25c03bf18" providerId="ADAL" clId="{A011FBD5-8D2B-40AB-9560-28DD8B196FA1}" dt="2023-07-15T17:28:08.403" v="584" actId="208"/>
        <pc:sldMkLst>
          <pc:docMk/>
          <pc:sldMk cId="2077076820" sldId="754"/>
        </pc:sldMkLst>
      </pc:sldChg>
      <pc:sldChg chg="addSp delSp modSp add mod ord">
        <pc:chgData name="Biswas, Souvik (Cognizant)" userId="bc0f958c-b2bb-43fd-a0f4-66d25c03bf18" providerId="ADAL" clId="{A011FBD5-8D2B-40AB-9560-28DD8B196FA1}" dt="2023-07-15T17:31:47.920" v="596" actId="208"/>
        <pc:sldMkLst>
          <pc:docMk/>
          <pc:sldMk cId="1045144603" sldId="755"/>
        </pc:sldMkLst>
      </pc:sldChg>
      <pc:sldChg chg="addSp modSp add mod ord">
        <pc:chgData name="Biswas, Souvik (Cognizant)" userId="bc0f958c-b2bb-43fd-a0f4-66d25c03bf18" providerId="ADAL" clId="{A011FBD5-8D2B-40AB-9560-28DD8B196FA1}" dt="2023-07-15T17:32:48.964" v="607" actId="207"/>
        <pc:sldMkLst>
          <pc:docMk/>
          <pc:sldMk cId="2787084248" sldId="756"/>
        </pc:sldMkLst>
      </pc:sldChg>
      <pc:sldChg chg="addSp delSp modSp add mod ord">
        <pc:chgData name="Biswas, Souvik (Cognizant)" userId="bc0f958c-b2bb-43fd-a0f4-66d25c03bf18" providerId="ADAL" clId="{A011FBD5-8D2B-40AB-9560-28DD8B196FA1}" dt="2023-07-15T17:34:00.611" v="621" actId="208"/>
        <pc:sldMkLst>
          <pc:docMk/>
          <pc:sldMk cId="3235158438" sldId="757"/>
        </pc:sldMkLst>
      </pc:sldChg>
      <pc:sldChg chg="addSp delSp modSp add mod ord">
        <pc:chgData name="Biswas, Souvik (Cognizant)" userId="bc0f958c-b2bb-43fd-a0f4-66d25c03bf18" providerId="ADAL" clId="{A011FBD5-8D2B-40AB-9560-28DD8B196FA1}" dt="2023-07-15T17:34:59.137" v="629" actId="208"/>
        <pc:sldMkLst>
          <pc:docMk/>
          <pc:sldMk cId="3652518910" sldId="758"/>
        </pc:sldMkLst>
      </pc:sldChg>
      <pc:sldMasterChg chg="delSldLayout">
        <pc:chgData name="Biswas, Souvik (Cognizant)" userId="bc0f958c-b2bb-43fd-a0f4-66d25c03bf18" providerId="ADAL" clId="{A011FBD5-8D2B-40AB-9560-28DD8B196FA1}" dt="2023-07-07T08:15:02.476" v="118" actId="47"/>
        <pc:sldMasterMkLst>
          <pc:docMk/>
          <pc:sldMasterMk cId="440358670" sldId="2147483674"/>
        </pc:sldMasterMkLst>
        <pc:sldLayoutChg chg="del">
          <pc:chgData name="Biswas, Souvik (Cognizant)" userId="bc0f958c-b2bb-43fd-a0f4-66d25c03bf18" providerId="ADAL" clId="{A011FBD5-8D2B-40AB-9560-28DD8B196FA1}" dt="2023-07-07T08:15:02.476" v="118" actId="47"/>
          <pc:sldLayoutMkLst>
            <pc:docMk/>
            <pc:sldMasterMk cId="440358670" sldId="2147483674"/>
            <pc:sldLayoutMk cId="0" sldId="2147483690"/>
          </pc:sldLayoutMkLst>
        </pc:sldLayoutChg>
        <pc:sldLayoutChg chg="del">
          <pc:chgData name="Biswas, Souvik (Cognizant)" userId="bc0f958c-b2bb-43fd-a0f4-66d25c03bf18" providerId="ADAL" clId="{A011FBD5-8D2B-40AB-9560-28DD8B196FA1}" dt="2023-07-07T07:54:37.036" v="14" actId="47"/>
          <pc:sldLayoutMkLst>
            <pc:docMk/>
            <pc:sldMasterMk cId="440358670" sldId="2147483674"/>
            <pc:sldLayoutMk cId="0" sldId="2147483692"/>
          </pc:sldLayoutMkLst>
        </pc:sldLayoutChg>
        <pc:sldLayoutChg chg="del">
          <pc:chgData name="Biswas, Souvik (Cognizant)" userId="bc0f958c-b2bb-43fd-a0f4-66d25c03bf18" providerId="ADAL" clId="{A011FBD5-8D2B-40AB-9560-28DD8B196FA1}" dt="2023-07-07T08:08:09.439" v="108" actId="47"/>
          <pc:sldLayoutMkLst>
            <pc:docMk/>
            <pc:sldMasterMk cId="440358670" sldId="2147483674"/>
            <pc:sldLayoutMk cId="3283858205" sldId="2147483693"/>
          </pc:sldLayoutMkLst>
        </pc:sldLayoutChg>
        <pc:sldLayoutChg chg="del">
          <pc:chgData name="Biswas, Souvik (Cognizant)" userId="bc0f958c-b2bb-43fd-a0f4-66d25c03bf18" providerId="ADAL" clId="{A011FBD5-8D2B-40AB-9560-28DD8B196FA1}" dt="2023-07-07T08:01:55.300" v="58" actId="47"/>
          <pc:sldLayoutMkLst>
            <pc:docMk/>
            <pc:sldMasterMk cId="440358670" sldId="2147483674"/>
            <pc:sldLayoutMk cId="119513907" sldId="2147483694"/>
          </pc:sldLayoutMkLst>
        </pc:sldLayoutChg>
      </pc:sldMasterChg>
    </pc:docChg>
  </pc:docChgLst>
  <pc:docChgLst>
    <pc:chgData name="Singh, Navneet (Contractor)" userId="44d8c666-e715-4082-b32d-41af949705ef" providerId="ADAL" clId="{017D159A-6620-497C-8446-9A6FE29B0C27}"/>
    <pc:docChg chg="modSld">
      <pc:chgData name="Singh, Navneet (Contractor)" userId="44d8c666-e715-4082-b32d-41af949705ef" providerId="ADAL" clId="{017D159A-6620-497C-8446-9A6FE29B0C27}" dt="2025-07-29T03:57:48.609" v="1" actId="14100"/>
      <pc:docMkLst>
        <pc:docMk/>
      </pc:docMkLst>
      <pc:sldChg chg="modSp mod">
        <pc:chgData name="Singh, Navneet (Contractor)" userId="44d8c666-e715-4082-b32d-41af949705ef" providerId="ADAL" clId="{017D159A-6620-497C-8446-9A6FE29B0C27}" dt="2025-07-29T03:57:48.609" v="1" actId="14100"/>
        <pc:sldMkLst>
          <pc:docMk/>
          <pc:sldMk cId="2487265716" sldId="730"/>
        </pc:sldMkLst>
        <pc:spChg chg="mod">
          <ac:chgData name="Singh, Navneet (Contractor)" userId="44d8c666-e715-4082-b32d-41af949705ef" providerId="ADAL" clId="{017D159A-6620-497C-8446-9A6FE29B0C27}" dt="2025-07-29T03:57:48.609" v="1" actId="14100"/>
          <ac:spMkLst>
            <pc:docMk/>
            <pc:sldMk cId="2487265716" sldId="730"/>
            <ac:spMk id="2" creationId="{E5A63820-092F-35E6-E8BF-2B62EEE2113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1. User can themselves add necessary account to their territory.</a:t>
          </a:r>
        </a:p>
        <a:p>
          <a:r>
            <a:rPr lang="en-US" sz="1800" dirty="0">
              <a:solidFill>
                <a:schemeClr val="bg1"/>
              </a:solidFill>
              <a:latin typeface="Arial" panose="020B0604020202020204" pitchFamily="34" charset="0"/>
              <a:cs typeface="Arial" panose="020B0604020202020204" pitchFamily="34" charset="0"/>
            </a:rPr>
            <a:t>State True or False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2694411E-D34C-4240-AF20-E74CAA0115A7}">
      <dgm:prSe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4B675CAB-FCD1-423E-A366-BD8F24618A48}" type="parTrans" cxnId="{6EFC2E38-DEEC-4969-8F9F-8F4E00C3EC61}">
      <dgm:prSet/>
      <dgm:spPr/>
      <dgm:t>
        <a:bodyPr/>
        <a:lstStyle/>
        <a:p>
          <a:endParaRPr lang="en-US"/>
        </a:p>
      </dgm:t>
    </dgm:pt>
    <dgm:pt modelId="{EFFB9578-C2EF-4913-BAC9-27BB7452EF41}" type="sibTrans" cxnId="{6EFC2E38-DEEC-4969-8F9F-8F4E00C3EC6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67065"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6EFC2E38-DEEC-4969-8F9F-8F4E00C3EC61}" srcId="{2C8EA471-3542-4573-A8BF-295862507B6E}" destId="{2694411E-D34C-4240-AF20-E74CAA0115A7}" srcOrd="1" destOrd="0" parTransId="{4B675CAB-FCD1-423E-A366-BD8F24618A48}" sibTransId="{EFFB9578-C2EF-4913-BAC9-27BB7452EF41}"/>
    <dgm:cxn modelId="{1524638D-6358-4EBC-99B6-14796BAFA37A}" type="presOf" srcId="{2C8EA471-3542-4573-A8BF-295862507B6E}" destId="{B6F44C7D-37FA-4A88-A65B-56F3574B16C2}" srcOrd="0" destOrd="0" presId="urn:microsoft.com/office/officeart/2005/8/layout/vList2"/>
    <dgm:cxn modelId="{2629E68D-3944-4BA2-9986-32D661671DF3}" type="presOf" srcId="{2694411E-D34C-4240-AF20-E74CAA0115A7}" destId="{0EBE7C70-51AD-4402-A9D8-36889ADBC56A}" srcOrd="0" destOrd="1"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2. My accounts show data from which objects?</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Accounts</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B2E0539C-645C-42B9-A4AA-5DAAF90F0A7E}">
      <dgm:prSet custT="1"/>
      <dgm:spPr/>
      <dgm:t>
        <a:bodyPr/>
        <a:lstStyle/>
        <a:p>
          <a:r>
            <a:rPr lang="en-US" sz="1800" b="0">
              <a:solidFill>
                <a:schemeClr val="bg1"/>
              </a:solidFill>
              <a:latin typeface="Arial" panose="020B0604020202020204" pitchFamily="34" charset="0"/>
              <a:cs typeface="Arial" panose="020B0604020202020204" pitchFamily="34" charset="0"/>
            </a:rPr>
            <a:t>Address</a:t>
          </a:r>
          <a:endParaRPr lang="en-US" sz="1800" b="0" dirty="0">
            <a:solidFill>
              <a:schemeClr val="bg1"/>
            </a:solidFill>
            <a:latin typeface="Arial" panose="020B0604020202020204" pitchFamily="34" charset="0"/>
            <a:cs typeface="Arial" panose="020B0604020202020204" pitchFamily="34" charset="0"/>
          </a:endParaRPr>
        </a:p>
      </dgm:t>
    </dgm:pt>
    <dgm:pt modelId="{16D9FC7F-8582-4097-8246-3E8A0FA1C41E}" type="parTrans" cxnId="{29A915E6-3FFE-4D49-8E5B-8B226E60E055}">
      <dgm:prSet/>
      <dgm:spPr/>
      <dgm:t>
        <a:bodyPr/>
        <a:lstStyle/>
        <a:p>
          <a:endParaRPr lang="en-US"/>
        </a:p>
      </dgm:t>
    </dgm:pt>
    <dgm:pt modelId="{252C47C0-66A5-4DD8-B1F8-2DBCC69470E9}" type="sibTrans" cxnId="{29A915E6-3FFE-4D49-8E5B-8B226E60E055}">
      <dgm:prSet/>
      <dgm:spPr/>
      <dgm:t>
        <a:bodyPr/>
        <a:lstStyle/>
        <a:p>
          <a:endParaRPr lang="en-US"/>
        </a:p>
      </dgm:t>
    </dgm:pt>
    <dgm:pt modelId="{983A2F98-028F-4EF8-B28A-71C9DF4E508F}">
      <dgm:prSet custT="1"/>
      <dgm:spPr/>
      <dgm:t>
        <a:bodyPr/>
        <a:lstStyle/>
        <a:p>
          <a:r>
            <a:rPr lang="en-US" sz="1800" b="0" dirty="0">
              <a:solidFill>
                <a:schemeClr val="bg1"/>
              </a:solidFill>
              <a:latin typeface="Arial" panose="020B0604020202020204" pitchFamily="34" charset="0"/>
              <a:cs typeface="Arial" panose="020B0604020202020204" pitchFamily="34" charset="0"/>
            </a:rPr>
            <a:t>Territory Field</a:t>
          </a:r>
        </a:p>
      </dgm:t>
    </dgm:pt>
    <dgm:pt modelId="{620D02B5-09E8-41CF-82D6-3F398264E7D4}" type="parTrans" cxnId="{4820882E-FC44-47A6-A1C3-6929F5F3F326}">
      <dgm:prSet/>
      <dgm:spPr/>
      <dgm:t>
        <a:bodyPr/>
        <a:lstStyle/>
        <a:p>
          <a:endParaRPr lang="en-US"/>
        </a:p>
      </dgm:t>
    </dgm:pt>
    <dgm:pt modelId="{83A3461E-7141-460A-B21E-E0F1F3326EF0}" type="sibTrans" cxnId="{4820882E-FC44-47A6-A1C3-6929F5F3F326}">
      <dgm:prSet/>
      <dgm:spPr/>
      <dgm:t>
        <a:bodyPr/>
        <a:lstStyle/>
        <a:p>
          <a:endParaRPr lang="en-US"/>
        </a:p>
      </dgm:t>
    </dgm:pt>
    <dgm:pt modelId="{1971DC32-9B14-49CD-A196-B458F13A412F}">
      <dgm:prSet custT="1"/>
      <dgm:spPr/>
      <dgm:t>
        <a:bodyPr/>
        <a:lstStyle/>
        <a:p>
          <a:r>
            <a:rPr lang="en-US" sz="1800" b="0" dirty="0">
              <a:solidFill>
                <a:schemeClr val="bg1"/>
              </a:solidFill>
              <a:latin typeface="Arial" panose="020B0604020202020204" pitchFamily="34" charset="0"/>
              <a:cs typeface="Arial" panose="020B0604020202020204" pitchFamily="34" charset="0"/>
            </a:rPr>
            <a:t>Product Metrics</a:t>
          </a:r>
        </a:p>
      </dgm:t>
    </dgm:pt>
    <dgm:pt modelId="{A2A5646C-6786-41FE-AAAB-9A36E63178B0}" type="parTrans" cxnId="{929E0C5C-F42B-4D26-AACB-54C45D6D6C77}">
      <dgm:prSet/>
      <dgm:spPr/>
      <dgm:t>
        <a:bodyPr/>
        <a:lstStyle/>
        <a:p>
          <a:endParaRPr lang="en-US"/>
        </a:p>
      </dgm:t>
    </dgm:pt>
    <dgm:pt modelId="{3FBB2C59-1FB0-44E8-A056-0F69886CE899}" type="sibTrans" cxnId="{929E0C5C-F42B-4D26-AACB-54C45D6D6C77}">
      <dgm:prSet/>
      <dgm:spPr/>
      <dgm:t>
        <a:bodyPr/>
        <a:lstStyle/>
        <a:p>
          <a:endParaRPr lang="en-US"/>
        </a:p>
      </dgm:t>
    </dgm:pt>
    <dgm:pt modelId="{3E57DD80-86B9-4A78-B3D2-57772A6D3BE2}">
      <dgm:prSet custT="1"/>
      <dgm:spPr/>
      <dgm:t>
        <a:bodyPr/>
        <a:lstStyle/>
        <a:p>
          <a:r>
            <a:rPr lang="en-US" sz="1800" dirty="0">
              <a:solidFill>
                <a:schemeClr val="bg1"/>
              </a:solidFill>
              <a:latin typeface="Arial" panose="020B0604020202020204" pitchFamily="34" charset="0"/>
              <a:cs typeface="Arial" panose="020B0604020202020204" pitchFamily="34" charset="0"/>
            </a:rPr>
            <a:t>All of the above</a:t>
          </a:r>
        </a:p>
      </dgm:t>
    </dgm:pt>
    <dgm:pt modelId="{795D16B7-D3CD-4CF1-9FD0-18C5F6BB3FFC}" type="parTrans" cxnId="{5CA8C6FC-F48B-4E6B-ADFF-24E20FA3B602}">
      <dgm:prSet/>
      <dgm:spPr/>
      <dgm:t>
        <a:bodyPr/>
        <a:lstStyle/>
        <a:p>
          <a:endParaRPr lang="en-US"/>
        </a:p>
      </dgm:t>
    </dgm:pt>
    <dgm:pt modelId="{D7B3C9BA-1C62-464C-86B8-CCC0588BD387}" type="sibTrans" cxnId="{5CA8C6FC-F48B-4E6B-ADFF-24E20FA3B602}">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65630" custLinFactNeighborY="-14588">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4D42C21D-5C3A-4164-82AB-802FA2BDF6F7}" type="presOf" srcId="{3E57DD80-86B9-4A78-B3D2-57772A6D3BE2}" destId="{0EBE7C70-51AD-4402-A9D8-36889ADBC56A}" srcOrd="0" destOrd="4" presId="urn:microsoft.com/office/officeart/2005/8/layout/vList2"/>
    <dgm:cxn modelId="{4820882E-FC44-47A6-A1C3-6929F5F3F326}" srcId="{2C8EA471-3542-4573-A8BF-295862507B6E}" destId="{983A2F98-028F-4EF8-B28A-71C9DF4E508F}" srcOrd="2" destOrd="0" parTransId="{620D02B5-09E8-41CF-82D6-3F398264E7D4}" sibTransId="{83A3461E-7141-460A-B21E-E0F1F3326EF0}"/>
    <dgm:cxn modelId="{929E0C5C-F42B-4D26-AACB-54C45D6D6C77}" srcId="{2C8EA471-3542-4573-A8BF-295862507B6E}" destId="{1971DC32-9B14-49CD-A196-B458F13A412F}" srcOrd="3" destOrd="0" parTransId="{A2A5646C-6786-41FE-AAAB-9A36E63178B0}" sibTransId="{3FBB2C59-1FB0-44E8-A056-0F69886CE899}"/>
    <dgm:cxn modelId="{E0BA2378-EF1C-40AE-9B4C-24951B893906}" type="presOf" srcId="{983A2F98-028F-4EF8-B28A-71C9DF4E508F}" destId="{0EBE7C70-51AD-4402-A9D8-36889ADBC56A}" srcOrd="0" destOrd="2"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0A549BD6-4828-4DBB-85F3-01C24005A016}" type="presOf" srcId="{B2E0539C-645C-42B9-A4AA-5DAAF90F0A7E}" destId="{0EBE7C70-51AD-4402-A9D8-36889ADBC56A}" srcOrd="0" destOrd="1" presId="urn:microsoft.com/office/officeart/2005/8/layout/vList2"/>
    <dgm:cxn modelId="{29A915E6-3FFE-4D49-8E5B-8B226E60E055}" srcId="{2C8EA471-3542-4573-A8BF-295862507B6E}" destId="{B2E0539C-645C-42B9-A4AA-5DAAF90F0A7E}" srcOrd="1" destOrd="0" parTransId="{16D9FC7F-8582-4097-8246-3E8A0FA1C41E}" sibTransId="{252C47C0-66A5-4DD8-B1F8-2DBCC69470E9}"/>
    <dgm:cxn modelId="{CC70C0FB-4391-4031-9BA9-2A232DA9A1D9}" type="presOf" srcId="{1971DC32-9B14-49CD-A196-B458F13A412F}" destId="{0EBE7C70-51AD-4402-A9D8-36889ADBC56A}" srcOrd="0" destOrd="3" presId="urn:microsoft.com/office/officeart/2005/8/layout/vList2"/>
    <dgm:cxn modelId="{5CA8C6FC-F48B-4E6B-ADFF-24E20FA3B602}" srcId="{2C8EA471-3542-4573-A8BF-295862507B6E}" destId="{3E57DD80-86B9-4A78-B3D2-57772A6D3BE2}" srcOrd="4" destOrd="0" parTransId="{795D16B7-D3CD-4CF1-9FD0-18C5F6BB3FFC}" sibTransId="{D7B3C9BA-1C62-464C-86B8-CCC0588BD387}"/>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All of the above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3. </a:t>
          </a:r>
          <a:r>
            <a:rPr lang="en-US" sz="1800" dirty="0">
              <a:latin typeface="Arial" panose="020B0604020202020204" pitchFamily="34" charset="0"/>
              <a:cs typeface="Arial" panose="020B0604020202020204" pitchFamily="34" charset="0"/>
            </a:rPr>
            <a:t>The Mass Update button on My Accounts page, </a:t>
          </a:r>
          <a:r>
            <a:rPr lang="en-US" sz="1800" b="0" dirty="0">
              <a:latin typeface="Arial" panose="020B0604020202020204" pitchFamily="34" charset="0"/>
              <a:cs typeface="Arial" panose="020B0604020202020204" pitchFamily="34" charset="0"/>
            </a:rPr>
            <a:t>DISABLE_MASS_UPDATE </a:t>
          </a:r>
          <a:r>
            <a:rPr lang="en-US" sz="1800" dirty="0">
              <a:latin typeface="Arial" panose="020B0604020202020204" pitchFamily="34" charset="0"/>
              <a:cs typeface="Arial" panose="020B0604020202020204" pitchFamily="34" charset="0"/>
            </a:rPr>
            <a:t>VEEVA </a:t>
          </a:r>
          <a:r>
            <a:rPr lang="en-US" sz="1800" b="0" i="0" dirty="0">
              <a:latin typeface="Arial" panose="020B0604020202020204" pitchFamily="34" charset="0"/>
              <a:cs typeface="Arial" panose="020B0604020202020204" pitchFamily="34" charset="0"/>
            </a:rPr>
            <a:t>is enabled by default.</a:t>
          </a:r>
          <a:endParaRPr lang="en-US" sz="1800" dirty="0">
            <a:latin typeface="Arial" panose="020B0604020202020204" pitchFamily="34" charset="0"/>
            <a:cs typeface="Arial" panose="020B0604020202020204" pitchFamily="34" charset="0"/>
          </a:endParaRPr>
        </a:p>
        <a:p>
          <a:r>
            <a:rPr lang="en-US" sz="1800" dirty="0">
              <a:solidFill>
                <a:schemeClr val="bg1"/>
              </a:solidFill>
              <a:latin typeface="Arial" panose="020B0604020202020204" pitchFamily="34" charset="0"/>
              <a:cs typeface="Arial" panose="020B0604020202020204" pitchFamily="34" charset="0"/>
            </a:rPr>
            <a:t>State True or False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2694411E-D34C-4240-AF20-E74CAA0115A7}">
      <dgm:prSe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4B675CAB-FCD1-423E-A366-BD8F24618A48}" type="parTrans" cxnId="{6EFC2E38-DEEC-4969-8F9F-8F4E00C3EC61}">
      <dgm:prSet/>
      <dgm:spPr/>
      <dgm:t>
        <a:bodyPr/>
        <a:lstStyle/>
        <a:p>
          <a:endParaRPr lang="en-US"/>
        </a:p>
      </dgm:t>
    </dgm:pt>
    <dgm:pt modelId="{EFFB9578-C2EF-4913-BAC9-27BB7452EF41}" type="sibTrans" cxnId="{6EFC2E38-DEEC-4969-8F9F-8F4E00C3EC6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5689"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6EFC2E38-DEEC-4969-8F9F-8F4E00C3EC61}" srcId="{2C8EA471-3542-4573-A8BF-295862507B6E}" destId="{2694411E-D34C-4240-AF20-E74CAA0115A7}" srcOrd="1" destOrd="0" parTransId="{4B675CAB-FCD1-423E-A366-BD8F24618A48}" sibTransId="{EFFB9578-C2EF-4913-BAC9-27BB7452EF41}"/>
    <dgm:cxn modelId="{1524638D-6358-4EBC-99B6-14796BAFA37A}" type="presOf" srcId="{2C8EA471-3542-4573-A8BF-295862507B6E}" destId="{B6F44C7D-37FA-4A88-A65B-56F3574B16C2}" srcOrd="0" destOrd="0" presId="urn:microsoft.com/office/officeart/2005/8/layout/vList2"/>
    <dgm:cxn modelId="{2629E68D-3944-4BA2-9986-32D661671DF3}" type="presOf" srcId="{2694411E-D34C-4240-AF20-E74CAA0115A7}" destId="{0EBE7C70-51AD-4402-A9D8-36889ADBC56A}" srcOrd="0" destOrd="1"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4. </a:t>
          </a:r>
          <a:r>
            <a:rPr lang="en-US" sz="1800" b="0" i="0" dirty="0">
              <a:latin typeface="Arial" panose="020B0604020202020204" pitchFamily="34" charset="0"/>
              <a:cs typeface="Arial" panose="020B0604020202020204" pitchFamily="34" charset="0"/>
            </a:rPr>
            <a:t>Field Level Security combined with page layouts is used to control which fields are editable and visible by the users.</a:t>
          </a:r>
        </a:p>
        <a:p>
          <a:r>
            <a:rPr lang="en-US" sz="1800" dirty="0">
              <a:solidFill>
                <a:schemeClr val="bg1"/>
              </a:solidFill>
              <a:latin typeface="Arial" panose="020B0604020202020204" pitchFamily="34" charset="0"/>
              <a:cs typeface="Arial" panose="020B0604020202020204" pitchFamily="34" charset="0"/>
            </a:rPr>
            <a:t>State True or False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2694411E-D34C-4240-AF20-E74CAA0115A7}">
      <dgm:prSe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4B675CAB-FCD1-423E-A366-BD8F24618A48}" type="parTrans" cxnId="{6EFC2E38-DEEC-4969-8F9F-8F4E00C3EC61}">
      <dgm:prSet/>
      <dgm:spPr/>
      <dgm:t>
        <a:bodyPr/>
        <a:lstStyle/>
        <a:p>
          <a:endParaRPr lang="en-US"/>
        </a:p>
      </dgm:t>
    </dgm:pt>
    <dgm:pt modelId="{EFFB9578-C2EF-4913-BAC9-27BB7452EF41}" type="sibTrans" cxnId="{6EFC2E38-DEEC-4969-8F9F-8F4E00C3EC6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5689"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6EFC2E38-DEEC-4969-8F9F-8F4E00C3EC61}" srcId="{2C8EA471-3542-4573-A8BF-295862507B6E}" destId="{2694411E-D34C-4240-AF20-E74CAA0115A7}" srcOrd="1" destOrd="0" parTransId="{4B675CAB-FCD1-423E-A366-BD8F24618A48}" sibTransId="{EFFB9578-C2EF-4913-BAC9-27BB7452EF41}"/>
    <dgm:cxn modelId="{1524638D-6358-4EBC-99B6-14796BAFA37A}" type="presOf" srcId="{2C8EA471-3542-4573-A8BF-295862507B6E}" destId="{B6F44C7D-37FA-4A88-A65B-56F3574B16C2}" srcOrd="0" destOrd="0" presId="urn:microsoft.com/office/officeart/2005/8/layout/vList2"/>
    <dgm:cxn modelId="{2629E68D-3944-4BA2-9986-32D661671DF3}" type="presOf" srcId="{2694411E-D34C-4240-AF20-E74CAA0115A7}" destId="{0EBE7C70-51AD-4402-A9D8-36889ADBC56A}" srcOrd="0" destOrd="1"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5. Account lists are _____ but views are _____.</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b="0" dirty="0">
              <a:solidFill>
                <a:schemeClr val="bg1"/>
              </a:solidFill>
              <a:latin typeface="Arial" panose="020B0604020202020204" pitchFamily="34" charset="0"/>
              <a:cs typeface="Arial" panose="020B0604020202020204" pitchFamily="34" charset="0"/>
            </a:rPr>
            <a:t>Dynamic, Static</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A6753F94-4DE8-4F19-8EF4-98BAB36EB367}">
      <dgm:prSet custT="1"/>
      <dgm:spPr/>
      <dgm:t>
        <a:bodyPr/>
        <a:lstStyle/>
        <a:p>
          <a:r>
            <a:rPr lang="en-US" sz="1800" b="0" dirty="0">
              <a:solidFill>
                <a:schemeClr val="bg1"/>
              </a:solidFill>
              <a:latin typeface="Arial" panose="020B0604020202020204" pitchFamily="34" charset="0"/>
              <a:cs typeface="Arial" panose="020B0604020202020204" pitchFamily="34" charset="0"/>
            </a:rPr>
            <a:t>Static, Dynamic</a:t>
          </a:r>
        </a:p>
      </dgm:t>
    </dgm:pt>
    <dgm:pt modelId="{24383547-6C81-41A6-93E3-25CBB524E892}" type="parTrans" cxnId="{7C85A9C6-20DD-4C89-B488-B36BAE0F8FD0}">
      <dgm:prSet/>
      <dgm:spPr/>
      <dgm:t>
        <a:bodyPr/>
        <a:lstStyle/>
        <a:p>
          <a:endParaRPr lang="en-US"/>
        </a:p>
      </dgm:t>
    </dgm:pt>
    <dgm:pt modelId="{00E45165-5473-40EF-96AB-BB6E4FE921C4}" type="sibTrans" cxnId="{7C85A9C6-20DD-4C89-B488-B36BAE0F8FD0}">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61921" custLinFactNeighborX="-169" custLinFactNeighborY="-36197">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422" custLinFactNeighborY="-6">
        <dgm:presLayoutVars>
          <dgm:bulletEnabled val="1"/>
        </dgm:presLayoutVars>
      </dgm:prSet>
      <dgm:spPr/>
    </dgm:pt>
  </dgm:ptLst>
  <dgm:cxnLst>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7C85A9C6-20DD-4C89-B488-B36BAE0F8FD0}" srcId="{2C8EA471-3542-4573-A8BF-295862507B6E}" destId="{A6753F94-4DE8-4F19-8EF4-98BAB36EB367}" srcOrd="1" destOrd="0" parTransId="{24383547-6C81-41A6-93E3-25CBB524E892}" sibTransId="{00E45165-5473-40EF-96AB-BB6E4FE921C4}"/>
    <dgm:cxn modelId="{CD3015E8-082D-4ECC-8139-2E93343104CD}" type="presOf" srcId="{A6753F94-4DE8-4F19-8EF4-98BAB36EB367}" destId="{0EBE7C70-51AD-4402-A9D8-36889ADBC56A}" srcOrd="0" destOrd="1"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Static, Dynamic</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14605"/>
          <a:ext cx="8333885" cy="81604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1. User can themselves add necessary account to their territory.</a:t>
          </a:r>
        </a:p>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State True or False</a:t>
          </a:r>
        </a:p>
      </dsp:txBody>
      <dsp:txXfrm>
        <a:off x="39836" y="254441"/>
        <a:ext cx="8254213" cy="736374"/>
      </dsp:txXfrm>
    </dsp:sp>
    <dsp:sp modelId="{0EBE7C70-51AD-4402-A9D8-36889ADBC56A}">
      <dsp:nvSpPr>
        <dsp:cNvPr id="0" name=""/>
        <dsp:cNvSpPr/>
      </dsp:nvSpPr>
      <dsp:spPr>
        <a:xfrm>
          <a:off x="0" y="1306919"/>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306919"/>
        <a:ext cx="8333885" cy="1076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76198"/>
          <a:ext cx="8333885" cy="79858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2. My accounts show data from which objects?</a:t>
          </a:r>
        </a:p>
      </dsp:txBody>
      <dsp:txXfrm>
        <a:off x="38984" y="115182"/>
        <a:ext cx="8255917" cy="720617"/>
      </dsp:txXfrm>
    </dsp:sp>
    <dsp:sp modelId="{0EBE7C70-51AD-4402-A9D8-36889ADBC56A}">
      <dsp:nvSpPr>
        <dsp:cNvPr id="0" name=""/>
        <dsp:cNvSpPr/>
      </dsp:nvSpPr>
      <dsp:spPr>
        <a:xfrm>
          <a:off x="0" y="1218333"/>
          <a:ext cx="8333885"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Accounts</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kern="1200">
              <a:solidFill>
                <a:schemeClr val="bg1"/>
              </a:solidFill>
              <a:latin typeface="Arial" panose="020B0604020202020204" pitchFamily="34" charset="0"/>
              <a:cs typeface="Arial" panose="020B0604020202020204" pitchFamily="34" charset="0"/>
            </a:rPr>
            <a:t>Address</a:t>
          </a:r>
          <a:endParaRPr lang="en-US" sz="1800" b="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Territory Field</a:t>
          </a: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Product Metrics</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All of the above</a:t>
          </a:r>
        </a:p>
      </dsp:txBody>
      <dsp:txXfrm>
        <a:off x="0" y="1218333"/>
        <a:ext cx="8333885" cy="14464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666222"/>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All of the above</a:t>
          </a:r>
          <a:endParaRPr lang="en-US" sz="1800" b="1" kern="1200" dirty="0">
            <a:latin typeface="Arial" panose="020B0604020202020204" pitchFamily="34" charset="0"/>
            <a:cs typeface="Arial" panose="020B0604020202020204" pitchFamily="34" charset="0"/>
          </a:endParaRPr>
        </a:p>
      </dsp:txBody>
      <dsp:txXfrm>
        <a:off x="32522" y="32522"/>
        <a:ext cx="8268841" cy="6011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128602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3. </a:t>
          </a:r>
          <a:r>
            <a:rPr lang="en-US" sz="1800" kern="1200" dirty="0">
              <a:latin typeface="Arial" panose="020B0604020202020204" pitchFamily="34" charset="0"/>
              <a:cs typeface="Arial" panose="020B0604020202020204" pitchFamily="34" charset="0"/>
            </a:rPr>
            <a:t>The Mass Update button on My Accounts page, </a:t>
          </a:r>
          <a:r>
            <a:rPr lang="en-US" sz="1800" b="0" kern="1200" dirty="0">
              <a:latin typeface="Arial" panose="020B0604020202020204" pitchFamily="34" charset="0"/>
              <a:cs typeface="Arial" panose="020B0604020202020204" pitchFamily="34" charset="0"/>
            </a:rPr>
            <a:t>DISABLE_MASS_UPDATE </a:t>
          </a:r>
          <a:r>
            <a:rPr lang="en-US" sz="1800" kern="1200" dirty="0">
              <a:latin typeface="Arial" panose="020B0604020202020204" pitchFamily="34" charset="0"/>
              <a:cs typeface="Arial" panose="020B0604020202020204" pitchFamily="34" charset="0"/>
            </a:rPr>
            <a:t>VEEVA </a:t>
          </a:r>
          <a:r>
            <a:rPr lang="en-US" sz="1800" b="0" i="0" kern="1200" dirty="0">
              <a:latin typeface="Arial" panose="020B0604020202020204" pitchFamily="34" charset="0"/>
              <a:cs typeface="Arial" panose="020B0604020202020204" pitchFamily="34" charset="0"/>
            </a:rPr>
            <a:t>is enabled by default.</a:t>
          </a:r>
          <a:endParaRPr lang="en-US" sz="1800" kern="1200" dirty="0">
            <a:latin typeface="Arial" panose="020B0604020202020204" pitchFamily="34" charset="0"/>
            <a:cs typeface="Arial" panose="020B0604020202020204" pitchFamily="34" charset="0"/>
          </a:endParaRPr>
        </a:p>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State True or False</a:t>
          </a:r>
        </a:p>
      </dsp:txBody>
      <dsp:txXfrm>
        <a:off x="62778" y="62778"/>
        <a:ext cx="8208329" cy="1160467"/>
      </dsp:txXfrm>
    </dsp:sp>
    <dsp:sp modelId="{0EBE7C70-51AD-4402-A9D8-36889ADBC56A}">
      <dsp:nvSpPr>
        <dsp:cNvPr id="0" name=""/>
        <dsp:cNvSpPr/>
      </dsp:nvSpPr>
      <dsp:spPr>
        <a:xfrm>
          <a:off x="0" y="1532699"/>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532699"/>
        <a:ext cx="8333885" cy="1076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128602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4. </a:t>
          </a:r>
          <a:r>
            <a:rPr lang="en-US" sz="1800" b="0" i="0" kern="1200" dirty="0">
              <a:latin typeface="Arial" panose="020B0604020202020204" pitchFamily="34" charset="0"/>
              <a:cs typeface="Arial" panose="020B0604020202020204" pitchFamily="34" charset="0"/>
            </a:rPr>
            <a:t>Field Level Security combined with page layouts is used to control which fields are editable and visible by the users.</a:t>
          </a:r>
        </a:p>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State True or False</a:t>
          </a:r>
        </a:p>
      </dsp:txBody>
      <dsp:txXfrm>
        <a:off x="62778" y="62778"/>
        <a:ext cx="8208329" cy="1160467"/>
      </dsp:txXfrm>
    </dsp:sp>
    <dsp:sp modelId="{0EBE7C70-51AD-4402-A9D8-36889ADBC56A}">
      <dsp:nvSpPr>
        <dsp:cNvPr id="0" name=""/>
        <dsp:cNvSpPr/>
      </dsp:nvSpPr>
      <dsp:spPr>
        <a:xfrm>
          <a:off x="0" y="1532699"/>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532699"/>
        <a:ext cx="8333885" cy="10764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0"/>
          <a:ext cx="8333885" cy="75345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5. Account lists are _____ but views are _____.</a:t>
          </a:r>
        </a:p>
      </dsp:txBody>
      <dsp:txXfrm>
        <a:off x="36781" y="36781"/>
        <a:ext cx="8260323" cy="679892"/>
      </dsp:txXfrm>
    </dsp:sp>
    <dsp:sp modelId="{0EBE7C70-51AD-4402-A9D8-36889ADBC56A}">
      <dsp:nvSpPr>
        <dsp:cNvPr id="0" name=""/>
        <dsp:cNvSpPr/>
      </dsp:nvSpPr>
      <dsp:spPr>
        <a:xfrm>
          <a:off x="0" y="1143004"/>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Dynamic, Static</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kern="1200" dirty="0">
              <a:solidFill>
                <a:schemeClr val="bg1"/>
              </a:solidFill>
              <a:latin typeface="Arial" panose="020B0604020202020204" pitchFamily="34" charset="0"/>
              <a:cs typeface="Arial" panose="020B0604020202020204" pitchFamily="34" charset="0"/>
            </a:rPr>
            <a:t>Static, Dynamic</a:t>
          </a:r>
        </a:p>
      </dsp:txBody>
      <dsp:txXfrm>
        <a:off x="0" y="1143004"/>
        <a:ext cx="8333885" cy="10764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Static, Dynamic</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7/29/2025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29883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13829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758168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eg"/><Relationship Id="rId1" Type="http://schemas.openxmlformats.org/officeDocument/2006/relationships/slideMaster" Target="../slideMasters/slideMaster2.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2.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1.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2.jp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3.jp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10.png"/><Relationship Id="rId2" Type="http://schemas.openxmlformats.org/officeDocument/2006/relationships/image" Target="../media/image25.png"/><Relationship Id="rId1" Type="http://schemas.openxmlformats.org/officeDocument/2006/relationships/slideMaster" Target="../slideMasters/slideMaster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9.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1.png"/><Relationship Id="rId1" Type="http://schemas.openxmlformats.org/officeDocument/2006/relationships/slideMaster" Target="../slideMasters/slideMaster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2.jpg"/><Relationship Id="rId1" Type="http://schemas.openxmlformats.org/officeDocument/2006/relationships/slideMaster" Target="../slideMasters/slideMaster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3.jpg"/><Relationship Id="rId1" Type="http://schemas.openxmlformats.org/officeDocument/2006/relationships/slideMaster" Target="../slideMasters/slideMaster4.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Master" Target="../slideMasters/slideMaster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10.png"/><Relationship Id="rId2" Type="http://schemas.openxmlformats.org/officeDocument/2006/relationships/image" Target="../media/image25.png"/><Relationship Id="rId1" Type="http://schemas.openxmlformats.org/officeDocument/2006/relationships/slideMaster" Target="../slideMasters/slideMaster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9.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4.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5.xml"/><Relationship Id="rId5" Type="http://schemas.openxmlformats.org/officeDocument/2006/relationships/image" Target="../media/image6.png"/><Relationship Id="rId4" Type="http://schemas.openxmlformats.org/officeDocument/2006/relationships/image" Target="../media/image9.sv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 Id="rId5" Type="http://schemas.openxmlformats.org/officeDocument/2006/relationships/image" Target="../media/image6.png"/><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484963711"/>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54271653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328953333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39281255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7202633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2863331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16562061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926188019"/>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310862214"/>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52944115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9039084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254986429"/>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675695620"/>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4851787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70522566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130257005"/>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805923786"/>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8132987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895714455"/>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3672062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4178992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21872419"/>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3374990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88053401"/>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720606159"/>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582762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4629436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537261421"/>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307643614"/>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740050259"/>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1722764264"/>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403442857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16605570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8815818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334990989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35092070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248148407"/>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581066855"/>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93254841"/>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2675662041"/>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04535390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3464723"/>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3288174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806960615"/>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86030739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71062750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11494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14579858"/>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0713999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9450827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127118819"/>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6060880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260875099"/>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4115278614"/>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5549188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1474953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648679794"/>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82520722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898777488"/>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04243721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62329576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168221632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114758457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202954329"/>
      </p:ext>
    </p:extLst>
  </p:cSld>
  <p:clrMapOvr>
    <a:overrideClrMapping bg1="dk1" tx1="lt1" bg2="dk2" tx2="lt2" accent1="accent1" accent2="accent2" accent3="accent3" accent4="accent4" accent5="accent5" accent6="accent6" hlink="hlink" folHlink="folHlink"/>
  </p:clrMapOvr>
  <p:hf hd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211364590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349419450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119901124"/>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220047378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02413911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46784639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8375410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6150024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059688465"/>
      </p:ext>
    </p:extLst>
  </p:cSld>
  <p:clrMapOvr>
    <a:overrideClrMapping bg1="lt1" tx1="dk1" bg2="lt2" tx2="dk2" accent1="accent1" accent2="accent2" accent3="accent3" accent4="accent4" accent5="accent5" accent6="accent6" hlink="hlink" folHlink="folHlink"/>
  </p:clrMapOvr>
  <p:hf hd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825276490"/>
      </p:ext>
    </p:extLst>
  </p:cSld>
  <p:clrMapOvr>
    <a:overrideClrMapping bg1="lt1" tx1="dk1" bg2="lt2" tx2="dk2" accent1="accent1" accent2="accent2" accent3="accent3" accent4="accent4" accent5="accent5" accent6="accent6" hlink="hlink" folHlink="folHlink"/>
  </p:clrMapOvr>
  <p:hf hd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20585205"/>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21000941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077018756"/>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33276528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925242499"/>
      </p:ext>
    </p:extLst>
  </p:cSld>
  <p:clrMapOvr>
    <a:masterClrMapping/>
  </p:clrMapOvr>
  <p:hf hd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250712237"/>
      </p:ext>
    </p:extLst>
  </p:cSld>
  <p:clrMapOvr>
    <a:overrideClrMapping bg1="dk1" tx1="lt1" bg2="dk2" tx2="lt2" accent1="accent1" accent2="accent2" accent3="accent3" accent4="accent4" accent5="accent5" accent6="accent6" hlink="hlink" folHlink="folHlink"/>
  </p:clrMapOvr>
  <p:hf hd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838255269"/>
      </p:ext>
    </p:extLst>
  </p:cSld>
  <p:clrMapOvr>
    <a:masterClrMapping/>
  </p:clrMapOvr>
  <p:hf hd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457660217"/>
      </p:ext>
    </p:extLst>
  </p:cSld>
  <p:clrMapOvr>
    <a:overrideClrMapping bg1="dk1" tx1="lt1" bg2="dk2" tx2="lt2" accent1="accent1" accent2="accent2" accent3="accent3" accent4="accent4" accent5="accent5" accent6="accent6" hlink="hlink" folHlink="folHlink"/>
  </p:clrMapOvr>
  <p:hf hd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982124376"/>
      </p:ext>
    </p:extLst>
  </p:cSld>
  <p:clrMapOvr>
    <a:masterClrMapping/>
  </p:clrMapOvr>
  <p:hf hdr="0" dt="0"/>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2085116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68561538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589547472"/>
      </p:ext>
    </p:extLst>
  </p:cSld>
  <p:clrMapOvr>
    <a:overrideClrMapping bg1="lt1" tx1="dk1" bg2="lt2" tx2="dk2" accent1="accent1" accent2="accent2" accent3="accent3" accent4="accent4" accent5="accent5" accent6="accent6" hlink="hlink" folHlink="folHlink"/>
  </p:clrMapOvr>
  <p:hf hd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47992458"/>
      </p:ext>
    </p:extLst>
  </p:cSld>
  <p:clrMapOvr>
    <a:overrideClrMapping bg1="dk1" tx1="lt1" bg2="dk2" tx2="lt2" accent1="accent1" accent2="accent2" accent3="accent3" accent4="accent4" accent5="accent5" accent6="accent6" hlink="hlink" folHlink="folHlink"/>
  </p:clrMapOvr>
  <p:hf hd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31156326"/>
      </p:ext>
    </p:extLst>
  </p:cSld>
  <p:clrMapOvr>
    <a:overrideClrMapping bg1="lt1" tx1="dk1" bg2="lt2" tx2="dk2" accent1="accent1" accent2="accent2" accent3="accent3" accent4="accent4" accent5="accent5" accent6="accent6" hlink="hlink" folHlink="folHlink"/>
  </p:clrMapOvr>
  <p:hf hd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376810039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7/29/2025</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04769308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35109156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269830182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66874556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75714171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181927265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419968808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dirty="0"/>
          </a:p>
        </p:txBody>
      </p:sp>
    </p:spTree>
    <p:extLst>
      <p:ext uri="{BB962C8B-B14F-4D97-AF65-F5344CB8AC3E}">
        <p14:creationId xmlns:p14="http://schemas.microsoft.com/office/powerpoint/2010/main" val="258542000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038177944"/>
      </p:ext>
    </p:extLst>
  </p:cSld>
  <p:clrMapOvr>
    <a:overrideClrMapping bg1="lt1" tx1="dk1" bg2="lt2" tx2="dk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4046848667"/>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slideLayout" Target="../slideLayouts/slideLayout34.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29" Type="http://schemas.openxmlformats.org/officeDocument/2006/relationships/slideLayout" Target="../slideLayouts/slideLayout37.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slideLayout" Target="../slideLayouts/slideLayout36.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slideLayout" Target="../slideLayouts/slideLayout35.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3" Type="http://schemas.openxmlformats.org/officeDocument/2006/relationships/slideLayout" Target="../slideLayouts/slideLayout40.xml"/><Relationship Id="rId21" Type="http://schemas.openxmlformats.org/officeDocument/2006/relationships/slideLayout" Target="../slideLayouts/slideLayout58.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29" Type="http://schemas.openxmlformats.org/officeDocument/2006/relationships/slideLayout" Target="../slideLayouts/slideLayout66.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slideLayout" Target="../slideLayouts/slideLayout65.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slideLayout" Target="../slideLayouts/slideLayout64.xml"/><Relationship Id="rId30"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 Type="http://schemas.openxmlformats.org/officeDocument/2006/relationships/slideLayout" Target="../slideLayouts/slideLayout69.xml"/><Relationship Id="rId21" Type="http://schemas.openxmlformats.org/officeDocument/2006/relationships/slideLayout" Target="../slideLayouts/slideLayout87.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29" Type="http://schemas.openxmlformats.org/officeDocument/2006/relationships/slideLayout" Target="../slideLayouts/slideLayout95.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theme" Target="../theme/theme4.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5.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image" Target="../media/image1.jpg"/><Relationship Id="rId5" Type="http://schemas.openxmlformats.org/officeDocument/2006/relationships/slideLayout" Target="../slideLayouts/slideLayout102.xml"/><Relationship Id="rId10" Type="http://schemas.openxmlformats.org/officeDocument/2006/relationships/theme" Target="../theme/theme5.xml"/><Relationship Id="rId4" Type="http://schemas.openxmlformats.org/officeDocument/2006/relationships/slideLayout" Target="../slideLayouts/slideLayout101.xml"/><Relationship Id="rId9" Type="http://schemas.openxmlformats.org/officeDocument/2006/relationships/slideLayout" Target="../slideLayouts/slideLayout10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 id="2147483787" r:id="rId8"/>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3953440503"/>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150296257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2707236972"/>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777" r:id="rId22"/>
    <p:sldLayoutId id="2147483778" r:id="rId23"/>
    <p:sldLayoutId id="2147483779" r:id="rId24"/>
    <p:sldLayoutId id="2147483780" r:id="rId25"/>
    <p:sldLayoutId id="2147483781" r:id="rId26"/>
    <p:sldLayoutId id="2147483782" r:id="rId27"/>
    <p:sldLayoutId id="2147483783" r:id="rId28"/>
    <p:sldLayoutId id="2147483784" r:id="rId29"/>
    <p:sldLayoutId id="2147483785" r:id="rId30"/>
    <p:sldLayoutId id="2147483786"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dirty="0"/>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dirty="0"/>
          </a:p>
        </p:txBody>
      </p:sp>
    </p:spTree>
    <p:extLst>
      <p:ext uri="{BB962C8B-B14F-4D97-AF65-F5344CB8AC3E}">
        <p14:creationId xmlns:p14="http://schemas.microsoft.com/office/powerpoint/2010/main" val="2302385157"/>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3.xml"/><Relationship Id="rId5" Type="http://schemas.openxmlformats.org/officeDocument/2006/relationships/image" Target="../media/image43.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3.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23.xml"/><Relationship Id="rId4" Type="http://schemas.openxmlformats.org/officeDocument/2006/relationships/image" Target="../media/image6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7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73.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73.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45.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4.xml"/><Relationship Id="rId1" Type="http://schemas.openxmlformats.org/officeDocument/2006/relationships/slideLayout" Target="../slideLayouts/slideLayout73.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46.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5.xml"/><Relationship Id="rId1" Type="http://schemas.openxmlformats.org/officeDocument/2006/relationships/slideLayout" Target="../slideLayouts/slideLayout73.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3" Type="http://schemas.openxmlformats.org/officeDocument/2006/relationships/hyperlink" Target="https://trailhead.salesforce.com/en/home" TargetMode="External"/><Relationship Id="rId2" Type="http://schemas.openxmlformats.org/officeDocument/2006/relationships/hyperlink" Target="https://crmhelp.veeva.com/doc/Content/Home.htm" TargetMode="Externa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027238231"/>
              </p:ext>
            </p:extLst>
          </p:nvPr>
        </p:nvGraphicFramePr>
        <p:xfrm>
          <a:off x="214603" y="1872579"/>
          <a:ext cx="9489233" cy="1649847"/>
        </p:xfrm>
        <a:graphic>
          <a:graphicData uri="http://schemas.openxmlformats.org/drawingml/2006/table">
            <a:tbl>
              <a:tblPr firstRow="1" bandRow="1">
                <a:tableStyleId>{5C22544A-7EE6-4342-B048-85BDC9FD1C3A}</a:tableStyleId>
              </a:tblPr>
              <a:tblGrid>
                <a:gridCol w="2955023">
                  <a:extLst>
                    <a:ext uri="{9D8B030D-6E8A-4147-A177-3AD203B41FA5}">
                      <a16:colId xmlns:a16="http://schemas.microsoft.com/office/drawing/2014/main" val="4154468561"/>
                    </a:ext>
                  </a:extLst>
                </a:gridCol>
                <a:gridCol w="65342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b="0" kern="1200" baseline="0" dirty="0" err="1">
                          <a:solidFill>
                            <a:schemeClr val="tx1"/>
                          </a:solidFill>
                          <a:latin typeface="Arial Unicode MS" pitchFamily="34" charset="-128"/>
                          <a:ea typeface="Arial Unicode MS" pitchFamily="34" charset="-128"/>
                          <a:cs typeface="Arial Unicode MS" pitchFamily="34" charset="-128"/>
                        </a:rPr>
                        <a:t>Saibal</a:t>
                      </a:r>
                      <a:r>
                        <a:rPr lang="en-US" sz="1800" b="0" kern="1200" baseline="0" dirty="0">
                          <a:solidFill>
                            <a:schemeClr val="tx1"/>
                          </a:solidFill>
                          <a:latin typeface="Arial Unicode MS" pitchFamily="34" charset="-128"/>
                          <a:ea typeface="Arial Unicode MS" pitchFamily="34" charset="-128"/>
                          <a:cs typeface="Arial Unicode MS" pitchFamily="34" charset="-128"/>
                        </a:rPr>
                        <a:t> Roy, Supriyo Saha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base" latinLnBrk="0" hangingPunct="1">
                        <a:lnSpc>
                          <a:spcPct val="100000"/>
                        </a:lnSpc>
                        <a:spcBef>
                          <a:spcPct val="20000"/>
                        </a:spcBef>
                        <a:spcAft>
                          <a:spcPct val="0"/>
                        </a:spcAft>
                        <a:buClrTx/>
                        <a:buSzPct val="95000"/>
                        <a:buFont typeface="Wingdings" pitchFamily="2" charset="2"/>
                        <a:buNone/>
                        <a:tabLst/>
                      </a:pPr>
                      <a:r>
                        <a:rPr lang="en-US" sz="1800" kern="1200" baseline="0" dirty="0">
                          <a:solidFill>
                            <a:schemeClr val="tx1"/>
                          </a:solidFill>
                          <a:latin typeface="Arial Unicode MS" pitchFamily="34" charset="-128"/>
                          <a:ea typeface="Arial Unicode MS" pitchFamily="34" charset="-128"/>
                          <a:cs typeface="Arial Unicode MS" pitchFamily="34" charset="-128"/>
                        </a:rPr>
                        <a:t>Sr. Consultant – CRM, EAS Salesforce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V1, 13-Jan-2018, V1.1: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Souvik Biswas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79958"/>
                  </a:ext>
                </a:extLst>
              </a:tr>
            </a:tbl>
          </a:graphicData>
        </a:graphic>
      </p:graphicFrame>
      <p:sp>
        <p:nvSpPr>
          <p:cNvPr id="2" name="Title 2">
            <a:extLst>
              <a:ext uri="{FF2B5EF4-FFF2-40B4-BE49-F238E27FC236}">
                <a16:creationId xmlns:a16="http://schemas.microsoft.com/office/drawing/2014/main" id="{9011E4FA-E6B5-5E89-5655-D30259924809}"/>
              </a:ext>
            </a:extLst>
          </p:cNvPr>
          <p:cNvSpPr txBox="1">
            <a:spLocks/>
          </p:cNvSpPr>
          <p:nvPr/>
        </p:nvSpPr>
        <p:spPr>
          <a:xfrm>
            <a:off x="446312" y="731903"/>
            <a:ext cx="10807700" cy="307975"/>
          </a:xfrm>
          <a:prstGeom prst="rect">
            <a:avLst/>
          </a:prstGeom>
        </p:spPr>
        <p:txBody>
          <a:bodyPr vert="horz" lIns="91440" tIns="45720" rIns="91440" bIns="45720" rtlCol="0" anchor="ctr">
            <a:noAutofit/>
          </a:bodyPr>
          <a:lst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a:lstStyle>
          <a:p>
            <a:r>
              <a:rPr lang="en-US" sz="2400" b="1" dirty="0">
                <a:solidFill>
                  <a:schemeClr val="tx1"/>
                </a:solidFill>
                <a:latin typeface="+mj-lt"/>
                <a:ea typeface="+mj-ea"/>
                <a:cs typeface="+mj-cs"/>
              </a:rPr>
              <a:t>About the Author</a:t>
            </a:r>
            <a:r>
              <a:rPr lang="en-IN" dirty="0"/>
              <a:t>bout the Author</a:t>
            </a:r>
          </a:p>
        </p:txBody>
      </p:sp>
    </p:spTree>
    <p:extLst>
      <p:ext uri="{BB962C8B-B14F-4D97-AF65-F5344CB8AC3E}">
        <p14:creationId xmlns:p14="http://schemas.microsoft.com/office/powerpoint/2010/main" val="2063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10807700" cy="4191000"/>
          </a:xfrm>
        </p:spPr>
        <p:txBody>
          <a:bodyPr/>
          <a:lstStyle/>
          <a:p>
            <a:pPr marL="0" indent="0">
              <a:buNone/>
            </a:pPr>
            <a:r>
              <a:rPr lang="en-US" dirty="0">
                <a:solidFill>
                  <a:schemeClr val="tx1"/>
                </a:solidFill>
              </a:rPr>
              <a:t>In the previous Module - </a:t>
            </a:r>
            <a:r>
              <a:rPr lang="en-US" i="1" dirty="0">
                <a:solidFill>
                  <a:schemeClr val="tx1"/>
                </a:solidFill>
              </a:rPr>
              <a:t>VEEVA Settings and VEEVA Messages</a:t>
            </a:r>
            <a:r>
              <a:rPr lang="en-US" dirty="0">
                <a:solidFill>
                  <a:schemeClr val="tx1"/>
                </a:solidFill>
              </a:rPr>
              <a:t>, you learnt to:</a:t>
            </a:r>
          </a:p>
          <a:p>
            <a:pPr marL="0" indent="0">
              <a:buNone/>
            </a:pPr>
            <a:endParaRPr lang="en-US" dirty="0">
              <a:solidFill>
                <a:schemeClr val="tx1"/>
              </a:solidFill>
            </a:endParaRPr>
          </a:p>
          <a:p>
            <a:pPr lvl="1"/>
            <a:r>
              <a:rPr lang="en-US" dirty="0">
                <a:solidFill>
                  <a:schemeClr val="tx1"/>
                </a:solidFill>
              </a:rPr>
              <a:t>Describe how VEEVA Settings are used</a:t>
            </a:r>
          </a:p>
          <a:p>
            <a:pPr lvl="1"/>
            <a:r>
              <a:rPr lang="en-US" dirty="0">
                <a:solidFill>
                  <a:schemeClr val="tx1"/>
                </a:solidFill>
              </a:rPr>
              <a:t>Describe various fields of a VEEVA Message Record</a:t>
            </a:r>
          </a:p>
          <a:p>
            <a:pPr lvl="1"/>
            <a:r>
              <a:rPr lang="en-US" dirty="0">
                <a:solidFill>
                  <a:schemeClr val="tx1"/>
                </a:solidFill>
              </a:rPr>
              <a:t>Create a custom VEEVA Message</a:t>
            </a:r>
          </a:p>
          <a:p>
            <a:pPr lvl="1"/>
            <a:r>
              <a:rPr lang="en-US" dirty="0">
                <a:solidFill>
                  <a:schemeClr val="tx1"/>
                </a:solidFill>
              </a:rPr>
              <a:t>Identify the uses and best practices for VEEVA Marker Fields</a:t>
            </a:r>
            <a:endParaRPr lang="en-US" sz="1800" dirty="0">
              <a:solidFill>
                <a:schemeClr val="tx1"/>
              </a:solidFill>
            </a:endParaRPr>
          </a:p>
          <a:p>
            <a:pPr marL="0" indent="0">
              <a:buNone/>
            </a:pPr>
            <a:r>
              <a:rPr lang="en-US" dirty="0">
                <a:solidFill>
                  <a:schemeClr val="tx1"/>
                </a:solidFill>
              </a:rPr>
              <a:t>And now ... </a:t>
            </a:r>
          </a:p>
          <a:p>
            <a:pPr marL="0" indent="0">
              <a:buNone/>
            </a:pPr>
            <a:endParaRPr lang="en-US"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Recap ... </a:t>
            </a:r>
            <a:endParaRPr lang="en-US" dirty="0"/>
          </a:p>
        </p:txBody>
      </p:sp>
    </p:spTree>
    <p:extLst>
      <p:ext uri="{BB962C8B-B14F-4D97-AF65-F5344CB8AC3E}">
        <p14:creationId xmlns:p14="http://schemas.microsoft.com/office/powerpoint/2010/main" val="187916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219200"/>
            <a:ext cx="10807700" cy="4191000"/>
          </a:xfrm>
        </p:spPr>
        <p:txBody>
          <a:bodyPr/>
          <a:lstStyle/>
          <a:p>
            <a:r>
              <a:rPr lang="en-US" dirty="0">
                <a:solidFill>
                  <a:schemeClr val="tx1"/>
                </a:solidFill>
              </a:rPr>
              <a:t>After completing this chapter, you will learn to:</a:t>
            </a:r>
          </a:p>
          <a:p>
            <a:endParaRPr lang="en-US" dirty="0">
              <a:solidFill>
                <a:schemeClr val="tx1"/>
              </a:solidFill>
            </a:endParaRPr>
          </a:p>
          <a:p>
            <a:pPr lvl="1"/>
            <a:r>
              <a:rPr lang="en-US" dirty="0">
                <a:solidFill>
                  <a:schemeClr val="tx1"/>
                </a:solidFill>
              </a:rPr>
              <a:t>Define ‘My Accounts’</a:t>
            </a:r>
          </a:p>
          <a:p>
            <a:pPr lvl="1"/>
            <a:r>
              <a:rPr lang="en-US" dirty="0">
                <a:solidFill>
                  <a:schemeClr val="tx1"/>
                </a:solidFill>
              </a:rPr>
              <a:t>Create Views</a:t>
            </a:r>
          </a:p>
          <a:p>
            <a:pPr lvl="1"/>
            <a:r>
              <a:rPr lang="en-US" dirty="0">
                <a:solidFill>
                  <a:schemeClr val="tx1"/>
                </a:solidFill>
              </a:rPr>
              <a:t>Create Lists</a:t>
            </a:r>
          </a:p>
          <a:p>
            <a:pPr lvl="1"/>
            <a:endParaRPr lang="en-US" dirty="0">
              <a:solidFill>
                <a:schemeClr val="tx1"/>
              </a:solidFill>
            </a:endParaRPr>
          </a:p>
          <a:p>
            <a:pPr lvl="1"/>
            <a:r>
              <a:rPr lang="en-US" dirty="0">
                <a:solidFill>
                  <a:schemeClr val="tx1"/>
                </a:solidFill>
              </a:rPr>
              <a:t>Configure the My Accounts tab:</a:t>
            </a:r>
          </a:p>
          <a:p>
            <a:pPr lvl="2">
              <a:buFont typeface="Courier New" panose="02070309020205020404" pitchFamily="49" charset="0"/>
              <a:buChar char="o"/>
            </a:pPr>
            <a:r>
              <a:rPr lang="en-US" dirty="0">
                <a:solidFill>
                  <a:schemeClr val="tx1"/>
                </a:solidFill>
              </a:rPr>
              <a:t>Hide the Mass Update button</a:t>
            </a:r>
          </a:p>
          <a:p>
            <a:pPr lvl="2">
              <a:buFont typeface="Courier New" panose="02070309020205020404" pitchFamily="49" charset="0"/>
              <a:buChar char="o"/>
            </a:pPr>
            <a:r>
              <a:rPr lang="en-US" dirty="0">
                <a:solidFill>
                  <a:schemeClr val="tx1"/>
                </a:solidFill>
              </a:rPr>
              <a:t>Configure the Schedule a Call button</a:t>
            </a:r>
          </a:p>
          <a:p>
            <a:pPr lvl="2"/>
            <a:endParaRPr lang="en-US" dirty="0">
              <a:solidFill>
                <a:schemeClr val="tx1"/>
              </a:solidFill>
            </a:endParaRPr>
          </a:p>
          <a:p>
            <a:pPr lvl="1"/>
            <a:r>
              <a:rPr lang="en-US" dirty="0">
                <a:solidFill>
                  <a:schemeClr val="tx1"/>
                </a:solidFill>
              </a:rPr>
              <a:t>Configure the New button:</a:t>
            </a:r>
          </a:p>
          <a:p>
            <a:pPr lvl="2">
              <a:buFont typeface="Courier New" panose="02070309020205020404" pitchFamily="49" charset="0"/>
              <a:buChar char="o"/>
            </a:pPr>
            <a:r>
              <a:rPr lang="en-US" dirty="0">
                <a:solidFill>
                  <a:schemeClr val="tx1"/>
                </a:solidFill>
              </a:rPr>
              <a:t>Enable New Account Wizard</a:t>
            </a:r>
          </a:p>
          <a:p>
            <a:pPr lvl="2">
              <a:buFont typeface="Courier New" panose="02070309020205020404" pitchFamily="49" charset="0"/>
              <a:buChar char="o"/>
            </a:pPr>
            <a:r>
              <a:rPr lang="en-US" dirty="0">
                <a:solidFill>
                  <a:schemeClr val="tx1"/>
                </a:solidFill>
              </a:rPr>
              <a:t>Enable Parent Account Wizard</a:t>
            </a:r>
          </a:p>
          <a:p>
            <a:pPr lvl="2"/>
            <a:endParaRPr lang="en-US" dirty="0">
              <a:solidFill>
                <a:schemeClr val="tx1"/>
              </a:solidFill>
            </a:endParaRPr>
          </a:p>
          <a:p>
            <a:pPr lvl="1"/>
            <a:r>
              <a:rPr lang="en-US" dirty="0">
                <a:solidFill>
                  <a:schemeClr val="tx1"/>
                </a:solidFill>
              </a:rPr>
              <a:t>Use the VEEVA Global Account Search</a:t>
            </a:r>
          </a:p>
          <a:p>
            <a:pPr lvl="1"/>
            <a:r>
              <a:rPr lang="en-US" dirty="0">
                <a:solidFill>
                  <a:schemeClr val="tx1"/>
                </a:solidFill>
              </a:rPr>
              <a:t>Describe My Accounts on CRM (</a:t>
            </a:r>
            <a:r>
              <a:rPr lang="en-US" dirty="0" err="1">
                <a:solidFill>
                  <a:schemeClr val="tx1"/>
                </a:solidFill>
              </a:rPr>
              <a:t>iRep</a:t>
            </a:r>
            <a:r>
              <a:rPr lang="en-US" dirty="0">
                <a:solidFill>
                  <a:schemeClr val="tx1"/>
                </a:solidFill>
              </a:rPr>
              <a:t>)</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Objectives</a:t>
            </a:r>
            <a:endParaRPr lang="en-US" dirty="0"/>
          </a:p>
        </p:txBody>
      </p:sp>
      <p:pic>
        <p:nvPicPr>
          <p:cNvPr id="6" name="Picture 2" descr="D:\Images\Images\Objective\shutterstock_67901683.jpg">
            <a:extLst>
              <a:ext uri="{FF2B5EF4-FFF2-40B4-BE49-F238E27FC236}">
                <a16:creationId xmlns:a16="http://schemas.microsoft.com/office/drawing/2014/main" id="{0B9F35B0-7016-F23B-069B-D51742DC4A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105400" y="1828800"/>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140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32354" y="1333500"/>
            <a:ext cx="5225143" cy="3238500"/>
          </a:xfrm>
        </p:spPr>
        <p:txBody>
          <a:bodyPr/>
          <a:lstStyle/>
          <a:p>
            <a:r>
              <a:rPr lang="en-US" sz="1600" dirty="0">
                <a:solidFill>
                  <a:schemeClr val="tx1"/>
                </a:solidFill>
              </a:rPr>
              <a:t>My Accounts tab is one of the most customized VEEVA tab. This is a custom VEEVA User Interface runs on VEEVA servers</a:t>
            </a:r>
          </a:p>
          <a:p>
            <a:endParaRPr lang="en-US" sz="1600" dirty="0">
              <a:solidFill>
                <a:schemeClr val="tx1"/>
              </a:solidFill>
            </a:endParaRPr>
          </a:p>
          <a:p>
            <a:r>
              <a:rPr lang="en-US" sz="1600" dirty="0">
                <a:solidFill>
                  <a:schemeClr val="tx1"/>
                </a:solidFill>
              </a:rPr>
              <a:t>This tab can bring and show data from 4 objects in a single view - Accounts, Address, Product Metrics, Territory Fields</a:t>
            </a:r>
          </a:p>
          <a:p>
            <a:endParaRPr lang="en-US" sz="1600" dirty="0">
              <a:solidFill>
                <a:schemeClr val="tx1"/>
              </a:solidFill>
            </a:endParaRPr>
          </a:p>
          <a:p>
            <a:r>
              <a:rPr lang="en-US" sz="1600" dirty="0">
                <a:solidFill>
                  <a:schemeClr val="tx1"/>
                </a:solidFill>
              </a:rPr>
              <a:t>My accounts tab is being used to view and manage customers for end users</a:t>
            </a:r>
          </a:p>
          <a:p>
            <a:endParaRPr lang="en-US" sz="1600" dirty="0">
              <a:solidFill>
                <a:schemeClr val="tx1"/>
              </a:solidFill>
            </a:endParaRPr>
          </a:p>
          <a:p>
            <a:endParaRPr lang="en-US"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Objectives</a:t>
            </a:r>
            <a:endParaRPr lang="en-US" dirty="0"/>
          </a:p>
        </p:txBody>
      </p:sp>
      <p:pic>
        <p:nvPicPr>
          <p:cNvPr id="7" name="Picture 2" descr="D:\Images\Images\Overview\shutterstock_72689296.jpg">
            <a:extLst>
              <a:ext uri="{FF2B5EF4-FFF2-40B4-BE49-F238E27FC236}">
                <a16:creationId xmlns:a16="http://schemas.microsoft.com/office/drawing/2014/main" id="{3D4842A7-C7EB-9375-A977-96DB268A298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9800" y="1226574"/>
            <a:ext cx="2610565" cy="3915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7265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44051" y="1333500"/>
            <a:ext cx="7909349" cy="4191000"/>
          </a:xfrm>
        </p:spPr>
        <p:txBody>
          <a:bodyPr/>
          <a:lstStyle/>
          <a:p>
            <a:pPr marL="285750" indent="-285750">
              <a:buFont typeface="Arial" panose="020B0604020202020204" pitchFamily="34" charset="0"/>
              <a:buChar char="•"/>
            </a:pPr>
            <a:r>
              <a:rPr lang="en-US" sz="1600" dirty="0">
                <a:solidFill>
                  <a:schemeClr val="tx1"/>
                </a:solidFill>
              </a:rPr>
              <a:t>The Accounts displayed in the My Accounts page are based on the value selected from the Territory picklist which contains the territories to which the user is assigned and for which account the user has visibility</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The Schedule a Call Button can be added to the My Accounts page allowing the user to create call records for a selected account or multiple accounts</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The Mass Update button on My Accounts can be removed from the My Accounts page by enabling the </a:t>
            </a:r>
            <a:r>
              <a:rPr lang="en-US" sz="1600" b="1" dirty="0">
                <a:solidFill>
                  <a:schemeClr val="tx1"/>
                </a:solidFill>
              </a:rPr>
              <a:t>DISABLE_MASS_UPDATE </a:t>
            </a:r>
            <a:r>
              <a:rPr lang="en-US" sz="1600" dirty="0">
                <a:solidFill>
                  <a:schemeClr val="tx1"/>
                </a:solidFill>
              </a:rPr>
              <a:t>VEEVA Setting</a:t>
            </a:r>
          </a:p>
          <a:p>
            <a:pPr marL="285750" indent="-285750">
              <a:buFont typeface="Arial" panose="020B0604020202020204" pitchFamily="34" charset="0"/>
              <a:buChar char="•"/>
            </a:pPr>
            <a:r>
              <a:rPr lang="en-US" sz="1600" dirty="0">
                <a:solidFill>
                  <a:schemeClr val="tx1"/>
                </a:solidFill>
              </a:rPr>
              <a:t>The fields displayed in the My Accounts list cannot be configured. However, the fields, sections and layout in the account detail page can be configured using standard salesforce.com setup and configuration</a:t>
            </a:r>
          </a:p>
          <a:p>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Do You Know</a:t>
            </a:r>
            <a:endParaRPr lang="en-US" dirty="0"/>
          </a:p>
        </p:txBody>
      </p:sp>
      <p:pic>
        <p:nvPicPr>
          <p:cNvPr id="9" name="Picture 2" descr="D:\Images\Images\Question\shutterstock_157594730.jpg">
            <a:extLst>
              <a:ext uri="{FF2B5EF4-FFF2-40B4-BE49-F238E27FC236}">
                <a16:creationId xmlns:a16="http://schemas.microsoft.com/office/drawing/2014/main" id="{4BEF41C0-7D7E-06B6-7BA6-97C2C67D98A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7924800" y="3766254"/>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8779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200" b="1" dirty="0">
                <a:latin typeface="Arial" panose="020B0604020202020204" pitchFamily="34" charset="0"/>
                <a:cs typeface="Arial" panose="020B0604020202020204" pitchFamily="34" charset="0"/>
              </a:rPr>
              <a:t>My Accounts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299533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42316" y="583656"/>
            <a:ext cx="10807700" cy="369332"/>
          </a:xfrm>
        </p:spPr>
        <p:txBody>
          <a:bodyPr/>
          <a:lstStyle/>
          <a:p>
            <a:r>
              <a:rPr lang="en-US" sz="2400" dirty="0"/>
              <a:t>VEEVA Account Overview</a:t>
            </a:r>
            <a:endParaRPr lang="en-US" dirty="0"/>
          </a:p>
        </p:txBody>
      </p:sp>
      <p:cxnSp>
        <p:nvCxnSpPr>
          <p:cNvPr id="22" name="Straight Connector 21">
            <a:extLst>
              <a:ext uri="{FF2B5EF4-FFF2-40B4-BE49-F238E27FC236}">
                <a16:creationId xmlns:a16="http://schemas.microsoft.com/office/drawing/2014/main" id="{84D822F4-EF3C-6E98-D941-49E394F53927}"/>
              </a:ext>
            </a:extLst>
          </p:cNvPr>
          <p:cNvCxnSpPr/>
          <p:nvPr/>
        </p:nvCxnSpPr>
        <p:spPr>
          <a:xfrm>
            <a:off x="1947888" y="1098442"/>
            <a:ext cx="19992" cy="4536128"/>
          </a:xfrm>
          <a:prstGeom prst="line">
            <a:avLst/>
          </a:prstGeom>
          <a:ln>
            <a:solidFill>
              <a:schemeClr val="accent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F122C6B-A6E4-49C6-D8C8-FDE6C83FC331}"/>
              </a:ext>
            </a:extLst>
          </p:cNvPr>
          <p:cNvCxnSpPr/>
          <p:nvPr/>
        </p:nvCxnSpPr>
        <p:spPr>
          <a:xfrm>
            <a:off x="4383993" y="1098442"/>
            <a:ext cx="19992" cy="4536128"/>
          </a:xfrm>
          <a:prstGeom prst="line">
            <a:avLst/>
          </a:prstGeom>
          <a:ln>
            <a:solidFill>
              <a:schemeClr val="accent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99E170-5DDB-CD37-0A08-8458F9BF32B9}"/>
              </a:ext>
            </a:extLst>
          </p:cNvPr>
          <p:cNvCxnSpPr/>
          <p:nvPr/>
        </p:nvCxnSpPr>
        <p:spPr>
          <a:xfrm>
            <a:off x="6820099" y="1098442"/>
            <a:ext cx="19992" cy="4536128"/>
          </a:xfrm>
          <a:prstGeom prst="line">
            <a:avLst/>
          </a:prstGeom>
          <a:ln>
            <a:solidFill>
              <a:schemeClr val="accent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2717C553-4412-E3A7-4450-C961C43EBD97}"/>
              </a:ext>
            </a:extLst>
          </p:cNvPr>
          <p:cNvGrpSpPr/>
          <p:nvPr/>
        </p:nvGrpSpPr>
        <p:grpSpPr>
          <a:xfrm>
            <a:off x="2488766" y="1822810"/>
            <a:ext cx="1795125" cy="3495761"/>
            <a:chOff x="2548275" y="1892710"/>
            <a:chExt cx="1795125" cy="3495761"/>
          </a:xfrm>
        </p:grpSpPr>
        <p:pic>
          <p:nvPicPr>
            <p:cNvPr id="26" name="Picture 25">
              <a:extLst>
                <a:ext uri="{FF2B5EF4-FFF2-40B4-BE49-F238E27FC236}">
                  <a16:creationId xmlns:a16="http://schemas.microsoft.com/office/drawing/2014/main" id="{DDAE2B5A-9372-CB1D-DDA3-9A46C480E307}"/>
                </a:ext>
              </a:extLst>
            </p:cNvPr>
            <p:cNvPicPr>
              <a:picLocks/>
            </p:cNvPicPr>
            <p:nvPr/>
          </p:nvPicPr>
          <p:blipFill>
            <a:blip r:embed="rId2"/>
            <a:stretch>
              <a:fillRect/>
            </a:stretch>
          </p:blipFill>
          <p:spPr>
            <a:xfrm>
              <a:off x="2851477" y="4573131"/>
              <a:ext cx="1188720" cy="815340"/>
            </a:xfrm>
            <a:prstGeom prst="rect">
              <a:avLst/>
            </a:prstGeom>
          </p:spPr>
        </p:pic>
        <p:sp>
          <p:nvSpPr>
            <p:cNvPr id="27" name="TextBox 26">
              <a:extLst>
                <a:ext uri="{FF2B5EF4-FFF2-40B4-BE49-F238E27FC236}">
                  <a16:creationId xmlns:a16="http://schemas.microsoft.com/office/drawing/2014/main" id="{BF98B88F-293A-2C84-EBD8-5FB16B643E3D}"/>
                </a:ext>
              </a:extLst>
            </p:cNvPr>
            <p:cNvSpPr txBox="1"/>
            <p:nvPr/>
          </p:nvSpPr>
          <p:spPr>
            <a:xfrm>
              <a:off x="2548275" y="1892710"/>
              <a:ext cx="1795125" cy="1754326"/>
            </a:xfrm>
            <a:prstGeom prst="rect">
              <a:avLst/>
            </a:prstGeom>
            <a:noFill/>
            <a:effectLst/>
          </p:spPr>
          <p:txBody>
            <a:bodyPr wrap="square" rtlCol="0">
              <a:spAutoFit/>
            </a:bodyPr>
            <a:lstStyle/>
            <a:p>
              <a:r>
                <a:rPr lang="en-US" b="1" dirty="0">
                  <a:latin typeface="Arial" panose="020B0604020202020204" pitchFamily="34" charset="0"/>
                  <a:cs typeface="Arial" panose="020B0604020202020204" pitchFamily="34" charset="0"/>
                </a:rPr>
                <a:t>People are</a:t>
              </a:r>
            </a:p>
            <a:p>
              <a:r>
                <a:rPr lang="en-US" b="1" dirty="0">
                  <a:latin typeface="Arial" panose="020B0604020202020204" pitchFamily="34" charset="0"/>
                  <a:cs typeface="Arial" panose="020B0604020202020204" pitchFamily="34" charset="0"/>
                </a:rPr>
                <a:t>classified as</a:t>
              </a:r>
            </a:p>
            <a:p>
              <a:r>
                <a:rPr lang="en-US" b="1" dirty="0">
                  <a:latin typeface="Arial" panose="020B0604020202020204" pitchFamily="34" charset="0"/>
                  <a:cs typeface="Arial" panose="020B0604020202020204" pitchFamily="34" charset="0"/>
                </a:rPr>
                <a:t>Person</a:t>
              </a:r>
            </a:p>
            <a:p>
              <a:r>
                <a:rPr lang="en-US" b="1" dirty="0">
                  <a:latin typeface="Arial" panose="020B0604020202020204" pitchFamily="34" charset="0"/>
                  <a:cs typeface="Arial" panose="020B0604020202020204" pitchFamily="34" charset="0"/>
                </a:rPr>
                <a:t>Accounts in</a:t>
              </a:r>
            </a:p>
            <a:p>
              <a:r>
                <a:rPr lang="en-US" b="1" dirty="0">
                  <a:latin typeface="Arial" panose="020B0604020202020204" pitchFamily="34" charset="0"/>
                  <a:cs typeface="Arial" panose="020B0604020202020204" pitchFamily="34" charset="0"/>
                </a:rPr>
                <a:t>VEEVA rather</a:t>
              </a:r>
            </a:p>
            <a:p>
              <a:r>
                <a:rPr lang="en-US" b="1" dirty="0">
                  <a:latin typeface="Arial" panose="020B0604020202020204" pitchFamily="34" charset="0"/>
                  <a:cs typeface="Arial" panose="020B0604020202020204" pitchFamily="34" charset="0"/>
                </a:rPr>
                <a:t>than Contacts</a:t>
              </a:r>
              <a:endParaRPr lang="en-US" dirty="0">
                <a:latin typeface="Arial" panose="020B0604020202020204" pitchFamily="34" charset="0"/>
                <a:cs typeface="Arial" panose="020B0604020202020204" pitchFamily="34" charset="0"/>
              </a:endParaRPr>
            </a:p>
          </p:txBody>
        </p:sp>
      </p:grpSp>
      <p:grpSp>
        <p:nvGrpSpPr>
          <p:cNvPr id="28" name="Group 27">
            <a:extLst>
              <a:ext uri="{FF2B5EF4-FFF2-40B4-BE49-F238E27FC236}">
                <a16:creationId xmlns:a16="http://schemas.microsoft.com/office/drawing/2014/main" id="{686F2C85-1C10-9523-262C-25A81CCA7F97}"/>
              </a:ext>
            </a:extLst>
          </p:cNvPr>
          <p:cNvGrpSpPr/>
          <p:nvPr/>
        </p:nvGrpSpPr>
        <p:grpSpPr>
          <a:xfrm>
            <a:off x="242316" y="1981200"/>
            <a:ext cx="1600200" cy="3412618"/>
            <a:chOff x="127817" y="2051101"/>
            <a:chExt cx="1600200" cy="3412618"/>
          </a:xfrm>
        </p:grpSpPr>
        <p:pic>
          <p:nvPicPr>
            <p:cNvPr id="29" name="Picture 28">
              <a:extLst>
                <a:ext uri="{FF2B5EF4-FFF2-40B4-BE49-F238E27FC236}">
                  <a16:creationId xmlns:a16="http://schemas.microsoft.com/office/drawing/2014/main" id="{62661399-37C8-BA0B-2A1C-52EA80DB73A5}"/>
                </a:ext>
              </a:extLst>
            </p:cNvPr>
            <p:cNvPicPr>
              <a:picLocks/>
            </p:cNvPicPr>
            <p:nvPr/>
          </p:nvPicPr>
          <p:blipFill>
            <a:blip r:embed="rId3"/>
            <a:stretch>
              <a:fillRect/>
            </a:stretch>
          </p:blipFill>
          <p:spPr>
            <a:xfrm>
              <a:off x="355227" y="4577894"/>
              <a:ext cx="1145381" cy="885825"/>
            </a:xfrm>
            <a:prstGeom prst="rect">
              <a:avLst/>
            </a:prstGeom>
          </p:spPr>
        </p:pic>
        <p:sp>
          <p:nvSpPr>
            <p:cNvPr id="30" name="TextBox 29">
              <a:extLst>
                <a:ext uri="{FF2B5EF4-FFF2-40B4-BE49-F238E27FC236}">
                  <a16:creationId xmlns:a16="http://schemas.microsoft.com/office/drawing/2014/main" id="{83C68376-2E65-DC7E-FDEB-E7DE92677AAC}"/>
                </a:ext>
              </a:extLst>
            </p:cNvPr>
            <p:cNvSpPr txBox="1"/>
            <p:nvPr/>
          </p:nvSpPr>
          <p:spPr>
            <a:xfrm>
              <a:off x="127817" y="2051101"/>
              <a:ext cx="1600200" cy="1200329"/>
            </a:xfrm>
            <a:prstGeom prst="rect">
              <a:avLst/>
            </a:prstGeom>
            <a:noFill/>
            <a:effectLst/>
          </p:spPr>
          <p:txBody>
            <a:bodyPr wrap="square" rtlCol="0">
              <a:spAutoFit/>
            </a:bodyPr>
            <a:lstStyle/>
            <a:p>
              <a:r>
                <a:rPr lang="en-US" b="1" dirty="0">
                  <a:latin typeface="Arial" panose="020B0604020202020204" pitchFamily="34" charset="0"/>
                  <a:cs typeface="Arial" panose="020B0604020202020204" pitchFamily="34" charset="0"/>
                </a:rPr>
                <a:t>Include both</a:t>
              </a:r>
            </a:p>
            <a:p>
              <a:r>
                <a:rPr lang="en-US" b="1" dirty="0">
                  <a:latin typeface="Arial" panose="020B0604020202020204" pitchFamily="34" charset="0"/>
                  <a:cs typeface="Arial" panose="020B0604020202020204" pitchFamily="34" charset="0"/>
                </a:rPr>
                <a:t>Business</a:t>
              </a:r>
            </a:p>
            <a:p>
              <a:r>
                <a:rPr lang="en-US" b="1" dirty="0">
                  <a:latin typeface="Arial" panose="020B0604020202020204" pitchFamily="34" charset="0"/>
                  <a:cs typeface="Arial" panose="020B0604020202020204" pitchFamily="34" charset="0"/>
                </a:rPr>
                <a:t>and Person</a:t>
              </a:r>
            </a:p>
            <a:p>
              <a:r>
                <a:rPr lang="en-US" b="1" dirty="0">
                  <a:latin typeface="Arial" panose="020B0604020202020204" pitchFamily="34" charset="0"/>
                  <a:cs typeface="Arial" panose="020B0604020202020204" pitchFamily="34" charset="0"/>
                </a:rPr>
                <a:t>Accounts</a:t>
              </a:r>
              <a:endParaRPr lang="en-US" dirty="0">
                <a:latin typeface="Arial" panose="020B0604020202020204" pitchFamily="34" charset="0"/>
                <a:cs typeface="Arial" panose="020B0604020202020204" pitchFamily="34" charset="0"/>
              </a:endParaRPr>
            </a:p>
          </p:txBody>
        </p:sp>
      </p:grpSp>
      <p:grpSp>
        <p:nvGrpSpPr>
          <p:cNvPr id="31" name="Group 30">
            <a:extLst>
              <a:ext uri="{FF2B5EF4-FFF2-40B4-BE49-F238E27FC236}">
                <a16:creationId xmlns:a16="http://schemas.microsoft.com/office/drawing/2014/main" id="{29AAAC12-D553-9E36-DE2A-CE00B70AF79F}"/>
              </a:ext>
            </a:extLst>
          </p:cNvPr>
          <p:cNvGrpSpPr/>
          <p:nvPr/>
        </p:nvGrpSpPr>
        <p:grpSpPr>
          <a:xfrm>
            <a:off x="4930140" y="2012602"/>
            <a:ext cx="1676329" cy="3381216"/>
            <a:chOff x="4953071" y="2082503"/>
            <a:chExt cx="1676329" cy="3381216"/>
          </a:xfrm>
        </p:grpSpPr>
        <p:pic>
          <p:nvPicPr>
            <p:cNvPr id="32" name="Picture 31">
              <a:extLst>
                <a:ext uri="{FF2B5EF4-FFF2-40B4-BE49-F238E27FC236}">
                  <a16:creationId xmlns:a16="http://schemas.microsoft.com/office/drawing/2014/main" id="{CC420C30-9960-7790-993A-3D8674C46E2A}"/>
                </a:ext>
              </a:extLst>
            </p:cNvPr>
            <p:cNvPicPr>
              <a:picLocks noChangeAspect="1"/>
            </p:cNvPicPr>
            <p:nvPr/>
          </p:nvPicPr>
          <p:blipFill>
            <a:blip r:embed="rId4"/>
            <a:stretch>
              <a:fillRect/>
            </a:stretch>
          </p:blipFill>
          <p:spPr>
            <a:xfrm>
              <a:off x="5329749" y="4573131"/>
              <a:ext cx="922973" cy="890588"/>
            </a:xfrm>
            <a:prstGeom prst="rect">
              <a:avLst/>
            </a:prstGeom>
          </p:spPr>
        </p:pic>
        <p:sp>
          <p:nvSpPr>
            <p:cNvPr id="33" name="TextBox 32">
              <a:extLst>
                <a:ext uri="{FF2B5EF4-FFF2-40B4-BE49-F238E27FC236}">
                  <a16:creationId xmlns:a16="http://schemas.microsoft.com/office/drawing/2014/main" id="{CC62256A-921E-B2A6-1063-CCAC42EB3522}"/>
                </a:ext>
              </a:extLst>
            </p:cNvPr>
            <p:cNvSpPr txBox="1"/>
            <p:nvPr/>
          </p:nvSpPr>
          <p:spPr>
            <a:xfrm>
              <a:off x="4953071" y="2082503"/>
              <a:ext cx="1676329" cy="1477328"/>
            </a:xfrm>
            <a:prstGeom prst="rect">
              <a:avLst/>
            </a:prstGeom>
            <a:noFill/>
            <a:effectLst/>
          </p:spPr>
          <p:txBody>
            <a:bodyPr wrap="square" rtlCol="0">
              <a:spAutoFit/>
            </a:bodyPr>
            <a:lstStyle/>
            <a:p>
              <a:r>
                <a:rPr lang="en-US" b="1" dirty="0">
                  <a:latin typeface="Arial" panose="020B0604020202020204" pitchFamily="34" charset="0"/>
                  <a:cs typeface="Arial" panose="020B0604020202020204" pitchFamily="34" charset="0"/>
                </a:rPr>
                <a:t>Managed via</a:t>
              </a:r>
            </a:p>
            <a:p>
              <a:r>
                <a:rPr lang="en-US" b="1" dirty="0">
                  <a:latin typeface="Arial" panose="020B0604020202020204" pitchFamily="34" charset="0"/>
                  <a:cs typeface="Arial" panose="020B0604020202020204" pitchFamily="34" charset="0"/>
                </a:rPr>
                <a:t>the Accounts</a:t>
              </a:r>
            </a:p>
            <a:p>
              <a:r>
                <a:rPr lang="en-US" b="1" dirty="0">
                  <a:latin typeface="Arial" panose="020B0604020202020204" pitchFamily="34" charset="0"/>
                  <a:cs typeface="Arial" panose="020B0604020202020204" pitchFamily="34" charset="0"/>
                </a:rPr>
                <a:t>SFDC</a:t>
              </a:r>
            </a:p>
            <a:p>
              <a:r>
                <a:rPr lang="en-US" b="1" dirty="0">
                  <a:latin typeface="Arial" panose="020B0604020202020204" pitchFamily="34" charset="0"/>
                  <a:cs typeface="Arial" panose="020B0604020202020204" pitchFamily="34" charset="0"/>
                </a:rPr>
                <a:t>standard</a:t>
              </a:r>
            </a:p>
            <a:p>
              <a:r>
                <a:rPr lang="en-US" b="1" dirty="0">
                  <a:latin typeface="Arial" panose="020B0604020202020204" pitchFamily="34" charset="0"/>
                  <a:cs typeface="Arial" panose="020B0604020202020204" pitchFamily="34" charset="0"/>
                </a:rPr>
                <a:t>Object</a:t>
              </a:r>
              <a:endParaRPr lang="en-US" dirty="0">
                <a:latin typeface="Arial" panose="020B0604020202020204" pitchFamily="34" charset="0"/>
                <a:cs typeface="Arial" panose="020B0604020202020204" pitchFamily="34" charset="0"/>
              </a:endParaRPr>
            </a:p>
          </p:txBody>
        </p:sp>
      </p:grpSp>
      <p:grpSp>
        <p:nvGrpSpPr>
          <p:cNvPr id="34" name="Group 33">
            <a:extLst>
              <a:ext uri="{FF2B5EF4-FFF2-40B4-BE49-F238E27FC236}">
                <a16:creationId xmlns:a16="http://schemas.microsoft.com/office/drawing/2014/main" id="{D31D7B18-5262-A16C-4685-C3DD0BF2227E}"/>
              </a:ext>
            </a:extLst>
          </p:cNvPr>
          <p:cNvGrpSpPr/>
          <p:nvPr/>
        </p:nvGrpSpPr>
        <p:grpSpPr>
          <a:xfrm>
            <a:off x="7252719" y="2012602"/>
            <a:ext cx="1700981" cy="3258820"/>
            <a:chOff x="7138219" y="2082503"/>
            <a:chExt cx="1700981" cy="3258820"/>
          </a:xfrm>
        </p:grpSpPr>
        <p:pic>
          <p:nvPicPr>
            <p:cNvPr id="35" name="Picture 34">
              <a:extLst>
                <a:ext uri="{FF2B5EF4-FFF2-40B4-BE49-F238E27FC236}">
                  <a16:creationId xmlns:a16="http://schemas.microsoft.com/office/drawing/2014/main" id="{124C7191-D1DD-D5CD-A64C-2DDFA28B3279}"/>
                </a:ext>
              </a:extLst>
            </p:cNvPr>
            <p:cNvPicPr>
              <a:picLocks/>
            </p:cNvPicPr>
            <p:nvPr/>
          </p:nvPicPr>
          <p:blipFill>
            <a:blip r:embed="rId5"/>
            <a:stretch>
              <a:fillRect/>
            </a:stretch>
          </p:blipFill>
          <p:spPr>
            <a:xfrm>
              <a:off x="7442212" y="4577894"/>
              <a:ext cx="1092994" cy="763429"/>
            </a:xfrm>
            <a:prstGeom prst="rect">
              <a:avLst/>
            </a:prstGeom>
          </p:spPr>
        </p:pic>
        <p:sp>
          <p:nvSpPr>
            <p:cNvPr id="36" name="TextBox 35">
              <a:extLst>
                <a:ext uri="{FF2B5EF4-FFF2-40B4-BE49-F238E27FC236}">
                  <a16:creationId xmlns:a16="http://schemas.microsoft.com/office/drawing/2014/main" id="{2854CDCE-97BA-67C5-FF63-1E31B3B78A02}"/>
                </a:ext>
              </a:extLst>
            </p:cNvPr>
            <p:cNvSpPr txBox="1"/>
            <p:nvPr/>
          </p:nvSpPr>
          <p:spPr>
            <a:xfrm>
              <a:off x="7138219" y="2082503"/>
              <a:ext cx="1700981" cy="1477328"/>
            </a:xfrm>
            <a:prstGeom prst="rect">
              <a:avLst/>
            </a:prstGeom>
            <a:noFill/>
            <a:effectLst/>
          </p:spPr>
          <p:txBody>
            <a:bodyPr wrap="square" rtlCol="0">
              <a:spAutoFit/>
            </a:bodyPr>
            <a:lstStyle/>
            <a:p>
              <a:r>
                <a:rPr lang="en-US" b="1" dirty="0">
                  <a:latin typeface="Arial" panose="020B0604020202020204" pitchFamily="34" charset="0"/>
                  <a:cs typeface="Arial" panose="020B0604020202020204" pitchFamily="34" charset="0"/>
                </a:rPr>
                <a:t>Includes</a:t>
              </a:r>
            </a:p>
            <a:p>
              <a:r>
                <a:rPr lang="en-US" b="1" dirty="0">
                  <a:latin typeface="Arial" panose="020B0604020202020204" pitchFamily="34" charset="0"/>
                  <a:cs typeface="Arial" panose="020B0604020202020204" pitchFamily="34" charset="0"/>
                </a:rPr>
                <a:t>fields from</a:t>
              </a:r>
            </a:p>
            <a:p>
              <a:r>
                <a:rPr lang="en-US" b="1" dirty="0">
                  <a:latin typeface="Arial" panose="020B0604020202020204" pitchFamily="34" charset="0"/>
                  <a:cs typeface="Arial" panose="020B0604020202020204" pitchFamily="34" charset="0"/>
                </a:rPr>
                <a:t>both</a:t>
              </a:r>
            </a:p>
            <a:p>
              <a:r>
                <a:rPr lang="en-US" b="1" dirty="0">
                  <a:latin typeface="Arial" panose="020B0604020202020204" pitchFamily="34" charset="0"/>
                  <a:cs typeface="Arial" panose="020B0604020202020204" pitchFamily="34" charset="0"/>
                </a:rPr>
                <a:t>Accounts and</a:t>
              </a:r>
            </a:p>
            <a:p>
              <a:r>
                <a:rPr lang="en-US" b="1" dirty="0">
                  <a:latin typeface="Arial" panose="020B0604020202020204" pitchFamily="34" charset="0"/>
                  <a:cs typeface="Arial" panose="020B0604020202020204" pitchFamily="34" charset="0"/>
                </a:rPr>
                <a:t>Contacts</a:t>
              </a:r>
            </a:p>
          </p:txBody>
        </p:sp>
      </p:grpSp>
    </p:spTree>
    <p:extLst>
      <p:ext uri="{BB962C8B-B14F-4D97-AF65-F5344CB8AC3E}">
        <p14:creationId xmlns:p14="http://schemas.microsoft.com/office/powerpoint/2010/main" val="191858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44051" y="1333500"/>
            <a:ext cx="7909349" cy="4191000"/>
          </a:xfrm>
        </p:spPr>
        <p:txBody>
          <a:bodyPr/>
          <a:lstStyle/>
          <a:p>
            <a:pPr marL="0" indent="0">
              <a:buNone/>
              <a:defRPr/>
            </a:pPr>
            <a:r>
              <a:rPr lang="en-US" sz="1600" dirty="0">
                <a:solidFill>
                  <a:schemeClr val="tx1"/>
                </a:solidFill>
              </a:rPr>
              <a:t>My Accounts Tab is a custom VEEVA page </a:t>
            </a:r>
            <a:r>
              <a:rPr lang="en-US" sz="1600" b="1" dirty="0">
                <a:solidFill>
                  <a:schemeClr val="tx1"/>
                </a:solidFill>
              </a:rPr>
              <a:t>based on an s-control. </a:t>
            </a:r>
            <a:r>
              <a:rPr lang="en-US" sz="1600" dirty="0">
                <a:solidFill>
                  <a:schemeClr val="tx1"/>
                </a:solidFill>
              </a:rPr>
              <a:t>Displays accounts from the </a:t>
            </a:r>
            <a:r>
              <a:rPr lang="en-US" sz="1600" b="1" dirty="0">
                <a:solidFill>
                  <a:schemeClr val="tx1"/>
                </a:solidFill>
              </a:rPr>
              <a:t>territories</a:t>
            </a:r>
            <a:r>
              <a:rPr lang="en-US" sz="1600" dirty="0">
                <a:solidFill>
                  <a:schemeClr val="tx1"/>
                </a:solidFill>
              </a:rPr>
              <a:t> to which the user is assigned and for which account the user has visibility</a:t>
            </a:r>
          </a:p>
          <a:p>
            <a:pPr marL="0" indent="0">
              <a:buNone/>
              <a:defRPr/>
            </a:pPr>
            <a:endParaRPr lang="en-US" sz="200" b="1" dirty="0">
              <a:solidFill>
                <a:schemeClr val="tx1"/>
              </a:solidFill>
            </a:endParaRPr>
          </a:p>
          <a:p>
            <a:pPr marL="0" indent="0">
              <a:buNone/>
              <a:defRPr/>
            </a:pPr>
            <a:r>
              <a:rPr lang="en-US" sz="1600" b="1" dirty="0">
                <a:solidFill>
                  <a:schemeClr val="tx1"/>
                </a:solidFill>
              </a:rPr>
              <a:t>Note:</a:t>
            </a:r>
            <a:r>
              <a:rPr lang="en-US" sz="1600" dirty="0">
                <a:solidFill>
                  <a:schemeClr val="tx1"/>
                </a:solidFill>
              </a:rPr>
              <a:t> </a:t>
            </a:r>
          </a:p>
          <a:p>
            <a:pPr marL="0" indent="0">
              <a:buNone/>
              <a:defRPr/>
            </a:pPr>
            <a:r>
              <a:rPr lang="en-US" sz="1600" dirty="0">
                <a:solidFill>
                  <a:schemeClr val="tx1"/>
                </a:solidFill>
              </a:rPr>
              <a:t>My Accounts displays data from 4 different objects side-by-side: </a:t>
            </a:r>
            <a:r>
              <a:rPr lang="en-US" sz="1600" b="1" dirty="0">
                <a:solidFill>
                  <a:schemeClr val="tx1"/>
                </a:solidFill>
              </a:rPr>
              <a:t>Accounts, Address, Territory Field, and Product Metrics.</a:t>
            </a:r>
            <a:r>
              <a:rPr lang="en-US" sz="1600" dirty="0">
                <a:solidFill>
                  <a:schemeClr val="tx1"/>
                </a:solidFill>
              </a:rPr>
              <a:t> This could not have been achieved in OOB Salesforce Accounts Homepage</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My Accounts Tab</a:t>
            </a:r>
            <a:endParaRPr lang="en-US" dirty="0"/>
          </a:p>
        </p:txBody>
      </p:sp>
      <p:pic>
        <p:nvPicPr>
          <p:cNvPr id="6" name="Picture 5">
            <a:extLst>
              <a:ext uri="{FF2B5EF4-FFF2-40B4-BE49-F238E27FC236}">
                <a16:creationId xmlns:a16="http://schemas.microsoft.com/office/drawing/2014/main" id="{E2EB8BDF-3A01-705B-81C8-D10EBC2F51EE}"/>
              </a:ext>
            </a:extLst>
          </p:cNvPr>
          <p:cNvPicPr>
            <a:picLocks noChangeAspect="1"/>
          </p:cNvPicPr>
          <p:nvPr/>
        </p:nvPicPr>
        <p:blipFill>
          <a:blip r:embed="rId2"/>
          <a:stretch>
            <a:fillRect/>
          </a:stretch>
        </p:blipFill>
        <p:spPr>
          <a:xfrm>
            <a:off x="244051" y="3565246"/>
            <a:ext cx="10814902" cy="2735264"/>
          </a:xfrm>
          <a:prstGeom prst="rect">
            <a:avLst/>
          </a:prstGeom>
        </p:spPr>
      </p:pic>
      <p:sp>
        <p:nvSpPr>
          <p:cNvPr id="7" name="Rectangle 6">
            <a:extLst>
              <a:ext uri="{FF2B5EF4-FFF2-40B4-BE49-F238E27FC236}">
                <a16:creationId xmlns:a16="http://schemas.microsoft.com/office/drawing/2014/main" id="{313B63D6-8097-A0BA-F956-2BAA919F8030}"/>
              </a:ext>
            </a:extLst>
          </p:cNvPr>
          <p:cNvSpPr/>
          <p:nvPr/>
        </p:nvSpPr>
        <p:spPr>
          <a:xfrm>
            <a:off x="320251" y="3847028"/>
            <a:ext cx="914400" cy="32781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EC04324-C000-4EED-92A6-12F94EF10534}"/>
              </a:ext>
            </a:extLst>
          </p:cNvPr>
          <p:cNvSpPr/>
          <p:nvPr/>
        </p:nvSpPr>
        <p:spPr>
          <a:xfrm>
            <a:off x="3215851" y="4174846"/>
            <a:ext cx="11430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26579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8882743" cy="4191000"/>
          </a:xfrm>
        </p:spPr>
        <p:txBody>
          <a:bodyPr/>
          <a:lstStyle/>
          <a:p>
            <a:pPr marL="285750" indent="-285750">
              <a:buFont typeface="Arial" panose="020B0604020202020204" pitchFamily="34" charset="0"/>
              <a:buChar char="•"/>
              <a:defRPr/>
            </a:pPr>
            <a:r>
              <a:rPr lang="en-US" sz="1800" dirty="0">
                <a:solidFill>
                  <a:schemeClr val="tx1"/>
                </a:solidFill>
              </a:rPr>
              <a:t>Views are </a:t>
            </a:r>
            <a:r>
              <a:rPr lang="en-US" sz="1800" b="1" dirty="0">
                <a:solidFill>
                  <a:schemeClr val="tx1"/>
                </a:solidFill>
              </a:rPr>
              <a:t>saved queries </a:t>
            </a:r>
            <a:r>
              <a:rPr lang="en-US" sz="1800" dirty="0">
                <a:solidFill>
                  <a:schemeClr val="tx1"/>
                </a:solidFill>
              </a:rPr>
              <a:t>that filter the Accounts displayed on My Accounts page</a:t>
            </a:r>
          </a:p>
          <a:p>
            <a:pPr>
              <a:defRPr/>
            </a:pPr>
            <a:endParaRPr lang="en-US" sz="200" dirty="0">
              <a:solidFill>
                <a:schemeClr val="tx1"/>
              </a:solidFill>
            </a:endParaRPr>
          </a:p>
          <a:p>
            <a:pPr marL="285750" indent="-285750">
              <a:buFont typeface="Arial" panose="020B0604020202020204" pitchFamily="34" charset="0"/>
              <a:buChar char="•"/>
              <a:defRPr/>
            </a:pPr>
            <a:r>
              <a:rPr lang="en-US" sz="1800" dirty="0">
                <a:solidFill>
                  <a:schemeClr val="tx1"/>
                </a:solidFill>
              </a:rPr>
              <a:t>Views are typically created by Admins and/or power users and made available to end users</a:t>
            </a:r>
          </a:p>
          <a:p>
            <a:pPr>
              <a:defRPr/>
            </a:pPr>
            <a:endParaRPr lang="en-US" sz="200" dirty="0">
              <a:solidFill>
                <a:schemeClr val="tx1"/>
              </a:solidFill>
            </a:endParaRPr>
          </a:p>
          <a:p>
            <a:pPr marL="285750" indent="-285750">
              <a:buFont typeface="Arial" panose="020B0604020202020204" pitchFamily="34" charset="0"/>
              <a:buChar char="•"/>
              <a:defRPr/>
            </a:pPr>
            <a:r>
              <a:rPr lang="en-US" sz="1800" dirty="0">
                <a:solidFill>
                  <a:schemeClr val="tx1"/>
                </a:solidFill>
              </a:rPr>
              <a:t>Territory picklist filters the Accounts list and displays only accounts aligned to the selected territory</a:t>
            </a:r>
          </a:p>
          <a:p>
            <a:pPr>
              <a:defRPr/>
            </a:pPr>
            <a:endParaRPr lang="en-US" sz="200" dirty="0">
              <a:solidFill>
                <a:schemeClr val="tx1"/>
              </a:solidFill>
            </a:endParaRPr>
          </a:p>
          <a:p>
            <a:pPr marL="285750" indent="-285750">
              <a:buFont typeface="Arial" panose="020B0604020202020204" pitchFamily="34" charset="0"/>
              <a:buChar char="•"/>
              <a:defRPr/>
            </a:pPr>
            <a:r>
              <a:rPr lang="en-US" b="1" dirty="0">
                <a:solidFill>
                  <a:schemeClr val="tx1"/>
                </a:solidFill>
              </a:rPr>
              <a:t>Note: </a:t>
            </a:r>
            <a:endParaRPr lang="en-US" dirty="0">
              <a:solidFill>
                <a:schemeClr val="tx1"/>
              </a:solidFill>
            </a:endParaRPr>
          </a:p>
          <a:p>
            <a:pPr lvl="1">
              <a:buFont typeface="Courier New" panose="02070309020205020404" pitchFamily="49" charset="0"/>
              <a:buChar char="o"/>
              <a:defRPr/>
            </a:pPr>
            <a:r>
              <a:rPr lang="en-US" dirty="0">
                <a:solidFill>
                  <a:schemeClr val="tx1"/>
                </a:solidFill>
              </a:rPr>
              <a:t>Only users who have permission to create and edit Views will see the </a:t>
            </a:r>
            <a:r>
              <a:rPr lang="en-US" b="1" dirty="0">
                <a:solidFill>
                  <a:schemeClr val="tx1"/>
                </a:solidFill>
              </a:rPr>
              <a:t>EDIT</a:t>
            </a:r>
            <a:r>
              <a:rPr lang="en-US" dirty="0">
                <a:solidFill>
                  <a:schemeClr val="tx1"/>
                </a:solidFill>
              </a:rPr>
              <a:t> and </a:t>
            </a:r>
            <a:r>
              <a:rPr lang="en-US" b="1" dirty="0">
                <a:solidFill>
                  <a:schemeClr val="tx1"/>
                </a:solidFill>
              </a:rPr>
              <a:t>CREATE NEW VIEW </a:t>
            </a:r>
            <a:r>
              <a:rPr lang="en-US" dirty="0">
                <a:solidFill>
                  <a:schemeClr val="tx1"/>
                </a:solidFill>
              </a:rPr>
              <a:t>links- in between View name and Territory placeholders (pick lists)</a:t>
            </a:r>
          </a:p>
          <a:p>
            <a:pPr lvl="1">
              <a:buFont typeface="Courier New" panose="02070309020205020404" pitchFamily="49" charset="0"/>
              <a:buChar char="o"/>
              <a:defRPr/>
            </a:pPr>
            <a:endParaRPr lang="en-US" dirty="0">
              <a:solidFill>
                <a:schemeClr val="tx1"/>
              </a:solidFill>
            </a:endParaRPr>
          </a:p>
          <a:p>
            <a:pPr lvl="1">
              <a:buFont typeface="Courier New" panose="02070309020205020404" pitchFamily="49" charset="0"/>
              <a:buChar char="o"/>
              <a:defRPr/>
            </a:pPr>
            <a:r>
              <a:rPr lang="en-US" dirty="0">
                <a:solidFill>
                  <a:schemeClr val="tx1"/>
                </a:solidFill>
              </a:rPr>
              <a:t>Manager level Territory picklists display all of the territories that directly roll-up to the selected territory in the Territory Hierarchy</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My Accounts- Views &amp; Territory Filters ... 1</a:t>
            </a:r>
            <a:endParaRPr lang="en-US" dirty="0"/>
          </a:p>
        </p:txBody>
      </p:sp>
    </p:spTree>
    <p:extLst>
      <p:ext uri="{BB962C8B-B14F-4D97-AF65-F5344CB8AC3E}">
        <p14:creationId xmlns:p14="http://schemas.microsoft.com/office/powerpoint/2010/main" val="1207859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8882743" cy="4191000"/>
          </a:xfrm>
        </p:spPr>
        <p:txBody>
          <a:bodyPr/>
          <a:lstStyle/>
          <a:p>
            <a:pPr>
              <a:defRPr/>
            </a:pPr>
            <a:r>
              <a:rPr lang="en-US" sz="1600" dirty="0">
                <a:solidFill>
                  <a:schemeClr val="tx1"/>
                </a:solidFill>
              </a:rPr>
              <a:t>Below is a screenshot showing the view create and territory selection from My Accounts tab</a:t>
            </a:r>
            <a:endParaRPr lang="en-US" dirty="0">
              <a:solidFill>
                <a:schemeClr val="tx1"/>
              </a:solidFill>
            </a:endParaRPr>
          </a:p>
          <a:p>
            <a:pPr>
              <a:defRPr/>
            </a:pPr>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My Accounts- Views &amp; Territory Filters ... 2</a:t>
            </a:r>
            <a:endParaRPr lang="en-US" dirty="0"/>
          </a:p>
        </p:txBody>
      </p:sp>
      <p:pic>
        <p:nvPicPr>
          <p:cNvPr id="6" name="Picture 2">
            <a:extLst>
              <a:ext uri="{FF2B5EF4-FFF2-40B4-BE49-F238E27FC236}">
                <a16:creationId xmlns:a16="http://schemas.microsoft.com/office/drawing/2014/main" id="{B7BEAA0F-A639-724D-524C-204D3CCDB1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438400"/>
            <a:ext cx="7772400" cy="285128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 name="Rectangle 6">
            <a:extLst>
              <a:ext uri="{FF2B5EF4-FFF2-40B4-BE49-F238E27FC236}">
                <a16:creationId xmlns:a16="http://schemas.microsoft.com/office/drawing/2014/main" id="{798CB06E-0720-CE50-DA3C-5F08DE5FED8F}"/>
              </a:ext>
            </a:extLst>
          </p:cNvPr>
          <p:cNvSpPr/>
          <p:nvPr/>
        </p:nvSpPr>
        <p:spPr>
          <a:xfrm>
            <a:off x="2057400" y="2866805"/>
            <a:ext cx="990600" cy="30480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18C8002-FAEE-ADCD-E2E6-8B01CC544AE1}"/>
              </a:ext>
            </a:extLst>
          </p:cNvPr>
          <p:cNvSpPr/>
          <p:nvPr/>
        </p:nvSpPr>
        <p:spPr>
          <a:xfrm>
            <a:off x="3505200" y="2866805"/>
            <a:ext cx="1752600" cy="30480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9" name="Group 8">
            <a:extLst>
              <a:ext uri="{FF2B5EF4-FFF2-40B4-BE49-F238E27FC236}">
                <a16:creationId xmlns:a16="http://schemas.microsoft.com/office/drawing/2014/main" id="{E927CD6D-DFA7-A178-56CB-0C7E5A8A37AF}"/>
              </a:ext>
            </a:extLst>
          </p:cNvPr>
          <p:cNvGrpSpPr/>
          <p:nvPr/>
        </p:nvGrpSpPr>
        <p:grpSpPr>
          <a:xfrm>
            <a:off x="1600200" y="1952405"/>
            <a:ext cx="3276600" cy="773170"/>
            <a:chOff x="5777921" y="3160900"/>
            <a:chExt cx="2329797" cy="773170"/>
          </a:xfrm>
        </p:grpSpPr>
        <p:sp>
          <p:nvSpPr>
            <p:cNvPr id="10" name="Rectangle 9">
              <a:extLst>
                <a:ext uri="{FF2B5EF4-FFF2-40B4-BE49-F238E27FC236}">
                  <a16:creationId xmlns:a16="http://schemas.microsoft.com/office/drawing/2014/main" id="{1EC0B16B-F2CF-1ECB-8B52-0B72E43621AC}"/>
                </a:ext>
              </a:extLst>
            </p:cNvPr>
            <p:cNvSpPr/>
            <p:nvPr/>
          </p:nvSpPr>
          <p:spPr>
            <a:xfrm>
              <a:off x="5825416" y="3201480"/>
              <a:ext cx="2205818" cy="73259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Arial" panose="020B0604020202020204" pitchFamily="34" charset="0"/>
                <a:cs typeface="Arial" panose="020B0604020202020204" pitchFamily="34" charset="0"/>
              </a:endParaRPr>
            </a:p>
          </p:txBody>
        </p:sp>
        <p:sp>
          <p:nvSpPr>
            <p:cNvPr id="11" name="Content Placeholder 4">
              <a:extLst>
                <a:ext uri="{FF2B5EF4-FFF2-40B4-BE49-F238E27FC236}">
                  <a16:creationId xmlns:a16="http://schemas.microsoft.com/office/drawing/2014/main" id="{AEEA4B71-59B1-034F-FA1B-A48A30B55986}"/>
                </a:ext>
              </a:extLst>
            </p:cNvPr>
            <p:cNvSpPr txBox="1">
              <a:spLocks/>
            </p:cNvSpPr>
            <p:nvPr/>
          </p:nvSpPr>
          <p:spPr>
            <a:xfrm>
              <a:off x="5777921" y="3160900"/>
              <a:ext cx="2329797" cy="7731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200"/>
                </a:spcAft>
                <a:buNone/>
              </a:pPr>
              <a:r>
                <a:rPr lang="en-US" dirty="0"/>
                <a:t>Users who have permission to create and edit Views will see these links</a:t>
              </a:r>
              <a:endParaRPr lang="en-US" b="1" dirty="0">
                <a:sym typeface="Wingdings" panose="05000000000000000000" pitchFamily="2" charset="2"/>
              </a:endParaRPr>
            </a:p>
          </p:txBody>
        </p:sp>
      </p:grpSp>
      <p:grpSp>
        <p:nvGrpSpPr>
          <p:cNvPr id="12" name="Group 11">
            <a:extLst>
              <a:ext uri="{FF2B5EF4-FFF2-40B4-BE49-F238E27FC236}">
                <a16:creationId xmlns:a16="http://schemas.microsoft.com/office/drawing/2014/main" id="{933215A9-8234-BCE2-69E1-7B9AA2400556}"/>
              </a:ext>
            </a:extLst>
          </p:cNvPr>
          <p:cNvGrpSpPr/>
          <p:nvPr/>
        </p:nvGrpSpPr>
        <p:grpSpPr>
          <a:xfrm>
            <a:off x="5715001" y="2281292"/>
            <a:ext cx="2895599" cy="773170"/>
            <a:chOff x="5777921" y="3160900"/>
            <a:chExt cx="2895599" cy="773170"/>
          </a:xfrm>
        </p:grpSpPr>
        <p:sp>
          <p:nvSpPr>
            <p:cNvPr id="13" name="Rectangle 12">
              <a:extLst>
                <a:ext uri="{FF2B5EF4-FFF2-40B4-BE49-F238E27FC236}">
                  <a16:creationId xmlns:a16="http://schemas.microsoft.com/office/drawing/2014/main" id="{B9E28448-6A8B-A210-D5C0-F0B23A5B4CAD}"/>
                </a:ext>
              </a:extLst>
            </p:cNvPr>
            <p:cNvSpPr/>
            <p:nvPr/>
          </p:nvSpPr>
          <p:spPr>
            <a:xfrm>
              <a:off x="5825415" y="3201480"/>
              <a:ext cx="2848105" cy="73259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Arial" panose="020B0604020202020204" pitchFamily="34" charset="0"/>
                <a:cs typeface="Arial" panose="020B0604020202020204" pitchFamily="34" charset="0"/>
              </a:endParaRPr>
            </a:p>
          </p:txBody>
        </p:sp>
        <p:sp>
          <p:nvSpPr>
            <p:cNvPr id="14" name="Content Placeholder 4">
              <a:extLst>
                <a:ext uri="{FF2B5EF4-FFF2-40B4-BE49-F238E27FC236}">
                  <a16:creationId xmlns:a16="http://schemas.microsoft.com/office/drawing/2014/main" id="{1EF6A3D4-4D5D-866F-8CED-068EAA64E6E2}"/>
                </a:ext>
              </a:extLst>
            </p:cNvPr>
            <p:cNvSpPr txBox="1">
              <a:spLocks/>
            </p:cNvSpPr>
            <p:nvPr/>
          </p:nvSpPr>
          <p:spPr>
            <a:xfrm>
              <a:off x="5777921" y="3160900"/>
              <a:ext cx="2895599" cy="7731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200"/>
                </a:spcAft>
                <a:buNone/>
              </a:pPr>
              <a:r>
                <a:rPr lang="en-US" dirty="0"/>
                <a:t>Users can change the territory to see accounts related to that </a:t>
              </a:r>
              <a:endParaRPr lang="en-US" b="1" dirty="0">
                <a:sym typeface="Wingdings" panose="05000000000000000000" pitchFamily="2" charset="2"/>
              </a:endParaRPr>
            </a:p>
          </p:txBody>
        </p:sp>
      </p:grpSp>
      <p:sp>
        <p:nvSpPr>
          <p:cNvPr id="15" name="Right Arrow 14">
            <a:extLst>
              <a:ext uri="{FF2B5EF4-FFF2-40B4-BE49-F238E27FC236}">
                <a16:creationId xmlns:a16="http://schemas.microsoft.com/office/drawing/2014/main" id="{CDCC6719-278A-1950-9524-F9E9B66F23F3}"/>
              </a:ext>
            </a:extLst>
          </p:cNvPr>
          <p:cNvSpPr/>
          <p:nvPr/>
        </p:nvSpPr>
        <p:spPr>
          <a:xfrm rot="5400000">
            <a:off x="2502245" y="2651537"/>
            <a:ext cx="265724" cy="16481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68ABD2ED-0B16-FCFB-1E5B-91147A6448FD}"/>
              </a:ext>
            </a:extLst>
          </p:cNvPr>
          <p:cNvSpPr/>
          <p:nvPr/>
        </p:nvSpPr>
        <p:spPr>
          <a:xfrm rot="10800000">
            <a:off x="5257800" y="2866805"/>
            <a:ext cx="504694" cy="1524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6294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1042989" y="4187952"/>
            <a:ext cx="5967411" cy="457200"/>
          </a:xfrm>
        </p:spPr>
        <p:txBody>
          <a:bodyPr/>
          <a:lstStyle/>
          <a:p>
            <a:r>
              <a:rPr lang="en-US" sz="3200" b="1" dirty="0">
                <a:latin typeface="Arial" panose="020B0604020202020204" pitchFamily="34" charset="0"/>
                <a:cs typeface="Arial" panose="020B0604020202020204" pitchFamily="34" charset="0"/>
              </a:rPr>
              <a:t>My Account Configurations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4209230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104880" y="1438140"/>
            <a:ext cx="8882743" cy="4686300"/>
          </a:xfrm>
        </p:spPr>
        <p:txBody>
          <a:bodyPr/>
          <a:lstStyle/>
          <a:p>
            <a:pPr>
              <a:defRPr/>
            </a:pPr>
            <a:r>
              <a:rPr lang="en-US" sz="1800" dirty="0">
                <a:solidFill>
                  <a:schemeClr val="tx1"/>
                </a:solidFill>
              </a:rPr>
              <a:t> My Accounts tab requires user profiles to have the following object permissions:</a:t>
            </a:r>
            <a:endParaRPr lang="en-US" dirty="0">
              <a:solidFill>
                <a:schemeClr val="tx1"/>
              </a:solidFill>
            </a:endParaRPr>
          </a:p>
          <a:p>
            <a:pPr marL="685800" lvl="1">
              <a:defRPr/>
            </a:pPr>
            <a:r>
              <a:rPr lang="en-US" b="1" dirty="0">
                <a:solidFill>
                  <a:schemeClr val="tx1"/>
                </a:solidFill>
              </a:rPr>
              <a:t>Read-Write</a:t>
            </a:r>
            <a:r>
              <a:rPr lang="en-US" dirty="0">
                <a:solidFill>
                  <a:schemeClr val="tx1"/>
                </a:solidFill>
              </a:rPr>
              <a:t> privileges on the following objects:</a:t>
            </a:r>
          </a:p>
          <a:p>
            <a:pPr marL="1085850" lvl="2">
              <a:defRPr/>
            </a:pPr>
            <a:r>
              <a:rPr lang="en-US" dirty="0">
                <a:solidFill>
                  <a:schemeClr val="tx1"/>
                </a:solidFill>
              </a:rPr>
              <a:t>Account</a:t>
            </a:r>
          </a:p>
          <a:p>
            <a:pPr marL="1085850" lvl="2">
              <a:defRPr/>
            </a:pPr>
            <a:r>
              <a:rPr lang="en-US" dirty="0">
                <a:solidFill>
                  <a:schemeClr val="tx1"/>
                </a:solidFill>
              </a:rPr>
              <a:t>Address</a:t>
            </a:r>
          </a:p>
          <a:p>
            <a:pPr marL="1085850" lvl="2">
              <a:defRPr/>
            </a:pPr>
            <a:r>
              <a:rPr lang="en-US" dirty="0">
                <a:solidFill>
                  <a:schemeClr val="tx1"/>
                </a:solidFill>
              </a:rPr>
              <a:t>Product Metrics</a:t>
            </a:r>
          </a:p>
          <a:p>
            <a:pPr marL="1085850" lvl="2">
              <a:defRPr/>
            </a:pPr>
            <a:r>
              <a:rPr lang="en-US" dirty="0">
                <a:solidFill>
                  <a:schemeClr val="tx1"/>
                </a:solidFill>
              </a:rPr>
              <a:t>Territory Fields</a:t>
            </a:r>
          </a:p>
          <a:p>
            <a:pPr marL="1085850" lvl="2">
              <a:defRPr/>
            </a:pPr>
            <a:r>
              <a:rPr lang="en-US" dirty="0">
                <a:solidFill>
                  <a:schemeClr val="tx1"/>
                </a:solidFill>
              </a:rPr>
              <a:t>Preferences</a:t>
            </a:r>
          </a:p>
          <a:p>
            <a:pPr marL="685800" lvl="1">
              <a:defRPr/>
            </a:pPr>
            <a:r>
              <a:rPr lang="en-US" dirty="0">
                <a:solidFill>
                  <a:schemeClr val="tx1"/>
                </a:solidFill>
              </a:rPr>
              <a:t>Assign </a:t>
            </a:r>
            <a:r>
              <a:rPr lang="en-US" b="1" dirty="0">
                <a:solidFill>
                  <a:schemeClr val="tx1"/>
                </a:solidFill>
              </a:rPr>
              <a:t>Read-Write-Delete</a:t>
            </a:r>
            <a:r>
              <a:rPr lang="en-US" dirty="0">
                <a:solidFill>
                  <a:schemeClr val="tx1"/>
                </a:solidFill>
              </a:rPr>
              <a:t> privileges to the View object</a:t>
            </a:r>
          </a:p>
          <a:p>
            <a:pPr>
              <a:defRPr/>
            </a:pPr>
            <a:endParaRPr lang="en-US" sz="18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My Accounts - Configuration</a:t>
            </a:r>
            <a:endParaRPr lang="en-US" dirty="0"/>
          </a:p>
        </p:txBody>
      </p:sp>
      <p:grpSp>
        <p:nvGrpSpPr>
          <p:cNvPr id="6" name="Group 5">
            <a:extLst>
              <a:ext uri="{FF2B5EF4-FFF2-40B4-BE49-F238E27FC236}">
                <a16:creationId xmlns:a16="http://schemas.microsoft.com/office/drawing/2014/main" id="{A9A13E45-A471-E421-E6F5-358C890D9B46}"/>
              </a:ext>
            </a:extLst>
          </p:cNvPr>
          <p:cNvGrpSpPr/>
          <p:nvPr/>
        </p:nvGrpSpPr>
        <p:grpSpPr>
          <a:xfrm>
            <a:off x="5891657" y="2286000"/>
            <a:ext cx="6191931" cy="3276600"/>
            <a:chOff x="6245352" y="1752600"/>
            <a:chExt cx="5615626" cy="2743200"/>
          </a:xfrm>
          <a:solidFill>
            <a:schemeClr val="bg1"/>
          </a:solidFill>
        </p:grpSpPr>
        <p:pic>
          <p:nvPicPr>
            <p:cNvPr id="7" name="Picture 6">
              <a:extLst>
                <a:ext uri="{FF2B5EF4-FFF2-40B4-BE49-F238E27FC236}">
                  <a16:creationId xmlns:a16="http://schemas.microsoft.com/office/drawing/2014/main" id="{BDE2130F-44CD-F95B-6B23-F267ABEA2B31}"/>
                </a:ext>
              </a:extLst>
            </p:cNvPr>
            <p:cNvPicPr>
              <a:picLocks noChangeAspect="1"/>
            </p:cNvPicPr>
            <p:nvPr/>
          </p:nvPicPr>
          <p:blipFill>
            <a:blip r:embed="rId2"/>
            <a:stretch>
              <a:fillRect/>
            </a:stretch>
          </p:blipFill>
          <p:spPr>
            <a:xfrm>
              <a:off x="6250753" y="1752600"/>
              <a:ext cx="5610225" cy="933450"/>
            </a:xfrm>
            <a:prstGeom prst="rect">
              <a:avLst/>
            </a:prstGeom>
            <a:grpFill/>
            <a:ln>
              <a:solidFill>
                <a:schemeClr val="tx1"/>
              </a:solidFill>
            </a:ln>
          </p:spPr>
        </p:pic>
        <p:pic>
          <p:nvPicPr>
            <p:cNvPr id="8" name="Picture 7">
              <a:extLst>
                <a:ext uri="{FF2B5EF4-FFF2-40B4-BE49-F238E27FC236}">
                  <a16:creationId xmlns:a16="http://schemas.microsoft.com/office/drawing/2014/main" id="{74D81DC9-404D-63E8-2D3E-41306CEF14C6}"/>
                </a:ext>
              </a:extLst>
            </p:cNvPr>
            <p:cNvPicPr>
              <a:picLocks noChangeAspect="1"/>
            </p:cNvPicPr>
            <p:nvPr/>
          </p:nvPicPr>
          <p:blipFill>
            <a:blip r:embed="rId3"/>
            <a:stretch>
              <a:fillRect/>
            </a:stretch>
          </p:blipFill>
          <p:spPr>
            <a:xfrm>
              <a:off x="6250753" y="3295343"/>
              <a:ext cx="5257800" cy="352425"/>
            </a:xfrm>
            <a:prstGeom prst="rect">
              <a:avLst/>
            </a:prstGeom>
            <a:grpFill/>
            <a:ln>
              <a:solidFill>
                <a:schemeClr val="tx1"/>
              </a:solidFill>
            </a:ln>
          </p:spPr>
        </p:pic>
        <p:pic>
          <p:nvPicPr>
            <p:cNvPr id="9" name="Picture 8">
              <a:extLst>
                <a:ext uri="{FF2B5EF4-FFF2-40B4-BE49-F238E27FC236}">
                  <a16:creationId xmlns:a16="http://schemas.microsoft.com/office/drawing/2014/main" id="{63BA96F5-81E3-F745-5BFF-4DFAE4CF5F12}"/>
                </a:ext>
              </a:extLst>
            </p:cNvPr>
            <p:cNvPicPr>
              <a:picLocks noChangeAspect="1"/>
            </p:cNvPicPr>
            <p:nvPr/>
          </p:nvPicPr>
          <p:blipFill>
            <a:blip r:embed="rId4"/>
            <a:stretch>
              <a:fillRect/>
            </a:stretch>
          </p:blipFill>
          <p:spPr>
            <a:xfrm>
              <a:off x="6250753" y="2708173"/>
              <a:ext cx="5343525" cy="685800"/>
            </a:xfrm>
            <a:prstGeom prst="rect">
              <a:avLst/>
            </a:prstGeom>
            <a:grpFill/>
            <a:ln>
              <a:solidFill>
                <a:schemeClr val="tx1"/>
              </a:solidFill>
            </a:ln>
          </p:spPr>
        </p:pic>
        <p:pic>
          <p:nvPicPr>
            <p:cNvPr id="10" name="Picture 9">
              <a:extLst>
                <a:ext uri="{FF2B5EF4-FFF2-40B4-BE49-F238E27FC236}">
                  <a16:creationId xmlns:a16="http://schemas.microsoft.com/office/drawing/2014/main" id="{B8834BD0-00E2-293C-3ABA-E8BB3958DDA3}"/>
                </a:ext>
              </a:extLst>
            </p:cNvPr>
            <p:cNvPicPr>
              <a:picLocks noChangeAspect="1"/>
            </p:cNvPicPr>
            <p:nvPr/>
          </p:nvPicPr>
          <p:blipFill>
            <a:blip r:embed="rId5"/>
            <a:stretch>
              <a:fillRect/>
            </a:stretch>
          </p:blipFill>
          <p:spPr>
            <a:xfrm>
              <a:off x="6245352" y="4162425"/>
              <a:ext cx="5229225" cy="333375"/>
            </a:xfrm>
            <a:prstGeom prst="rect">
              <a:avLst/>
            </a:prstGeom>
            <a:grpFill/>
            <a:ln>
              <a:solidFill>
                <a:schemeClr val="tx1"/>
              </a:solidFill>
            </a:ln>
          </p:spPr>
        </p:pic>
        <p:pic>
          <p:nvPicPr>
            <p:cNvPr id="11" name="Picture 10">
              <a:extLst>
                <a:ext uri="{FF2B5EF4-FFF2-40B4-BE49-F238E27FC236}">
                  <a16:creationId xmlns:a16="http://schemas.microsoft.com/office/drawing/2014/main" id="{9A81101D-77CE-EB1B-C2B0-D6A6445AB4EC}"/>
                </a:ext>
              </a:extLst>
            </p:cNvPr>
            <p:cNvPicPr>
              <a:picLocks noChangeAspect="1"/>
            </p:cNvPicPr>
            <p:nvPr/>
          </p:nvPicPr>
          <p:blipFill rotWithShape="1">
            <a:blip r:embed="rId6"/>
            <a:srcRect l="2646" t="22857"/>
            <a:stretch/>
          </p:blipFill>
          <p:spPr>
            <a:xfrm>
              <a:off x="6250753" y="3955175"/>
              <a:ext cx="5257800" cy="257175"/>
            </a:xfrm>
            <a:prstGeom prst="rect">
              <a:avLst/>
            </a:prstGeom>
            <a:grpFill/>
            <a:ln>
              <a:solidFill>
                <a:schemeClr val="tx1"/>
              </a:solidFill>
            </a:ln>
          </p:spPr>
        </p:pic>
        <p:pic>
          <p:nvPicPr>
            <p:cNvPr id="12" name="Picture 11">
              <a:extLst>
                <a:ext uri="{FF2B5EF4-FFF2-40B4-BE49-F238E27FC236}">
                  <a16:creationId xmlns:a16="http://schemas.microsoft.com/office/drawing/2014/main" id="{66DEC9FB-82D7-5141-A548-B9362E0C2AA0}"/>
                </a:ext>
              </a:extLst>
            </p:cNvPr>
            <p:cNvPicPr>
              <a:picLocks noChangeAspect="1"/>
            </p:cNvPicPr>
            <p:nvPr/>
          </p:nvPicPr>
          <p:blipFill rotWithShape="1">
            <a:blip r:embed="rId7"/>
            <a:srcRect l="2837" t="17949"/>
            <a:stretch/>
          </p:blipFill>
          <p:spPr>
            <a:xfrm>
              <a:off x="6248400" y="3657600"/>
              <a:ext cx="5219700" cy="304800"/>
            </a:xfrm>
            <a:prstGeom prst="rect">
              <a:avLst/>
            </a:prstGeom>
            <a:grpFill/>
            <a:ln>
              <a:solidFill>
                <a:schemeClr val="tx1"/>
              </a:solidFill>
            </a:ln>
          </p:spPr>
        </p:pic>
      </p:grpSp>
    </p:spTree>
    <p:extLst>
      <p:ext uri="{BB962C8B-B14F-4D97-AF65-F5344CB8AC3E}">
        <p14:creationId xmlns:p14="http://schemas.microsoft.com/office/powerpoint/2010/main" val="2653497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5606143" cy="4191000"/>
          </a:xfrm>
        </p:spPr>
        <p:txBody>
          <a:bodyPr/>
          <a:lstStyle/>
          <a:p>
            <a:pPr marL="0" indent="0">
              <a:buNone/>
              <a:defRPr/>
            </a:pPr>
            <a:endParaRPr lang="en-US" sz="1800" dirty="0">
              <a:solidFill>
                <a:schemeClr val="tx1"/>
              </a:solidFill>
            </a:endParaRPr>
          </a:p>
          <a:p>
            <a:pPr>
              <a:defRPr/>
            </a:pPr>
            <a:r>
              <a:rPr lang="en-US" sz="1800" dirty="0">
                <a:solidFill>
                  <a:schemeClr val="tx1"/>
                </a:solidFill>
              </a:rPr>
              <a:t>For Accounts to display on My Accounts Homepage:</a:t>
            </a:r>
          </a:p>
          <a:p>
            <a:pPr>
              <a:defRPr/>
            </a:pPr>
            <a:endParaRPr lang="en-US" dirty="0">
              <a:solidFill>
                <a:schemeClr val="tx1"/>
              </a:solidFill>
            </a:endParaRPr>
          </a:p>
          <a:p>
            <a:pPr marL="685800" lvl="1">
              <a:defRPr/>
            </a:pPr>
            <a:r>
              <a:rPr lang="en-US" b="1" dirty="0">
                <a:solidFill>
                  <a:schemeClr val="tx1"/>
                </a:solidFill>
              </a:rPr>
              <a:t>Territory Hierarchy </a:t>
            </a:r>
            <a:r>
              <a:rPr lang="en-US" dirty="0">
                <a:solidFill>
                  <a:schemeClr val="tx1"/>
                </a:solidFill>
              </a:rPr>
              <a:t>must be set up. The My Accounts page is dependent on having the Territory Hierarchy established with users assigned to territories </a:t>
            </a:r>
          </a:p>
          <a:p>
            <a:pPr marL="685800" lvl="1">
              <a:defRPr/>
            </a:pPr>
            <a:r>
              <a:rPr lang="en-US" dirty="0">
                <a:solidFill>
                  <a:schemeClr val="tx1"/>
                </a:solidFill>
              </a:rPr>
              <a:t>Assign </a:t>
            </a:r>
            <a:r>
              <a:rPr lang="en-US" b="1" dirty="0">
                <a:solidFill>
                  <a:schemeClr val="tx1"/>
                </a:solidFill>
              </a:rPr>
              <a:t>Accounts</a:t>
            </a:r>
            <a:r>
              <a:rPr lang="en-US" dirty="0">
                <a:solidFill>
                  <a:schemeClr val="tx1"/>
                </a:solidFill>
              </a:rPr>
              <a:t> to the appropriate territories through Territory Management</a:t>
            </a:r>
          </a:p>
          <a:p>
            <a:pPr marL="685800" lvl="1">
              <a:defRPr/>
            </a:pPr>
            <a:r>
              <a:rPr lang="en-US" dirty="0">
                <a:solidFill>
                  <a:schemeClr val="tx1"/>
                </a:solidFill>
              </a:rPr>
              <a:t>Users must be assigned to </a:t>
            </a:r>
            <a:r>
              <a:rPr lang="en-US" b="1" dirty="0">
                <a:solidFill>
                  <a:schemeClr val="tx1"/>
                </a:solidFill>
              </a:rPr>
              <a:t>Territories</a:t>
            </a:r>
            <a:endParaRPr lang="en-US" dirty="0">
              <a:solidFill>
                <a:schemeClr val="tx1"/>
              </a:solidFill>
            </a:endParaRPr>
          </a:p>
          <a:p>
            <a:pPr>
              <a:defRPr/>
            </a:pPr>
            <a:endParaRPr lang="en-US"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My Accounts - Configuration</a:t>
            </a:r>
            <a:endParaRPr lang="en-US" dirty="0"/>
          </a:p>
        </p:txBody>
      </p:sp>
      <p:pic>
        <p:nvPicPr>
          <p:cNvPr id="6" name="Picture 5">
            <a:extLst>
              <a:ext uri="{FF2B5EF4-FFF2-40B4-BE49-F238E27FC236}">
                <a16:creationId xmlns:a16="http://schemas.microsoft.com/office/drawing/2014/main" id="{7674C9AE-AC40-22FA-9198-ABD85D7967A0}"/>
              </a:ext>
            </a:extLst>
          </p:cNvPr>
          <p:cNvPicPr>
            <a:picLocks noChangeAspect="1"/>
          </p:cNvPicPr>
          <p:nvPr/>
        </p:nvPicPr>
        <p:blipFill>
          <a:blip r:embed="rId2"/>
          <a:stretch>
            <a:fillRect/>
          </a:stretch>
        </p:blipFill>
        <p:spPr>
          <a:xfrm>
            <a:off x="6054149" y="1609724"/>
            <a:ext cx="5419725" cy="2428875"/>
          </a:xfrm>
          <a:prstGeom prst="rect">
            <a:avLst/>
          </a:prstGeom>
          <a:ln>
            <a:solidFill>
              <a:schemeClr val="tx1"/>
            </a:solidFill>
          </a:ln>
        </p:spPr>
      </p:pic>
      <p:pic>
        <p:nvPicPr>
          <p:cNvPr id="7" name="Picture 6">
            <a:extLst>
              <a:ext uri="{FF2B5EF4-FFF2-40B4-BE49-F238E27FC236}">
                <a16:creationId xmlns:a16="http://schemas.microsoft.com/office/drawing/2014/main" id="{F61D4863-CB61-BB4E-82E7-3401574846FE}"/>
              </a:ext>
            </a:extLst>
          </p:cNvPr>
          <p:cNvPicPr>
            <a:picLocks noChangeAspect="1"/>
          </p:cNvPicPr>
          <p:nvPr/>
        </p:nvPicPr>
        <p:blipFill>
          <a:blip r:embed="rId3"/>
          <a:stretch>
            <a:fillRect/>
          </a:stretch>
        </p:blipFill>
        <p:spPr>
          <a:xfrm>
            <a:off x="1044874" y="4267200"/>
            <a:ext cx="7533557" cy="1476375"/>
          </a:xfrm>
          <a:prstGeom prst="rect">
            <a:avLst/>
          </a:prstGeom>
          <a:ln>
            <a:solidFill>
              <a:schemeClr val="tx1"/>
            </a:solidFill>
          </a:ln>
        </p:spPr>
      </p:pic>
    </p:spTree>
    <p:extLst>
      <p:ext uri="{BB962C8B-B14F-4D97-AF65-F5344CB8AC3E}">
        <p14:creationId xmlns:p14="http://schemas.microsoft.com/office/powerpoint/2010/main" val="785659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9644743" cy="4191000"/>
          </a:xfrm>
        </p:spPr>
        <p:txBody>
          <a:bodyPr/>
          <a:lstStyle/>
          <a:p>
            <a:pPr marL="285750" indent="-285750">
              <a:buFont typeface="Arial" panose="020B0604020202020204" pitchFamily="34" charset="0"/>
              <a:buChar char="•"/>
              <a:defRPr/>
            </a:pPr>
            <a:r>
              <a:rPr lang="en-US" sz="1800" dirty="0">
                <a:solidFill>
                  <a:schemeClr val="tx1"/>
                </a:solidFill>
              </a:rPr>
              <a:t>My Accounts lists can display up to </a:t>
            </a:r>
            <a:r>
              <a:rPr lang="en-US" sz="1800" b="1" dirty="0">
                <a:solidFill>
                  <a:schemeClr val="tx1"/>
                </a:solidFill>
              </a:rPr>
              <a:t>5000</a:t>
            </a:r>
            <a:r>
              <a:rPr lang="en-US" sz="1800" dirty="0">
                <a:solidFill>
                  <a:schemeClr val="tx1"/>
                </a:solidFill>
              </a:rPr>
              <a:t> records</a:t>
            </a:r>
          </a:p>
          <a:p>
            <a:pPr marL="171450" indent="-171450">
              <a:buFont typeface="Arial" panose="020B0604020202020204" pitchFamily="34" charset="0"/>
              <a:buChar char="•"/>
              <a:defRPr/>
            </a:pPr>
            <a:endParaRPr lang="en-US" sz="200" dirty="0">
              <a:solidFill>
                <a:schemeClr val="tx1"/>
              </a:solidFill>
            </a:endParaRPr>
          </a:p>
          <a:p>
            <a:pPr marL="285750" indent="-285750">
              <a:buFont typeface="Arial" panose="020B0604020202020204" pitchFamily="34" charset="0"/>
              <a:buChar char="•"/>
              <a:defRPr/>
            </a:pPr>
            <a:r>
              <a:rPr lang="en-US" sz="1800" dirty="0">
                <a:solidFill>
                  <a:schemeClr val="tx1"/>
                </a:solidFill>
              </a:rPr>
              <a:t>Use the </a:t>
            </a:r>
            <a:r>
              <a:rPr lang="en-US" sz="1800" b="1" dirty="0">
                <a:solidFill>
                  <a:schemeClr val="tx1"/>
                </a:solidFill>
              </a:rPr>
              <a:t>MAX_ACCT_THRESHOLD</a:t>
            </a:r>
            <a:r>
              <a:rPr lang="en-US" sz="1800" dirty="0">
                <a:solidFill>
                  <a:schemeClr val="tx1"/>
                </a:solidFill>
              </a:rPr>
              <a:t> VEEVA setting to raise the limit above the default 5K. 5K limit is imposed by default</a:t>
            </a:r>
          </a:p>
          <a:p>
            <a:pPr marL="171450" indent="-171450">
              <a:buFont typeface="Arial" panose="020B0604020202020204" pitchFamily="34" charset="0"/>
              <a:buChar char="•"/>
              <a:defRPr/>
            </a:pPr>
            <a:endParaRPr lang="en-US" sz="200" dirty="0">
              <a:solidFill>
                <a:schemeClr val="tx1"/>
              </a:solidFill>
            </a:endParaRPr>
          </a:p>
          <a:p>
            <a:pPr marL="285750" indent="-285750">
              <a:buFont typeface="Arial" panose="020B0604020202020204" pitchFamily="34" charset="0"/>
              <a:buChar char="•"/>
              <a:defRPr/>
            </a:pPr>
            <a:r>
              <a:rPr lang="en-US" sz="1800" dirty="0">
                <a:solidFill>
                  <a:schemeClr val="tx1"/>
                </a:solidFill>
              </a:rPr>
              <a:t>There are </a:t>
            </a:r>
            <a:r>
              <a:rPr lang="en-US" sz="1800" b="1" dirty="0">
                <a:solidFill>
                  <a:schemeClr val="tx1"/>
                </a:solidFill>
              </a:rPr>
              <a:t>performance implications</a:t>
            </a:r>
            <a:r>
              <a:rPr lang="en-US" sz="1800" dirty="0">
                <a:solidFill>
                  <a:schemeClr val="tx1"/>
                </a:solidFill>
              </a:rPr>
              <a:t> when raising this limit. Queries of larger sets of data take longer to return results. The decision to raise this limit should be carefully considered</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My Accounts Lists Threshold</a:t>
            </a:r>
            <a:endParaRPr lang="en-US" dirty="0"/>
          </a:p>
        </p:txBody>
      </p:sp>
    </p:spTree>
    <p:extLst>
      <p:ext uri="{BB962C8B-B14F-4D97-AF65-F5344CB8AC3E}">
        <p14:creationId xmlns:p14="http://schemas.microsoft.com/office/powerpoint/2010/main" val="1027758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200" b="1" dirty="0">
                <a:latin typeface="Arial" panose="020B0604020202020204" pitchFamily="34" charset="0"/>
                <a:cs typeface="Arial" panose="020B0604020202020204" pitchFamily="34" charset="0"/>
              </a:rPr>
              <a:t>My Accounts - Views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595831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5987143" cy="4191000"/>
          </a:xfrm>
        </p:spPr>
        <p:txBody>
          <a:bodyPr/>
          <a:lstStyle/>
          <a:p>
            <a:pPr marL="0" indent="0">
              <a:buNone/>
              <a:defRPr/>
            </a:pPr>
            <a:r>
              <a:rPr lang="en-US" sz="1800" b="1" dirty="0">
                <a:solidFill>
                  <a:schemeClr val="tx1"/>
                </a:solidFill>
              </a:rPr>
              <a:t>Steps to follow to create new View</a:t>
            </a:r>
            <a:r>
              <a:rPr lang="en-US" sz="1800" dirty="0">
                <a:solidFill>
                  <a:schemeClr val="tx1"/>
                </a:solidFill>
              </a:rPr>
              <a:t>: </a:t>
            </a:r>
          </a:p>
          <a:p>
            <a:pPr marL="0" indent="0">
              <a:buNone/>
              <a:defRPr/>
            </a:pPr>
            <a:endParaRPr lang="en-US" sz="1800" dirty="0">
              <a:solidFill>
                <a:schemeClr val="tx1"/>
              </a:solidFill>
            </a:endParaRPr>
          </a:p>
          <a:p>
            <a:pPr>
              <a:buFont typeface="+mj-lt"/>
              <a:buAutoNum type="arabicPeriod"/>
              <a:defRPr/>
            </a:pPr>
            <a:r>
              <a:rPr lang="en-US" sz="1800" dirty="0">
                <a:solidFill>
                  <a:schemeClr val="tx1"/>
                </a:solidFill>
              </a:rPr>
              <a:t>Go to </a:t>
            </a:r>
            <a:r>
              <a:rPr lang="en-US" sz="1800" b="1" dirty="0">
                <a:solidFill>
                  <a:schemeClr val="tx1"/>
                </a:solidFill>
              </a:rPr>
              <a:t>My Accounts</a:t>
            </a:r>
            <a:r>
              <a:rPr lang="en-US" sz="1800" dirty="0">
                <a:solidFill>
                  <a:schemeClr val="tx1"/>
                </a:solidFill>
              </a:rPr>
              <a:t> tab</a:t>
            </a:r>
          </a:p>
          <a:p>
            <a:pPr>
              <a:buFont typeface="+mj-lt"/>
              <a:buAutoNum type="arabicPeriod"/>
              <a:defRPr/>
            </a:pPr>
            <a:r>
              <a:rPr lang="en-US" sz="1800" dirty="0">
                <a:solidFill>
                  <a:schemeClr val="tx1"/>
                </a:solidFill>
              </a:rPr>
              <a:t>Click the </a:t>
            </a:r>
            <a:r>
              <a:rPr lang="en-US" sz="1800" b="1" dirty="0">
                <a:solidFill>
                  <a:schemeClr val="tx1"/>
                </a:solidFill>
              </a:rPr>
              <a:t>Create New View </a:t>
            </a:r>
            <a:r>
              <a:rPr lang="en-US" sz="1800" dirty="0">
                <a:solidFill>
                  <a:schemeClr val="tx1"/>
                </a:solidFill>
              </a:rPr>
              <a:t>link</a:t>
            </a:r>
          </a:p>
          <a:p>
            <a:pPr>
              <a:buFont typeface="+mj-lt"/>
              <a:buAutoNum type="arabicPeriod"/>
              <a:defRPr/>
            </a:pPr>
            <a:r>
              <a:rPr lang="en-US" sz="1800" dirty="0">
                <a:solidFill>
                  <a:schemeClr val="tx1"/>
                </a:solidFill>
              </a:rPr>
              <a:t>Enter View </a:t>
            </a:r>
            <a:r>
              <a:rPr lang="en-US" sz="1800" b="1" dirty="0">
                <a:solidFill>
                  <a:schemeClr val="tx1"/>
                </a:solidFill>
              </a:rPr>
              <a:t>Name</a:t>
            </a:r>
            <a:r>
              <a:rPr lang="en-US" sz="1800" dirty="0">
                <a:solidFill>
                  <a:schemeClr val="tx1"/>
                </a:solidFill>
              </a:rPr>
              <a:t>. (Step 1 in screen)</a:t>
            </a:r>
          </a:p>
          <a:p>
            <a:pPr>
              <a:buFont typeface="+mj-lt"/>
              <a:buAutoNum type="arabicPeriod"/>
              <a:defRPr/>
            </a:pPr>
            <a:r>
              <a:rPr lang="en-US" sz="1800" dirty="0">
                <a:solidFill>
                  <a:schemeClr val="tx1"/>
                </a:solidFill>
              </a:rPr>
              <a:t>Select the </a:t>
            </a:r>
            <a:r>
              <a:rPr lang="en-US" sz="1800" b="1" dirty="0">
                <a:solidFill>
                  <a:schemeClr val="tx1"/>
                </a:solidFill>
              </a:rPr>
              <a:t>type of accounts </a:t>
            </a:r>
            <a:r>
              <a:rPr lang="en-US" sz="1800" dirty="0">
                <a:solidFill>
                  <a:schemeClr val="tx1"/>
                </a:solidFill>
              </a:rPr>
              <a:t>to display in the view. </a:t>
            </a:r>
            <a:r>
              <a:rPr lang="en-US" sz="1800" b="1" dirty="0">
                <a:solidFill>
                  <a:schemeClr val="tx1"/>
                </a:solidFill>
              </a:rPr>
              <a:t>Don’t select </a:t>
            </a:r>
            <a:r>
              <a:rPr lang="en-US" sz="1800" dirty="0">
                <a:solidFill>
                  <a:schemeClr val="tx1"/>
                </a:solidFill>
              </a:rPr>
              <a:t>record types the org is not using. (Step 2)</a:t>
            </a:r>
          </a:p>
          <a:p>
            <a:pPr>
              <a:buFont typeface="+mj-lt"/>
              <a:buAutoNum type="arabicPeriod"/>
              <a:defRPr/>
            </a:pPr>
            <a:r>
              <a:rPr lang="en-US" sz="1800" dirty="0">
                <a:solidFill>
                  <a:schemeClr val="tx1"/>
                </a:solidFill>
              </a:rPr>
              <a:t>Select </a:t>
            </a:r>
            <a:r>
              <a:rPr lang="en-US" sz="1800" b="1" dirty="0">
                <a:solidFill>
                  <a:schemeClr val="tx1"/>
                </a:solidFill>
              </a:rPr>
              <a:t>My Preferred Addresses </a:t>
            </a:r>
            <a:r>
              <a:rPr lang="en-US" sz="1800" dirty="0">
                <a:solidFill>
                  <a:schemeClr val="tx1"/>
                </a:solidFill>
              </a:rPr>
              <a:t>and </a:t>
            </a:r>
            <a:r>
              <a:rPr lang="en-US" sz="1800" b="1" dirty="0">
                <a:solidFill>
                  <a:schemeClr val="tx1"/>
                </a:solidFill>
              </a:rPr>
              <a:t>All Accounts.</a:t>
            </a:r>
            <a:r>
              <a:rPr lang="en-US" sz="1800" dirty="0">
                <a:solidFill>
                  <a:schemeClr val="tx1"/>
                </a:solidFill>
              </a:rPr>
              <a:t> (Step 2 in screen)</a:t>
            </a:r>
          </a:p>
          <a:p>
            <a:pPr lvl="1">
              <a:defRPr/>
            </a:pPr>
            <a:r>
              <a:rPr lang="en-US" sz="1600" dirty="0">
                <a:solidFill>
                  <a:schemeClr val="tx1"/>
                </a:solidFill>
              </a:rPr>
              <a:t>Selecting My Preferred Addresses will </a:t>
            </a:r>
            <a:r>
              <a:rPr lang="en-US" sz="1600" b="1" dirty="0">
                <a:solidFill>
                  <a:schemeClr val="tx1"/>
                </a:solidFill>
              </a:rPr>
              <a:t>prevent</a:t>
            </a:r>
            <a:r>
              <a:rPr lang="en-US" sz="1600" dirty="0">
                <a:solidFill>
                  <a:schemeClr val="tx1"/>
                </a:solidFill>
              </a:rPr>
              <a:t> accounts with multiple addresses from being displayed more than once</a:t>
            </a:r>
          </a:p>
          <a:p>
            <a:pPr lvl="1">
              <a:defRPr/>
            </a:pPr>
            <a:r>
              <a:rPr lang="en-US" sz="1600" dirty="0">
                <a:solidFill>
                  <a:schemeClr val="tx1"/>
                </a:solidFill>
              </a:rPr>
              <a:t>The address that will be used is the last address used on a call. If no address has been used, then the primary address will be used</a:t>
            </a:r>
            <a:endParaRPr lang="en-US" sz="2000" dirty="0">
              <a:solidFill>
                <a:schemeClr val="tx1"/>
              </a:solidFill>
            </a:endParaRPr>
          </a:p>
          <a:p>
            <a:pPr marL="285750" indent="-285750">
              <a:buFont typeface="Arial" panose="020B0604020202020204" pitchFamily="34" charset="0"/>
              <a:buChar char="•"/>
              <a:defRPr/>
            </a:pPr>
            <a:endParaRPr lang="en-US" sz="18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Create New Views for Users ... 1</a:t>
            </a:r>
            <a:endParaRPr lang="en-US" dirty="0"/>
          </a:p>
        </p:txBody>
      </p:sp>
      <p:pic>
        <p:nvPicPr>
          <p:cNvPr id="6" name="Picture 5">
            <a:extLst>
              <a:ext uri="{FF2B5EF4-FFF2-40B4-BE49-F238E27FC236}">
                <a16:creationId xmlns:a16="http://schemas.microsoft.com/office/drawing/2014/main" id="{B7747113-F046-B88A-6023-C62588D45C42}"/>
              </a:ext>
            </a:extLst>
          </p:cNvPr>
          <p:cNvPicPr>
            <a:picLocks noChangeAspect="1"/>
          </p:cNvPicPr>
          <p:nvPr/>
        </p:nvPicPr>
        <p:blipFill>
          <a:blip r:embed="rId2"/>
          <a:stretch>
            <a:fillRect/>
          </a:stretch>
        </p:blipFill>
        <p:spPr>
          <a:xfrm>
            <a:off x="6781800" y="1167578"/>
            <a:ext cx="3667125" cy="1047750"/>
          </a:xfrm>
          <a:prstGeom prst="rect">
            <a:avLst/>
          </a:prstGeom>
          <a:ln>
            <a:solidFill>
              <a:schemeClr val="tx1"/>
            </a:solidFill>
          </a:ln>
        </p:spPr>
      </p:pic>
      <p:pic>
        <p:nvPicPr>
          <p:cNvPr id="7" name="Picture 6">
            <a:extLst>
              <a:ext uri="{FF2B5EF4-FFF2-40B4-BE49-F238E27FC236}">
                <a16:creationId xmlns:a16="http://schemas.microsoft.com/office/drawing/2014/main" id="{52D0EE7A-1B05-22E6-8E90-E7733F086AE1}"/>
              </a:ext>
            </a:extLst>
          </p:cNvPr>
          <p:cNvPicPr>
            <a:picLocks noChangeAspect="1"/>
          </p:cNvPicPr>
          <p:nvPr/>
        </p:nvPicPr>
        <p:blipFill>
          <a:blip r:embed="rId3"/>
          <a:stretch>
            <a:fillRect/>
          </a:stretch>
        </p:blipFill>
        <p:spPr>
          <a:xfrm>
            <a:off x="6781800" y="2691579"/>
            <a:ext cx="4367213" cy="3436837"/>
          </a:xfrm>
          <a:prstGeom prst="rect">
            <a:avLst/>
          </a:prstGeom>
          <a:ln>
            <a:solidFill>
              <a:schemeClr val="tx1"/>
            </a:solidFill>
          </a:ln>
        </p:spPr>
      </p:pic>
      <p:sp>
        <p:nvSpPr>
          <p:cNvPr id="8" name="Rectangle 7">
            <a:extLst>
              <a:ext uri="{FF2B5EF4-FFF2-40B4-BE49-F238E27FC236}">
                <a16:creationId xmlns:a16="http://schemas.microsoft.com/office/drawing/2014/main" id="{B02CF23F-16FA-317A-7CCB-7A8141C19668}"/>
              </a:ext>
            </a:extLst>
          </p:cNvPr>
          <p:cNvSpPr/>
          <p:nvPr/>
        </p:nvSpPr>
        <p:spPr>
          <a:xfrm>
            <a:off x="9448800" y="1853378"/>
            <a:ext cx="1000125"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32F74B-39F0-E747-9607-D91A31DA428B}"/>
              </a:ext>
            </a:extLst>
          </p:cNvPr>
          <p:cNvSpPr/>
          <p:nvPr/>
        </p:nvSpPr>
        <p:spPr>
          <a:xfrm>
            <a:off x="6781800" y="3220367"/>
            <a:ext cx="1000125"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4AF645-4A2B-B686-338E-E417DFDB9724}"/>
              </a:ext>
            </a:extLst>
          </p:cNvPr>
          <p:cNvSpPr/>
          <p:nvPr/>
        </p:nvSpPr>
        <p:spPr>
          <a:xfrm>
            <a:off x="6781799" y="3930132"/>
            <a:ext cx="1371601" cy="28544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a:extLst>
              <a:ext uri="{FF2B5EF4-FFF2-40B4-BE49-F238E27FC236}">
                <a16:creationId xmlns:a16="http://schemas.microsoft.com/office/drawing/2014/main" id="{DA55E46F-1A9B-50C1-8683-2001626FD3B3}"/>
              </a:ext>
            </a:extLst>
          </p:cNvPr>
          <p:cNvSpPr/>
          <p:nvPr/>
        </p:nvSpPr>
        <p:spPr>
          <a:xfrm>
            <a:off x="9796461" y="2318415"/>
            <a:ext cx="304800" cy="476250"/>
          </a:xfrm>
          <a:prstGeom prst="downArrow">
            <a:avLst/>
          </a:prstGeom>
          <a:solidFill>
            <a:srgbClr val="FF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3818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5148943" cy="4191000"/>
          </a:xfrm>
        </p:spPr>
        <p:txBody>
          <a:bodyPr/>
          <a:lstStyle/>
          <a:p>
            <a:pPr>
              <a:lnSpc>
                <a:spcPct val="107000"/>
              </a:lnSpc>
              <a:spcBef>
                <a:spcPct val="20000"/>
              </a:spcBef>
              <a:spcAft>
                <a:spcPts val="800"/>
              </a:spcAft>
              <a:defRPr/>
            </a:pPr>
            <a:r>
              <a:rPr lang="en-US" dirty="0">
                <a:latin typeface="Arial" pitchFamily="34" charset="0"/>
                <a:ea typeface="Arial Unicode MS" pitchFamily="34" charset="-128"/>
                <a:cs typeface="Arial" pitchFamily="34" charset="0"/>
              </a:rPr>
              <a:t>6. Select criteria from the 4 objects:</a:t>
            </a:r>
          </a:p>
          <a:p>
            <a:pPr marL="742950" lvl="1" indent="-285750">
              <a:lnSpc>
                <a:spcPct val="107000"/>
              </a:lnSpc>
              <a:spcBef>
                <a:spcPct val="20000"/>
              </a:spcBef>
              <a:spcAft>
                <a:spcPts val="800"/>
              </a:spcAft>
              <a:buFont typeface="Arial" panose="020B0604020202020204" pitchFamily="34" charset="0"/>
              <a:buChar char="-"/>
              <a:defRPr/>
            </a:pPr>
            <a:r>
              <a:rPr lang="en-US" sz="1600" dirty="0">
                <a:latin typeface="Arial" pitchFamily="34" charset="0"/>
                <a:ea typeface="Arial Unicode MS" pitchFamily="34" charset="-128"/>
                <a:cs typeface="Arial" pitchFamily="34" charset="0"/>
              </a:rPr>
              <a:t>Account, Address, Territory, Product Metrics. (Step 3 in screen)</a:t>
            </a:r>
          </a:p>
          <a:p>
            <a:pPr>
              <a:lnSpc>
                <a:spcPct val="107000"/>
              </a:lnSpc>
              <a:spcBef>
                <a:spcPct val="20000"/>
              </a:spcBef>
              <a:spcAft>
                <a:spcPts val="800"/>
              </a:spcAft>
              <a:defRPr/>
            </a:pPr>
            <a:r>
              <a:rPr lang="en-US" dirty="0">
                <a:latin typeface="Arial" pitchFamily="34" charset="0"/>
                <a:ea typeface="Arial Unicode MS" pitchFamily="34" charset="-128"/>
                <a:cs typeface="Arial" pitchFamily="34" charset="0"/>
              </a:rPr>
              <a:t>7. Select the columns to display on the new view. (Step 4 in screen).</a:t>
            </a:r>
          </a:p>
          <a:p>
            <a:pPr marL="742950" lvl="1" indent="-285750">
              <a:lnSpc>
                <a:spcPct val="107000"/>
              </a:lnSpc>
              <a:spcAft>
                <a:spcPts val="800"/>
              </a:spcAft>
              <a:buFont typeface="Arial" panose="020B0604020202020204" pitchFamily="34" charset="0"/>
              <a:buChar char="-"/>
            </a:pPr>
            <a:r>
              <a:rPr lang="en-US" sz="1600" dirty="0">
                <a:latin typeface="Arial" pitchFamily="34" charset="0"/>
                <a:ea typeface="Arial Unicode MS" pitchFamily="34" charset="-128"/>
                <a:cs typeface="Arial" pitchFamily="34" charset="0"/>
              </a:rPr>
              <a:t>Profiles must have at least Read FLS access to fields used in Search Criteria and Selected Columns</a:t>
            </a:r>
          </a:p>
          <a:p>
            <a:pPr>
              <a:lnSpc>
                <a:spcPct val="107000"/>
              </a:lnSpc>
              <a:spcAft>
                <a:spcPts val="800"/>
              </a:spcAft>
            </a:pPr>
            <a:r>
              <a:rPr lang="en-US" dirty="0">
                <a:latin typeface="Arial" pitchFamily="34" charset="0"/>
                <a:ea typeface="Arial Unicode MS" pitchFamily="34" charset="-128"/>
                <a:cs typeface="Arial" pitchFamily="34" charset="0"/>
              </a:rPr>
              <a:t>8. Use arrows to change the order. (Step 4 in screen)</a:t>
            </a:r>
          </a:p>
          <a:p>
            <a:pPr marL="285750" indent="-285750">
              <a:buFont typeface="Arial" panose="020B0604020202020204" pitchFamily="34" charset="0"/>
              <a:buChar char="•"/>
              <a:defRPr/>
            </a:pPr>
            <a:endParaRPr lang="en-US" sz="18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Create New Views for Users ... 2</a:t>
            </a:r>
            <a:endParaRPr lang="en-US" dirty="0"/>
          </a:p>
        </p:txBody>
      </p:sp>
      <p:pic>
        <p:nvPicPr>
          <p:cNvPr id="6" name="Picture 5">
            <a:extLst>
              <a:ext uri="{FF2B5EF4-FFF2-40B4-BE49-F238E27FC236}">
                <a16:creationId xmlns:a16="http://schemas.microsoft.com/office/drawing/2014/main" id="{631A5751-DA30-9E15-4EB2-69F11FFB77F0}"/>
              </a:ext>
            </a:extLst>
          </p:cNvPr>
          <p:cNvPicPr>
            <a:picLocks noChangeAspect="1"/>
          </p:cNvPicPr>
          <p:nvPr/>
        </p:nvPicPr>
        <p:blipFill>
          <a:blip r:embed="rId2"/>
          <a:stretch>
            <a:fillRect/>
          </a:stretch>
        </p:blipFill>
        <p:spPr>
          <a:xfrm>
            <a:off x="5772521" y="1064503"/>
            <a:ext cx="5186363" cy="1817302"/>
          </a:xfrm>
          <a:prstGeom prst="rect">
            <a:avLst/>
          </a:prstGeom>
          <a:noFill/>
          <a:ln>
            <a:solidFill>
              <a:schemeClr val="tx1"/>
            </a:solidFill>
          </a:ln>
        </p:spPr>
      </p:pic>
      <p:sp>
        <p:nvSpPr>
          <p:cNvPr id="7" name="Rectangle 6">
            <a:extLst>
              <a:ext uri="{FF2B5EF4-FFF2-40B4-BE49-F238E27FC236}">
                <a16:creationId xmlns:a16="http://schemas.microsoft.com/office/drawing/2014/main" id="{8A5DAC60-D364-A3CF-D77F-B523C8216FC1}"/>
              </a:ext>
            </a:extLst>
          </p:cNvPr>
          <p:cNvSpPr/>
          <p:nvPr/>
        </p:nvSpPr>
        <p:spPr>
          <a:xfrm>
            <a:off x="5772521" y="1064503"/>
            <a:ext cx="1566865"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869E560-262F-FFD6-7FE7-AF432952A054}"/>
              </a:ext>
            </a:extLst>
          </p:cNvPr>
          <p:cNvSpPr/>
          <p:nvPr/>
        </p:nvSpPr>
        <p:spPr>
          <a:xfrm>
            <a:off x="5891585" y="2272204"/>
            <a:ext cx="4800600" cy="3619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B787CF1-1539-EB17-5C82-FEC020A7F1C0}"/>
              </a:ext>
            </a:extLst>
          </p:cNvPr>
          <p:cNvPicPr>
            <a:picLocks noChangeAspect="1"/>
          </p:cNvPicPr>
          <p:nvPr/>
        </p:nvPicPr>
        <p:blipFill>
          <a:blip r:embed="rId3"/>
          <a:stretch>
            <a:fillRect/>
          </a:stretch>
        </p:blipFill>
        <p:spPr>
          <a:xfrm>
            <a:off x="5697105" y="3015411"/>
            <a:ext cx="3928281" cy="3426465"/>
          </a:xfrm>
          <a:prstGeom prst="rect">
            <a:avLst/>
          </a:prstGeom>
          <a:noFill/>
          <a:ln>
            <a:solidFill>
              <a:schemeClr val="tx1"/>
            </a:solidFill>
          </a:ln>
        </p:spPr>
      </p:pic>
      <p:sp>
        <p:nvSpPr>
          <p:cNvPr id="10" name="Rectangle 9">
            <a:extLst>
              <a:ext uri="{FF2B5EF4-FFF2-40B4-BE49-F238E27FC236}">
                <a16:creationId xmlns:a16="http://schemas.microsoft.com/office/drawing/2014/main" id="{EBC2ABAF-933E-FE22-F519-986E3808EAF0}"/>
              </a:ext>
            </a:extLst>
          </p:cNvPr>
          <p:cNvSpPr/>
          <p:nvPr/>
        </p:nvSpPr>
        <p:spPr>
          <a:xfrm>
            <a:off x="5772520" y="3010862"/>
            <a:ext cx="1338266" cy="3281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556D04-1BD2-7AD0-25CE-76BA0B19BDD5}"/>
              </a:ext>
            </a:extLst>
          </p:cNvPr>
          <p:cNvSpPr/>
          <p:nvPr/>
        </p:nvSpPr>
        <p:spPr>
          <a:xfrm>
            <a:off x="6120185" y="4382462"/>
            <a:ext cx="2057400" cy="3281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51AE91-7D7F-BB33-0A1F-19288AAA1C2D}"/>
              </a:ext>
            </a:extLst>
          </p:cNvPr>
          <p:cNvSpPr/>
          <p:nvPr/>
        </p:nvSpPr>
        <p:spPr>
          <a:xfrm>
            <a:off x="5662985" y="4562297"/>
            <a:ext cx="457200" cy="11917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3">
            <a:extLst>
              <a:ext uri="{FF2B5EF4-FFF2-40B4-BE49-F238E27FC236}">
                <a16:creationId xmlns:a16="http://schemas.microsoft.com/office/drawing/2014/main" id="{30CF49E2-0990-28D0-CF7F-87F4298C1960}"/>
              </a:ext>
            </a:extLst>
          </p:cNvPr>
          <p:cNvSpPr/>
          <p:nvPr/>
        </p:nvSpPr>
        <p:spPr>
          <a:xfrm>
            <a:off x="8787185" y="2884647"/>
            <a:ext cx="304800" cy="476250"/>
          </a:xfrm>
          <a:prstGeom prst="downArrow">
            <a:avLst/>
          </a:prstGeom>
          <a:solidFill>
            <a:srgbClr val="FF0000"/>
          </a:solidFill>
          <a:ln>
            <a:solidFill>
              <a:srgbClr val="FF000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885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9644743" cy="4191000"/>
          </a:xfrm>
        </p:spPr>
        <p:txBody>
          <a:bodyPr/>
          <a:lstStyle/>
          <a:p>
            <a:pPr marL="285750" indent="-285750">
              <a:buFont typeface="Arial" panose="020B0604020202020204" pitchFamily="34" charset="0"/>
              <a:buChar char="•"/>
              <a:defRPr/>
            </a:pPr>
            <a:r>
              <a:rPr lang="en-US" sz="1800" dirty="0">
                <a:solidFill>
                  <a:schemeClr val="tx1"/>
                </a:solidFill>
              </a:rPr>
              <a:t>9.   Select the Profiles who can see the view (Step 5 in screen)</a:t>
            </a:r>
          </a:p>
          <a:p>
            <a:pPr>
              <a:defRPr/>
            </a:pPr>
            <a:endParaRPr lang="en-US" sz="18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Create New Views for Users ... 3</a:t>
            </a:r>
            <a:endParaRPr lang="en-US" dirty="0"/>
          </a:p>
        </p:txBody>
      </p:sp>
      <p:pic>
        <p:nvPicPr>
          <p:cNvPr id="6" name="Picture 5">
            <a:extLst>
              <a:ext uri="{FF2B5EF4-FFF2-40B4-BE49-F238E27FC236}">
                <a16:creationId xmlns:a16="http://schemas.microsoft.com/office/drawing/2014/main" id="{F2FCF673-9CD2-3A3D-FBBB-8A6E450755C9}"/>
              </a:ext>
            </a:extLst>
          </p:cNvPr>
          <p:cNvPicPr>
            <a:picLocks noChangeAspect="1"/>
          </p:cNvPicPr>
          <p:nvPr/>
        </p:nvPicPr>
        <p:blipFill>
          <a:blip r:embed="rId2"/>
          <a:stretch>
            <a:fillRect/>
          </a:stretch>
        </p:blipFill>
        <p:spPr>
          <a:xfrm>
            <a:off x="533400" y="1936432"/>
            <a:ext cx="6943725" cy="2638425"/>
          </a:xfrm>
          <a:prstGeom prst="rect">
            <a:avLst/>
          </a:prstGeom>
          <a:ln>
            <a:solidFill>
              <a:schemeClr val="tx1"/>
            </a:solidFill>
          </a:ln>
        </p:spPr>
      </p:pic>
      <p:sp>
        <p:nvSpPr>
          <p:cNvPr id="7" name="Rectangle 6">
            <a:extLst>
              <a:ext uri="{FF2B5EF4-FFF2-40B4-BE49-F238E27FC236}">
                <a16:creationId xmlns:a16="http://schemas.microsoft.com/office/drawing/2014/main" id="{0C61F8DC-6566-EA13-3375-25594C2EAA58}"/>
              </a:ext>
            </a:extLst>
          </p:cNvPr>
          <p:cNvSpPr/>
          <p:nvPr/>
        </p:nvSpPr>
        <p:spPr>
          <a:xfrm>
            <a:off x="533400" y="1969769"/>
            <a:ext cx="1288143" cy="2714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020BC7C-4641-109D-2B14-D121F29DB8A8}"/>
              </a:ext>
            </a:extLst>
          </p:cNvPr>
          <p:cNvSpPr/>
          <p:nvPr/>
        </p:nvSpPr>
        <p:spPr>
          <a:xfrm>
            <a:off x="575128" y="3401255"/>
            <a:ext cx="1288143" cy="2714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8804E6C-4F21-8BA3-D74D-4032F7CCB7E7}"/>
              </a:ext>
            </a:extLst>
          </p:cNvPr>
          <p:cNvSpPr/>
          <p:nvPr/>
        </p:nvSpPr>
        <p:spPr>
          <a:xfrm>
            <a:off x="5547380" y="3841432"/>
            <a:ext cx="1288143" cy="2714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9972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200" b="1" dirty="0">
                <a:latin typeface="Arial" panose="020B0604020202020204" pitchFamily="34" charset="0"/>
                <a:cs typeface="Arial" panose="020B0604020202020204" pitchFamily="34" charset="0"/>
              </a:rPr>
              <a:t>Creation of Lists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1320434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054199"/>
            <a:ext cx="9644743" cy="4191000"/>
          </a:xfrm>
        </p:spPr>
        <p:txBody>
          <a:bodyPr/>
          <a:lstStyle/>
          <a:p>
            <a:pPr lvl="0"/>
            <a:r>
              <a:rPr lang="en-US" sz="1800" b="1" dirty="0">
                <a:solidFill>
                  <a:schemeClr val="tx1"/>
                </a:solidFill>
              </a:rPr>
              <a:t>Using an Account List:</a:t>
            </a:r>
            <a:endParaRPr lang="en-US" sz="1800" dirty="0">
              <a:solidFill>
                <a:schemeClr val="tx1"/>
              </a:solidFill>
            </a:endParaRPr>
          </a:p>
          <a:p>
            <a:pPr lvl="1"/>
            <a:r>
              <a:rPr lang="en-US" dirty="0">
                <a:solidFill>
                  <a:schemeClr val="tx1"/>
                </a:solidFill>
              </a:rPr>
              <a:t>Users can organize their Accounts into lists that are meaningful and valuable to them</a:t>
            </a:r>
          </a:p>
          <a:p>
            <a:pPr lvl="2"/>
            <a:r>
              <a:rPr lang="en-US" dirty="0">
                <a:solidFill>
                  <a:schemeClr val="tx1"/>
                </a:solidFill>
              </a:rPr>
              <a:t>Easily schedule calls for the Accounts in the list</a:t>
            </a:r>
          </a:p>
          <a:p>
            <a:pPr lvl="1"/>
            <a:r>
              <a:rPr lang="en-US" dirty="0">
                <a:solidFill>
                  <a:schemeClr val="tx1"/>
                </a:solidFill>
              </a:rPr>
              <a:t>Similar to Playlists in iTunes</a:t>
            </a:r>
          </a:p>
          <a:p>
            <a:pPr lvl="1"/>
            <a:r>
              <a:rPr lang="en-US" dirty="0">
                <a:solidFill>
                  <a:schemeClr val="tx1"/>
                </a:solidFill>
              </a:rPr>
              <a:t>Seamlessly integrated into the My Accounts tab</a:t>
            </a:r>
          </a:p>
          <a:p>
            <a:pPr lvl="2"/>
            <a:r>
              <a:rPr lang="en-US" dirty="0">
                <a:solidFill>
                  <a:schemeClr val="tx1"/>
                </a:solidFill>
              </a:rPr>
              <a:t>Each list is available for selection in the Views dropdown</a:t>
            </a:r>
          </a:p>
          <a:p>
            <a:pPr lvl="1"/>
            <a:r>
              <a:rPr lang="en-US" dirty="0">
                <a:solidFill>
                  <a:schemeClr val="tx1"/>
                </a:solidFill>
              </a:rPr>
              <a:t>Lists are static but views are dynamic</a:t>
            </a:r>
          </a:p>
          <a:p>
            <a:pPr lvl="1"/>
            <a:r>
              <a:rPr lang="en-US" dirty="0">
                <a:solidFill>
                  <a:schemeClr val="tx1"/>
                </a:solidFill>
              </a:rPr>
              <a:t>Admins can associate a color to each list for visual representation</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555328"/>
            <a:ext cx="10807700" cy="369332"/>
          </a:xfrm>
        </p:spPr>
        <p:txBody>
          <a:bodyPr/>
          <a:lstStyle/>
          <a:p>
            <a:r>
              <a:rPr lang="en-US" sz="2400" dirty="0"/>
              <a:t>Account List- Definition &amp; Functionality ... 1</a:t>
            </a:r>
            <a:endParaRPr lang="en-US" dirty="0"/>
          </a:p>
        </p:txBody>
      </p:sp>
      <p:pic>
        <p:nvPicPr>
          <p:cNvPr id="6" name="Picture 5">
            <a:extLst>
              <a:ext uri="{FF2B5EF4-FFF2-40B4-BE49-F238E27FC236}">
                <a16:creationId xmlns:a16="http://schemas.microsoft.com/office/drawing/2014/main" id="{4B41E211-EB31-4C9A-3249-A7301818E3CB}"/>
              </a:ext>
            </a:extLst>
          </p:cNvPr>
          <p:cNvPicPr>
            <a:picLocks noChangeAspect="1"/>
          </p:cNvPicPr>
          <p:nvPr/>
        </p:nvPicPr>
        <p:blipFill>
          <a:blip r:embed="rId2"/>
          <a:stretch>
            <a:fillRect/>
          </a:stretch>
        </p:blipFill>
        <p:spPr>
          <a:xfrm>
            <a:off x="609600" y="3581400"/>
            <a:ext cx="6145997" cy="2918688"/>
          </a:xfrm>
          <a:prstGeom prst="rect">
            <a:avLst/>
          </a:prstGeom>
        </p:spPr>
      </p:pic>
    </p:spTree>
    <p:extLst>
      <p:ext uri="{BB962C8B-B14F-4D97-AF65-F5344CB8AC3E}">
        <p14:creationId xmlns:p14="http://schemas.microsoft.com/office/powerpoint/2010/main" val="1080976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6" y="1005681"/>
            <a:ext cx="9644743" cy="4191000"/>
          </a:xfrm>
        </p:spPr>
        <p:txBody>
          <a:bodyPr/>
          <a:lstStyle/>
          <a:p>
            <a:r>
              <a:rPr lang="en-US" sz="1800" dirty="0">
                <a:solidFill>
                  <a:schemeClr val="tx1"/>
                </a:solidFill>
              </a:rPr>
              <a:t>User profiles need </a:t>
            </a:r>
            <a:r>
              <a:rPr lang="en-US" sz="1800" b="1" dirty="0">
                <a:solidFill>
                  <a:schemeClr val="tx1"/>
                </a:solidFill>
              </a:rPr>
              <a:t>full CRUD permissions </a:t>
            </a:r>
            <a:r>
              <a:rPr lang="en-US" sz="1800" dirty="0">
                <a:solidFill>
                  <a:schemeClr val="tx1"/>
                </a:solidFill>
              </a:rPr>
              <a:t>on the following objects to create or modify account lists</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r>
              <a:rPr lang="en-US" sz="1800" dirty="0">
                <a:solidFill>
                  <a:schemeClr val="tx1"/>
                </a:solidFill>
              </a:rPr>
              <a:t>Admins can add/remove an account to/from a list by- selecting Account(s) and by clicking on More Actions to create new list</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532242"/>
            <a:ext cx="10807700" cy="369332"/>
          </a:xfrm>
        </p:spPr>
        <p:txBody>
          <a:bodyPr/>
          <a:lstStyle/>
          <a:p>
            <a:r>
              <a:rPr lang="en-US" sz="2400" dirty="0"/>
              <a:t>Account List- Definition &amp; Functionality ... 2</a:t>
            </a:r>
            <a:endParaRPr lang="en-US" dirty="0"/>
          </a:p>
        </p:txBody>
      </p:sp>
      <p:pic>
        <p:nvPicPr>
          <p:cNvPr id="6" name="Picture 5">
            <a:extLst>
              <a:ext uri="{FF2B5EF4-FFF2-40B4-BE49-F238E27FC236}">
                <a16:creationId xmlns:a16="http://schemas.microsoft.com/office/drawing/2014/main" id="{1EDD21DD-C30A-B2B2-8837-DB14E3CCA809}"/>
              </a:ext>
            </a:extLst>
          </p:cNvPr>
          <p:cNvPicPr>
            <a:picLocks noChangeAspect="1"/>
          </p:cNvPicPr>
          <p:nvPr/>
        </p:nvPicPr>
        <p:blipFill>
          <a:blip r:embed="rId2"/>
          <a:stretch>
            <a:fillRect/>
          </a:stretch>
        </p:blipFill>
        <p:spPr>
          <a:xfrm>
            <a:off x="533400" y="1606953"/>
            <a:ext cx="3881437" cy="1500822"/>
          </a:xfrm>
          <a:prstGeom prst="rect">
            <a:avLst/>
          </a:prstGeom>
          <a:ln>
            <a:solidFill>
              <a:schemeClr val="tx1"/>
            </a:solid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946C630B-713B-3A47-402D-DA08548A8417}"/>
              </a:ext>
            </a:extLst>
          </p:cNvPr>
          <p:cNvPicPr>
            <a:picLocks noChangeAspect="1"/>
          </p:cNvPicPr>
          <p:nvPr/>
        </p:nvPicPr>
        <p:blipFill rotWithShape="1">
          <a:blip r:embed="rId3"/>
          <a:srcRect t="17045"/>
          <a:stretch/>
        </p:blipFill>
        <p:spPr>
          <a:xfrm>
            <a:off x="533400" y="3852357"/>
            <a:ext cx="6277196" cy="248848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86125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054199"/>
            <a:ext cx="9644743" cy="4191000"/>
          </a:xfrm>
        </p:spPr>
        <p:txBody>
          <a:bodyPr/>
          <a:lstStyle/>
          <a:p>
            <a:r>
              <a:rPr lang="en-US" sz="1800" b="1" dirty="0">
                <a:solidFill>
                  <a:schemeClr val="tx1"/>
                </a:solidFill>
              </a:rPr>
              <a:t>Account List Setup: </a:t>
            </a:r>
            <a:endParaRPr lang="en-US" sz="1800" dirty="0">
              <a:solidFill>
                <a:schemeClr val="tx1"/>
              </a:solidFill>
            </a:endParaRPr>
          </a:p>
          <a:p>
            <a:pPr lvl="1"/>
            <a:r>
              <a:rPr lang="en-US" sz="1600" dirty="0">
                <a:solidFill>
                  <a:schemeClr val="tx1"/>
                </a:solidFill>
              </a:rPr>
              <a:t>Modify </a:t>
            </a:r>
            <a:r>
              <a:rPr lang="en-US" sz="1600" b="1" dirty="0">
                <a:solidFill>
                  <a:schemeClr val="tx1"/>
                </a:solidFill>
              </a:rPr>
              <a:t>ACCOUNT_LIST_COLS</a:t>
            </a:r>
            <a:r>
              <a:rPr lang="en-US" sz="1600" dirty="0">
                <a:solidFill>
                  <a:schemeClr val="tx1"/>
                </a:solidFill>
              </a:rPr>
              <a:t> VEEVA Message to display Account and Address columns in Account Lists</a:t>
            </a:r>
            <a:endParaRPr lang="en-US" sz="1400" b="1" dirty="0">
              <a:solidFill>
                <a:schemeClr val="tx1"/>
              </a:solidFill>
            </a:endParaRPr>
          </a:p>
          <a:p>
            <a:pPr marL="2114550" lvl="4" indent="-285750">
              <a:buFont typeface="Wingdings" panose="05000000000000000000" pitchFamily="2" charset="2"/>
              <a:buChar char="ü"/>
            </a:pPr>
            <a:r>
              <a:rPr lang="en-US" sz="1400" b="1" dirty="0">
                <a:solidFill>
                  <a:schemeClr val="tx1"/>
                </a:solidFill>
              </a:rPr>
              <a:t>Syntax:  </a:t>
            </a:r>
            <a:r>
              <a:rPr lang="en-US" sz="1400" b="1" dirty="0" err="1">
                <a:solidFill>
                  <a:schemeClr val="tx1"/>
                </a:solidFill>
              </a:rPr>
              <a:t>Address_VOD__c.Zip_VOD__c</a:t>
            </a:r>
            <a:r>
              <a:rPr lang="en-US" sz="1400" b="1" dirty="0">
                <a:solidFill>
                  <a:schemeClr val="tx1"/>
                </a:solidFill>
              </a:rPr>
              <a:t>. </a:t>
            </a:r>
            <a:endParaRPr lang="en-US" dirty="0">
              <a:solidFill>
                <a:schemeClr val="tx1"/>
              </a:solidFill>
            </a:endParaRPr>
          </a:p>
          <a:p>
            <a:pPr lvl="0"/>
            <a:endParaRPr lang="en-US"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555328"/>
            <a:ext cx="10807700" cy="369332"/>
          </a:xfrm>
        </p:spPr>
        <p:txBody>
          <a:bodyPr/>
          <a:lstStyle/>
          <a:p>
            <a:r>
              <a:rPr lang="en-US" sz="2400" dirty="0"/>
              <a:t>Account List- Definition &amp; Functionality ... 3</a:t>
            </a:r>
            <a:endParaRPr lang="en-US" dirty="0"/>
          </a:p>
        </p:txBody>
      </p:sp>
      <p:sp>
        <p:nvSpPr>
          <p:cNvPr id="7" name="Left Brace 6">
            <a:extLst>
              <a:ext uri="{FF2B5EF4-FFF2-40B4-BE49-F238E27FC236}">
                <a16:creationId xmlns:a16="http://schemas.microsoft.com/office/drawing/2014/main" id="{EB5F6509-120B-9E83-EDE4-845F07149017}"/>
              </a:ext>
            </a:extLst>
          </p:cNvPr>
          <p:cNvSpPr/>
          <p:nvPr/>
        </p:nvSpPr>
        <p:spPr>
          <a:xfrm rot="16200000">
            <a:off x="3758303" y="1512058"/>
            <a:ext cx="195007" cy="1511901"/>
          </a:xfrm>
          <a:prstGeom prst="leftBrace">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Left Brace 7">
            <a:extLst>
              <a:ext uri="{FF2B5EF4-FFF2-40B4-BE49-F238E27FC236}">
                <a16:creationId xmlns:a16="http://schemas.microsoft.com/office/drawing/2014/main" id="{C99B82B9-DB3C-4B5C-D5B6-A3E9D19524C5}"/>
              </a:ext>
            </a:extLst>
          </p:cNvPr>
          <p:cNvSpPr/>
          <p:nvPr/>
        </p:nvSpPr>
        <p:spPr>
          <a:xfrm rot="16200000">
            <a:off x="5064330" y="1741044"/>
            <a:ext cx="183678" cy="1065258"/>
          </a:xfrm>
          <a:prstGeom prst="leftBrace">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9865FAA0-EA9C-BCFF-869C-1C9DC9ECCCAC}"/>
              </a:ext>
            </a:extLst>
          </p:cNvPr>
          <p:cNvSpPr txBox="1"/>
          <p:nvPr/>
        </p:nvSpPr>
        <p:spPr>
          <a:xfrm>
            <a:off x="4647064" y="2439346"/>
            <a:ext cx="1501254" cy="276999"/>
          </a:xfrm>
          <a:prstGeom prst="rect">
            <a:avLst/>
          </a:prstGeom>
          <a:noFill/>
        </p:spPr>
        <p:txBody>
          <a:bodyPr wrap="square" rtlCol="0">
            <a:spAutoFit/>
          </a:bodyPr>
          <a:lstStyle/>
          <a:p>
            <a:r>
              <a:rPr lang="en-US" sz="1200" dirty="0">
                <a:solidFill>
                  <a:srgbClr val="002060"/>
                </a:solidFill>
              </a:rPr>
              <a:t>Field API Name</a:t>
            </a:r>
          </a:p>
        </p:txBody>
      </p:sp>
      <p:sp>
        <p:nvSpPr>
          <p:cNvPr id="10" name="TextBox 9">
            <a:extLst>
              <a:ext uri="{FF2B5EF4-FFF2-40B4-BE49-F238E27FC236}">
                <a16:creationId xmlns:a16="http://schemas.microsoft.com/office/drawing/2014/main" id="{63698A63-1FB2-0998-0024-933419678E38}"/>
              </a:ext>
            </a:extLst>
          </p:cNvPr>
          <p:cNvSpPr txBox="1"/>
          <p:nvPr/>
        </p:nvSpPr>
        <p:spPr>
          <a:xfrm>
            <a:off x="3111639" y="2439346"/>
            <a:ext cx="1501254" cy="276999"/>
          </a:xfrm>
          <a:prstGeom prst="rect">
            <a:avLst/>
          </a:prstGeom>
          <a:noFill/>
        </p:spPr>
        <p:txBody>
          <a:bodyPr wrap="square" rtlCol="0">
            <a:spAutoFit/>
          </a:bodyPr>
          <a:lstStyle/>
          <a:p>
            <a:r>
              <a:rPr lang="en-US" sz="1200" dirty="0">
                <a:solidFill>
                  <a:srgbClr val="002060"/>
                </a:solidFill>
              </a:rPr>
              <a:t>     Field API Name</a:t>
            </a:r>
          </a:p>
        </p:txBody>
      </p:sp>
      <p:pic>
        <p:nvPicPr>
          <p:cNvPr id="11" name="Picture 10">
            <a:extLst>
              <a:ext uri="{FF2B5EF4-FFF2-40B4-BE49-F238E27FC236}">
                <a16:creationId xmlns:a16="http://schemas.microsoft.com/office/drawing/2014/main" id="{F659F000-4425-CDEC-A34E-633213FB3B61}"/>
              </a:ext>
            </a:extLst>
          </p:cNvPr>
          <p:cNvPicPr>
            <a:picLocks noChangeAspect="1"/>
          </p:cNvPicPr>
          <p:nvPr/>
        </p:nvPicPr>
        <p:blipFill>
          <a:blip r:embed="rId2"/>
          <a:stretch>
            <a:fillRect/>
          </a:stretch>
        </p:blipFill>
        <p:spPr>
          <a:xfrm>
            <a:off x="633247" y="2905805"/>
            <a:ext cx="6012543" cy="3396867"/>
          </a:xfrm>
          <a:prstGeom prst="rect">
            <a:avLst/>
          </a:prstGeom>
          <a:ln>
            <a:solidFill>
              <a:schemeClr val="tx1"/>
            </a:solidFill>
          </a:ln>
        </p:spPr>
      </p:pic>
    </p:spTree>
    <p:extLst>
      <p:ext uri="{BB962C8B-B14F-4D97-AF65-F5344CB8AC3E}">
        <p14:creationId xmlns:p14="http://schemas.microsoft.com/office/powerpoint/2010/main" val="1235911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1042989" y="4187952"/>
            <a:ext cx="6043611" cy="457200"/>
          </a:xfrm>
        </p:spPr>
        <p:txBody>
          <a:bodyPr/>
          <a:lstStyle/>
          <a:p>
            <a:r>
              <a:rPr lang="en-US" sz="3200" b="1" dirty="0">
                <a:latin typeface="Arial" panose="020B0604020202020204" pitchFamily="34" charset="0"/>
                <a:cs typeface="Arial" panose="020B0604020202020204" pitchFamily="34" charset="0"/>
              </a:rPr>
              <a:t>Configuration of My Accounts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4286648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9644743" cy="4191000"/>
          </a:xfrm>
        </p:spPr>
        <p:txBody>
          <a:bodyPr/>
          <a:lstStyle/>
          <a:p>
            <a:pPr lvl="0"/>
            <a:r>
              <a:rPr lang="en-US" sz="1800" b="1" dirty="0">
                <a:solidFill>
                  <a:schemeClr val="tx1"/>
                </a:solidFill>
              </a:rPr>
              <a:t>Schedule a Call is displayed only if- </a:t>
            </a:r>
            <a:endParaRPr lang="en-US" sz="1800" dirty="0">
              <a:solidFill>
                <a:schemeClr val="tx1"/>
              </a:solidFill>
            </a:endParaRPr>
          </a:p>
          <a:p>
            <a:pPr lvl="1"/>
            <a:r>
              <a:rPr lang="en-US" sz="1600" dirty="0">
                <a:solidFill>
                  <a:schemeClr val="tx1"/>
                </a:solidFill>
              </a:rPr>
              <a:t>User has </a:t>
            </a:r>
            <a:r>
              <a:rPr lang="en-US" sz="1600" b="1" dirty="0">
                <a:solidFill>
                  <a:schemeClr val="tx1"/>
                </a:solidFill>
              </a:rPr>
              <a:t>access</a:t>
            </a:r>
            <a:r>
              <a:rPr lang="en-US" sz="1600" dirty="0">
                <a:solidFill>
                  <a:schemeClr val="tx1"/>
                </a:solidFill>
              </a:rPr>
              <a:t> to the My Schedule tab in user profile</a:t>
            </a:r>
          </a:p>
          <a:p>
            <a:pPr lvl="1"/>
            <a:r>
              <a:rPr lang="en-US" sz="1600" dirty="0">
                <a:solidFill>
                  <a:schemeClr val="tx1"/>
                </a:solidFill>
              </a:rPr>
              <a:t>My Schedule tab set to </a:t>
            </a:r>
            <a:r>
              <a:rPr lang="en-US" sz="1600" b="1" dirty="0">
                <a:solidFill>
                  <a:schemeClr val="tx1"/>
                </a:solidFill>
              </a:rPr>
              <a:t>default on</a:t>
            </a:r>
            <a:endParaRPr lang="en-US" sz="1800" dirty="0">
              <a:solidFill>
                <a:schemeClr val="tx1"/>
              </a:solidFill>
            </a:endParaRPr>
          </a:p>
          <a:p>
            <a:pPr lvl="0"/>
            <a:r>
              <a:rPr lang="en-US" sz="1800" b="1" dirty="0">
                <a:solidFill>
                  <a:schemeClr val="tx1"/>
                </a:solidFill>
              </a:rPr>
              <a:t>Mass Update:</a:t>
            </a:r>
            <a:endParaRPr lang="en-US" sz="1800" dirty="0">
              <a:solidFill>
                <a:schemeClr val="tx1"/>
              </a:solidFill>
            </a:endParaRPr>
          </a:p>
          <a:p>
            <a:pPr lvl="1"/>
            <a:r>
              <a:rPr lang="en-US" sz="1600" dirty="0">
                <a:solidFill>
                  <a:schemeClr val="tx1"/>
                </a:solidFill>
              </a:rPr>
              <a:t>To remove from page:</a:t>
            </a:r>
          </a:p>
          <a:p>
            <a:pPr lvl="2"/>
            <a:r>
              <a:rPr lang="en-US" dirty="0">
                <a:solidFill>
                  <a:schemeClr val="tx1"/>
                </a:solidFill>
              </a:rPr>
              <a:t>Set the VEEVA custom setting </a:t>
            </a:r>
            <a:r>
              <a:rPr lang="en-US" b="1" dirty="0">
                <a:solidFill>
                  <a:schemeClr val="tx1"/>
                </a:solidFill>
              </a:rPr>
              <a:t>DISABLE_MASS_UPDATE</a:t>
            </a:r>
            <a:r>
              <a:rPr lang="en-US" dirty="0">
                <a:solidFill>
                  <a:schemeClr val="tx1"/>
                </a:solidFill>
              </a:rPr>
              <a:t> to </a:t>
            </a:r>
            <a:r>
              <a:rPr lang="en-US" b="1" dirty="0">
                <a:solidFill>
                  <a:schemeClr val="tx1"/>
                </a:solidFill>
              </a:rPr>
              <a:t>true</a:t>
            </a:r>
            <a:r>
              <a:rPr lang="en-US" dirty="0">
                <a:solidFill>
                  <a:schemeClr val="tx1"/>
                </a:solidFill>
              </a:rPr>
              <a:t> at either the company or profile level</a:t>
            </a:r>
          </a:p>
          <a:p>
            <a:pPr lvl="1"/>
            <a:r>
              <a:rPr lang="en-US" sz="1600" dirty="0">
                <a:solidFill>
                  <a:schemeClr val="tx1"/>
                </a:solidFill>
              </a:rPr>
              <a:t>To change the button label: </a:t>
            </a:r>
          </a:p>
          <a:p>
            <a:pPr lvl="2"/>
            <a:r>
              <a:rPr lang="en-US" dirty="0">
                <a:solidFill>
                  <a:schemeClr val="tx1"/>
                </a:solidFill>
              </a:rPr>
              <a:t>Change </a:t>
            </a:r>
            <a:r>
              <a:rPr lang="en-US" b="1" dirty="0">
                <a:solidFill>
                  <a:schemeClr val="tx1"/>
                </a:solidFill>
              </a:rPr>
              <a:t>MASS_UPDATE</a:t>
            </a:r>
            <a:r>
              <a:rPr lang="en-US" dirty="0">
                <a:solidFill>
                  <a:schemeClr val="tx1"/>
                </a:solidFill>
              </a:rPr>
              <a:t> VEEVA Message</a:t>
            </a:r>
          </a:p>
          <a:p>
            <a:pPr lvl="1">
              <a:defRPr/>
            </a:pPr>
            <a:endParaRPr lang="en-US" sz="14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Schedule a Call &amp; Mass Update</a:t>
            </a:r>
            <a:endParaRPr lang="en-US" dirty="0"/>
          </a:p>
        </p:txBody>
      </p:sp>
      <p:pic>
        <p:nvPicPr>
          <p:cNvPr id="6" name="Picture 5">
            <a:extLst>
              <a:ext uri="{FF2B5EF4-FFF2-40B4-BE49-F238E27FC236}">
                <a16:creationId xmlns:a16="http://schemas.microsoft.com/office/drawing/2014/main" id="{627E1096-1871-8EC2-FE49-50B7F820C90C}"/>
              </a:ext>
            </a:extLst>
          </p:cNvPr>
          <p:cNvPicPr>
            <a:picLocks/>
          </p:cNvPicPr>
          <p:nvPr/>
        </p:nvPicPr>
        <p:blipFill rotWithShape="1">
          <a:blip r:embed="rId2"/>
          <a:srcRect t="21262" b="41471"/>
          <a:stretch/>
        </p:blipFill>
        <p:spPr>
          <a:xfrm>
            <a:off x="271089" y="4397693"/>
            <a:ext cx="7772400" cy="1760220"/>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67205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200" b="1" dirty="0">
                <a:latin typeface="Arial" panose="020B0604020202020204" pitchFamily="34" charset="0"/>
                <a:cs typeface="Arial" panose="020B0604020202020204" pitchFamily="34" charset="0"/>
              </a:rPr>
              <a:t>New Account</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3706453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9644743" cy="4191000"/>
          </a:xfrm>
        </p:spPr>
        <p:txBody>
          <a:bodyPr/>
          <a:lstStyle/>
          <a:p>
            <a:pPr marL="0" lvl="0" indent="0">
              <a:buNone/>
            </a:pPr>
            <a:r>
              <a:rPr lang="en-US" sz="1800" dirty="0">
                <a:solidFill>
                  <a:schemeClr val="tx1"/>
                </a:solidFill>
              </a:rPr>
              <a:t>There are </a:t>
            </a:r>
            <a:r>
              <a:rPr lang="en-US" sz="1800" b="1" dirty="0">
                <a:solidFill>
                  <a:schemeClr val="tx1"/>
                </a:solidFill>
              </a:rPr>
              <a:t>Three</a:t>
            </a:r>
            <a:r>
              <a:rPr lang="en-US" sz="1800" dirty="0">
                <a:solidFill>
                  <a:schemeClr val="tx1"/>
                </a:solidFill>
              </a:rPr>
              <a:t> ways to create an Account in VEEVA CRM:</a:t>
            </a:r>
            <a:endParaRPr lang="en-US" sz="1800" b="1" dirty="0">
              <a:solidFill>
                <a:schemeClr val="tx1"/>
              </a:solidFill>
            </a:endParaRPr>
          </a:p>
          <a:p>
            <a:pPr lvl="0"/>
            <a:r>
              <a:rPr lang="en-US" sz="1800" b="1" dirty="0">
                <a:solidFill>
                  <a:schemeClr val="tx1"/>
                </a:solidFill>
              </a:rPr>
              <a:t>New Account Wizard (standard):</a:t>
            </a:r>
          </a:p>
          <a:p>
            <a:pPr lvl="1"/>
            <a:r>
              <a:rPr lang="en-US" sz="1600" dirty="0">
                <a:solidFill>
                  <a:schemeClr val="tx1"/>
                </a:solidFill>
              </a:rPr>
              <a:t>Allows users to create an account and corresponding address at the same time</a:t>
            </a:r>
          </a:p>
          <a:p>
            <a:pPr lvl="2"/>
            <a:endParaRPr lang="en-US" sz="1400" dirty="0">
              <a:solidFill>
                <a:schemeClr val="tx1"/>
              </a:solidFill>
            </a:endParaRPr>
          </a:p>
          <a:p>
            <a:pPr marL="285750" indent="-285750">
              <a:buFont typeface="Arial" panose="020B0604020202020204" pitchFamily="34" charset="0"/>
              <a:buChar char="•"/>
              <a:defRPr/>
            </a:pPr>
            <a:endParaRPr lang="en-US" sz="18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Account Wizard- New</a:t>
            </a:r>
            <a:endParaRPr lang="en-US" dirty="0"/>
          </a:p>
        </p:txBody>
      </p:sp>
      <p:sp>
        <p:nvSpPr>
          <p:cNvPr id="8" name="Content Placeholder 2">
            <a:extLst>
              <a:ext uri="{FF2B5EF4-FFF2-40B4-BE49-F238E27FC236}">
                <a16:creationId xmlns:a16="http://schemas.microsoft.com/office/drawing/2014/main" id="{57271E25-F5C1-6C20-8A51-404E6D06E445}"/>
              </a:ext>
            </a:extLst>
          </p:cNvPr>
          <p:cNvSpPr txBox="1">
            <a:spLocks/>
          </p:cNvSpPr>
          <p:nvPr/>
        </p:nvSpPr>
        <p:spPr>
          <a:xfrm>
            <a:off x="502816" y="2541270"/>
            <a:ext cx="5162291" cy="33527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1800" b="1" dirty="0">
                <a:solidFill>
                  <a:schemeClr val="tx1"/>
                </a:solidFill>
              </a:rPr>
              <a:t>Standard Salesforce:</a:t>
            </a:r>
          </a:p>
          <a:p>
            <a:pPr lvl="1"/>
            <a:r>
              <a:rPr lang="en-US" sz="1600" dirty="0">
                <a:solidFill>
                  <a:schemeClr val="tx1"/>
                </a:solidFill>
              </a:rPr>
              <a:t>If New Account wizard is disabled, the SFDC record creation page will be used</a:t>
            </a:r>
          </a:p>
          <a:p>
            <a:pPr lvl="1"/>
            <a:r>
              <a:rPr lang="en-US" sz="1600" dirty="0">
                <a:solidFill>
                  <a:schemeClr val="tx1"/>
                </a:solidFill>
              </a:rPr>
              <a:t>This process does not do global search</a:t>
            </a:r>
          </a:p>
          <a:p>
            <a:pPr lvl="1"/>
            <a:r>
              <a:rPr lang="en-US" sz="1600" dirty="0">
                <a:solidFill>
                  <a:schemeClr val="tx1"/>
                </a:solidFill>
              </a:rPr>
              <a:t>User will be responsible for entering address separately</a:t>
            </a:r>
          </a:p>
          <a:p>
            <a:pPr lvl="1"/>
            <a:endParaRPr lang="en-US" sz="1600" dirty="0">
              <a:solidFill>
                <a:schemeClr val="tx1"/>
              </a:solidFill>
            </a:endParaRPr>
          </a:p>
          <a:p>
            <a:pPr lvl="0"/>
            <a:r>
              <a:rPr lang="en-US" sz="1800" b="1" dirty="0">
                <a:solidFill>
                  <a:schemeClr val="tx1"/>
                </a:solidFill>
              </a:rPr>
              <a:t>Parent Account Wizard:</a:t>
            </a:r>
          </a:p>
          <a:p>
            <a:pPr lvl="1"/>
            <a:r>
              <a:rPr lang="en-US" sz="1600" dirty="0">
                <a:solidFill>
                  <a:schemeClr val="tx1"/>
                </a:solidFill>
              </a:rPr>
              <a:t>Allows users to create an account and associate a parent account and address/addresses at the same time</a:t>
            </a:r>
          </a:p>
        </p:txBody>
      </p:sp>
      <p:pic>
        <p:nvPicPr>
          <p:cNvPr id="13" name="Picture 12">
            <a:extLst>
              <a:ext uri="{FF2B5EF4-FFF2-40B4-BE49-F238E27FC236}">
                <a16:creationId xmlns:a16="http://schemas.microsoft.com/office/drawing/2014/main" id="{BC30BC4B-C864-CFD8-8177-9B640282CA20}"/>
              </a:ext>
            </a:extLst>
          </p:cNvPr>
          <p:cNvPicPr>
            <a:picLocks noChangeAspect="1"/>
          </p:cNvPicPr>
          <p:nvPr/>
        </p:nvPicPr>
        <p:blipFill>
          <a:blip r:embed="rId2"/>
          <a:stretch>
            <a:fillRect/>
          </a:stretch>
        </p:blipFill>
        <p:spPr>
          <a:xfrm>
            <a:off x="5710711" y="2767322"/>
            <a:ext cx="6005512" cy="3126748"/>
          </a:xfrm>
          <a:prstGeom prst="rect">
            <a:avLst/>
          </a:prstGeom>
          <a:ln>
            <a:solidFill>
              <a:schemeClr val="tx1"/>
            </a:solidFill>
          </a:ln>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E9B9D4F6-E4FF-E620-1C66-446F36DE7E5A}"/>
              </a:ext>
            </a:extLst>
          </p:cNvPr>
          <p:cNvSpPr txBox="1"/>
          <p:nvPr/>
        </p:nvSpPr>
        <p:spPr>
          <a:xfrm>
            <a:off x="9100025" y="2862299"/>
            <a:ext cx="2616197" cy="338554"/>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defPPr>
              <a:defRPr lang="en-US"/>
            </a:defPPr>
            <a:lvl1pPr>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Standard Salesforce Wizard</a:t>
            </a:r>
          </a:p>
        </p:txBody>
      </p:sp>
    </p:spTree>
    <p:extLst>
      <p:ext uri="{BB962C8B-B14F-4D97-AF65-F5344CB8AC3E}">
        <p14:creationId xmlns:p14="http://schemas.microsoft.com/office/powerpoint/2010/main" val="615021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New &amp; Parent Account Wizards</a:t>
            </a:r>
            <a:endParaRPr lang="en-US" dirty="0"/>
          </a:p>
        </p:txBody>
      </p:sp>
      <p:sp>
        <p:nvSpPr>
          <p:cNvPr id="6" name="Content Placeholder 2">
            <a:extLst>
              <a:ext uri="{FF2B5EF4-FFF2-40B4-BE49-F238E27FC236}">
                <a16:creationId xmlns:a16="http://schemas.microsoft.com/office/drawing/2014/main" id="{7ED90E02-C5D8-90A4-63DF-69FDC4419DEF}"/>
              </a:ext>
            </a:extLst>
          </p:cNvPr>
          <p:cNvSpPr txBox="1">
            <a:spLocks/>
          </p:cNvSpPr>
          <p:nvPr/>
        </p:nvSpPr>
        <p:spPr>
          <a:xfrm>
            <a:off x="137936" y="1273582"/>
            <a:ext cx="4815064" cy="2007984"/>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t>Stream-lined New account creation wizard:</a:t>
            </a:r>
          </a:p>
          <a:p>
            <a:pPr lvl="1"/>
            <a:r>
              <a:rPr lang="en-US" dirty="0"/>
              <a:t>Create account with </a:t>
            </a:r>
            <a:r>
              <a:rPr lang="en-US" b="1" dirty="0"/>
              <a:t>license information </a:t>
            </a:r>
            <a:r>
              <a:rPr lang="en-US" dirty="0"/>
              <a:t>and </a:t>
            </a:r>
            <a:r>
              <a:rPr lang="en-US" b="1" dirty="0"/>
              <a:t>corresponding address </a:t>
            </a:r>
            <a:r>
              <a:rPr lang="en-US" dirty="0"/>
              <a:t>simultaneously</a:t>
            </a:r>
          </a:p>
          <a:p>
            <a:pPr lvl="1"/>
            <a:r>
              <a:rPr lang="en-US" b="1" dirty="0"/>
              <a:t>Soundex search </a:t>
            </a:r>
            <a:r>
              <a:rPr lang="en-US" dirty="0"/>
              <a:t>is performed to identify a possible duplicate</a:t>
            </a:r>
          </a:p>
          <a:p>
            <a:pPr lvl="1"/>
            <a:r>
              <a:rPr lang="en-US" dirty="0"/>
              <a:t>Searches only for accounts in the </a:t>
            </a:r>
            <a:r>
              <a:rPr lang="en-US" b="1" dirty="0"/>
              <a:t>user’s territory</a:t>
            </a:r>
            <a:endParaRPr lang="en-US" dirty="0"/>
          </a:p>
        </p:txBody>
      </p:sp>
      <p:pic>
        <p:nvPicPr>
          <p:cNvPr id="7" name="Picture 6">
            <a:extLst>
              <a:ext uri="{FF2B5EF4-FFF2-40B4-BE49-F238E27FC236}">
                <a16:creationId xmlns:a16="http://schemas.microsoft.com/office/drawing/2014/main" id="{CAB48A64-B886-C9B8-3D56-20FC64711E11}"/>
              </a:ext>
            </a:extLst>
          </p:cNvPr>
          <p:cNvPicPr>
            <a:picLocks noChangeAspect="1"/>
          </p:cNvPicPr>
          <p:nvPr/>
        </p:nvPicPr>
        <p:blipFill>
          <a:blip r:embed="rId2"/>
          <a:stretch>
            <a:fillRect/>
          </a:stretch>
        </p:blipFill>
        <p:spPr>
          <a:xfrm>
            <a:off x="457199" y="3576435"/>
            <a:ext cx="4291220" cy="2799992"/>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D05BDAA6-C717-6FA3-069E-546B189A8BC4}"/>
              </a:ext>
            </a:extLst>
          </p:cNvPr>
          <p:cNvPicPr>
            <a:picLocks noChangeAspect="1"/>
          </p:cNvPicPr>
          <p:nvPr/>
        </p:nvPicPr>
        <p:blipFill>
          <a:blip r:embed="rId3"/>
          <a:stretch>
            <a:fillRect/>
          </a:stretch>
        </p:blipFill>
        <p:spPr>
          <a:xfrm>
            <a:off x="5552433" y="3485729"/>
            <a:ext cx="3782300" cy="3029903"/>
          </a:xfrm>
          <a:prstGeom prst="rect">
            <a:avLst/>
          </a:prstGeom>
          <a:effectLst>
            <a:outerShdw blurRad="50800" dist="38100" dir="2700000" algn="tl" rotWithShape="0">
              <a:prstClr val="black">
                <a:alpha val="40000"/>
              </a:prstClr>
            </a:outerShdw>
          </a:effectLst>
        </p:spPr>
      </p:pic>
      <p:sp>
        <p:nvSpPr>
          <p:cNvPr id="9" name="TextBox 8">
            <a:extLst>
              <a:ext uri="{FF2B5EF4-FFF2-40B4-BE49-F238E27FC236}">
                <a16:creationId xmlns:a16="http://schemas.microsoft.com/office/drawing/2014/main" id="{4F90A01A-ED9F-C5D1-5AB1-638E32ECBE48}"/>
              </a:ext>
            </a:extLst>
          </p:cNvPr>
          <p:cNvSpPr txBox="1"/>
          <p:nvPr/>
        </p:nvSpPr>
        <p:spPr>
          <a:xfrm>
            <a:off x="7960352" y="4391423"/>
            <a:ext cx="1530894" cy="584775"/>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1600" b="1" dirty="0">
                <a:solidFill>
                  <a:schemeClr val="bg1"/>
                </a:solidFill>
              </a:rPr>
              <a:t>Parent Wizard</a:t>
            </a:r>
          </a:p>
        </p:txBody>
      </p:sp>
      <p:sp>
        <p:nvSpPr>
          <p:cNvPr id="10" name="TextBox 9">
            <a:extLst>
              <a:ext uri="{FF2B5EF4-FFF2-40B4-BE49-F238E27FC236}">
                <a16:creationId xmlns:a16="http://schemas.microsoft.com/office/drawing/2014/main" id="{2C7E657E-6A4C-AD19-8497-332C3C5DE005}"/>
              </a:ext>
            </a:extLst>
          </p:cNvPr>
          <p:cNvSpPr txBox="1"/>
          <p:nvPr/>
        </p:nvSpPr>
        <p:spPr>
          <a:xfrm>
            <a:off x="3703787" y="4350246"/>
            <a:ext cx="1234748" cy="584775"/>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defPPr>
              <a:defRPr lang="en-US"/>
            </a:defPPr>
            <a:lvl1pPr>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New Wizard</a:t>
            </a:r>
          </a:p>
        </p:txBody>
      </p:sp>
      <p:sp>
        <p:nvSpPr>
          <p:cNvPr id="11" name="Content Placeholder 10">
            <a:extLst>
              <a:ext uri="{FF2B5EF4-FFF2-40B4-BE49-F238E27FC236}">
                <a16:creationId xmlns:a16="http://schemas.microsoft.com/office/drawing/2014/main" id="{C1858B2E-B2E3-E560-5EAC-F5A53EC002C3}"/>
              </a:ext>
            </a:extLst>
          </p:cNvPr>
          <p:cNvSpPr txBox="1">
            <a:spLocks/>
          </p:cNvSpPr>
          <p:nvPr/>
        </p:nvSpPr>
        <p:spPr>
          <a:xfrm>
            <a:off x="5471936" y="1273582"/>
            <a:ext cx="4434064" cy="2007984"/>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t>Parent Account Wizard:</a:t>
            </a:r>
            <a:endParaRPr lang="en-US" sz="1800" dirty="0"/>
          </a:p>
          <a:p>
            <a:pPr lvl="1"/>
            <a:r>
              <a:rPr lang="en-US" dirty="0"/>
              <a:t>This wizard </a:t>
            </a:r>
            <a:r>
              <a:rPr lang="en-US" b="1" dirty="0"/>
              <a:t>creates hierarchy relationship</a:t>
            </a:r>
            <a:r>
              <a:rPr lang="en-US" dirty="0"/>
              <a:t> with Parent account for the new account</a:t>
            </a:r>
          </a:p>
          <a:p>
            <a:pPr lvl="1"/>
            <a:r>
              <a:rPr lang="en-US" dirty="0"/>
              <a:t>Automatically </a:t>
            </a:r>
            <a:r>
              <a:rPr lang="en-US" b="1" dirty="0"/>
              <a:t>associates existing address/addresses</a:t>
            </a:r>
            <a:r>
              <a:rPr lang="en-US" dirty="0"/>
              <a:t> of the parent account to the child</a:t>
            </a:r>
          </a:p>
        </p:txBody>
      </p:sp>
    </p:spTree>
    <p:extLst>
      <p:ext uri="{BB962C8B-B14F-4D97-AF65-F5344CB8AC3E}">
        <p14:creationId xmlns:p14="http://schemas.microsoft.com/office/powerpoint/2010/main" val="668995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9644743" cy="4191000"/>
          </a:xfrm>
        </p:spPr>
        <p:txBody>
          <a:bodyPr/>
          <a:lstStyle/>
          <a:p>
            <a:pPr lvl="0"/>
            <a:r>
              <a:rPr lang="en-US" sz="1800" dirty="0">
                <a:solidFill>
                  <a:schemeClr val="tx1"/>
                </a:solidFill>
              </a:rPr>
              <a:t>Admins must set the VEEVA custom setting NEW_ACCOUNT_WIZARD to True</a:t>
            </a:r>
          </a:p>
          <a:p>
            <a:pPr lvl="1"/>
            <a:endParaRPr lang="en-US" sz="1600" dirty="0">
              <a:solidFill>
                <a:schemeClr val="tx1"/>
              </a:solidFill>
            </a:endParaRPr>
          </a:p>
          <a:p>
            <a:pPr lvl="1"/>
            <a:endParaRPr lang="en-US" sz="1600" dirty="0">
              <a:solidFill>
                <a:schemeClr val="tx1"/>
              </a:solidFill>
            </a:endParaRPr>
          </a:p>
          <a:p>
            <a:pPr lvl="1"/>
            <a:r>
              <a:rPr lang="en-US" sz="1600" dirty="0">
                <a:solidFill>
                  <a:schemeClr val="tx1"/>
                </a:solidFill>
              </a:rPr>
              <a:t>Required fields on the Account and Address page layouts are included in the wizard</a:t>
            </a:r>
          </a:p>
          <a:p>
            <a:pPr lvl="1"/>
            <a:r>
              <a:rPr lang="en-US" sz="1600" dirty="0">
                <a:solidFill>
                  <a:schemeClr val="tx1"/>
                </a:solidFill>
              </a:rPr>
              <a:t>The wizard can also be configured to capture</a:t>
            </a:r>
          </a:p>
          <a:p>
            <a:pPr lvl="0"/>
            <a:endParaRPr lang="en-US" sz="1800" dirty="0">
              <a:solidFill>
                <a:schemeClr val="tx1"/>
              </a:solidFill>
            </a:endParaRPr>
          </a:p>
          <a:p>
            <a:pPr lvl="0"/>
            <a:r>
              <a:rPr lang="en-US" sz="1800" dirty="0">
                <a:solidFill>
                  <a:schemeClr val="tx1"/>
                </a:solidFill>
              </a:rPr>
              <a:t>Account license information</a:t>
            </a:r>
          </a:p>
          <a:p>
            <a:pPr lvl="0"/>
            <a:endParaRPr lang="en-US" sz="1800" dirty="0">
              <a:solidFill>
                <a:schemeClr val="tx1"/>
              </a:solidFill>
            </a:endParaRPr>
          </a:p>
          <a:p>
            <a:pPr lvl="0"/>
            <a:r>
              <a:rPr lang="en-US" sz="1800" dirty="0">
                <a:solidFill>
                  <a:schemeClr val="tx1"/>
                </a:solidFill>
              </a:rPr>
              <a:t>Applicable to person accounts</a:t>
            </a:r>
          </a:p>
          <a:p>
            <a:pPr lvl="1"/>
            <a:r>
              <a:rPr lang="en-US" sz="1600" dirty="0">
                <a:solidFill>
                  <a:schemeClr val="tx1"/>
                </a:solidFill>
              </a:rPr>
              <a:t>To enable the Parent Account Wizard, set the following VEEVA custom settings to True</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Enabling New Account  &amp; Parent Account Wizards</a:t>
            </a:r>
            <a:endParaRPr lang="en-US" dirty="0"/>
          </a:p>
        </p:txBody>
      </p:sp>
      <p:pic>
        <p:nvPicPr>
          <p:cNvPr id="6" name="Picture 5">
            <a:extLst>
              <a:ext uri="{FF2B5EF4-FFF2-40B4-BE49-F238E27FC236}">
                <a16:creationId xmlns:a16="http://schemas.microsoft.com/office/drawing/2014/main" id="{6EA7D92C-4512-B676-6BFA-0212A6723B5F}"/>
              </a:ext>
            </a:extLst>
          </p:cNvPr>
          <p:cNvPicPr>
            <a:picLocks noChangeAspect="1"/>
          </p:cNvPicPr>
          <p:nvPr/>
        </p:nvPicPr>
        <p:blipFill>
          <a:blip r:embed="rId2"/>
          <a:stretch>
            <a:fillRect/>
          </a:stretch>
        </p:blipFill>
        <p:spPr>
          <a:xfrm>
            <a:off x="2819400" y="4876800"/>
            <a:ext cx="4674624" cy="368391"/>
          </a:xfrm>
          <a:prstGeom prst="rect">
            <a:avLst/>
          </a:prstGeom>
        </p:spPr>
      </p:pic>
      <p:pic>
        <p:nvPicPr>
          <p:cNvPr id="7" name="Picture 6">
            <a:extLst>
              <a:ext uri="{FF2B5EF4-FFF2-40B4-BE49-F238E27FC236}">
                <a16:creationId xmlns:a16="http://schemas.microsoft.com/office/drawing/2014/main" id="{48D4EE48-A3F2-F5B8-FF48-9A091F5727E5}"/>
              </a:ext>
            </a:extLst>
          </p:cNvPr>
          <p:cNvPicPr>
            <a:picLocks noChangeAspect="1"/>
          </p:cNvPicPr>
          <p:nvPr/>
        </p:nvPicPr>
        <p:blipFill>
          <a:blip r:embed="rId3"/>
          <a:stretch>
            <a:fillRect/>
          </a:stretch>
        </p:blipFill>
        <p:spPr>
          <a:xfrm>
            <a:off x="2777270" y="5211589"/>
            <a:ext cx="4115702" cy="393797"/>
          </a:xfrm>
          <a:prstGeom prst="rect">
            <a:avLst/>
          </a:prstGeom>
        </p:spPr>
      </p:pic>
      <p:pic>
        <p:nvPicPr>
          <p:cNvPr id="8" name="Picture 7">
            <a:extLst>
              <a:ext uri="{FF2B5EF4-FFF2-40B4-BE49-F238E27FC236}">
                <a16:creationId xmlns:a16="http://schemas.microsoft.com/office/drawing/2014/main" id="{35650523-935B-EA6D-1E41-CA19A48CB7EA}"/>
              </a:ext>
            </a:extLst>
          </p:cNvPr>
          <p:cNvPicPr>
            <a:picLocks noChangeAspect="1"/>
          </p:cNvPicPr>
          <p:nvPr/>
        </p:nvPicPr>
        <p:blipFill>
          <a:blip r:embed="rId4"/>
          <a:stretch>
            <a:fillRect/>
          </a:stretch>
        </p:blipFill>
        <p:spPr>
          <a:xfrm>
            <a:off x="2590800" y="1777486"/>
            <a:ext cx="4268135" cy="393797"/>
          </a:xfrm>
          <a:prstGeom prst="rect">
            <a:avLst/>
          </a:prstGeom>
        </p:spPr>
      </p:pic>
    </p:spTree>
    <p:extLst>
      <p:ext uri="{BB962C8B-B14F-4D97-AF65-F5344CB8AC3E}">
        <p14:creationId xmlns:p14="http://schemas.microsoft.com/office/powerpoint/2010/main" val="2915554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1042989" y="4187952"/>
            <a:ext cx="4595811" cy="457200"/>
          </a:xfrm>
        </p:spPr>
        <p:txBody>
          <a:bodyPr/>
          <a:lstStyle/>
          <a:p>
            <a:r>
              <a:rPr lang="en-US" sz="3200" b="1" dirty="0">
                <a:latin typeface="Arial" panose="020B0604020202020204" pitchFamily="34" charset="0"/>
                <a:cs typeface="Arial" panose="020B0604020202020204" pitchFamily="34" charset="0"/>
              </a:rPr>
              <a:t>Global Account Search</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80892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9644743" cy="4191000"/>
          </a:xfrm>
        </p:spPr>
        <p:txBody>
          <a:bodyPr/>
          <a:lstStyle/>
          <a:p>
            <a:pPr lvl="0"/>
            <a:r>
              <a:rPr lang="en-US" sz="1800" b="1" dirty="0">
                <a:solidFill>
                  <a:schemeClr val="tx1"/>
                </a:solidFill>
              </a:rPr>
              <a:t>Global Account Search feature allows users to search the entire account universe, </a:t>
            </a:r>
            <a:r>
              <a:rPr lang="en-US" sz="1800" dirty="0">
                <a:solidFill>
                  <a:schemeClr val="tx1"/>
                </a:solidFill>
              </a:rPr>
              <a:t>that</a:t>
            </a:r>
            <a:r>
              <a:rPr lang="en-US" sz="1800" b="1" dirty="0">
                <a:solidFill>
                  <a:schemeClr val="tx1"/>
                </a:solidFill>
              </a:rPr>
              <a:t> </a:t>
            </a:r>
            <a:r>
              <a:rPr lang="en-US" sz="1800" dirty="0">
                <a:solidFill>
                  <a:schemeClr val="tx1"/>
                </a:solidFill>
              </a:rPr>
              <a:t>includes business and person accounts </a:t>
            </a:r>
            <a:r>
              <a:rPr lang="en-US" sz="1800" i="1" dirty="0">
                <a:solidFill>
                  <a:schemeClr val="tx1"/>
                </a:solidFill>
              </a:rPr>
              <a:t>outside the user’s territory. </a:t>
            </a:r>
            <a:r>
              <a:rPr lang="en-US" sz="1800" b="1" dirty="0">
                <a:solidFill>
                  <a:schemeClr val="tx1"/>
                </a:solidFill>
              </a:rPr>
              <a:t>To Access:</a:t>
            </a:r>
            <a:endParaRPr lang="en-US" sz="1800" dirty="0">
              <a:solidFill>
                <a:schemeClr val="tx1"/>
              </a:solidFill>
            </a:endParaRPr>
          </a:p>
          <a:p>
            <a:pPr lvl="1"/>
            <a:r>
              <a:rPr lang="en-US" dirty="0">
                <a:solidFill>
                  <a:schemeClr val="tx1"/>
                </a:solidFill>
              </a:rPr>
              <a:t>Click on the </a:t>
            </a:r>
            <a:r>
              <a:rPr lang="en-US" b="1" dirty="0">
                <a:solidFill>
                  <a:schemeClr val="tx1"/>
                </a:solidFill>
              </a:rPr>
              <a:t>Global Account Search </a:t>
            </a:r>
            <a:r>
              <a:rPr lang="en-US" dirty="0">
                <a:solidFill>
                  <a:schemeClr val="tx1"/>
                </a:solidFill>
              </a:rPr>
              <a:t>Tab</a:t>
            </a:r>
            <a:endParaRPr lang="en-US" sz="1600" dirty="0">
              <a:solidFill>
                <a:schemeClr val="tx1"/>
              </a:solidFill>
            </a:endParaRPr>
          </a:p>
          <a:p>
            <a:pPr lvl="0"/>
            <a:r>
              <a:rPr lang="en-US" sz="1800" b="1" dirty="0">
                <a:solidFill>
                  <a:schemeClr val="tx1"/>
                </a:solidFill>
              </a:rPr>
              <a:t>Note:</a:t>
            </a:r>
            <a:endParaRPr lang="en-US" sz="1800" dirty="0">
              <a:solidFill>
                <a:schemeClr val="tx1"/>
              </a:solidFill>
            </a:endParaRPr>
          </a:p>
          <a:p>
            <a:pPr lvl="1"/>
            <a:r>
              <a:rPr lang="en-US" dirty="0">
                <a:solidFill>
                  <a:schemeClr val="tx1"/>
                </a:solidFill>
              </a:rPr>
              <a:t>To execute search, user must input value in </a:t>
            </a:r>
            <a:r>
              <a:rPr lang="en-US" b="1" dirty="0">
                <a:solidFill>
                  <a:schemeClr val="tx1"/>
                </a:solidFill>
              </a:rPr>
              <a:t>at least one </a:t>
            </a:r>
            <a:r>
              <a:rPr lang="en-US" dirty="0">
                <a:solidFill>
                  <a:schemeClr val="tx1"/>
                </a:solidFill>
              </a:rPr>
              <a:t>search field</a:t>
            </a:r>
          </a:p>
          <a:p>
            <a:pPr lvl="1"/>
            <a:r>
              <a:rPr lang="en-US" b="1" dirty="0">
                <a:solidFill>
                  <a:schemeClr val="tx1"/>
                </a:solidFill>
              </a:rPr>
              <a:t>First/Last Name </a:t>
            </a:r>
            <a:r>
              <a:rPr lang="en-US" dirty="0">
                <a:solidFill>
                  <a:schemeClr val="tx1"/>
                </a:solidFill>
              </a:rPr>
              <a:t>and </a:t>
            </a:r>
            <a:r>
              <a:rPr lang="en-US" b="1" dirty="0">
                <a:solidFill>
                  <a:schemeClr val="tx1"/>
                </a:solidFill>
              </a:rPr>
              <a:t>Name fields </a:t>
            </a:r>
            <a:r>
              <a:rPr lang="en-US" dirty="0">
                <a:solidFill>
                  <a:schemeClr val="tx1"/>
                </a:solidFill>
              </a:rPr>
              <a:t>can't be searched for a value, instead there is a matching mechanism- either exact match or keyword match</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GAS- Define &amp; Enter Criteria</a:t>
            </a:r>
            <a:endParaRPr lang="en-US" dirty="0"/>
          </a:p>
        </p:txBody>
      </p:sp>
      <p:pic>
        <p:nvPicPr>
          <p:cNvPr id="6" name="Picture 5">
            <a:extLst>
              <a:ext uri="{FF2B5EF4-FFF2-40B4-BE49-F238E27FC236}">
                <a16:creationId xmlns:a16="http://schemas.microsoft.com/office/drawing/2014/main" id="{F1AC230D-D5E6-EDEF-2C29-9B04C5F4BFB7}"/>
              </a:ext>
            </a:extLst>
          </p:cNvPr>
          <p:cNvPicPr>
            <a:picLocks noChangeAspect="1"/>
          </p:cNvPicPr>
          <p:nvPr/>
        </p:nvPicPr>
        <p:blipFill>
          <a:blip r:embed="rId2"/>
          <a:stretch>
            <a:fillRect/>
          </a:stretch>
        </p:blipFill>
        <p:spPr>
          <a:xfrm>
            <a:off x="1981200" y="3605346"/>
            <a:ext cx="5528775" cy="2658293"/>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215587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9644743" cy="4191000"/>
          </a:xfrm>
        </p:spPr>
        <p:txBody>
          <a:bodyPr/>
          <a:lstStyle/>
          <a:p>
            <a:pPr marL="342900" marR="0" lvl="0" indent="-342900">
              <a:lnSpc>
                <a:spcPct val="107000"/>
              </a:lnSpc>
              <a:spcBef>
                <a:spcPts val="0"/>
              </a:spcBef>
              <a:spcAft>
                <a:spcPts val="0"/>
              </a:spcAft>
              <a:buFont typeface="Symbol" panose="05050102010706020507" pitchFamily="18" charset="2"/>
              <a:buChar char=""/>
            </a:pPr>
            <a:r>
              <a:rPr lang="en-US" b="1" dirty="0">
                <a:latin typeface="Arial" panose="020B0604020202020204" pitchFamily="34" charset="0"/>
                <a:ea typeface="Arial Unicode MS" pitchFamily="34" charset="-128"/>
                <a:cs typeface="Arial" pitchFamily="34" charset="0"/>
              </a:rPr>
              <a:t>EXECUTION-</a:t>
            </a:r>
            <a:r>
              <a:rPr lang="en-US" dirty="0">
                <a:latin typeface="Arial" pitchFamily="34" charset="0"/>
                <a:ea typeface="Arial Unicode MS" pitchFamily="34" charset="-128"/>
                <a:cs typeface="Arial" pitchFamily="34" charset="0"/>
              </a:rPr>
              <a:t> Once the Account(s) is located- </a:t>
            </a:r>
          </a:p>
          <a:p>
            <a:pPr marL="800100" lvl="1" indent="-342900">
              <a:lnSpc>
                <a:spcPct val="107000"/>
              </a:lnSpc>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User can select the needed Account(s)</a:t>
            </a:r>
          </a:p>
          <a:p>
            <a:pPr marL="742950" marR="0" lvl="1" indent="-285750">
              <a:lnSpc>
                <a:spcPct val="107000"/>
              </a:lnSpc>
              <a:spcBef>
                <a:spcPts val="0"/>
              </a:spcBef>
              <a:spcAft>
                <a:spcPts val="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Click the ‘Add to Territory’ button</a:t>
            </a:r>
          </a:p>
          <a:p>
            <a:pPr marL="742950" marR="0" lvl="1" indent="-285750">
              <a:lnSpc>
                <a:spcPct val="107000"/>
              </a:lnSpc>
              <a:spcBef>
                <a:spcPts val="0"/>
              </a:spcBef>
              <a:spcAft>
                <a:spcPts val="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The Account(s) is then added to the user’s territory</a:t>
            </a:r>
          </a:p>
          <a:p>
            <a:pPr marL="742950" marR="0" lvl="1" indent="-285750">
              <a:lnSpc>
                <a:spcPct val="107000"/>
              </a:lnSpc>
              <a:spcBef>
                <a:spcPts val="0"/>
              </a:spcBef>
              <a:spcAft>
                <a:spcPts val="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VEEVA CRM offers flexibility to build custom actions to be performed for the selected account(s)</a:t>
            </a:r>
          </a:p>
          <a:p>
            <a:pPr marL="1200150" marR="0" lvl="2" indent="-285750">
              <a:lnSpc>
                <a:spcPct val="107000"/>
              </a:lnSpc>
              <a:spcBef>
                <a:spcPts val="0"/>
              </a:spcBef>
              <a:spcAft>
                <a:spcPts val="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A maximum of 20 search results is returned. EXECUTION- Once the Account(s) is located</a:t>
            </a:r>
          </a:p>
          <a:p>
            <a:pPr marL="342900" marR="0" lvl="0" indent="-342900">
              <a:lnSpc>
                <a:spcPct val="107000"/>
              </a:lnSpc>
              <a:spcBef>
                <a:spcPts val="0"/>
              </a:spcBef>
              <a:spcAft>
                <a:spcPts val="0"/>
              </a:spcAft>
              <a:buFont typeface="Symbol" panose="05050102010706020507" pitchFamily="18" charset="2"/>
              <a:buChar char=""/>
            </a:pPr>
            <a:r>
              <a:rPr lang="en-US" b="1" dirty="0">
                <a:latin typeface="Arial" panose="020B0604020202020204" pitchFamily="34" charset="0"/>
                <a:ea typeface="Calibri" panose="020F0502020204030204" pitchFamily="34" charset="0"/>
                <a:cs typeface="Arial" panose="020B0604020202020204" pitchFamily="34" charset="0"/>
              </a:rPr>
              <a:t>Deployment- </a:t>
            </a:r>
          </a:p>
          <a:p>
            <a:pPr marL="742950" marR="0" lvl="1" indent="-285750">
              <a:lnSpc>
                <a:spcPct val="107000"/>
              </a:lnSpc>
              <a:spcBef>
                <a:spcPts val="0"/>
              </a:spcBef>
              <a:spcAft>
                <a:spcPts val="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The Global Account Search is NOT available OOB in VEEVA CRM</a:t>
            </a:r>
          </a:p>
          <a:p>
            <a:pPr marL="1200150" marR="0" lvl="2" indent="-285750">
              <a:lnSpc>
                <a:spcPct val="107000"/>
              </a:lnSpc>
              <a:spcBef>
                <a:spcPts val="0"/>
              </a:spcBef>
              <a:spcAft>
                <a:spcPts val="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VEEVA Consultant must deploy the GAS application components into an org</a:t>
            </a:r>
          </a:p>
          <a:p>
            <a:pPr marL="1200150" marR="0" lvl="2" indent="-285750">
              <a:lnSpc>
                <a:spcPct val="107000"/>
              </a:lnSpc>
              <a:spcBef>
                <a:spcPts val="0"/>
              </a:spcBef>
              <a:spcAft>
                <a:spcPts val="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Use Eclipse with the Force.com plugin to deploy</a:t>
            </a:r>
          </a:p>
          <a:p>
            <a:pPr marL="1200150" marR="0" lvl="2" indent="-285750">
              <a:lnSpc>
                <a:spcPct val="107000"/>
              </a:lnSpc>
              <a:spcBef>
                <a:spcPts val="0"/>
              </a:spcBef>
              <a:spcAft>
                <a:spcPts val="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Obtain the Global Account Search installer.zip file from VEEVA</a:t>
            </a:r>
          </a:p>
          <a:p>
            <a:pPr marL="1200150" marR="0" lvl="2" indent="-285750">
              <a:lnSpc>
                <a:spcPct val="107000"/>
              </a:lnSpc>
              <a:spcBef>
                <a:spcPts val="0"/>
              </a:spcBef>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Follow instructions to create the Eclipse project and deploy the application components to an org</a:t>
            </a:r>
            <a:endParaRPr lang="en-US" sz="1600" dirty="0">
              <a:effectLst/>
              <a:latin typeface="Arial" panose="020B0604020202020204" pitchFamily="34" charset="0"/>
              <a:ea typeface="Calibri" panose="020F0502020204030204" pitchFamily="34" charset="0"/>
              <a:cs typeface="Arial" panose="020B0604020202020204" pitchFamily="34" charset="0"/>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GAS - Execution &amp; Deployment</a:t>
            </a:r>
            <a:endParaRPr lang="en-US" dirty="0"/>
          </a:p>
        </p:txBody>
      </p:sp>
      <p:pic>
        <p:nvPicPr>
          <p:cNvPr id="7" name="Picture 6">
            <a:extLst>
              <a:ext uri="{FF2B5EF4-FFF2-40B4-BE49-F238E27FC236}">
                <a16:creationId xmlns:a16="http://schemas.microsoft.com/office/drawing/2014/main" id="{E90842C1-8181-4366-E414-CD9F590A0121}"/>
              </a:ext>
            </a:extLst>
          </p:cNvPr>
          <p:cNvPicPr>
            <a:picLocks noChangeAspect="1"/>
          </p:cNvPicPr>
          <p:nvPr/>
        </p:nvPicPr>
        <p:blipFill>
          <a:blip r:embed="rId2"/>
          <a:stretch>
            <a:fillRect/>
          </a:stretch>
        </p:blipFill>
        <p:spPr>
          <a:xfrm>
            <a:off x="1143000" y="5047761"/>
            <a:ext cx="8230077" cy="953477"/>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22035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914400" y="2055098"/>
            <a:ext cx="6882385" cy="1828469"/>
          </a:xfrm>
        </p:spPr>
        <p:txBody>
          <a:bodyPr/>
          <a:lstStyle/>
          <a:p>
            <a:r>
              <a:rPr lang="en-US" sz="3600" b="1" dirty="0">
                <a:solidFill>
                  <a:srgbClr val="00718F"/>
                </a:solidFill>
                <a:latin typeface="Arial" panose="020B0604020202020204" pitchFamily="34" charset="0"/>
                <a:cs typeface="Arial" panose="020B0604020202020204" pitchFamily="34" charset="0"/>
              </a:rPr>
              <a:t>My Account Configurations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1042989" y="4187952"/>
            <a:ext cx="5586411" cy="457200"/>
          </a:xfrm>
        </p:spPr>
        <p:txBody>
          <a:bodyPr/>
          <a:lstStyle/>
          <a:p>
            <a:r>
              <a:rPr lang="en-US" sz="3200" b="1" dirty="0">
                <a:latin typeface="Arial" panose="020B0604020202020204" pitchFamily="34" charset="0"/>
                <a:cs typeface="Arial" panose="020B0604020202020204" pitchFamily="34" charset="0"/>
              </a:rPr>
              <a:t>My Accounts on CRM (</a:t>
            </a:r>
            <a:r>
              <a:rPr lang="en-US" sz="3200" b="1" dirty="0" err="1">
                <a:latin typeface="Arial" panose="020B0604020202020204" pitchFamily="34" charset="0"/>
                <a:cs typeface="Arial" panose="020B0604020202020204" pitchFamily="34" charset="0"/>
              </a:rPr>
              <a:t>iRep</a:t>
            </a:r>
            <a:r>
              <a:rPr lang="en-US" sz="3200" b="1" dirty="0">
                <a:latin typeface="Arial" panose="020B0604020202020204" pitchFamily="34" charset="0"/>
                <a:cs typeface="Arial" panose="020B0604020202020204" pitchFamily="34" charset="0"/>
              </a:rPr>
              <a:t>)</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043775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8882743" cy="4191000"/>
          </a:xfrm>
        </p:spPr>
        <p:txBody>
          <a:bodyPr/>
          <a:lstStyle/>
          <a:p>
            <a:pPr marL="342900" marR="0" lvl="0" indent="-342900">
              <a:lnSpc>
                <a:spcPct val="107000"/>
              </a:lnSpc>
              <a:spcBef>
                <a:spcPts val="0"/>
              </a:spcBef>
              <a:spcAft>
                <a:spcPts val="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CRM Users can view all the accounts they have access to</a:t>
            </a:r>
          </a:p>
          <a:p>
            <a:pPr marL="342900" marR="0" lvl="0" indent="-342900">
              <a:lnSpc>
                <a:spcPct val="107000"/>
              </a:lnSpc>
              <a:spcBef>
                <a:spcPts val="0"/>
              </a:spcBef>
              <a:spcAft>
                <a:spcPts val="0"/>
              </a:spcAft>
              <a:buFont typeface="Symbol" panose="05050102010706020507" pitchFamily="18" charset="2"/>
              <a:buChar char=""/>
            </a:pPr>
            <a:endParaRPr lang="en-US" sz="100" dirty="0">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My Accounts displays the account name, preferred address and Account phone number.</a:t>
            </a:r>
          </a:p>
          <a:p>
            <a:pPr marL="800100" lvl="1" indent="-342900">
              <a:lnSpc>
                <a:spcPct val="107000"/>
              </a:lnSpc>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If preferred address does not exist, it will show the primary address</a:t>
            </a:r>
          </a:p>
          <a:p>
            <a:pPr marL="800100" lvl="1" indent="-342900">
              <a:lnSpc>
                <a:spcPct val="107000"/>
              </a:lnSpc>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If a primary address is not identified, the first address is displayed</a:t>
            </a:r>
          </a:p>
          <a:p>
            <a:pPr marL="457200" lvl="1" indent="0">
              <a:lnSpc>
                <a:spcPct val="107000"/>
              </a:lnSpc>
              <a:buNone/>
            </a:pPr>
            <a:endParaRPr lang="en-US" sz="100" dirty="0">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Each row also has an icon that reflects the record type of the account</a:t>
            </a:r>
          </a:p>
          <a:p>
            <a:pPr marR="0" lvl="0">
              <a:lnSpc>
                <a:spcPct val="107000"/>
              </a:lnSpc>
              <a:spcBef>
                <a:spcPts val="0"/>
              </a:spcBef>
              <a:spcAft>
                <a:spcPts val="0"/>
              </a:spcAft>
            </a:pPr>
            <a:endParaRPr lang="en-US" sz="100" dirty="0">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CRM users can scroll or search for accounts</a:t>
            </a:r>
          </a:p>
          <a:p>
            <a:pPr marR="0" lvl="0">
              <a:lnSpc>
                <a:spcPct val="107000"/>
              </a:lnSpc>
              <a:spcBef>
                <a:spcPts val="0"/>
              </a:spcBef>
              <a:spcAft>
                <a:spcPts val="0"/>
              </a:spcAft>
            </a:pPr>
            <a:endParaRPr lang="en-US" sz="100" dirty="0">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The user has the ability to filter the list of accounts by using type-ahead search through the search box in the toolbar</a:t>
            </a:r>
          </a:p>
          <a:p>
            <a:pPr marR="0" lvl="0">
              <a:lnSpc>
                <a:spcPct val="107000"/>
              </a:lnSpc>
              <a:spcBef>
                <a:spcPts val="0"/>
              </a:spcBef>
              <a:spcAft>
                <a:spcPts val="0"/>
              </a:spcAft>
            </a:pPr>
            <a:endParaRPr lang="en-US" sz="100" dirty="0">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Tap the Search box at the top of the screen to initiate a type-ahead search</a:t>
            </a:r>
          </a:p>
          <a:p>
            <a:pPr marR="0" lvl="0">
              <a:lnSpc>
                <a:spcPct val="107000"/>
              </a:lnSpc>
              <a:spcBef>
                <a:spcPts val="0"/>
              </a:spcBef>
              <a:spcAft>
                <a:spcPts val="0"/>
              </a:spcAft>
            </a:pPr>
            <a:endParaRPr lang="en-US" sz="100" dirty="0">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The index bar displays down the right edge of the list. Record type filters display on the left side of the screen</a:t>
            </a:r>
          </a:p>
          <a:p>
            <a:pPr marR="0" lvl="0">
              <a:lnSpc>
                <a:spcPct val="107000"/>
              </a:lnSpc>
              <a:spcBef>
                <a:spcPts val="0"/>
              </a:spcBef>
              <a:spcAft>
                <a:spcPts val="0"/>
              </a:spcAft>
            </a:pPr>
            <a:endParaRPr lang="en-US" sz="100" dirty="0">
              <a:latin typeface="Arial" panose="020B060402020202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n-US" dirty="0">
                <a:latin typeface="Arial" panose="020B0604020202020204" pitchFamily="34" charset="0"/>
                <a:ea typeface="Calibri" panose="020F0502020204030204" pitchFamily="34" charset="0"/>
                <a:cs typeface="Arial" panose="020B0604020202020204" pitchFamily="34" charset="0"/>
              </a:rPr>
              <a:t>The user also has the ability to create a new call, launch media, or drill into an account from the My Accounts list</a:t>
            </a:r>
            <a:endParaRPr lang="en-US" dirty="0">
              <a:effectLst/>
              <a:latin typeface="Arial" panose="020B0604020202020204" pitchFamily="34" charset="0"/>
              <a:ea typeface="Calibri" panose="020F0502020204030204" pitchFamily="34" charset="0"/>
              <a:cs typeface="Arial" panose="020B0604020202020204" pitchFamily="34" charset="0"/>
            </a:endParaRPr>
          </a:p>
          <a:p>
            <a:pPr lvl="0"/>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My Accounts</a:t>
            </a:r>
            <a:endParaRPr lang="en-US" dirty="0"/>
          </a:p>
        </p:txBody>
      </p:sp>
    </p:spTree>
    <p:extLst>
      <p:ext uri="{BB962C8B-B14F-4D97-AF65-F5344CB8AC3E}">
        <p14:creationId xmlns:p14="http://schemas.microsoft.com/office/powerpoint/2010/main" val="1649771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9644743" cy="4191000"/>
          </a:xfrm>
        </p:spPr>
        <p:txBody>
          <a:bodyPr/>
          <a:lstStyle/>
          <a:p>
            <a:pPr marL="285750" indent="-285750">
              <a:buFont typeface="Arial" panose="020B0604020202020204" pitchFamily="34" charset="0"/>
              <a:buChar char="•"/>
            </a:pPr>
            <a:r>
              <a:rPr lang="en-US" sz="1600" dirty="0">
                <a:solidFill>
                  <a:schemeClr val="tx1"/>
                </a:solidFill>
              </a:rPr>
              <a:t>Below is screenshot from </a:t>
            </a:r>
            <a:r>
              <a:rPr lang="en-US" sz="1600" dirty="0" err="1">
                <a:solidFill>
                  <a:schemeClr val="tx1"/>
                </a:solidFill>
              </a:rPr>
              <a:t>iRep</a:t>
            </a:r>
            <a:r>
              <a:rPr lang="en-US" sz="1600" dirty="0">
                <a:solidFill>
                  <a:schemeClr val="tx1"/>
                </a:solidFill>
              </a:rPr>
              <a:t> application for ‘My Accounts’ tab</a:t>
            </a:r>
            <a:endParaRPr lang="en-US" sz="1800" b="1" dirty="0">
              <a:solidFill>
                <a:schemeClr val="tx1"/>
              </a:solidFill>
            </a:endParaRPr>
          </a:p>
          <a:p>
            <a:pPr lvl="0"/>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My Accounts</a:t>
            </a:r>
            <a:endParaRPr lang="en-US" dirty="0"/>
          </a:p>
        </p:txBody>
      </p:sp>
      <p:pic>
        <p:nvPicPr>
          <p:cNvPr id="9" name="Picture 8">
            <a:extLst>
              <a:ext uri="{FF2B5EF4-FFF2-40B4-BE49-F238E27FC236}">
                <a16:creationId xmlns:a16="http://schemas.microsoft.com/office/drawing/2014/main" id="{29317AF4-5DEF-0E22-07EC-8EF7BC0204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1676400"/>
            <a:ext cx="6400800" cy="4800600"/>
          </a:xfrm>
          <a:prstGeom prst="rect">
            <a:avLst/>
          </a:prstGeom>
        </p:spPr>
      </p:pic>
      <p:sp>
        <p:nvSpPr>
          <p:cNvPr id="10" name="Rectangle 9">
            <a:extLst>
              <a:ext uri="{FF2B5EF4-FFF2-40B4-BE49-F238E27FC236}">
                <a16:creationId xmlns:a16="http://schemas.microsoft.com/office/drawing/2014/main" id="{2BEFE2F5-6194-34D9-9634-35D918749C4E}"/>
              </a:ext>
            </a:extLst>
          </p:cNvPr>
          <p:cNvSpPr/>
          <p:nvPr/>
        </p:nvSpPr>
        <p:spPr>
          <a:xfrm>
            <a:off x="1524000" y="2743200"/>
            <a:ext cx="20574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883D995-C685-E233-0371-8FCF98CAB672}"/>
              </a:ext>
            </a:extLst>
          </p:cNvPr>
          <p:cNvSpPr/>
          <p:nvPr/>
        </p:nvSpPr>
        <p:spPr>
          <a:xfrm>
            <a:off x="7696200" y="2590800"/>
            <a:ext cx="228600" cy="3733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AE75C6D-272D-3959-FB18-B01A7AB45436}"/>
              </a:ext>
            </a:extLst>
          </p:cNvPr>
          <p:cNvSpPr/>
          <p:nvPr/>
        </p:nvSpPr>
        <p:spPr>
          <a:xfrm>
            <a:off x="8167006" y="4038600"/>
            <a:ext cx="1357995" cy="30480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Navigation Bar</a:t>
            </a:r>
          </a:p>
        </p:txBody>
      </p:sp>
      <p:sp>
        <p:nvSpPr>
          <p:cNvPr id="13" name="Rectangle 12">
            <a:extLst>
              <a:ext uri="{FF2B5EF4-FFF2-40B4-BE49-F238E27FC236}">
                <a16:creationId xmlns:a16="http://schemas.microsoft.com/office/drawing/2014/main" id="{7C888253-AD16-5D90-40EC-E719E9755775}"/>
              </a:ext>
            </a:extLst>
          </p:cNvPr>
          <p:cNvSpPr/>
          <p:nvPr/>
        </p:nvSpPr>
        <p:spPr>
          <a:xfrm>
            <a:off x="976342" y="3642246"/>
            <a:ext cx="1576359" cy="815454"/>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can select views and account lists as needed</a:t>
            </a:r>
          </a:p>
        </p:txBody>
      </p:sp>
      <p:sp>
        <p:nvSpPr>
          <p:cNvPr id="14" name="Rectangle 13">
            <a:extLst>
              <a:ext uri="{FF2B5EF4-FFF2-40B4-BE49-F238E27FC236}">
                <a16:creationId xmlns:a16="http://schemas.microsoft.com/office/drawing/2014/main" id="{CC9CDA52-B43E-4B7C-C83C-84B1735387DD}"/>
              </a:ext>
            </a:extLst>
          </p:cNvPr>
          <p:cNvSpPr/>
          <p:nvPr/>
        </p:nvSpPr>
        <p:spPr>
          <a:xfrm>
            <a:off x="495848" y="1794675"/>
            <a:ext cx="960987" cy="137134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can toggle between business and person accounts</a:t>
            </a:r>
          </a:p>
        </p:txBody>
      </p:sp>
      <p:sp>
        <p:nvSpPr>
          <p:cNvPr id="15" name="Right Arrow 13">
            <a:extLst>
              <a:ext uri="{FF2B5EF4-FFF2-40B4-BE49-F238E27FC236}">
                <a16:creationId xmlns:a16="http://schemas.microsoft.com/office/drawing/2014/main" id="{649E2FC3-F73B-A7BE-2957-E5F24482099B}"/>
              </a:ext>
            </a:extLst>
          </p:cNvPr>
          <p:cNvSpPr/>
          <p:nvPr/>
        </p:nvSpPr>
        <p:spPr>
          <a:xfrm rot="12765973">
            <a:off x="7879902" y="3717267"/>
            <a:ext cx="866917" cy="173876"/>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3C029C09-AC6C-8EDE-E8FC-C3A28F6362B9}"/>
              </a:ext>
            </a:extLst>
          </p:cNvPr>
          <p:cNvSpPr/>
          <p:nvPr/>
        </p:nvSpPr>
        <p:spPr>
          <a:xfrm rot="1903958">
            <a:off x="1289953" y="2190481"/>
            <a:ext cx="402369" cy="23594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8170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152400" y="609600"/>
            <a:ext cx="8882743" cy="4191000"/>
          </a:xfrm>
        </p:spPr>
        <p:txBody>
          <a:bodyPr/>
          <a:lstStyle/>
          <a:p>
            <a:pPr marL="285750" indent="-285750">
              <a:spcAft>
                <a:spcPts val="800"/>
              </a:spcAft>
              <a:buFont typeface="Arial" panose="020B0604020202020204" pitchFamily="34" charset="0"/>
              <a:buChar char="•"/>
            </a:pPr>
            <a:r>
              <a:rPr lang="en-US" sz="1600" b="1" dirty="0">
                <a:latin typeface="Arial" panose="020B0604020202020204" pitchFamily="34" charset="0"/>
                <a:ea typeface="Calibri" panose="020F0502020204030204" pitchFamily="34" charset="0"/>
                <a:cs typeface="Arial" panose="020B0604020202020204" pitchFamily="34" charset="0"/>
              </a:rPr>
              <a:t>Specialized functionality </a:t>
            </a:r>
            <a:r>
              <a:rPr lang="en-US" sz="1600" dirty="0">
                <a:latin typeface="Arial" panose="020B0604020202020204" pitchFamily="34" charset="0"/>
                <a:ea typeface="Calibri" panose="020F0502020204030204" pitchFamily="34" charset="0"/>
                <a:cs typeface="Arial" panose="020B0604020202020204" pitchFamily="34" charset="0"/>
              </a:rPr>
              <a:t>is accessed by placing custom buttons and S-controls onto the page layout </a:t>
            </a:r>
          </a:p>
          <a:p>
            <a:pPr marL="285750" indent="-285750">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These elements are described in the following table:</a:t>
            </a:r>
          </a:p>
          <a:p>
            <a:pPr lvl="0"/>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240268"/>
            <a:ext cx="10807700" cy="369332"/>
          </a:xfrm>
        </p:spPr>
        <p:txBody>
          <a:bodyPr/>
          <a:lstStyle/>
          <a:p>
            <a:r>
              <a:rPr lang="en-US" sz="2400" dirty="0"/>
              <a:t>My Accounts- Configuration</a:t>
            </a:r>
            <a:endParaRPr lang="en-US" dirty="0"/>
          </a:p>
        </p:txBody>
      </p:sp>
      <p:graphicFrame>
        <p:nvGraphicFramePr>
          <p:cNvPr id="8" name="Table 7">
            <a:extLst>
              <a:ext uri="{FF2B5EF4-FFF2-40B4-BE49-F238E27FC236}">
                <a16:creationId xmlns:a16="http://schemas.microsoft.com/office/drawing/2014/main" id="{97B85EA6-29CC-1C4F-2633-1AAA68F22215}"/>
              </a:ext>
            </a:extLst>
          </p:cNvPr>
          <p:cNvGraphicFramePr>
            <a:graphicFrameLocks noGrp="1"/>
          </p:cNvGraphicFramePr>
          <p:nvPr>
            <p:extLst>
              <p:ext uri="{D42A27DB-BD31-4B8C-83A1-F6EECF244321}">
                <p14:modId xmlns:p14="http://schemas.microsoft.com/office/powerpoint/2010/main" val="2348278981"/>
              </p:ext>
            </p:extLst>
          </p:nvPr>
        </p:nvGraphicFramePr>
        <p:xfrm>
          <a:off x="159774" y="1655244"/>
          <a:ext cx="11498826" cy="4697829"/>
        </p:xfrm>
        <a:graphic>
          <a:graphicData uri="http://schemas.openxmlformats.org/drawingml/2006/table">
            <a:tbl>
              <a:tblPr firstRow="1" bandRow="1">
                <a:tableStyleId>{93296810-A885-4BE3-A3E7-6D5BEEA58F35}</a:tableStyleId>
              </a:tblPr>
              <a:tblGrid>
                <a:gridCol w="2319940">
                  <a:extLst>
                    <a:ext uri="{9D8B030D-6E8A-4147-A177-3AD203B41FA5}">
                      <a16:colId xmlns:a16="http://schemas.microsoft.com/office/drawing/2014/main" val="4104807386"/>
                    </a:ext>
                  </a:extLst>
                </a:gridCol>
                <a:gridCol w="1109536">
                  <a:extLst>
                    <a:ext uri="{9D8B030D-6E8A-4147-A177-3AD203B41FA5}">
                      <a16:colId xmlns:a16="http://schemas.microsoft.com/office/drawing/2014/main" val="2052303527"/>
                    </a:ext>
                  </a:extLst>
                </a:gridCol>
                <a:gridCol w="8069350">
                  <a:extLst>
                    <a:ext uri="{9D8B030D-6E8A-4147-A177-3AD203B41FA5}">
                      <a16:colId xmlns:a16="http://schemas.microsoft.com/office/drawing/2014/main" val="417129681"/>
                    </a:ext>
                  </a:extLst>
                </a:gridCol>
              </a:tblGrid>
              <a:tr h="351822">
                <a:tc>
                  <a:txBody>
                    <a:bodyPr/>
                    <a:lstStyle/>
                    <a:p>
                      <a:pPr algn="ctr"/>
                      <a:r>
                        <a:rPr lang="en-US" dirty="0">
                          <a:latin typeface="Arial" panose="020B0604020202020204" pitchFamily="34" charset="0"/>
                          <a:cs typeface="Arial" panose="020B0604020202020204" pitchFamily="34" charset="0"/>
                        </a:rPr>
                        <a:t>Element</a:t>
                      </a:r>
                    </a:p>
                  </a:txBody>
                  <a:tcPr/>
                </a:tc>
                <a:tc>
                  <a:txBody>
                    <a:bodyPr/>
                    <a:lstStyle/>
                    <a:p>
                      <a:pPr algn="ctr"/>
                      <a:r>
                        <a:rPr lang="en-US" dirty="0">
                          <a:latin typeface="Arial" panose="020B0604020202020204" pitchFamily="34" charset="0"/>
                          <a:cs typeface="Arial" panose="020B0604020202020204" pitchFamily="34" charset="0"/>
                        </a:rPr>
                        <a:t>Type</a:t>
                      </a:r>
                    </a:p>
                  </a:txBody>
                  <a:tcPr/>
                </a:tc>
                <a:tc>
                  <a:txBody>
                    <a:bodyPr/>
                    <a:lstStyle/>
                    <a:p>
                      <a:pPr algn="ctr"/>
                      <a:r>
                        <a:rPr lang="en-US" dirty="0">
                          <a:latin typeface="Arial" panose="020B0604020202020204" pitchFamily="34" charset="0"/>
                          <a:cs typeface="Arial" panose="020B0604020202020204" pitchFamily="34" charset="0"/>
                        </a:rPr>
                        <a:t>Specialized</a:t>
                      </a:r>
                      <a:r>
                        <a:rPr lang="en-US" baseline="0" dirty="0">
                          <a:latin typeface="Arial" panose="020B0604020202020204" pitchFamily="34" charset="0"/>
                          <a:cs typeface="Arial" panose="020B0604020202020204" pitchFamily="34" charset="0"/>
                        </a:rPr>
                        <a:t> Functionality</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50950628"/>
                  </a:ext>
                </a:extLst>
              </a:tr>
              <a:tr h="498415">
                <a:tc>
                  <a:txBody>
                    <a:bodyPr/>
                    <a:lstStyle/>
                    <a:p>
                      <a:r>
                        <a:rPr lang="en-US" sz="1400" b="1" dirty="0">
                          <a:latin typeface="Arial" panose="020B0604020202020204" pitchFamily="34" charset="0"/>
                          <a:cs typeface="Arial" panose="020B0604020202020204" pitchFamily="34" charset="0"/>
                        </a:rPr>
                        <a:t>Record_a_Call</a:t>
                      </a:r>
                      <a:endParaRPr lang="en-US" sz="1400" b="1"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400" dirty="0">
                          <a:latin typeface="Arial" panose="020B0604020202020204" pitchFamily="34" charset="0"/>
                          <a:cs typeface="Arial" panose="020B0604020202020204" pitchFamily="34" charset="0"/>
                        </a:rPr>
                        <a:t>Button</a:t>
                      </a: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Exposes the Record a Call button in the My Accounts list and detail pages. The user must also have to create privileges on the Call2_vod object.</a:t>
                      </a:r>
                      <a:endParaRPr lang="en-US" sz="14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8710707"/>
                  </a:ext>
                </a:extLst>
              </a:tr>
              <a:tr h="703645">
                <a:tc>
                  <a:txBody>
                    <a:bodyPr/>
                    <a:lstStyle/>
                    <a:p>
                      <a:r>
                        <a:rPr lang="en-US" sz="1400" b="1" dirty="0" err="1">
                          <a:latin typeface="Arial" panose="020B0604020202020204" pitchFamily="34" charset="0"/>
                          <a:cs typeface="Arial" panose="020B0604020202020204" pitchFamily="34" charset="0"/>
                        </a:rPr>
                        <a:t>Account_Summary</a:t>
                      </a:r>
                      <a:endParaRPr lang="en-US" sz="1400" b="1" dirty="0">
                        <a:solidFill>
                          <a:schemeClr val="tx1"/>
                        </a:solidFill>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cs typeface="Arial" panose="020B0604020202020204" pitchFamily="34" charset="0"/>
                        </a:rPr>
                        <a:t>Button</a:t>
                      </a:r>
                    </a:p>
                    <a:p>
                      <a:pPr algn="ct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Exposes the Account Summary button on the account detail page. Navigates to the online Account Summary report. The user must have read privileges on the Sales_Transaction_vod object</a:t>
                      </a:r>
                      <a:endParaRPr lang="en-US" sz="14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742423983"/>
                  </a:ext>
                </a:extLst>
              </a:tr>
              <a:tr h="523154">
                <a:tc>
                  <a:txBody>
                    <a:bodyPr/>
                    <a:lstStyle/>
                    <a:p>
                      <a:r>
                        <a:rPr lang="en-US" sz="1400" b="1" dirty="0" err="1">
                          <a:latin typeface="Arial" panose="020B0604020202020204" pitchFamily="34" charset="0"/>
                          <a:cs typeface="Arial" panose="020B0604020202020204" pitchFamily="34" charset="0"/>
                        </a:rPr>
                        <a:t>View_Hierarchy_vod</a:t>
                      </a:r>
                      <a:endParaRPr lang="en-US" sz="1400" b="1"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400" dirty="0">
                          <a:latin typeface="Arial" panose="020B0604020202020204" pitchFamily="34" charset="0"/>
                          <a:cs typeface="Arial" panose="020B0604020202020204" pitchFamily="34" charset="0"/>
                        </a:rPr>
                        <a:t>Button</a:t>
                      </a: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Exposes the View Hierarchy button on the account detail page. Opens a new window containing a graphical representation of related child and parent accounts</a:t>
                      </a:r>
                      <a:endParaRPr lang="en-US" sz="14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08539904"/>
                  </a:ext>
                </a:extLst>
              </a:tr>
              <a:tr h="498415">
                <a:tc>
                  <a:txBody>
                    <a:bodyPr/>
                    <a:lstStyle/>
                    <a:p>
                      <a:r>
                        <a:rPr lang="en-US" sz="1400" b="1" dirty="0" err="1">
                          <a:latin typeface="Arial" panose="020B0604020202020204" pitchFamily="34" charset="0"/>
                          <a:cs typeface="Arial" panose="020B0604020202020204" pitchFamily="34" charset="0"/>
                        </a:rPr>
                        <a:t>MultiChannel_Calendar_vod</a:t>
                      </a:r>
                      <a:endParaRPr lang="en-US" sz="1400" b="1"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400" dirty="0">
                          <a:latin typeface="Arial" panose="020B0604020202020204" pitchFamily="34" charset="0"/>
                          <a:cs typeface="Arial" panose="020B0604020202020204" pitchFamily="34" charset="0"/>
                        </a:rPr>
                        <a:t>Button</a:t>
                      </a: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Exposes the Calendar button on the account detail page. Opens a new window showing all activities against the account.</a:t>
                      </a:r>
                      <a:endParaRPr lang="en-US" sz="14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76387170"/>
                  </a:ext>
                </a:extLst>
              </a:tr>
              <a:tr h="908875">
                <a:tc>
                  <a:txBody>
                    <a:bodyPr/>
                    <a:lstStyle/>
                    <a:p>
                      <a:r>
                        <a:rPr lang="en-US" sz="1400" b="1" dirty="0" err="1">
                          <a:latin typeface="Arial" panose="020B0604020202020204" pitchFamily="34" charset="0"/>
                          <a:cs typeface="Arial" panose="020B0604020202020204" pitchFamily="34" charset="0"/>
                        </a:rPr>
                        <a:t>Account_Territory_Info_vod</a:t>
                      </a:r>
                      <a:endParaRPr lang="en-US" sz="1400" b="1"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400" dirty="0">
                          <a:latin typeface="Arial" panose="020B0604020202020204" pitchFamily="34" charset="0"/>
                          <a:cs typeface="Arial" panose="020B0604020202020204" pitchFamily="34" charset="0"/>
                        </a:rPr>
                        <a:t>S-Control</a:t>
                      </a: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When placed on the page layout, this control displays territory specific fields corresponding to the account and the user’s territory. The fields displayed are controlled by the page layout of the corresponding record type in the TSF_vod object. The user must have read privileges on the TSF_vod object.</a:t>
                      </a:r>
                      <a:endParaRPr lang="en-US" sz="14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71002033"/>
                  </a:ext>
                </a:extLst>
              </a:tr>
              <a:tr h="600916">
                <a:tc>
                  <a:txBody>
                    <a:bodyPr/>
                    <a:lstStyle/>
                    <a:p>
                      <a:r>
                        <a:rPr lang="en-US" sz="1400" b="1" dirty="0">
                          <a:latin typeface="Arial" panose="020B0604020202020204" pitchFamily="34" charset="0"/>
                          <a:cs typeface="Arial" panose="020B0604020202020204" pitchFamily="34" charset="0"/>
                        </a:rPr>
                        <a:t>Ratings_vod</a:t>
                      </a:r>
                      <a:endParaRPr lang="en-US" sz="1400" b="1"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400" dirty="0">
                          <a:latin typeface="Arial" panose="020B0604020202020204" pitchFamily="34" charset="0"/>
                          <a:cs typeface="Arial" panose="020B0604020202020204" pitchFamily="34" charset="0"/>
                        </a:rPr>
                        <a:t>S-Control</a:t>
                      </a: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Exposes the product metrics grid when placed on the account page layout. Configuration guidelines are described in the VEEVA CRM Version 14 Administration Guide.</a:t>
                      </a:r>
                      <a:endParaRPr lang="en-US" sz="14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14397604"/>
                  </a:ext>
                </a:extLst>
              </a:tr>
              <a:tr h="523154">
                <a:tc>
                  <a:txBody>
                    <a:bodyPr/>
                    <a:lstStyle/>
                    <a:p>
                      <a:r>
                        <a:rPr lang="en-US" sz="1400" b="1" dirty="0" err="1">
                          <a:latin typeface="Arial" panose="020B0604020202020204" pitchFamily="34" charset="0"/>
                          <a:cs typeface="Arial" panose="020B0604020202020204" pitchFamily="34" charset="0"/>
                        </a:rPr>
                        <a:t>SphereofInfluence_Vod</a:t>
                      </a:r>
                      <a:endParaRPr lang="en-US" sz="1400" b="1" dirty="0">
                        <a:solidFill>
                          <a:schemeClr val="tx1"/>
                        </a:solidFill>
                        <a:latin typeface="Arial" panose="020B0604020202020204" pitchFamily="34" charset="0"/>
                        <a:cs typeface="Arial" panose="020B0604020202020204" pitchFamily="34" charset="0"/>
                      </a:endParaRPr>
                    </a:p>
                  </a:txBody>
                  <a:tcPr/>
                </a:tc>
                <a:tc>
                  <a:txBody>
                    <a:bodyPr/>
                    <a:lstStyle/>
                    <a:p>
                      <a:pPr algn="ctr"/>
                      <a:r>
                        <a:rPr lang="en-US" sz="1400" dirty="0">
                          <a:latin typeface="Arial" panose="020B0604020202020204" pitchFamily="34" charset="0"/>
                          <a:cs typeface="Arial" panose="020B0604020202020204" pitchFamily="34" charset="0"/>
                        </a:rPr>
                        <a:t>S-Control</a:t>
                      </a:r>
                      <a:endParaRPr lang="en-US" sz="1400" dirty="0">
                        <a:solidFill>
                          <a:schemeClr val="tx1"/>
                        </a:solidFill>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Exposes the Sphere of Influence operation button on the account detail page.</a:t>
                      </a:r>
                      <a:endParaRPr lang="en-US" sz="14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95725555"/>
                  </a:ext>
                </a:extLst>
              </a:tr>
            </a:tbl>
          </a:graphicData>
        </a:graphic>
      </p:graphicFrame>
    </p:spTree>
    <p:extLst>
      <p:ext uri="{BB962C8B-B14F-4D97-AF65-F5344CB8AC3E}">
        <p14:creationId xmlns:p14="http://schemas.microsoft.com/office/powerpoint/2010/main" val="2648451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8882743" cy="4191000"/>
          </a:xfrm>
        </p:spPr>
        <p:txBody>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VEEVA CRM allows to display parent account information for HCPs to help quickly identify the correct account on </a:t>
            </a:r>
            <a:r>
              <a:rPr lang="en-US" dirty="0" err="1">
                <a:latin typeface="Arial" panose="020B0604020202020204" pitchFamily="34" charset="0"/>
                <a:ea typeface="Calibri" panose="020F0502020204030204" pitchFamily="34" charset="0"/>
                <a:cs typeface="Arial" panose="020B0604020202020204" pitchFamily="34" charset="0"/>
              </a:rPr>
              <a:t>iRep</a:t>
            </a:r>
            <a:endParaRPr lang="en-US" dirty="0">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Font typeface="Arial" panose="020B0604020202020204" pitchFamily="34" charset="0"/>
              <a:buChar char="-"/>
            </a:pPr>
            <a:r>
              <a:rPr lang="en-US" sz="1600" dirty="0">
                <a:latin typeface="Arial" panose="020B0604020202020204" pitchFamily="34" charset="0"/>
                <a:ea typeface="Calibri" panose="020F0502020204030204" pitchFamily="34" charset="0"/>
                <a:cs typeface="Arial" panose="020B0604020202020204" pitchFamily="34" charset="0"/>
              </a:rPr>
              <a:t>VEEVA Admins must set the ENABLE_ACCOUNT_PARENT_DISPLAY custom setting to True</a:t>
            </a:r>
          </a:p>
          <a:p>
            <a:pPr lvl="0"/>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Additional Account Identification</a:t>
            </a:r>
            <a:endParaRPr lang="en-US" dirty="0"/>
          </a:p>
        </p:txBody>
      </p:sp>
      <p:pic>
        <p:nvPicPr>
          <p:cNvPr id="6" name="Picture 5">
            <a:extLst>
              <a:ext uri="{FF2B5EF4-FFF2-40B4-BE49-F238E27FC236}">
                <a16:creationId xmlns:a16="http://schemas.microsoft.com/office/drawing/2014/main" id="{BB9EC6BE-8E56-8DB6-0AB8-EEFF46BA461F}"/>
              </a:ext>
            </a:extLst>
          </p:cNvPr>
          <p:cNvPicPr>
            <a:picLocks noChangeAspect="1"/>
          </p:cNvPicPr>
          <p:nvPr/>
        </p:nvPicPr>
        <p:blipFill>
          <a:blip r:embed="rId2"/>
          <a:stretch>
            <a:fillRect/>
          </a:stretch>
        </p:blipFill>
        <p:spPr>
          <a:xfrm>
            <a:off x="1042416" y="2915154"/>
            <a:ext cx="5867400" cy="2978915"/>
          </a:xfrm>
          <a:prstGeom prst="rect">
            <a:avLst/>
          </a:prstGeom>
          <a:ln>
            <a:solidFill>
              <a:schemeClr val="tx1"/>
            </a:solidFill>
          </a:ln>
        </p:spPr>
      </p:pic>
    </p:spTree>
    <p:extLst>
      <p:ext uri="{BB962C8B-B14F-4D97-AF65-F5344CB8AC3E}">
        <p14:creationId xmlns:p14="http://schemas.microsoft.com/office/powerpoint/2010/main" val="2077076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Account Detail on </a:t>
            </a:r>
            <a:r>
              <a:rPr lang="en-US" sz="2400" dirty="0" err="1"/>
              <a:t>iRep</a:t>
            </a:r>
            <a:endParaRPr lang="en-US" dirty="0"/>
          </a:p>
        </p:txBody>
      </p:sp>
      <p:pic>
        <p:nvPicPr>
          <p:cNvPr id="6" name="Picture 5">
            <a:extLst>
              <a:ext uri="{FF2B5EF4-FFF2-40B4-BE49-F238E27FC236}">
                <a16:creationId xmlns:a16="http://schemas.microsoft.com/office/drawing/2014/main" id="{B700AA25-6A7B-209F-FA6B-8C01CD7C28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0" y="1394230"/>
            <a:ext cx="6019800" cy="4514850"/>
          </a:xfrm>
          <a:prstGeom prst="rect">
            <a:avLst/>
          </a:prstGeom>
        </p:spPr>
      </p:pic>
      <p:sp>
        <p:nvSpPr>
          <p:cNvPr id="7" name="Rectangle 6">
            <a:extLst>
              <a:ext uri="{FF2B5EF4-FFF2-40B4-BE49-F238E27FC236}">
                <a16:creationId xmlns:a16="http://schemas.microsoft.com/office/drawing/2014/main" id="{86643708-E6E6-F973-064F-1E6FC02A7EC2}"/>
              </a:ext>
            </a:extLst>
          </p:cNvPr>
          <p:cNvSpPr/>
          <p:nvPr/>
        </p:nvSpPr>
        <p:spPr>
          <a:xfrm>
            <a:off x="189271" y="2628215"/>
            <a:ext cx="960987" cy="60934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Actions</a:t>
            </a:r>
          </a:p>
        </p:txBody>
      </p:sp>
      <p:sp>
        <p:nvSpPr>
          <p:cNvPr id="8" name="Rectangle 7">
            <a:extLst>
              <a:ext uri="{FF2B5EF4-FFF2-40B4-BE49-F238E27FC236}">
                <a16:creationId xmlns:a16="http://schemas.microsoft.com/office/drawing/2014/main" id="{F8D8F58C-764C-00EF-E524-8B734F3B1EC3}"/>
              </a:ext>
            </a:extLst>
          </p:cNvPr>
          <p:cNvSpPr/>
          <p:nvPr/>
        </p:nvSpPr>
        <p:spPr>
          <a:xfrm>
            <a:off x="223743" y="4404260"/>
            <a:ext cx="960987" cy="60934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Related List</a:t>
            </a:r>
          </a:p>
        </p:txBody>
      </p:sp>
      <p:sp>
        <p:nvSpPr>
          <p:cNvPr id="9" name="Rectangle 8">
            <a:extLst>
              <a:ext uri="{FF2B5EF4-FFF2-40B4-BE49-F238E27FC236}">
                <a16:creationId xmlns:a16="http://schemas.microsoft.com/office/drawing/2014/main" id="{02DDD126-0587-142E-5B90-5C70DE585B29}"/>
              </a:ext>
            </a:extLst>
          </p:cNvPr>
          <p:cNvSpPr/>
          <p:nvPr/>
        </p:nvSpPr>
        <p:spPr>
          <a:xfrm>
            <a:off x="4191000" y="6272957"/>
            <a:ext cx="3090194" cy="326311"/>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Account Details</a:t>
            </a:r>
          </a:p>
        </p:txBody>
      </p:sp>
      <p:sp>
        <p:nvSpPr>
          <p:cNvPr id="10" name="Left Brace 9">
            <a:extLst>
              <a:ext uri="{FF2B5EF4-FFF2-40B4-BE49-F238E27FC236}">
                <a16:creationId xmlns:a16="http://schemas.microsoft.com/office/drawing/2014/main" id="{7CD67B43-4F24-0C99-719C-50D1DAC7562F}"/>
              </a:ext>
            </a:extLst>
          </p:cNvPr>
          <p:cNvSpPr/>
          <p:nvPr/>
        </p:nvSpPr>
        <p:spPr>
          <a:xfrm>
            <a:off x="1295400" y="1775231"/>
            <a:ext cx="457200" cy="1876425"/>
          </a:xfrm>
          <a:prstGeom prst="leftBrace">
            <a:avLst/>
          </a:prstGeom>
          <a:ln w="38100">
            <a:solidFill>
              <a:srgbClr val="FFC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510FDC87-3384-0ED1-02BD-2E99E862BB5F}"/>
              </a:ext>
            </a:extLst>
          </p:cNvPr>
          <p:cNvSpPr/>
          <p:nvPr/>
        </p:nvSpPr>
        <p:spPr>
          <a:xfrm>
            <a:off x="1371600" y="3770718"/>
            <a:ext cx="457200" cy="1876425"/>
          </a:xfrm>
          <a:prstGeom prst="leftBrace">
            <a:avLst/>
          </a:prstGeom>
          <a:ln w="38100">
            <a:solidFill>
              <a:srgbClr val="FFC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868C1C18-CBDE-DC24-B00C-BFEBE0897B33}"/>
              </a:ext>
            </a:extLst>
          </p:cNvPr>
          <p:cNvSpPr/>
          <p:nvPr/>
        </p:nvSpPr>
        <p:spPr>
          <a:xfrm rot="16200000">
            <a:off x="5739376" y="4095627"/>
            <a:ext cx="314823" cy="4056030"/>
          </a:xfrm>
          <a:prstGeom prst="leftBrace">
            <a:avLst/>
          </a:prstGeom>
          <a:ln w="38100">
            <a:solidFill>
              <a:srgbClr val="FFC00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0451446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8882743" cy="4191000"/>
          </a:xfrm>
        </p:spPr>
        <p:txBody>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Users can </a:t>
            </a:r>
            <a:r>
              <a:rPr lang="en-US" b="1" dirty="0">
                <a:latin typeface="Arial" panose="020B0604020202020204" pitchFamily="34" charset="0"/>
                <a:ea typeface="Calibri" panose="020F0502020204030204" pitchFamily="34" charset="0"/>
                <a:cs typeface="Arial" panose="020B0604020202020204" pitchFamily="34" charset="0"/>
              </a:rPr>
              <a:t>access</a:t>
            </a:r>
            <a:r>
              <a:rPr lang="en-US" dirty="0">
                <a:latin typeface="Arial" panose="020B0604020202020204" pitchFamily="34" charset="0"/>
                <a:ea typeface="Calibri" panose="020F0502020204030204" pitchFamily="34" charset="0"/>
                <a:cs typeface="Arial" panose="020B0604020202020204" pitchFamily="34" charset="0"/>
              </a:rPr>
              <a:t> Account Views offline</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Views are </a:t>
            </a:r>
            <a:r>
              <a:rPr lang="en-US" b="1" dirty="0">
                <a:latin typeface="Arial" panose="020B0604020202020204" pitchFamily="34" charset="0"/>
                <a:ea typeface="Calibri" panose="020F0502020204030204" pitchFamily="34" charset="0"/>
                <a:cs typeface="Arial" panose="020B0604020202020204" pitchFamily="34" charset="0"/>
              </a:rPr>
              <a:t>defined online and synced to </a:t>
            </a:r>
            <a:r>
              <a:rPr lang="en-US" b="1" dirty="0" err="1">
                <a:latin typeface="Arial" panose="020B0604020202020204" pitchFamily="34" charset="0"/>
                <a:ea typeface="Calibri" panose="020F0502020204030204" pitchFamily="34" charset="0"/>
                <a:cs typeface="Arial" panose="020B0604020202020204" pitchFamily="34" charset="0"/>
              </a:rPr>
              <a:t>iRep</a:t>
            </a:r>
            <a:r>
              <a:rPr lang="en-US" b="1" dirty="0">
                <a:latin typeface="Arial" panose="020B0604020202020204" pitchFamily="34" charset="0"/>
                <a:ea typeface="Calibri" panose="020F0502020204030204" pitchFamily="34" charset="0"/>
                <a:cs typeface="Arial" panose="020B0604020202020204" pitchFamily="34" charset="0"/>
              </a:rPr>
              <a:t> </a:t>
            </a:r>
            <a:r>
              <a:rPr lang="en-US" dirty="0">
                <a:latin typeface="Arial" panose="020B0604020202020204" pitchFamily="34" charset="0"/>
                <a:ea typeface="Calibri" panose="020F0502020204030204" pitchFamily="34" charset="0"/>
                <a:cs typeface="Arial" panose="020B0604020202020204" pitchFamily="34" charset="0"/>
              </a:rPr>
              <a:t>during regular sync process</a:t>
            </a:r>
          </a:p>
          <a:p>
            <a:pPr lvl="0"/>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Account Views</a:t>
            </a:r>
            <a:endParaRPr lang="en-US" dirty="0"/>
          </a:p>
        </p:txBody>
      </p:sp>
      <p:pic>
        <p:nvPicPr>
          <p:cNvPr id="6" name="Picture 5">
            <a:extLst>
              <a:ext uri="{FF2B5EF4-FFF2-40B4-BE49-F238E27FC236}">
                <a16:creationId xmlns:a16="http://schemas.microsoft.com/office/drawing/2014/main" id="{B1D80EDB-65D8-72FA-9AD0-023F646EE80D}"/>
              </a:ext>
            </a:extLst>
          </p:cNvPr>
          <p:cNvPicPr>
            <a:picLocks noChangeAspect="1"/>
          </p:cNvPicPr>
          <p:nvPr/>
        </p:nvPicPr>
        <p:blipFill rotWithShape="1">
          <a:blip r:embed="rId2">
            <a:extLst>
              <a:ext uri="{28A0092B-C50C-407E-A947-70E740481C1C}">
                <a14:useLocalDpi xmlns:a14="http://schemas.microsoft.com/office/drawing/2010/main" val="0"/>
              </a:ext>
            </a:extLst>
          </a:blip>
          <a:srcRect r="41667" b="42222"/>
          <a:stretch/>
        </p:blipFill>
        <p:spPr>
          <a:xfrm>
            <a:off x="2362200" y="2301239"/>
            <a:ext cx="5334000" cy="3962400"/>
          </a:xfrm>
          <a:prstGeom prst="rect">
            <a:avLst/>
          </a:prstGeom>
        </p:spPr>
      </p:pic>
      <p:sp>
        <p:nvSpPr>
          <p:cNvPr id="7" name="Rectangle 6">
            <a:extLst>
              <a:ext uri="{FF2B5EF4-FFF2-40B4-BE49-F238E27FC236}">
                <a16:creationId xmlns:a16="http://schemas.microsoft.com/office/drawing/2014/main" id="{094085D1-D1B1-53FF-FBF0-622249D2916D}"/>
              </a:ext>
            </a:extLst>
          </p:cNvPr>
          <p:cNvSpPr/>
          <p:nvPr/>
        </p:nvSpPr>
        <p:spPr>
          <a:xfrm>
            <a:off x="609600" y="3162458"/>
            <a:ext cx="1302658" cy="814921"/>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Click on the Views tab</a:t>
            </a:r>
          </a:p>
          <a:p>
            <a:pPr algn="ctr"/>
            <a:r>
              <a:rPr lang="en-US" sz="1200" b="1" dirty="0">
                <a:solidFill>
                  <a:schemeClr val="tx1"/>
                </a:solidFill>
                <a:latin typeface="Arial" panose="020B0604020202020204" pitchFamily="34" charset="0"/>
                <a:cs typeface="Arial" panose="020B0604020202020204" pitchFamily="34" charset="0"/>
              </a:rPr>
              <a:t>and then select a view.</a:t>
            </a:r>
          </a:p>
        </p:txBody>
      </p:sp>
      <p:sp>
        <p:nvSpPr>
          <p:cNvPr id="8" name="Right Arrow 7">
            <a:extLst>
              <a:ext uri="{FF2B5EF4-FFF2-40B4-BE49-F238E27FC236}">
                <a16:creationId xmlns:a16="http://schemas.microsoft.com/office/drawing/2014/main" id="{D1F2288E-40AB-3E6B-E947-510B4DCD53C7}"/>
              </a:ext>
            </a:extLst>
          </p:cNvPr>
          <p:cNvSpPr/>
          <p:nvPr/>
        </p:nvSpPr>
        <p:spPr>
          <a:xfrm rot="1903958">
            <a:off x="1934340" y="3805658"/>
            <a:ext cx="402369" cy="23594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7084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33500"/>
            <a:ext cx="8882743" cy="4191000"/>
          </a:xfrm>
        </p:spPr>
        <p:txBody>
          <a:bodyPr/>
          <a:lstStyle/>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Users can </a:t>
            </a:r>
            <a:r>
              <a:rPr lang="en-US" b="1" dirty="0">
                <a:latin typeface="Arial" panose="020B0604020202020204" pitchFamily="34" charset="0"/>
                <a:ea typeface="Calibri" panose="020F0502020204030204" pitchFamily="34" charset="0"/>
                <a:cs typeface="Arial" panose="020B0604020202020204" pitchFamily="34" charset="0"/>
              </a:rPr>
              <a:t>create and manage </a:t>
            </a:r>
            <a:r>
              <a:rPr lang="en-US" dirty="0">
                <a:latin typeface="Arial" panose="020B0604020202020204" pitchFamily="34" charset="0"/>
                <a:ea typeface="Calibri" panose="020F0502020204030204" pitchFamily="34" charset="0"/>
                <a:cs typeface="Arial" panose="020B0604020202020204" pitchFamily="34" charset="0"/>
              </a:rPr>
              <a:t>Account Lists offline</a:t>
            </a:r>
          </a:p>
          <a:p>
            <a:pPr marL="285750" indent="-285750">
              <a:lnSpc>
                <a:spcPct val="107000"/>
              </a:lnSpc>
              <a:spcAft>
                <a:spcPts val="800"/>
              </a:spcAft>
              <a:buFont typeface="Arial" panose="020B0604020202020204" pitchFamily="34" charset="0"/>
              <a:buChar char="•"/>
            </a:pPr>
            <a:r>
              <a:rPr lang="en-US" dirty="0">
                <a:latin typeface="Arial" panose="020B0604020202020204" pitchFamily="34" charset="0"/>
                <a:ea typeface="Calibri" panose="020F0502020204030204" pitchFamily="34" charset="0"/>
                <a:cs typeface="Arial" panose="020B0604020202020204" pitchFamily="34" charset="0"/>
              </a:rPr>
              <a:t>Swipe from left to right to delete a target list or remove an account from the list</a:t>
            </a:r>
          </a:p>
          <a:p>
            <a:pPr lvl="0"/>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Account Lists</a:t>
            </a:r>
            <a:endParaRPr lang="en-US" dirty="0"/>
          </a:p>
        </p:txBody>
      </p:sp>
      <p:pic>
        <p:nvPicPr>
          <p:cNvPr id="7" name="Picture 6">
            <a:extLst>
              <a:ext uri="{FF2B5EF4-FFF2-40B4-BE49-F238E27FC236}">
                <a16:creationId xmlns:a16="http://schemas.microsoft.com/office/drawing/2014/main" id="{BDE7227D-B6C0-8C22-4FF6-FD1CF067CDA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57460" b="52550"/>
          <a:stretch/>
        </p:blipFill>
        <p:spPr>
          <a:xfrm>
            <a:off x="1524000" y="2508310"/>
            <a:ext cx="4047229" cy="3385759"/>
          </a:xfrm>
          <a:prstGeom prst="rect">
            <a:avLst/>
          </a:prstGeom>
          <a:ln>
            <a:solidFill>
              <a:schemeClr val="tx1"/>
            </a:solidFill>
          </a:ln>
        </p:spPr>
      </p:pic>
      <p:sp>
        <p:nvSpPr>
          <p:cNvPr id="8" name="Rectangle 7">
            <a:extLst>
              <a:ext uri="{FF2B5EF4-FFF2-40B4-BE49-F238E27FC236}">
                <a16:creationId xmlns:a16="http://schemas.microsoft.com/office/drawing/2014/main" id="{87063A85-F077-A24F-081D-26595F2B2F31}"/>
              </a:ext>
            </a:extLst>
          </p:cNvPr>
          <p:cNvSpPr/>
          <p:nvPr/>
        </p:nvSpPr>
        <p:spPr>
          <a:xfrm>
            <a:off x="1534609" y="4177178"/>
            <a:ext cx="3042666" cy="108368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51584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New Accounts in </a:t>
            </a:r>
            <a:r>
              <a:rPr lang="en-US" sz="2400" dirty="0" err="1"/>
              <a:t>iRep</a:t>
            </a:r>
            <a:endParaRPr lang="en-US" dirty="0"/>
          </a:p>
        </p:txBody>
      </p:sp>
      <p:pic>
        <p:nvPicPr>
          <p:cNvPr id="6" name="Picture 5">
            <a:extLst>
              <a:ext uri="{FF2B5EF4-FFF2-40B4-BE49-F238E27FC236}">
                <a16:creationId xmlns:a16="http://schemas.microsoft.com/office/drawing/2014/main" id="{6AD9FA9D-E04F-70A7-AEE8-349ACEEB640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30000"/>
          <a:stretch/>
        </p:blipFill>
        <p:spPr>
          <a:xfrm>
            <a:off x="295670" y="1752600"/>
            <a:ext cx="7315200" cy="3840480"/>
          </a:xfrm>
          <a:prstGeom prst="rect">
            <a:avLst/>
          </a:prstGeom>
        </p:spPr>
      </p:pic>
      <p:sp>
        <p:nvSpPr>
          <p:cNvPr id="7" name="Rectangle 6">
            <a:extLst>
              <a:ext uri="{FF2B5EF4-FFF2-40B4-BE49-F238E27FC236}">
                <a16:creationId xmlns:a16="http://schemas.microsoft.com/office/drawing/2014/main" id="{33010D0F-25CC-161A-CB1D-526ABE3E5957}"/>
              </a:ext>
            </a:extLst>
          </p:cNvPr>
          <p:cNvSpPr/>
          <p:nvPr/>
        </p:nvSpPr>
        <p:spPr>
          <a:xfrm>
            <a:off x="5096270" y="2713097"/>
            <a:ext cx="2362200" cy="269742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CD85853-D479-DCB6-8597-D75FFEE1F361}"/>
              </a:ext>
            </a:extLst>
          </p:cNvPr>
          <p:cNvSpPr/>
          <p:nvPr/>
        </p:nvSpPr>
        <p:spPr>
          <a:xfrm>
            <a:off x="7613145" y="1296215"/>
            <a:ext cx="1302658" cy="814921"/>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Click on ‘+’ Button to start</a:t>
            </a:r>
          </a:p>
        </p:txBody>
      </p:sp>
      <p:sp>
        <p:nvSpPr>
          <p:cNvPr id="9" name="Rectangle 8">
            <a:extLst>
              <a:ext uri="{FF2B5EF4-FFF2-40B4-BE49-F238E27FC236}">
                <a16:creationId xmlns:a16="http://schemas.microsoft.com/office/drawing/2014/main" id="{F762B70B-9529-22D5-3B83-EB45386BFDF5}"/>
              </a:ext>
            </a:extLst>
          </p:cNvPr>
          <p:cNvSpPr/>
          <p:nvPr/>
        </p:nvSpPr>
        <p:spPr>
          <a:xfrm>
            <a:off x="7679812" y="3726112"/>
            <a:ext cx="1302658" cy="814921"/>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Select proper record type</a:t>
            </a:r>
          </a:p>
        </p:txBody>
      </p:sp>
      <p:sp>
        <p:nvSpPr>
          <p:cNvPr id="10" name="Right Arrow 10">
            <a:extLst>
              <a:ext uri="{FF2B5EF4-FFF2-40B4-BE49-F238E27FC236}">
                <a16:creationId xmlns:a16="http://schemas.microsoft.com/office/drawing/2014/main" id="{3388B017-4B78-7D98-05ED-861460484E07}"/>
              </a:ext>
            </a:extLst>
          </p:cNvPr>
          <p:cNvSpPr/>
          <p:nvPr/>
        </p:nvSpPr>
        <p:spPr>
          <a:xfrm rot="7469807">
            <a:off x="7604953" y="1993165"/>
            <a:ext cx="402369" cy="23594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1">
            <a:extLst>
              <a:ext uri="{FF2B5EF4-FFF2-40B4-BE49-F238E27FC236}">
                <a16:creationId xmlns:a16="http://schemas.microsoft.com/office/drawing/2014/main" id="{7EEDD428-79E9-1D12-BD32-376BF34EEA4F}"/>
              </a:ext>
            </a:extLst>
          </p:cNvPr>
          <p:cNvSpPr/>
          <p:nvPr/>
        </p:nvSpPr>
        <p:spPr>
          <a:xfrm rot="13601035">
            <a:off x="7485458" y="3418702"/>
            <a:ext cx="657263" cy="13210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2518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42</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5" name="Diagram 4">
            <a:extLst>
              <a:ext uri="{FF2B5EF4-FFF2-40B4-BE49-F238E27FC236}">
                <a16:creationId xmlns:a16="http://schemas.microsoft.com/office/drawing/2014/main" id="{B88BE52D-7FC5-5662-1DDC-F2ADB4BD3743}"/>
              </a:ext>
            </a:extLst>
          </p:cNvPr>
          <p:cNvGraphicFramePr/>
          <p:nvPr>
            <p:extLst>
              <p:ext uri="{D42A27DB-BD31-4B8C-83A1-F6EECF244321}">
                <p14:modId xmlns:p14="http://schemas.microsoft.com/office/powerpoint/2010/main" val="2714224000"/>
              </p:ext>
            </p:extLst>
          </p:nvPr>
        </p:nvGraphicFramePr>
        <p:xfrm>
          <a:off x="692116" y="1371600"/>
          <a:ext cx="8333885" cy="2609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FB8ACB51-0355-385A-32EB-0E9AE417CF32}"/>
              </a:ext>
            </a:extLst>
          </p:cNvPr>
          <p:cNvGraphicFramePr/>
          <p:nvPr>
            <p:extLst>
              <p:ext uri="{D42A27DB-BD31-4B8C-83A1-F6EECF244321}">
                <p14:modId xmlns:p14="http://schemas.microsoft.com/office/powerpoint/2010/main" val="933949706"/>
              </p:ext>
            </p:extLst>
          </p:nvPr>
        </p:nvGraphicFramePr>
        <p:xfrm>
          <a:off x="658119" y="3599700"/>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1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8" grpId="0">
        <p:bldAsOne/>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43</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2</a:t>
            </a:r>
            <a:endParaRPr lang="en-US" dirty="0"/>
          </a:p>
        </p:txBody>
      </p:sp>
      <p:graphicFrame>
        <p:nvGraphicFramePr>
          <p:cNvPr id="5" name="Diagram 4">
            <a:extLst>
              <a:ext uri="{FF2B5EF4-FFF2-40B4-BE49-F238E27FC236}">
                <a16:creationId xmlns:a16="http://schemas.microsoft.com/office/drawing/2014/main" id="{899E366C-01F5-D3EC-6F87-BA3CF530D492}"/>
              </a:ext>
            </a:extLst>
          </p:cNvPr>
          <p:cNvGraphicFramePr/>
          <p:nvPr>
            <p:extLst>
              <p:ext uri="{D42A27DB-BD31-4B8C-83A1-F6EECF244321}">
                <p14:modId xmlns:p14="http://schemas.microsoft.com/office/powerpoint/2010/main" val="1788385333"/>
              </p:ext>
            </p:extLst>
          </p:nvPr>
        </p:nvGraphicFramePr>
        <p:xfrm>
          <a:off x="665493" y="1524000"/>
          <a:ext cx="8333885" cy="2819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2053B85E-DCA2-E733-D9E1-F1B2881FD8BC}"/>
              </a:ext>
            </a:extLst>
          </p:cNvPr>
          <p:cNvGraphicFramePr/>
          <p:nvPr>
            <p:extLst>
              <p:ext uri="{D42A27DB-BD31-4B8C-83A1-F6EECF244321}">
                <p14:modId xmlns:p14="http://schemas.microsoft.com/office/powerpoint/2010/main" val="3237473771"/>
              </p:ext>
            </p:extLst>
          </p:nvPr>
        </p:nvGraphicFramePr>
        <p:xfrm>
          <a:off x="665493" y="4495801"/>
          <a:ext cx="8333885" cy="685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6835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8"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44</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3</a:t>
            </a:r>
            <a:endParaRPr lang="en-US" dirty="0"/>
          </a:p>
        </p:txBody>
      </p:sp>
      <p:graphicFrame>
        <p:nvGraphicFramePr>
          <p:cNvPr id="5" name="Diagram 4">
            <a:extLst>
              <a:ext uri="{FF2B5EF4-FFF2-40B4-BE49-F238E27FC236}">
                <a16:creationId xmlns:a16="http://schemas.microsoft.com/office/drawing/2014/main" id="{47AF9211-95A7-27EA-C2C4-224CB7FE4087}"/>
              </a:ext>
            </a:extLst>
          </p:cNvPr>
          <p:cNvGraphicFramePr/>
          <p:nvPr>
            <p:extLst>
              <p:ext uri="{D42A27DB-BD31-4B8C-83A1-F6EECF244321}">
                <p14:modId xmlns:p14="http://schemas.microsoft.com/office/powerpoint/2010/main" val="2243476259"/>
              </p:ext>
            </p:extLst>
          </p:nvPr>
        </p:nvGraphicFramePr>
        <p:xfrm>
          <a:off x="665493" y="1676400"/>
          <a:ext cx="8333885" cy="2609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ED3FBF1D-A9A4-C487-3CF7-A1C300D92A15}"/>
              </a:ext>
            </a:extLst>
          </p:cNvPr>
          <p:cNvGraphicFramePr/>
          <p:nvPr>
            <p:extLst>
              <p:ext uri="{D42A27DB-BD31-4B8C-83A1-F6EECF244321}">
                <p14:modId xmlns:p14="http://schemas.microsoft.com/office/powerpoint/2010/main" val="1878620250"/>
              </p:ext>
            </p:extLst>
          </p:nvPr>
        </p:nvGraphicFramePr>
        <p:xfrm>
          <a:off x="631496" y="3904500"/>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15716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8" grpId="0">
        <p:bldAsOne/>
      </p:bldGraphic>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45</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4</a:t>
            </a:r>
            <a:endParaRPr lang="en-US" dirty="0"/>
          </a:p>
        </p:txBody>
      </p:sp>
      <p:graphicFrame>
        <p:nvGraphicFramePr>
          <p:cNvPr id="5" name="Diagram 4">
            <a:extLst>
              <a:ext uri="{FF2B5EF4-FFF2-40B4-BE49-F238E27FC236}">
                <a16:creationId xmlns:a16="http://schemas.microsoft.com/office/drawing/2014/main" id="{57C37990-7CEF-000D-8359-BF0497A5D7FA}"/>
              </a:ext>
            </a:extLst>
          </p:cNvPr>
          <p:cNvGraphicFramePr/>
          <p:nvPr>
            <p:extLst>
              <p:ext uri="{D42A27DB-BD31-4B8C-83A1-F6EECF244321}">
                <p14:modId xmlns:p14="http://schemas.microsoft.com/office/powerpoint/2010/main" val="3895695247"/>
              </p:ext>
            </p:extLst>
          </p:nvPr>
        </p:nvGraphicFramePr>
        <p:xfrm>
          <a:off x="665493" y="1600200"/>
          <a:ext cx="8333885" cy="2609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5E9F0155-6C34-7246-52E5-99DDDDAC80B2}"/>
              </a:ext>
            </a:extLst>
          </p:cNvPr>
          <p:cNvGraphicFramePr/>
          <p:nvPr>
            <p:extLst>
              <p:ext uri="{D42A27DB-BD31-4B8C-83A1-F6EECF244321}">
                <p14:modId xmlns:p14="http://schemas.microsoft.com/office/powerpoint/2010/main" val="105445812"/>
              </p:ext>
            </p:extLst>
          </p:nvPr>
        </p:nvGraphicFramePr>
        <p:xfrm>
          <a:off x="631496" y="3828300"/>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22511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8"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46</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5</a:t>
            </a:r>
            <a:endParaRPr lang="en-US" dirty="0"/>
          </a:p>
        </p:txBody>
      </p:sp>
      <p:graphicFrame>
        <p:nvGraphicFramePr>
          <p:cNvPr id="5" name="Diagram 4">
            <a:extLst>
              <a:ext uri="{FF2B5EF4-FFF2-40B4-BE49-F238E27FC236}">
                <a16:creationId xmlns:a16="http://schemas.microsoft.com/office/drawing/2014/main" id="{A1E27E73-C6D6-DBF9-7A99-EFD83717BCF0}"/>
              </a:ext>
            </a:extLst>
          </p:cNvPr>
          <p:cNvGraphicFramePr/>
          <p:nvPr>
            <p:extLst>
              <p:ext uri="{D42A27DB-BD31-4B8C-83A1-F6EECF244321}">
                <p14:modId xmlns:p14="http://schemas.microsoft.com/office/powerpoint/2010/main" val="3019711879"/>
              </p:ext>
            </p:extLst>
          </p:nvPr>
        </p:nvGraphicFramePr>
        <p:xfrm>
          <a:off x="683456" y="1600200"/>
          <a:ext cx="8333885" cy="2609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3B50FC5B-1429-7EFE-1595-861D0E2993F2}"/>
              </a:ext>
            </a:extLst>
          </p:cNvPr>
          <p:cNvGraphicFramePr/>
          <p:nvPr>
            <p:extLst>
              <p:ext uri="{D42A27DB-BD31-4B8C-83A1-F6EECF244321}">
                <p14:modId xmlns:p14="http://schemas.microsoft.com/office/powerpoint/2010/main" val="1771645082"/>
              </p:ext>
            </p:extLst>
          </p:nvPr>
        </p:nvGraphicFramePr>
        <p:xfrm>
          <a:off x="648287" y="3581400"/>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61817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8" grpId="0">
        <p:bldAsOne/>
      </p:bldGraphic>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0048"/>
                </a:solidFill>
                <a:effectLst/>
                <a:uLnTx/>
                <a:uFillTx/>
                <a:latin typeface="Arial" panose="020B0604020202020204"/>
                <a:ea typeface="+mj-ea"/>
                <a:cs typeface="+mj-cs"/>
              </a:rPr>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46974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dirty="0">
                <a:solidFill>
                  <a:schemeClr val="tx1"/>
                </a:solidFill>
              </a:rPr>
              <a:t>In this module, you have learnt to:</a:t>
            </a:r>
          </a:p>
          <a:p>
            <a:endParaRPr lang="en-US" altLang="ja-JP" dirty="0">
              <a:solidFill>
                <a:schemeClr val="tx1"/>
              </a:solidFill>
            </a:endParaRPr>
          </a:p>
          <a:p>
            <a:pPr lvl="1"/>
            <a:r>
              <a:rPr lang="en-US" dirty="0">
                <a:solidFill>
                  <a:schemeClr val="tx1"/>
                </a:solidFill>
              </a:rPr>
              <a:t>Define the My Accounts tab</a:t>
            </a:r>
          </a:p>
          <a:p>
            <a:pPr lvl="1"/>
            <a:r>
              <a:rPr lang="en-US" dirty="0">
                <a:solidFill>
                  <a:schemeClr val="tx1"/>
                </a:solidFill>
              </a:rPr>
              <a:t>Create Views</a:t>
            </a:r>
          </a:p>
          <a:p>
            <a:pPr lvl="1"/>
            <a:r>
              <a:rPr lang="en-US" dirty="0">
                <a:solidFill>
                  <a:schemeClr val="tx1"/>
                </a:solidFill>
              </a:rPr>
              <a:t>Create Lists</a:t>
            </a:r>
          </a:p>
          <a:p>
            <a:pPr lvl="1"/>
            <a:r>
              <a:rPr lang="en-US" dirty="0">
                <a:solidFill>
                  <a:schemeClr val="tx1"/>
                </a:solidFill>
              </a:rPr>
              <a:t>Configure the My Accounts tab</a:t>
            </a:r>
          </a:p>
          <a:p>
            <a:pPr lvl="1"/>
            <a:r>
              <a:rPr lang="en-US" dirty="0">
                <a:solidFill>
                  <a:schemeClr val="tx1"/>
                </a:solidFill>
              </a:rPr>
              <a:t>Hide the Mass Update button</a:t>
            </a:r>
          </a:p>
          <a:p>
            <a:pPr lvl="1"/>
            <a:r>
              <a:rPr lang="en-US" dirty="0">
                <a:solidFill>
                  <a:schemeClr val="tx1"/>
                </a:solidFill>
              </a:rPr>
              <a:t>Configure the Schedule a Call button</a:t>
            </a:r>
          </a:p>
          <a:p>
            <a:pPr lvl="1"/>
            <a:r>
              <a:rPr lang="en-US" dirty="0">
                <a:solidFill>
                  <a:schemeClr val="tx1"/>
                </a:solidFill>
              </a:rPr>
              <a:t>Configure the New button</a:t>
            </a:r>
          </a:p>
          <a:p>
            <a:pPr lvl="1"/>
            <a:r>
              <a:rPr lang="en-US" dirty="0">
                <a:solidFill>
                  <a:schemeClr val="tx1"/>
                </a:solidFill>
              </a:rPr>
              <a:t>Enable New Account Wizard</a:t>
            </a:r>
          </a:p>
          <a:p>
            <a:pPr lvl="1"/>
            <a:r>
              <a:rPr lang="en-US" dirty="0">
                <a:solidFill>
                  <a:schemeClr val="tx1"/>
                </a:solidFill>
              </a:rPr>
              <a:t>Enable Parent Account Wizard</a:t>
            </a:r>
          </a:p>
          <a:p>
            <a:pPr lvl="1"/>
            <a:r>
              <a:rPr lang="en-US" dirty="0">
                <a:solidFill>
                  <a:schemeClr val="tx1"/>
                </a:solidFill>
              </a:rPr>
              <a:t>Use the VEEVA Global Account Search</a:t>
            </a:r>
          </a:p>
          <a:p>
            <a:pPr lvl="1"/>
            <a:r>
              <a:rPr lang="en-US" dirty="0">
                <a:solidFill>
                  <a:schemeClr val="tx1"/>
                </a:solidFill>
              </a:rPr>
              <a:t>Describe My Accounts on </a:t>
            </a:r>
            <a:r>
              <a:rPr lang="en-US" dirty="0" err="1">
                <a:solidFill>
                  <a:schemeClr val="tx1"/>
                </a:solidFill>
              </a:rPr>
              <a:t>iRep</a:t>
            </a:r>
            <a:endParaRPr lang="en-US" dirty="0">
              <a:solidFill>
                <a:schemeClr val="tx1"/>
              </a:solidFill>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9800" y="1828800"/>
            <a:ext cx="3436154" cy="229121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49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000048"/>
                </a:solidFill>
                <a:effectLst/>
                <a:uLnTx/>
                <a:uFillTx/>
                <a:latin typeface="Arial" panose="020B0604020202020204"/>
                <a:ea typeface="+mj-ea"/>
                <a:cs typeface="+mj-cs"/>
              </a:rPr>
              <a:t>Source</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48"/>
                </a:solidFill>
                <a:effectLst/>
                <a:uLnTx/>
                <a:uFillTx/>
                <a:latin typeface="Arial" panose="020B0604020202020204"/>
                <a:ea typeface="+mn-ea"/>
                <a:cs typeface="+mn-cs"/>
                <a:hlinkClick r:id="rId2"/>
              </a:rPr>
              <a:t>https://crmhelp.VEEVA.com/doc/Content/Home.htm</a:t>
            </a:r>
            <a:endParaRPr kumimoji="0" lang="en-US" sz="1800" b="0" i="0" u="none" strike="noStrike" kern="1200" cap="none" spc="0" normalizeH="0" baseline="0" noProof="0" dirty="0">
              <a:ln>
                <a:noFill/>
              </a:ln>
              <a:solidFill>
                <a:srgbClr val="000048"/>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48"/>
                </a:solidFill>
                <a:effectLst/>
                <a:uLnTx/>
                <a:uFillTx/>
                <a:latin typeface="Arial" panose="020B0604020202020204"/>
                <a:ea typeface="+mn-ea"/>
                <a:cs typeface="+mn-cs"/>
                <a:hlinkClick r:id="rId3"/>
              </a:rPr>
              <a:t>https://trailhead.salesforce.com/en/home</a:t>
            </a:r>
            <a:endParaRPr kumimoji="0" lang="en-US" sz="1800" b="0" i="0" u="none" strike="noStrike" kern="1200" cap="none" spc="0" normalizeH="0" baseline="0" noProof="0" dirty="0">
              <a:ln>
                <a:noFill/>
              </a:ln>
              <a:solidFill>
                <a:srgbClr val="000048"/>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endParaRPr kumimoji="0" lang="en-US" sz="16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11" name="Text Box 4">
            <a:extLst>
              <a:ext uri="{FF2B5EF4-FFF2-40B4-BE49-F238E27FC236}">
                <a16:creationId xmlns:a16="http://schemas.microsoft.com/office/drawing/2014/main" id="{EC77BAAE-1BF9-295B-7AAB-74B487B7972B}"/>
              </a:ext>
            </a:extLst>
          </p:cNvPr>
          <p:cNvSpPr txBox="1">
            <a:spLocks noChangeArrowheads="1"/>
          </p:cNvSpPr>
          <p:nvPr/>
        </p:nvSpPr>
        <p:spPr bwMode="auto">
          <a:xfrm>
            <a:off x="633247" y="3852307"/>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48">
                    <a:lumMod val="50000"/>
                  </a:srgbClr>
                </a:solidFill>
                <a:effectLst/>
                <a:uLnTx/>
                <a:uFillTx/>
                <a:ea typeface="Arial Unicode MS" pitchFamily="34" charset="-128"/>
              </a:rPr>
              <a:t>Disclaimer: </a:t>
            </a:r>
            <a:r>
              <a:rPr kumimoji="0" lang="en-US" sz="1200" b="0" i="0" u="none" strike="noStrike" kern="1200" cap="none" spc="0" normalizeH="0" baseline="0" noProof="0" dirty="0">
                <a:ln>
                  <a:noFill/>
                </a:ln>
                <a:solidFill>
                  <a:srgbClr val="000048">
                    <a:lumMod val="50000"/>
                  </a:srgbClr>
                </a:solidFill>
                <a:effectLst/>
                <a:uLnTx/>
                <a:uFillTx/>
                <a:ea typeface="Arial Unicode MS" pitchFamily="34" charset="-128"/>
              </a:rPr>
              <a:t>Parts of the content of </a:t>
            </a:r>
            <a:r>
              <a:rPr kumimoji="0" lang="en-US" sz="1200" b="0" i="1" u="none" strike="noStrike" kern="1200" cap="none" spc="0" normalizeH="0" baseline="0" noProof="0" dirty="0">
                <a:ln>
                  <a:noFill/>
                </a:ln>
                <a:solidFill>
                  <a:srgbClr val="000048">
                    <a:lumMod val="50000"/>
                  </a:srgbClr>
                </a:solidFill>
                <a:effectLst/>
                <a:uLnTx/>
                <a:uFillTx/>
                <a:ea typeface="Arial Unicode MS" pitchFamily="34" charset="-128"/>
              </a:rPr>
              <a:t>this course is based </a:t>
            </a:r>
            <a:r>
              <a:rPr kumimoji="0" lang="en-US" sz="1200" b="0" i="0" u="none" strike="noStrike" kern="1200" cap="none" spc="0" normalizeH="0" baseline="0" noProof="0" dirty="0">
                <a:ln>
                  <a:noFill/>
                </a:ln>
                <a:solidFill>
                  <a:srgbClr val="000048">
                    <a:lumMod val="50000"/>
                  </a:srgbClr>
                </a:solidFill>
                <a:effectLst/>
                <a:uLnTx/>
                <a:uFillTx/>
                <a:ea typeface="Arial Unicode MS" pitchFamily="34" charset="-128"/>
              </a:rPr>
              <a:t>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spTree>
    <p:extLst>
      <p:ext uri="{BB962C8B-B14F-4D97-AF65-F5344CB8AC3E}">
        <p14:creationId xmlns:p14="http://schemas.microsoft.com/office/powerpoint/2010/main" val="5637972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68580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rgbClr val="000048"/>
                </a:solidFill>
                <a:effectLst/>
                <a:uLnTx/>
                <a:uFillTx/>
                <a:latin typeface="Arial" panose="020B0604020202020204"/>
                <a:ea typeface="+mj-ea"/>
                <a:cs typeface="+mj-cs"/>
              </a:rPr>
              <a:t>Coming Next ... </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371600"/>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1"/>
                </a:solidFill>
              </a:rPr>
              <a:t>In the upcoming module - </a:t>
            </a:r>
            <a:r>
              <a:rPr lang="en-US" i="1" dirty="0">
                <a:solidFill>
                  <a:schemeClr val="tx1"/>
                </a:solidFill>
              </a:rPr>
              <a:t>Account Object Configurations, </a:t>
            </a:r>
            <a:r>
              <a:rPr lang="en-US" dirty="0">
                <a:solidFill>
                  <a:schemeClr val="tx1"/>
                </a:solidFill>
              </a:rPr>
              <a:t>you will learn to: </a:t>
            </a:r>
          </a:p>
          <a:p>
            <a:pPr marL="0" indent="0">
              <a:buNone/>
            </a:pPr>
            <a:endParaRPr lang="en-US" dirty="0">
              <a:solidFill>
                <a:schemeClr val="tx1"/>
              </a:solidFill>
            </a:endParaRPr>
          </a:p>
          <a:p>
            <a:pPr lvl="1"/>
            <a:r>
              <a:rPr lang="en-US" sz="1800" dirty="0">
                <a:solidFill>
                  <a:schemeClr val="tx1"/>
                </a:solidFill>
              </a:rPr>
              <a:t>Define VEEVA Account record types</a:t>
            </a:r>
          </a:p>
          <a:p>
            <a:pPr lvl="2">
              <a:buFont typeface="Courier New" panose="02070309020205020404" pitchFamily="49" charset="0"/>
              <a:buChar char="o"/>
            </a:pPr>
            <a:r>
              <a:rPr lang="en-US" sz="1800" dirty="0">
                <a:solidFill>
                  <a:schemeClr val="tx1"/>
                </a:solidFill>
              </a:rPr>
              <a:t>Business Account</a:t>
            </a:r>
          </a:p>
          <a:p>
            <a:pPr lvl="2">
              <a:buFont typeface="Courier New" panose="02070309020205020404" pitchFamily="49" charset="0"/>
              <a:buChar char="o"/>
            </a:pPr>
            <a:r>
              <a:rPr lang="en-US" sz="1800" dirty="0">
                <a:solidFill>
                  <a:schemeClr val="tx1"/>
                </a:solidFill>
              </a:rPr>
              <a:t>Person Accounts</a:t>
            </a:r>
          </a:p>
          <a:p>
            <a:pPr lvl="2">
              <a:buFont typeface="Courier New" panose="02070309020205020404" pitchFamily="49" charset="0"/>
              <a:buChar char="o"/>
            </a:pPr>
            <a:r>
              <a:rPr lang="en-US" sz="1800" dirty="0">
                <a:solidFill>
                  <a:schemeClr val="tx1"/>
                </a:solidFill>
              </a:rPr>
              <a:t>Defined custom Accounts fields </a:t>
            </a:r>
          </a:p>
          <a:p>
            <a:pPr marL="914400" lvl="2" indent="0">
              <a:buNone/>
            </a:pPr>
            <a:r>
              <a:rPr lang="en-US" sz="1800" dirty="0">
                <a:solidFill>
                  <a:schemeClr val="tx1"/>
                </a:solidFill>
              </a:rPr>
              <a:t>Place custom fields on specific account page layout(s)</a:t>
            </a:r>
          </a:p>
          <a:p>
            <a:pPr lvl="1"/>
            <a:r>
              <a:rPr lang="en-US" sz="1800" dirty="0">
                <a:solidFill>
                  <a:schemeClr val="tx1"/>
                </a:solidFill>
              </a:rPr>
              <a:t>Create custom page layout and record types</a:t>
            </a:r>
          </a:p>
          <a:p>
            <a:pPr lvl="1"/>
            <a:r>
              <a:rPr lang="en-US" sz="1800" dirty="0">
                <a:solidFill>
                  <a:schemeClr val="tx1"/>
                </a:solidFill>
              </a:rPr>
              <a:t>Create a custom Account button</a:t>
            </a:r>
          </a:p>
          <a:p>
            <a:pPr lvl="1"/>
            <a:r>
              <a:rPr lang="en-US" sz="1800" dirty="0">
                <a:solidFill>
                  <a:schemeClr val="tx1"/>
                </a:solidFill>
              </a:rPr>
              <a:t>Display the View User Territory custom link</a:t>
            </a:r>
          </a:p>
        </p:txBody>
      </p:sp>
    </p:spTree>
    <p:extLst>
      <p:ext uri="{BB962C8B-B14F-4D97-AF65-F5344CB8AC3E}">
        <p14:creationId xmlns:p14="http://schemas.microsoft.com/office/powerpoint/2010/main" val="35117275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15240-9274-1C9C-353E-4E0AAA2A97BF}"/>
              </a:ext>
            </a:extLst>
          </p:cNvPr>
          <p:cNvSpPr>
            <a:spLocks noGrp="1"/>
          </p:cNvSpPr>
          <p:nvPr>
            <p:ph type="ctrTitle"/>
          </p:nvPr>
        </p:nvSpPr>
        <p:spPr>
          <a:xfrm>
            <a:off x="1042416" y="2365335"/>
            <a:ext cx="6053327" cy="923330"/>
          </a:xfrm>
        </p:spPr>
        <p:txBody>
          <a:bodyPr/>
          <a:lstStyle/>
          <a:p>
            <a:r>
              <a:rPr lang="en-US" dirty="0"/>
              <a:t>Thank you</a:t>
            </a:r>
          </a:p>
        </p:txBody>
      </p:sp>
      <p:sp>
        <p:nvSpPr>
          <p:cNvPr id="2" name="Footer Placeholder 1">
            <a:extLst>
              <a:ext uri="{FF2B5EF4-FFF2-40B4-BE49-F238E27FC236}">
                <a16:creationId xmlns:a16="http://schemas.microsoft.com/office/drawing/2014/main" id="{1059F124-9A06-01E2-76D8-64E3DE8DE64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54A8E351-776C-6B1F-7E44-C0B82A02B43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F210633-8F7E-62A5-5DA0-0E7F5050FB3E}"/>
              </a:ext>
            </a:extLst>
          </p:cNvPr>
          <p:cNvSpPr>
            <a:spLocks noGrp="1"/>
          </p:cNvSpPr>
          <p:nvPr>
            <p:ph type="body" sz="quarter" idx="13"/>
          </p:nvPr>
        </p:nvSpPr>
        <p:spPr/>
        <p:txBody>
          <a:bodyPr/>
          <a:lstStyle/>
          <a:p>
            <a:pPr marL="0" lvl="1" indent="0">
              <a:buNone/>
            </a:pPr>
            <a:r>
              <a:rPr lang="en-US" sz="2800" dirty="0">
                <a:solidFill>
                  <a:schemeClr val="tx1">
                    <a:lumMod val="75000"/>
                    <a:lumOff val="25000"/>
                  </a:schemeClr>
                </a:solidFill>
                <a:latin typeface="Arial Rounded MT Bold" pitchFamily="34" charset="0"/>
              </a:rPr>
              <a:t>You have successfully completed</a:t>
            </a:r>
          </a:p>
          <a:p>
            <a:pPr marL="7937" lvl="1" indent="0">
              <a:buNone/>
            </a:pPr>
            <a:r>
              <a:rPr lang="en-US" sz="2800" b="1" dirty="0">
                <a:solidFill>
                  <a:srgbClr val="00718F"/>
                </a:solidFill>
                <a:latin typeface="Arial" panose="020B0604020202020204" pitchFamily="34" charset="0"/>
                <a:cs typeface="Arial" panose="020B0604020202020204" pitchFamily="34" charset="0"/>
              </a:rPr>
              <a:t>My Account Configurations</a:t>
            </a:r>
          </a:p>
          <a:p>
            <a:pPr marL="0" lvl="1" indent="0">
              <a:buNone/>
            </a:pPr>
            <a:endParaRPr lang="en-US" sz="2800" b="1" dirty="0">
              <a:solidFill>
                <a:srgbClr val="00718F"/>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15884184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3.xml><?xml version="1.0" encoding="utf-8"?>
<a:theme xmlns:a="http://schemas.openxmlformats.org/drawingml/2006/main" name="1_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4.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55E99E-8AD1-460E-B8A4-002DB06365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8212d3-0522-415d-bf05-8cb4ef112812"/>
    <ds:schemaRef ds:uri="c87adb7a-312c-4840-9f22-562d354317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8FCE96-C8A4-4E92-8467-18B7198B1C7C}">
  <ds:schemaRefs>
    <ds:schemaRef ds:uri="http://schemas.microsoft.com/office/2006/metadata/properties"/>
  </ds:schemaRefs>
</ds:datastoreItem>
</file>

<file path=customXml/itemProps3.xml><?xml version="1.0" encoding="utf-8"?>
<ds:datastoreItem xmlns:ds="http://schemas.openxmlformats.org/officeDocument/2006/customXml" ds:itemID="{8AAEEA49-3EED-4488-A043-7D1DC7843D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Theme_3</Template>
  <TotalTime>27520</TotalTime>
  <Words>2909</Words>
  <Application>Microsoft Office PowerPoint</Application>
  <PresentationFormat>Widescreen</PresentationFormat>
  <Paragraphs>457</Paragraphs>
  <Slides>50</Slides>
  <Notes>5</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50</vt:i4>
      </vt:variant>
    </vt:vector>
  </HeadingPairs>
  <TitlesOfParts>
    <vt:vector size="64" baseType="lpstr">
      <vt:lpstr>Arial</vt:lpstr>
      <vt:lpstr>Arial Narrow</vt:lpstr>
      <vt:lpstr>Arial Rounded MT Bold</vt:lpstr>
      <vt:lpstr>Arial Unicode MS</vt:lpstr>
      <vt:lpstr>Calibri</vt:lpstr>
      <vt:lpstr>Cambria</vt:lpstr>
      <vt:lpstr>Courier New</vt:lpstr>
      <vt:lpstr>Symbol</vt:lpstr>
      <vt:lpstr>Wingdings</vt:lpstr>
      <vt:lpstr>Custom Design</vt:lpstr>
      <vt:lpstr>Office Theme</vt:lpstr>
      <vt:lpstr>1_Office Theme</vt:lpstr>
      <vt:lpstr>Theme2</vt:lpstr>
      <vt:lpstr>1_Custom Design</vt:lpstr>
      <vt:lpstr>My Account Configurations </vt:lpstr>
      <vt:lpstr>About the Author</vt:lpstr>
      <vt:lpstr>Recap ... </vt:lpstr>
      <vt:lpstr>Objectives</vt:lpstr>
      <vt:lpstr>Objectives</vt:lpstr>
      <vt:lpstr>Do You Know</vt:lpstr>
      <vt:lpstr>My Account Configurations </vt:lpstr>
      <vt:lpstr>VEEVA Account Overview</vt:lpstr>
      <vt:lpstr>My Accounts Tab</vt:lpstr>
      <vt:lpstr>My Accounts- Views &amp; Territory Filters ... 1</vt:lpstr>
      <vt:lpstr>My Accounts- Views &amp; Territory Filters ... 2</vt:lpstr>
      <vt:lpstr>My Account Configurations </vt:lpstr>
      <vt:lpstr>My Accounts - Configuration</vt:lpstr>
      <vt:lpstr>My Accounts - Configuration</vt:lpstr>
      <vt:lpstr>My Accounts Lists Threshold</vt:lpstr>
      <vt:lpstr>My Account Configurations </vt:lpstr>
      <vt:lpstr>Create New Views for Users ... 1</vt:lpstr>
      <vt:lpstr>Create New Views for Users ... 2</vt:lpstr>
      <vt:lpstr>Create New Views for Users ... 3</vt:lpstr>
      <vt:lpstr>My Account Configurations </vt:lpstr>
      <vt:lpstr>Account List- Definition &amp; Functionality ... 1</vt:lpstr>
      <vt:lpstr>Account List- Definition &amp; Functionality ... 2</vt:lpstr>
      <vt:lpstr>Account List- Definition &amp; Functionality ... 3</vt:lpstr>
      <vt:lpstr>My Account Configurations </vt:lpstr>
      <vt:lpstr>Schedule a Call &amp; Mass Update</vt:lpstr>
      <vt:lpstr>My Account Configurations </vt:lpstr>
      <vt:lpstr>Account Wizard- New</vt:lpstr>
      <vt:lpstr>New &amp; Parent Account Wizards</vt:lpstr>
      <vt:lpstr>Enabling New Account  &amp; Parent Account Wizards</vt:lpstr>
      <vt:lpstr>My Account Configurations </vt:lpstr>
      <vt:lpstr>GAS- Define &amp; Enter Criteria</vt:lpstr>
      <vt:lpstr>GAS - Execution &amp; Deployment</vt:lpstr>
      <vt:lpstr>My Account Configurations </vt:lpstr>
      <vt:lpstr>My Accounts</vt:lpstr>
      <vt:lpstr>My Accounts</vt:lpstr>
      <vt:lpstr>My Accounts- Configuration</vt:lpstr>
      <vt:lpstr>Additional Account Identification</vt:lpstr>
      <vt:lpstr>Account Detail on iRep</vt:lpstr>
      <vt:lpstr>Account Views</vt:lpstr>
      <vt:lpstr>Account Lists</vt:lpstr>
      <vt:lpstr>New Accounts in iRep</vt:lpstr>
      <vt:lpstr>Check Your Understanding ... 1</vt:lpstr>
      <vt:lpstr>Check Your Understanding ... 2</vt:lpstr>
      <vt:lpstr>Check Your Understanding ... 3</vt:lpstr>
      <vt:lpstr>Check Your Understanding ... 4</vt:lpstr>
      <vt:lpstr>Check Your Understanding ... 5</vt:lpstr>
      <vt:lpstr>PowerPoint Presentation</vt:lpstr>
      <vt:lpstr>PowerPoint Presentation</vt:lpstr>
      <vt:lpstr>PowerPoint Presentation</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Singh, Navneet (Contractor)</cp:lastModifiedBy>
  <cp:revision>214</cp:revision>
  <dcterms:created xsi:type="dcterms:W3CDTF">2011-06-15T11:24:59Z</dcterms:created>
  <dcterms:modified xsi:type="dcterms:W3CDTF">2025-07-29T03:58:00Z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_dlc_DocIdItemGuid">
    <vt:lpwstr>1c19f327-3998-48ba-bd4d-be7aee79e354</vt:lpwstr>
  </property>
</Properties>
</file>